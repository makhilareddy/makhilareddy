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B8185C-8558-4ACC-B748-C1A79E87F829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0ACF760-751A-4CA7-80E4-65B059834A4C}">
      <dgm:prSet phldrT="[Text]"/>
      <dgm:spPr/>
      <dgm:t>
        <a:bodyPr/>
        <a:lstStyle/>
        <a:p>
          <a:r>
            <a:rPr lang="en-US" b="1" dirty="0"/>
            <a:t>Module Exists</a:t>
          </a:r>
        </a:p>
      </dgm:t>
    </dgm:pt>
    <dgm:pt modelId="{6ED4ECBC-11B6-4D7D-93AA-FD6478DF92CF}" type="parTrans" cxnId="{00B00492-CDAD-4118-9E48-29C670B7C7EF}">
      <dgm:prSet/>
      <dgm:spPr/>
      <dgm:t>
        <a:bodyPr/>
        <a:lstStyle/>
        <a:p>
          <a:endParaRPr lang="en-US"/>
        </a:p>
      </dgm:t>
    </dgm:pt>
    <dgm:pt modelId="{481525E4-3131-4205-8C66-4667A54B9AD2}" type="sibTrans" cxnId="{00B00492-CDAD-4118-9E48-29C670B7C7EF}">
      <dgm:prSet/>
      <dgm:spPr/>
      <dgm:t>
        <a:bodyPr/>
        <a:lstStyle/>
        <a:p>
          <a:endParaRPr lang="en-US"/>
        </a:p>
      </dgm:t>
    </dgm:pt>
    <dgm:pt modelId="{B2C41021-9E25-4198-8504-EB879C714285}">
      <dgm:prSet phldrT="[Text]"/>
      <dgm:spPr/>
      <dgm:t>
        <a:bodyPr/>
        <a:lstStyle/>
        <a:p>
          <a:r>
            <a:rPr lang="en-US" dirty="0"/>
            <a:t>Impact Analysis</a:t>
          </a:r>
        </a:p>
      </dgm:t>
    </dgm:pt>
    <dgm:pt modelId="{DBFEFF3D-46E1-4F63-BC55-485F7848F12F}" type="parTrans" cxnId="{6AA80222-AB8B-462D-B64B-6D99D6C63080}">
      <dgm:prSet/>
      <dgm:spPr/>
      <dgm:t>
        <a:bodyPr/>
        <a:lstStyle/>
        <a:p>
          <a:endParaRPr lang="en-US"/>
        </a:p>
      </dgm:t>
    </dgm:pt>
    <dgm:pt modelId="{955DBA51-B280-403E-A843-5E817AE92B49}" type="sibTrans" cxnId="{6AA80222-AB8B-462D-B64B-6D99D6C63080}">
      <dgm:prSet/>
      <dgm:spPr/>
      <dgm:t>
        <a:bodyPr/>
        <a:lstStyle/>
        <a:p>
          <a:endParaRPr lang="en-US"/>
        </a:p>
      </dgm:t>
    </dgm:pt>
    <dgm:pt modelId="{F304952E-ED63-4FAB-882D-2E092170B5BE}">
      <dgm:prSet phldrT="[Text]"/>
      <dgm:spPr/>
      <dgm:t>
        <a:bodyPr/>
        <a:lstStyle/>
        <a:p>
          <a:r>
            <a:rPr lang="en-US" b="1" dirty="0"/>
            <a:t>New Module</a:t>
          </a:r>
        </a:p>
      </dgm:t>
    </dgm:pt>
    <dgm:pt modelId="{FB8A5778-7039-484E-87E5-4E333936DC3D}" type="parTrans" cxnId="{7F734EF7-8CBF-47B4-BC45-2084D52FD6AB}">
      <dgm:prSet/>
      <dgm:spPr/>
      <dgm:t>
        <a:bodyPr/>
        <a:lstStyle/>
        <a:p>
          <a:endParaRPr lang="en-US"/>
        </a:p>
      </dgm:t>
    </dgm:pt>
    <dgm:pt modelId="{50D411BD-0ADD-4F3D-BA76-3CABD9C4B22F}" type="sibTrans" cxnId="{7F734EF7-8CBF-47B4-BC45-2084D52FD6AB}">
      <dgm:prSet/>
      <dgm:spPr/>
      <dgm:t>
        <a:bodyPr/>
        <a:lstStyle/>
        <a:p>
          <a:endParaRPr lang="en-US"/>
        </a:p>
      </dgm:t>
    </dgm:pt>
    <dgm:pt modelId="{01140CB3-09DB-4A94-90E4-6A36C3AD5342}">
      <dgm:prSet phldrT="[Text]"/>
      <dgm:spPr/>
      <dgm:t>
        <a:bodyPr/>
        <a:lstStyle/>
        <a:p>
          <a:r>
            <a:rPr lang="en-US" dirty="0"/>
            <a:t>User Inputs needed or data to be read from a source file</a:t>
          </a:r>
        </a:p>
      </dgm:t>
    </dgm:pt>
    <dgm:pt modelId="{FBB9569E-E3DD-4A82-A3F3-0B6A73021DDD}" type="parTrans" cxnId="{262482B0-2943-4933-8E1B-9190EB945483}">
      <dgm:prSet/>
      <dgm:spPr/>
      <dgm:t>
        <a:bodyPr/>
        <a:lstStyle/>
        <a:p>
          <a:endParaRPr lang="en-US"/>
        </a:p>
      </dgm:t>
    </dgm:pt>
    <dgm:pt modelId="{2249BF12-A6C8-4A94-97BD-A8F1FAF9E85A}" type="sibTrans" cxnId="{262482B0-2943-4933-8E1B-9190EB945483}">
      <dgm:prSet/>
      <dgm:spPr/>
      <dgm:t>
        <a:bodyPr/>
        <a:lstStyle/>
        <a:p>
          <a:endParaRPr lang="en-US"/>
        </a:p>
      </dgm:t>
    </dgm:pt>
    <dgm:pt modelId="{AF8AE0BF-57FE-4444-99F4-85A3F9519C5E}">
      <dgm:prSet phldrT="[Text]"/>
      <dgm:spPr/>
      <dgm:t>
        <a:bodyPr/>
        <a:lstStyle/>
        <a:p>
          <a:r>
            <a:rPr lang="en-US" dirty="0"/>
            <a:t>Scope to include multiple requirements</a:t>
          </a:r>
        </a:p>
      </dgm:t>
    </dgm:pt>
    <dgm:pt modelId="{CAEBBAC0-6175-4DFC-AD3D-943BBA82244E}" type="parTrans" cxnId="{4C7CF34D-BC03-430D-B2CA-C1C458BBCFB2}">
      <dgm:prSet/>
      <dgm:spPr/>
      <dgm:t>
        <a:bodyPr/>
        <a:lstStyle/>
        <a:p>
          <a:endParaRPr lang="en-US"/>
        </a:p>
      </dgm:t>
    </dgm:pt>
    <dgm:pt modelId="{A2081A5D-5308-46DB-A136-816E0A13775F}" type="sibTrans" cxnId="{4C7CF34D-BC03-430D-B2CA-C1C458BBCFB2}">
      <dgm:prSet/>
      <dgm:spPr/>
      <dgm:t>
        <a:bodyPr/>
        <a:lstStyle/>
        <a:p>
          <a:endParaRPr lang="en-US"/>
        </a:p>
      </dgm:t>
    </dgm:pt>
    <dgm:pt modelId="{9691EF01-A8E5-4838-B685-25335D0F75DB}">
      <dgm:prSet phldrT="[Text]"/>
      <dgm:spPr/>
      <dgm:t>
        <a:bodyPr/>
        <a:lstStyle/>
        <a:p>
          <a:r>
            <a:rPr lang="en-US" b="1" dirty="0"/>
            <a:t>Not Feasible</a:t>
          </a:r>
        </a:p>
      </dgm:t>
    </dgm:pt>
    <dgm:pt modelId="{E1EEFDB5-E59E-4B48-9937-7BBBBCA30BAF}" type="parTrans" cxnId="{083B09BE-A13A-4E7A-973A-1380D8FDF2B6}">
      <dgm:prSet/>
      <dgm:spPr/>
      <dgm:t>
        <a:bodyPr/>
        <a:lstStyle/>
        <a:p>
          <a:endParaRPr lang="en-US"/>
        </a:p>
      </dgm:t>
    </dgm:pt>
    <dgm:pt modelId="{25E3203B-75F9-49F7-9817-0C8948D86F72}" type="sibTrans" cxnId="{083B09BE-A13A-4E7A-973A-1380D8FDF2B6}">
      <dgm:prSet/>
      <dgm:spPr/>
      <dgm:t>
        <a:bodyPr/>
        <a:lstStyle/>
        <a:p>
          <a:endParaRPr lang="en-US"/>
        </a:p>
      </dgm:t>
    </dgm:pt>
    <dgm:pt modelId="{A9B67970-0D40-4711-8FDE-5E7874CB8CB2}">
      <dgm:prSet phldrT="[Text]"/>
      <dgm:spPr/>
      <dgm:t>
        <a:bodyPr/>
        <a:lstStyle/>
        <a:p>
          <a:r>
            <a:rPr lang="en-US" dirty="0"/>
            <a:t>Reason for Non-Feasibility</a:t>
          </a:r>
        </a:p>
      </dgm:t>
    </dgm:pt>
    <dgm:pt modelId="{FBE6A211-47E7-465D-81DC-C8015A311EC3}" type="parTrans" cxnId="{5837613F-B7BD-4BB4-8ACA-3D04413599AE}">
      <dgm:prSet/>
      <dgm:spPr/>
      <dgm:t>
        <a:bodyPr/>
        <a:lstStyle/>
        <a:p>
          <a:endParaRPr lang="en-US"/>
        </a:p>
      </dgm:t>
    </dgm:pt>
    <dgm:pt modelId="{00A4489E-9010-4ABF-8A9D-1E582D923E0A}" type="sibTrans" cxnId="{5837613F-B7BD-4BB4-8ACA-3D04413599AE}">
      <dgm:prSet/>
      <dgm:spPr/>
      <dgm:t>
        <a:bodyPr/>
        <a:lstStyle/>
        <a:p>
          <a:endParaRPr lang="en-US"/>
        </a:p>
      </dgm:t>
    </dgm:pt>
    <dgm:pt modelId="{48AA426A-E055-48EF-8524-736402DB2897}">
      <dgm:prSet phldrT="[Text]"/>
      <dgm:spPr/>
      <dgm:t>
        <a:bodyPr/>
        <a:lstStyle/>
        <a:p>
          <a:r>
            <a:rPr lang="en-US" dirty="0"/>
            <a:t>Suggestions to move to feasibility, if applicable</a:t>
          </a:r>
        </a:p>
      </dgm:t>
    </dgm:pt>
    <dgm:pt modelId="{7C5267E1-47A5-484C-A988-5613E00A73D7}" type="parTrans" cxnId="{C08F5062-8ADA-4C85-9EED-5046B554D32B}">
      <dgm:prSet/>
      <dgm:spPr/>
      <dgm:t>
        <a:bodyPr/>
        <a:lstStyle/>
        <a:p>
          <a:endParaRPr lang="en-US"/>
        </a:p>
      </dgm:t>
    </dgm:pt>
    <dgm:pt modelId="{F5BF9D93-45BF-49F9-B97E-D17D95F22D82}" type="sibTrans" cxnId="{C08F5062-8ADA-4C85-9EED-5046B554D32B}">
      <dgm:prSet/>
      <dgm:spPr/>
      <dgm:t>
        <a:bodyPr/>
        <a:lstStyle/>
        <a:p>
          <a:endParaRPr lang="en-US"/>
        </a:p>
      </dgm:t>
    </dgm:pt>
    <dgm:pt modelId="{FD4D03E0-48AD-4526-9C73-100313D48857}">
      <dgm:prSet phldrT="[Text]"/>
      <dgm:spPr/>
      <dgm:t>
        <a:bodyPr/>
        <a:lstStyle/>
        <a:p>
          <a:endParaRPr lang="en-US" dirty="0"/>
        </a:p>
      </dgm:t>
    </dgm:pt>
    <dgm:pt modelId="{635E0FAE-7D21-4C0A-BC24-91FB3E712AA3}" type="parTrans" cxnId="{5BA9818D-E7FC-45FE-A211-7093DEE645A7}">
      <dgm:prSet/>
      <dgm:spPr/>
      <dgm:t>
        <a:bodyPr/>
        <a:lstStyle/>
        <a:p>
          <a:endParaRPr lang="en-US"/>
        </a:p>
      </dgm:t>
    </dgm:pt>
    <dgm:pt modelId="{BD82D377-B7AB-4045-92A7-222931FF5E95}" type="sibTrans" cxnId="{5BA9818D-E7FC-45FE-A211-7093DEE645A7}">
      <dgm:prSet/>
      <dgm:spPr/>
      <dgm:t>
        <a:bodyPr/>
        <a:lstStyle/>
        <a:p>
          <a:endParaRPr lang="en-US"/>
        </a:p>
      </dgm:t>
    </dgm:pt>
    <dgm:pt modelId="{637117CA-7E02-49C3-AC1A-04DF14DE03D6}">
      <dgm:prSet phldrT="[Text]"/>
      <dgm:spPr/>
      <dgm:t>
        <a:bodyPr/>
        <a:lstStyle/>
        <a:p>
          <a:r>
            <a:rPr lang="en-US" dirty="0"/>
            <a:t>Effort Estimate for changes</a:t>
          </a:r>
        </a:p>
      </dgm:t>
    </dgm:pt>
    <dgm:pt modelId="{EFD4CED1-5891-43FA-B546-24A027F4843F}" type="parTrans" cxnId="{1334996C-B256-40D4-BE3E-F0614B28A8BA}">
      <dgm:prSet/>
      <dgm:spPr/>
      <dgm:t>
        <a:bodyPr/>
        <a:lstStyle/>
        <a:p>
          <a:endParaRPr lang="en-US"/>
        </a:p>
      </dgm:t>
    </dgm:pt>
    <dgm:pt modelId="{401FB0FB-28C7-434C-955D-C46E4EA1B6BE}" type="sibTrans" cxnId="{1334996C-B256-40D4-BE3E-F0614B28A8BA}">
      <dgm:prSet/>
      <dgm:spPr/>
      <dgm:t>
        <a:bodyPr/>
        <a:lstStyle/>
        <a:p>
          <a:endParaRPr lang="en-US"/>
        </a:p>
      </dgm:t>
    </dgm:pt>
    <dgm:pt modelId="{C13741EF-8992-4CC7-BBF1-7BA8305335D3}">
      <dgm:prSet phldrT="[Text]"/>
      <dgm:spPr/>
      <dgm:t>
        <a:bodyPr/>
        <a:lstStyle/>
        <a:p>
          <a:r>
            <a:rPr lang="en-US" dirty="0"/>
            <a:t>Need of additional resources</a:t>
          </a:r>
        </a:p>
      </dgm:t>
    </dgm:pt>
    <dgm:pt modelId="{3C4FAA83-A7EA-45D7-8F57-8C4A500972EE}" type="parTrans" cxnId="{134B66B8-6648-48CE-AF40-B5734B613F70}">
      <dgm:prSet/>
      <dgm:spPr/>
      <dgm:t>
        <a:bodyPr/>
        <a:lstStyle/>
        <a:p>
          <a:endParaRPr lang="en-US"/>
        </a:p>
      </dgm:t>
    </dgm:pt>
    <dgm:pt modelId="{94690AC7-9A4C-4EC9-849F-D62D0FEA0FBD}" type="sibTrans" cxnId="{134B66B8-6648-48CE-AF40-B5734B613F70}">
      <dgm:prSet/>
      <dgm:spPr/>
      <dgm:t>
        <a:bodyPr/>
        <a:lstStyle/>
        <a:p>
          <a:endParaRPr lang="en-US"/>
        </a:p>
      </dgm:t>
    </dgm:pt>
    <dgm:pt modelId="{B112F3AF-BE47-4190-97C7-83D7C3B0AF08}" type="pres">
      <dgm:prSet presAssocID="{79B8185C-8558-4ACC-B748-C1A79E87F829}" presName="Name0" presStyleCnt="0">
        <dgm:presLayoutVars>
          <dgm:dir/>
          <dgm:animLvl val="lvl"/>
          <dgm:resizeHandles val="exact"/>
        </dgm:presLayoutVars>
      </dgm:prSet>
      <dgm:spPr/>
    </dgm:pt>
    <dgm:pt modelId="{0B40FF96-E7D7-47A3-BAC4-02293441F584}" type="pres">
      <dgm:prSet presAssocID="{40ACF760-751A-4CA7-80E4-65B059834A4C}" presName="composite" presStyleCnt="0"/>
      <dgm:spPr/>
    </dgm:pt>
    <dgm:pt modelId="{26A9DED5-9429-41E9-B733-EA0FA381D388}" type="pres">
      <dgm:prSet presAssocID="{40ACF760-751A-4CA7-80E4-65B059834A4C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A4663D1-C18B-4E7A-8422-28844F440700}" type="pres">
      <dgm:prSet presAssocID="{40ACF760-751A-4CA7-80E4-65B059834A4C}" presName="desTx" presStyleLbl="alignAccFollowNode1" presStyleIdx="0" presStyleCnt="3">
        <dgm:presLayoutVars>
          <dgm:bulletEnabled val="1"/>
        </dgm:presLayoutVars>
      </dgm:prSet>
      <dgm:spPr/>
    </dgm:pt>
    <dgm:pt modelId="{9D0BA47F-412D-40C4-8510-B33B6FFA1884}" type="pres">
      <dgm:prSet presAssocID="{481525E4-3131-4205-8C66-4667A54B9AD2}" presName="space" presStyleCnt="0"/>
      <dgm:spPr/>
    </dgm:pt>
    <dgm:pt modelId="{2DAF85C1-9046-4EE9-8C85-480B2CD5D437}" type="pres">
      <dgm:prSet presAssocID="{F304952E-ED63-4FAB-882D-2E092170B5BE}" presName="composite" presStyleCnt="0"/>
      <dgm:spPr/>
    </dgm:pt>
    <dgm:pt modelId="{D655D7E9-F85D-437F-B66A-ED049F8DEF56}" type="pres">
      <dgm:prSet presAssocID="{F304952E-ED63-4FAB-882D-2E092170B5B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3138CE8-8F18-4E62-B841-66205013FA2C}" type="pres">
      <dgm:prSet presAssocID="{F304952E-ED63-4FAB-882D-2E092170B5BE}" presName="desTx" presStyleLbl="alignAccFollowNode1" presStyleIdx="1" presStyleCnt="3">
        <dgm:presLayoutVars>
          <dgm:bulletEnabled val="1"/>
        </dgm:presLayoutVars>
      </dgm:prSet>
      <dgm:spPr/>
    </dgm:pt>
    <dgm:pt modelId="{7D209567-B34A-4759-AE7A-4CA8097E324B}" type="pres">
      <dgm:prSet presAssocID="{50D411BD-0ADD-4F3D-BA76-3CABD9C4B22F}" presName="space" presStyleCnt="0"/>
      <dgm:spPr/>
    </dgm:pt>
    <dgm:pt modelId="{7135E93F-9764-4B27-9C82-6A537BC6F3F5}" type="pres">
      <dgm:prSet presAssocID="{9691EF01-A8E5-4838-B685-25335D0F75DB}" presName="composite" presStyleCnt="0"/>
      <dgm:spPr/>
    </dgm:pt>
    <dgm:pt modelId="{AD5461EA-7CB1-4CCB-8DC2-CBB6A1393758}" type="pres">
      <dgm:prSet presAssocID="{9691EF01-A8E5-4838-B685-25335D0F75D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CF75C344-05EF-4A34-B10F-80BE3611A249}" type="pres">
      <dgm:prSet presAssocID="{9691EF01-A8E5-4838-B685-25335D0F75D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E6C320-858B-4E5A-B674-55473F5E7330}" type="presOf" srcId="{79B8185C-8558-4ACC-B748-C1A79E87F829}" destId="{B112F3AF-BE47-4190-97C7-83D7C3B0AF08}" srcOrd="0" destOrd="0" presId="urn:microsoft.com/office/officeart/2005/8/layout/hList1"/>
    <dgm:cxn modelId="{6AA80222-AB8B-462D-B64B-6D99D6C63080}" srcId="{40ACF760-751A-4CA7-80E4-65B059834A4C}" destId="{B2C41021-9E25-4198-8504-EB879C714285}" srcOrd="1" destOrd="0" parTransId="{DBFEFF3D-46E1-4F63-BC55-485F7848F12F}" sibTransId="{955DBA51-B280-403E-A843-5E817AE92B49}"/>
    <dgm:cxn modelId="{2600C031-8359-4DB8-AF71-FD838A0CA916}" type="presOf" srcId="{40ACF760-751A-4CA7-80E4-65B059834A4C}" destId="{26A9DED5-9429-41E9-B733-EA0FA381D388}" srcOrd="0" destOrd="0" presId="urn:microsoft.com/office/officeart/2005/8/layout/hList1"/>
    <dgm:cxn modelId="{5837613F-B7BD-4BB4-8ACA-3D04413599AE}" srcId="{9691EF01-A8E5-4838-B685-25335D0F75DB}" destId="{A9B67970-0D40-4711-8FDE-5E7874CB8CB2}" srcOrd="0" destOrd="0" parTransId="{FBE6A211-47E7-465D-81DC-C8015A311EC3}" sibTransId="{00A4489E-9010-4ABF-8A9D-1E582D923E0A}"/>
    <dgm:cxn modelId="{C08F5062-8ADA-4C85-9EED-5046B554D32B}" srcId="{9691EF01-A8E5-4838-B685-25335D0F75DB}" destId="{48AA426A-E055-48EF-8524-736402DB2897}" srcOrd="1" destOrd="0" parTransId="{7C5267E1-47A5-484C-A988-5613E00A73D7}" sibTransId="{F5BF9D93-45BF-49F9-B97E-D17D95F22D82}"/>
    <dgm:cxn modelId="{EF10A743-1E28-42D6-A831-77E075E4F477}" type="presOf" srcId="{637117CA-7E02-49C3-AC1A-04DF14DE03D6}" destId="{EA4663D1-C18B-4E7A-8422-28844F440700}" srcOrd="0" destOrd="0" presId="urn:microsoft.com/office/officeart/2005/8/layout/hList1"/>
    <dgm:cxn modelId="{1334996C-B256-40D4-BE3E-F0614B28A8BA}" srcId="{40ACF760-751A-4CA7-80E4-65B059834A4C}" destId="{637117CA-7E02-49C3-AC1A-04DF14DE03D6}" srcOrd="0" destOrd="0" parTransId="{EFD4CED1-5891-43FA-B546-24A027F4843F}" sibTransId="{401FB0FB-28C7-434C-955D-C46E4EA1B6BE}"/>
    <dgm:cxn modelId="{4C7CF34D-BC03-430D-B2CA-C1C458BBCFB2}" srcId="{F304952E-ED63-4FAB-882D-2E092170B5BE}" destId="{AF8AE0BF-57FE-4444-99F4-85A3F9519C5E}" srcOrd="1" destOrd="0" parTransId="{CAEBBAC0-6175-4DFC-AD3D-943BBA82244E}" sibTransId="{A2081A5D-5308-46DB-A136-816E0A13775F}"/>
    <dgm:cxn modelId="{7776D68B-9C49-4437-9248-E619A1BA43A1}" type="presOf" srcId="{AF8AE0BF-57FE-4444-99F4-85A3F9519C5E}" destId="{73138CE8-8F18-4E62-B841-66205013FA2C}" srcOrd="0" destOrd="1" presId="urn:microsoft.com/office/officeart/2005/8/layout/hList1"/>
    <dgm:cxn modelId="{5BA9818D-E7FC-45FE-A211-7093DEE645A7}" srcId="{40ACF760-751A-4CA7-80E4-65B059834A4C}" destId="{FD4D03E0-48AD-4526-9C73-100313D48857}" srcOrd="2" destOrd="0" parTransId="{635E0FAE-7D21-4C0A-BC24-91FB3E712AA3}" sibTransId="{BD82D377-B7AB-4045-92A7-222931FF5E95}"/>
    <dgm:cxn modelId="{00B00492-CDAD-4118-9E48-29C670B7C7EF}" srcId="{79B8185C-8558-4ACC-B748-C1A79E87F829}" destId="{40ACF760-751A-4CA7-80E4-65B059834A4C}" srcOrd="0" destOrd="0" parTransId="{6ED4ECBC-11B6-4D7D-93AA-FD6478DF92CF}" sibTransId="{481525E4-3131-4205-8C66-4667A54B9AD2}"/>
    <dgm:cxn modelId="{29C593A0-FAB9-4125-A758-5994E6FC32A0}" type="presOf" srcId="{A9B67970-0D40-4711-8FDE-5E7874CB8CB2}" destId="{CF75C344-05EF-4A34-B10F-80BE3611A249}" srcOrd="0" destOrd="0" presId="urn:microsoft.com/office/officeart/2005/8/layout/hList1"/>
    <dgm:cxn modelId="{17CEB6A0-8D54-4B84-A58F-31EF81726A3B}" type="presOf" srcId="{01140CB3-09DB-4A94-90E4-6A36C3AD5342}" destId="{73138CE8-8F18-4E62-B841-66205013FA2C}" srcOrd="0" destOrd="0" presId="urn:microsoft.com/office/officeart/2005/8/layout/hList1"/>
    <dgm:cxn modelId="{262482B0-2943-4933-8E1B-9190EB945483}" srcId="{F304952E-ED63-4FAB-882D-2E092170B5BE}" destId="{01140CB3-09DB-4A94-90E4-6A36C3AD5342}" srcOrd="0" destOrd="0" parTransId="{FBB9569E-E3DD-4A82-A3F3-0B6A73021DDD}" sibTransId="{2249BF12-A6C8-4A94-97BD-A8F1FAF9E85A}"/>
    <dgm:cxn modelId="{134B66B8-6648-48CE-AF40-B5734B613F70}" srcId="{F304952E-ED63-4FAB-882D-2E092170B5BE}" destId="{C13741EF-8992-4CC7-BBF1-7BA8305335D3}" srcOrd="2" destOrd="0" parTransId="{3C4FAA83-A7EA-45D7-8F57-8C4A500972EE}" sibTransId="{94690AC7-9A4C-4EC9-849F-D62D0FEA0FBD}"/>
    <dgm:cxn modelId="{083B09BE-A13A-4E7A-973A-1380D8FDF2B6}" srcId="{79B8185C-8558-4ACC-B748-C1A79E87F829}" destId="{9691EF01-A8E5-4838-B685-25335D0F75DB}" srcOrd="2" destOrd="0" parTransId="{E1EEFDB5-E59E-4B48-9937-7BBBBCA30BAF}" sibTransId="{25E3203B-75F9-49F7-9817-0C8948D86F72}"/>
    <dgm:cxn modelId="{049DC5C6-8BA9-41D0-BE37-35340E71048D}" type="presOf" srcId="{F304952E-ED63-4FAB-882D-2E092170B5BE}" destId="{D655D7E9-F85D-437F-B66A-ED049F8DEF56}" srcOrd="0" destOrd="0" presId="urn:microsoft.com/office/officeart/2005/8/layout/hList1"/>
    <dgm:cxn modelId="{B9F957CD-CA84-4E6C-A5E2-002E1F8A544A}" type="presOf" srcId="{C13741EF-8992-4CC7-BBF1-7BA8305335D3}" destId="{73138CE8-8F18-4E62-B841-66205013FA2C}" srcOrd="0" destOrd="2" presId="urn:microsoft.com/office/officeart/2005/8/layout/hList1"/>
    <dgm:cxn modelId="{FBB2A5D0-D56D-4F05-AACC-E83F233E867C}" type="presOf" srcId="{FD4D03E0-48AD-4526-9C73-100313D48857}" destId="{EA4663D1-C18B-4E7A-8422-28844F440700}" srcOrd="0" destOrd="2" presId="urn:microsoft.com/office/officeart/2005/8/layout/hList1"/>
    <dgm:cxn modelId="{BF51AADB-8FF1-4E6E-88BD-C7F3728A8C87}" type="presOf" srcId="{48AA426A-E055-48EF-8524-736402DB2897}" destId="{CF75C344-05EF-4A34-B10F-80BE3611A249}" srcOrd="0" destOrd="1" presId="urn:microsoft.com/office/officeart/2005/8/layout/hList1"/>
    <dgm:cxn modelId="{9E99C3E0-A5AB-4E22-B440-369E4692DC37}" type="presOf" srcId="{9691EF01-A8E5-4838-B685-25335D0F75DB}" destId="{AD5461EA-7CB1-4CCB-8DC2-CBB6A1393758}" srcOrd="0" destOrd="0" presId="urn:microsoft.com/office/officeart/2005/8/layout/hList1"/>
    <dgm:cxn modelId="{7F734EF7-8CBF-47B4-BC45-2084D52FD6AB}" srcId="{79B8185C-8558-4ACC-B748-C1A79E87F829}" destId="{F304952E-ED63-4FAB-882D-2E092170B5BE}" srcOrd="1" destOrd="0" parTransId="{FB8A5778-7039-484E-87E5-4E333936DC3D}" sibTransId="{50D411BD-0ADD-4F3D-BA76-3CABD9C4B22F}"/>
    <dgm:cxn modelId="{1F5AF2FC-1AC6-4734-8765-25C229158062}" type="presOf" srcId="{B2C41021-9E25-4198-8504-EB879C714285}" destId="{EA4663D1-C18B-4E7A-8422-28844F440700}" srcOrd="0" destOrd="1" presId="urn:microsoft.com/office/officeart/2005/8/layout/hList1"/>
    <dgm:cxn modelId="{D3501D22-8B62-4593-9465-D72EFE7AF295}" type="presParOf" srcId="{B112F3AF-BE47-4190-97C7-83D7C3B0AF08}" destId="{0B40FF96-E7D7-47A3-BAC4-02293441F584}" srcOrd="0" destOrd="0" presId="urn:microsoft.com/office/officeart/2005/8/layout/hList1"/>
    <dgm:cxn modelId="{A47CE399-0AF3-436F-A11B-8905B533FC83}" type="presParOf" srcId="{0B40FF96-E7D7-47A3-BAC4-02293441F584}" destId="{26A9DED5-9429-41E9-B733-EA0FA381D388}" srcOrd="0" destOrd="0" presId="urn:microsoft.com/office/officeart/2005/8/layout/hList1"/>
    <dgm:cxn modelId="{1D828BCF-0975-4C83-9421-D2BB6C2AF670}" type="presParOf" srcId="{0B40FF96-E7D7-47A3-BAC4-02293441F584}" destId="{EA4663D1-C18B-4E7A-8422-28844F440700}" srcOrd="1" destOrd="0" presId="urn:microsoft.com/office/officeart/2005/8/layout/hList1"/>
    <dgm:cxn modelId="{9E04CBAF-7B9D-452C-B160-DB4E87C5919C}" type="presParOf" srcId="{B112F3AF-BE47-4190-97C7-83D7C3B0AF08}" destId="{9D0BA47F-412D-40C4-8510-B33B6FFA1884}" srcOrd="1" destOrd="0" presId="urn:microsoft.com/office/officeart/2005/8/layout/hList1"/>
    <dgm:cxn modelId="{0782F17C-4491-491C-AA53-31C59035D712}" type="presParOf" srcId="{B112F3AF-BE47-4190-97C7-83D7C3B0AF08}" destId="{2DAF85C1-9046-4EE9-8C85-480B2CD5D437}" srcOrd="2" destOrd="0" presId="urn:microsoft.com/office/officeart/2005/8/layout/hList1"/>
    <dgm:cxn modelId="{64E7BDAE-71C7-46C2-AA00-EB3BFAA34E21}" type="presParOf" srcId="{2DAF85C1-9046-4EE9-8C85-480B2CD5D437}" destId="{D655D7E9-F85D-437F-B66A-ED049F8DEF56}" srcOrd="0" destOrd="0" presId="urn:microsoft.com/office/officeart/2005/8/layout/hList1"/>
    <dgm:cxn modelId="{5EA9D452-E9FE-4871-974D-ED8760505B87}" type="presParOf" srcId="{2DAF85C1-9046-4EE9-8C85-480B2CD5D437}" destId="{73138CE8-8F18-4E62-B841-66205013FA2C}" srcOrd="1" destOrd="0" presId="urn:microsoft.com/office/officeart/2005/8/layout/hList1"/>
    <dgm:cxn modelId="{13AD1064-BF6D-48C4-BAF6-477E41E50211}" type="presParOf" srcId="{B112F3AF-BE47-4190-97C7-83D7C3B0AF08}" destId="{7D209567-B34A-4759-AE7A-4CA8097E324B}" srcOrd="3" destOrd="0" presId="urn:microsoft.com/office/officeart/2005/8/layout/hList1"/>
    <dgm:cxn modelId="{241E3E3D-9405-4D73-85F3-2D271520A19E}" type="presParOf" srcId="{B112F3AF-BE47-4190-97C7-83D7C3B0AF08}" destId="{7135E93F-9764-4B27-9C82-6A537BC6F3F5}" srcOrd="4" destOrd="0" presId="urn:microsoft.com/office/officeart/2005/8/layout/hList1"/>
    <dgm:cxn modelId="{DC647C41-04A7-4941-8ACF-FE25B52924BE}" type="presParOf" srcId="{7135E93F-9764-4B27-9C82-6A537BC6F3F5}" destId="{AD5461EA-7CB1-4CCB-8DC2-CBB6A1393758}" srcOrd="0" destOrd="0" presId="urn:microsoft.com/office/officeart/2005/8/layout/hList1"/>
    <dgm:cxn modelId="{07EB3783-F000-443C-80FC-10C4D29635A8}" type="presParOf" srcId="{7135E93F-9764-4B27-9C82-6A537BC6F3F5}" destId="{CF75C344-05EF-4A34-B10F-80BE3611A24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A9DED5-9429-41E9-B733-EA0FA381D388}">
      <dsp:nvSpPr>
        <dsp:cNvPr id="0" name=""/>
        <dsp:cNvSpPr/>
      </dsp:nvSpPr>
      <dsp:spPr>
        <a:xfrm>
          <a:off x="3298" y="4157"/>
          <a:ext cx="3216460" cy="6912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Module Exists</a:t>
          </a:r>
        </a:p>
      </dsp:txBody>
      <dsp:txXfrm>
        <a:off x="3298" y="4157"/>
        <a:ext cx="3216460" cy="691200"/>
      </dsp:txXfrm>
    </dsp:sp>
    <dsp:sp modelId="{EA4663D1-C18B-4E7A-8422-28844F440700}">
      <dsp:nvSpPr>
        <dsp:cNvPr id="0" name=""/>
        <dsp:cNvSpPr/>
      </dsp:nvSpPr>
      <dsp:spPr>
        <a:xfrm>
          <a:off x="3298" y="695358"/>
          <a:ext cx="3216460" cy="311283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Effort Estimate for changes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Impact Analysis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400" kern="1200" dirty="0"/>
        </a:p>
      </dsp:txBody>
      <dsp:txXfrm>
        <a:off x="3298" y="695358"/>
        <a:ext cx="3216460" cy="3112830"/>
      </dsp:txXfrm>
    </dsp:sp>
    <dsp:sp modelId="{D655D7E9-F85D-437F-B66A-ED049F8DEF56}">
      <dsp:nvSpPr>
        <dsp:cNvPr id="0" name=""/>
        <dsp:cNvSpPr/>
      </dsp:nvSpPr>
      <dsp:spPr>
        <a:xfrm>
          <a:off x="3670064" y="4157"/>
          <a:ext cx="3216460" cy="691200"/>
        </a:xfrm>
        <a:prstGeom prst="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New Module</a:t>
          </a:r>
        </a:p>
      </dsp:txBody>
      <dsp:txXfrm>
        <a:off x="3670064" y="4157"/>
        <a:ext cx="3216460" cy="691200"/>
      </dsp:txXfrm>
    </dsp:sp>
    <dsp:sp modelId="{73138CE8-8F18-4E62-B841-66205013FA2C}">
      <dsp:nvSpPr>
        <dsp:cNvPr id="0" name=""/>
        <dsp:cNvSpPr/>
      </dsp:nvSpPr>
      <dsp:spPr>
        <a:xfrm>
          <a:off x="3670064" y="695358"/>
          <a:ext cx="3216460" cy="3112830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User Inputs needed or data to be read from a source file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Scope to include multiple requirements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Need of additional resources</a:t>
          </a:r>
        </a:p>
      </dsp:txBody>
      <dsp:txXfrm>
        <a:off x="3670064" y="695358"/>
        <a:ext cx="3216460" cy="3112830"/>
      </dsp:txXfrm>
    </dsp:sp>
    <dsp:sp modelId="{AD5461EA-7CB1-4CCB-8DC2-CBB6A1393758}">
      <dsp:nvSpPr>
        <dsp:cNvPr id="0" name=""/>
        <dsp:cNvSpPr/>
      </dsp:nvSpPr>
      <dsp:spPr>
        <a:xfrm>
          <a:off x="7336829" y="4157"/>
          <a:ext cx="3216460" cy="691200"/>
        </a:xfrm>
        <a:prstGeom prst="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Not Feasible</a:t>
          </a:r>
        </a:p>
      </dsp:txBody>
      <dsp:txXfrm>
        <a:off x="7336829" y="4157"/>
        <a:ext cx="3216460" cy="691200"/>
      </dsp:txXfrm>
    </dsp:sp>
    <dsp:sp modelId="{CF75C344-05EF-4A34-B10F-80BE3611A249}">
      <dsp:nvSpPr>
        <dsp:cNvPr id="0" name=""/>
        <dsp:cNvSpPr/>
      </dsp:nvSpPr>
      <dsp:spPr>
        <a:xfrm>
          <a:off x="7336829" y="695358"/>
          <a:ext cx="3216460" cy="3112830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Reason for Non-Feasibility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Suggestions to move to feasibility, if applicable</a:t>
          </a:r>
        </a:p>
      </dsp:txBody>
      <dsp:txXfrm>
        <a:off x="7336829" y="695358"/>
        <a:ext cx="3216460" cy="3112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30F9-1A21-7554-6EB1-2797CD1C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CC9A5-5251-E5C9-00CC-5BAB13E3F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CBBA5-FC06-C520-6783-B91B9E328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7A950-BBA6-E72D-8B65-662FB373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9D942-4C6A-D30A-B01C-E71F1B5A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1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1EB7-4EC5-B211-E9A0-643D5A22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6589A-706A-C0FB-6665-4EFFFC768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ADD91-11E4-D562-23FB-7B133505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0E27-D9C4-7DBE-87E6-BF2DD95C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BF6F3-5C0A-6A28-64F1-16E9A20E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0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C1B-053F-2D4F-0CEC-C70BD099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77F-654D-7E11-D5A6-2B6DA7F83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B6E6A-54D4-C288-D766-7F330A24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E4814-42B6-C5F1-03EE-BB70921E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3EA0B-F7C6-AF71-FF20-E6FB057D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56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1D79-2779-B75E-13B2-EA3BCD28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7FB4B-C892-E007-DCED-71671BBE2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B9D19-F7FF-3D5E-8B70-CC5C96508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CB4A3-B58B-AC59-7FCB-1DFCBE9A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1019-C5A8-61FB-C92D-693D5332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E2774-1971-EB3B-888A-0A456C0D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22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55035-7AD3-5AED-C1B5-7F71199C8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8F8A9-E20E-D603-82FE-7E437834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89DEE-2817-4ACC-0149-88B488B3B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A4D57-9ED9-9754-4E12-59C1D3C4B4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E31FF-0730-D412-7C18-6EAE58D6C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FC7210-2B66-72DD-E293-EDEFCDC3D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4625B-3C89-CD92-B2CD-F0CCE94F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3F85E-F9B7-AAEF-7FCD-E0DB1745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0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0E84F-C76D-C8B8-5CDD-9E521A50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931CD-DB08-2D28-C578-05006A577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9E88B-F3D1-3495-FD47-D761F640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3C8C60-DB32-3184-3E47-52893149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65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CB108-5E4F-780D-E68F-142E7CEA1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69BCB-AA7C-F51D-B6D2-B8831CB9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8712-23C1-BAC2-AEE3-CE616F50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2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2FD4-1094-49C9-5498-85207EE4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CF9F-989B-8AE2-EF9E-BE106ADEE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73834-F515-EEE2-14B4-446E7058C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7C8DB-9646-40BE-C911-DEAFC38FF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22276-2047-7292-5299-111D9B64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3CEC-6721-0D37-DDE2-CC6FDD06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5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85A64-C7E9-48D2-513F-958C71B6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03411-F92D-07BA-FC5F-13C1A9AF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70EC8-FB2B-79E1-EB9F-653EC508F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1059A-1A1C-9A51-8071-A2EB4614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9252D-079A-60B3-2961-365888CB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4090C-843B-B275-1AD2-8123E027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243F-37F6-D496-D791-80D4ACCD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FF59-1ADC-6635-DF7D-E3FCD6B12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ABAAE-CE7F-5C44-8F89-8C74488F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68A13-20D5-7E7D-9417-8F5C0A2B2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39C43-3D9D-45A4-8529-FF88EE4A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DD3E8-61AE-47C4-E565-4618AF81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33A0C-38F1-9269-F425-6A5CC6664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ECCD3-D692-991C-05CC-B71C8178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217C6-A399-2A7B-9148-FBC305CD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98C49-E7E3-15C9-E9D5-B4187BE0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5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46449-3BDA-86DA-AA51-15D05675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E7584-58A9-59F8-7B07-AD26929D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279AC-9B28-FEDD-2FF0-0E83260FB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340B8-450F-4B68-95F6-7FCBBDCCFAE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AB315-B196-A9B6-3574-710D4BE1D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21F77-823C-66F6-A46A-DF4D51A24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44458-8150-4C03-91E4-97EC95BD2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1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emf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252831F-9F51-4B3D-A531-1F6E38B2FDDF}"/>
              </a:ext>
            </a:extLst>
          </p:cNvPr>
          <p:cNvSpPr>
            <a:spLocks noGrp="1"/>
          </p:cNvSpPr>
          <p:nvPr/>
        </p:nvSpPr>
        <p:spPr>
          <a:xfrm>
            <a:off x="727156" y="1195406"/>
            <a:ext cx="10556590" cy="6331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6B59A4C-DDF0-FBDE-E787-EF5330AEE424}"/>
              </a:ext>
            </a:extLst>
          </p:cNvPr>
          <p:cNvGraphicFramePr/>
          <p:nvPr/>
        </p:nvGraphicFramePr>
        <p:xfrm>
          <a:off x="908256" y="1850248"/>
          <a:ext cx="10556589" cy="3812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20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4267F1-99FF-2C6D-F9E9-61E5EBA866B7}"/>
              </a:ext>
            </a:extLst>
          </p:cNvPr>
          <p:cNvSpPr/>
          <p:nvPr/>
        </p:nvSpPr>
        <p:spPr>
          <a:xfrm>
            <a:off x="3860908" y="970505"/>
            <a:ext cx="7280768" cy="1376755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Freeform 30">
            <a:extLst>
              <a:ext uri="{FF2B5EF4-FFF2-40B4-BE49-F238E27FC236}">
                <a16:creationId xmlns:a16="http://schemas.microsoft.com/office/drawing/2014/main" id="{1144465D-736C-710E-ED66-954A005108D9}"/>
              </a:ext>
            </a:extLst>
          </p:cNvPr>
          <p:cNvSpPr/>
          <p:nvPr/>
        </p:nvSpPr>
        <p:spPr>
          <a:xfrm>
            <a:off x="3860908" y="2502018"/>
            <a:ext cx="7210760" cy="514273"/>
          </a:xfrm>
          <a:custGeom>
            <a:avLst/>
            <a:gdLst>
              <a:gd name="connsiteX0" fmla="*/ 0 w 2030015"/>
              <a:gd name="connsiteY0" fmla="*/ 0 h 1218009"/>
              <a:gd name="connsiteX1" fmla="*/ 2030015 w 2030015"/>
              <a:gd name="connsiteY1" fmla="*/ 0 h 1218009"/>
              <a:gd name="connsiteX2" fmla="*/ 2030015 w 2030015"/>
              <a:gd name="connsiteY2" fmla="*/ 1218009 h 1218009"/>
              <a:gd name="connsiteX3" fmla="*/ 0 w 2030015"/>
              <a:gd name="connsiteY3" fmla="*/ 1218009 h 1218009"/>
              <a:gd name="connsiteX4" fmla="*/ 0 w 2030015"/>
              <a:gd name="connsiteY4" fmla="*/ 0 h 1218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0015" h="1218009">
                <a:moveTo>
                  <a:pt x="0" y="0"/>
                </a:moveTo>
                <a:lnTo>
                  <a:pt x="2030015" y="0"/>
                </a:lnTo>
                <a:lnTo>
                  <a:pt x="2030015" y="1218009"/>
                </a:lnTo>
                <a:lnTo>
                  <a:pt x="0" y="121800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448" tIns="151448" rIns="151448" bIns="151448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76688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39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0B0CC9-9FCE-319A-1EDF-59B571CB9C7A}"/>
              </a:ext>
            </a:extLst>
          </p:cNvPr>
          <p:cNvSpPr/>
          <p:nvPr/>
        </p:nvSpPr>
        <p:spPr>
          <a:xfrm>
            <a:off x="5192828" y="2608384"/>
            <a:ext cx="4616969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Hardware </a:t>
            </a:r>
            <a:r>
              <a:rPr kumimoji="0" lang="en-US" sz="1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Interface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 Layer (Relays, Pneumatic Actuators, Transducers, Measurements 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DBEBA6-0734-E63C-88F2-3B93EE7B3834}"/>
              </a:ext>
            </a:extLst>
          </p:cNvPr>
          <p:cNvGrpSpPr/>
          <p:nvPr/>
        </p:nvGrpSpPr>
        <p:grpSpPr>
          <a:xfrm>
            <a:off x="3884512" y="4126989"/>
            <a:ext cx="7215944" cy="514274"/>
            <a:chOff x="838200" y="3858266"/>
            <a:chExt cx="2133600" cy="506436"/>
          </a:xfrm>
        </p:grpSpPr>
        <p:sp>
          <p:nvSpPr>
            <p:cNvPr id="35" name="Freeform 44">
              <a:extLst>
                <a:ext uri="{FF2B5EF4-FFF2-40B4-BE49-F238E27FC236}">
                  <a16:creationId xmlns:a16="http://schemas.microsoft.com/office/drawing/2014/main" id="{C7229CF4-813D-749D-6AB6-F33B9AEC6CAE}"/>
                </a:ext>
              </a:extLst>
            </p:cNvPr>
            <p:cNvSpPr/>
            <p:nvPr/>
          </p:nvSpPr>
          <p:spPr>
            <a:xfrm>
              <a:off x="838200" y="3858266"/>
              <a:ext cx="2133600" cy="506436"/>
            </a:xfrm>
            <a:custGeom>
              <a:avLst/>
              <a:gdLst>
                <a:gd name="connsiteX0" fmla="*/ 0 w 2030015"/>
                <a:gd name="connsiteY0" fmla="*/ 0 h 1218009"/>
                <a:gd name="connsiteX1" fmla="*/ 2030015 w 2030015"/>
                <a:gd name="connsiteY1" fmla="*/ 0 h 1218009"/>
                <a:gd name="connsiteX2" fmla="*/ 2030015 w 2030015"/>
                <a:gd name="connsiteY2" fmla="*/ 1218009 h 1218009"/>
                <a:gd name="connsiteX3" fmla="*/ 0 w 2030015"/>
                <a:gd name="connsiteY3" fmla="*/ 1218009 h 1218009"/>
                <a:gd name="connsiteX4" fmla="*/ 0 w 2030015"/>
                <a:gd name="connsiteY4" fmla="*/ 0 h 121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0015" h="1218009">
                  <a:moveTo>
                    <a:pt x="0" y="0"/>
                  </a:moveTo>
                  <a:lnTo>
                    <a:pt x="2030015" y="0"/>
                  </a:lnTo>
                  <a:lnTo>
                    <a:pt x="2030015" y="1218009"/>
                  </a:lnTo>
                  <a:lnTo>
                    <a:pt x="0" y="12180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1448" tIns="151448" rIns="151448" bIns="151448" numCol="1" spcCol="127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7668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9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F3A3E6-7B96-9092-FEA3-8E694294424A}"/>
                </a:ext>
              </a:extLst>
            </p:cNvPr>
            <p:cNvSpPr/>
            <p:nvPr/>
          </p:nvSpPr>
          <p:spPr>
            <a:xfrm>
              <a:off x="1230733" y="3942207"/>
              <a:ext cx="1348550" cy="318240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Communication Protocol/ LabVIEW DAQmx drivers</a:t>
              </a:r>
            </a:p>
          </p:txBody>
        </p:sp>
      </p:grpSp>
      <p:sp>
        <p:nvSpPr>
          <p:cNvPr id="6" name="Down Arrow 37">
            <a:extLst>
              <a:ext uri="{FF2B5EF4-FFF2-40B4-BE49-F238E27FC236}">
                <a16:creationId xmlns:a16="http://schemas.microsoft.com/office/drawing/2014/main" id="{36BA2031-EB9F-09F5-BEBC-6991885A4653}"/>
              </a:ext>
            </a:extLst>
          </p:cNvPr>
          <p:cNvSpPr/>
          <p:nvPr/>
        </p:nvSpPr>
        <p:spPr>
          <a:xfrm flipV="1">
            <a:off x="4700997" y="3043673"/>
            <a:ext cx="420045" cy="1083310"/>
          </a:xfrm>
          <a:prstGeom prst="down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Freeform 53">
            <a:extLst>
              <a:ext uri="{FF2B5EF4-FFF2-40B4-BE49-F238E27FC236}">
                <a16:creationId xmlns:a16="http://schemas.microsoft.com/office/drawing/2014/main" id="{5784A05A-16A0-BBF9-1A29-8CC48518BD07}"/>
              </a:ext>
            </a:extLst>
          </p:cNvPr>
          <p:cNvSpPr/>
          <p:nvPr/>
        </p:nvSpPr>
        <p:spPr>
          <a:xfrm>
            <a:off x="3860909" y="4807620"/>
            <a:ext cx="7178673" cy="1079875"/>
          </a:xfrm>
          <a:custGeom>
            <a:avLst/>
            <a:gdLst>
              <a:gd name="connsiteX0" fmla="*/ 0 w 2030015"/>
              <a:gd name="connsiteY0" fmla="*/ 0 h 1218009"/>
              <a:gd name="connsiteX1" fmla="*/ 2030015 w 2030015"/>
              <a:gd name="connsiteY1" fmla="*/ 0 h 1218009"/>
              <a:gd name="connsiteX2" fmla="*/ 2030015 w 2030015"/>
              <a:gd name="connsiteY2" fmla="*/ 1218009 h 1218009"/>
              <a:gd name="connsiteX3" fmla="*/ 0 w 2030015"/>
              <a:gd name="connsiteY3" fmla="*/ 1218009 h 1218009"/>
              <a:gd name="connsiteX4" fmla="*/ 0 w 2030015"/>
              <a:gd name="connsiteY4" fmla="*/ 0 h 1218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0015" h="1218009">
                <a:moveTo>
                  <a:pt x="0" y="0"/>
                </a:moveTo>
                <a:lnTo>
                  <a:pt x="2030015" y="0"/>
                </a:lnTo>
                <a:lnTo>
                  <a:pt x="2030015" y="1218009"/>
                </a:lnTo>
                <a:lnTo>
                  <a:pt x="0" y="121800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1448" tIns="151448" rIns="151448" bIns="151448" numCol="1" spcCol="1270" anchor="ctr" anchorCtr="0">
            <a:noAutofit/>
          </a:bodyPr>
          <a:lstStyle>
            <a:defPPr>
              <a:defRPr lang="en-US"/>
            </a:defPPr>
            <a:lvl1pPr mar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76688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397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38FCAD-EC2A-47F3-BF40-8751B0C72DDB}"/>
              </a:ext>
            </a:extLst>
          </p:cNvPr>
          <p:cNvSpPr/>
          <p:nvPr/>
        </p:nvSpPr>
        <p:spPr>
          <a:xfrm>
            <a:off x="3882208" y="4881041"/>
            <a:ext cx="7185060" cy="3231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+mn-cs"/>
              </a:rPr>
              <a:t>Test system Tool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83B4FC-D319-ED05-8047-536FBC00F4C2}"/>
              </a:ext>
            </a:extLst>
          </p:cNvPr>
          <p:cNvGrpSpPr/>
          <p:nvPr/>
        </p:nvGrpSpPr>
        <p:grpSpPr>
          <a:xfrm>
            <a:off x="3860908" y="3353190"/>
            <a:ext cx="1960206" cy="514273"/>
            <a:chOff x="838200" y="3858266"/>
            <a:chExt cx="2133600" cy="506436"/>
          </a:xfrm>
        </p:grpSpPr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0A561458-FB53-08C0-637D-EE19481CE172}"/>
                </a:ext>
              </a:extLst>
            </p:cNvPr>
            <p:cNvSpPr/>
            <p:nvPr/>
          </p:nvSpPr>
          <p:spPr>
            <a:xfrm>
              <a:off x="838200" y="3858266"/>
              <a:ext cx="2133600" cy="506436"/>
            </a:xfrm>
            <a:custGeom>
              <a:avLst/>
              <a:gdLst>
                <a:gd name="connsiteX0" fmla="*/ 0 w 2030015"/>
                <a:gd name="connsiteY0" fmla="*/ 0 h 1218009"/>
                <a:gd name="connsiteX1" fmla="*/ 2030015 w 2030015"/>
                <a:gd name="connsiteY1" fmla="*/ 0 h 1218009"/>
                <a:gd name="connsiteX2" fmla="*/ 2030015 w 2030015"/>
                <a:gd name="connsiteY2" fmla="*/ 1218009 h 1218009"/>
                <a:gd name="connsiteX3" fmla="*/ 0 w 2030015"/>
                <a:gd name="connsiteY3" fmla="*/ 1218009 h 1218009"/>
                <a:gd name="connsiteX4" fmla="*/ 0 w 2030015"/>
                <a:gd name="connsiteY4" fmla="*/ 0 h 121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0015" h="1218009">
                  <a:moveTo>
                    <a:pt x="0" y="0"/>
                  </a:moveTo>
                  <a:lnTo>
                    <a:pt x="2030015" y="0"/>
                  </a:lnTo>
                  <a:lnTo>
                    <a:pt x="2030015" y="1218009"/>
                  </a:lnTo>
                  <a:lnTo>
                    <a:pt x="0" y="1218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1448" tIns="151448" rIns="151448" bIns="151448" numCol="1" spcCol="127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7668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2E8B966-CF7F-FD22-76A7-51065733CA97}"/>
                </a:ext>
              </a:extLst>
            </p:cNvPr>
            <p:cNvSpPr/>
            <p:nvPr/>
          </p:nvSpPr>
          <p:spPr>
            <a:xfrm>
              <a:off x="1392733" y="3942207"/>
              <a:ext cx="1024546" cy="2576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Digital Outputs</a:t>
              </a:r>
            </a:p>
          </p:txBody>
        </p:sp>
      </p:grpSp>
      <p:sp>
        <p:nvSpPr>
          <p:cNvPr id="10" name="Down Arrow 38">
            <a:extLst>
              <a:ext uri="{FF2B5EF4-FFF2-40B4-BE49-F238E27FC236}">
                <a16:creationId xmlns:a16="http://schemas.microsoft.com/office/drawing/2014/main" id="{D6603B6F-63CD-4FE4-F5AE-A59869A2B66C}"/>
              </a:ext>
            </a:extLst>
          </p:cNvPr>
          <p:cNvSpPr/>
          <p:nvPr/>
        </p:nvSpPr>
        <p:spPr>
          <a:xfrm>
            <a:off x="7221262" y="3043673"/>
            <a:ext cx="420045" cy="1083310"/>
          </a:xfrm>
          <a:prstGeom prst="down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Down Arrow 60">
            <a:extLst>
              <a:ext uri="{FF2B5EF4-FFF2-40B4-BE49-F238E27FC236}">
                <a16:creationId xmlns:a16="http://schemas.microsoft.com/office/drawing/2014/main" id="{B844E985-FDAF-E8BE-7FAF-B4D32ED4000B}"/>
              </a:ext>
            </a:extLst>
          </p:cNvPr>
          <p:cNvSpPr/>
          <p:nvPr/>
        </p:nvSpPr>
        <p:spPr>
          <a:xfrm>
            <a:off x="9811535" y="3043673"/>
            <a:ext cx="420045" cy="1083310"/>
          </a:xfrm>
          <a:prstGeom prst="downArrow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A09789-B133-E217-C585-E231CAC0EE96}"/>
              </a:ext>
            </a:extLst>
          </p:cNvPr>
          <p:cNvGrpSpPr/>
          <p:nvPr/>
        </p:nvGrpSpPr>
        <p:grpSpPr>
          <a:xfrm>
            <a:off x="6531485" y="3303192"/>
            <a:ext cx="1960206" cy="514273"/>
            <a:chOff x="3695700" y="3937921"/>
            <a:chExt cx="2133600" cy="506436"/>
          </a:xfrm>
        </p:grpSpPr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FF107732-D124-E03B-5200-DA3AA6D63DD6}"/>
                </a:ext>
              </a:extLst>
            </p:cNvPr>
            <p:cNvSpPr/>
            <p:nvPr/>
          </p:nvSpPr>
          <p:spPr>
            <a:xfrm>
              <a:off x="3695700" y="3937921"/>
              <a:ext cx="2133600" cy="506436"/>
            </a:xfrm>
            <a:custGeom>
              <a:avLst/>
              <a:gdLst>
                <a:gd name="connsiteX0" fmla="*/ 0 w 2030015"/>
                <a:gd name="connsiteY0" fmla="*/ 0 h 1218009"/>
                <a:gd name="connsiteX1" fmla="*/ 2030015 w 2030015"/>
                <a:gd name="connsiteY1" fmla="*/ 0 h 1218009"/>
                <a:gd name="connsiteX2" fmla="*/ 2030015 w 2030015"/>
                <a:gd name="connsiteY2" fmla="*/ 1218009 h 1218009"/>
                <a:gd name="connsiteX3" fmla="*/ 0 w 2030015"/>
                <a:gd name="connsiteY3" fmla="*/ 1218009 h 1218009"/>
                <a:gd name="connsiteX4" fmla="*/ 0 w 2030015"/>
                <a:gd name="connsiteY4" fmla="*/ 0 h 121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0015" h="1218009">
                  <a:moveTo>
                    <a:pt x="0" y="0"/>
                  </a:moveTo>
                  <a:lnTo>
                    <a:pt x="2030015" y="0"/>
                  </a:lnTo>
                  <a:lnTo>
                    <a:pt x="2030015" y="1218009"/>
                  </a:lnTo>
                  <a:lnTo>
                    <a:pt x="0" y="1218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1448" tIns="151448" rIns="151448" bIns="151448" numCol="1" spcCol="127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7668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09ED989-0A4A-8B96-23D0-442FC223B765}"/>
                </a:ext>
              </a:extLst>
            </p:cNvPr>
            <p:cNvSpPr/>
            <p:nvPr/>
          </p:nvSpPr>
          <p:spPr>
            <a:xfrm>
              <a:off x="4281638" y="4021862"/>
              <a:ext cx="961733" cy="2576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Digital  Inputs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2ADF01-A232-C3AF-932E-CC17DBABC37C}"/>
              </a:ext>
            </a:extLst>
          </p:cNvPr>
          <p:cNvGrpSpPr/>
          <p:nvPr/>
        </p:nvGrpSpPr>
        <p:grpSpPr>
          <a:xfrm>
            <a:off x="9095418" y="3303192"/>
            <a:ext cx="1960206" cy="514273"/>
            <a:chOff x="6535738" y="3886339"/>
            <a:chExt cx="2133600" cy="506436"/>
          </a:xfrm>
        </p:grpSpPr>
        <p:sp>
          <p:nvSpPr>
            <p:cNvPr id="29" name="Freeform 41">
              <a:extLst>
                <a:ext uri="{FF2B5EF4-FFF2-40B4-BE49-F238E27FC236}">
                  <a16:creationId xmlns:a16="http://schemas.microsoft.com/office/drawing/2014/main" id="{FD7FF46F-5344-CAC2-CDC0-48AA2F5943E1}"/>
                </a:ext>
              </a:extLst>
            </p:cNvPr>
            <p:cNvSpPr/>
            <p:nvPr/>
          </p:nvSpPr>
          <p:spPr>
            <a:xfrm>
              <a:off x="6535738" y="3886339"/>
              <a:ext cx="2133600" cy="506436"/>
            </a:xfrm>
            <a:custGeom>
              <a:avLst/>
              <a:gdLst>
                <a:gd name="connsiteX0" fmla="*/ 0 w 2030015"/>
                <a:gd name="connsiteY0" fmla="*/ 0 h 1218009"/>
                <a:gd name="connsiteX1" fmla="*/ 2030015 w 2030015"/>
                <a:gd name="connsiteY1" fmla="*/ 0 h 1218009"/>
                <a:gd name="connsiteX2" fmla="*/ 2030015 w 2030015"/>
                <a:gd name="connsiteY2" fmla="*/ 1218009 h 1218009"/>
                <a:gd name="connsiteX3" fmla="*/ 0 w 2030015"/>
                <a:gd name="connsiteY3" fmla="*/ 1218009 h 1218009"/>
                <a:gd name="connsiteX4" fmla="*/ 0 w 2030015"/>
                <a:gd name="connsiteY4" fmla="*/ 0 h 121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30015" h="1218009">
                  <a:moveTo>
                    <a:pt x="0" y="0"/>
                  </a:moveTo>
                  <a:lnTo>
                    <a:pt x="2030015" y="0"/>
                  </a:lnTo>
                  <a:lnTo>
                    <a:pt x="2030015" y="1218009"/>
                  </a:lnTo>
                  <a:lnTo>
                    <a:pt x="0" y="12180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1448" tIns="151448" rIns="151448" bIns="151448" numCol="1" spcCol="1270" anchor="ctr" anchorCtr="0">
              <a:noAutofit/>
            </a:bodyPr>
            <a:lstStyle>
              <a:defPPr>
                <a:defRPr lang="en-US"/>
              </a:defPPr>
              <a:lvl1pPr marL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766888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3055F19-6809-B00C-1E5E-54F348C76273}"/>
                </a:ext>
              </a:extLst>
            </p:cNvPr>
            <p:cNvSpPr/>
            <p:nvPr/>
          </p:nvSpPr>
          <p:spPr>
            <a:xfrm>
              <a:off x="6799761" y="3970280"/>
              <a:ext cx="1605566" cy="2576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+mn-ea"/>
                  <a:cs typeface="Arial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ea typeface="+mn-ea"/>
                  <a:cs typeface="+mn-cs"/>
                </a:rPr>
                <a:t>Analog Input/ Output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0A7290A-7027-310B-A98C-F3A0C21587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977" y="1016335"/>
            <a:ext cx="602558" cy="12683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1ED8ED-AD41-42C1-4E02-25162F07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746" y="1186620"/>
            <a:ext cx="600235" cy="10718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55A2AE-CFE5-36BB-82A2-9592CB471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546" y="1512902"/>
            <a:ext cx="839398" cy="5923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1F9B47-ED66-FEBE-011B-765E2C1AAD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7778" y="1379503"/>
            <a:ext cx="914715" cy="755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F6F57B-6CAC-AB82-606F-A184026DC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323" y="1096776"/>
            <a:ext cx="2195266" cy="14245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B33580D-3DBB-93A6-EF11-54C6EBEF94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06" y="2633938"/>
            <a:ext cx="1130802" cy="15782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86F70E-5D3B-1A99-F117-AEEC36DB02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6855" y="4324069"/>
            <a:ext cx="1287871" cy="156342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3576D39-D1F7-74EC-21E8-6F63C81FD915}"/>
              </a:ext>
            </a:extLst>
          </p:cNvPr>
          <p:cNvSpPr/>
          <p:nvPr/>
        </p:nvSpPr>
        <p:spPr>
          <a:xfrm>
            <a:off x="4062165" y="5374402"/>
            <a:ext cx="1378371" cy="26160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8159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Test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Configurations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3B71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718537-65E7-7EE7-EA77-FE2CAAB3B8B8}"/>
              </a:ext>
            </a:extLst>
          </p:cNvPr>
          <p:cNvSpPr/>
          <p:nvPr/>
        </p:nvSpPr>
        <p:spPr>
          <a:xfrm>
            <a:off x="5562746" y="5325495"/>
            <a:ext cx="1375692" cy="4154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8159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Test </a:t>
            </a:r>
          </a:p>
          <a:p>
            <a:pPr marL="0" marR="0" lvl="0" indent="0" algn="ctr" defTabSz="8159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Monitoring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D95901-8B49-26A6-E203-7D2BE3027CCB}"/>
              </a:ext>
            </a:extLst>
          </p:cNvPr>
          <p:cNvSpPr/>
          <p:nvPr/>
        </p:nvSpPr>
        <p:spPr>
          <a:xfrm>
            <a:off x="7037866" y="5325496"/>
            <a:ext cx="1545045" cy="41549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81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Test Data </a:t>
            </a:r>
          </a:p>
          <a:p>
            <a:pPr marL="0" marR="0" lvl="0" indent="0" algn="ctr" defTabSz="81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Logging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E77B71-3CCE-76E9-7280-34DF4E6B290C}"/>
              </a:ext>
            </a:extLst>
          </p:cNvPr>
          <p:cNvSpPr/>
          <p:nvPr/>
        </p:nvSpPr>
        <p:spPr>
          <a:xfrm>
            <a:off x="8701184" y="5401678"/>
            <a:ext cx="1062884" cy="2539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815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Reporting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F23EE7-6D8F-F418-23CC-4F21A770AF0F}"/>
              </a:ext>
            </a:extLst>
          </p:cNvPr>
          <p:cNvSpPr/>
          <p:nvPr/>
        </p:nvSpPr>
        <p:spPr>
          <a:xfrm>
            <a:off x="9805866" y="5399483"/>
            <a:ext cx="1189988" cy="2462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ctr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81597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LiveVIEW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B71"/>
                </a:solidFill>
                <a:effectLst/>
                <a:uLnTx/>
                <a:uFillTx/>
                <a:ea typeface="+mn-ea"/>
                <a:cs typeface="+mn-cs"/>
                <a:sym typeface="Arial"/>
              </a:rPr>
              <a:t> Webservices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268B5B3-E24D-C87B-4495-BF99303EAA26}"/>
              </a:ext>
            </a:extLst>
          </p:cNvPr>
          <p:cNvGrpSpPr/>
          <p:nvPr/>
        </p:nvGrpSpPr>
        <p:grpSpPr>
          <a:xfrm>
            <a:off x="9791346" y="1079794"/>
            <a:ext cx="641816" cy="1196954"/>
            <a:chOff x="9394527" y="1575003"/>
            <a:chExt cx="641816" cy="119695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2734557-93FF-1A3B-9323-DE9154167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94527" y="1575003"/>
              <a:ext cx="641816" cy="1196954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84412E-00F6-ECFC-4CA9-FC5B03670BF1}"/>
                </a:ext>
              </a:extLst>
            </p:cNvPr>
            <p:cNvSpPr/>
            <p:nvPr/>
          </p:nvSpPr>
          <p:spPr>
            <a:xfrm>
              <a:off x="9624738" y="2664448"/>
              <a:ext cx="210023" cy="6275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071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2025-10-14T11:18:18Z</dcterms:created>
  <dcterms:modified xsi:type="dcterms:W3CDTF">2025-10-14T11:19:32Z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2025-10-14T11:19:32Z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9cf8e75a-916b-489d-94d0-20570d82e78b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