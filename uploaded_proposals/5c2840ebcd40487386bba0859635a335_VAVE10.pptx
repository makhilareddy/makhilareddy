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355" r:id="rId2"/>
    <p:sldId id="3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1F6B5D-510C-41EC-A608-C3748853D8ED}" type="datetimeFigureOut">
              <a:rPr lang="en-US" smtClean="0"/>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98D3D8-FED2-40E0-A373-F5289081E5CE}" type="slidenum">
              <a:rPr lang="en-US" smtClean="0"/>
              <a:t>‹#›</a:t>
            </a:fld>
            <a:endParaRPr lang="en-US"/>
          </a:p>
        </p:txBody>
      </p:sp>
    </p:spTree>
    <p:extLst>
      <p:ext uri="{BB962C8B-B14F-4D97-AF65-F5344CB8AC3E}">
        <p14:creationId xmlns:p14="http://schemas.microsoft.com/office/powerpoint/2010/main" val="2342624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686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68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A1358EB-2B7D-4DEE-9AEF-3C3ABB4ADD8E}" type="slidenum">
              <a:rPr lang="en-US"/>
              <a:pPr fontAlgn="base">
                <a:spcBef>
                  <a:spcPct val="0"/>
                </a:spcBef>
                <a:spcAft>
                  <a:spcPct val="0"/>
                </a:spcAft>
              </a:pPr>
              <a:t>1</a:t>
            </a:fld>
            <a:endParaRPr lang="en-US"/>
          </a:p>
        </p:txBody>
      </p:sp>
    </p:spTree>
    <p:extLst>
      <p:ext uri="{BB962C8B-B14F-4D97-AF65-F5344CB8AC3E}">
        <p14:creationId xmlns:p14="http://schemas.microsoft.com/office/powerpoint/2010/main" val="1258483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DF909-933E-B02E-9BDB-8BCAF5A3FF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0CD213C-A557-0B63-A242-97157F7203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5AB8D0-1DFB-D6DF-66E2-BC759159E7E6}"/>
              </a:ext>
            </a:extLst>
          </p:cNvPr>
          <p:cNvSpPr>
            <a:spLocks noGrp="1"/>
          </p:cNvSpPr>
          <p:nvPr>
            <p:ph type="dt" sz="half" idx="10"/>
          </p:nvPr>
        </p:nvSpPr>
        <p:spPr/>
        <p:txBody>
          <a:bodyPr/>
          <a:lstStyle/>
          <a:p>
            <a:fld id="{7084A5ED-A374-4105-B10F-351C76943448}" type="datetimeFigureOut">
              <a:rPr lang="en-US" smtClean="0"/>
              <a:t>10/14/2025</a:t>
            </a:fld>
            <a:endParaRPr lang="en-US"/>
          </a:p>
        </p:txBody>
      </p:sp>
      <p:sp>
        <p:nvSpPr>
          <p:cNvPr id="5" name="Footer Placeholder 4">
            <a:extLst>
              <a:ext uri="{FF2B5EF4-FFF2-40B4-BE49-F238E27FC236}">
                <a16:creationId xmlns:a16="http://schemas.microsoft.com/office/drawing/2014/main" id="{85267CFE-3E44-1790-F88C-826CD6786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2121F9-6599-E1EE-CEA7-71F57B681334}"/>
              </a:ext>
            </a:extLst>
          </p:cNvPr>
          <p:cNvSpPr>
            <a:spLocks noGrp="1"/>
          </p:cNvSpPr>
          <p:nvPr>
            <p:ph type="sldNum" sz="quarter" idx="12"/>
          </p:nvPr>
        </p:nvSpPr>
        <p:spPr/>
        <p:txBody>
          <a:bodyPr/>
          <a:lstStyle/>
          <a:p>
            <a:fld id="{CE51F3C2-9F52-4A75-A2D4-E0F59A774821}" type="slidenum">
              <a:rPr lang="en-US" smtClean="0"/>
              <a:t>‹#›</a:t>
            </a:fld>
            <a:endParaRPr lang="en-US"/>
          </a:p>
        </p:txBody>
      </p:sp>
    </p:spTree>
    <p:extLst>
      <p:ext uri="{BB962C8B-B14F-4D97-AF65-F5344CB8AC3E}">
        <p14:creationId xmlns:p14="http://schemas.microsoft.com/office/powerpoint/2010/main" val="3443426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12FDC-93B3-3352-B84B-64806E76C5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BB43BF-BC27-523A-6975-02750FEB9D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5A4EDF-D8FF-4B05-74A0-23829020DB27}"/>
              </a:ext>
            </a:extLst>
          </p:cNvPr>
          <p:cNvSpPr>
            <a:spLocks noGrp="1"/>
          </p:cNvSpPr>
          <p:nvPr>
            <p:ph type="dt" sz="half" idx="10"/>
          </p:nvPr>
        </p:nvSpPr>
        <p:spPr/>
        <p:txBody>
          <a:bodyPr/>
          <a:lstStyle/>
          <a:p>
            <a:fld id="{7084A5ED-A374-4105-B10F-351C76943448}" type="datetimeFigureOut">
              <a:rPr lang="en-US" smtClean="0"/>
              <a:t>10/14/2025</a:t>
            </a:fld>
            <a:endParaRPr lang="en-US"/>
          </a:p>
        </p:txBody>
      </p:sp>
      <p:sp>
        <p:nvSpPr>
          <p:cNvPr id="5" name="Footer Placeholder 4">
            <a:extLst>
              <a:ext uri="{FF2B5EF4-FFF2-40B4-BE49-F238E27FC236}">
                <a16:creationId xmlns:a16="http://schemas.microsoft.com/office/drawing/2014/main" id="{34A33D5B-DED0-D414-816E-8141661142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2900F-1D3B-EF63-C371-AA74B2E811BB}"/>
              </a:ext>
            </a:extLst>
          </p:cNvPr>
          <p:cNvSpPr>
            <a:spLocks noGrp="1"/>
          </p:cNvSpPr>
          <p:nvPr>
            <p:ph type="sldNum" sz="quarter" idx="12"/>
          </p:nvPr>
        </p:nvSpPr>
        <p:spPr/>
        <p:txBody>
          <a:bodyPr/>
          <a:lstStyle/>
          <a:p>
            <a:fld id="{CE51F3C2-9F52-4A75-A2D4-E0F59A774821}" type="slidenum">
              <a:rPr lang="en-US" smtClean="0"/>
              <a:t>‹#›</a:t>
            </a:fld>
            <a:endParaRPr lang="en-US"/>
          </a:p>
        </p:txBody>
      </p:sp>
    </p:spTree>
    <p:extLst>
      <p:ext uri="{BB962C8B-B14F-4D97-AF65-F5344CB8AC3E}">
        <p14:creationId xmlns:p14="http://schemas.microsoft.com/office/powerpoint/2010/main" val="2681336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505BE-DE43-02D5-F8A9-AC21CED260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BA63A0-BA49-DC55-A2A6-A18A62292B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03D685-214A-8969-B404-FD9FFD523636}"/>
              </a:ext>
            </a:extLst>
          </p:cNvPr>
          <p:cNvSpPr>
            <a:spLocks noGrp="1"/>
          </p:cNvSpPr>
          <p:nvPr>
            <p:ph type="dt" sz="half" idx="10"/>
          </p:nvPr>
        </p:nvSpPr>
        <p:spPr/>
        <p:txBody>
          <a:bodyPr/>
          <a:lstStyle/>
          <a:p>
            <a:fld id="{7084A5ED-A374-4105-B10F-351C76943448}" type="datetimeFigureOut">
              <a:rPr lang="en-US" smtClean="0"/>
              <a:t>10/14/2025</a:t>
            </a:fld>
            <a:endParaRPr lang="en-US"/>
          </a:p>
        </p:txBody>
      </p:sp>
      <p:sp>
        <p:nvSpPr>
          <p:cNvPr id="5" name="Footer Placeholder 4">
            <a:extLst>
              <a:ext uri="{FF2B5EF4-FFF2-40B4-BE49-F238E27FC236}">
                <a16:creationId xmlns:a16="http://schemas.microsoft.com/office/drawing/2014/main" id="{AF79BEE8-F95B-3C02-5A80-4547758D6F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3B1E3F-14D0-61FE-B0D6-1B02884B3347}"/>
              </a:ext>
            </a:extLst>
          </p:cNvPr>
          <p:cNvSpPr>
            <a:spLocks noGrp="1"/>
          </p:cNvSpPr>
          <p:nvPr>
            <p:ph type="sldNum" sz="quarter" idx="12"/>
          </p:nvPr>
        </p:nvSpPr>
        <p:spPr/>
        <p:txBody>
          <a:bodyPr/>
          <a:lstStyle/>
          <a:p>
            <a:fld id="{CE51F3C2-9F52-4A75-A2D4-E0F59A774821}" type="slidenum">
              <a:rPr lang="en-US" smtClean="0"/>
              <a:t>‹#›</a:t>
            </a:fld>
            <a:endParaRPr lang="en-US"/>
          </a:p>
        </p:txBody>
      </p:sp>
    </p:spTree>
    <p:extLst>
      <p:ext uri="{BB962C8B-B14F-4D97-AF65-F5344CB8AC3E}">
        <p14:creationId xmlns:p14="http://schemas.microsoft.com/office/powerpoint/2010/main" val="2911508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E228D-CC93-7AF8-D011-0438EB6D44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701848-E3CE-846B-B6C3-22E22F1B98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4508A3-9859-5C1A-FD14-FB3DE583C7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130A6A-60B0-C32B-73F8-5E5985B8C809}"/>
              </a:ext>
            </a:extLst>
          </p:cNvPr>
          <p:cNvSpPr>
            <a:spLocks noGrp="1"/>
          </p:cNvSpPr>
          <p:nvPr>
            <p:ph type="dt" sz="half" idx="10"/>
          </p:nvPr>
        </p:nvSpPr>
        <p:spPr/>
        <p:txBody>
          <a:bodyPr/>
          <a:lstStyle/>
          <a:p>
            <a:fld id="{7084A5ED-A374-4105-B10F-351C76943448}" type="datetimeFigureOut">
              <a:rPr lang="en-US" smtClean="0"/>
              <a:t>10/14/2025</a:t>
            </a:fld>
            <a:endParaRPr lang="en-US"/>
          </a:p>
        </p:txBody>
      </p:sp>
      <p:sp>
        <p:nvSpPr>
          <p:cNvPr id="6" name="Footer Placeholder 5">
            <a:extLst>
              <a:ext uri="{FF2B5EF4-FFF2-40B4-BE49-F238E27FC236}">
                <a16:creationId xmlns:a16="http://schemas.microsoft.com/office/drawing/2014/main" id="{3DF32E21-78A1-66EE-F110-A28E9BB9D0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927D74-7E70-AC12-F93A-1D7CDA278A8C}"/>
              </a:ext>
            </a:extLst>
          </p:cNvPr>
          <p:cNvSpPr>
            <a:spLocks noGrp="1"/>
          </p:cNvSpPr>
          <p:nvPr>
            <p:ph type="sldNum" sz="quarter" idx="12"/>
          </p:nvPr>
        </p:nvSpPr>
        <p:spPr/>
        <p:txBody>
          <a:bodyPr/>
          <a:lstStyle/>
          <a:p>
            <a:fld id="{CE51F3C2-9F52-4A75-A2D4-E0F59A774821}" type="slidenum">
              <a:rPr lang="en-US" smtClean="0"/>
              <a:t>‹#›</a:t>
            </a:fld>
            <a:endParaRPr lang="en-US"/>
          </a:p>
        </p:txBody>
      </p:sp>
    </p:spTree>
    <p:extLst>
      <p:ext uri="{BB962C8B-B14F-4D97-AF65-F5344CB8AC3E}">
        <p14:creationId xmlns:p14="http://schemas.microsoft.com/office/powerpoint/2010/main" val="2761897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64A71-41E8-1C22-190B-06A847D3C4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95344B-D1D2-AD00-274B-2447B36026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81C0FD-BDD6-2E58-57DD-2899A6AF46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41AAE6-0CA9-BCB3-AC94-767DB1A13F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CCA0EA-E3CD-6D0B-F8A2-845FAEE5B7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33C70D-C786-16A7-581E-A354712B7A49}"/>
              </a:ext>
            </a:extLst>
          </p:cNvPr>
          <p:cNvSpPr>
            <a:spLocks noGrp="1"/>
          </p:cNvSpPr>
          <p:nvPr>
            <p:ph type="dt" sz="half" idx="10"/>
          </p:nvPr>
        </p:nvSpPr>
        <p:spPr/>
        <p:txBody>
          <a:bodyPr/>
          <a:lstStyle/>
          <a:p>
            <a:fld id="{7084A5ED-A374-4105-B10F-351C76943448}" type="datetimeFigureOut">
              <a:rPr lang="en-US" smtClean="0"/>
              <a:t>10/14/2025</a:t>
            </a:fld>
            <a:endParaRPr lang="en-US"/>
          </a:p>
        </p:txBody>
      </p:sp>
      <p:sp>
        <p:nvSpPr>
          <p:cNvPr id="8" name="Footer Placeholder 7">
            <a:extLst>
              <a:ext uri="{FF2B5EF4-FFF2-40B4-BE49-F238E27FC236}">
                <a16:creationId xmlns:a16="http://schemas.microsoft.com/office/drawing/2014/main" id="{DB000B93-D976-903A-AA76-0D7228A43F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76EBC1-22B5-CF92-8BCA-607E55C9934A}"/>
              </a:ext>
            </a:extLst>
          </p:cNvPr>
          <p:cNvSpPr>
            <a:spLocks noGrp="1"/>
          </p:cNvSpPr>
          <p:nvPr>
            <p:ph type="sldNum" sz="quarter" idx="12"/>
          </p:nvPr>
        </p:nvSpPr>
        <p:spPr/>
        <p:txBody>
          <a:bodyPr/>
          <a:lstStyle/>
          <a:p>
            <a:fld id="{CE51F3C2-9F52-4A75-A2D4-E0F59A774821}" type="slidenum">
              <a:rPr lang="en-US" smtClean="0"/>
              <a:t>‹#›</a:t>
            </a:fld>
            <a:endParaRPr lang="en-US"/>
          </a:p>
        </p:txBody>
      </p:sp>
    </p:spTree>
    <p:extLst>
      <p:ext uri="{BB962C8B-B14F-4D97-AF65-F5344CB8AC3E}">
        <p14:creationId xmlns:p14="http://schemas.microsoft.com/office/powerpoint/2010/main" val="4103950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7027D-989E-F2A3-5FED-E9BE117231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B30539-5656-024B-44E6-0B186B8A3660}"/>
              </a:ext>
            </a:extLst>
          </p:cNvPr>
          <p:cNvSpPr>
            <a:spLocks noGrp="1"/>
          </p:cNvSpPr>
          <p:nvPr>
            <p:ph type="dt" sz="half" idx="10"/>
          </p:nvPr>
        </p:nvSpPr>
        <p:spPr/>
        <p:txBody>
          <a:bodyPr/>
          <a:lstStyle/>
          <a:p>
            <a:fld id="{7084A5ED-A374-4105-B10F-351C76943448}" type="datetimeFigureOut">
              <a:rPr lang="en-US" smtClean="0"/>
              <a:t>10/14/2025</a:t>
            </a:fld>
            <a:endParaRPr lang="en-US"/>
          </a:p>
        </p:txBody>
      </p:sp>
      <p:sp>
        <p:nvSpPr>
          <p:cNvPr id="4" name="Footer Placeholder 3">
            <a:extLst>
              <a:ext uri="{FF2B5EF4-FFF2-40B4-BE49-F238E27FC236}">
                <a16:creationId xmlns:a16="http://schemas.microsoft.com/office/drawing/2014/main" id="{9385D2BD-0CF3-45DB-D416-362206DA56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CF7EB2-BBE7-E3B7-1132-0A3080A2732E}"/>
              </a:ext>
            </a:extLst>
          </p:cNvPr>
          <p:cNvSpPr>
            <a:spLocks noGrp="1"/>
          </p:cNvSpPr>
          <p:nvPr>
            <p:ph type="sldNum" sz="quarter" idx="12"/>
          </p:nvPr>
        </p:nvSpPr>
        <p:spPr/>
        <p:txBody>
          <a:bodyPr/>
          <a:lstStyle/>
          <a:p>
            <a:fld id="{CE51F3C2-9F52-4A75-A2D4-E0F59A774821}" type="slidenum">
              <a:rPr lang="en-US" smtClean="0"/>
              <a:t>‹#›</a:t>
            </a:fld>
            <a:endParaRPr lang="en-US"/>
          </a:p>
        </p:txBody>
      </p:sp>
    </p:spTree>
    <p:extLst>
      <p:ext uri="{BB962C8B-B14F-4D97-AF65-F5344CB8AC3E}">
        <p14:creationId xmlns:p14="http://schemas.microsoft.com/office/powerpoint/2010/main" val="16107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AF20FA-D9BF-B45E-E56F-BE27512946B7}"/>
              </a:ext>
            </a:extLst>
          </p:cNvPr>
          <p:cNvSpPr>
            <a:spLocks noGrp="1"/>
          </p:cNvSpPr>
          <p:nvPr>
            <p:ph type="dt" sz="half" idx="10"/>
          </p:nvPr>
        </p:nvSpPr>
        <p:spPr/>
        <p:txBody>
          <a:bodyPr/>
          <a:lstStyle/>
          <a:p>
            <a:fld id="{7084A5ED-A374-4105-B10F-351C76943448}" type="datetimeFigureOut">
              <a:rPr lang="en-US" smtClean="0"/>
              <a:t>10/14/2025</a:t>
            </a:fld>
            <a:endParaRPr lang="en-US"/>
          </a:p>
        </p:txBody>
      </p:sp>
      <p:sp>
        <p:nvSpPr>
          <p:cNvPr id="3" name="Footer Placeholder 2">
            <a:extLst>
              <a:ext uri="{FF2B5EF4-FFF2-40B4-BE49-F238E27FC236}">
                <a16:creationId xmlns:a16="http://schemas.microsoft.com/office/drawing/2014/main" id="{3D1E0299-EF6D-8982-131E-BCE2917A73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141ED9-3BD8-7443-AA6E-F66A1275C081}"/>
              </a:ext>
            </a:extLst>
          </p:cNvPr>
          <p:cNvSpPr>
            <a:spLocks noGrp="1"/>
          </p:cNvSpPr>
          <p:nvPr>
            <p:ph type="sldNum" sz="quarter" idx="12"/>
          </p:nvPr>
        </p:nvSpPr>
        <p:spPr/>
        <p:txBody>
          <a:bodyPr/>
          <a:lstStyle/>
          <a:p>
            <a:fld id="{CE51F3C2-9F52-4A75-A2D4-E0F59A774821}" type="slidenum">
              <a:rPr lang="en-US" smtClean="0"/>
              <a:t>‹#›</a:t>
            </a:fld>
            <a:endParaRPr lang="en-US"/>
          </a:p>
        </p:txBody>
      </p:sp>
    </p:spTree>
    <p:extLst>
      <p:ext uri="{BB962C8B-B14F-4D97-AF65-F5344CB8AC3E}">
        <p14:creationId xmlns:p14="http://schemas.microsoft.com/office/powerpoint/2010/main" val="210369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E7A1C-57F0-3381-C51E-0A05A1A617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0E79DE-E5A9-A866-9357-E78B83A4FA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AD5B23-0D34-AE63-CB5F-7DEE9730D2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F27C55-26CD-7A9E-6F39-8606E81A8D43}"/>
              </a:ext>
            </a:extLst>
          </p:cNvPr>
          <p:cNvSpPr>
            <a:spLocks noGrp="1"/>
          </p:cNvSpPr>
          <p:nvPr>
            <p:ph type="dt" sz="half" idx="10"/>
          </p:nvPr>
        </p:nvSpPr>
        <p:spPr/>
        <p:txBody>
          <a:bodyPr/>
          <a:lstStyle/>
          <a:p>
            <a:fld id="{7084A5ED-A374-4105-B10F-351C76943448}" type="datetimeFigureOut">
              <a:rPr lang="en-US" smtClean="0"/>
              <a:t>10/14/2025</a:t>
            </a:fld>
            <a:endParaRPr lang="en-US"/>
          </a:p>
        </p:txBody>
      </p:sp>
      <p:sp>
        <p:nvSpPr>
          <p:cNvPr id="6" name="Footer Placeholder 5">
            <a:extLst>
              <a:ext uri="{FF2B5EF4-FFF2-40B4-BE49-F238E27FC236}">
                <a16:creationId xmlns:a16="http://schemas.microsoft.com/office/drawing/2014/main" id="{9BE4389D-C094-0185-02F4-8FF93DE5F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3554A3-4B6E-1FFB-8381-B0537A995E59}"/>
              </a:ext>
            </a:extLst>
          </p:cNvPr>
          <p:cNvSpPr>
            <a:spLocks noGrp="1"/>
          </p:cNvSpPr>
          <p:nvPr>
            <p:ph type="sldNum" sz="quarter" idx="12"/>
          </p:nvPr>
        </p:nvSpPr>
        <p:spPr/>
        <p:txBody>
          <a:bodyPr/>
          <a:lstStyle/>
          <a:p>
            <a:fld id="{CE51F3C2-9F52-4A75-A2D4-E0F59A774821}" type="slidenum">
              <a:rPr lang="en-US" smtClean="0"/>
              <a:t>‹#›</a:t>
            </a:fld>
            <a:endParaRPr lang="en-US"/>
          </a:p>
        </p:txBody>
      </p:sp>
    </p:spTree>
    <p:extLst>
      <p:ext uri="{BB962C8B-B14F-4D97-AF65-F5344CB8AC3E}">
        <p14:creationId xmlns:p14="http://schemas.microsoft.com/office/powerpoint/2010/main" val="3476536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CAB34-EE44-3FE0-DDB5-539879E65D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17792B-8C1D-A26B-9CC9-B03AF78759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D4C219-BC93-B798-64E4-57FD126A2A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6DD51A-A618-F283-A147-764FB4C2EFFF}"/>
              </a:ext>
            </a:extLst>
          </p:cNvPr>
          <p:cNvSpPr>
            <a:spLocks noGrp="1"/>
          </p:cNvSpPr>
          <p:nvPr>
            <p:ph type="dt" sz="half" idx="10"/>
          </p:nvPr>
        </p:nvSpPr>
        <p:spPr/>
        <p:txBody>
          <a:bodyPr/>
          <a:lstStyle/>
          <a:p>
            <a:fld id="{7084A5ED-A374-4105-B10F-351C76943448}" type="datetimeFigureOut">
              <a:rPr lang="en-US" smtClean="0"/>
              <a:t>10/14/2025</a:t>
            </a:fld>
            <a:endParaRPr lang="en-US"/>
          </a:p>
        </p:txBody>
      </p:sp>
      <p:sp>
        <p:nvSpPr>
          <p:cNvPr id="6" name="Footer Placeholder 5">
            <a:extLst>
              <a:ext uri="{FF2B5EF4-FFF2-40B4-BE49-F238E27FC236}">
                <a16:creationId xmlns:a16="http://schemas.microsoft.com/office/drawing/2014/main" id="{1CB4A2A1-7DEA-939D-F6C7-150A69B1B8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E10D6A-EA77-2834-1FEB-E93C8052F6E0}"/>
              </a:ext>
            </a:extLst>
          </p:cNvPr>
          <p:cNvSpPr>
            <a:spLocks noGrp="1"/>
          </p:cNvSpPr>
          <p:nvPr>
            <p:ph type="sldNum" sz="quarter" idx="12"/>
          </p:nvPr>
        </p:nvSpPr>
        <p:spPr/>
        <p:txBody>
          <a:bodyPr/>
          <a:lstStyle/>
          <a:p>
            <a:fld id="{CE51F3C2-9F52-4A75-A2D4-E0F59A774821}" type="slidenum">
              <a:rPr lang="en-US" smtClean="0"/>
              <a:t>‹#›</a:t>
            </a:fld>
            <a:endParaRPr lang="en-US"/>
          </a:p>
        </p:txBody>
      </p:sp>
    </p:spTree>
    <p:extLst>
      <p:ext uri="{BB962C8B-B14F-4D97-AF65-F5344CB8AC3E}">
        <p14:creationId xmlns:p14="http://schemas.microsoft.com/office/powerpoint/2010/main" val="3451670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6116-9F44-F0C0-3238-F4413C565A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A37A74-0A5A-861D-6436-8761F58B25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C6B1A6-00E0-AC58-3749-DAA0B1D561DE}"/>
              </a:ext>
            </a:extLst>
          </p:cNvPr>
          <p:cNvSpPr>
            <a:spLocks noGrp="1"/>
          </p:cNvSpPr>
          <p:nvPr>
            <p:ph type="dt" sz="half" idx="10"/>
          </p:nvPr>
        </p:nvSpPr>
        <p:spPr/>
        <p:txBody>
          <a:bodyPr/>
          <a:lstStyle/>
          <a:p>
            <a:fld id="{7084A5ED-A374-4105-B10F-351C76943448}" type="datetimeFigureOut">
              <a:rPr lang="en-US" smtClean="0"/>
              <a:t>10/14/2025</a:t>
            </a:fld>
            <a:endParaRPr lang="en-US"/>
          </a:p>
        </p:txBody>
      </p:sp>
      <p:sp>
        <p:nvSpPr>
          <p:cNvPr id="5" name="Footer Placeholder 4">
            <a:extLst>
              <a:ext uri="{FF2B5EF4-FFF2-40B4-BE49-F238E27FC236}">
                <a16:creationId xmlns:a16="http://schemas.microsoft.com/office/drawing/2014/main" id="{F73CE874-0B05-349C-2F98-FCC589B50E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CC3CCD-C95B-7768-A62B-C9BD8797ADE2}"/>
              </a:ext>
            </a:extLst>
          </p:cNvPr>
          <p:cNvSpPr>
            <a:spLocks noGrp="1"/>
          </p:cNvSpPr>
          <p:nvPr>
            <p:ph type="sldNum" sz="quarter" idx="12"/>
          </p:nvPr>
        </p:nvSpPr>
        <p:spPr/>
        <p:txBody>
          <a:bodyPr/>
          <a:lstStyle/>
          <a:p>
            <a:fld id="{CE51F3C2-9F52-4A75-A2D4-E0F59A774821}" type="slidenum">
              <a:rPr lang="en-US" smtClean="0"/>
              <a:t>‹#›</a:t>
            </a:fld>
            <a:endParaRPr lang="en-US"/>
          </a:p>
        </p:txBody>
      </p:sp>
    </p:spTree>
    <p:extLst>
      <p:ext uri="{BB962C8B-B14F-4D97-AF65-F5344CB8AC3E}">
        <p14:creationId xmlns:p14="http://schemas.microsoft.com/office/powerpoint/2010/main" val="1681461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30CE28-40E1-C075-B1EC-DD00D28CDF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BA2049-5353-7DC3-52D9-23D22F7483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36C4E-197A-AA7E-B43B-6FA6F19F03E6}"/>
              </a:ext>
            </a:extLst>
          </p:cNvPr>
          <p:cNvSpPr>
            <a:spLocks noGrp="1"/>
          </p:cNvSpPr>
          <p:nvPr>
            <p:ph type="dt" sz="half" idx="10"/>
          </p:nvPr>
        </p:nvSpPr>
        <p:spPr/>
        <p:txBody>
          <a:bodyPr/>
          <a:lstStyle/>
          <a:p>
            <a:fld id="{7084A5ED-A374-4105-B10F-351C76943448}" type="datetimeFigureOut">
              <a:rPr lang="en-US" smtClean="0"/>
              <a:t>10/14/2025</a:t>
            </a:fld>
            <a:endParaRPr lang="en-US"/>
          </a:p>
        </p:txBody>
      </p:sp>
      <p:sp>
        <p:nvSpPr>
          <p:cNvPr id="5" name="Footer Placeholder 4">
            <a:extLst>
              <a:ext uri="{FF2B5EF4-FFF2-40B4-BE49-F238E27FC236}">
                <a16:creationId xmlns:a16="http://schemas.microsoft.com/office/drawing/2014/main" id="{59552E38-5A3E-CCAA-6990-6E85BEBD15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6C3BF4-4C39-20D9-8E93-3BC8D79369E9}"/>
              </a:ext>
            </a:extLst>
          </p:cNvPr>
          <p:cNvSpPr>
            <a:spLocks noGrp="1"/>
          </p:cNvSpPr>
          <p:nvPr>
            <p:ph type="sldNum" sz="quarter" idx="12"/>
          </p:nvPr>
        </p:nvSpPr>
        <p:spPr/>
        <p:txBody>
          <a:bodyPr/>
          <a:lstStyle/>
          <a:p>
            <a:fld id="{CE51F3C2-9F52-4A75-A2D4-E0F59A774821}" type="slidenum">
              <a:rPr lang="en-US" smtClean="0"/>
              <a:t>‹#›</a:t>
            </a:fld>
            <a:endParaRPr lang="en-US"/>
          </a:p>
        </p:txBody>
      </p:sp>
    </p:spTree>
    <p:extLst>
      <p:ext uri="{BB962C8B-B14F-4D97-AF65-F5344CB8AC3E}">
        <p14:creationId xmlns:p14="http://schemas.microsoft.com/office/powerpoint/2010/main" val="3094100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0" y="719139"/>
            <a:ext cx="10966449"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6"/>
            <a:ext cx="10966451" cy="1384995"/>
          </a:xfrm>
        </p:spPr>
        <p:txBody>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6034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386800-8BCC-CBE3-9C80-18DD4BF2B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228962-A2F7-BEB0-E973-B493F0260C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6C96CE-3270-C798-412C-EA8A4E71F8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84A5ED-A374-4105-B10F-351C76943448}" type="datetimeFigureOut">
              <a:rPr lang="en-US" smtClean="0"/>
              <a:t>10/14/2025</a:t>
            </a:fld>
            <a:endParaRPr lang="en-US"/>
          </a:p>
        </p:txBody>
      </p:sp>
      <p:sp>
        <p:nvSpPr>
          <p:cNvPr id="5" name="Footer Placeholder 4">
            <a:extLst>
              <a:ext uri="{FF2B5EF4-FFF2-40B4-BE49-F238E27FC236}">
                <a16:creationId xmlns:a16="http://schemas.microsoft.com/office/drawing/2014/main" id="{F81EE45E-C74D-3EA3-5DE8-02BBD5E2E7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052821-C60D-666C-A5AE-0A4776999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51F3C2-9F52-4A75-A2D4-E0F59A774821}" type="slidenum">
              <a:rPr lang="en-US" smtClean="0"/>
              <a:t>‹#›</a:t>
            </a:fld>
            <a:endParaRPr lang="en-US"/>
          </a:p>
        </p:txBody>
      </p:sp>
    </p:spTree>
    <p:extLst>
      <p:ext uri="{BB962C8B-B14F-4D97-AF65-F5344CB8AC3E}">
        <p14:creationId xmlns:p14="http://schemas.microsoft.com/office/powerpoint/2010/main" val="2507939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1122700" y="719139"/>
            <a:ext cx="8224837" cy="492125"/>
          </a:xfrm>
        </p:spPr>
        <p:txBody>
          <a:bodyPr>
            <a:normAutofit fontScale="90000"/>
          </a:bodyPr>
          <a:lstStyle/>
          <a:p>
            <a:r>
              <a:rPr dirty="0">
                <a:latin typeface="Arial" charset="0"/>
                <a:cs typeface="Arial" charset="0"/>
              </a:rPr>
              <a:t>Alternate Finding</a:t>
            </a:r>
          </a:p>
        </p:txBody>
      </p:sp>
      <p:sp>
        <p:nvSpPr>
          <p:cNvPr id="16388" name="Text Placeholder 2"/>
          <p:cNvSpPr>
            <a:spLocks noGrp="1"/>
          </p:cNvSpPr>
          <p:nvPr>
            <p:ph type="body" sz="quarter" idx="10"/>
          </p:nvPr>
        </p:nvSpPr>
        <p:spPr>
          <a:xfrm>
            <a:off x="1122700" y="1971676"/>
            <a:ext cx="4768649" cy="2769989"/>
          </a:xfrm>
        </p:spPr>
        <p:txBody>
          <a:bodyPr>
            <a:normAutofit lnSpcReduction="10000"/>
          </a:bodyPr>
          <a:lstStyle/>
          <a:p>
            <a:pPr marL="296863" indent="-296863">
              <a:spcBef>
                <a:spcPct val="0"/>
              </a:spcBef>
              <a:spcAft>
                <a:spcPct val="0"/>
              </a:spcAft>
            </a:pPr>
            <a:r>
              <a:rPr lang="en-US" b="1" dirty="0">
                <a:latin typeface="Arial" charset="0"/>
                <a:cs typeface="Arial" charset="0"/>
              </a:rPr>
              <a:t>Application Circuit Complexity :</a:t>
            </a:r>
            <a:r>
              <a:rPr lang="en-US" dirty="0">
                <a:latin typeface="Arial" charset="0"/>
                <a:cs typeface="Arial" charset="0"/>
              </a:rPr>
              <a:t> Having Detailed understanding the Circuit application will result in better component selection.</a:t>
            </a:r>
          </a:p>
          <a:p>
            <a:pPr marL="0" indent="0">
              <a:spcBef>
                <a:spcPct val="0"/>
              </a:spcBef>
              <a:spcAft>
                <a:spcPct val="0"/>
              </a:spcAft>
              <a:buNone/>
            </a:pPr>
            <a:endParaRPr lang="en-US" dirty="0">
              <a:latin typeface="Arial" charset="0"/>
              <a:cs typeface="Arial" charset="0"/>
            </a:endParaRPr>
          </a:p>
          <a:p>
            <a:pPr marL="296863" indent="-296863">
              <a:spcBef>
                <a:spcPct val="0"/>
              </a:spcBef>
              <a:spcAft>
                <a:spcPct val="0"/>
              </a:spcAft>
            </a:pPr>
            <a:r>
              <a:rPr lang="en-US" b="1" dirty="0">
                <a:latin typeface="Arial" charset="0"/>
                <a:cs typeface="Arial" charset="0"/>
              </a:rPr>
              <a:t>Electrical parameters : </a:t>
            </a:r>
            <a:r>
              <a:rPr lang="en-US" dirty="0">
                <a:latin typeface="Arial" charset="0"/>
                <a:cs typeface="Arial" charset="0"/>
              </a:rPr>
              <a:t>This is the Core of requirement. Ex : Voltage , current, Power, Accuracy , Response Time, Speed, Resolution.. etc. Make sure to Make a list so that critical parameters won’t be missed.</a:t>
            </a:r>
          </a:p>
        </p:txBody>
      </p:sp>
      <p:sp>
        <p:nvSpPr>
          <p:cNvPr id="16389" name="Text Placeholder 2"/>
          <p:cNvSpPr txBox="1">
            <a:spLocks/>
          </p:cNvSpPr>
          <p:nvPr/>
        </p:nvSpPr>
        <p:spPr bwMode="auto">
          <a:xfrm>
            <a:off x="6219529" y="1971675"/>
            <a:ext cx="5484794" cy="3877985"/>
          </a:xfrm>
          <a:prstGeom prst="rect">
            <a:avLst/>
          </a:prstGeom>
          <a:noFill/>
          <a:ln w="9525">
            <a:noFill/>
            <a:miter lim="800000"/>
            <a:headEnd/>
            <a:tailEnd/>
          </a:ln>
        </p:spPr>
        <p:txBody>
          <a:bodyPr wrap="square" lIns="0" tIns="0" rIns="0" bIns="0">
            <a:spAutoFit/>
          </a:bodyPr>
          <a:lstStyle/>
          <a:p>
            <a:pPr marL="296863" indent="-296863">
              <a:buClr>
                <a:schemeClr val="bg2"/>
              </a:buClr>
              <a:buSzPct val="120000"/>
              <a:buFont typeface="Wingdings" pitchFamily="2" charset="2"/>
              <a:buChar char="§"/>
            </a:pPr>
            <a:r>
              <a:rPr lang="en-US" b="1" dirty="0"/>
              <a:t>Manufacturers :</a:t>
            </a:r>
            <a:r>
              <a:rPr lang="en-US" dirty="0"/>
              <a:t> Consider a manufacturer Who has good product documentation like informative datasheets, Application notes, Reference design , Evaluation Board support &amp; Technical/Design review Support.</a:t>
            </a:r>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r>
              <a:rPr lang="en-US" b="1" dirty="0"/>
              <a:t>Mechanical Parameters (Dimensions, Package, Weight. Etc): </a:t>
            </a:r>
            <a:r>
              <a:rPr lang="en-US" dirty="0"/>
              <a:t>PCB size will be increased with large size components. Complex component Packages will result in increased assembly cost. Component weight also be the product weight deciding factor.</a:t>
            </a:r>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endParaRPr lang="en-US" dirty="0"/>
          </a:p>
        </p:txBody>
      </p:sp>
      <p:sp>
        <p:nvSpPr>
          <p:cNvPr id="3" name="TextBox 2">
            <a:extLst>
              <a:ext uri="{FF2B5EF4-FFF2-40B4-BE49-F238E27FC236}">
                <a16:creationId xmlns:a16="http://schemas.microsoft.com/office/drawing/2014/main" id="{53D0CB47-EB10-C916-2AEF-4E0E9CDF6F9D}"/>
              </a:ext>
            </a:extLst>
          </p:cNvPr>
          <p:cNvSpPr txBox="1"/>
          <p:nvPr/>
        </p:nvSpPr>
        <p:spPr>
          <a:xfrm>
            <a:off x="1122700" y="1311848"/>
            <a:ext cx="6094476" cy="369332"/>
          </a:xfrm>
          <a:prstGeom prst="rect">
            <a:avLst/>
          </a:prstGeom>
          <a:noFill/>
        </p:spPr>
        <p:txBody>
          <a:bodyPr wrap="square">
            <a:spAutoFit/>
          </a:bodyPr>
          <a:lstStyle/>
          <a:p>
            <a:r>
              <a:rPr lang="en-US" b="1" dirty="0">
                <a:latin typeface="Arial" charset="0"/>
                <a:cs typeface="Arial" charset="0"/>
              </a:rPr>
              <a:t>Considerations while selection of Alternate</a:t>
            </a:r>
          </a:p>
        </p:txBody>
      </p:sp>
    </p:spTree>
    <p:extLst>
      <p:ext uri="{BB962C8B-B14F-4D97-AF65-F5344CB8AC3E}">
        <p14:creationId xmlns:p14="http://schemas.microsoft.com/office/powerpoint/2010/main" val="4037462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F10DB-9432-A3A0-2778-DA4A4B172123}"/>
              </a:ext>
            </a:extLst>
          </p:cNvPr>
          <p:cNvSpPr>
            <a:spLocks noGrp="1"/>
          </p:cNvSpPr>
          <p:nvPr/>
        </p:nvSpPr>
        <p:spPr bwMode="gray">
          <a:xfrm>
            <a:off x="805189" y="586741"/>
            <a:ext cx="8224837" cy="49212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1" fontAlgn="base" hangingPunct="1">
              <a:spcBef>
                <a:spcPct val="0"/>
              </a:spcBef>
              <a:spcAft>
                <a:spcPct val="0"/>
              </a:spcAft>
              <a:defRPr lang="en-US" sz="32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200" b="1">
                <a:solidFill>
                  <a:schemeClr val="tx2"/>
                </a:solidFill>
                <a:latin typeface="Arial" charset="0"/>
                <a:cs typeface="Arial" charset="0"/>
              </a:defRPr>
            </a:lvl2pPr>
            <a:lvl3pPr algn="l" rtl="0" eaLnBrk="1" fontAlgn="base" hangingPunct="1">
              <a:spcBef>
                <a:spcPct val="0"/>
              </a:spcBef>
              <a:spcAft>
                <a:spcPct val="0"/>
              </a:spcAft>
              <a:defRPr sz="3200" b="1">
                <a:solidFill>
                  <a:schemeClr val="tx2"/>
                </a:solidFill>
                <a:latin typeface="Arial" charset="0"/>
                <a:cs typeface="Arial" charset="0"/>
              </a:defRPr>
            </a:lvl3pPr>
            <a:lvl4pPr algn="l" rtl="0" eaLnBrk="1" fontAlgn="base" hangingPunct="1">
              <a:spcBef>
                <a:spcPct val="0"/>
              </a:spcBef>
              <a:spcAft>
                <a:spcPct val="0"/>
              </a:spcAft>
              <a:defRPr sz="3200" b="1">
                <a:solidFill>
                  <a:schemeClr val="tx2"/>
                </a:solidFill>
                <a:latin typeface="Arial" charset="0"/>
                <a:cs typeface="Arial" charset="0"/>
              </a:defRPr>
            </a:lvl4pPr>
            <a:lvl5pPr algn="l" rtl="0" eaLnBrk="1" fontAlgn="base" hangingPunct="1">
              <a:spcBef>
                <a:spcPct val="0"/>
              </a:spcBef>
              <a:spcAft>
                <a:spcPct val="0"/>
              </a:spcAft>
              <a:defRPr sz="3200" b="1">
                <a:solidFill>
                  <a:schemeClr val="tx2"/>
                </a:solidFill>
                <a:latin typeface="Arial" charset="0"/>
                <a:cs typeface="Arial" charset="0"/>
              </a:defRPr>
            </a:lvl5pPr>
            <a:lvl6pPr marL="457200" algn="l" rtl="0" eaLnBrk="1" fontAlgn="base" hangingPunct="1">
              <a:spcBef>
                <a:spcPct val="0"/>
              </a:spcBef>
              <a:spcAft>
                <a:spcPct val="0"/>
              </a:spcAft>
              <a:defRPr sz="3200" b="1">
                <a:solidFill>
                  <a:schemeClr val="tx2"/>
                </a:solidFill>
                <a:latin typeface="Arial" charset="0"/>
                <a:cs typeface="Arial" charset="0"/>
              </a:defRPr>
            </a:lvl6pPr>
            <a:lvl7pPr marL="914400" algn="l" rtl="0" eaLnBrk="1" fontAlgn="base" hangingPunct="1">
              <a:spcBef>
                <a:spcPct val="0"/>
              </a:spcBef>
              <a:spcAft>
                <a:spcPct val="0"/>
              </a:spcAft>
              <a:defRPr sz="3200" b="1">
                <a:solidFill>
                  <a:schemeClr val="tx2"/>
                </a:solidFill>
                <a:latin typeface="Arial" charset="0"/>
                <a:cs typeface="Arial" charset="0"/>
              </a:defRPr>
            </a:lvl7pPr>
            <a:lvl8pPr marL="1371600" algn="l" rtl="0" eaLnBrk="1" fontAlgn="base" hangingPunct="1">
              <a:spcBef>
                <a:spcPct val="0"/>
              </a:spcBef>
              <a:spcAft>
                <a:spcPct val="0"/>
              </a:spcAft>
              <a:defRPr sz="3200" b="1">
                <a:solidFill>
                  <a:schemeClr val="tx2"/>
                </a:solidFill>
                <a:latin typeface="Arial" charset="0"/>
                <a:cs typeface="Arial" charset="0"/>
              </a:defRPr>
            </a:lvl8pPr>
            <a:lvl9pPr marL="1828800" algn="l" rtl="0" eaLnBrk="1" fontAlgn="base" hangingPunct="1">
              <a:spcBef>
                <a:spcPct val="0"/>
              </a:spcBef>
              <a:spcAft>
                <a:spcPct val="0"/>
              </a:spcAft>
              <a:defRPr sz="3200" b="1">
                <a:solidFill>
                  <a:schemeClr val="tx2"/>
                </a:solidFill>
                <a:latin typeface="Arial" charset="0"/>
                <a:cs typeface="Arial" charset="0"/>
              </a:defRPr>
            </a:lvl9pPr>
          </a:lstStyle>
          <a:p>
            <a:r>
              <a:rPr dirty="0">
                <a:latin typeface="Arial" charset="0"/>
                <a:cs typeface="Arial" charset="0"/>
              </a:rPr>
              <a:t>Alternate Finding</a:t>
            </a:r>
          </a:p>
        </p:txBody>
      </p:sp>
      <p:sp>
        <p:nvSpPr>
          <p:cNvPr id="3" name="Text Placeholder 2">
            <a:extLst>
              <a:ext uri="{FF2B5EF4-FFF2-40B4-BE49-F238E27FC236}">
                <a16:creationId xmlns:a16="http://schemas.microsoft.com/office/drawing/2014/main" id="{5311A97C-346A-9188-61CA-FAACB075AADB}"/>
              </a:ext>
            </a:extLst>
          </p:cNvPr>
          <p:cNvSpPr>
            <a:spLocks noGrp="1"/>
          </p:cNvSpPr>
          <p:nvPr/>
        </p:nvSpPr>
        <p:spPr bwMode="gray">
          <a:xfrm>
            <a:off x="805189" y="1839278"/>
            <a:ext cx="4768649" cy="415498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290513" indent="-290513" algn="l" rtl="0" eaLnBrk="1" fontAlgn="base" latinLnBrk="0" hangingPunct="1">
              <a:spcBef>
                <a:spcPts val="0"/>
              </a:spcBef>
              <a:spcAft>
                <a:spcPts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750" indent="-285750" algn="l" rtl="0" eaLnBrk="1" fontAlgn="base" latinLnBrk="0" hangingPunct="1">
              <a:spcBef>
                <a:spcPts val="0"/>
              </a:spcBef>
              <a:spcAft>
                <a:spcPts val="0"/>
              </a:spcAft>
              <a:buClr>
                <a:schemeClr val="bg2"/>
              </a:buClr>
              <a:buSzPct val="100000"/>
              <a:buFont typeface="Wingdings" pitchFamily="2" charset="2"/>
              <a:buChar char="§"/>
              <a:defRPr lang="en-US" sz="1800" b="0" kern="1200" baseline="0" dirty="0" smtClean="0">
                <a:solidFill>
                  <a:schemeClr val="tx1"/>
                </a:solidFill>
                <a:latin typeface="+mn-lt"/>
                <a:ea typeface="+mn-ea"/>
                <a:cs typeface="Arial" pitchFamily="34" charset="0"/>
              </a:defRPr>
            </a:lvl2pPr>
            <a:lvl3pPr marL="571500" indent="-279400" algn="l" rtl="0" eaLnBrk="1" fontAlgn="base" latinLnBrk="0" hangingPunct="1">
              <a:spcBef>
                <a:spcPts val="0"/>
              </a:spcBef>
              <a:spcAft>
                <a:spcPts val="0"/>
              </a:spcAft>
              <a:buClr>
                <a:schemeClr val="bg2"/>
              </a:buClr>
              <a:buSzPct val="90000"/>
              <a:buFont typeface="Arial" charset="0"/>
              <a:buChar char="–"/>
              <a:defRPr lang="en-US" sz="1800" b="0" kern="1200" baseline="0" dirty="0" smtClean="0">
                <a:solidFill>
                  <a:schemeClr val="tx1"/>
                </a:solidFill>
                <a:latin typeface="Arial" pitchFamily="34" charset="0"/>
                <a:ea typeface="+mn-ea"/>
                <a:cs typeface="Arial" pitchFamily="34" charset="0"/>
              </a:defRPr>
            </a:lvl3pPr>
            <a:lvl4pPr marL="850900" indent="-279400" algn="l" rtl="0" eaLnBrk="1" fontAlgn="base" latinLnBrk="0" hangingPunct="1">
              <a:spcBef>
                <a:spcPts val="0"/>
              </a:spcBef>
              <a:spcAft>
                <a:spcPts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4pPr>
            <a:lvl5pPr marL="1136650" indent="-285750" algn="l" defTabSz="933450" rtl="0" eaLnBrk="1" fontAlgn="base" latinLnBrk="0" hangingPunct="1">
              <a:spcBef>
                <a:spcPts val="0"/>
              </a:spcBef>
              <a:spcAft>
                <a:spcPts val="0"/>
              </a:spcAft>
              <a:buClr>
                <a:schemeClr val="bg2"/>
              </a:buClr>
              <a:buSzPct val="70000"/>
              <a:buFont typeface="Arial" charset="0"/>
              <a:buChar char="–"/>
              <a:defRPr lang="en-US" sz="1800" b="0" kern="1200" baseline="0" dirty="0" smtClean="0">
                <a:solidFill>
                  <a:schemeClr val="tx1"/>
                </a:solidFill>
                <a:latin typeface="Arial" pitchFamily="34" charset="0"/>
                <a:ea typeface="+mn-ea"/>
                <a:cs typeface="Arial" pitchFamily="34" charset="0"/>
              </a:defRPr>
            </a:lvl5pPr>
            <a:lvl6pPr marL="1435100" indent="-285750" algn="l" defTabSz="914400" rtl="0" eaLnBrk="1" latinLnBrk="0" hangingPunct="1">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lgn="l" defTabSz="914400" rtl="0" eaLnBrk="1" latinLnBrk="0" hangingPunct="1">
              <a:spcBef>
                <a:spcPts val="0"/>
              </a:spcBef>
              <a:spcAft>
                <a:spcPts val="0"/>
              </a:spcAft>
              <a:buClr>
                <a:schemeClr val="tx2"/>
              </a:buClr>
              <a:buSzPct val="70000"/>
              <a:buFont typeface="Arial" pitchFamily="34" charset="0"/>
              <a:buChar char="–"/>
              <a:defRPr sz="1800" kern="1200" baseline="0">
                <a:solidFill>
                  <a:schemeClr val="tx1"/>
                </a:solidFill>
                <a:latin typeface="+mn-lt"/>
                <a:ea typeface="+mn-ea"/>
                <a:cs typeface="Arial" pitchFamily="34" charset="0"/>
              </a:defRPr>
            </a:lvl7pPr>
            <a:lvl8pPr marL="1600200" indent="-228600" algn="l" defTabSz="914400" rtl="0" eaLnBrk="1" latinLnBrk="0" hangingPunct="1">
              <a:spcBef>
                <a:spcPts val="0"/>
              </a:spcBef>
              <a:spcAft>
                <a:spcPts val="0"/>
              </a:spcAft>
              <a:buSzPct val="70000"/>
              <a:buFont typeface="Arial" pitchFamily="34" charset="0"/>
              <a:buChar char="•"/>
              <a:defRPr sz="1800" kern="1200" baseline="0">
                <a:solidFill>
                  <a:schemeClr val="tx1"/>
                </a:solidFill>
                <a:latin typeface="Arial" pitchFamily="34" charset="0"/>
                <a:ea typeface="+mn-ea"/>
                <a:cs typeface="Arial" pitchFamily="34" charset="0"/>
              </a:defRPr>
            </a:lvl8pPr>
            <a:lvl9pPr marL="1824038" indent="-223838" algn="l" defTabSz="914400" rtl="0" eaLnBrk="1" latinLnBrk="0" hangingPunct="1">
              <a:spcBef>
                <a:spcPts val="0"/>
              </a:spcBef>
              <a:spcAft>
                <a:spcPts val="0"/>
              </a:spcAft>
              <a:buSzPct val="70000"/>
              <a:buFont typeface="Arial" pitchFamily="34" charset="0"/>
              <a:buChar char="–"/>
              <a:defRPr sz="1800" kern="1200">
                <a:solidFill>
                  <a:schemeClr val="tx1"/>
                </a:solidFill>
                <a:latin typeface="Arial" pitchFamily="34" charset="0"/>
                <a:ea typeface="+mn-ea"/>
                <a:cs typeface="Arial" pitchFamily="34" charset="0"/>
              </a:defRPr>
            </a:lvl9pPr>
          </a:lstStyle>
          <a:p>
            <a:pPr marL="296863" indent="-296863">
              <a:spcBef>
                <a:spcPct val="0"/>
              </a:spcBef>
              <a:spcAft>
                <a:spcPct val="0"/>
              </a:spcAft>
            </a:pPr>
            <a:r>
              <a:rPr lang="en-US" b="1" dirty="0">
                <a:latin typeface="Arial" charset="0"/>
                <a:cs typeface="Arial" charset="0"/>
              </a:rPr>
              <a:t>Environmental parameters : </a:t>
            </a:r>
            <a:r>
              <a:rPr lang="en-US" dirty="0">
                <a:latin typeface="Arial" charset="0"/>
                <a:cs typeface="Arial" charset="0"/>
              </a:rPr>
              <a:t>Check properly the operating/storage temperature, humidity, pressure &amp; vibration range. Which will cause the field surprises like field failures or bad performance.</a:t>
            </a:r>
          </a:p>
          <a:p>
            <a:pPr marL="296863" indent="-296863">
              <a:spcBef>
                <a:spcPct val="0"/>
              </a:spcBef>
              <a:spcAft>
                <a:spcPct val="0"/>
              </a:spcAft>
            </a:pPr>
            <a:endParaRPr lang="en-US" dirty="0">
              <a:latin typeface="Arial" charset="0"/>
              <a:cs typeface="Arial" charset="0"/>
            </a:endParaRPr>
          </a:p>
          <a:p>
            <a:pPr marL="296863" indent="-296863">
              <a:spcBef>
                <a:spcPct val="0"/>
              </a:spcBef>
              <a:spcAft>
                <a:spcPct val="0"/>
              </a:spcAft>
            </a:pPr>
            <a:r>
              <a:rPr lang="en-US" sz="1800" b="1" dirty="0"/>
              <a:t>Compliances : </a:t>
            </a:r>
            <a:r>
              <a:rPr lang="en-US" sz="1800" dirty="0"/>
              <a:t>Component should have minimum compliances like ROHS &amp; REACH.</a:t>
            </a:r>
          </a:p>
          <a:p>
            <a:pPr marL="296863" indent="-296863">
              <a:spcBef>
                <a:spcPct val="0"/>
              </a:spcBef>
              <a:spcAft>
                <a:spcPct val="0"/>
              </a:spcAft>
            </a:pPr>
            <a:endParaRPr lang="en-US" dirty="0"/>
          </a:p>
          <a:p>
            <a:pPr marL="296863" indent="-296863">
              <a:spcBef>
                <a:spcPct val="0"/>
              </a:spcBef>
              <a:spcAft>
                <a:spcPct val="0"/>
              </a:spcAft>
            </a:pPr>
            <a:r>
              <a:rPr lang="en-US" b="1" dirty="0"/>
              <a:t>Long term Availability/End Of Life: </a:t>
            </a:r>
            <a:r>
              <a:rPr lang="en-US" dirty="0"/>
              <a:t>Make sure the component availability based on the product life cycle.</a:t>
            </a:r>
          </a:p>
          <a:p>
            <a:pPr marL="296863" indent="-296863">
              <a:spcBef>
                <a:spcPct val="0"/>
              </a:spcBef>
              <a:spcAft>
                <a:spcPct val="0"/>
              </a:spcAft>
            </a:pPr>
            <a:endParaRPr lang="en-US" sz="1800" dirty="0"/>
          </a:p>
          <a:p>
            <a:pPr marL="296863" indent="-296863">
              <a:spcBef>
                <a:spcPct val="0"/>
              </a:spcBef>
              <a:spcAft>
                <a:spcPct val="0"/>
              </a:spcAft>
            </a:pPr>
            <a:endParaRPr lang="en-US" dirty="0">
              <a:latin typeface="Arial" charset="0"/>
              <a:cs typeface="Arial" charset="0"/>
            </a:endParaRPr>
          </a:p>
        </p:txBody>
      </p:sp>
      <p:sp>
        <p:nvSpPr>
          <p:cNvPr id="4" name="Text Placeholder 2">
            <a:extLst>
              <a:ext uri="{FF2B5EF4-FFF2-40B4-BE49-F238E27FC236}">
                <a16:creationId xmlns:a16="http://schemas.microsoft.com/office/drawing/2014/main" id="{5535E4AF-3C26-2918-041B-AC550746E6AA}"/>
              </a:ext>
            </a:extLst>
          </p:cNvPr>
          <p:cNvSpPr txBox="1">
            <a:spLocks/>
          </p:cNvSpPr>
          <p:nvPr/>
        </p:nvSpPr>
        <p:spPr bwMode="auto">
          <a:xfrm>
            <a:off x="5902018" y="1839277"/>
            <a:ext cx="5484794" cy="4431983"/>
          </a:xfrm>
          <a:prstGeom prst="rect">
            <a:avLst/>
          </a:prstGeom>
          <a:noFill/>
          <a:ln w="9525">
            <a:noFill/>
            <a:miter lim="800000"/>
            <a:headEnd/>
            <a:tailEnd/>
          </a:ln>
        </p:spPr>
        <p:txBody>
          <a:bodyPr wrap="square" lIns="0" tIns="0" rIns="0" bIns="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296863" indent="-296863">
              <a:buClr>
                <a:schemeClr val="bg2"/>
              </a:buClr>
              <a:buSzPct val="120000"/>
              <a:buFont typeface="Wingdings" pitchFamily="2" charset="2"/>
              <a:buChar char="§"/>
            </a:pPr>
            <a:r>
              <a:rPr lang="en-US" b="1" dirty="0"/>
              <a:t>Lead Time : </a:t>
            </a:r>
            <a:r>
              <a:rPr lang="en-US" dirty="0"/>
              <a:t>Component with long lead time will impact the product delivery schedule and stocking the component will affect the product overall cost.</a:t>
            </a:r>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r>
              <a:rPr lang="en-US" sz="1800" b="1" dirty="0"/>
              <a:t>Cost : </a:t>
            </a:r>
            <a:r>
              <a:rPr lang="en-US" sz="1800" dirty="0"/>
              <a:t>Component cost should be as less as possible for better marketing strategy. But sometimes Component cost has less priority that product quality and size. So, the decision has been taken before considering the component cost.</a:t>
            </a:r>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r>
              <a:rPr lang="en-US" sz="1800" b="1" dirty="0"/>
              <a:t>Where to Buy : </a:t>
            </a:r>
            <a:r>
              <a:rPr lang="en-US" sz="1800" dirty="0"/>
              <a:t>The selected component should be available from trusted distributors along with the manufacturer.</a:t>
            </a:r>
          </a:p>
          <a:p>
            <a:pPr marL="296863" indent="-296863">
              <a:buClr>
                <a:schemeClr val="bg2"/>
              </a:buClr>
              <a:buSzPct val="120000"/>
              <a:buFont typeface="Wingdings" pitchFamily="2" charset="2"/>
              <a:buChar char="§"/>
            </a:pPr>
            <a:endParaRPr lang="en-US" sz="1800" dirty="0"/>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endParaRPr lang="en-US" dirty="0"/>
          </a:p>
        </p:txBody>
      </p:sp>
      <p:sp>
        <p:nvSpPr>
          <p:cNvPr id="5" name="Text Placeholder 6">
            <a:extLst>
              <a:ext uri="{FF2B5EF4-FFF2-40B4-BE49-F238E27FC236}">
                <a16:creationId xmlns:a16="http://schemas.microsoft.com/office/drawing/2014/main" id="{06A3356A-F11F-4910-B794-63834725D983}"/>
              </a:ext>
            </a:extLst>
          </p:cNvPr>
          <p:cNvSpPr txBox="1">
            <a:spLocks/>
          </p:cNvSpPr>
          <p:nvPr/>
        </p:nvSpPr>
        <p:spPr bwMode="gray">
          <a:xfrm>
            <a:off x="805188" y="1086803"/>
            <a:ext cx="8224837" cy="30777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en-US"/>
            </a:defPPr>
            <a:lvl1pPr marL="0" indent="0" algn="l" rtl="0" eaLnBrk="1" fontAlgn="base" hangingPunct="1">
              <a:spcBef>
                <a:spcPct val="0"/>
              </a:spcBef>
              <a:spcAft>
                <a:spcPct val="0"/>
              </a:spcAft>
              <a:buClr>
                <a:schemeClr val="bg2"/>
              </a:buClr>
              <a:buSzPct val="120000"/>
              <a:buFont typeface="Wingdings" pitchFamily="2" charset="2"/>
              <a:buNone/>
              <a:defRPr lang="en-US" b="1" kern="1200">
                <a:solidFill>
                  <a:schemeClr val="bg2"/>
                </a:solidFill>
                <a:latin typeface="Arial" pitchFamily="34" charset="0"/>
                <a:ea typeface="+mn-ea"/>
                <a:cs typeface="Arial" pitchFamily="34" charset="0"/>
              </a:defRPr>
            </a:lvl1pPr>
            <a:lvl2pPr marL="285750" indent="-28575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71500" indent="-279400"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850900" indent="-279400"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136650" indent="-285750" algn="l" defTabSz="933450"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latin typeface="Arial" charset="0"/>
                <a:cs typeface="Arial" charset="0"/>
              </a:rPr>
              <a:t>Considerations while selection of Alternate </a:t>
            </a:r>
            <a:r>
              <a:rPr lang="en-US" sz="2000" dirty="0" err="1">
                <a:latin typeface="Arial" charset="0"/>
                <a:cs typeface="Arial" charset="0"/>
              </a:rPr>
              <a:t>cntd</a:t>
            </a:r>
            <a:r>
              <a:rPr lang="en-US" sz="2000" dirty="0">
                <a:latin typeface="Arial" charset="0"/>
                <a:cs typeface="Arial" charset="0"/>
              </a:rPr>
              <a:t>.</a:t>
            </a:r>
            <a:r>
              <a:rPr lang="en-US" dirty="0">
                <a:latin typeface="Arial" charset="0"/>
                <a:cs typeface="Arial" charset="0"/>
              </a:rPr>
              <a:t> </a:t>
            </a:r>
          </a:p>
        </p:txBody>
      </p:sp>
    </p:spTree>
    <p:extLst>
      <p:ext uri="{BB962C8B-B14F-4D97-AF65-F5344CB8AC3E}">
        <p14:creationId xmlns:p14="http://schemas.microsoft.com/office/powerpoint/2010/main" val="14359634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295</Words>
  <Application>Microsoft Office PowerPoint</Application>
  <PresentationFormat>Widescreen</PresentationFormat>
  <Paragraphs>22</Paragraphs>
  <Slides>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Wingdings</vt:lpstr>
      <vt:lpstr>Office Theme</vt:lpstr>
      <vt:lpstr>Alternate Finding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Maddikunta Akhila</dc:creator>
  <cp:lastModifiedBy>Maddikunta Akhila</cp:lastModifiedBy>
  <cp:revision>1</cp:revision>
  <dcterms:created xsi:type="dcterms:W3CDTF">2025-10-14T11:44:22Z</dcterms:created>
  <dcterms:modified xsi:type="dcterms:W3CDTF">2025-10-14T11:48:22Z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331f486-f8b5-456b-a19a-dbe0d296c5fd_Enabled">
    <vt:lpwstr>true</vt:lpwstr>
  </property>
  <property fmtid="{D5CDD505-2E9C-101B-9397-08002B2CF9AE}" pid="3" name="MSIP_Label_7331f486-f8b5-456b-a19a-dbe0d296c5fd_SetDate">
    <vt:lpwstr>2025-10-14T11:48:04Z</vt:lpwstr>
  </property>
  <property fmtid="{D5CDD505-2E9C-101B-9397-08002B2CF9AE}" pid="4" name="MSIP_Label_7331f486-f8b5-456b-a19a-dbe0d296c5fd_Method">
    <vt:lpwstr>Privileged</vt:lpwstr>
  </property>
  <property fmtid="{D5CDD505-2E9C-101B-9397-08002B2CF9AE}" pid="5" name="MSIP_Label_7331f486-f8b5-456b-a19a-dbe0d296c5fd_Name">
    <vt:lpwstr>Company Confidential Internal Use</vt:lpwstr>
  </property>
  <property fmtid="{D5CDD505-2E9C-101B-9397-08002B2CF9AE}" pid="6" name="MSIP_Label_7331f486-f8b5-456b-a19a-dbe0d296c5fd_SiteId">
    <vt:lpwstr>edf442f5-b994-4c86-a131-b42b03a16c95</vt:lpwstr>
  </property>
  <property fmtid="{D5CDD505-2E9C-101B-9397-08002B2CF9AE}" pid="7" name="MSIP_Label_7331f486-f8b5-456b-a19a-dbe0d296c5fd_ActionId">
    <vt:lpwstr>067b640f-1c16-4195-aeec-e4d8d1aa34b0</vt:lpwstr>
  </property>
  <property fmtid="{D5CDD505-2E9C-101B-9397-08002B2CF9AE}" pid="8" name="MSIP_Label_7331f486-f8b5-456b-a19a-dbe0d296c5fd_ContentBits">
    <vt:lpwstr>0</vt:lpwstr>
  </property>
  <property fmtid="{D5CDD505-2E9C-101B-9397-08002B2CF9AE}" pid="9" name="MSIP_Label_7331f486-f8b5-456b-a19a-dbe0d296c5fd_Tag">
    <vt:lpwstr>10, 0, 1, 1</vt:lpwstr>
  </property>
</Properties>
</file>