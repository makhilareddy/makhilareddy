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D10F2-1A1C-E2FC-76AA-D9E01A3E0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F8137-69D4-8D13-4A65-95C65234A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C1240-8396-22E4-00C6-C4285EDB6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1EE64-E51C-B944-C371-13687A64B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D62B4-825B-19E1-5937-86025E6C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69C4-205E-686D-C214-0331A64C0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EBAB-C5EE-216A-AD72-CC0336969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67916-10B9-21DF-F523-E7A8CE9C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57293-A50A-62BA-FEA1-CAFDDFD5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548B5-0FB3-C384-3932-666832AE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9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8E5C-C6C4-01C2-93C7-A8F95971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C2607-0B05-A66E-A332-FA771ED7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98593-4597-5A20-B44C-8F5F4D19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FCCC5-2881-3411-3724-35A59272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19E06-94F6-7DC5-0399-00C5EC16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5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7CA4-65BE-4F05-6618-44468EA6F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E84D9-03E7-42EB-9A23-073AC27CD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1DFEA-D774-9D96-16CE-7BC3DF16B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71843-6EC2-66E9-C4AA-471DC48A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9AEC0-442D-9A13-1956-8F245EBA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17CEC-2A9A-D00A-E397-15FDBFF2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20B0-1014-4092-419E-D83A7ED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951EC-D26C-5E78-1995-A5F68C9F3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C92A6-77B7-477F-FA24-A4A2CB492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DC65C-4720-9CCD-137F-7B32392D1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0586FD-C198-1F3A-BA51-37637B856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2DA22E-FD67-9E2F-7C63-B2A4526E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3A048-0E5C-4F17-0310-D7ED4E36A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B33F10-2B86-2102-97F8-53268953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71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1D82-CE3D-E9CF-F51E-5A54D3DE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618033-1E78-D3F3-B52D-F750A514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6938F-CAB2-DBAA-186F-3654AC381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D13F4-EB67-91E6-0559-49A46A35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6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0B33F-9A99-E17C-CA72-1542462F3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71C8C-F4DB-694D-B730-A3A5BD159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B4778-AABF-774E-1F93-27B0A6AB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66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D11D-9329-3E85-7E73-580A3029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CB64D-86D6-016B-5505-7EA60FDA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923E3-8CAF-2B43-EE72-C8BB97573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DACDD-B3E1-D8D0-2B73-E31C9971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57BC3-1269-5060-6C19-47F52D20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588C0-23FE-344E-44DD-29C3A04D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84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CF7DD-E6C9-7072-8377-5BAB1977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B66630-86C3-247C-AEB9-E2C8AB0E82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2D041-3EAD-704C-3708-9ED573FD8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83796-DBE9-D28E-19EC-73B0957D5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89AA5-F8D1-57FB-240F-F84FE285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9D945-5A92-6737-7540-81B118A6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8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433A-F421-6866-23B4-0D50F454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51CCB-EFCF-54F3-52B7-315D6FCF5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ABB0C-5345-84C7-6674-681556348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D013-196D-3E08-41FE-8804455D9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C476D-B2DE-CD1B-E0A2-B28EDDA4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5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EAE371-B1D0-FD42-DFC0-0E33B52E7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F3005-D28D-EB6B-1670-8C0BDF679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215C0-4839-5F91-A69E-0B37357E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F3CB4-A301-8156-19DA-5E98BF6A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5D879-1879-8B5E-7FA2-0BC7DC94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6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1399C4-03C9-CE90-1927-0EAB7D336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F3820-2438-C28E-4710-964B3075B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D75C2-68A0-2099-2E52-F32C034CE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B8545-6A6F-42BA-8FF7-63AB08BA789E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EAF7C-63A7-0FDC-E1E2-B7EBA2730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ED3E2-6919-7967-DC57-50FB7E151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57B8A-98F6-4367-8178-95CDB842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6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E085-BE79-1AA5-A5E6-DECF74D3C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0526"/>
            <a:ext cx="9144000" cy="6477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4D4D4F"/>
                </a:solidFill>
                <a:latin typeface="Arial" panose="020B0604020202020204" pitchFamily="34" charset="0"/>
                <a:cs typeface="Arial" pitchFamily="34" charset="0"/>
              </a:rPr>
              <a:t>BLDC Motor Controller Board - Development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43123-3DC3-33B3-210C-4CF9EC428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25" y="954781"/>
            <a:ext cx="11895972" cy="5769894"/>
          </a:xfrm>
        </p:spPr>
        <p:txBody>
          <a:bodyPr anchor="b"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</a:t>
            </a: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15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r>
              <a:rPr lang="en-US" sz="1600" dirty="0"/>
              <a:t>                                                                                                          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AA70C9-0341-BF5C-1EF6-6C58E80F1F48}"/>
              </a:ext>
            </a:extLst>
          </p:cNvPr>
          <p:cNvSpPr txBox="1">
            <a:spLocks/>
          </p:cNvSpPr>
          <p:nvPr/>
        </p:nvSpPr>
        <p:spPr>
          <a:xfrm>
            <a:off x="1512321" y="233536"/>
            <a:ext cx="10058497" cy="7170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000" dirty="0">
              <a:solidFill>
                <a:srgbClr val="4D4D4F"/>
              </a:solidFill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434C8-FAF5-B342-8902-0D3394C31B3C}"/>
              </a:ext>
            </a:extLst>
          </p:cNvPr>
          <p:cNvSpPr/>
          <p:nvPr/>
        </p:nvSpPr>
        <p:spPr>
          <a:xfrm>
            <a:off x="766924" y="1304447"/>
            <a:ext cx="74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4C926D-7C4C-8147-AF5F-E13E44186483}"/>
              </a:ext>
            </a:extLst>
          </p:cNvPr>
          <p:cNvSpPr/>
          <p:nvPr/>
        </p:nvSpPr>
        <p:spPr>
          <a:xfrm>
            <a:off x="766925" y="1749551"/>
            <a:ext cx="412105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scope of the project was to develop a common PCB to provide 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platform for the 6V, 12V and 24V BLDC Motors (Power of 24W).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scope also includes development of firmware and functional testing of the controller boards.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Targeted for 33mm controller board size.</a:t>
            </a:r>
          </a:p>
          <a:p>
            <a:pPr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defRPr/>
            </a:pP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E89B43-E4F0-BC85-A568-0F9B985ED410}"/>
              </a:ext>
            </a:extLst>
          </p:cNvPr>
          <p:cNvSpPr/>
          <p:nvPr/>
        </p:nvSpPr>
        <p:spPr>
          <a:xfrm>
            <a:off x="5207708" y="3449418"/>
            <a:ext cx="27266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ED56AE-6CD6-8800-EDF2-57AEA46737D8}"/>
              </a:ext>
            </a:extLst>
          </p:cNvPr>
          <p:cNvCxnSpPr>
            <a:cxnSpLocks/>
          </p:cNvCxnSpPr>
          <p:nvPr/>
        </p:nvCxnSpPr>
        <p:spPr>
          <a:xfrm flipV="1">
            <a:off x="766924" y="1705537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7382E9-DAA1-8C43-A527-B5CAD2879730}"/>
              </a:ext>
            </a:extLst>
          </p:cNvPr>
          <p:cNvCxnSpPr>
            <a:cxnSpLocks/>
          </p:cNvCxnSpPr>
          <p:nvPr/>
        </p:nvCxnSpPr>
        <p:spPr>
          <a:xfrm>
            <a:off x="5207709" y="3814516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B419CF-CFA8-2D34-5A9A-73B1BF101D97}"/>
              </a:ext>
            </a:extLst>
          </p:cNvPr>
          <p:cNvCxnSpPr>
            <a:cxnSpLocks/>
          </p:cNvCxnSpPr>
          <p:nvPr/>
        </p:nvCxnSpPr>
        <p:spPr>
          <a:xfrm flipV="1">
            <a:off x="766923" y="3910655"/>
            <a:ext cx="304800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33A93C4-9F3F-B101-9BF6-34CBE3DDEBFB}"/>
              </a:ext>
            </a:extLst>
          </p:cNvPr>
          <p:cNvSpPr/>
          <p:nvPr/>
        </p:nvSpPr>
        <p:spPr>
          <a:xfrm>
            <a:off x="766924" y="3947154"/>
            <a:ext cx="344128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Altimum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schematics and PCB layout designing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MP LAB IDE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8-bit PIC Microcontroller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Pickit3 Debugger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SVN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UART for diagnostics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C3F4D9-8F7C-3417-4EB8-3823CE2FCE2A}"/>
              </a:ext>
            </a:extLst>
          </p:cNvPr>
          <p:cNvSpPr/>
          <p:nvPr/>
        </p:nvSpPr>
        <p:spPr>
          <a:xfrm>
            <a:off x="4982927" y="3797010"/>
            <a:ext cx="346095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5760" lvl="1" indent="-171446" defTabSz="914332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Some of the functional testing at client location because of dependency on the end customer application setup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561D08-FCC4-60A2-A8E7-74D72C01D593}"/>
              </a:ext>
            </a:extLst>
          </p:cNvPr>
          <p:cNvSpPr/>
          <p:nvPr/>
        </p:nvSpPr>
        <p:spPr>
          <a:xfrm>
            <a:off x="5040302" y="5268655"/>
            <a:ext cx="344417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lvl="2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Hardware, firmware completely owned by POEC.</a:t>
            </a: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80981" lvl="2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 target of $5 per board achieved.</a:t>
            </a:r>
          </a:p>
          <a:p>
            <a:pPr marL="380981" lvl="2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Accommodated the board size within the targeted controller board size.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B80E65-C266-A94F-EE13-60CBEA01506F}"/>
              </a:ext>
            </a:extLst>
          </p:cNvPr>
          <p:cNvCxnSpPr>
            <a:cxnSpLocks/>
          </p:cNvCxnSpPr>
          <p:nvPr/>
        </p:nvCxnSpPr>
        <p:spPr>
          <a:xfrm>
            <a:off x="5095317" y="5256919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3FB2BA2-0AB8-19EB-0BBC-63945A2DF00E}"/>
              </a:ext>
            </a:extLst>
          </p:cNvPr>
          <p:cNvSpPr/>
          <p:nvPr/>
        </p:nvSpPr>
        <p:spPr>
          <a:xfrm>
            <a:off x="5013868" y="4877270"/>
            <a:ext cx="3134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Improvements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191C13-EDAE-0F97-5CF9-BED0C7F7F6A0}"/>
              </a:ext>
            </a:extLst>
          </p:cNvPr>
          <p:cNvCxnSpPr>
            <a:cxnSpLocks/>
          </p:cNvCxnSpPr>
          <p:nvPr/>
        </p:nvCxnSpPr>
        <p:spPr>
          <a:xfrm>
            <a:off x="8851829" y="5401684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7811AC8-2171-9FE6-8C20-2EDA8768CC8F}"/>
              </a:ext>
            </a:extLst>
          </p:cNvPr>
          <p:cNvSpPr/>
          <p:nvPr/>
        </p:nvSpPr>
        <p:spPr>
          <a:xfrm>
            <a:off x="8953764" y="5032352"/>
            <a:ext cx="3134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D609AA99-564D-ABE7-E8DE-EF0651CAF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409" y="3525263"/>
            <a:ext cx="1459617" cy="1256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AFE837AD-D7BA-F48F-EDF5-33540F78D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139" y="954781"/>
            <a:ext cx="1066376" cy="954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9F8E404B-AF6F-0A81-D672-294B5B4BB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8544" y="954781"/>
            <a:ext cx="985837" cy="954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5FE68CAE-A9BC-FED6-D67C-5620A424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958" y="2091472"/>
            <a:ext cx="1337735" cy="1218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>
            <a:extLst>
              <a:ext uri="{FF2B5EF4-FFF2-40B4-BE49-F238E27FC236}">
                <a16:creationId xmlns:a16="http://schemas.microsoft.com/office/drawing/2014/main" id="{5ADC4745-3E32-D064-3F4D-20E8E4A6F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004" y="2178286"/>
            <a:ext cx="1273773" cy="1105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662BD7C-2C72-8406-AED1-6145184C3E92}"/>
              </a:ext>
            </a:extLst>
          </p:cNvPr>
          <p:cNvSpPr txBox="1"/>
          <p:nvPr/>
        </p:nvSpPr>
        <p:spPr>
          <a:xfrm>
            <a:off x="10401300" y="133325"/>
            <a:ext cx="1581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E51736"/>
                </a:solidFill>
                <a:ea typeface="+mj-ea"/>
                <a:cs typeface="+mj-cs"/>
              </a:rPr>
              <a:t>Division: PFD</a:t>
            </a:r>
          </a:p>
        </p:txBody>
      </p:sp>
      <p:pic>
        <p:nvPicPr>
          <p:cNvPr id="26" name="Picture 8">
            <a:extLst>
              <a:ext uri="{FF2B5EF4-FFF2-40B4-BE49-F238E27FC236}">
                <a16:creationId xmlns:a16="http://schemas.microsoft.com/office/drawing/2014/main" id="{485BD7D2-B2B0-9BDA-920D-E2E14B66BFA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095" y="1278195"/>
            <a:ext cx="1989015" cy="1997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3B9E7F5-3963-ACE3-F1A4-3035BAE4D2F2}"/>
              </a:ext>
            </a:extLst>
          </p:cNvPr>
          <p:cNvSpPr txBox="1"/>
          <p:nvPr/>
        </p:nvSpPr>
        <p:spPr>
          <a:xfrm>
            <a:off x="5637229" y="297415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03F088-B86F-D5DB-F52E-114529EF210B}"/>
              </a:ext>
            </a:extLst>
          </p:cNvPr>
          <p:cNvSpPr txBox="1"/>
          <p:nvPr/>
        </p:nvSpPr>
        <p:spPr>
          <a:xfrm>
            <a:off x="8827501" y="5405918"/>
            <a:ext cx="3444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to End development of controller board</a:t>
            </a:r>
          </a:p>
        </p:txBody>
      </p:sp>
    </p:spTree>
    <p:extLst>
      <p:ext uri="{BB962C8B-B14F-4D97-AF65-F5344CB8AC3E}">
        <p14:creationId xmlns:p14="http://schemas.microsoft.com/office/powerpoint/2010/main" val="3064451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140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BLDC Motor Controller Board -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5</cp:revision>
  <dcterms:created xsi:type="dcterms:W3CDTF">2025-10-09T05:47:50Z</dcterms:created>
  <dcterms:modified xsi:type="dcterms:W3CDTF">2025-10-10T05:49:49Z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2025-10-09T06:31:26Z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96ceec85-9877-4c07-9b59-023f438ecfcd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