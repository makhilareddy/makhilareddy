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D49D-330C-1B8B-0125-8A86F9FE8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36AD3-C442-DBF4-144B-60F643E1E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BDE88-C528-686E-9BC8-A7E50148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77485-3A80-1BAF-AD87-A4F33F9F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19383-4859-EC67-89AE-C730531E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1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9A46-A73E-5DF5-A96D-3A654C00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BEB5-8658-DB88-450E-3D0F16C9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67872-037B-B230-5AD7-9C58D442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2E94-43BD-B36B-36A4-A9C64160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1C7-05D2-7014-08A3-802E57BF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7AAB-650A-13F2-B4D6-1D3939A0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C00A4-3AD2-7386-9A82-5CE65345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41C50-461A-BE02-8F3B-7978D43A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F6804-C935-7962-80D2-6BA7DE49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FFB7C-C298-7A7D-6063-D752DE72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AA1A-97F4-97F8-41A0-22BFFCC2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2F96-E64C-245F-BEAD-17667CFDF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334C9-69B9-E89A-B7A6-F49A99980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5451F-B5D1-7465-7719-CA91DDD7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513A-FC53-7989-608B-758F4E61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B6008-018F-4C1C-5614-61D88346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7226-AEC9-E34A-2873-35936C51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635C8-DEAC-972D-6688-25F7AB8A6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8DA94-7FEC-7671-2BDD-0A5581753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DCDDD-08E8-2EDF-0CB8-92A84019B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559DD-04E2-6EFA-0D5F-58684FD65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396895-E971-C375-1A0D-90A217D8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74D94-C283-8CD7-E78E-40594267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208AC-6370-E476-CB03-A1ADC708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6C51-CA3E-67BA-08B7-B238B04F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5EE06-6B0C-7F3A-9DD5-9E310C73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EEF38-17C4-5CAD-557A-5002BA3D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24AA-35B9-7DFE-C1FD-FC11FDF3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1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A2F84-7858-685D-9694-330C6F875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2C13D-D051-ECE0-9A9A-7C5DF499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E5853-52B5-994E-9E27-8A80FD48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4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A075-4F46-64A9-D01D-7907C21B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B574-00BE-564F-720A-6C8C0CA0E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9448D-CBD0-668D-BFB5-D7A8239F2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4E954-150B-A4A1-5B5E-C3A43313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7CC5B-2749-E38C-300C-92FB0ECA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7D56-8246-6A21-8018-2A8543B2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5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7A5F-B516-6104-F908-CAE93260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D6B33-7F8B-39E4-F0A3-372065607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20AA6-3A6D-1ED4-6F25-0A78765E9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23FE-31A8-BB7C-CA12-4A3681DC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255B7-42A9-1AF9-0D33-041BE213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B0790-25DF-8D38-4B9A-BEE24705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4ABE-C626-1324-65F7-135B9B2C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51711-BB72-68A6-A9D6-649A04295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E5392-1C46-B2EE-CC12-6ED0A98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44B41-F72A-B318-D0EA-C9EB71DD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1CD13-4D25-44EE-D16D-B0601BA3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8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F8CAB-FA3F-58B3-DA54-C9FF7BD64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8D15C-ED69-5CEE-7311-661666E14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D97D9-35FD-03C9-5F8B-1F5081C3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33D14-1B8A-34DB-B315-E77692AD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D543A-A8E2-6379-B76F-DFD595CD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0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7BBF3-1EF3-B618-1EF5-8F867FBA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74F47-568E-E23A-D066-28BAB8BED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CC387-9401-49FD-6DDA-2183525D3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A7583-AF0E-41EF-8E8E-340ABBC7C44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384B9-C5A3-A615-2749-98718E488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AA23-1ACF-4957-EDF2-609776643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0FE29-5442-4E9F-930D-8FB84638C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1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289C3CE-8315-A5BF-03BA-EE33A62D40F0}"/>
              </a:ext>
            </a:extLst>
          </p:cNvPr>
          <p:cNvSpPr>
            <a:spLocks noGrp="1"/>
          </p:cNvSpPr>
          <p:nvPr/>
        </p:nvSpPr>
        <p:spPr>
          <a:xfrm>
            <a:off x="621706" y="196066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SmartHQ</a:t>
            </a:r>
            <a:r>
              <a:rPr lang="en-US" dirty="0"/>
              <a:t>: Current Testing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64533C5-508D-AF23-B20C-43E8BDEDBAF6}"/>
              </a:ext>
            </a:extLst>
          </p:cNvPr>
          <p:cNvSpPr>
            <a:spLocks noGrp="1"/>
          </p:cNvSpPr>
          <p:nvPr/>
        </p:nvSpPr>
        <p:spPr>
          <a:xfrm>
            <a:off x="9252801" y="62968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6704C8-804E-4D33-A76F-B16CF600B90D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740FF-3BE6-282B-0097-2B50A919161E}"/>
              </a:ext>
            </a:extLst>
          </p:cNvPr>
          <p:cNvSpPr/>
          <p:nvPr/>
        </p:nvSpPr>
        <p:spPr>
          <a:xfrm>
            <a:off x="196000" y="933837"/>
            <a:ext cx="5378329" cy="545085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Bluetooth module (Navy Bean) is connected with Appliance through RJ 45 connector.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SmartHQ</a:t>
            </a:r>
            <a:r>
              <a:rPr lang="en-US" dirty="0"/>
              <a:t> APP (Android / iOS)  connect with Bluetooth module through Bluetooth,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Upon successful pairing, the model gets detected and the specific menu in the app will get displayed.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testing is conducted for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Regression Testing : Testing of every feature in the app.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Firmware update: downgrade or upgrade  the firmware in the appliances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Forced fault code testing : Simulate fault in appliance and verify it through app.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6E113E6-6CD2-C3AE-6129-EDA3BD91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623" y="1079317"/>
            <a:ext cx="2948343" cy="2609283"/>
          </a:xfrm>
          <a:prstGeom prst="rect">
            <a:avLst/>
          </a:prstGeom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F25F66-DF9D-1074-533D-14877A75D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622" y="3739382"/>
            <a:ext cx="2983141" cy="2170235"/>
          </a:xfrm>
          <a:prstGeom prst="rect">
            <a:avLst/>
          </a:prstGeom>
        </p:spPr>
      </p:pic>
      <p:pic>
        <p:nvPicPr>
          <p:cNvPr id="9" name="Picture 8" descr="A screenshot of a device&#10;&#10;Description automatically generated">
            <a:extLst>
              <a:ext uri="{FF2B5EF4-FFF2-40B4-BE49-F238E27FC236}">
                <a16:creationId xmlns:a16="http://schemas.microsoft.com/office/drawing/2014/main" id="{43E2B75D-9056-DACE-9A14-6EAE0576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329" y="1079318"/>
            <a:ext cx="2653975" cy="35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3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69BEA6-B229-0FA5-A32E-BB459361DD7F}"/>
              </a:ext>
            </a:extLst>
          </p:cNvPr>
          <p:cNvSpPr>
            <a:spLocks noGrp="1"/>
          </p:cNvSpPr>
          <p:nvPr/>
        </p:nvSpPr>
        <p:spPr>
          <a:xfrm>
            <a:off x="573432" y="182336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Potential Test Setup</a:t>
            </a:r>
          </a:p>
        </p:txBody>
      </p:sp>
      <p:pic>
        <p:nvPicPr>
          <p:cNvPr id="3" name="Picture 2" descr="A screenshot of a device&#10;&#10;Description automatically generated">
            <a:extLst>
              <a:ext uri="{FF2B5EF4-FFF2-40B4-BE49-F238E27FC236}">
                <a16:creationId xmlns:a16="http://schemas.microsoft.com/office/drawing/2014/main" id="{5327E329-07C4-F18B-1E1A-768FB85DD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8" y="1163779"/>
            <a:ext cx="2653975" cy="3526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8E9686-DFAD-F666-EBFC-E9BFEF452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73" y="1853719"/>
            <a:ext cx="5008283" cy="15644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978B60-CAB0-EA27-5297-FD86C2F4B778}"/>
              </a:ext>
            </a:extLst>
          </p:cNvPr>
          <p:cNvSpPr/>
          <p:nvPr/>
        </p:nvSpPr>
        <p:spPr>
          <a:xfrm>
            <a:off x="8322857" y="1031372"/>
            <a:ext cx="3025498" cy="39153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BD32BE4D-BBCE-ED56-3D47-62CDA4BCA3BD}"/>
              </a:ext>
            </a:extLst>
          </p:cNvPr>
          <p:cNvSpPr/>
          <p:nvPr/>
        </p:nvSpPr>
        <p:spPr>
          <a:xfrm>
            <a:off x="9993446" y="2546780"/>
            <a:ext cx="951586" cy="5617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Device A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96481DD6-0F7B-961E-D8E0-37DF95D9D221}"/>
              </a:ext>
            </a:extLst>
          </p:cNvPr>
          <p:cNvSpPr/>
          <p:nvPr/>
        </p:nvSpPr>
        <p:spPr>
          <a:xfrm>
            <a:off x="9993446" y="3237388"/>
            <a:ext cx="951586" cy="5617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Device B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78EDD732-F93C-ADB0-2025-B2A538E9B6DF}"/>
              </a:ext>
            </a:extLst>
          </p:cNvPr>
          <p:cNvSpPr/>
          <p:nvPr/>
        </p:nvSpPr>
        <p:spPr>
          <a:xfrm>
            <a:off x="10046965" y="4256115"/>
            <a:ext cx="951586" cy="5617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Device N</a:t>
            </a:r>
          </a:p>
          <a:p>
            <a:pPr algn="ctr"/>
            <a:r>
              <a:rPr lang="en-US" sz="1200" dirty="0"/>
              <a:t>Model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157BEE-348B-32CF-98C9-AC852F35AAD9}"/>
              </a:ext>
            </a:extLst>
          </p:cNvPr>
          <p:cNvCxnSpPr>
            <a:cxnSpLocks/>
          </p:cNvCxnSpPr>
          <p:nvPr/>
        </p:nvCxnSpPr>
        <p:spPr>
          <a:xfrm>
            <a:off x="10501096" y="3927996"/>
            <a:ext cx="0" cy="233203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14">
            <a:extLst>
              <a:ext uri="{FF2B5EF4-FFF2-40B4-BE49-F238E27FC236}">
                <a16:creationId xmlns:a16="http://schemas.microsoft.com/office/drawing/2014/main" id="{968FE373-6840-2AFC-1584-2B06B961794C}"/>
              </a:ext>
            </a:extLst>
          </p:cNvPr>
          <p:cNvSpPr txBox="1"/>
          <p:nvPr/>
        </p:nvSpPr>
        <p:spPr>
          <a:xfrm>
            <a:off x="8322857" y="5198337"/>
            <a:ext cx="33569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PC – Running Appliance Models</a:t>
            </a:r>
          </a:p>
          <a:p>
            <a:r>
              <a:rPr lang="en-US" dirty="0"/>
              <a:t>Simple models for each Appliance</a:t>
            </a:r>
          </a:p>
          <a:p>
            <a:r>
              <a:rPr lang="en-US" dirty="0"/>
              <a:t>Simulate errors/success</a:t>
            </a:r>
          </a:p>
          <a:p>
            <a:r>
              <a:rPr lang="en-US" dirty="0"/>
              <a:t>Multi Appliance Testing</a:t>
            </a:r>
          </a:p>
          <a:p>
            <a:r>
              <a:rPr lang="en-US" dirty="0"/>
              <a:t>Inject Errors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5FABAF-0F31-939B-4F75-91596B283DA6}"/>
              </a:ext>
            </a:extLst>
          </p:cNvPr>
          <p:cNvSpPr/>
          <p:nvPr/>
        </p:nvSpPr>
        <p:spPr>
          <a:xfrm>
            <a:off x="8445595" y="2565601"/>
            <a:ext cx="472537" cy="22522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Interface Library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662F20-8E8E-C310-56F0-12D7A876F998}"/>
              </a:ext>
            </a:extLst>
          </p:cNvPr>
          <p:cNvSpPr/>
          <p:nvPr/>
        </p:nvSpPr>
        <p:spPr>
          <a:xfrm>
            <a:off x="8977699" y="2565601"/>
            <a:ext cx="834948" cy="22522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Common Response Library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63A3FA-BE80-0418-68CB-AF96232B5363}"/>
              </a:ext>
            </a:extLst>
          </p:cNvPr>
          <p:cNvSpPr/>
          <p:nvPr/>
        </p:nvSpPr>
        <p:spPr>
          <a:xfrm>
            <a:off x="8445595" y="1788665"/>
            <a:ext cx="2461268" cy="506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Test Criteria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7FD8B1-5848-5D0C-BDB7-497C0B5325DA}"/>
              </a:ext>
            </a:extLst>
          </p:cNvPr>
          <p:cNvSpPr/>
          <p:nvPr/>
        </p:nvSpPr>
        <p:spPr>
          <a:xfrm>
            <a:off x="8414546" y="1213228"/>
            <a:ext cx="2461268" cy="506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91240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2025-10-14T06:56:31Z</dcterms:created>
  <dcterms:modified xsi:type="dcterms:W3CDTF">2025-10-14T06:57:53Z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2025-10-14T06:57:53Z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aec9314e-3d93-4928-8a18-d07701c31a38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