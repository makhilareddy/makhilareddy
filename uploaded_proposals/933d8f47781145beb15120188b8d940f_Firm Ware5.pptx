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57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531B1C-FA6C-44F4-A36A-7CEB49A24E28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6F392F1-06B7-4A75-9B1C-13E08AE1831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146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5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en-US"/>
          </a:p>
        </p:txBody>
      </p:sp>
      <p:sp>
        <p:nvSpPr>
          <p:cNvPr id="38916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fld id="{CEEDAD03-9B2C-4C93-AEFA-EF5D75ABFE7E}" type="slidenum">
              <a:rPr lang="en-US"/>
              <a:pPr fontAlgn="base">
                <a:spcBef>
                  <a:spcPct val="0"/>
                </a:spcBef>
                <a:spcAft>
                  <a:spcPct val="0"/>
                </a:spcAft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15035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CB2AC-382F-68ED-CA2A-E5C2659B9B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C2CB85-BE19-76BF-82C7-9401C5E9FA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05F1C3-3CD7-EF6D-AD85-314B1ADDC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64E6-8E15-4771-A11A-B971A00BC8B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6BF754-4DA4-1108-8B45-95D2FC809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18E786-A8E0-AA92-435D-F503965B1E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8DCF-3484-48E1-B9B6-90254FBC6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134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129479-EF29-937B-43CF-7F12F04A3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2BA5CE-7CDE-9064-D072-34DA849D04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D4BBB1-4932-09B3-2B51-AA4B033E73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64E6-8E15-4771-A11A-B971A00BC8B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19AFE8-8347-A96C-D2B7-C8F1BE16F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54196C0-6002-0937-7ABB-74E30EDD9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8DCF-3484-48E1-B9B6-90254FBC6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5929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B461-8371-233C-0025-BF3CB85D8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154A5A-6380-28EA-71B5-4AB780E991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50F43F-5F9E-A7BE-96EC-2CA9F5DD4B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64E6-8E15-4771-A11A-B971A00BC8B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D006869-340B-D2C9-C64F-E2298E2D0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4A03D5-5313-747E-FA0F-454BB8E20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8DCF-3484-48E1-B9B6-90254FBC6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5106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7CA9C8-F394-0818-B631-566AABA338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AE44B0-1B49-D7E9-F410-097001B654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5A31282-5A60-B100-6A15-419B5B67F1F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AECABB-A03A-819C-4679-5041838E0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64E6-8E15-4771-A11A-B971A00BC8B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7EEEEE-AC03-6EAF-3EA8-53F97720F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D652D4-109B-124C-5407-E102ECCFA0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8DCF-3484-48E1-B9B6-90254FBC6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5316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678A-27C6-04C4-4830-D1603EE4D6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2A8E2B4-2A28-ACCC-C352-EDDA3F0961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F70EBAD-B99E-F344-7F0A-C5A10DA1344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85140D1-4FB4-5ADD-7EB0-F94D68F1A7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A40DB7-4350-EF65-FC39-8EE9B0A20B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213510-2D9F-5AEE-BEB7-F2AD349C3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64E6-8E15-4771-A11A-B971A00BC8B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9E228A-ED2C-9F23-BE27-09F096AB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76B1931-8D02-2BBC-3B2C-4E58575E06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8DCF-3484-48E1-B9B6-90254FBC6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346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3C27A-5AFE-9BDB-5EAB-1FA0A7A8D3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5B5FFD7-5BE3-1A40-DECF-4D7F177B8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64E6-8E15-4771-A11A-B971A00BC8B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FE2D797-FB8C-8F2F-340E-E27E5AA63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7A6A24-150D-81D2-C051-E900D832A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8DCF-3484-48E1-B9B6-90254FBC6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66431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EB7E137-C16D-8B0D-E485-A6EEEB93E1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64E6-8E15-4771-A11A-B971A00BC8B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DCD4262-0EBE-DB8F-972D-970D83C772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BA5D4C-EEAF-B54C-2F9E-2947581E9C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8DCF-3484-48E1-B9B6-90254FBC6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0701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0C6AD3-86A8-E04E-9ACC-525C8F7779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35AB6B-3A04-49BE-F9B6-FDC41DD3BC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678025-E687-00E2-3559-18BD19F4EC5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B7C97E-E82F-853E-17B1-CB3CC26718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64E6-8E15-4771-A11A-B971A00BC8B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334FBAC-AC49-B459-20C7-1F2395124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BB9DF1-8BEF-ED10-651E-33B76766E4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8DCF-3484-48E1-B9B6-90254FBC6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884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745E28-9D1E-4D33-549B-4224C2C30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F7C59D0-D40D-5CCF-4DCD-2B58C2CF856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85F65A-463B-9480-4069-A6393957F6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728D6F-8B70-E2AC-D1EA-CE9FF25471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64E6-8E15-4771-A11A-B971A00BC8B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0A9A2D-558B-32B6-2BCA-E9F134ED1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CE3E0B-1367-0EAD-C898-4E6A80CB63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8DCF-3484-48E1-B9B6-90254FBC6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1724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528AEC-E25F-E37D-A4B4-039FABDB06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DF751-E289-DB13-0A48-4E7D3F305F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DC66D9-214B-7C7F-78AE-065751620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64E6-8E15-4771-A11A-B971A00BC8B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6A7F60-F4AB-3DD3-0838-B66882C13E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DF136-BDF3-4E44-D29D-01C957D7A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8DCF-3484-48E1-B9B6-90254FBC6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4912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77CACD6-9D80-B4EE-C427-FB99CFB65E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729142-C998-AA30-88AC-8D491541A19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CDCF1B-11FA-5E53-FC33-47C7E89670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9E64E6-8E15-4771-A11A-B971A00BC8B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78C74E-9217-1873-515C-D6557726C9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0B084CC-C389-BB6B-BF1A-370E453AB5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778DCF-3484-48E1-B9B6-90254FBC6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0916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 bwMode="gray">
          <a:xfrm>
            <a:off x="641350" y="727075"/>
            <a:ext cx="10968567" cy="492443"/>
          </a:xfrm>
          <a:noFill/>
          <a:ln w="9525">
            <a:noFill/>
            <a:miter lim="800000"/>
            <a:headEnd/>
            <a:tailEnd/>
          </a:ln>
        </p:spPr>
        <p:txBody>
          <a:bodyPr/>
          <a:lstStyle>
            <a:lvl1pPr algn="l">
              <a:defRPr lang="en-US" sz="3200" b="1" kern="1200" dirty="0">
                <a:solidFill>
                  <a:schemeClr val="tx2"/>
                </a:solidFill>
                <a:latin typeface="Arial" pitchFamily="34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4"/>
          <p:cNvSpPr>
            <a:spLocks noGrp="1"/>
          </p:cNvSpPr>
          <p:nvPr>
            <p:ph type="body" sz="quarter" idx="10"/>
          </p:nvPr>
        </p:nvSpPr>
        <p:spPr bwMode="gray">
          <a:xfrm>
            <a:off x="641351" y="2466976"/>
            <a:ext cx="5245100" cy="1430804"/>
          </a:xfrm>
          <a:ln>
            <a:noFill/>
          </a:ln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lang="en-US" sz="18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8" name="Text Placeholder 4"/>
          <p:cNvSpPr>
            <a:spLocks noGrp="1"/>
          </p:cNvSpPr>
          <p:nvPr>
            <p:ph type="body" sz="quarter" idx="11"/>
          </p:nvPr>
        </p:nvSpPr>
        <p:spPr bwMode="gray">
          <a:xfrm>
            <a:off x="6364818" y="2466976"/>
            <a:ext cx="5245100" cy="1430804"/>
          </a:xfrm>
          <a:ln>
            <a:noFill/>
          </a:ln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lang="en-US" sz="18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1" name="Text Placeholder 4"/>
          <p:cNvSpPr>
            <a:spLocks noGrp="1"/>
          </p:cNvSpPr>
          <p:nvPr>
            <p:ph type="body" sz="quarter" idx="12"/>
          </p:nvPr>
        </p:nvSpPr>
        <p:spPr bwMode="gray">
          <a:xfrm>
            <a:off x="641351" y="1971676"/>
            <a:ext cx="5245100" cy="286161"/>
          </a:xfrm>
          <a:noFill/>
          <a:ln>
            <a:noFill/>
          </a:ln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1">
                <a:solidFill>
                  <a:schemeClr val="bg2"/>
                </a:solidFill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4"/>
          <p:cNvSpPr>
            <a:spLocks noGrp="1"/>
          </p:cNvSpPr>
          <p:nvPr>
            <p:ph type="body" sz="quarter" idx="13"/>
          </p:nvPr>
        </p:nvSpPr>
        <p:spPr bwMode="gray">
          <a:xfrm>
            <a:off x="6364818" y="1971676"/>
            <a:ext cx="5245100" cy="286161"/>
          </a:xfrm>
          <a:noFill/>
          <a:ln>
            <a:noFill/>
          </a:ln>
        </p:spPr>
        <p:txBody>
          <a:bodyPr anchor="b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tabLst/>
              <a:defRPr sz="1800" b="1">
                <a:solidFill>
                  <a:schemeClr val="bg2"/>
                </a:solidFill>
                <a:latin typeface="Arial" pitchFamily="34" charset="0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"/>
          <p:cNvSpPr>
            <a:spLocks noGrp="1"/>
          </p:cNvSpPr>
          <p:nvPr>
            <p:ph type="body" sz="quarter" idx="15"/>
          </p:nvPr>
        </p:nvSpPr>
        <p:spPr bwMode="gray">
          <a:xfrm>
            <a:off x="641351" y="4703296"/>
            <a:ext cx="5245100" cy="1430804"/>
          </a:xfrm>
          <a:ln>
            <a:noFill/>
          </a:ln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lang="en-US" sz="18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6" name="Text Placeholder 4"/>
          <p:cNvSpPr>
            <a:spLocks noGrp="1"/>
          </p:cNvSpPr>
          <p:nvPr>
            <p:ph type="body" sz="quarter" idx="16"/>
          </p:nvPr>
        </p:nvSpPr>
        <p:spPr bwMode="gray">
          <a:xfrm>
            <a:off x="6364818" y="4703296"/>
            <a:ext cx="5245100" cy="1430804"/>
          </a:xfrm>
          <a:ln>
            <a:noFill/>
          </a:ln>
        </p:spPr>
        <p:txBody>
          <a:bodyPr/>
          <a:lstStyle>
            <a:lvl1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+mn-lt"/>
                <a:ea typeface="+mn-ea"/>
                <a:cs typeface="Arial" pitchFamily="34" charset="0"/>
              </a:defRPr>
            </a:lvl2pPr>
            <a:lvl3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3pPr>
            <a:lvl4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4pPr>
            <a:lvl5pPr>
              <a:spcBef>
                <a:spcPts val="0"/>
              </a:spcBef>
              <a:spcAft>
                <a:spcPts val="0"/>
              </a:spcAft>
              <a:defRPr lang="en-US" sz="1800" b="0" kern="1200" baseline="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lang="en-US" sz="1800" kern="1200" dirty="0" smtClean="0">
                <a:solidFill>
                  <a:schemeClr val="tx1"/>
                </a:solidFill>
                <a:latin typeface="Arial" pitchFamily="34" charset="0"/>
                <a:ea typeface="+mn-ea"/>
                <a:cs typeface="Arial" pitchFamily="34" charset="0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37" name="Text Placeholder 4"/>
          <p:cNvSpPr>
            <a:spLocks noGrp="1"/>
          </p:cNvSpPr>
          <p:nvPr>
            <p:ph type="body" sz="quarter" idx="17"/>
          </p:nvPr>
        </p:nvSpPr>
        <p:spPr bwMode="gray">
          <a:xfrm>
            <a:off x="641351" y="4207996"/>
            <a:ext cx="5245100" cy="286161"/>
          </a:xfrm>
          <a:noFill/>
          <a:ln>
            <a:noFill/>
          </a:ln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buNone/>
              <a:defRPr lang="en-US" sz="1800" b="1" kern="1200" baseline="0" dirty="0" smtClean="0">
                <a:solidFill>
                  <a:schemeClr val="bg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"/>
          <p:cNvSpPr>
            <a:spLocks noGrp="1"/>
          </p:cNvSpPr>
          <p:nvPr>
            <p:ph type="body" sz="quarter" idx="18"/>
          </p:nvPr>
        </p:nvSpPr>
        <p:spPr bwMode="gray">
          <a:xfrm>
            <a:off x="6364818" y="4207996"/>
            <a:ext cx="5245100" cy="286161"/>
          </a:xfrm>
          <a:noFill/>
          <a:ln>
            <a:noFill/>
          </a:ln>
        </p:spPr>
        <p:txBody>
          <a:bodyPr anchor="b"/>
          <a:lstStyle>
            <a:lvl1pPr>
              <a:spcBef>
                <a:spcPts val="0"/>
              </a:spcBef>
              <a:spcAft>
                <a:spcPts val="0"/>
              </a:spcAft>
              <a:buNone/>
              <a:defRPr lang="en-US" sz="1800" b="1" kern="1200" baseline="0" dirty="0" smtClean="0">
                <a:solidFill>
                  <a:schemeClr val="bg2"/>
                </a:solidFill>
                <a:latin typeface="Arial" pitchFamily="34" charset="0"/>
                <a:ea typeface="+mn-ea"/>
                <a:cs typeface="Arial" pitchFamily="34" charset="0"/>
              </a:defRPr>
            </a:lvl1pPr>
            <a:lvl2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2pPr>
            <a:lvl3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3pPr>
            <a:lvl4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4pPr>
            <a:lvl5pPr>
              <a:spcBef>
                <a:spcPts val="0"/>
              </a:spcBef>
              <a:spcAft>
                <a:spcPts val="0"/>
              </a:spcAft>
              <a:defRPr sz="1800">
                <a:latin typeface="+mj-lt"/>
              </a:defRPr>
            </a:lvl5pPr>
            <a:lvl6pPr marL="1143000" indent="-233363">
              <a:spcBef>
                <a:spcPts val="0"/>
              </a:spcBef>
              <a:spcAft>
                <a:spcPts val="0"/>
              </a:spcAft>
              <a:buSzPct val="70000"/>
              <a:defRPr sz="1800">
                <a:latin typeface="+mj-lt"/>
              </a:defRPr>
            </a:lvl6pPr>
            <a:lvl7pPr marL="1371600" indent="-228600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 baseline="0">
                <a:latin typeface="+mj-lt"/>
              </a:defRPr>
            </a:lvl7pPr>
            <a:lvl8pPr marL="1600200" indent="-228600">
              <a:spcBef>
                <a:spcPts val="0"/>
              </a:spcBef>
              <a:spcAft>
                <a:spcPts val="0"/>
              </a:spcAft>
              <a:buSzPct val="70000"/>
              <a:defRPr sz="1800" baseline="0">
                <a:latin typeface="+mj-lt"/>
              </a:defRPr>
            </a:lvl8pPr>
            <a:lvl9pPr marL="1824038" indent="-223838">
              <a:spcBef>
                <a:spcPts val="0"/>
              </a:spcBef>
              <a:spcAft>
                <a:spcPts val="0"/>
              </a:spcAft>
              <a:buSzPct val="70000"/>
              <a:buFont typeface="Arial" pitchFamily="34" charset="0"/>
              <a:buChar char="–"/>
              <a:defRPr sz="1800">
                <a:latin typeface="+mj-lt"/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/>
          <p:cNvSpPr>
            <a:spLocks noGrp="1"/>
          </p:cNvSpPr>
          <p:nvPr>
            <p:ph type="body" sz="quarter" idx="19"/>
          </p:nvPr>
        </p:nvSpPr>
        <p:spPr bwMode="gray">
          <a:xfrm>
            <a:off x="641349" y="1270453"/>
            <a:ext cx="10966451" cy="283711"/>
          </a:xfrm>
        </p:spPr>
        <p:txBody>
          <a:bodyPr/>
          <a:lstStyle>
            <a:lvl1pPr marL="0" indent="0">
              <a:buNone/>
              <a:defRPr b="1">
                <a:solidFill>
                  <a:schemeClr val="bg2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354542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6EA18F2-66D9-D932-9997-C9E5CD553B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C62502-B4C0-7405-E51C-823D523E30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B27DC8-12E6-8FD9-A5A8-2C0FA86E77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9E64E6-8E15-4771-A11A-B971A00BC8B1}" type="datetimeFigureOut">
              <a:rPr lang="en-US" smtClean="0"/>
              <a:t>10/14/2025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1E46AD7-FDDB-B91E-397F-F953FC28D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66DEE5-AE92-3429-1EA7-3A020871F0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78DCF-3484-48E1-B9B6-90254FBC627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2134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>
          <a:xfrm>
            <a:off x="1106662" y="727076"/>
            <a:ext cx="8226425" cy="492125"/>
          </a:xfrm>
        </p:spPr>
        <p:txBody>
          <a:bodyPr>
            <a:normAutofit fontScale="90000"/>
          </a:bodyPr>
          <a:lstStyle/>
          <a:p>
            <a:r>
              <a:rPr dirty="0">
                <a:latin typeface="Arial" charset="0"/>
                <a:cs typeface="Arial" charset="0"/>
              </a:rPr>
              <a:t>Alternate Finding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quarter" idx="10"/>
          </p:nvPr>
        </p:nvSpPr>
        <p:spPr>
          <a:xfrm>
            <a:off x="1106662" y="2466976"/>
            <a:ext cx="4928378" cy="2492990"/>
          </a:xfrm>
        </p:spPr>
        <p:txBody>
          <a:bodyPr/>
          <a:lstStyle/>
          <a:p>
            <a:pPr marL="296863" indent="-296863">
              <a:spcAft>
                <a:spcPct val="0"/>
              </a:spcAft>
              <a:defRPr/>
            </a:pPr>
            <a:r>
              <a:rPr dirty="0">
                <a:latin typeface="+mn-lt"/>
              </a:rPr>
              <a:t>A part which needs changes in programming when replaced</a:t>
            </a:r>
          </a:p>
          <a:p>
            <a:pPr marL="0" indent="0">
              <a:spcAft>
                <a:spcPct val="0"/>
              </a:spcAft>
              <a:buNone/>
              <a:defRPr/>
            </a:pPr>
            <a:endParaRPr dirty="0">
              <a:latin typeface="+mn-lt"/>
            </a:endParaRPr>
          </a:p>
          <a:p>
            <a:pPr marL="296863" indent="-296863">
              <a:spcAft>
                <a:spcPct val="0"/>
              </a:spcAft>
              <a:defRPr/>
            </a:pPr>
            <a:r>
              <a:rPr lang="en-US" dirty="0">
                <a:latin typeface="+mn-lt"/>
              </a:rPr>
              <a:t>Many of the Controllers or memories will need a change in the programming to achieve the functionality as the existing part.</a:t>
            </a:r>
          </a:p>
          <a:p>
            <a:pPr marL="296863" indent="-296863">
              <a:spcAft>
                <a:spcPct val="0"/>
              </a:spcAft>
              <a:defRPr/>
            </a:pPr>
            <a:endParaRPr lang="en-US" dirty="0">
              <a:latin typeface="+mn-lt"/>
            </a:endParaRPr>
          </a:p>
          <a:p>
            <a:pPr marL="296863" indent="-296863">
              <a:spcAft>
                <a:spcPct val="0"/>
              </a:spcAft>
              <a:defRPr/>
            </a:pPr>
            <a:r>
              <a:rPr lang="en-US" dirty="0">
                <a:latin typeface="+mn-lt"/>
              </a:rPr>
              <a:t>These need to be recommended as the alternates which need Firmware changes</a:t>
            </a:r>
            <a:endParaRPr dirty="0">
              <a:latin typeface="+mn-lt"/>
            </a:endParaRPr>
          </a:p>
        </p:txBody>
      </p:sp>
      <p:sp>
        <p:nvSpPr>
          <p:cNvPr id="18437" name="Text Placeholder 4"/>
          <p:cNvSpPr>
            <a:spLocks noGrp="1"/>
          </p:cNvSpPr>
          <p:nvPr>
            <p:ph type="body" sz="quarter" idx="12"/>
          </p:nvPr>
        </p:nvSpPr>
        <p:spPr>
          <a:xfrm>
            <a:off x="1106662" y="1971675"/>
            <a:ext cx="3933825" cy="285750"/>
          </a:xfrm>
        </p:spPr>
        <p:txBody>
          <a:bodyPr>
            <a:normAutofit fontScale="92500" lnSpcReduction="20000"/>
          </a:bodyPr>
          <a:lstStyle/>
          <a:p>
            <a:pPr>
              <a:spcBef>
                <a:spcPct val="0"/>
              </a:spcBef>
              <a:spcAft>
                <a:spcPct val="0"/>
              </a:spcAft>
            </a:pPr>
            <a:r>
              <a:rPr dirty="0">
                <a:latin typeface="Arial" charset="0"/>
                <a:cs typeface="Arial" charset="0"/>
              </a:rPr>
              <a:t>Firmware Changes</a:t>
            </a:r>
          </a:p>
        </p:txBody>
      </p:sp>
      <p:sp>
        <p:nvSpPr>
          <p:cNvPr id="18443" name="Text Placeholder 10"/>
          <p:cNvSpPr>
            <a:spLocks noGrp="1"/>
          </p:cNvSpPr>
          <p:nvPr>
            <p:ph type="body" sz="quarter" idx="19"/>
          </p:nvPr>
        </p:nvSpPr>
        <p:spPr>
          <a:xfrm>
            <a:off x="1106662" y="1270001"/>
            <a:ext cx="8224837" cy="284163"/>
          </a:xfrm>
        </p:spPr>
        <p:txBody>
          <a:bodyPr>
            <a:normAutofit fontScale="55000" lnSpcReduction="2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Conclusion and Recommendations</a:t>
            </a:r>
            <a:endParaRPr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332430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51</Words>
  <Application>Microsoft Office PowerPoint</Application>
  <PresentationFormat>Widescreen</PresentationFormat>
  <Paragraphs>9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Alternate Finding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Maddikunta Akhila</dc:creator>
  <cp:lastModifiedBy>Maddikunta Akhila</cp:lastModifiedBy>
  <cp:revision>1</cp:revision>
  <dcterms:created xsi:type="dcterms:W3CDTF">2025-10-14T11:51:23Z</dcterms:created>
  <dcterms:modified xsi:type="dcterms:W3CDTF">2025-10-14T11:52:06Z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7331f486-f8b5-456b-a19a-dbe0d296c5fd_Enabled">
    <vt:lpwstr>true</vt:lpwstr>
  </property>
  <property fmtid="{D5CDD505-2E9C-101B-9397-08002B2CF9AE}" pid="3" name="MSIP_Label_7331f486-f8b5-456b-a19a-dbe0d296c5fd_SetDate">
    <vt:lpwstr>2025-10-14T11:51:51Z</vt:lpwstr>
  </property>
  <property fmtid="{D5CDD505-2E9C-101B-9397-08002B2CF9AE}" pid="4" name="MSIP_Label_7331f486-f8b5-456b-a19a-dbe0d296c5fd_Method">
    <vt:lpwstr>Privileged</vt:lpwstr>
  </property>
  <property fmtid="{D5CDD505-2E9C-101B-9397-08002B2CF9AE}" pid="5" name="MSIP_Label_7331f486-f8b5-456b-a19a-dbe0d296c5fd_Name">
    <vt:lpwstr>Company Confidential Internal Use</vt:lpwstr>
  </property>
  <property fmtid="{D5CDD505-2E9C-101B-9397-08002B2CF9AE}" pid="6" name="MSIP_Label_7331f486-f8b5-456b-a19a-dbe0d296c5fd_SiteId">
    <vt:lpwstr>edf442f5-b994-4c86-a131-b42b03a16c95</vt:lpwstr>
  </property>
  <property fmtid="{D5CDD505-2E9C-101B-9397-08002B2CF9AE}" pid="7" name="MSIP_Label_7331f486-f8b5-456b-a19a-dbe0d296c5fd_ActionId">
    <vt:lpwstr>1668a727-2657-4232-b811-5d093c6435be</vt:lpwstr>
  </property>
  <property fmtid="{D5CDD505-2E9C-101B-9397-08002B2CF9AE}" pid="8" name="MSIP_Label_7331f486-f8b5-456b-a19a-dbe0d296c5fd_ContentBits">
    <vt:lpwstr>0</vt:lpwstr>
  </property>
  <property fmtid="{D5CDD505-2E9C-101B-9397-08002B2CF9AE}" pid="9" name="MSIP_Label_7331f486-f8b5-456b-a19a-dbe0d296c5fd_Tag">
    <vt:lpwstr>10, 0, 1, 1</vt:lpwstr>
  </property>
</Properties>
</file>