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FCB78-8996-DE2D-4FE9-45BEC858BE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BB056B-ED33-520A-A745-6851E8B03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081CE-0EE9-2FC8-3337-95A366C3F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D029D-41D9-4AE1-A7FF-E928A0067D7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A12A0-C320-A994-BFEA-8D7E9DCF0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61544-6E46-5DF9-B8E4-408D6576D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13B8F-F6B1-4DFA-9A26-294F6C936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0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8FF1A-19C8-CB63-B913-BDAE91B67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1FC4E-99D3-494D-1617-B509B22B9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3A486-D715-9170-68B5-A23F35C25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D029D-41D9-4AE1-A7FF-E928A0067D7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49C12-3464-7C62-7BA7-46355470C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A68C0-C249-98B4-4166-487C37530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13B8F-F6B1-4DFA-9A26-294F6C936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276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A1389-166E-45BE-60C5-9E6DD091F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2D51F4-295A-EBD5-91FF-1EF27D581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9E43E-E986-1CF1-D1A4-4B874E57E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D029D-41D9-4AE1-A7FF-E928A0067D7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5ADC1-C3F9-1884-36FF-01C0E6517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604EC-8F5B-FF24-BDAB-1D0EDB8F9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13B8F-F6B1-4DFA-9A26-294F6C936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801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01772-F705-55AF-F56C-BBADB19E5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C308E-E2FE-13C3-B93D-9203B85911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C03213-6F9C-D820-7AFC-88E6288EF4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E60060-D7E2-B2C1-94A4-8F231F56C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D029D-41D9-4AE1-A7FF-E928A0067D7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0123BB-E2EC-3C7B-A39E-A11CD7D44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A7354B-EB1C-B835-73FB-304A1F5B9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13B8F-F6B1-4DFA-9A26-294F6C936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556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9FEC5-3090-2305-BC91-0AB562E2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1C6A6-51A5-7DEE-A564-46DF504E6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FD5B56-7AF8-E6E5-F7B3-784D5CC82E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B99476-71CE-EFCC-49BE-BF1CE64CC2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1F9179-A830-121A-DE17-D21500F768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BB577C-F82A-6E52-2A2B-FC8D1C389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D029D-41D9-4AE1-A7FF-E928A0067D7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4EC588-6927-DA6B-1733-C419E536F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BEC512-4F41-C9E0-6857-73172D9CB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13B8F-F6B1-4DFA-9A26-294F6C936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843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91764-A194-1084-2A04-E54EBB1BD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1E161-1545-C87D-9F4B-CEDFEE5AB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D029D-41D9-4AE1-A7FF-E928A0067D7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D523E1-53F9-573B-BD9A-3BD79AC62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411A6-8870-FED9-5748-5D640DC1F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13B8F-F6B1-4DFA-9A26-294F6C936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945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6FA500-C488-B138-9095-F9ADB5BA1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D029D-41D9-4AE1-A7FF-E928A0067D7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DF3FA2-A0E0-FB76-F385-4A460095F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B2B4D-F563-B3C6-48DB-1C8BFC543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13B8F-F6B1-4DFA-9A26-294F6C936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883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64EB5-DAAC-C7AB-7A4B-BFD42E417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C12CE-4753-F7A8-FE66-E7AF16B1B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096A8B-65DE-B5C7-3E79-49D0FCC97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D2A86-5815-C0AF-9F25-851AA66C2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D029D-41D9-4AE1-A7FF-E928A0067D7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E93EE-008A-993B-ACAC-78754D682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CE4E70-EA9E-1725-9543-DC7FEF15D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13B8F-F6B1-4DFA-9A26-294F6C936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2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B8076-899B-E1C5-3871-E2D6AB2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08AD12-CBE3-F65C-1F3C-D87D30B777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1F3E8E-205D-7CD1-924A-37DF192DA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89AA9-154D-21BA-5506-F02D6FC1E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D029D-41D9-4AE1-A7FF-E928A0067D7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335C0-EB56-C829-7073-1BFFDA532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610BF-0E16-8633-41F8-262B62CA1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13B8F-F6B1-4DFA-9A26-294F6C936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760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F562E-E2A7-6DB2-F7F1-1E818F8E5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1A9DD6-EDA5-13B8-8E95-E6808107AF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F78B7-A353-91A9-05FF-60483CAD1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D029D-41D9-4AE1-A7FF-E928A0067D7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5D0A1-4EDB-7647-46AD-F7681905C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5C65C-A703-6DDB-90B5-AB0D8C26C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13B8F-F6B1-4DFA-9A26-294F6C936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18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C8531B-A7F8-06AC-77D5-D0EBE07408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00D067-6AD8-4F6A-AB53-274DD6EDB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3045F-4F42-3546-D188-73C953AD2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D029D-41D9-4AE1-A7FF-E928A0067D7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B7481-D262-7908-4C24-BCF8E52B0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A3881-8410-8CC5-61D4-6D9A7E671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13B8F-F6B1-4DFA-9A26-294F6C936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600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BD7B00-0138-7BFC-C196-87F8C2C81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A62A7-E667-FEF0-FA8B-97F3C7CCA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D2682-521B-07F6-5087-EB11C7BAE4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9D029D-41D9-4AE1-A7FF-E928A0067D7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8AB34-5C21-696D-3929-F744F01717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16FC4-CF1C-DF8D-98DB-EDD0F5D01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A13B8F-F6B1-4DFA-9A26-294F6C936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856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EF3BF49-38F6-7311-3660-E5DBE38DDCFC}"/>
              </a:ext>
            </a:extLst>
          </p:cNvPr>
          <p:cNvSpPr txBox="1">
            <a:spLocks/>
          </p:cNvSpPr>
          <p:nvPr/>
        </p:nvSpPr>
        <p:spPr>
          <a:xfrm>
            <a:off x="766923" y="518046"/>
            <a:ext cx="10803895" cy="519716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80000"/>
              </a:lnSpc>
              <a:spcAft>
                <a:spcPts val="0"/>
              </a:spcAft>
            </a:pPr>
            <a:r>
              <a:rPr lang="en-US" sz="2600" dirty="0" err="1">
                <a:solidFill>
                  <a:srgbClr val="4D4D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SCIpH</a:t>
            </a:r>
            <a:endParaRPr lang="en-IN" sz="2600" dirty="0">
              <a:solidFill>
                <a:srgbClr val="4D4D4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844D50-C5F6-2416-1272-83B6AF50A083}"/>
              </a:ext>
            </a:extLst>
          </p:cNvPr>
          <p:cNvSpPr/>
          <p:nvPr/>
        </p:nvSpPr>
        <p:spPr>
          <a:xfrm>
            <a:off x="766924" y="1304447"/>
            <a:ext cx="7453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Scope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86A7CB-A10B-3B26-7275-9C4ECC9315C9}"/>
              </a:ext>
            </a:extLst>
          </p:cNvPr>
          <p:cNvSpPr/>
          <p:nvPr/>
        </p:nvSpPr>
        <p:spPr>
          <a:xfrm>
            <a:off x="766924" y="1749551"/>
            <a:ext cx="444078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81" indent="-380981"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Initial scope of the project was to integrate SPI to USB converter in SCI Monitor and </a:t>
            </a: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develop firmware for same to upgrade the system with USB interface and build </a:t>
            </a: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10-prototypes with MAX3421 evaluation boards.</a:t>
            </a:r>
          </a:p>
          <a:p>
            <a:pPr marL="380981" indent="-380981">
              <a:buClr>
                <a:schemeClr val="tx2"/>
              </a:buClr>
              <a:buFont typeface="Arial" pitchFamily="34" charset="0"/>
              <a:buChar char="•"/>
              <a:defRPr/>
            </a:pPr>
            <a:endParaRPr lang="en-US" altLang="en-US" sz="1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80981" indent="-380981"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Design of hardware with common PCB by integrating all the sub modules i.e., header board, daughter board, LCD board, SCI Monitor and build 20-protyotypes. Test with existing firmware with few of the new features developed in firmware.</a:t>
            </a:r>
          </a:p>
          <a:p>
            <a:pPr defTabSz="914332">
              <a:buClr>
                <a:srgbClr val="160A47"/>
              </a:buClr>
              <a:defRPr/>
            </a:pPr>
            <a:endParaRPr lang="en-US" altLang="en-US" sz="1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5B079F-E124-DEFD-61DE-A31C031A4311}"/>
              </a:ext>
            </a:extLst>
          </p:cNvPr>
          <p:cNvSpPr/>
          <p:nvPr/>
        </p:nvSpPr>
        <p:spPr>
          <a:xfrm>
            <a:off x="5207708" y="3449418"/>
            <a:ext cx="27266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Challenges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905AFEF-D6D9-1F42-519B-A66D3FDEF3BD}"/>
              </a:ext>
            </a:extLst>
          </p:cNvPr>
          <p:cNvCxnSpPr>
            <a:cxnSpLocks/>
          </p:cNvCxnSpPr>
          <p:nvPr/>
        </p:nvCxnSpPr>
        <p:spPr>
          <a:xfrm flipV="1">
            <a:off x="766924" y="1705537"/>
            <a:ext cx="2804160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A6E7E46-1BE8-6F9E-99FB-825E63A4A960}"/>
              </a:ext>
            </a:extLst>
          </p:cNvPr>
          <p:cNvCxnSpPr>
            <a:cxnSpLocks/>
          </p:cNvCxnSpPr>
          <p:nvPr/>
        </p:nvCxnSpPr>
        <p:spPr>
          <a:xfrm>
            <a:off x="5207709" y="3814516"/>
            <a:ext cx="3236169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1989D66-00A6-FA8A-699A-C34535C554A2}"/>
              </a:ext>
            </a:extLst>
          </p:cNvPr>
          <p:cNvCxnSpPr>
            <a:cxnSpLocks/>
          </p:cNvCxnSpPr>
          <p:nvPr/>
        </p:nvCxnSpPr>
        <p:spPr>
          <a:xfrm flipV="1">
            <a:off x="766924" y="4833379"/>
            <a:ext cx="3048000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74B588F-A9F9-CD9E-E05A-B1D4030D59BA}"/>
              </a:ext>
            </a:extLst>
          </p:cNvPr>
          <p:cNvSpPr/>
          <p:nvPr/>
        </p:nvSpPr>
        <p:spPr>
          <a:xfrm>
            <a:off x="766925" y="4869878"/>
            <a:ext cx="3441281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81" indent="-380981"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Altium for schematics and PCB layout designing</a:t>
            </a:r>
          </a:p>
          <a:p>
            <a:pPr marL="380981" indent="-380981"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IAR Workbench</a:t>
            </a:r>
          </a:p>
          <a:p>
            <a:pPr marL="380981" indent="-380981"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32-bit PIC Microcontroller</a:t>
            </a:r>
          </a:p>
          <a:p>
            <a:pPr marL="380981" indent="-380981"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J-Link Debugger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8B058D-3EB6-B390-01F5-4AE832740A39}"/>
              </a:ext>
            </a:extLst>
          </p:cNvPr>
          <p:cNvSpPr/>
          <p:nvPr/>
        </p:nvSpPr>
        <p:spPr>
          <a:xfrm>
            <a:off x="671973" y="4447987"/>
            <a:ext cx="13884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Environment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4A5C64-CCC1-736A-EC86-8062C2161DAE}"/>
              </a:ext>
            </a:extLst>
          </p:cNvPr>
          <p:cNvSpPr/>
          <p:nvPr/>
        </p:nvSpPr>
        <p:spPr>
          <a:xfrm>
            <a:off x="4982927" y="3797010"/>
            <a:ext cx="346095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5760" lvl="1" indent="-171446" defTabSz="914332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Some of the functional testing at client location because of dependency on the end customer application setup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CFB881-560F-1B98-45E5-4848D96D8571}"/>
              </a:ext>
            </a:extLst>
          </p:cNvPr>
          <p:cNvSpPr/>
          <p:nvPr/>
        </p:nvSpPr>
        <p:spPr>
          <a:xfrm>
            <a:off x="5040302" y="5268655"/>
            <a:ext cx="34441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81" lvl="2" indent="-380981"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Hardware, firmware completely owned by POEC.</a:t>
            </a:r>
            <a:endParaRPr lang="en-US" altLang="en-US" sz="1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F8265CF-AC45-8B40-AFFC-E4E99F38CA06}"/>
              </a:ext>
            </a:extLst>
          </p:cNvPr>
          <p:cNvCxnSpPr>
            <a:cxnSpLocks/>
          </p:cNvCxnSpPr>
          <p:nvPr/>
        </p:nvCxnSpPr>
        <p:spPr>
          <a:xfrm>
            <a:off x="5095317" y="5256919"/>
            <a:ext cx="3236169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A8C452A7-892B-5647-A787-B3FBC94563C1}"/>
              </a:ext>
            </a:extLst>
          </p:cNvPr>
          <p:cNvSpPr/>
          <p:nvPr/>
        </p:nvSpPr>
        <p:spPr>
          <a:xfrm>
            <a:off x="5013868" y="4877270"/>
            <a:ext cx="3134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Benefits and Improvements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2DFB88-F2AC-CA61-CFC9-884B3D0B696A}"/>
              </a:ext>
            </a:extLst>
          </p:cNvPr>
          <p:cNvSpPr txBox="1"/>
          <p:nvPr/>
        </p:nvSpPr>
        <p:spPr>
          <a:xfrm>
            <a:off x="8731050" y="5287385"/>
            <a:ext cx="3460951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80981" indent="-380981" defTabSz="914332">
              <a:buClr>
                <a:srgbClr val="160A47"/>
              </a:buClr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 Proto units (for initial testing)</a:t>
            </a:r>
          </a:p>
          <a:p>
            <a:pPr marL="380981" indent="-380981" defTabSz="914332">
              <a:buClr>
                <a:srgbClr val="160A47"/>
              </a:buClr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New board with on-board </a:t>
            </a:r>
            <a:r>
              <a:rPr lang="en-US" sz="1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Senova</a:t>
            </a: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PDK functionality - 20 proto units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DA560E7-0E91-28C6-E481-EE7295CCABA0}"/>
              </a:ext>
            </a:extLst>
          </p:cNvPr>
          <p:cNvCxnSpPr>
            <a:cxnSpLocks/>
          </p:cNvCxnSpPr>
          <p:nvPr/>
        </p:nvCxnSpPr>
        <p:spPr>
          <a:xfrm>
            <a:off x="8851829" y="5287384"/>
            <a:ext cx="3236169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723C1A7-D944-4B4F-6417-87853C59D296}"/>
              </a:ext>
            </a:extLst>
          </p:cNvPr>
          <p:cNvSpPr/>
          <p:nvPr/>
        </p:nvSpPr>
        <p:spPr>
          <a:xfrm>
            <a:off x="8953764" y="4918052"/>
            <a:ext cx="3134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Solution</a:t>
            </a:r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05EB42EE-D0F5-E97D-B477-89F601A420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1524521"/>
            <a:ext cx="2040175" cy="1510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>
            <a:extLst>
              <a:ext uri="{FF2B5EF4-FFF2-40B4-BE49-F238E27FC236}">
                <a16:creationId xmlns:a16="http://schemas.microsoft.com/office/drawing/2014/main" id="{58171003-17D6-5489-5261-847E959E42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4497" y="1570615"/>
            <a:ext cx="2664864" cy="1361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>
            <a:extLst>
              <a:ext uri="{FF2B5EF4-FFF2-40B4-BE49-F238E27FC236}">
                <a16:creationId xmlns:a16="http://schemas.microsoft.com/office/drawing/2014/main" id="{54CA81D3-3EE1-95F7-00B6-2005929E5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5648" y="3166817"/>
            <a:ext cx="2623593" cy="1295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729AEC1-E6FA-0D57-B027-39AB38D1D8E1}"/>
              </a:ext>
            </a:extLst>
          </p:cNvPr>
          <p:cNvSpPr txBox="1"/>
          <p:nvPr/>
        </p:nvSpPr>
        <p:spPr>
          <a:xfrm>
            <a:off x="9630003" y="133325"/>
            <a:ext cx="25619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kern="0" dirty="0">
                <a:solidFill>
                  <a:srgbClr val="E51736"/>
                </a:solidFill>
                <a:ea typeface="+mj-ea"/>
                <a:cs typeface="+mj-cs"/>
              </a:rPr>
              <a:t>Division: Bioscience</a:t>
            </a:r>
          </a:p>
        </p:txBody>
      </p:sp>
    </p:spTree>
    <p:extLst>
      <p:ext uri="{BB962C8B-B14F-4D97-AF65-F5344CB8AC3E}">
        <p14:creationId xmlns:p14="http://schemas.microsoft.com/office/powerpoint/2010/main" val="2079599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2025-10-10T05:50:11Z</dcterms:created>
  <dcterms:modified xsi:type="dcterms:W3CDTF">2025-10-10T05:51:03Z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2025-10-10T05:51:03Z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0462e0b3-c52f-40de-9fcf-157ff4592f8b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