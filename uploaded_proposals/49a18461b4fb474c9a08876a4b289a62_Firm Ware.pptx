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F856-EF0E-B190-B276-7B5594980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CECA-0F2D-6146-2097-34CFA85D9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02E8E-E2BA-2D55-C859-10068045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341B2-FB23-FD1F-B2E4-7ECCE3FE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744A1-373D-1576-A443-E9F26D27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6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A8A3-135C-C0CA-9C86-9306D16D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D539-E216-BE59-3400-FAD37664B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1D785-0093-BCD3-B50D-B2984FFD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CDD9F-5589-BBFB-564B-59099B3EA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0C9A1-50F3-8CB2-C0D1-76A8E1C1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23FF-52C9-22C2-C029-1193181F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75E35-0E55-2729-B254-CB44142A9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BFF7C-BE64-42F1-A737-6220101B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85DCF-C137-18CD-5AB2-D0455611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CB0A6-A4E5-85C3-F753-63501C95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9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BF27-DB38-C76C-6325-C3F0B81A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ACB22-A49A-ADCC-4396-5B57119B2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3B053-FAC9-7538-289A-8890AEF24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31A60-7125-635F-DC3C-B9DFE420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C52F5-CAC7-F8F7-A7D1-78FD79E1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39F99-6153-1BEA-24F0-9E9E277F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8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9A06-AB3C-2471-89B6-C913D0D0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E926-B98B-94AA-544A-3CD4919F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6FAEA-AB6F-8D6A-A5C8-C601CF72D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39C62-CC18-027A-C345-58D7C2D88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097DA-0D47-033C-3973-E20F0DB22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FFA49-8397-1152-E525-D2871D29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744834-017A-F866-7EFE-1BD37575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68578-D631-7F27-5BA2-31D2DC17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D25F-BF8C-3028-4834-DFFE01A0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4150C-3EBC-E6CA-9098-429C3CBA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AB75E-87E5-4B5D-19CE-CA25F650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D119A-8DE5-8125-36E8-1E42EE05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94555-252D-E447-28FC-07B5957C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CC608-C972-5E5D-8479-1D9683FA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81914-3055-B2E4-AEE7-27AA99CB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7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4BA0-C7A0-106E-F7ED-0BE8D4FD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CDD64-A93E-8B40-D5E0-A32DEBD3F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3D9E-C32A-2316-1F4C-1F012E66F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EE5C6-FEF1-67FD-E73F-A92DEB4DC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2F25C-A907-FB7B-AC47-CE1FF48B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2D91E-326A-C6E0-473A-C89E6E73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2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3B90-248D-F77C-F664-888CB8F9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7988A-3BC6-B336-7A3A-D888B9197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3A474-C796-D26E-CBDD-364681CE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51EF-DA9C-8575-6F19-2BF9F9ED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B0F58-EF18-89D2-ECCB-1A318F9B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78C-A609-13B9-7E7D-80F79D3F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49CA-AF9F-A693-F896-ED46FFA3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884A4-E969-B31D-46DE-08018CF5F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15DE7-4F2C-2B01-E950-779D306C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7A1DD-832F-FC46-080F-F3ED13B7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CB347-30B3-1059-14DC-0E4FB2C6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0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F503B-C1C5-2A75-C3F8-55932DE26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7EA6C-F01B-529B-0F7F-FD81B715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0B750-4EB4-42E4-411E-4D4EAA9F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04ABE-E92E-5B0D-E8E5-00E8C213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782E0-B2B5-BF61-D38B-1753358D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0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68B55-EFDB-8326-9CDF-0879B31E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35437-FBF4-8605-73E5-8E8D8C52C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89120-D328-0DCD-723D-C7E69C9C1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39574-38BB-4F34-B272-203A27DF02B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35BA-E3AA-AA9D-0FAA-25ED32C3B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3CA74-B38D-0869-4349-08C6D0C97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5A501-B143-455C-8AF3-BD7ADB432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8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84C0-4AED-6D40-B40F-3FD14BAA5E85}"/>
              </a:ext>
            </a:extLst>
          </p:cNvPr>
          <p:cNvSpPr txBox="1">
            <a:spLocks/>
          </p:cNvSpPr>
          <p:nvPr/>
        </p:nvSpPr>
        <p:spPr>
          <a:xfrm>
            <a:off x="991891" y="518046"/>
            <a:ext cx="10578927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26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S3C Valve Module Firmware Porting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A42678-B0F5-4EC8-5C48-13026DCAA83D}"/>
              </a:ext>
            </a:extLst>
          </p:cNvPr>
          <p:cNvSpPr/>
          <p:nvPr/>
        </p:nvSpPr>
        <p:spPr>
          <a:xfrm>
            <a:off x="766924" y="1304447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91E8B-8371-8052-E29D-CB1D78613158}"/>
              </a:ext>
            </a:extLst>
          </p:cNvPr>
          <p:cNvSpPr/>
          <p:nvPr/>
        </p:nvSpPr>
        <p:spPr>
          <a:xfrm>
            <a:off x="766925" y="1749552"/>
            <a:ext cx="4121052" cy="2151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of the project was to p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ort the existing Valve Module (VM) code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Geehy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microcontroller from ST microcontroller. </a:t>
            </a:r>
          </a:p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product supply issues with ST microcontroller part, porting to 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Geehy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started.</a:t>
            </a:r>
          </a:p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Verify functional tests on new Valve Module (VM) using the 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Geehy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microcontroller.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2E895D-A07E-2F4C-A6F9-9585C1F9EC6A}"/>
              </a:ext>
            </a:extLst>
          </p:cNvPr>
          <p:cNvSpPr/>
          <p:nvPr/>
        </p:nvSpPr>
        <p:spPr>
          <a:xfrm>
            <a:off x="5207708" y="3449418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CB1A3C-46AA-C102-208F-98E87744C187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10505-5F69-2134-C2CE-000596680197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8CE7B1-8137-99A8-9929-E6507CE368F1}"/>
              </a:ext>
            </a:extLst>
          </p:cNvPr>
          <p:cNvCxnSpPr>
            <a:cxnSpLocks/>
          </p:cNvCxnSpPr>
          <p:nvPr/>
        </p:nvCxnSpPr>
        <p:spPr>
          <a:xfrm flipV="1">
            <a:off x="766924" y="474447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2920E22-A717-C875-9A41-C894011794E0}"/>
              </a:ext>
            </a:extLst>
          </p:cNvPr>
          <p:cNvSpPr/>
          <p:nvPr/>
        </p:nvSpPr>
        <p:spPr>
          <a:xfrm>
            <a:off x="766925" y="4780978"/>
            <a:ext cx="34412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Eclipse IDE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32-bit ARM Cortex Microcontroller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J-Link Debugger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Modbus RTU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Modbus Poll 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0F159-21B1-9F88-E381-040B435A08D1}"/>
              </a:ext>
            </a:extLst>
          </p:cNvPr>
          <p:cNvSpPr/>
          <p:nvPr/>
        </p:nvSpPr>
        <p:spPr>
          <a:xfrm>
            <a:off x="671973" y="4359087"/>
            <a:ext cx="1388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11CCE7-EA9B-297A-DBB7-04105FB35CF6}"/>
              </a:ext>
            </a:extLst>
          </p:cNvPr>
          <p:cNvSpPr/>
          <p:nvPr/>
        </p:nvSpPr>
        <p:spPr>
          <a:xfrm>
            <a:off x="4982927" y="3797010"/>
            <a:ext cx="3460951" cy="1004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hex file support for both ST and 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Geehy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microcontrollers.</a:t>
            </a:r>
          </a:p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Identifying microcontroller vendor to run right library during run time.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DD92F4-48BE-3A6B-5C3C-52CF6770666A}"/>
              </a:ext>
            </a:extLst>
          </p:cNvPr>
          <p:cNvSpPr/>
          <p:nvPr/>
        </p:nvSpPr>
        <p:spPr>
          <a:xfrm>
            <a:off x="5040302" y="5268656"/>
            <a:ext cx="34441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S3C Valve module product continuity without any hardware changes in PCB with new 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Geehy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microcontroller.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C36C5D-F56D-270F-CBF7-BB3F8BF6037D}"/>
              </a:ext>
            </a:extLst>
          </p:cNvPr>
          <p:cNvCxnSpPr>
            <a:cxnSpLocks/>
          </p:cNvCxnSpPr>
          <p:nvPr/>
        </p:nvCxnSpPr>
        <p:spPr>
          <a:xfrm>
            <a:off x="5095317" y="5256919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12FB5EA-6B6D-0955-1EC3-A54F37F0F039}"/>
              </a:ext>
            </a:extLst>
          </p:cNvPr>
          <p:cNvSpPr/>
          <p:nvPr/>
        </p:nvSpPr>
        <p:spPr>
          <a:xfrm>
            <a:off x="5013868" y="4877270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 and Improvements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9F89CA-47A1-D7FB-C4D7-AB361D6D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781" y="1440174"/>
            <a:ext cx="3596537" cy="1957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7DAD99-27F9-8A8A-DE1F-F03D11218753}"/>
              </a:ext>
            </a:extLst>
          </p:cNvPr>
          <p:cNvSpPr txBox="1"/>
          <p:nvPr/>
        </p:nvSpPr>
        <p:spPr>
          <a:xfrm>
            <a:off x="9177820" y="148714"/>
            <a:ext cx="2392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</a:t>
            </a:r>
            <a:r>
              <a:rPr lang="en-US" b="1" kern="0" dirty="0" err="1">
                <a:solidFill>
                  <a:srgbClr val="E51736"/>
                </a:solidFill>
                <a:ea typeface="+mj-ea"/>
                <a:cs typeface="+mj-cs"/>
              </a:rPr>
              <a:t>Sporlan</a:t>
            </a:r>
            <a:endParaRPr lang="en-US" b="1" kern="0" dirty="0">
              <a:solidFill>
                <a:srgbClr val="E51736"/>
              </a:solidFill>
              <a:ea typeface="+mj-ea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3FD98D-ED59-8D17-8180-9618A25E8D16}"/>
              </a:ext>
            </a:extLst>
          </p:cNvPr>
          <p:cNvSpPr txBox="1"/>
          <p:nvPr/>
        </p:nvSpPr>
        <p:spPr>
          <a:xfrm>
            <a:off x="8731049" y="5468049"/>
            <a:ext cx="346095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hex file for S3C value module which runs on both ST and GEEHY microcontrollers.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204144-74CA-33D4-5C98-5377DE889C7C}"/>
              </a:ext>
            </a:extLst>
          </p:cNvPr>
          <p:cNvCxnSpPr>
            <a:cxnSpLocks/>
          </p:cNvCxnSpPr>
          <p:nvPr/>
        </p:nvCxnSpPr>
        <p:spPr>
          <a:xfrm>
            <a:off x="8851829" y="5401684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6E098BD-9237-F51B-C4A3-D98565074ADB}"/>
              </a:ext>
            </a:extLst>
          </p:cNvPr>
          <p:cNvSpPr/>
          <p:nvPr/>
        </p:nvSpPr>
        <p:spPr>
          <a:xfrm>
            <a:off x="8980197" y="5048494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946692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2</cp:revision>
  <dcterms:created xsi:type="dcterms:W3CDTF">2025-10-09T06:33:15Z</dcterms:created>
  <dcterms:modified xsi:type="dcterms:W3CDTF">2025-10-10T05:43:52Z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2025-10-09T06:39:06Z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92414b39-5c64-4a09-a373-cd37210b4ef0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