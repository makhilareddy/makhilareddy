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A3C7-EEE2-B3F1-7AA9-DCCE44C6C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61B7D-485C-B0BF-8FFA-6FBEFCD0D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EBF57-9AE6-6C9E-4DD4-4B925E60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53B7A-6B2D-49DA-CFEC-5CC6CF2A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308B1-39FD-73AC-48F6-B0739948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6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7B96-CA9B-B83E-D97F-D88C6B0C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2D560-8C65-E94B-26DD-12126B1B4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0D671-8D29-EC66-7B9B-D7F651E5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B4567-B9DF-C4E5-06E0-DDFFCB8A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A6793-292E-48EC-6E3F-89B95770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0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3409-D1BB-50FA-B4F3-59B9C347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E028D-68BD-D86D-C0C0-6F6E2B598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0CF06-DFB8-85FD-A2EB-F3429EBF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00D5A-BCA6-26A5-CE40-244A613D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D363D-F786-E91E-36E2-8DDE54CA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C9AA-E488-814B-A51B-A8F2C9A4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FA42-FFF3-40D5-B2A0-BD0E1374A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910D2-771C-3848-2144-059F06CB7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4EE72-0B2B-8C98-3612-B09BD3D0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9223F-46F6-EFC4-57D9-C1543726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78DB-406D-9E1C-423D-204F94B1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9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F9EB-0CD4-66B6-40B9-F35000F9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603E4-ABBE-378B-B40C-45CF0C60F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FD6E7-85D9-13C7-7E4A-4D295BD54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4D57B-3604-EE9A-C1B4-D007F7579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DE80A-B126-4F48-A038-9B842D722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61453-A61F-608E-56D0-80592F49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811B8-6050-1821-38CA-E31115F8B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72DC9C-4826-42D7-2624-3F5432EC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D2C8-DE9C-2ED3-B8A0-67A4C79F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95CAE-2E29-8992-244E-591C6F456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D3B1D-8DAF-94A9-4100-94CC2F62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1155E-4916-46B4-C7CC-884EB2BE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6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B09C8-DDFC-D130-E3A7-D5A8645E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4E926-C48F-DB2B-C1EE-47A70883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662BD-BB70-9BFF-770D-BD23C02F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366D-3B14-58C7-04BC-213BF877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D8C1-0DE0-266E-9E15-771ACFB4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BBE4B-ABBB-BB9B-74BA-6511FA817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45559-5F59-91EA-1B1F-25CDF0BE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9D240-D9DC-6EFC-4561-AAFA98B6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C46C0-EEDB-420A-12AF-7B61F64A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1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A724-203D-1AB4-1972-FCBAF82DE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6A3E2-9A3F-CF41-F9F4-DA6A78D7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95E94-30AF-7A08-99B0-DBF927938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F5A45-3146-0698-26DF-C288D08F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08282-771E-6575-C8D9-5CA8DC5F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0AEED-EABB-B73B-7104-F2E88C97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0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8605-044D-544A-DB6F-BEA14DD7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0FF85-2978-A161-F011-49284227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E0FC3-092F-82C6-8DC5-FBA8EF0E8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E45B-F8C0-A0B0-FE83-3A93C097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4B32E-9332-615F-CC99-F2FC9360A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06EE2-BF9C-D7CC-38BC-5A58108CF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93A27-6AD2-C749-120A-6B487C4D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DC31-CF9A-6B74-6B6D-047BBDD6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606CD-5F58-9E2D-FEED-3E45554C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FF406-1892-C326-62DB-D8F6E820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6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45DB3-46CF-74B6-C2CF-033D8A51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2F372-43EF-40DB-EF25-E0EF15AAA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65679-59EB-9F58-8AD0-41284EB79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48A5E-C1EF-43FC-A523-5A7A2AFAE0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779E-37FF-9768-DBD4-A1CC52D79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DF10A-C8B4-E9AD-84A4-8A100B221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F821E-74CC-477C-ADFE-BE5ACE551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BCC999-BE61-CAB3-54CF-FF4C707EA0DB}"/>
              </a:ext>
            </a:extLst>
          </p:cNvPr>
          <p:cNvSpPr txBox="1">
            <a:spLocks/>
          </p:cNvSpPr>
          <p:nvPr/>
        </p:nvSpPr>
        <p:spPr>
          <a:xfrm>
            <a:off x="976393" y="518046"/>
            <a:ext cx="10594426" cy="519716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Sea Water Purifier Controller – HMI Design &amp; Development – 1 of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26A1C-C3AE-FBA6-4180-8BFF163F7785}"/>
              </a:ext>
            </a:extLst>
          </p:cNvPr>
          <p:cNvSpPr/>
          <p:nvPr/>
        </p:nvSpPr>
        <p:spPr>
          <a:xfrm>
            <a:off x="766924" y="1304447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81B1CD-10EE-CF27-0FCC-F17DFF68C2B0}"/>
              </a:ext>
            </a:extLst>
          </p:cNvPr>
          <p:cNvSpPr/>
          <p:nvPr/>
        </p:nvSpPr>
        <p:spPr>
          <a:xfrm>
            <a:off x="766925" y="1749551"/>
            <a:ext cx="43761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Reverse engineering of existing controller board. Outcomes are</a:t>
            </a:r>
          </a:p>
          <a:p>
            <a:pPr marL="838146" lvl="2" indent="-380981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Schematic</a:t>
            </a:r>
          </a:p>
          <a:p>
            <a:pPr marL="838146" lvl="2" indent="-380981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BOM</a:t>
            </a:r>
          </a:p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Design a new controller board to replace existing controller board.</a:t>
            </a:r>
          </a:p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Development of PLC code for water maker.</a:t>
            </a:r>
          </a:p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Development of screens for 7” and 4.8” HMI displays.</a:t>
            </a:r>
          </a:p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System testing at offshore lab.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934851-99E3-04ED-09C4-A55A452121EB}"/>
              </a:ext>
            </a:extLst>
          </p:cNvPr>
          <p:cNvSpPr/>
          <p:nvPr/>
        </p:nvSpPr>
        <p:spPr>
          <a:xfrm>
            <a:off x="5207708" y="3449418"/>
            <a:ext cx="2726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89C847-6BED-9798-9AB6-30687EE73FF2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989C2E-5BBC-259C-31AD-E3EA2AB9DCD0}"/>
              </a:ext>
            </a:extLst>
          </p:cNvPr>
          <p:cNvCxnSpPr>
            <a:cxnSpLocks/>
          </p:cNvCxnSpPr>
          <p:nvPr/>
        </p:nvCxnSpPr>
        <p:spPr>
          <a:xfrm>
            <a:off x="5207709" y="3814516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0D8626-2AF4-6939-5143-08FA9694346A}"/>
              </a:ext>
            </a:extLst>
          </p:cNvPr>
          <p:cNvCxnSpPr>
            <a:cxnSpLocks/>
          </p:cNvCxnSpPr>
          <p:nvPr/>
        </p:nvCxnSpPr>
        <p:spPr>
          <a:xfrm flipV="1">
            <a:off x="766924" y="4744479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4B74F03-3ED0-E1B6-72C3-A163FFEAD9B3}"/>
              </a:ext>
            </a:extLst>
          </p:cNvPr>
          <p:cNvSpPr/>
          <p:nvPr/>
        </p:nvSpPr>
        <p:spPr>
          <a:xfrm>
            <a:off x="766925" y="4780978"/>
            <a:ext cx="361653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EZ Ladder</a:t>
            </a:r>
          </a:p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Ladder Logic</a:t>
            </a:r>
          </a:p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Functional Blocks</a:t>
            </a:r>
          </a:p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Structured Text</a:t>
            </a:r>
          </a:p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Easy Builder Pro</a:t>
            </a:r>
          </a:p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NMEA2000</a:t>
            </a:r>
          </a:p>
          <a:p>
            <a:pPr marL="171446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CAN Sniff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C97980-E0E4-9860-2F63-067DA1553EC5}"/>
              </a:ext>
            </a:extLst>
          </p:cNvPr>
          <p:cNvSpPr/>
          <p:nvPr/>
        </p:nvSpPr>
        <p:spPr>
          <a:xfrm>
            <a:off x="671973" y="4359087"/>
            <a:ext cx="1388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00EF6-D2C2-8DB3-26A8-C0EBFDB6D44C}"/>
              </a:ext>
            </a:extLst>
          </p:cNvPr>
          <p:cNvSpPr/>
          <p:nvPr/>
        </p:nvSpPr>
        <p:spPr>
          <a:xfrm>
            <a:off x="4982927" y="3797010"/>
            <a:ext cx="361653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5760" lvl="1" indent="-171446" defTabSz="914332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No reference documentation available (i.e., not available any kind of documents like schematics, BOM) for existing controller board. </a:t>
            </a:r>
            <a:endParaRPr lang="en-US" sz="1400" dirty="0">
              <a:solidFill>
                <a:prstClr val="black"/>
              </a:solidFill>
              <a:latin typeface="+mn-lt"/>
              <a:cs typeface="Arial" charset="0"/>
            </a:endParaRP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329596-6E7F-55A6-4A92-38FAA5E042A6}"/>
              </a:ext>
            </a:extLst>
          </p:cNvPr>
          <p:cNvSpPr/>
          <p:nvPr/>
        </p:nvSpPr>
        <p:spPr>
          <a:xfrm>
            <a:off x="5215611" y="5021852"/>
            <a:ext cx="3236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Improvements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36DEAD-4B0B-E2D6-3343-EB6EB4B0977A}"/>
              </a:ext>
            </a:extLst>
          </p:cNvPr>
          <p:cNvCxnSpPr>
            <a:cxnSpLocks/>
          </p:cNvCxnSpPr>
          <p:nvPr/>
        </p:nvCxnSpPr>
        <p:spPr>
          <a:xfrm>
            <a:off x="8851829" y="5401684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B5C9C2A-A400-1892-2713-03AB2E73D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620" y="1239707"/>
            <a:ext cx="2804160" cy="1821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5DA2B8-59B3-3939-BFD4-E6F9ABA62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5082" y="1563635"/>
            <a:ext cx="1715639" cy="1282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33D0D37-6583-340D-1ED1-E499DD3C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431" y="1202158"/>
            <a:ext cx="1524000" cy="185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0471311D-5C37-4A5A-51E6-3FE4CDB6A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740" y="3692228"/>
            <a:ext cx="2963145" cy="99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52ADF0-8119-7AEF-B885-ED5C6076F7C3}"/>
              </a:ext>
            </a:extLst>
          </p:cNvPr>
          <p:cNvSpPr txBox="1"/>
          <p:nvPr/>
        </p:nvSpPr>
        <p:spPr>
          <a:xfrm>
            <a:off x="9630004" y="133325"/>
            <a:ext cx="1940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WPD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A68B79-E99B-53D5-578C-8D407B386180}"/>
              </a:ext>
            </a:extLst>
          </p:cNvPr>
          <p:cNvSpPr/>
          <p:nvPr/>
        </p:nvSpPr>
        <p:spPr>
          <a:xfrm>
            <a:off x="5280262" y="5399002"/>
            <a:ext cx="35995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+mn-lt"/>
                <a:cs typeface="Arial" charset="0"/>
              </a:rPr>
              <a:t>Hardware, firmware completely owned by POEC.</a:t>
            </a:r>
          </a:p>
          <a:p>
            <a:pPr marL="380981" lvl="2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New controller board size is decreased by 50%.</a:t>
            </a:r>
          </a:p>
          <a:p>
            <a:pPr marL="380981" lvl="2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+mn-lt"/>
                <a:cs typeface="Arial" charset="0"/>
              </a:rPr>
              <a:t>PLC code update in the field made easy using SD Card.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29C884-A55C-69C6-C011-16BED8F45ABE}"/>
              </a:ext>
            </a:extLst>
          </p:cNvPr>
          <p:cNvCxnSpPr>
            <a:cxnSpLocks/>
          </p:cNvCxnSpPr>
          <p:nvPr/>
        </p:nvCxnSpPr>
        <p:spPr>
          <a:xfrm>
            <a:off x="5143057" y="5399002"/>
            <a:ext cx="3340829" cy="10317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1248E75-CB60-691D-FF3C-81462CDF01EA}"/>
              </a:ext>
            </a:extLst>
          </p:cNvPr>
          <p:cNvSpPr/>
          <p:nvPr/>
        </p:nvSpPr>
        <p:spPr>
          <a:xfrm>
            <a:off x="8997258" y="5021852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62394C-F512-FC2B-F4E7-7096B355049D}"/>
              </a:ext>
            </a:extLst>
          </p:cNvPr>
          <p:cNvSpPr txBox="1"/>
          <p:nvPr/>
        </p:nvSpPr>
        <p:spPr>
          <a:xfrm>
            <a:off x="8912357" y="5498819"/>
            <a:ext cx="272385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to End development of controller 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99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2025-10-10T05:47:48Z</dcterms:created>
  <dcterms:modified xsi:type="dcterms:W3CDTF">2025-10-10T05:48:42Z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2025-10-10T05:48:42Z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7f672de7-3f4d-4ba8-8b2b-2768620e98a7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