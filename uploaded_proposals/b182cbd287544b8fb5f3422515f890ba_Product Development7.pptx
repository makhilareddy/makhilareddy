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8CC35-32A3-5D10-5BD2-7312E61168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6DFCE3-4463-BA02-C262-0279FA21F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CC17D-F6A2-61EA-5230-E291858D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95D-5141-4E7B-B223-75A2109EB97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EE261-EAF5-5E58-7B2A-2CAA828EDE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A859D4-BDCB-B84C-0AC6-2CF05208F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F3E7-5668-4311-B55F-657F1A337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2935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6202D-A14B-ABA0-BE6C-40CCF46D0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A64EA-52EE-1A89-E8DC-0527129E4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BAE13-E31C-7320-B0DA-3B2772305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95D-5141-4E7B-B223-75A2109EB97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4ECA5C-5DB2-603C-B11D-1D35C125E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E126C9-40D0-1DD7-A5C8-38E7D1B44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F3E7-5668-4311-B55F-657F1A337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142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DCC33-D169-91BD-937D-B3A597010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DD68CE-BC01-54EE-5C41-728A698F6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8A120-C9A9-2634-D958-1FA4E5615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95D-5141-4E7B-B223-75A2109EB97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0F5EBE-C529-8279-766B-C1CD774E4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B24E8-1A22-CA24-6E70-276359029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F3E7-5668-4311-B55F-657F1A337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088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EB116-1AB9-2A31-1047-76C7D819A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10310-72D8-C642-3E13-3CFBA314B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DAEEEF-3721-1090-E357-908D637B1D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FF87DF-101A-1C4A-B882-6C6236BB2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95D-5141-4E7B-B223-75A2109EB97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C0E367-B1E7-7D99-AC31-5C12F5508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977FC9-7CA7-AF92-F203-7BAD8A9A4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F3E7-5668-4311-B55F-657F1A337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29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37AF6-A40D-DB78-4EB2-F062B9BFE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F1F49-A907-4491-200B-7ADC17DC2C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74C840-5565-B5D8-3CC1-7D539C71E5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74DDCB-E4EB-D01A-1B8D-92C7788E49F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2E72DC-EB84-A364-2A9E-3FC72B6CFD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07D8918-BF4A-7FD7-A71B-A1059ADA2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95D-5141-4E7B-B223-75A2109EB97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C374D2-47B4-7ADE-3BB8-92B031054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DAE06D-DC54-3A4C-5260-0F07C3335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F3E7-5668-4311-B55F-657F1A337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545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92F5E-2230-2971-40BD-AC6BD092A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845FB2-2EC2-E389-21B3-010CEB7FE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95D-5141-4E7B-B223-75A2109EB97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38591A-D441-89AE-D863-CD8D8687C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7EA723-6953-A5E4-BF88-8A45A5F1B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F3E7-5668-4311-B55F-657F1A337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840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451915-23F4-D31F-5FC4-175629A40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95D-5141-4E7B-B223-75A2109EB97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5F7DF-DD0B-443C-C085-0BC633770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C51CBD-205E-1318-A977-240997887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F3E7-5668-4311-B55F-657F1A337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8432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ADD27-D983-909F-869B-DADF16EF5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1ACE1C-CCF6-4E1D-2398-FB9BB299A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C6A816-6F99-9EFA-54DD-37426C94D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855CD2-05EA-5717-FC12-32C734021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95D-5141-4E7B-B223-75A2109EB97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5569A9-953E-F051-9243-B4A96ABAF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11AEAE-A159-CC5C-45A3-3AFBC5AF3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F3E7-5668-4311-B55F-657F1A337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0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43BFD-F7B7-5FDF-7DFA-24C143791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82F1D-20EF-335B-96F0-7367739F06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31C497-CF24-972C-7BC5-BB7F5862F4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839449-2B6C-28CA-3525-1AA57FE3D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95D-5141-4E7B-B223-75A2109EB97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7AB25E-9647-1149-C815-95CAE8556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D7F1A6-C7C6-673F-3662-65F176A49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F3E7-5668-4311-B55F-657F1A337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707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FB48F-15C1-C36A-2380-EEFA96DC2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9F3B2-7D5C-33B2-DC94-94C25DFBE3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A8A17A-2DC7-1B4C-E574-97D9A93B3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95D-5141-4E7B-B223-75A2109EB97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5A6C9-ECC1-885D-600C-8810799F7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66555-692E-FF94-ADE0-2A2127D9D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F3E7-5668-4311-B55F-657F1A337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68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4DF1E7-436E-025A-64B0-BF9F1CB506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F89360-DD57-864C-C7D3-6C55C3B0F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BD7C45-7A26-91E7-331B-CE5D491F7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4E95D-5141-4E7B-B223-75A2109EB97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89DD2-2FE5-E183-B765-6194E74E1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E3F5A7-136B-3008-A168-15B302A26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FF3E7-5668-4311-B55F-657F1A337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003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D0C252-9995-CCAE-3539-9BA93FDBB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573A91-37A8-7132-FB8C-0BD2CD6C4B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A1B627-958C-0142-41E8-811988E103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74E95D-5141-4E7B-B223-75A2109EB97E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155E2-F99F-943B-A8EA-E6C39E1119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75A1C-A6D1-09DC-DF05-CB19981EC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8FF3E7-5668-4311-B55F-657F1A337E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584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D536A821-33C7-A439-D535-439AAA17CAE9}"/>
              </a:ext>
            </a:extLst>
          </p:cNvPr>
          <p:cNvSpPr>
            <a:spLocks noGrp="1"/>
          </p:cNvSpPr>
          <p:nvPr/>
        </p:nvSpPr>
        <p:spPr>
          <a:xfrm>
            <a:off x="1125400" y="63842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1ED6D8-2B9D-4E9E-9A49-C2946CA8325E}" type="datetime1">
              <a:rPr lang="en-US" smtClean="0"/>
              <a:pPr/>
              <a:t>10/14/2025</a:t>
            </a:fld>
            <a:endParaRPr lang="en-IN" dirty="0"/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8B3B65B5-B2E1-2D95-F2D8-8D72059A8EFC}"/>
              </a:ext>
            </a:extLst>
          </p:cNvPr>
          <p:cNvSpPr>
            <a:spLocks noGrp="1"/>
          </p:cNvSpPr>
          <p:nvPr/>
        </p:nvSpPr>
        <p:spPr>
          <a:xfrm>
            <a:off x="8897800" y="63842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16704C8-804E-4D33-A76F-B16CF600B90D}" type="slidenum">
              <a:rPr lang="en-IN" smtClean="0"/>
              <a:pPr/>
              <a:t>9</a:t>
            </a:fld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66F1DD-4237-1133-1228-773F62B0A7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2" b="6266"/>
          <a:stretch/>
        </p:blipFill>
        <p:spPr>
          <a:xfrm>
            <a:off x="550999" y="891294"/>
            <a:ext cx="11090001" cy="585804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AF6F2ACA-7CF3-3518-96AD-08696429F1A7}"/>
              </a:ext>
            </a:extLst>
          </p:cNvPr>
          <p:cNvSpPr txBox="1">
            <a:spLocks/>
          </p:cNvSpPr>
          <p:nvPr/>
        </p:nvSpPr>
        <p:spPr>
          <a:xfrm>
            <a:off x="1125400" y="108657"/>
            <a:ext cx="10515600" cy="609022"/>
          </a:xfrm>
          <a:prstGeom prst="rect">
            <a:avLst/>
          </a:prstGeom>
          <a:gradFill flip="none" rotWithShape="1">
            <a:gsLst>
              <a:gs pos="0">
                <a:srgbClr val="092C74">
                  <a:shade val="30000"/>
                  <a:satMod val="115000"/>
                </a:srgbClr>
              </a:gs>
              <a:gs pos="50000">
                <a:srgbClr val="092C74">
                  <a:shade val="67500"/>
                  <a:satMod val="115000"/>
                </a:srgbClr>
              </a:gs>
              <a:gs pos="100000">
                <a:srgbClr val="092C74">
                  <a:shade val="100000"/>
                  <a:satMod val="115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2500" lnSpcReduction="20000"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err="1"/>
              <a:t>SmartHQ</a:t>
            </a:r>
            <a:r>
              <a:rPr lang="en-US" dirty="0"/>
              <a:t> Service Diagnostic System</a:t>
            </a:r>
          </a:p>
        </p:txBody>
      </p:sp>
    </p:spTree>
    <p:extLst>
      <p:ext uri="{BB962C8B-B14F-4D97-AF65-F5344CB8AC3E}">
        <p14:creationId xmlns:p14="http://schemas.microsoft.com/office/powerpoint/2010/main" val="4035951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2025-10-14T06:53:59Z</dcterms:created>
  <dcterms:modified xsi:type="dcterms:W3CDTF">2025-10-14T06:56:10Z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2025-10-14T06:56:04Z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365d23f1-b024-4deb-8e2f-681c1ee721c4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