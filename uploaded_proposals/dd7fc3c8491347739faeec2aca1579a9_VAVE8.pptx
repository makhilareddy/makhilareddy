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EA800E-D246-4B9E-8B2C-99C87EF5952E}" type="doc">
      <dgm:prSet loTypeId="urn:microsoft.com/office/officeart/2005/8/layout/hList9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3D48A30-23DD-4A37-9543-446D4543D72E}">
      <dgm:prSet phldrT="[Text]"/>
      <dgm:spPr/>
      <dgm:t>
        <a:bodyPr/>
        <a:lstStyle/>
        <a:p>
          <a:r>
            <a:rPr lang="en-US" b="1" dirty="0"/>
            <a:t>Non – Automatable Requirement</a:t>
          </a:r>
        </a:p>
      </dgm:t>
    </dgm:pt>
    <dgm:pt modelId="{7E7ACA7B-2031-4AE1-B1D7-8C401C3D8561}" type="parTrans" cxnId="{7E52CBAF-12E6-49E7-8177-49BF334837DE}">
      <dgm:prSet/>
      <dgm:spPr/>
      <dgm:t>
        <a:bodyPr/>
        <a:lstStyle/>
        <a:p>
          <a:endParaRPr lang="en-US"/>
        </a:p>
      </dgm:t>
    </dgm:pt>
    <dgm:pt modelId="{A050AE00-701C-4855-8741-28A5DF137477}" type="sibTrans" cxnId="{7E52CBAF-12E6-49E7-8177-49BF334837DE}">
      <dgm:prSet/>
      <dgm:spPr/>
      <dgm:t>
        <a:bodyPr/>
        <a:lstStyle/>
        <a:p>
          <a:endParaRPr lang="en-US"/>
        </a:p>
      </dgm:t>
    </dgm:pt>
    <dgm:pt modelId="{2367BD9A-B2B4-4656-9B1D-D8144F807D23}">
      <dgm:prSet phldrT="[Text]"/>
      <dgm:spPr/>
      <dgm:t>
        <a:bodyPr/>
        <a:lstStyle/>
        <a:p>
          <a:r>
            <a:rPr lang="en-US" dirty="0"/>
            <a:t>Embedded software shall provide an interface with the PC Tool for the OD parameter data to be extracted</a:t>
          </a:r>
        </a:p>
      </dgm:t>
    </dgm:pt>
    <dgm:pt modelId="{95F8B6C4-5D97-4DBF-9815-64C44F3D7183}" type="parTrans" cxnId="{F4FE011F-BD1A-4AF4-AC35-431B1F2A7784}">
      <dgm:prSet/>
      <dgm:spPr/>
      <dgm:t>
        <a:bodyPr/>
        <a:lstStyle/>
        <a:p>
          <a:endParaRPr lang="en-US"/>
        </a:p>
      </dgm:t>
    </dgm:pt>
    <dgm:pt modelId="{E34C3468-0D77-4578-851D-39D4AB351089}" type="sibTrans" cxnId="{F4FE011F-BD1A-4AF4-AC35-431B1F2A7784}">
      <dgm:prSet/>
      <dgm:spPr/>
      <dgm:t>
        <a:bodyPr/>
        <a:lstStyle/>
        <a:p>
          <a:endParaRPr lang="en-US"/>
        </a:p>
      </dgm:t>
    </dgm:pt>
    <dgm:pt modelId="{D2508C7B-C820-431D-9CC3-2B211CC91F0E}">
      <dgm:prSet phldrT="[Text]"/>
      <dgm:spPr/>
      <dgm:t>
        <a:bodyPr/>
        <a:lstStyle/>
        <a:p>
          <a:r>
            <a:rPr lang="en-US" dirty="0"/>
            <a:t>UDS AFW support shall adhere to 10xx.xxA, Tool Suite - UDS Interface</a:t>
          </a:r>
        </a:p>
      </dgm:t>
    </dgm:pt>
    <dgm:pt modelId="{8FA26C28-5B9D-4E3D-BF32-F7A675496F6A}" type="parTrans" cxnId="{3F61533F-6F50-42C9-B1E6-8C40B26E39D5}">
      <dgm:prSet/>
      <dgm:spPr/>
      <dgm:t>
        <a:bodyPr/>
        <a:lstStyle/>
        <a:p>
          <a:endParaRPr lang="en-US"/>
        </a:p>
      </dgm:t>
    </dgm:pt>
    <dgm:pt modelId="{744CDA14-315B-4B9A-9E88-A549AF305C61}" type="sibTrans" cxnId="{3F61533F-6F50-42C9-B1E6-8C40B26E39D5}">
      <dgm:prSet/>
      <dgm:spPr/>
      <dgm:t>
        <a:bodyPr/>
        <a:lstStyle/>
        <a:p>
          <a:endParaRPr lang="en-US"/>
        </a:p>
      </dgm:t>
    </dgm:pt>
    <dgm:pt modelId="{9AEA23FE-8CD0-4EE9-AA3A-16DFBA852D55}">
      <dgm:prSet phldrT="[Text]"/>
      <dgm:spPr/>
      <dgm:t>
        <a:bodyPr/>
        <a:lstStyle/>
        <a:p>
          <a:r>
            <a:rPr lang="en-US" b="1" dirty="0"/>
            <a:t>Automatable Requirement</a:t>
          </a:r>
        </a:p>
      </dgm:t>
    </dgm:pt>
    <dgm:pt modelId="{BE59BCD3-6CDA-4687-B2D7-2F2E1F086F53}" type="parTrans" cxnId="{C1FF7BF4-B989-4B17-A378-C1E707AC4D3E}">
      <dgm:prSet/>
      <dgm:spPr/>
      <dgm:t>
        <a:bodyPr/>
        <a:lstStyle/>
        <a:p>
          <a:endParaRPr lang="en-US"/>
        </a:p>
      </dgm:t>
    </dgm:pt>
    <dgm:pt modelId="{5CEE4E61-5401-4218-B738-44D03DD54DF7}" type="sibTrans" cxnId="{C1FF7BF4-B989-4B17-A378-C1E707AC4D3E}">
      <dgm:prSet/>
      <dgm:spPr/>
      <dgm:t>
        <a:bodyPr/>
        <a:lstStyle/>
        <a:p>
          <a:endParaRPr lang="en-US"/>
        </a:p>
      </dgm:t>
    </dgm:pt>
    <dgm:pt modelId="{42112683-92E1-4EB8-8C28-923FE39D1FE3}">
      <dgm:prSet phldrT="[Text]"/>
      <dgm:spPr/>
      <dgm:t>
        <a:bodyPr/>
        <a:lstStyle/>
        <a:p>
          <a:r>
            <a:rPr lang="en-US" dirty="0"/>
            <a:t>The embedded software shall provide interface to MBD software to read and pass the motor temperature</a:t>
          </a:r>
        </a:p>
      </dgm:t>
    </dgm:pt>
    <dgm:pt modelId="{AE94B41B-EFAD-4B9D-B2A6-8880E34C8109}" type="parTrans" cxnId="{2BA21ED4-CE2F-415E-B330-A53B894004C3}">
      <dgm:prSet/>
      <dgm:spPr/>
      <dgm:t>
        <a:bodyPr/>
        <a:lstStyle/>
        <a:p>
          <a:endParaRPr lang="en-US"/>
        </a:p>
      </dgm:t>
    </dgm:pt>
    <dgm:pt modelId="{6FA2D8AC-7C62-4BC8-B384-C2FE0C807D62}" type="sibTrans" cxnId="{2BA21ED4-CE2F-415E-B330-A53B894004C3}">
      <dgm:prSet/>
      <dgm:spPr/>
      <dgm:t>
        <a:bodyPr/>
        <a:lstStyle/>
        <a:p>
          <a:endParaRPr lang="en-US"/>
        </a:p>
      </dgm:t>
    </dgm:pt>
    <dgm:pt modelId="{C840F5CD-EAA2-43D6-8492-0468311A979A}">
      <dgm:prSet phldrT="[Text]"/>
      <dgm:spPr/>
      <dgm:t>
        <a:bodyPr/>
        <a:lstStyle/>
        <a:p>
          <a:r>
            <a:rPr lang="en-US" dirty="0"/>
            <a:t>Product shall by default transmit a J1939 PGN with following parameters and indexes at a repetition rate of 10ms</a:t>
          </a:r>
        </a:p>
      </dgm:t>
    </dgm:pt>
    <dgm:pt modelId="{160A4333-86A0-4EE8-9746-D73CF142E087}" type="parTrans" cxnId="{1DC97FE0-5518-47F4-A3F9-6486770C8ED9}">
      <dgm:prSet/>
      <dgm:spPr/>
      <dgm:t>
        <a:bodyPr/>
        <a:lstStyle/>
        <a:p>
          <a:endParaRPr lang="en-US"/>
        </a:p>
      </dgm:t>
    </dgm:pt>
    <dgm:pt modelId="{F21B534C-0484-4268-97E4-3CAB51385D98}" type="sibTrans" cxnId="{1DC97FE0-5518-47F4-A3F9-6486770C8ED9}">
      <dgm:prSet/>
      <dgm:spPr/>
      <dgm:t>
        <a:bodyPr/>
        <a:lstStyle/>
        <a:p>
          <a:endParaRPr lang="en-US"/>
        </a:p>
      </dgm:t>
    </dgm:pt>
    <dgm:pt modelId="{34E92AE9-6C76-452F-8D3A-D5EEE2487741}" type="pres">
      <dgm:prSet presAssocID="{13EA800E-D246-4B9E-8B2C-99C87EF5952E}" presName="list" presStyleCnt="0">
        <dgm:presLayoutVars>
          <dgm:dir/>
          <dgm:animLvl val="lvl"/>
        </dgm:presLayoutVars>
      </dgm:prSet>
      <dgm:spPr/>
    </dgm:pt>
    <dgm:pt modelId="{69EAB840-B043-4A2F-8742-AF135F8C59D1}" type="pres">
      <dgm:prSet presAssocID="{B3D48A30-23DD-4A37-9543-446D4543D72E}" presName="posSpace" presStyleCnt="0"/>
      <dgm:spPr/>
    </dgm:pt>
    <dgm:pt modelId="{46A6CB52-3406-4902-B4E6-D344DDAF67FE}" type="pres">
      <dgm:prSet presAssocID="{B3D48A30-23DD-4A37-9543-446D4543D72E}" presName="vertFlow" presStyleCnt="0"/>
      <dgm:spPr/>
    </dgm:pt>
    <dgm:pt modelId="{F8876FEE-2C43-40A8-967B-9AF47F23FDE6}" type="pres">
      <dgm:prSet presAssocID="{B3D48A30-23DD-4A37-9543-446D4543D72E}" presName="topSpace" presStyleCnt="0"/>
      <dgm:spPr/>
    </dgm:pt>
    <dgm:pt modelId="{51AD9A9E-6625-4305-AA88-1C959BE43939}" type="pres">
      <dgm:prSet presAssocID="{B3D48A30-23DD-4A37-9543-446D4543D72E}" presName="firstComp" presStyleCnt="0"/>
      <dgm:spPr/>
    </dgm:pt>
    <dgm:pt modelId="{3DB5194F-ADDD-423B-B0D4-E7844D2C87B5}" type="pres">
      <dgm:prSet presAssocID="{B3D48A30-23DD-4A37-9543-446D4543D72E}" presName="firstChild" presStyleLbl="bgAccFollowNode1" presStyleIdx="0" presStyleCnt="4"/>
      <dgm:spPr/>
    </dgm:pt>
    <dgm:pt modelId="{E95FF767-A32E-4998-9452-2E9D9C201E3C}" type="pres">
      <dgm:prSet presAssocID="{B3D48A30-23DD-4A37-9543-446D4543D72E}" presName="firstChildTx" presStyleLbl="bgAccFollowNode1" presStyleIdx="0" presStyleCnt="4">
        <dgm:presLayoutVars>
          <dgm:bulletEnabled val="1"/>
        </dgm:presLayoutVars>
      </dgm:prSet>
      <dgm:spPr/>
    </dgm:pt>
    <dgm:pt modelId="{7CDD1475-FD2A-45F9-A26C-FFF32550DA09}" type="pres">
      <dgm:prSet presAssocID="{D2508C7B-C820-431D-9CC3-2B211CC91F0E}" presName="comp" presStyleCnt="0"/>
      <dgm:spPr/>
    </dgm:pt>
    <dgm:pt modelId="{1F53C791-931F-4929-85E3-BD0BFE97AB64}" type="pres">
      <dgm:prSet presAssocID="{D2508C7B-C820-431D-9CC3-2B211CC91F0E}" presName="child" presStyleLbl="bgAccFollowNode1" presStyleIdx="1" presStyleCnt="4"/>
      <dgm:spPr/>
    </dgm:pt>
    <dgm:pt modelId="{0B05620F-BAF1-4527-8ECB-F7EBC59756BA}" type="pres">
      <dgm:prSet presAssocID="{D2508C7B-C820-431D-9CC3-2B211CC91F0E}" presName="childTx" presStyleLbl="bgAccFollowNode1" presStyleIdx="1" presStyleCnt="4">
        <dgm:presLayoutVars>
          <dgm:bulletEnabled val="1"/>
        </dgm:presLayoutVars>
      </dgm:prSet>
      <dgm:spPr/>
    </dgm:pt>
    <dgm:pt modelId="{7A76135B-DD39-4080-8DB2-B6204F1E2FBE}" type="pres">
      <dgm:prSet presAssocID="{B3D48A30-23DD-4A37-9543-446D4543D72E}" presName="negSpace" presStyleCnt="0"/>
      <dgm:spPr/>
    </dgm:pt>
    <dgm:pt modelId="{62CF9C66-9470-4D0A-92E9-82971D712F0E}" type="pres">
      <dgm:prSet presAssocID="{B3D48A30-23DD-4A37-9543-446D4543D72E}" presName="circle" presStyleLbl="node1" presStyleIdx="0" presStyleCnt="2"/>
      <dgm:spPr/>
    </dgm:pt>
    <dgm:pt modelId="{E417D253-36C0-4BED-AB8C-7FDC44F3E85E}" type="pres">
      <dgm:prSet presAssocID="{A050AE00-701C-4855-8741-28A5DF137477}" presName="transSpace" presStyleCnt="0"/>
      <dgm:spPr/>
    </dgm:pt>
    <dgm:pt modelId="{CF733FAA-D9F5-4424-9C5B-D2C39E11EB9C}" type="pres">
      <dgm:prSet presAssocID="{9AEA23FE-8CD0-4EE9-AA3A-16DFBA852D55}" presName="posSpace" presStyleCnt="0"/>
      <dgm:spPr/>
    </dgm:pt>
    <dgm:pt modelId="{D1E38595-1B0F-4BCB-9468-57046D0877A7}" type="pres">
      <dgm:prSet presAssocID="{9AEA23FE-8CD0-4EE9-AA3A-16DFBA852D55}" presName="vertFlow" presStyleCnt="0"/>
      <dgm:spPr/>
    </dgm:pt>
    <dgm:pt modelId="{26F1D82B-1429-480E-BC48-CF9EF09DD23F}" type="pres">
      <dgm:prSet presAssocID="{9AEA23FE-8CD0-4EE9-AA3A-16DFBA852D55}" presName="topSpace" presStyleCnt="0"/>
      <dgm:spPr/>
    </dgm:pt>
    <dgm:pt modelId="{BAB781AE-DB86-4315-8097-A6E2BC78829D}" type="pres">
      <dgm:prSet presAssocID="{9AEA23FE-8CD0-4EE9-AA3A-16DFBA852D55}" presName="firstComp" presStyleCnt="0"/>
      <dgm:spPr/>
    </dgm:pt>
    <dgm:pt modelId="{5B36DCFE-1BF4-4B15-99EA-8EFC976EFE7E}" type="pres">
      <dgm:prSet presAssocID="{9AEA23FE-8CD0-4EE9-AA3A-16DFBA852D55}" presName="firstChild" presStyleLbl="bgAccFollowNode1" presStyleIdx="2" presStyleCnt="4"/>
      <dgm:spPr/>
    </dgm:pt>
    <dgm:pt modelId="{26D13E07-E221-48DC-9ACA-C0A328646D16}" type="pres">
      <dgm:prSet presAssocID="{9AEA23FE-8CD0-4EE9-AA3A-16DFBA852D55}" presName="firstChildTx" presStyleLbl="bgAccFollowNode1" presStyleIdx="2" presStyleCnt="4">
        <dgm:presLayoutVars>
          <dgm:bulletEnabled val="1"/>
        </dgm:presLayoutVars>
      </dgm:prSet>
      <dgm:spPr/>
    </dgm:pt>
    <dgm:pt modelId="{82623EA0-E052-415F-BCAA-3B2AF5BC40AA}" type="pres">
      <dgm:prSet presAssocID="{C840F5CD-EAA2-43D6-8492-0468311A979A}" presName="comp" presStyleCnt="0"/>
      <dgm:spPr/>
    </dgm:pt>
    <dgm:pt modelId="{701EDDE3-4668-45FC-BEFD-DB0B77895E8F}" type="pres">
      <dgm:prSet presAssocID="{C840F5CD-EAA2-43D6-8492-0468311A979A}" presName="child" presStyleLbl="bgAccFollowNode1" presStyleIdx="3" presStyleCnt="4"/>
      <dgm:spPr/>
    </dgm:pt>
    <dgm:pt modelId="{FD4C0661-1E63-44DE-9521-E8EE69917919}" type="pres">
      <dgm:prSet presAssocID="{C840F5CD-EAA2-43D6-8492-0468311A979A}" presName="childTx" presStyleLbl="bgAccFollowNode1" presStyleIdx="3" presStyleCnt="4">
        <dgm:presLayoutVars>
          <dgm:bulletEnabled val="1"/>
        </dgm:presLayoutVars>
      </dgm:prSet>
      <dgm:spPr/>
    </dgm:pt>
    <dgm:pt modelId="{D7D98C8F-11DE-4B65-B50B-F0F176A96BE1}" type="pres">
      <dgm:prSet presAssocID="{9AEA23FE-8CD0-4EE9-AA3A-16DFBA852D55}" presName="negSpace" presStyleCnt="0"/>
      <dgm:spPr/>
    </dgm:pt>
    <dgm:pt modelId="{4B0240CB-D794-4D75-827D-33ABF0124928}" type="pres">
      <dgm:prSet presAssocID="{9AEA23FE-8CD0-4EE9-AA3A-16DFBA852D55}" presName="circle" presStyleLbl="node1" presStyleIdx="1" presStyleCnt="2"/>
      <dgm:spPr/>
    </dgm:pt>
  </dgm:ptLst>
  <dgm:cxnLst>
    <dgm:cxn modelId="{E46A9F00-8202-41D8-8BEF-1AD405033B27}" type="presOf" srcId="{9AEA23FE-8CD0-4EE9-AA3A-16DFBA852D55}" destId="{4B0240CB-D794-4D75-827D-33ABF0124928}" srcOrd="0" destOrd="0" presId="urn:microsoft.com/office/officeart/2005/8/layout/hList9"/>
    <dgm:cxn modelId="{5273FC06-0509-4B3D-8089-4F9A41956DCA}" type="presOf" srcId="{D2508C7B-C820-431D-9CC3-2B211CC91F0E}" destId="{1F53C791-931F-4929-85E3-BD0BFE97AB64}" srcOrd="0" destOrd="0" presId="urn:microsoft.com/office/officeart/2005/8/layout/hList9"/>
    <dgm:cxn modelId="{7AE85D15-2F70-4B1A-961E-2802B38EFE2A}" type="presOf" srcId="{13EA800E-D246-4B9E-8B2C-99C87EF5952E}" destId="{34E92AE9-6C76-452F-8D3A-D5EEE2487741}" srcOrd="0" destOrd="0" presId="urn:microsoft.com/office/officeart/2005/8/layout/hList9"/>
    <dgm:cxn modelId="{F4FE011F-BD1A-4AF4-AC35-431B1F2A7784}" srcId="{B3D48A30-23DD-4A37-9543-446D4543D72E}" destId="{2367BD9A-B2B4-4656-9B1D-D8144F807D23}" srcOrd="0" destOrd="0" parTransId="{95F8B6C4-5D97-4DBF-9815-64C44F3D7183}" sibTransId="{E34C3468-0D77-4578-851D-39D4AB351089}"/>
    <dgm:cxn modelId="{3F61533F-6F50-42C9-B1E6-8C40B26E39D5}" srcId="{B3D48A30-23DD-4A37-9543-446D4543D72E}" destId="{D2508C7B-C820-431D-9CC3-2B211CC91F0E}" srcOrd="1" destOrd="0" parTransId="{8FA26C28-5B9D-4E3D-BF32-F7A675496F6A}" sibTransId="{744CDA14-315B-4B9A-9E88-A549AF305C61}"/>
    <dgm:cxn modelId="{59E63741-36CE-4D2A-BE62-0A0B48000189}" type="presOf" srcId="{42112683-92E1-4EB8-8C28-923FE39D1FE3}" destId="{5B36DCFE-1BF4-4B15-99EA-8EFC976EFE7E}" srcOrd="0" destOrd="0" presId="urn:microsoft.com/office/officeart/2005/8/layout/hList9"/>
    <dgm:cxn modelId="{DC0DEA64-F786-4308-85FF-BF9FBC9F0BC8}" type="presOf" srcId="{C840F5CD-EAA2-43D6-8492-0468311A979A}" destId="{FD4C0661-1E63-44DE-9521-E8EE69917919}" srcOrd="1" destOrd="0" presId="urn:microsoft.com/office/officeart/2005/8/layout/hList9"/>
    <dgm:cxn modelId="{98D2A36B-A57A-4185-B3ED-22A71690039B}" type="presOf" srcId="{B3D48A30-23DD-4A37-9543-446D4543D72E}" destId="{62CF9C66-9470-4D0A-92E9-82971D712F0E}" srcOrd="0" destOrd="0" presId="urn:microsoft.com/office/officeart/2005/8/layout/hList9"/>
    <dgm:cxn modelId="{7AA9049D-35AC-4230-8404-1E97F66D1535}" type="presOf" srcId="{42112683-92E1-4EB8-8C28-923FE39D1FE3}" destId="{26D13E07-E221-48DC-9ACA-C0A328646D16}" srcOrd="1" destOrd="0" presId="urn:microsoft.com/office/officeart/2005/8/layout/hList9"/>
    <dgm:cxn modelId="{0E2936A9-6761-4B5A-A436-8884C25A9A18}" type="presOf" srcId="{2367BD9A-B2B4-4656-9B1D-D8144F807D23}" destId="{3DB5194F-ADDD-423B-B0D4-E7844D2C87B5}" srcOrd="0" destOrd="0" presId="urn:microsoft.com/office/officeart/2005/8/layout/hList9"/>
    <dgm:cxn modelId="{7E52CBAF-12E6-49E7-8177-49BF334837DE}" srcId="{13EA800E-D246-4B9E-8B2C-99C87EF5952E}" destId="{B3D48A30-23DD-4A37-9543-446D4543D72E}" srcOrd="0" destOrd="0" parTransId="{7E7ACA7B-2031-4AE1-B1D7-8C401C3D8561}" sibTransId="{A050AE00-701C-4855-8741-28A5DF137477}"/>
    <dgm:cxn modelId="{0A6403BB-0882-4553-BAFF-993E53C361D6}" type="presOf" srcId="{D2508C7B-C820-431D-9CC3-2B211CC91F0E}" destId="{0B05620F-BAF1-4527-8ECB-F7EBC59756BA}" srcOrd="1" destOrd="0" presId="urn:microsoft.com/office/officeart/2005/8/layout/hList9"/>
    <dgm:cxn modelId="{80BE6ECC-2408-4FCC-B435-9A75F230FFF8}" type="presOf" srcId="{2367BD9A-B2B4-4656-9B1D-D8144F807D23}" destId="{E95FF767-A32E-4998-9452-2E9D9C201E3C}" srcOrd="1" destOrd="0" presId="urn:microsoft.com/office/officeart/2005/8/layout/hList9"/>
    <dgm:cxn modelId="{2BA21ED4-CE2F-415E-B330-A53B894004C3}" srcId="{9AEA23FE-8CD0-4EE9-AA3A-16DFBA852D55}" destId="{42112683-92E1-4EB8-8C28-923FE39D1FE3}" srcOrd="0" destOrd="0" parTransId="{AE94B41B-EFAD-4B9D-B2A6-8880E34C8109}" sibTransId="{6FA2D8AC-7C62-4BC8-B384-C2FE0C807D62}"/>
    <dgm:cxn modelId="{1DC97FE0-5518-47F4-A3F9-6486770C8ED9}" srcId="{9AEA23FE-8CD0-4EE9-AA3A-16DFBA852D55}" destId="{C840F5CD-EAA2-43D6-8492-0468311A979A}" srcOrd="1" destOrd="0" parTransId="{160A4333-86A0-4EE8-9746-D73CF142E087}" sibTransId="{F21B534C-0484-4268-97E4-3CAB51385D98}"/>
    <dgm:cxn modelId="{382535ED-C639-49B9-ADE0-7E17B581EACB}" type="presOf" srcId="{C840F5CD-EAA2-43D6-8492-0468311A979A}" destId="{701EDDE3-4668-45FC-BEFD-DB0B77895E8F}" srcOrd="0" destOrd="0" presId="urn:microsoft.com/office/officeart/2005/8/layout/hList9"/>
    <dgm:cxn modelId="{C1FF7BF4-B989-4B17-A378-C1E707AC4D3E}" srcId="{13EA800E-D246-4B9E-8B2C-99C87EF5952E}" destId="{9AEA23FE-8CD0-4EE9-AA3A-16DFBA852D55}" srcOrd="1" destOrd="0" parTransId="{BE59BCD3-6CDA-4687-B2D7-2F2E1F086F53}" sibTransId="{5CEE4E61-5401-4218-B738-44D03DD54DF7}"/>
    <dgm:cxn modelId="{1B4D9C9F-3BEF-4F50-A391-CA95F929E174}" type="presParOf" srcId="{34E92AE9-6C76-452F-8D3A-D5EEE2487741}" destId="{69EAB840-B043-4A2F-8742-AF135F8C59D1}" srcOrd="0" destOrd="0" presId="urn:microsoft.com/office/officeart/2005/8/layout/hList9"/>
    <dgm:cxn modelId="{1F97A385-4F79-4F13-9768-800712CE7D5A}" type="presParOf" srcId="{34E92AE9-6C76-452F-8D3A-D5EEE2487741}" destId="{46A6CB52-3406-4902-B4E6-D344DDAF67FE}" srcOrd="1" destOrd="0" presId="urn:microsoft.com/office/officeart/2005/8/layout/hList9"/>
    <dgm:cxn modelId="{4F6F964A-1F08-4BEE-BD77-CB98ABACEC60}" type="presParOf" srcId="{46A6CB52-3406-4902-B4E6-D344DDAF67FE}" destId="{F8876FEE-2C43-40A8-967B-9AF47F23FDE6}" srcOrd="0" destOrd="0" presId="urn:microsoft.com/office/officeart/2005/8/layout/hList9"/>
    <dgm:cxn modelId="{A262D74E-EAA0-42D7-9361-AF223E979A54}" type="presParOf" srcId="{46A6CB52-3406-4902-B4E6-D344DDAF67FE}" destId="{51AD9A9E-6625-4305-AA88-1C959BE43939}" srcOrd="1" destOrd="0" presId="urn:microsoft.com/office/officeart/2005/8/layout/hList9"/>
    <dgm:cxn modelId="{1227EFD1-6338-455C-8D2A-5B40601A1E63}" type="presParOf" srcId="{51AD9A9E-6625-4305-AA88-1C959BE43939}" destId="{3DB5194F-ADDD-423B-B0D4-E7844D2C87B5}" srcOrd="0" destOrd="0" presId="urn:microsoft.com/office/officeart/2005/8/layout/hList9"/>
    <dgm:cxn modelId="{4FBCDABD-D54F-4814-856A-454C830BD0D3}" type="presParOf" srcId="{51AD9A9E-6625-4305-AA88-1C959BE43939}" destId="{E95FF767-A32E-4998-9452-2E9D9C201E3C}" srcOrd="1" destOrd="0" presId="urn:microsoft.com/office/officeart/2005/8/layout/hList9"/>
    <dgm:cxn modelId="{1620DB20-9C37-428B-ABFE-6AADCEA7B13D}" type="presParOf" srcId="{46A6CB52-3406-4902-B4E6-D344DDAF67FE}" destId="{7CDD1475-FD2A-45F9-A26C-FFF32550DA09}" srcOrd="2" destOrd="0" presId="urn:microsoft.com/office/officeart/2005/8/layout/hList9"/>
    <dgm:cxn modelId="{EB5FFD2C-8228-48ED-B3EB-E17F7827DDE7}" type="presParOf" srcId="{7CDD1475-FD2A-45F9-A26C-FFF32550DA09}" destId="{1F53C791-931F-4929-85E3-BD0BFE97AB64}" srcOrd="0" destOrd="0" presId="urn:microsoft.com/office/officeart/2005/8/layout/hList9"/>
    <dgm:cxn modelId="{A574135A-B652-4B89-9596-3A0DFD881D78}" type="presParOf" srcId="{7CDD1475-FD2A-45F9-A26C-FFF32550DA09}" destId="{0B05620F-BAF1-4527-8ECB-F7EBC59756BA}" srcOrd="1" destOrd="0" presId="urn:microsoft.com/office/officeart/2005/8/layout/hList9"/>
    <dgm:cxn modelId="{5C5E5BD2-66A8-4580-915B-989FA2A930A9}" type="presParOf" srcId="{34E92AE9-6C76-452F-8D3A-D5EEE2487741}" destId="{7A76135B-DD39-4080-8DB2-B6204F1E2FBE}" srcOrd="2" destOrd="0" presId="urn:microsoft.com/office/officeart/2005/8/layout/hList9"/>
    <dgm:cxn modelId="{81BBFB5F-2957-4938-B261-813E9D5E6DC9}" type="presParOf" srcId="{34E92AE9-6C76-452F-8D3A-D5EEE2487741}" destId="{62CF9C66-9470-4D0A-92E9-82971D712F0E}" srcOrd="3" destOrd="0" presId="urn:microsoft.com/office/officeart/2005/8/layout/hList9"/>
    <dgm:cxn modelId="{704771AD-4D0C-4D3D-AD98-16C7737311C5}" type="presParOf" srcId="{34E92AE9-6C76-452F-8D3A-D5EEE2487741}" destId="{E417D253-36C0-4BED-AB8C-7FDC44F3E85E}" srcOrd="4" destOrd="0" presId="urn:microsoft.com/office/officeart/2005/8/layout/hList9"/>
    <dgm:cxn modelId="{F12910E3-AA88-4BB6-8149-2108B20E60BA}" type="presParOf" srcId="{34E92AE9-6C76-452F-8D3A-D5EEE2487741}" destId="{CF733FAA-D9F5-4424-9C5B-D2C39E11EB9C}" srcOrd="5" destOrd="0" presId="urn:microsoft.com/office/officeart/2005/8/layout/hList9"/>
    <dgm:cxn modelId="{AC1A0F50-DB86-49DE-84AA-E2C2638D91DA}" type="presParOf" srcId="{34E92AE9-6C76-452F-8D3A-D5EEE2487741}" destId="{D1E38595-1B0F-4BCB-9468-57046D0877A7}" srcOrd="6" destOrd="0" presId="urn:microsoft.com/office/officeart/2005/8/layout/hList9"/>
    <dgm:cxn modelId="{F9B9BD7E-7AA7-43AB-BC9E-C0AB9F76652E}" type="presParOf" srcId="{D1E38595-1B0F-4BCB-9468-57046D0877A7}" destId="{26F1D82B-1429-480E-BC48-CF9EF09DD23F}" srcOrd="0" destOrd="0" presId="urn:microsoft.com/office/officeart/2005/8/layout/hList9"/>
    <dgm:cxn modelId="{0A2D15E6-EE22-4181-9D0D-D8FFF6772974}" type="presParOf" srcId="{D1E38595-1B0F-4BCB-9468-57046D0877A7}" destId="{BAB781AE-DB86-4315-8097-A6E2BC78829D}" srcOrd="1" destOrd="0" presId="urn:microsoft.com/office/officeart/2005/8/layout/hList9"/>
    <dgm:cxn modelId="{36D5772D-BAC8-44D6-8244-8B0B5DEB44A2}" type="presParOf" srcId="{BAB781AE-DB86-4315-8097-A6E2BC78829D}" destId="{5B36DCFE-1BF4-4B15-99EA-8EFC976EFE7E}" srcOrd="0" destOrd="0" presId="urn:microsoft.com/office/officeart/2005/8/layout/hList9"/>
    <dgm:cxn modelId="{B106C3FC-4833-4559-982B-6D4B2B78E1E0}" type="presParOf" srcId="{BAB781AE-DB86-4315-8097-A6E2BC78829D}" destId="{26D13E07-E221-48DC-9ACA-C0A328646D16}" srcOrd="1" destOrd="0" presId="urn:microsoft.com/office/officeart/2005/8/layout/hList9"/>
    <dgm:cxn modelId="{897D49CA-DBDC-47F6-BB72-AE4747D0750B}" type="presParOf" srcId="{D1E38595-1B0F-4BCB-9468-57046D0877A7}" destId="{82623EA0-E052-415F-BCAA-3B2AF5BC40AA}" srcOrd="2" destOrd="0" presId="urn:microsoft.com/office/officeart/2005/8/layout/hList9"/>
    <dgm:cxn modelId="{B7FD89EF-EB18-4285-A82F-02A7F1646352}" type="presParOf" srcId="{82623EA0-E052-415F-BCAA-3B2AF5BC40AA}" destId="{701EDDE3-4668-45FC-BEFD-DB0B77895E8F}" srcOrd="0" destOrd="0" presId="urn:microsoft.com/office/officeart/2005/8/layout/hList9"/>
    <dgm:cxn modelId="{842F926B-8A23-4EC2-B6FE-A0959C5343E0}" type="presParOf" srcId="{82623EA0-E052-415F-BCAA-3B2AF5BC40AA}" destId="{FD4C0661-1E63-44DE-9521-E8EE69917919}" srcOrd="1" destOrd="0" presId="urn:microsoft.com/office/officeart/2005/8/layout/hList9"/>
    <dgm:cxn modelId="{97C53EE0-15EF-4C29-B54D-99A313E4B03D}" type="presParOf" srcId="{34E92AE9-6C76-452F-8D3A-D5EEE2487741}" destId="{D7D98C8F-11DE-4B65-B50B-F0F176A96BE1}" srcOrd="7" destOrd="0" presId="urn:microsoft.com/office/officeart/2005/8/layout/hList9"/>
    <dgm:cxn modelId="{DD021FFC-31A2-4386-86D1-5AA1AABBCE30}" type="presParOf" srcId="{34E92AE9-6C76-452F-8D3A-D5EEE2487741}" destId="{4B0240CB-D794-4D75-827D-33ABF0124928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E90F13-9CD5-48B7-87E8-06BCA44380F5}" type="doc">
      <dgm:prSet loTypeId="urn:microsoft.com/office/officeart/2005/8/layout/gear1" loCatId="process" qsTypeId="urn:microsoft.com/office/officeart/2005/8/quickstyle/3d5" qsCatId="3D" csTypeId="urn:microsoft.com/office/officeart/2005/8/colors/colorful4" csCatId="colorful" phldr="1"/>
      <dgm:spPr/>
    </dgm:pt>
    <dgm:pt modelId="{7C5549A1-F0FB-4B39-A7C8-ABFE08F85E70}">
      <dgm:prSet phldrT="[Text]"/>
      <dgm:spPr/>
      <dgm:t>
        <a:bodyPr/>
        <a:lstStyle/>
        <a:p>
          <a:r>
            <a:rPr lang="en-US" dirty="0"/>
            <a:t>Test</a:t>
          </a:r>
        </a:p>
      </dgm:t>
    </dgm:pt>
    <dgm:pt modelId="{932164ED-E9C5-4533-B555-94A723C554A7}" type="parTrans" cxnId="{07C93A41-F63C-43CB-AE18-11611A07AC01}">
      <dgm:prSet/>
      <dgm:spPr/>
      <dgm:t>
        <a:bodyPr/>
        <a:lstStyle/>
        <a:p>
          <a:endParaRPr lang="en-US"/>
        </a:p>
      </dgm:t>
    </dgm:pt>
    <dgm:pt modelId="{F3292375-522A-4D89-9504-158A9ACCF35E}" type="sibTrans" cxnId="{07C93A41-F63C-43CB-AE18-11611A07AC01}">
      <dgm:prSet/>
      <dgm:spPr/>
      <dgm:t>
        <a:bodyPr/>
        <a:lstStyle/>
        <a:p>
          <a:endParaRPr lang="en-US"/>
        </a:p>
      </dgm:t>
    </dgm:pt>
    <dgm:pt modelId="{150E24B9-4E76-4E6E-B9D2-B2D35B5011ED}">
      <dgm:prSet phldrT="[Text]"/>
      <dgm:spPr/>
      <dgm:t>
        <a:bodyPr/>
        <a:lstStyle/>
        <a:p>
          <a:r>
            <a:rPr lang="en-US" dirty="0"/>
            <a:t>Build</a:t>
          </a:r>
        </a:p>
      </dgm:t>
    </dgm:pt>
    <dgm:pt modelId="{B31C5565-7760-4C4E-B553-75483A3320E2}" type="parTrans" cxnId="{A3794708-9428-4298-A519-0136D0D7149E}">
      <dgm:prSet/>
      <dgm:spPr/>
      <dgm:t>
        <a:bodyPr/>
        <a:lstStyle/>
        <a:p>
          <a:endParaRPr lang="en-US"/>
        </a:p>
      </dgm:t>
    </dgm:pt>
    <dgm:pt modelId="{3CF7A1EA-46CB-4B25-81BD-9489FEA65D14}" type="sibTrans" cxnId="{A3794708-9428-4298-A519-0136D0D7149E}">
      <dgm:prSet/>
      <dgm:spPr/>
      <dgm:t>
        <a:bodyPr/>
        <a:lstStyle/>
        <a:p>
          <a:endParaRPr lang="en-US"/>
        </a:p>
      </dgm:t>
    </dgm:pt>
    <dgm:pt modelId="{9B9519FF-A033-461B-8EE5-824E266EA079}">
      <dgm:prSet phldrT="[Text]"/>
      <dgm:spPr/>
      <dgm:t>
        <a:bodyPr/>
        <a:lstStyle/>
        <a:p>
          <a:r>
            <a:rPr lang="en-US" dirty="0"/>
            <a:t>Code</a:t>
          </a:r>
        </a:p>
      </dgm:t>
    </dgm:pt>
    <dgm:pt modelId="{5446CEE0-C7FD-49EA-A66E-62A849837810}" type="parTrans" cxnId="{CC59C292-DDC5-454B-B723-2E2C57F97072}">
      <dgm:prSet/>
      <dgm:spPr/>
      <dgm:t>
        <a:bodyPr/>
        <a:lstStyle/>
        <a:p>
          <a:endParaRPr lang="en-US"/>
        </a:p>
      </dgm:t>
    </dgm:pt>
    <dgm:pt modelId="{873D32F6-93A4-443B-B1D2-B42AE7C00B9B}" type="sibTrans" cxnId="{CC59C292-DDC5-454B-B723-2E2C57F97072}">
      <dgm:prSet/>
      <dgm:spPr/>
      <dgm:t>
        <a:bodyPr/>
        <a:lstStyle/>
        <a:p>
          <a:endParaRPr lang="en-US"/>
        </a:p>
      </dgm:t>
    </dgm:pt>
    <dgm:pt modelId="{4E69E703-2D3B-46F3-8D4E-DA78B70430A7}" type="pres">
      <dgm:prSet presAssocID="{CDE90F13-9CD5-48B7-87E8-06BCA44380F5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B7BBA715-9938-446A-8588-538CD442CE1B}" type="pres">
      <dgm:prSet presAssocID="{7C5549A1-F0FB-4B39-A7C8-ABFE08F85E70}" presName="gear1" presStyleLbl="node1" presStyleIdx="0" presStyleCnt="3">
        <dgm:presLayoutVars>
          <dgm:chMax val="1"/>
          <dgm:bulletEnabled val="1"/>
        </dgm:presLayoutVars>
      </dgm:prSet>
      <dgm:spPr/>
    </dgm:pt>
    <dgm:pt modelId="{7DA7DB05-3F0F-41E5-95AE-B2643C319CAF}" type="pres">
      <dgm:prSet presAssocID="{7C5549A1-F0FB-4B39-A7C8-ABFE08F85E70}" presName="gear1srcNode" presStyleLbl="node1" presStyleIdx="0" presStyleCnt="3"/>
      <dgm:spPr/>
    </dgm:pt>
    <dgm:pt modelId="{F86D42EC-89AF-483F-AB07-08B71FA6BB52}" type="pres">
      <dgm:prSet presAssocID="{7C5549A1-F0FB-4B39-A7C8-ABFE08F85E70}" presName="gear1dstNode" presStyleLbl="node1" presStyleIdx="0" presStyleCnt="3"/>
      <dgm:spPr/>
    </dgm:pt>
    <dgm:pt modelId="{6FC2C32E-BD4E-4D32-B84D-DC3B45147A81}" type="pres">
      <dgm:prSet presAssocID="{150E24B9-4E76-4E6E-B9D2-B2D35B5011ED}" presName="gear2" presStyleLbl="node1" presStyleIdx="1" presStyleCnt="3">
        <dgm:presLayoutVars>
          <dgm:chMax val="1"/>
          <dgm:bulletEnabled val="1"/>
        </dgm:presLayoutVars>
      </dgm:prSet>
      <dgm:spPr/>
    </dgm:pt>
    <dgm:pt modelId="{D6DBD3D7-E5C8-4E7A-870B-EFC7C34C9E99}" type="pres">
      <dgm:prSet presAssocID="{150E24B9-4E76-4E6E-B9D2-B2D35B5011ED}" presName="gear2srcNode" presStyleLbl="node1" presStyleIdx="1" presStyleCnt="3"/>
      <dgm:spPr/>
    </dgm:pt>
    <dgm:pt modelId="{2C4B9406-B0B5-4332-8933-8D8CEE02B0DF}" type="pres">
      <dgm:prSet presAssocID="{150E24B9-4E76-4E6E-B9D2-B2D35B5011ED}" presName="gear2dstNode" presStyleLbl="node1" presStyleIdx="1" presStyleCnt="3"/>
      <dgm:spPr/>
    </dgm:pt>
    <dgm:pt modelId="{017FF1F2-EE6B-4D65-AF98-0F55B91C2258}" type="pres">
      <dgm:prSet presAssocID="{9B9519FF-A033-461B-8EE5-824E266EA079}" presName="gear3" presStyleLbl="node1" presStyleIdx="2" presStyleCnt="3"/>
      <dgm:spPr/>
    </dgm:pt>
    <dgm:pt modelId="{B9CB9D86-5628-4D4F-A042-FBF1550D07D2}" type="pres">
      <dgm:prSet presAssocID="{9B9519FF-A033-461B-8EE5-824E266EA079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ED77BDF5-C990-4889-BCC9-33B089C29D9A}" type="pres">
      <dgm:prSet presAssocID="{9B9519FF-A033-461B-8EE5-824E266EA079}" presName="gear3srcNode" presStyleLbl="node1" presStyleIdx="2" presStyleCnt="3"/>
      <dgm:spPr/>
    </dgm:pt>
    <dgm:pt modelId="{38C98294-1A98-4787-91F6-421D7BC6E064}" type="pres">
      <dgm:prSet presAssocID="{9B9519FF-A033-461B-8EE5-824E266EA079}" presName="gear3dstNode" presStyleLbl="node1" presStyleIdx="2" presStyleCnt="3"/>
      <dgm:spPr/>
    </dgm:pt>
    <dgm:pt modelId="{0A4C3F07-5C20-4B46-97A3-8A4D63A44DFF}" type="pres">
      <dgm:prSet presAssocID="{F3292375-522A-4D89-9504-158A9ACCF35E}" presName="connector1" presStyleLbl="sibTrans2D1" presStyleIdx="0" presStyleCnt="3"/>
      <dgm:spPr/>
    </dgm:pt>
    <dgm:pt modelId="{CCFEA868-9D92-4B8A-B4DE-B6990A80CCDD}" type="pres">
      <dgm:prSet presAssocID="{3CF7A1EA-46CB-4B25-81BD-9489FEA65D14}" presName="connector2" presStyleLbl="sibTrans2D1" presStyleIdx="1" presStyleCnt="3"/>
      <dgm:spPr/>
    </dgm:pt>
    <dgm:pt modelId="{970D0FAC-B705-4F17-AB9A-FBCA2A5DF0DE}" type="pres">
      <dgm:prSet presAssocID="{873D32F6-93A4-443B-B1D2-B42AE7C00B9B}" presName="connector3" presStyleLbl="sibTrans2D1" presStyleIdx="2" presStyleCnt="3"/>
      <dgm:spPr/>
    </dgm:pt>
  </dgm:ptLst>
  <dgm:cxnLst>
    <dgm:cxn modelId="{7524E307-7608-434F-8AAC-1209A90BF6DE}" type="presOf" srcId="{150E24B9-4E76-4E6E-B9D2-B2D35B5011ED}" destId="{2C4B9406-B0B5-4332-8933-8D8CEE02B0DF}" srcOrd="2" destOrd="0" presId="urn:microsoft.com/office/officeart/2005/8/layout/gear1"/>
    <dgm:cxn modelId="{A3794708-9428-4298-A519-0136D0D7149E}" srcId="{CDE90F13-9CD5-48B7-87E8-06BCA44380F5}" destId="{150E24B9-4E76-4E6E-B9D2-B2D35B5011ED}" srcOrd="1" destOrd="0" parTransId="{B31C5565-7760-4C4E-B553-75483A3320E2}" sibTransId="{3CF7A1EA-46CB-4B25-81BD-9489FEA65D14}"/>
    <dgm:cxn modelId="{B5B78E0B-B46B-49B7-9EF3-EDBEFB4635CE}" type="presOf" srcId="{CDE90F13-9CD5-48B7-87E8-06BCA44380F5}" destId="{4E69E703-2D3B-46F3-8D4E-DA78B70430A7}" srcOrd="0" destOrd="0" presId="urn:microsoft.com/office/officeart/2005/8/layout/gear1"/>
    <dgm:cxn modelId="{1F7B9E12-0B98-4316-A0E1-91EFBAE20765}" type="presOf" srcId="{150E24B9-4E76-4E6E-B9D2-B2D35B5011ED}" destId="{D6DBD3D7-E5C8-4E7A-870B-EFC7C34C9E99}" srcOrd="1" destOrd="0" presId="urn:microsoft.com/office/officeart/2005/8/layout/gear1"/>
    <dgm:cxn modelId="{DB9CCE15-39E3-45B1-A33E-C383A478A154}" type="presOf" srcId="{3CF7A1EA-46CB-4B25-81BD-9489FEA65D14}" destId="{CCFEA868-9D92-4B8A-B4DE-B6990A80CCDD}" srcOrd="0" destOrd="0" presId="urn:microsoft.com/office/officeart/2005/8/layout/gear1"/>
    <dgm:cxn modelId="{DB374C18-C593-4712-99A4-D4E2494C773D}" type="presOf" srcId="{F3292375-522A-4D89-9504-158A9ACCF35E}" destId="{0A4C3F07-5C20-4B46-97A3-8A4D63A44DFF}" srcOrd="0" destOrd="0" presId="urn:microsoft.com/office/officeart/2005/8/layout/gear1"/>
    <dgm:cxn modelId="{F63C111C-6B7D-4A8B-9CA0-820AA1A4AD42}" type="presOf" srcId="{873D32F6-93A4-443B-B1D2-B42AE7C00B9B}" destId="{970D0FAC-B705-4F17-AB9A-FBCA2A5DF0DE}" srcOrd="0" destOrd="0" presId="urn:microsoft.com/office/officeart/2005/8/layout/gear1"/>
    <dgm:cxn modelId="{449B5133-C2E7-431C-8A0D-D5444E928125}" type="presOf" srcId="{7C5549A1-F0FB-4B39-A7C8-ABFE08F85E70}" destId="{F86D42EC-89AF-483F-AB07-08B71FA6BB52}" srcOrd="2" destOrd="0" presId="urn:microsoft.com/office/officeart/2005/8/layout/gear1"/>
    <dgm:cxn modelId="{67D20240-5B1B-45B2-90D9-2AD621A56B1B}" type="presOf" srcId="{9B9519FF-A033-461B-8EE5-824E266EA079}" destId="{017FF1F2-EE6B-4D65-AF98-0F55B91C2258}" srcOrd="0" destOrd="0" presId="urn:microsoft.com/office/officeart/2005/8/layout/gear1"/>
    <dgm:cxn modelId="{07C93A41-F63C-43CB-AE18-11611A07AC01}" srcId="{CDE90F13-9CD5-48B7-87E8-06BCA44380F5}" destId="{7C5549A1-F0FB-4B39-A7C8-ABFE08F85E70}" srcOrd="0" destOrd="0" parTransId="{932164ED-E9C5-4533-B555-94A723C554A7}" sibTransId="{F3292375-522A-4D89-9504-158A9ACCF35E}"/>
    <dgm:cxn modelId="{CC59C292-DDC5-454B-B723-2E2C57F97072}" srcId="{CDE90F13-9CD5-48B7-87E8-06BCA44380F5}" destId="{9B9519FF-A033-461B-8EE5-824E266EA079}" srcOrd="2" destOrd="0" parTransId="{5446CEE0-C7FD-49EA-A66E-62A849837810}" sibTransId="{873D32F6-93A4-443B-B1D2-B42AE7C00B9B}"/>
    <dgm:cxn modelId="{C6A733AA-D03F-453A-8DA0-1B267269BFCB}" type="presOf" srcId="{9B9519FF-A033-461B-8EE5-824E266EA079}" destId="{B9CB9D86-5628-4D4F-A042-FBF1550D07D2}" srcOrd="1" destOrd="0" presId="urn:microsoft.com/office/officeart/2005/8/layout/gear1"/>
    <dgm:cxn modelId="{B1E4A9AA-68FF-45C0-977A-AD964FCA40BC}" type="presOf" srcId="{9B9519FF-A033-461B-8EE5-824E266EA079}" destId="{ED77BDF5-C990-4889-BCC9-33B089C29D9A}" srcOrd="2" destOrd="0" presId="urn:microsoft.com/office/officeart/2005/8/layout/gear1"/>
    <dgm:cxn modelId="{E73C64C7-6A2D-47F2-AB9B-5B4331D77BAE}" type="presOf" srcId="{150E24B9-4E76-4E6E-B9D2-B2D35B5011ED}" destId="{6FC2C32E-BD4E-4D32-B84D-DC3B45147A81}" srcOrd="0" destOrd="0" presId="urn:microsoft.com/office/officeart/2005/8/layout/gear1"/>
    <dgm:cxn modelId="{399444CA-AAA8-4DCB-A399-EDF840A04E69}" type="presOf" srcId="{7C5549A1-F0FB-4B39-A7C8-ABFE08F85E70}" destId="{7DA7DB05-3F0F-41E5-95AE-B2643C319CAF}" srcOrd="1" destOrd="0" presId="urn:microsoft.com/office/officeart/2005/8/layout/gear1"/>
    <dgm:cxn modelId="{3458B3E6-7F24-4E28-91D9-28CFD17FFAFF}" type="presOf" srcId="{9B9519FF-A033-461B-8EE5-824E266EA079}" destId="{38C98294-1A98-4787-91F6-421D7BC6E064}" srcOrd="3" destOrd="0" presId="urn:microsoft.com/office/officeart/2005/8/layout/gear1"/>
    <dgm:cxn modelId="{4C81C3E8-6A75-42CE-865F-920BD52FD959}" type="presOf" srcId="{7C5549A1-F0FB-4B39-A7C8-ABFE08F85E70}" destId="{B7BBA715-9938-446A-8588-538CD442CE1B}" srcOrd="0" destOrd="0" presId="urn:microsoft.com/office/officeart/2005/8/layout/gear1"/>
    <dgm:cxn modelId="{D327AC3F-1919-4D39-AED6-C136F8067764}" type="presParOf" srcId="{4E69E703-2D3B-46F3-8D4E-DA78B70430A7}" destId="{B7BBA715-9938-446A-8588-538CD442CE1B}" srcOrd="0" destOrd="0" presId="urn:microsoft.com/office/officeart/2005/8/layout/gear1"/>
    <dgm:cxn modelId="{8EF8E510-0726-4EB0-B2A3-98737B511632}" type="presParOf" srcId="{4E69E703-2D3B-46F3-8D4E-DA78B70430A7}" destId="{7DA7DB05-3F0F-41E5-95AE-B2643C319CAF}" srcOrd="1" destOrd="0" presId="urn:microsoft.com/office/officeart/2005/8/layout/gear1"/>
    <dgm:cxn modelId="{344E62D5-3FEE-4F53-A6FA-2C738C347F24}" type="presParOf" srcId="{4E69E703-2D3B-46F3-8D4E-DA78B70430A7}" destId="{F86D42EC-89AF-483F-AB07-08B71FA6BB52}" srcOrd="2" destOrd="0" presId="urn:microsoft.com/office/officeart/2005/8/layout/gear1"/>
    <dgm:cxn modelId="{8BFDB6C4-B639-4A0A-A94E-A3913FF6C780}" type="presParOf" srcId="{4E69E703-2D3B-46F3-8D4E-DA78B70430A7}" destId="{6FC2C32E-BD4E-4D32-B84D-DC3B45147A81}" srcOrd="3" destOrd="0" presId="urn:microsoft.com/office/officeart/2005/8/layout/gear1"/>
    <dgm:cxn modelId="{B14C903D-ECC3-4DD8-A071-0374B28991B0}" type="presParOf" srcId="{4E69E703-2D3B-46F3-8D4E-DA78B70430A7}" destId="{D6DBD3D7-E5C8-4E7A-870B-EFC7C34C9E99}" srcOrd="4" destOrd="0" presId="urn:microsoft.com/office/officeart/2005/8/layout/gear1"/>
    <dgm:cxn modelId="{13C2CEFB-A7D5-4005-B42E-621449521794}" type="presParOf" srcId="{4E69E703-2D3B-46F3-8D4E-DA78B70430A7}" destId="{2C4B9406-B0B5-4332-8933-8D8CEE02B0DF}" srcOrd="5" destOrd="0" presId="urn:microsoft.com/office/officeart/2005/8/layout/gear1"/>
    <dgm:cxn modelId="{89FC13D4-7C82-4D62-8174-27F126650715}" type="presParOf" srcId="{4E69E703-2D3B-46F3-8D4E-DA78B70430A7}" destId="{017FF1F2-EE6B-4D65-AF98-0F55B91C2258}" srcOrd="6" destOrd="0" presId="urn:microsoft.com/office/officeart/2005/8/layout/gear1"/>
    <dgm:cxn modelId="{BC1DF813-00B3-402D-A737-B085E2B09E61}" type="presParOf" srcId="{4E69E703-2D3B-46F3-8D4E-DA78B70430A7}" destId="{B9CB9D86-5628-4D4F-A042-FBF1550D07D2}" srcOrd="7" destOrd="0" presId="urn:microsoft.com/office/officeart/2005/8/layout/gear1"/>
    <dgm:cxn modelId="{A2D3028B-3EC6-4CBF-ADFA-C85F198891E2}" type="presParOf" srcId="{4E69E703-2D3B-46F3-8D4E-DA78B70430A7}" destId="{ED77BDF5-C990-4889-BCC9-33B089C29D9A}" srcOrd="8" destOrd="0" presId="urn:microsoft.com/office/officeart/2005/8/layout/gear1"/>
    <dgm:cxn modelId="{6C789FA0-194A-4DF2-B700-6DE1ACBFFEAB}" type="presParOf" srcId="{4E69E703-2D3B-46F3-8D4E-DA78B70430A7}" destId="{38C98294-1A98-4787-91F6-421D7BC6E064}" srcOrd="9" destOrd="0" presId="urn:microsoft.com/office/officeart/2005/8/layout/gear1"/>
    <dgm:cxn modelId="{CD83D9CF-0184-4D60-8B1F-45A50E49EA05}" type="presParOf" srcId="{4E69E703-2D3B-46F3-8D4E-DA78B70430A7}" destId="{0A4C3F07-5C20-4B46-97A3-8A4D63A44DFF}" srcOrd="10" destOrd="0" presId="urn:microsoft.com/office/officeart/2005/8/layout/gear1"/>
    <dgm:cxn modelId="{3BF6DB47-126D-46E8-A423-31CB40FA756C}" type="presParOf" srcId="{4E69E703-2D3B-46F3-8D4E-DA78B70430A7}" destId="{CCFEA868-9D92-4B8A-B4DE-B6990A80CCDD}" srcOrd="11" destOrd="0" presId="urn:microsoft.com/office/officeart/2005/8/layout/gear1"/>
    <dgm:cxn modelId="{BBF99701-2ED4-4481-BF21-C54C7574156A}" type="presParOf" srcId="{4E69E703-2D3B-46F3-8D4E-DA78B70430A7}" destId="{970D0FAC-B705-4F17-AB9A-FBCA2A5DF0DE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B5194F-ADDD-423B-B0D4-E7844D2C87B5}">
      <dsp:nvSpPr>
        <dsp:cNvPr id="0" name=""/>
        <dsp:cNvSpPr/>
      </dsp:nvSpPr>
      <dsp:spPr>
        <a:xfrm>
          <a:off x="1811457" y="945694"/>
          <a:ext cx="3392505" cy="22628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Embedded software shall provide an interface with the PC Tool for the OD parameter data to be extracted</a:t>
          </a:r>
        </a:p>
      </dsp:txBody>
      <dsp:txXfrm>
        <a:off x="2354258" y="945694"/>
        <a:ext cx="2849704" cy="2262800"/>
      </dsp:txXfrm>
    </dsp:sp>
    <dsp:sp modelId="{1F53C791-931F-4929-85E3-BD0BFE97AB64}">
      <dsp:nvSpPr>
        <dsp:cNvPr id="0" name=""/>
        <dsp:cNvSpPr/>
      </dsp:nvSpPr>
      <dsp:spPr>
        <a:xfrm>
          <a:off x="1811457" y="3208495"/>
          <a:ext cx="3392505" cy="2262800"/>
        </a:xfrm>
        <a:prstGeom prst="rect">
          <a:avLst/>
        </a:prstGeom>
        <a:solidFill>
          <a:schemeClr val="accent4">
            <a:tint val="40000"/>
            <a:alpha val="90000"/>
            <a:hueOff val="2053179"/>
            <a:satOff val="-10223"/>
            <a:lumOff val="-97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2053179"/>
              <a:satOff val="-10223"/>
              <a:lumOff val="-9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UDS AFW support shall adhere to 10xx.xxA, Tool Suite - UDS Interface</a:t>
          </a:r>
        </a:p>
      </dsp:txBody>
      <dsp:txXfrm>
        <a:off x="2354258" y="3208495"/>
        <a:ext cx="2849704" cy="2262800"/>
      </dsp:txXfrm>
    </dsp:sp>
    <dsp:sp modelId="{62CF9C66-9470-4D0A-92E9-82971D712F0E}">
      <dsp:nvSpPr>
        <dsp:cNvPr id="0" name=""/>
        <dsp:cNvSpPr/>
      </dsp:nvSpPr>
      <dsp:spPr>
        <a:xfrm>
          <a:off x="2121" y="41025"/>
          <a:ext cx="2261670" cy="226167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Non – Automatable Requirement</a:t>
          </a:r>
        </a:p>
      </dsp:txBody>
      <dsp:txXfrm>
        <a:off x="333335" y="372239"/>
        <a:ext cx="1599242" cy="1599242"/>
      </dsp:txXfrm>
    </dsp:sp>
    <dsp:sp modelId="{5B36DCFE-1BF4-4B15-99EA-8EFC976EFE7E}">
      <dsp:nvSpPr>
        <dsp:cNvPr id="0" name=""/>
        <dsp:cNvSpPr/>
      </dsp:nvSpPr>
      <dsp:spPr>
        <a:xfrm>
          <a:off x="7465632" y="945694"/>
          <a:ext cx="3392505" cy="2262800"/>
        </a:xfrm>
        <a:prstGeom prst="rect">
          <a:avLst/>
        </a:prstGeom>
        <a:solidFill>
          <a:schemeClr val="accent4">
            <a:tint val="40000"/>
            <a:alpha val="90000"/>
            <a:hueOff val="4106357"/>
            <a:satOff val="-20446"/>
            <a:lumOff val="-194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4106357"/>
              <a:satOff val="-20446"/>
              <a:lumOff val="-19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embedded software shall provide interface to MBD software to read and pass the motor temperature</a:t>
          </a:r>
        </a:p>
      </dsp:txBody>
      <dsp:txXfrm>
        <a:off x="8008433" y="945694"/>
        <a:ext cx="2849704" cy="2262800"/>
      </dsp:txXfrm>
    </dsp:sp>
    <dsp:sp modelId="{701EDDE3-4668-45FC-BEFD-DB0B77895E8F}">
      <dsp:nvSpPr>
        <dsp:cNvPr id="0" name=""/>
        <dsp:cNvSpPr/>
      </dsp:nvSpPr>
      <dsp:spPr>
        <a:xfrm>
          <a:off x="7465632" y="3208495"/>
          <a:ext cx="3392505" cy="2262800"/>
        </a:xfrm>
        <a:prstGeom prst="rect">
          <a:avLst/>
        </a:prstGeom>
        <a:solidFill>
          <a:schemeClr val="accent4">
            <a:tint val="40000"/>
            <a:alpha val="90000"/>
            <a:hueOff val="6159535"/>
            <a:satOff val="-30669"/>
            <a:lumOff val="-291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6159535"/>
              <a:satOff val="-30669"/>
              <a:lumOff val="-29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Product shall by default transmit a J1939 PGN with following parameters and indexes at a repetition rate of 10ms</a:t>
          </a:r>
        </a:p>
      </dsp:txBody>
      <dsp:txXfrm>
        <a:off x="8008433" y="3208495"/>
        <a:ext cx="2849704" cy="2262800"/>
      </dsp:txXfrm>
    </dsp:sp>
    <dsp:sp modelId="{4B0240CB-D794-4D75-827D-33ABF0124928}">
      <dsp:nvSpPr>
        <dsp:cNvPr id="0" name=""/>
        <dsp:cNvSpPr/>
      </dsp:nvSpPr>
      <dsp:spPr>
        <a:xfrm>
          <a:off x="5656296" y="41025"/>
          <a:ext cx="2261670" cy="2261670"/>
        </a:xfrm>
        <a:prstGeom prst="ellipse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Automatable Requirement</a:t>
          </a:r>
        </a:p>
      </dsp:txBody>
      <dsp:txXfrm>
        <a:off x="5987510" y="372239"/>
        <a:ext cx="1599242" cy="15992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BA715-9938-446A-8588-538CD442CE1B}">
      <dsp:nvSpPr>
        <dsp:cNvPr id="0" name=""/>
        <dsp:cNvSpPr/>
      </dsp:nvSpPr>
      <dsp:spPr>
        <a:xfrm>
          <a:off x="2245100" y="1360042"/>
          <a:ext cx="1662274" cy="1662274"/>
        </a:xfrm>
        <a:prstGeom prst="gear9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Test</a:t>
          </a:r>
        </a:p>
      </dsp:txBody>
      <dsp:txXfrm>
        <a:off x="2579291" y="1749422"/>
        <a:ext cx="993892" cy="854443"/>
      </dsp:txXfrm>
    </dsp:sp>
    <dsp:sp modelId="{6FC2C32E-BD4E-4D32-B84D-DC3B45147A81}">
      <dsp:nvSpPr>
        <dsp:cNvPr id="0" name=""/>
        <dsp:cNvSpPr/>
      </dsp:nvSpPr>
      <dsp:spPr>
        <a:xfrm>
          <a:off x="1277959" y="967141"/>
          <a:ext cx="1208926" cy="1208926"/>
        </a:xfrm>
        <a:prstGeom prst="gear6">
          <a:avLst/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Build</a:t>
          </a:r>
        </a:p>
      </dsp:txBody>
      <dsp:txXfrm>
        <a:off x="1582310" y="1273331"/>
        <a:ext cx="600224" cy="596546"/>
      </dsp:txXfrm>
    </dsp:sp>
    <dsp:sp modelId="{017FF1F2-EE6B-4D65-AF98-0F55B91C2258}">
      <dsp:nvSpPr>
        <dsp:cNvPr id="0" name=""/>
        <dsp:cNvSpPr/>
      </dsp:nvSpPr>
      <dsp:spPr>
        <a:xfrm rot="20700000">
          <a:off x="1955081" y="133105"/>
          <a:ext cx="1184501" cy="1184501"/>
        </a:xfrm>
        <a:prstGeom prst="gear6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Code</a:t>
          </a:r>
        </a:p>
      </dsp:txBody>
      <dsp:txXfrm rot="-20700000">
        <a:off x="2214877" y="392901"/>
        <a:ext cx="664909" cy="664909"/>
      </dsp:txXfrm>
    </dsp:sp>
    <dsp:sp modelId="{0A4C3F07-5C20-4B46-97A3-8A4D63A44DFF}">
      <dsp:nvSpPr>
        <dsp:cNvPr id="0" name=""/>
        <dsp:cNvSpPr/>
      </dsp:nvSpPr>
      <dsp:spPr>
        <a:xfrm>
          <a:off x="2104862" y="1116194"/>
          <a:ext cx="2127711" cy="2127711"/>
        </a:xfrm>
        <a:prstGeom prst="circularArrow">
          <a:avLst>
            <a:gd name="adj1" fmla="val 4687"/>
            <a:gd name="adj2" fmla="val 299029"/>
            <a:gd name="adj3" fmla="val 2479669"/>
            <a:gd name="adj4" fmla="val 15942265"/>
            <a:gd name="adj5" fmla="val 5469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EA868-9D92-4B8A-B4DE-B6990A80CCDD}">
      <dsp:nvSpPr>
        <dsp:cNvPr id="0" name=""/>
        <dsp:cNvSpPr/>
      </dsp:nvSpPr>
      <dsp:spPr>
        <a:xfrm>
          <a:off x="1063860" y="704681"/>
          <a:ext cx="1545915" cy="1545915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D0FAC-B705-4F17-AB9A-FBCA2A5DF0DE}">
      <dsp:nvSpPr>
        <dsp:cNvPr id="0" name=""/>
        <dsp:cNvSpPr/>
      </dsp:nvSpPr>
      <dsp:spPr>
        <a:xfrm>
          <a:off x="1681094" y="-121315"/>
          <a:ext cx="1666807" cy="1666807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87BA-297E-69E0-55D5-1A68A89C0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D519E-757E-B8BC-F701-C5165468E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E4ABD-3361-87C0-E404-2F889B35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93B5E-C7C5-D16E-7B16-7329D314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7DCE-4801-7DB5-FA30-D2AE6DBA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0C27-6173-EB54-6080-51175646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9F4E7-AA5F-9E80-338E-D2B74FD12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90DD8-BE02-8A9B-90DC-ED8D1B3C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90367-2055-84C2-0AC9-0561DF8E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8BBCA-9945-2BDA-A9D2-AA3247A9C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27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76CB-745D-FE3B-53F7-F7989EB3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AE938-1A4F-D2CA-E1FC-A342997C1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6D91B-286B-9D1D-B4E8-CD8224885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7AA48-816B-9471-DE5D-1197BBAB9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E84FB-6614-9D9F-4F61-661B2D3D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1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2534-3FCF-5BDA-7D6F-79A8230D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6BDF2-92B3-AAB6-BD64-DD6F2820A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EAB29-27EB-93BC-5A06-4E4A5675F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C2E92-F3B4-F7BC-8B74-94AD71BF5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AA3B5-BDEB-33B6-AFD5-7E8ECC82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3515B-9BCE-EE6C-9A13-77D7A7A2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8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2972-C082-E357-B2AF-27CADE35B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01440-D474-84F7-FE10-7A15A314F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7BD5F-EA90-66E8-1A71-CE0E23DA7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80380-6BFC-0896-8197-19E2ECA24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C17A2-E64A-38ED-9A50-FD2D04924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D98E30-7A1D-A076-5868-BF808BD63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D8B13E-A641-2CF8-5743-3E108488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121D1-DF42-CDC4-F7A4-0F35095B5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28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1DC0-E25D-9B2A-BC4D-B6377B1D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0AB3F-B3F6-D950-9770-0360F2FE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9C0CE-42F2-8269-3AFE-D696FDD3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228C6-4DF6-F857-AF56-8EE5451BE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3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A5C8C-AF21-EB5F-E0B0-4ABAAECB0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FBB5A-F8CE-2209-0BBF-0CD87808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FDCD5-2C66-3E57-9A81-91374ED6E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39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4FB74-6646-B73B-1858-47DD2C7C6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191B-981C-65C0-2B37-BDB0EAFE7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E218B-5A93-5C49-4350-0900B5A2F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8F1A6-0169-42B4-041D-1E3BF6837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19FFD-73E4-4950-7930-CFB0C386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F719D-6894-211A-100A-17D7C348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58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79754-CA1C-0F05-7F7F-FBC426415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85471-E0BD-AC4B-8C9D-701796ABC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7B63A-0FFC-448A-15D9-1CE7C06FF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79A65-9C39-6CA4-1F84-0357414D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FA27B-7835-693E-F5EF-E842DACF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5FF8E-7496-F822-3543-CB4835927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08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5413-DEA1-CDF7-5CD0-A7B0D55A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8763B-49B4-ADE0-9279-B6B31213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2E246-0030-DABE-B8B2-9201DF98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B800D-3BDF-A97B-7F7D-1C1124D0D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CBF69-14DF-4CB5-A969-080004F28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7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D9F567-FCB8-8A80-2863-1E49329CA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86ACE-6D34-31C2-F499-E53AE114E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5FDAC-DB77-397F-0508-2E768701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62D4C-14C2-7CA3-DF5C-B782A4BA4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66EF2-42C8-A469-7CF0-8A38547F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8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1EE8EB-42C5-C64B-B84E-521C46C6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52E1F-8860-FEAB-7A97-0C3BE37CB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5079B-30EB-EC42-73B0-BB9276974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69AE9-6E12-40A0-8FC2-297BD72F5A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8A905-24E7-190C-295F-544A37B1A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34C60-CB24-6E75-BADD-B64593CA5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9340B-E8F3-47DD-B2D3-26F75D9C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diagramQuickStyle" Target="../diagrams/quickStyl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diagramLayout" Target="../diagrams/layout2.xml"/><Relationship Id="rId5" Type="http://schemas.openxmlformats.org/officeDocument/2006/relationships/image" Target="../media/image4.jpeg"/><Relationship Id="rId10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252831F-9F51-4B3D-A531-1F6E38B2FDDF}"/>
              </a:ext>
            </a:extLst>
          </p:cNvPr>
          <p:cNvSpPr>
            <a:spLocks noGrp="1"/>
          </p:cNvSpPr>
          <p:nvPr/>
        </p:nvSpPr>
        <p:spPr>
          <a:xfrm>
            <a:off x="596422" y="407618"/>
            <a:ext cx="10556590" cy="63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0" i="0" kern="1200" baseline="0">
                <a:solidFill>
                  <a:srgbClr val="4D4D4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 of Non – Automatable and Automatable</a:t>
            </a:r>
          </a:p>
          <a:p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14A2D6E-6F7D-6C59-FCE0-577C4D223A93}"/>
              </a:ext>
            </a:extLst>
          </p:cNvPr>
          <p:cNvGraphicFramePr/>
          <p:nvPr/>
        </p:nvGraphicFramePr>
        <p:xfrm>
          <a:off x="735320" y="938059"/>
          <a:ext cx="10860259" cy="551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1000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1F0F484-3D1D-ECBC-AAC5-942AE98F2599}"/>
              </a:ext>
            </a:extLst>
          </p:cNvPr>
          <p:cNvGrpSpPr/>
          <p:nvPr/>
        </p:nvGrpSpPr>
        <p:grpSpPr>
          <a:xfrm>
            <a:off x="857659" y="836712"/>
            <a:ext cx="7254565" cy="5472608"/>
            <a:chOff x="1108009" y="659963"/>
            <a:chExt cx="5530691" cy="405904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078323A-3617-263A-99AA-0AFFB1D97E42}"/>
                </a:ext>
              </a:extLst>
            </p:cNvPr>
            <p:cNvGrpSpPr/>
            <p:nvPr/>
          </p:nvGrpSpPr>
          <p:grpSpPr>
            <a:xfrm>
              <a:off x="1108009" y="954504"/>
              <a:ext cx="4597360" cy="3764506"/>
              <a:chOff x="271309" y="925467"/>
              <a:chExt cx="4597360" cy="3764506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38AB83-51F8-2756-D094-04A57394F682}"/>
                  </a:ext>
                </a:extLst>
              </p:cNvPr>
              <p:cNvSpPr txBox="1"/>
              <p:nvPr/>
            </p:nvSpPr>
            <p:spPr>
              <a:xfrm>
                <a:off x="293061" y="2777590"/>
                <a:ext cx="397182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Source Code Control to CI/CD pipeline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6DBB843-CEF6-D0CC-BB1D-92879D8C4334}"/>
                  </a:ext>
                </a:extLst>
              </p:cNvPr>
              <p:cNvSpPr txBox="1"/>
              <p:nvPr/>
            </p:nvSpPr>
            <p:spPr>
              <a:xfrm>
                <a:off x="271309" y="3665976"/>
                <a:ext cx="413702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Test Execution in LabVIEW and TestStand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BA0620-8DA9-97CB-2807-099803E6DB40}"/>
                  </a:ext>
                </a:extLst>
              </p:cNvPr>
              <p:cNvSpPr txBox="1"/>
              <p:nvPr/>
            </p:nvSpPr>
            <p:spPr>
              <a:xfrm>
                <a:off x="297590" y="925467"/>
                <a:ext cx="4571079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Test Execution initiated by Scheduler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979644-BA57-124E-E82A-6C19478D813F}"/>
                  </a:ext>
                </a:extLst>
              </p:cNvPr>
              <p:cNvSpPr txBox="1"/>
              <p:nvPr/>
            </p:nvSpPr>
            <p:spPr>
              <a:xfrm>
                <a:off x="285107" y="4436057"/>
                <a:ext cx="413702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Test Result Email notification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8F5C10-EF7E-0AAB-0995-016DD5339FD6}"/>
                  </a:ext>
                </a:extLst>
              </p:cNvPr>
              <p:cNvSpPr txBox="1"/>
              <p:nvPr/>
            </p:nvSpPr>
            <p:spPr>
              <a:xfrm>
                <a:off x="285107" y="1899694"/>
                <a:ext cx="438383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Python Script shall be invoked to start Automated Test Cases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DD27BA8-5E49-E324-1E7C-BF7E3F9F4A14}"/>
                  </a:ext>
                </a:extLst>
              </p:cNvPr>
              <p:cNvSpPr txBox="1"/>
              <p:nvPr/>
            </p:nvSpPr>
            <p:spPr>
              <a:xfrm>
                <a:off x="285107" y="4134864"/>
                <a:ext cx="4137027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Detail Test Result ,Test Logs summary to Share folder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609FBC6-D9CA-A392-37CB-F13664C60471}"/>
                </a:ext>
              </a:extLst>
            </p:cNvPr>
            <p:cNvGrpSpPr/>
            <p:nvPr/>
          </p:nvGrpSpPr>
          <p:grpSpPr>
            <a:xfrm>
              <a:off x="1169505" y="659963"/>
              <a:ext cx="5469195" cy="4048378"/>
              <a:chOff x="1169505" y="659963"/>
              <a:chExt cx="5469195" cy="404837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E75969E-615C-05EF-0B89-631E44B9F24A}"/>
                  </a:ext>
                </a:extLst>
              </p:cNvPr>
              <p:cNvGrpSpPr/>
              <p:nvPr/>
            </p:nvGrpSpPr>
            <p:grpSpPr>
              <a:xfrm>
                <a:off x="4897164" y="659963"/>
                <a:ext cx="1741536" cy="4048378"/>
                <a:chOff x="4181888" y="654672"/>
                <a:chExt cx="1741536" cy="4048378"/>
              </a:xfrm>
            </p:grpSpPr>
            <p:pic>
              <p:nvPicPr>
                <p:cNvPr id="10" name="Picture 2" descr="How to Enable or Disable Scheduled Task in Windows 10 | Tutorials">
                  <a:extLst>
                    <a:ext uri="{FF2B5EF4-FFF2-40B4-BE49-F238E27FC236}">
                      <a16:creationId xmlns:a16="http://schemas.microsoft.com/office/drawing/2014/main" id="{77C381AB-739A-FEB5-D254-63303AC981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733492" y="654672"/>
                  <a:ext cx="564579" cy="5645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" name="Picture 6" descr="Jenkins">
                  <a:extLst>
                    <a:ext uri="{FF2B5EF4-FFF2-40B4-BE49-F238E27FC236}">
                      <a16:creationId xmlns:a16="http://schemas.microsoft.com/office/drawing/2014/main" id="{58B19648-CE55-61A8-8A75-AB4A618BA9C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7826" b="17398"/>
                <a:stretch/>
              </p:blipFill>
              <p:spPr bwMode="auto">
                <a:xfrm>
                  <a:off x="4298408" y="2501430"/>
                  <a:ext cx="1434746" cy="4848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" name="Picture 4" descr="Python Logo, history, meaning, symbol, PNG">
                  <a:extLst>
                    <a:ext uri="{FF2B5EF4-FFF2-40B4-BE49-F238E27FC236}">
                      <a16:creationId xmlns:a16="http://schemas.microsoft.com/office/drawing/2014/main" id="{31997D72-D8D5-DE38-FAE0-D43F061E951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497" t="-1" r="20948" b="1621"/>
                <a:stretch/>
              </p:blipFill>
              <p:spPr bwMode="auto">
                <a:xfrm>
                  <a:off x="4655890" y="1520340"/>
                  <a:ext cx="719782" cy="7011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7DEB2E16-047A-1357-4663-4815EA292E2E}"/>
                    </a:ext>
                  </a:extLst>
                </p:cNvPr>
                <p:cNvGrpSpPr/>
                <p:nvPr/>
              </p:nvGrpSpPr>
              <p:grpSpPr>
                <a:xfrm>
                  <a:off x="4181888" y="3192724"/>
                  <a:ext cx="1741536" cy="550389"/>
                  <a:chOff x="3407500" y="4256659"/>
                  <a:chExt cx="1700210" cy="287583"/>
                </a:xfrm>
              </p:grpSpPr>
              <p:pic>
                <p:nvPicPr>
                  <p:cNvPr id="20" name="Picture 10" descr="LabVIEW - Wikipedia">
                    <a:extLst>
                      <a:ext uri="{FF2B5EF4-FFF2-40B4-BE49-F238E27FC236}">
                        <a16:creationId xmlns:a16="http://schemas.microsoft.com/office/drawing/2014/main" id="{000F2210-0C27-4B07-CFC6-862460F060A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407500" y="4256659"/>
                    <a:ext cx="754068" cy="28758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1" name="Picture 12" descr="NI TestStand Deployment (777774-3505) | Software">
                    <a:extLst>
                      <a:ext uri="{FF2B5EF4-FFF2-40B4-BE49-F238E27FC236}">
                        <a16:creationId xmlns:a16="http://schemas.microsoft.com/office/drawing/2014/main" id="{1C991FA6-15C0-37DD-233F-EC37F931397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807" t="35520" r="3807" b="30711"/>
                  <a:stretch/>
                </p:blipFill>
                <p:spPr bwMode="auto">
                  <a:xfrm>
                    <a:off x="4141034" y="4256659"/>
                    <a:ext cx="966676" cy="26147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F961DF7D-D634-1CF0-867A-D8AD376A0272}"/>
                    </a:ext>
                  </a:extLst>
                </p:cNvPr>
                <p:cNvCxnSpPr>
                  <a:stCxn id="10" idx="2"/>
                  <a:endCxn id="12" idx="0"/>
                </p:cNvCxnSpPr>
                <p:nvPr/>
              </p:nvCxnSpPr>
              <p:spPr>
                <a:xfrm flipH="1">
                  <a:off x="5015781" y="1219251"/>
                  <a:ext cx="1" cy="301089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F3AA87B8-76E1-8F28-D552-1C5C541F7F28}"/>
                    </a:ext>
                  </a:extLst>
                </p:cNvPr>
                <p:cNvCxnSpPr>
                  <a:cxnSpLocks/>
                  <a:stCxn id="11" idx="2"/>
                </p:cNvCxnSpPr>
                <p:nvPr/>
              </p:nvCxnSpPr>
              <p:spPr>
                <a:xfrm>
                  <a:off x="5015781" y="2986243"/>
                  <a:ext cx="0" cy="222082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C8161850-A4B7-D132-8286-605F7452FBA6}"/>
                    </a:ext>
                  </a:extLst>
                </p:cNvPr>
                <p:cNvCxnSpPr>
                  <a:cxnSpLocks/>
                  <a:stCxn id="12" idx="2"/>
                  <a:endCxn id="11" idx="0"/>
                </p:cNvCxnSpPr>
                <p:nvPr/>
              </p:nvCxnSpPr>
              <p:spPr>
                <a:xfrm>
                  <a:off x="5015781" y="2221496"/>
                  <a:ext cx="0" cy="27993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pic>
              <p:nvPicPr>
                <p:cNvPr id="17" name="Graphic 142" descr="Email with solid fill">
                  <a:extLst>
                    <a:ext uri="{FF2B5EF4-FFF2-40B4-BE49-F238E27FC236}">
                      <a16:creationId xmlns:a16="http://schemas.microsoft.com/office/drawing/2014/main" id="{CB2FAD55-3623-20C0-9D18-8C41A5BB9E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90092" y="4128415"/>
                  <a:ext cx="483394" cy="483394"/>
                </a:xfrm>
                <a:prstGeom prst="rect">
                  <a:avLst/>
                </a:prstGeom>
              </p:spPr>
            </p:pic>
            <p:pic>
              <p:nvPicPr>
                <p:cNvPr id="18" name="Picture 17" descr="A picture containing text&#10;&#10;Description automatically generated">
                  <a:extLst>
                    <a:ext uri="{FF2B5EF4-FFF2-40B4-BE49-F238E27FC236}">
                      <a16:creationId xmlns:a16="http://schemas.microsoft.com/office/drawing/2014/main" id="{9D89A80B-09BA-5BF7-694A-F16C919C1E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22134" y="4219656"/>
                  <a:ext cx="483394" cy="483394"/>
                </a:xfrm>
                <a:prstGeom prst="rect">
                  <a:avLst/>
                </a:prstGeom>
              </p:spPr>
            </p:pic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D2C234D5-228C-DDBB-23D2-8000E12935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90092" y="3762244"/>
                  <a:ext cx="0" cy="366171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25B1BF9-CDD2-9D70-F8B9-F9EBD51AA9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9505" y="1224542"/>
                <a:ext cx="4206240" cy="0"/>
              </a:xfrm>
              <a:prstGeom prst="line">
                <a:avLst/>
              </a:prstGeom>
              <a:ln w="50800" cmpd="tri">
                <a:solidFill>
                  <a:schemeClr val="accent1">
                    <a:shade val="95000"/>
                    <a:satMod val="105000"/>
                    <a:alpha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7AC04251-50CA-66E4-100F-D53BF682CA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9505" y="2220923"/>
                <a:ext cx="4206240" cy="0"/>
              </a:xfrm>
              <a:prstGeom prst="line">
                <a:avLst/>
              </a:prstGeom>
              <a:ln w="50800" cmpd="tri">
                <a:solidFill>
                  <a:schemeClr val="accent1">
                    <a:shade val="95000"/>
                    <a:satMod val="105000"/>
                    <a:alpha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1E86E4E-664F-6C3A-0D5A-9E6AD260C0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9505" y="3068087"/>
                <a:ext cx="4206240" cy="0"/>
              </a:xfrm>
              <a:prstGeom prst="line">
                <a:avLst/>
              </a:prstGeom>
              <a:ln w="50800" cmpd="tri">
                <a:solidFill>
                  <a:schemeClr val="accent1">
                    <a:shade val="95000"/>
                    <a:satMod val="105000"/>
                    <a:alpha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3F86EF5-3745-C368-D74B-E0788006D3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9505" y="3948870"/>
                <a:ext cx="4206240" cy="0"/>
              </a:xfrm>
              <a:prstGeom prst="line">
                <a:avLst/>
              </a:prstGeom>
              <a:ln w="50800" cmpd="tri">
                <a:solidFill>
                  <a:schemeClr val="accent1">
                    <a:shade val="95000"/>
                    <a:satMod val="105000"/>
                    <a:alpha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C13913FE-F61A-9B88-BE75-B01335228878}"/>
              </a:ext>
            </a:extLst>
          </p:cNvPr>
          <p:cNvGraphicFramePr/>
          <p:nvPr/>
        </p:nvGraphicFramePr>
        <p:xfrm>
          <a:off x="7316120" y="2026571"/>
          <a:ext cx="4792433" cy="3022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29" name="Title 1">
            <a:extLst>
              <a:ext uri="{FF2B5EF4-FFF2-40B4-BE49-F238E27FC236}">
                <a16:creationId xmlns:a16="http://schemas.microsoft.com/office/drawing/2014/main" id="{F161D058-E365-7A5E-F8E9-BA95C5FF0FB1}"/>
              </a:ext>
            </a:extLst>
          </p:cNvPr>
          <p:cNvSpPr txBox="1">
            <a:spLocks/>
          </p:cNvSpPr>
          <p:nvPr/>
        </p:nvSpPr>
        <p:spPr>
          <a:xfrm>
            <a:off x="766923" y="518046"/>
            <a:ext cx="10803895" cy="519716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80000"/>
              </a:lnSpc>
              <a:spcAft>
                <a:spcPts val="0"/>
              </a:spcAft>
            </a:pPr>
            <a:r>
              <a:rPr lang="en-US" sz="2600" dirty="0">
                <a:solidFill>
                  <a:srgbClr val="4D4D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Zero Touch Automation</a:t>
            </a:r>
            <a:endParaRPr lang="en-IN" sz="2600" dirty="0">
              <a:solidFill>
                <a:srgbClr val="4D4D4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2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8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2025-10-14T11:19:53Z</dcterms:created>
  <dcterms:modified xsi:type="dcterms:W3CDTF">2025-10-14T11:22:26Z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2025-10-14T11:22:26Z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793d37c0-dc69-41bc-aa06-6a31d9f6f9ee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