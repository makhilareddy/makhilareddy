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notesMasterIdLst>
    <p:notesMasterId r:id="rId6"/>
  </p:notesMasterIdLst>
  <p:handoutMasterIdLst>
    <p:handoutMasterId r:id="rId7"/>
  </p:handoutMasterIdLst>
  <p:sldIdLst>
    <p:sldId id="335" r:id="rId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kta Hariyani" initials="EH" lastIdx="12" clrIdx="0">
    <p:extLst>
      <p:ext uri="{19B8F6BF-5375-455C-9EA6-DF929625EA0E}">
        <p15:presenceInfo xmlns:p15="http://schemas.microsoft.com/office/powerpoint/2012/main" userId="S::EH00502061@techmahindra.com::c7470e6c-7493-4c02-b010-b9ad839de6b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152E"/>
    <a:srgbClr val="AA1229"/>
    <a:srgbClr val="E92F4A"/>
    <a:srgbClr val="576469"/>
    <a:srgbClr val="4A5154"/>
    <a:srgbClr val="68787D"/>
    <a:srgbClr val="E82440"/>
    <a:srgbClr val="696969"/>
    <a:srgbClr val="5A5B5E"/>
    <a:srgbClr val="6D6E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567" autoAdjust="0"/>
  </p:normalViewPr>
  <p:slideViewPr>
    <p:cSldViewPr snapToGrid="0" showGuides="1">
      <p:cViewPr varScale="1">
        <p:scale>
          <a:sx n="111" d="100"/>
          <a:sy n="111" d="100"/>
        </p:scale>
        <p:origin x="594" y="96"/>
      </p:cViewPr>
      <p:guideLst>
        <p:guide orient="horz" pos="2160"/>
        <p:guide pos="3840"/>
      </p:guideLst>
    </p:cSldViewPr>
  </p:slideViewPr>
  <p:notesTextViewPr>
    <p:cViewPr>
      <p:scale>
        <a:sx n="100" d="100"/>
        <a:sy n="100" d="100"/>
      </p:scale>
      <p:origin x="0" y="0"/>
    </p:cViewPr>
  </p:notesTextViewPr>
  <p:notesViewPr>
    <p:cSldViewPr snapToGrid="0" showGuides="1">
      <p:cViewPr varScale="1">
        <p:scale>
          <a:sx n="55" d="100"/>
          <a:sy n="55" d="100"/>
        </p:scale>
        <p:origin x="288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9537C3C-A511-4695-A2D5-8D5EBB18CE89}" type="datetimeFigureOut">
              <a:rPr lang="en-US" smtClean="0"/>
              <a:t>10/14/2025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51BF179-C15B-4065-B427-452918E62421}" type="slidenum">
              <a:rPr lang="en-US" smtClean="0"/>
              <a:t>‹#›</a:t>
            </a:fld>
            <a:endParaRPr lang="en-US"/>
          </a:p>
        </p:txBody>
      </p:sp>
    </p:spTree>
    <p:extLst>
      <p:ext uri="{BB962C8B-B14F-4D97-AF65-F5344CB8AC3E}">
        <p14:creationId xmlns:p14="http://schemas.microsoft.com/office/powerpoint/2010/main" val="1559709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7354014B-7070-40DE-9179-9FC2FBEDFC8E}" type="datetimeFigureOut">
              <a:rPr lang="en-US"/>
              <a:pPr>
                <a:defRPr/>
              </a:pPr>
              <a:t>10/14/2025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8C002942-9E23-44FC-9F91-B8D3DD73426D}" type="slidenum">
              <a:rPr lang="en-US"/>
              <a:pPr>
                <a:defRPr/>
              </a:pPr>
              <a:t>‹#›</a:t>
            </a:fld>
            <a:endParaRPr lang="en-US" dirty="0"/>
          </a:p>
        </p:txBody>
      </p:sp>
    </p:spTree>
    <p:extLst>
      <p:ext uri="{BB962C8B-B14F-4D97-AF65-F5344CB8AC3E}">
        <p14:creationId xmlns:p14="http://schemas.microsoft.com/office/powerpoint/2010/main" val="86927296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B12749E-80E9-415C-ADF9-A71C2E3DB349}"/>
              </a:ext>
            </a:extLst>
          </p:cNvPr>
          <p:cNvSpPr>
            <a:spLocks noGrp="1"/>
          </p:cNvSpPr>
          <p:nvPr>
            <p:ph type="title"/>
          </p:nvPr>
        </p:nvSpPr>
        <p:spPr>
          <a:xfrm>
            <a:off x="955766" y="1773284"/>
            <a:ext cx="10515600" cy="682534"/>
          </a:xfrm>
          <a:prstGeom prst="rect">
            <a:avLst/>
          </a:prstGeom>
        </p:spPr>
        <p:txBody>
          <a:bodyPr/>
          <a:lstStyle>
            <a:lvl1pPr>
              <a:lnSpc>
                <a:spcPct val="100000"/>
              </a:lnSpc>
              <a:defRPr sz="3200">
                <a:latin typeface="Arial" panose="020B0604020202020204" pitchFamily="34" charset="0"/>
                <a:cs typeface="Arial" panose="020B0604020202020204" pitchFamily="34" charset="0"/>
              </a:defRPr>
            </a:lvl1pPr>
          </a:lstStyle>
          <a:p>
            <a:r>
              <a:rPr lang="en-US"/>
              <a:t>Click to edit Master title style</a:t>
            </a:r>
            <a:endParaRPr lang="en-US" dirty="0"/>
          </a:p>
        </p:txBody>
      </p:sp>
      <p:pic>
        <p:nvPicPr>
          <p:cNvPr id="18" name="Graphic 17">
            <a:extLst>
              <a:ext uri="{FF2B5EF4-FFF2-40B4-BE49-F238E27FC236}">
                <a16:creationId xmlns:a16="http://schemas.microsoft.com/office/drawing/2014/main" id="{05E27919-3A51-484A-8181-59724866C9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4302" y="451485"/>
            <a:ext cx="1628967" cy="410664"/>
          </a:xfrm>
          <a:prstGeom prst="rect">
            <a:avLst/>
          </a:prstGeom>
        </p:spPr>
      </p:pic>
      <p:sp>
        <p:nvSpPr>
          <p:cNvPr id="24" name="Picture Placeholder 23">
            <a:extLst>
              <a:ext uri="{FF2B5EF4-FFF2-40B4-BE49-F238E27FC236}">
                <a16:creationId xmlns:a16="http://schemas.microsoft.com/office/drawing/2014/main" id="{EC5B4B4D-40E1-4E0B-8AEF-74ADFA74EB23}"/>
              </a:ext>
            </a:extLst>
          </p:cNvPr>
          <p:cNvSpPr>
            <a:spLocks noGrp="1"/>
          </p:cNvSpPr>
          <p:nvPr>
            <p:ph type="pic" sz="quarter" idx="11"/>
          </p:nvPr>
        </p:nvSpPr>
        <p:spPr>
          <a:xfrm>
            <a:off x="0" y="-9526"/>
            <a:ext cx="12204700" cy="6899609"/>
          </a:xfrm>
          <a:custGeom>
            <a:avLst/>
            <a:gdLst>
              <a:gd name="connsiteX0" fmla="*/ 0 w 12204700"/>
              <a:gd name="connsiteY0" fmla="*/ 0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0 h 6858000"/>
              <a:gd name="connsiteX0" fmla="*/ 0 w 12204700"/>
              <a:gd name="connsiteY0" fmla="*/ 0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0 h 6858000"/>
              <a:gd name="connsiteX0" fmla="*/ 0 w 12204700"/>
              <a:gd name="connsiteY0" fmla="*/ 0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0 h 6858000"/>
              <a:gd name="connsiteX0" fmla="*/ 0 w 12204700"/>
              <a:gd name="connsiteY0" fmla="*/ 0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0 h 6858000"/>
              <a:gd name="connsiteX0" fmla="*/ 0 w 12204700"/>
              <a:gd name="connsiteY0" fmla="*/ 1684421 h 6858000"/>
              <a:gd name="connsiteX1" fmla="*/ 12204700 w 12204700"/>
              <a:gd name="connsiteY1" fmla="*/ 0 h 6858000"/>
              <a:gd name="connsiteX2" fmla="*/ 12204700 w 12204700"/>
              <a:gd name="connsiteY2" fmla="*/ 6858000 h 6858000"/>
              <a:gd name="connsiteX3" fmla="*/ 0 w 12204700"/>
              <a:gd name="connsiteY3" fmla="*/ 6858000 h 6858000"/>
              <a:gd name="connsiteX4" fmla="*/ 0 w 12204700"/>
              <a:gd name="connsiteY4" fmla="*/ 1684421 h 6858000"/>
              <a:gd name="connsiteX0" fmla="*/ 0 w 12204700"/>
              <a:gd name="connsiteY0" fmla="*/ 1716505 h 6890084"/>
              <a:gd name="connsiteX1" fmla="*/ 4761163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16505 h 6890084"/>
              <a:gd name="connsiteX1" fmla="*/ 4761163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16505 h 6890084"/>
              <a:gd name="connsiteX1" fmla="*/ 4761163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16505 h 6890084"/>
              <a:gd name="connsiteX1" fmla="*/ 4761163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32547 h 6906126"/>
              <a:gd name="connsiteX1" fmla="*/ 4761163 w 12204700"/>
              <a:gd name="connsiteY1" fmla="*/ 0 h 6906126"/>
              <a:gd name="connsiteX2" fmla="*/ 12204700 w 12204700"/>
              <a:gd name="connsiteY2" fmla="*/ 48126 h 6906126"/>
              <a:gd name="connsiteX3" fmla="*/ 12204700 w 12204700"/>
              <a:gd name="connsiteY3" fmla="*/ 6906126 h 6906126"/>
              <a:gd name="connsiteX4" fmla="*/ 0 w 12204700"/>
              <a:gd name="connsiteY4" fmla="*/ 6906126 h 6906126"/>
              <a:gd name="connsiteX5" fmla="*/ 0 w 12204700"/>
              <a:gd name="connsiteY5" fmla="*/ 1732547 h 6906126"/>
              <a:gd name="connsiteX0" fmla="*/ 0 w 12204700"/>
              <a:gd name="connsiteY0" fmla="*/ 1732547 h 6906126"/>
              <a:gd name="connsiteX1" fmla="*/ 4761163 w 12204700"/>
              <a:gd name="connsiteY1" fmla="*/ 0 h 6906126"/>
              <a:gd name="connsiteX2" fmla="*/ 12204700 w 12204700"/>
              <a:gd name="connsiteY2" fmla="*/ 48126 h 6906126"/>
              <a:gd name="connsiteX3" fmla="*/ 12204700 w 12204700"/>
              <a:gd name="connsiteY3" fmla="*/ 6906126 h 6906126"/>
              <a:gd name="connsiteX4" fmla="*/ 0 w 12204700"/>
              <a:gd name="connsiteY4" fmla="*/ 6906126 h 6906126"/>
              <a:gd name="connsiteX5" fmla="*/ 0 w 12204700"/>
              <a:gd name="connsiteY5" fmla="*/ 1732547 h 6906126"/>
              <a:gd name="connsiteX0" fmla="*/ 0 w 12204700"/>
              <a:gd name="connsiteY0" fmla="*/ 1716505 h 6890084"/>
              <a:gd name="connsiteX1" fmla="*/ 4408237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16505 h 6890084"/>
              <a:gd name="connsiteX1" fmla="*/ 4408237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16505 h 6890084"/>
              <a:gd name="connsiteX0" fmla="*/ 0 w 12204700"/>
              <a:gd name="connsiteY0" fmla="*/ 1754605 h 6890084"/>
              <a:gd name="connsiteX1" fmla="*/ 4408237 w 12204700"/>
              <a:gd name="connsiteY1" fmla="*/ 0 h 6890084"/>
              <a:gd name="connsiteX2" fmla="*/ 12204700 w 12204700"/>
              <a:gd name="connsiteY2" fmla="*/ 32084 h 6890084"/>
              <a:gd name="connsiteX3" fmla="*/ 12204700 w 12204700"/>
              <a:gd name="connsiteY3" fmla="*/ 6890084 h 6890084"/>
              <a:gd name="connsiteX4" fmla="*/ 0 w 12204700"/>
              <a:gd name="connsiteY4" fmla="*/ 6890084 h 6890084"/>
              <a:gd name="connsiteX5" fmla="*/ 0 w 12204700"/>
              <a:gd name="connsiteY5" fmla="*/ 1754605 h 6890084"/>
              <a:gd name="connsiteX0" fmla="*/ 0 w 12204700"/>
              <a:gd name="connsiteY0" fmla="*/ 1735555 h 6871034"/>
              <a:gd name="connsiteX1" fmla="*/ 4474912 w 12204700"/>
              <a:gd name="connsiteY1" fmla="*/ 0 h 6871034"/>
              <a:gd name="connsiteX2" fmla="*/ 12204700 w 12204700"/>
              <a:gd name="connsiteY2" fmla="*/ 13034 h 6871034"/>
              <a:gd name="connsiteX3" fmla="*/ 12204700 w 12204700"/>
              <a:gd name="connsiteY3" fmla="*/ 6871034 h 6871034"/>
              <a:gd name="connsiteX4" fmla="*/ 0 w 12204700"/>
              <a:gd name="connsiteY4" fmla="*/ 6871034 h 6871034"/>
              <a:gd name="connsiteX5" fmla="*/ 0 w 12204700"/>
              <a:gd name="connsiteY5" fmla="*/ 1735555 h 6871034"/>
              <a:gd name="connsiteX0" fmla="*/ 0 w 12204700"/>
              <a:gd name="connsiteY0" fmla="*/ 1764130 h 6899609"/>
              <a:gd name="connsiteX1" fmla="*/ 4484437 w 12204700"/>
              <a:gd name="connsiteY1" fmla="*/ 0 h 6899609"/>
              <a:gd name="connsiteX2" fmla="*/ 12204700 w 12204700"/>
              <a:gd name="connsiteY2" fmla="*/ 41609 h 6899609"/>
              <a:gd name="connsiteX3" fmla="*/ 12204700 w 12204700"/>
              <a:gd name="connsiteY3" fmla="*/ 6899609 h 6899609"/>
              <a:gd name="connsiteX4" fmla="*/ 0 w 12204700"/>
              <a:gd name="connsiteY4" fmla="*/ 6899609 h 6899609"/>
              <a:gd name="connsiteX5" fmla="*/ 0 w 12204700"/>
              <a:gd name="connsiteY5" fmla="*/ 1764130 h 6899609"/>
              <a:gd name="connsiteX0" fmla="*/ 0 w 12204700"/>
              <a:gd name="connsiteY0" fmla="*/ 1764130 h 6899609"/>
              <a:gd name="connsiteX1" fmla="*/ 4484437 w 12204700"/>
              <a:gd name="connsiteY1" fmla="*/ 0 h 6899609"/>
              <a:gd name="connsiteX2" fmla="*/ 12204700 w 12204700"/>
              <a:gd name="connsiteY2" fmla="*/ 13034 h 6899609"/>
              <a:gd name="connsiteX3" fmla="*/ 12204700 w 12204700"/>
              <a:gd name="connsiteY3" fmla="*/ 6899609 h 6899609"/>
              <a:gd name="connsiteX4" fmla="*/ 0 w 12204700"/>
              <a:gd name="connsiteY4" fmla="*/ 6899609 h 6899609"/>
              <a:gd name="connsiteX5" fmla="*/ 0 w 12204700"/>
              <a:gd name="connsiteY5" fmla="*/ 1764130 h 6899609"/>
              <a:gd name="connsiteX0" fmla="*/ 0 w 12204700"/>
              <a:gd name="connsiteY0" fmla="*/ 1764130 h 6899609"/>
              <a:gd name="connsiteX1" fmla="*/ 4484437 w 12204700"/>
              <a:gd name="connsiteY1" fmla="*/ 0 h 6899609"/>
              <a:gd name="connsiteX2" fmla="*/ 12204700 w 12204700"/>
              <a:gd name="connsiteY2" fmla="*/ 13034 h 6899609"/>
              <a:gd name="connsiteX3" fmla="*/ 12204700 w 12204700"/>
              <a:gd name="connsiteY3" fmla="*/ 6899609 h 6899609"/>
              <a:gd name="connsiteX4" fmla="*/ 0 w 12204700"/>
              <a:gd name="connsiteY4" fmla="*/ 6899609 h 6899609"/>
              <a:gd name="connsiteX5" fmla="*/ 0 w 12204700"/>
              <a:gd name="connsiteY5" fmla="*/ 1764130 h 6899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04700" h="6899609">
                <a:moveTo>
                  <a:pt x="0" y="1764130"/>
                </a:moveTo>
                <a:cubicBezTo>
                  <a:pt x="2324657" y="869282"/>
                  <a:pt x="1009761" y="1395664"/>
                  <a:pt x="4484437" y="0"/>
                </a:cubicBezTo>
                <a:lnTo>
                  <a:pt x="12204700" y="13034"/>
                </a:lnTo>
                <a:lnTo>
                  <a:pt x="12204700" y="6899609"/>
                </a:lnTo>
                <a:lnTo>
                  <a:pt x="0" y="6899609"/>
                </a:lnTo>
                <a:lnTo>
                  <a:pt x="0" y="1764130"/>
                </a:lnTo>
                <a:close/>
              </a:path>
            </a:pathLst>
          </a:custGeom>
          <a:noFill/>
        </p:spPr>
        <p:txBody>
          <a:bodyPr anchor="ctr"/>
          <a:lstStyle>
            <a:lvl1pPr marL="0" indent="0" algn="ctr">
              <a:buNone/>
              <a:defRPr sz="3200">
                <a:latin typeface="Arial" panose="020B0604020202020204" pitchFamily="34" charset="0"/>
                <a:cs typeface="Arial" panose="020B0604020202020204" pitchFamily="34" charset="0"/>
              </a:defRPr>
            </a:lvl1pPr>
          </a:lstStyle>
          <a:p>
            <a:r>
              <a:rPr lang="en-US"/>
              <a:t>Click icon to add picture</a:t>
            </a:r>
            <a:endParaRPr lang="en-US" dirty="0"/>
          </a:p>
        </p:txBody>
      </p:sp>
    </p:spTree>
    <p:extLst>
      <p:ext uri="{BB962C8B-B14F-4D97-AF65-F5344CB8AC3E}">
        <p14:creationId xmlns:p14="http://schemas.microsoft.com/office/powerpoint/2010/main" val="824117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55AD398-D2A1-4DD2-B38D-F67BC20B26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18828" y="294731"/>
            <a:ext cx="1628967" cy="410664"/>
          </a:xfrm>
          <a:prstGeom prst="rect">
            <a:avLst/>
          </a:prstGeom>
        </p:spPr>
      </p:pic>
    </p:spTree>
    <p:extLst>
      <p:ext uri="{BB962C8B-B14F-4D97-AF65-F5344CB8AC3E}">
        <p14:creationId xmlns:p14="http://schemas.microsoft.com/office/powerpoint/2010/main" val="4073148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55AD398-D2A1-4DD2-B38D-F67BC20B26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18828" y="294731"/>
            <a:ext cx="1628967" cy="410664"/>
          </a:xfrm>
          <a:prstGeom prst="rect">
            <a:avLst/>
          </a:prstGeom>
        </p:spPr>
      </p:pic>
      <p:pic>
        <p:nvPicPr>
          <p:cNvPr id="3" name="Picture 2">
            <a:extLst>
              <a:ext uri="{FF2B5EF4-FFF2-40B4-BE49-F238E27FC236}">
                <a16:creationId xmlns:a16="http://schemas.microsoft.com/office/drawing/2014/main" id="{C0E0C3FF-75F5-4B9D-A0F8-5D5B525186CD}"/>
              </a:ext>
            </a:extLst>
          </p:cNvPr>
          <p:cNvPicPr>
            <a:picLocks noChangeAspect="1"/>
          </p:cNvPicPr>
          <p:nvPr userDrawn="1"/>
        </p:nvPicPr>
        <p:blipFill>
          <a:blip r:embed="rId4"/>
          <a:stretch>
            <a:fillRect/>
          </a:stretch>
        </p:blipFill>
        <p:spPr>
          <a:xfrm>
            <a:off x="0" y="3295650"/>
            <a:ext cx="8115300" cy="3060700"/>
          </a:xfrm>
          <a:prstGeom prst="rect">
            <a:avLst/>
          </a:prstGeom>
        </p:spPr>
      </p:pic>
      <p:sp>
        <p:nvSpPr>
          <p:cNvPr id="4" name="Title 1">
            <a:extLst>
              <a:ext uri="{FF2B5EF4-FFF2-40B4-BE49-F238E27FC236}">
                <a16:creationId xmlns:a16="http://schemas.microsoft.com/office/drawing/2014/main" id="{D8CF40FD-8627-4565-9886-F63C24802577}"/>
              </a:ext>
            </a:extLst>
          </p:cNvPr>
          <p:cNvSpPr>
            <a:spLocks noGrp="1"/>
          </p:cNvSpPr>
          <p:nvPr>
            <p:ph type="ctrTitle"/>
          </p:nvPr>
        </p:nvSpPr>
        <p:spPr>
          <a:xfrm>
            <a:off x="512782" y="2472211"/>
            <a:ext cx="11166436" cy="818515"/>
          </a:xfrm>
          <a:prstGeom prst="rect">
            <a:avLst/>
          </a:prstGeom>
        </p:spPr>
        <p:txBody>
          <a:bodyPr/>
          <a:lstStyle>
            <a:lvl1pPr>
              <a:lnSpc>
                <a:spcPct val="100000"/>
              </a:lnSpc>
              <a:defRPr sz="3200">
                <a:latin typeface="Arial" panose="020B060402020202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59566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55AD398-D2A1-4DD2-B38D-F67BC20B26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18828" y="294731"/>
            <a:ext cx="1628967" cy="410664"/>
          </a:xfrm>
          <a:prstGeom prst="rect">
            <a:avLst/>
          </a:prstGeom>
        </p:spPr>
      </p:pic>
      <p:pic>
        <p:nvPicPr>
          <p:cNvPr id="3" name="Picture 2">
            <a:extLst>
              <a:ext uri="{FF2B5EF4-FFF2-40B4-BE49-F238E27FC236}">
                <a16:creationId xmlns:a16="http://schemas.microsoft.com/office/drawing/2014/main" id="{C0E0C3FF-75F5-4B9D-A0F8-5D5B525186CD}"/>
              </a:ext>
            </a:extLst>
          </p:cNvPr>
          <p:cNvPicPr>
            <a:picLocks noChangeAspect="1"/>
          </p:cNvPicPr>
          <p:nvPr userDrawn="1"/>
        </p:nvPicPr>
        <p:blipFill>
          <a:blip r:embed="rId4"/>
          <a:stretch>
            <a:fillRect/>
          </a:stretch>
        </p:blipFill>
        <p:spPr>
          <a:xfrm>
            <a:off x="0" y="3295650"/>
            <a:ext cx="8115300" cy="3060700"/>
          </a:xfrm>
          <a:prstGeom prst="rect">
            <a:avLst/>
          </a:prstGeom>
        </p:spPr>
      </p:pic>
      <p:sp>
        <p:nvSpPr>
          <p:cNvPr id="4" name="Title 1">
            <a:extLst>
              <a:ext uri="{FF2B5EF4-FFF2-40B4-BE49-F238E27FC236}">
                <a16:creationId xmlns:a16="http://schemas.microsoft.com/office/drawing/2014/main" id="{D8CF40FD-8627-4565-9886-F63C24802577}"/>
              </a:ext>
            </a:extLst>
          </p:cNvPr>
          <p:cNvSpPr>
            <a:spLocks noGrp="1"/>
          </p:cNvSpPr>
          <p:nvPr>
            <p:ph type="ctrTitle"/>
          </p:nvPr>
        </p:nvSpPr>
        <p:spPr>
          <a:xfrm>
            <a:off x="512782" y="2472211"/>
            <a:ext cx="11166436" cy="818515"/>
          </a:xfrm>
          <a:prstGeom prst="rect">
            <a:avLst/>
          </a:prstGeom>
        </p:spPr>
        <p:txBody>
          <a:bodyPr/>
          <a:lstStyle>
            <a:lvl1pPr>
              <a:lnSpc>
                <a:spcPct val="100000"/>
              </a:lnSpc>
              <a:defRPr sz="3200">
                <a:latin typeface="Arial" panose="020B0604020202020204" pitchFamily="34" charset="0"/>
                <a:cs typeface="Arial" panose="020B0604020202020204" pitchFamily="34" charset="0"/>
              </a:defRPr>
            </a:lvl1p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CF5D0E46-44A7-4FB1-AE32-D9C46EC6315B}"/>
              </a:ext>
            </a:extLst>
          </p:cNvPr>
          <p:cNvCxnSpPr>
            <a:cxnSpLocks/>
          </p:cNvCxnSpPr>
          <p:nvPr userDrawn="1"/>
        </p:nvCxnSpPr>
        <p:spPr>
          <a:xfrm>
            <a:off x="10058854" y="285206"/>
            <a:ext cx="0" cy="4201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794FD76-58E7-42F5-9F35-25F07ADB8022}"/>
              </a:ext>
            </a:extLst>
          </p:cNvPr>
          <p:cNvSpPr txBox="1"/>
          <p:nvPr userDrawn="1"/>
        </p:nvSpPr>
        <p:spPr>
          <a:xfrm>
            <a:off x="9069574" y="199043"/>
            <a:ext cx="935661" cy="569387"/>
          </a:xfrm>
          <a:prstGeom prst="rect">
            <a:avLst/>
          </a:prstGeom>
          <a:noFill/>
        </p:spPr>
        <p:txBody>
          <a:bodyPr wrap="square" rtlCol="0">
            <a:spAutoFit/>
          </a:bodyPr>
          <a:lstStyle/>
          <a:p>
            <a:pPr algn="r"/>
            <a:r>
              <a:rPr lang="en-US" sz="1550" dirty="0"/>
              <a:t>Partner logo</a:t>
            </a:r>
          </a:p>
        </p:txBody>
      </p:sp>
    </p:spTree>
    <p:extLst>
      <p:ext uri="{BB962C8B-B14F-4D97-AF65-F5344CB8AC3E}">
        <p14:creationId xmlns:p14="http://schemas.microsoft.com/office/powerpoint/2010/main" val="3908738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593C55-0EC9-434E-B40B-D66FD4415D9E}"/>
              </a:ext>
            </a:extLst>
          </p:cNvPr>
          <p:cNvPicPr>
            <a:picLocks noChangeAspect="1"/>
          </p:cNvPicPr>
          <p:nvPr userDrawn="1"/>
        </p:nvPicPr>
        <p:blipFill>
          <a:blip r:embed="rId2"/>
          <a:stretch>
            <a:fillRect/>
          </a:stretch>
        </p:blipFill>
        <p:spPr>
          <a:xfrm>
            <a:off x="0" y="788232"/>
            <a:ext cx="817705" cy="392498"/>
          </a:xfrm>
          <a:prstGeom prst="rect">
            <a:avLst/>
          </a:prstGeom>
        </p:spPr>
      </p:pic>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
        <p:nvSpPr>
          <p:cNvPr id="9" name="Text Placeholder 17">
            <a:extLst>
              <a:ext uri="{FF2B5EF4-FFF2-40B4-BE49-F238E27FC236}">
                <a16:creationId xmlns:a16="http://schemas.microsoft.com/office/drawing/2014/main" id="{7422AE61-5848-4FC6-A0C0-4B1058E78D9A}"/>
              </a:ext>
            </a:extLst>
          </p:cNvPr>
          <p:cNvSpPr>
            <a:spLocks noGrp="1"/>
          </p:cNvSpPr>
          <p:nvPr>
            <p:ph type="body" sz="quarter" idx="12" hasCustomPrompt="1"/>
          </p:nvPr>
        </p:nvSpPr>
        <p:spPr>
          <a:xfrm>
            <a:off x="817705" y="1273175"/>
            <a:ext cx="10556590" cy="5072043"/>
          </a:xfrm>
          <a:prstGeom prst="rect">
            <a:avLst/>
          </a:prstGeom>
        </p:spPr>
        <p:txBody>
          <a:bodyPr>
            <a:noAutofit/>
          </a:bodyPr>
          <a:lstStyle>
            <a:lvl1pPr marL="0" indent="0">
              <a:lnSpc>
                <a:spcPct val="100000"/>
              </a:lnSpc>
              <a:buFontTx/>
              <a:buNone/>
              <a:tabLst/>
              <a:defRPr sz="1400" baseline="0">
                <a:solidFill>
                  <a:srgbClr val="4D4D4F"/>
                </a:solidFill>
                <a:latin typeface="Arial" panose="020B0604020202020204" pitchFamily="34" charset="0"/>
                <a:cs typeface="Arial" panose="020B0604020202020204" pitchFamily="34" charset="0"/>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r>
              <a:rPr lang="en-GB" dirty="0"/>
              <a:t>.</a:t>
            </a:r>
          </a:p>
          <a:p>
            <a:pPr lvl="0"/>
            <a:endParaRPr lang="en-GB" dirty="0"/>
          </a:p>
          <a:p>
            <a:pPr lvl="0"/>
            <a:r>
              <a:rPr lang="en-GB" dirty="0"/>
              <a:t>Lorem ipsum </a:t>
            </a:r>
            <a:r>
              <a:rPr lang="en-GB" dirty="0" err="1"/>
              <a:t>dolor</a:t>
            </a:r>
            <a:r>
              <a:rPr lang="en-GB" dirty="0"/>
              <a:t> sit </a:t>
            </a:r>
            <a:r>
              <a:rPr lang="en-GB" dirty="0" err="1"/>
              <a:t>amet</a:t>
            </a:r>
            <a:r>
              <a:rPr lang="en-GB" dirty="0"/>
              <a:t>, cons </a:t>
            </a:r>
            <a:r>
              <a:rPr lang="en-GB" dirty="0" err="1"/>
              <a:t>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a:t>
            </a:r>
          </a:p>
          <a:p>
            <a:pPr lvl="0"/>
            <a:endParaRPr lang="en-GB" dirty="0"/>
          </a:p>
          <a:p>
            <a:pPr lvl="0"/>
            <a:r>
              <a:rPr lang="en-GB" dirty="0"/>
              <a:t>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endParaRPr lang="en-GB" dirty="0"/>
          </a:p>
        </p:txBody>
      </p:sp>
      <p:sp>
        <p:nvSpPr>
          <p:cNvPr id="10" name="Rectangle 9">
            <a:extLst>
              <a:ext uri="{FF2B5EF4-FFF2-40B4-BE49-F238E27FC236}">
                <a16:creationId xmlns:a16="http://schemas.microsoft.com/office/drawing/2014/main" id="{49ABD72C-8C66-4B4F-8D00-C072D032CC69}"/>
              </a:ext>
            </a:extLst>
          </p:cNvPr>
          <p:cNvSpPr/>
          <p:nvPr userDrawn="1"/>
        </p:nvSpPr>
        <p:spPr>
          <a:xfrm>
            <a:off x="512782" y="512782"/>
            <a:ext cx="11166436" cy="58324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5156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593C55-0EC9-434E-B40B-D66FD4415D9E}"/>
              </a:ext>
            </a:extLst>
          </p:cNvPr>
          <p:cNvPicPr>
            <a:picLocks noChangeAspect="1"/>
          </p:cNvPicPr>
          <p:nvPr userDrawn="1"/>
        </p:nvPicPr>
        <p:blipFill>
          <a:blip r:embed="rId2"/>
          <a:stretch>
            <a:fillRect/>
          </a:stretch>
        </p:blipFill>
        <p:spPr>
          <a:xfrm>
            <a:off x="0" y="788232"/>
            <a:ext cx="817705" cy="392498"/>
          </a:xfrm>
          <a:prstGeom prst="rect">
            <a:avLst/>
          </a:prstGeom>
        </p:spPr>
      </p:pic>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5278295" cy="633112"/>
          </a:xfrm>
          <a:prstGeom prst="rect">
            <a:avLst/>
          </a:prstGeom>
        </p:spPr>
        <p:txBody>
          <a:bodyPr>
            <a:normAutofit/>
          </a:bodyPr>
          <a:lstStyle>
            <a:lvl1pPr>
              <a:defRPr lang="en-GB" sz="3200" b="0" i="0" baseline="0" dirty="0">
                <a:solidFill>
                  <a:srgbClr val="4D4D4F"/>
                </a:solidFill>
                <a:latin typeface="Arial" panose="020B0604020202020204" pitchFamily="34" charset="0"/>
                <a:cs typeface="Arial" panose="020B0604020202020204" pitchFamily="34" charset="0"/>
              </a:defRPr>
            </a:lvl1pPr>
          </a:lstStyle>
          <a:p>
            <a:pPr marL="0" lvl="0" indent="0">
              <a:lnSpc>
                <a:spcPct val="100000"/>
              </a:lnSpc>
              <a:buFontTx/>
              <a:buNone/>
            </a:pPr>
            <a:r>
              <a:rPr lang="en-GB" dirty="0"/>
              <a:t>Text slide</a:t>
            </a:r>
          </a:p>
        </p:txBody>
      </p:sp>
      <p:sp>
        <p:nvSpPr>
          <p:cNvPr id="9" name="Text Placeholder 17">
            <a:extLst>
              <a:ext uri="{FF2B5EF4-FFF2-40B4-BE49-F238E27FC236}">
                <a16:creationId xmlns:a16="http://schemas.microsoft.com/office/drawing/2014/main" id="{7422AE61-5848-4FC6-A0C0-4B1058E78D9A}"/>
              </a:ext>
            </a:extLst>
          </p:cNvPr>
          <p:cNvSpPr>
            <a:spLocks noGrp="1"/>
          </p:cNvSpPr>
          <p:nvPr>
            <p:ph type="body" sz="quarter" idx="12" hasCustomPrompt="1"/>
          </p:nvPr>
        </p:nvSpPr>
        <p:spPr>
          <a:xfrm>
            <a:off x="817705" y="1273175"/>
            <a:ext cx="5278295" cy="5072043"/>
          </a:xfrm>
          <a:prstGeom prst="rect">
            <a:avLst/>
          </a:prstGeom>
        </p:spPr>
        <p:txBody>
          <a:bodyPr>
            <a:noAutofit/>
          </a:bodyPr>
          <a:lstStyle>
            <a:lvl1pPr>
              <a:defRPr lang="en-GB" sz="1200" baseline="0" dirty="0">
                <a:solidFill>
                  <a:srgbClr val="4D4D4F"/>
                </a:solidFill>
                <a:latin typeface="Arial" panose="020B0604020202020204" pitchFamily="34" charset="0"/>
                <a:cs typeface="Arial" panose="020B0604020202020204" pitchFamily="34" charset="0"/>
              </a:defRPr>
            </a:lvl1pPr>
          </a:lstStyle>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r>
              <a:rPr lang="en-GB" dirty="0"/>
              <a:t>.</a:t>
            </a:r>
          </a:p>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cons </a:t>
            </a:r>
            <a:r>
              <a:rPr lang="en-GB" dirty="0" err="1"/>
              <a:t>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a:t>
            </a:r>
          </a:p>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a:t>
            </a:r>
          </a:p>
          <a:p>
            <a:pPr marL="0" lvl="0" indent="0">
              <a:lnSpc>
                <a:spcPct val="100000"/>
              </a:lnSpc>
              <a:buFontTx/>
              <a:buNone/>
              <a:tabLst/>
            </a:pPr>
            <a:r>
              <a:rPr lang="en-GB" dirty="0"/>
              <a:t>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endParaRPr lang="en-GB" dirty="0"/>
          </a:p>
        </p:txBody>
      </p:sp>
      <p:sp>
        <p:nvSpPr>
          <p:cNvPr id="3" name="Chart Placeholder 2">
            <a:extLst>
              <a:ext uri="{FF2B5EF4-FFF2-40B4-BE49-F238E27FC236}">
                <a16:creationId xmlns:a16="http://schemas.microsoft.com/office/drawing/2014/main" id="{78C22819-0EC3-43E2-8CE4-E07647D8AD43}"/>
              </a:ext>
            </a:extLst>
          </p:cNvPr>
          <p:cNvSpPr>
            <a:spLocks noGrp="1"/>
          </p:cNvSpPr>
          <p:nvPr>
            <p:ph type="chart" sz="quarter" idx="13"/>
          </p:nvPr>
        </p:nvSpPr>
        <p:spPr>
          <a:xfrm>
            <a:off x="6283234" y="512763"/>
            <a:ext cx="5091204" cy="5832475"/>
          </a:xfrm>
          <a:prstGeom prst="rect">
            <a:avLst/>
          </a:prstGeom>
        </p:spPr>
        <p:txBody>
          <a:bodyPr/>
          <a:lstStyle>
            <a:lvl1pPr>
              <a:defRPr sz="3200">
                <a:latin typeface="Arial" panose="020B0604020202020204" pitchFamily="34" charset="0"/>
                <a:cs typeface="Arial" panose="020B0604020202020204" pitchFamily="34" charset="0"/>
              </a:defRPr>
            </a:lvl1pPr>
          </a:lstStyle>
          <a:p>
            <a:r>
              <a:rPr lang="en-US"/>
              <a:t>Click icon to add chart</a:t>
            </a:r>
          </a:p>
        </p:txBody>
      </p:sp>
    </p:spTree>
    <p:extLst>
      <p:ext uri="{BB962C8B-B14F-4D97-AF65-F5344CB8AC3E}">
        <p14:creationId xmlns:p14="http://schemas.microsoft.com/office/powerpoint/2010/main" val="406400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593C55-0EC9-434E-B40B-D66FD4415D9E}"/>
              </a:ext>
            </a:extLst>
          </p:cNvPr>
          <p:cNvPicPr>
            <a:picLocks noChangeAspect="1"/>
          </p:cNvPicPr>
          <p:nvPr userDrawn="1"/>
        </p:nvPicPr>
        <p:blipFill>
          <a:blip r:embed="rId2"/>
          <a:stretch>
            <a:fillRect/>
          </a:stretch>
        </p:blipFill>
        <p:spPr>
          <a:xfrm>
            <a:off x="0" y="788232"/>
            <a:ext cx="817705" cy="392498"/>
          </a:xfrm>
          <a:prstGeom prst="rect">
            <a:avLst/>
          </a:prstGeom>
        </p:spPr>
      </p:pic>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
        <p:nvSpPr>
          <p:cNvPr id="4" name="SmartArt Placeholder 3">
            <a:extLst>
              <a:ext uri="{FF2B5EF4-FFF2-40B4-BE49-F238E27FC236}">
                <a16:creationId xmlns:a16="http://schemas.microsoft.com/office/drawing/2014/main" id="{3251F54B-85A3-4838-9F06-D18A1775464D}"/>
              </a:ext>
            </a:extLst>
          </p:cNvPr>
          <p:cNvSpPr>
            <a:spLocks noGrp="1"/>
          </p:cNvSpPr>
          <p:nvPr>
            <p:ph type="dgm" sz="quarter" idx="12"/>
          </p:nvPr>
        </p:nvSpPr>
        <p:spPr>
          <a:xfrm>
            <a:off x="6237027" y="1273175"/>
            <a:ext cx="5137268" cy="5072042"/>
          </a:xfrm>
          <a:prstGeom prst="rect">
            <a:avLst/>
          </a:prstGeom>
        </p:spPr>
        <p:txBody>
          <a:bodyPr/>
          <a:lstStyle>
            <a:lvl1pPr marL="0" indent="0">
              <a:buNone/>
              <a:defRPr sz="2000">
                <a:latin typeface="Arial" panose="020B0604020202020204" pitchFamily="34" charset="0"/>
                <a:cs typeface="Arial" panose="020B0604020202020204" pitchFamily="34" charset="0"/>
              </a:defRPr>
            </a:lvl1pPr>
          </a:lstStyle>
          <a:p>
            <a:r>
              <a:rPr lang="en-US"/>
              <a:t>Click icon to add SmartArt graphic</a:t>
            </a:r>
          </a:p>
        </p:txBody>
      </p:sp>
      <p:sp>
        <p:nvSpPr>
          <p:cNvPr id="15" name="Text Placeholder 17">
            <a:extLst>
              <a:ext uri="{FF2B5EF4-FFF2-40B4-BE49-F238E27FC236}">
                <a16:creationId xmlns:a16="http://schemas.microsoft.com/office/drawing/2014/main" id="{0D00CE33-83C4-420E-915C-422C0F156E11}"/>
              </a:ext>
            </a:extLst>
          </p:cNvPr>
          <p:cNvSpPr>
            <a:spLocks noGrp="1"/>
          </p:cNvSpPr>
          <p:nvPr>
            <p:ph type="body" sz="quarter" idx="13" hasCustomPrompt="1"/>
          </p:nvPr>
        </p:nvSpPr>
        <p:spPr>
          <a:xfrm>
            <a:off x="817705" y="1273175"/>
            <a:ext cx="5278295" cy="5072043"/>
          </a:xfrm>
          <a:prstGeom prst="rect">
            <a:avLst/>
          </a:prstGeom>
        </p:spPr>
        <p:txBody>
          <a:bodyPr>
            <a:noAutofit/>
          </a:bodyPr>
          <a:lstStyle>
            <a:lvl1pPr>
              <a:defRPr lang="en-GB" sz="1200" baseline="0" dirty="0">
                <a:solidFill>
                  <a:srgbClr val="4D4D4F"/>
                </a:solidFill>
                <a:latin typeface="Arial" panose="020B0604020202020204" pitchFamily="34" charset="0"/>
                <a:cs typeface="Arial" panose="020B0604020202020204" pitchFamily="34" charset="0"/>
              </a:defRPr>
            </a:lvl1pPr>
          </a:lstStyle>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r>
              <a:rPr lang="en-GB" dirty="0"/>
              <a:t>.</a:t>
            </a:r>
          </a:p>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cons </a:t>
            </a:r>
            <a:r>
              <a:rPr lang="en-GB" dirty="0" err="1"/>
              <a:t>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a:t>
            </a:r>
          </a:p>
          <a:p>
            <a:pPr marL="0" lvl="0" indent="0">
              <a:lnSpc>
                <a:spcPct val="100000"/>
              </a:lnSpc>
              <a:buFontTx/>
              <a:buNone/>
              <a:tabLst/>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 </a:t>
            </a:r>
          </a:p>
          <a:p>
            <a:pPr marL="0" lvl="0" indent="0">
              <a:lnSpc>
                <a:spcPct val="100000"/>
              </a:lnSpc>
              <a:buFontTx/>
              <a:buNone/>
              <a:tabLst/>
            </a:pPr>
            <a:r>
              <a:rPr lang="en-GB" dirty="0"/>
              <a:t>Ut </a:t>
            </a:r>
            <a:r>
              <a:rPr lang="en-GB" dirty="0" err="1"/>
              <a:t>wisi</a:t>
            </a:r>
            <a:r>
              <a:rPr lang="en-GB" dirty="0"/>
              <a:t> </a:t>
            </a:r>
            <a:r>
              <a:rPr lang="en-GB" dirty="0" err="1"/>
              <a:t>enim</a:t>
            </a:r>
            <a:r>
              <a:rPr lang="en-GB" dirty="0"/>
              <a:t> ad minim </a:t>
            </a:r>
            <a:r>
              <a:rPr lang="en-GB" dirty="0" err="1"/>
              <a:t>veniam</a:t>
            </a:r>
            <a:r>
              <a:rPr lang="en-GB" dirty="0"/>
              <a:t>, </a:t>
            </a:r>
            <a:r>
              <a:rPr lang="en-GB" dirty="0" err="1"/>
              <a:t>quis</a:t>
            </a:r>
            <a:r>
              <a:rPr lang="en-GB" dirty="0"/>
              <a:t> </a:t>
            </a:r>
            <a:r>
              <a:rPr lang="en-GB" dirty="0" err="1"/>
              <a:t>nostrud</a:t>
            </a:r>
            <a:r>
              <a:rPr lang="en-GB" dirty="0"/>
              <a:t> </a:t>
            </a:r>
            <a:r>
              <a:rPr lang="en-GB" dirty="0" err="1"/>
              <a:t>exerci</a:t>
            </a:r>
            <a:r>
              <a:rPr lang="en-GB" dirty="0"/>
              <a:t> </a:t>
            </a:r>
            <a:r>
              <a:rPr lang="en-GB" dirty="0" err="1"/>
              <a:t>tation</a:t>
            </a:r>
            <a:r>
              <a:rPr lang="en-GB" dirty="0"/>
              <a:t> </a:t>
            </a:r>
            <a:r>
              <a:rPr lang="en-GB" dirty="0" err="1"/>
              <a:t>ullamcorper</a:t>
            </a:r>
            <a:r>
              <a:rPr lang="en-GB" dirty="0"/>
              <a:t> </a:t>
            </a:r>
            <a:r>
              <a:rPr lang="en-GB" dirty="0" err="1"/>
              <a:t>suscipit</a:t>
            </a:r>
            <a:r>
              <a:rPr lang="en-GB" dirty="0"/>
              <a:t> </a:t>
            </a:r>
            <a:r>
              <a:rPr lang="en-GB" dirty="0" err="1"/>
              <a:t>lobortis</a:t>
            </a:r>
            <a:r>
              <a:rPr lang="en-GB" dirty="0"/>
              <a:t> </a:t>
            </a:r>
            <a:r>
              <a:rPr lang="en-GB" dirty="0" err="1"/>
              <a:t>nisl</a:t>
            </a:r>
            <a:r>
              <a:rPr lang="en-GB" dirty="0"/>
              <a:t> </a:t>
            </a:r>
            <a:r>
              <a:rPr lang="en-GB" dirty="0" err="1"/>
              <a:t>ut</a:t>
            </a:r>
            <a:r>
              <a:rPr lang="en-GB" dirty="0"/>
              <a:t> </a:t>
            </a:r>
            <a:r>
              <a:rPr lang="en-GB" dirty="0" err="1"/>
              <a:t>aliquip</a:t>
            </a:r>
            <a:r>
              <a:rPr lang="en-GB" dirty="0"/>
              <a:t> ex </a:t>
            </a:r>
            <a:r>
              <a:rPr lang="en-GB" dirty="0" err="1"/>
              <a:t>ea</a:t>
            </a:r>
            <a:r>
              <a:rPr lang="en-GB" dirty="0"/>
              <a:t> </a:t>
            </a:r>
            <a:r>
              <a:rPr lang="en-GB" dirty="0" err="1"/>
              <a:t>commodo</a:t>
            </a:r>
            <a:r>
              <a:rPr lang="en-GB" dirty="0"/>
              <a:t> </a:t>
            </a:r>
            <a:r>
              <a:rPr lang="en-GB" dirty="0" err="1"/>
              <a:t>consequat</a:t>
            </a:r>
            <a:r>
              <a:rPr lang="en-GB" dirty="0"/>
              <a:t>. Duis autem </a:t>
            </a:r>
            <a:r>
              <a:rPr lang="en-GB" dirty="0" err="1"/>
              <a:t>vel</a:t>
            </a:r>
            <a:r>
              <a:rPr lang="en-GB" dirty="0"/>
              <a:t> </a:t>
            </a:r>
            <a:r>
              <a:rPr lang="en-GB" dirty="0" err="1"/>
              <a:t>eum</a:t>
            </a:r>
            <a:r>
              <a:rPr lang="en-GB" dirty="0"/>
              <a:t> </a:t>
            </a:r>
            <a:r>
              <a:rPr lang="en-GB" dirty="0" err="1"/>
              <a:t>iriure</a:t>
            </a:r>
            <a:r>
              <a:rPr lang="en-GB" dirty="0"/>
              <a:t> </a:t>
            </a:r>
            <a:r>
              <a:rPr lang="en-GB" dirty="0" err="1"/>
              <a:t>dolor</a:t>
            </a:r>
            <a:r>
              <a:rPr lang="en-GB" dirty="0"/>
              <a:t> in </a:t>
            </a:r>
            <a:r>
              <a:rPr lang="en-GB" dirty="0" err="1"/>
              <a:t>hendrerit</a:t>
            </a:r>
            <a:r>
              <a:rPr lang="en-GB" dirty="0"/>
              <a:t> in </a:t>
            </a:r>
            <a:r>
              <a:rPr lang="en-GB" dirty="0" err="1"/>
              <a:t>vulputate</a:t>
            </a:r>
            <a:r>
              <a:rPr lang="en-GB" dirty="0"/>
              <a:t> </a:t>
            </a:r>
            <a:r>
              <a:rPr lang="en-GB" dirty="0" err="1"/>
              <a:t>velit</a:t>
            </a:r>
            <a:r>
              <a:rPr lang="en-GB" dirty="0"/>
              <a:t> </a:t>
            </a:r>
            <a:r>
              <a:rPr lang="en-GB" dirty="0" err="1"/>
              <a:t>esse</a:t>
            </a:r>
            <a:r>
              <a:rPr lang="en-GB" dirty="0"/>
              <a:t> </a:t>
            </a:r>
            <a:r>
              <a:rPr lang="en-GB" dirty="0" err="1"/>
              <a:t>molestie</a:t>
            </a:r>
            <a:r>
              <a:rPr lang="en-GB" dirty="0"/>
              <a:t> </a:t>
            </a:r>
            <a:r>
              <a:rPr lang="en-GB" dirty="0" err="1"/>
              <a:t>consequat</a:t>
            </a:r>
            <a:r>
              <a:rPr lang="en-GB" dirty="0"/>
              <a:t>, </a:t>
            </a:r>
            <a:r>
              <a:rPr lang="en-GB" dirty="0" err="1"/>
              <a:t>vel</a:t>
            </a:r>
            <a:r>
              <a:rPr lang="en-GB" dirty="0"/>
              <a:t> illum dolore </a:t>
            </a:r>
            <a:r>
              <a:rPr lang="en-GB" dirty="0" err="1"/>
              <a:t>eu</a:t>
            </a:r>
            <a:r>
              <a:rPr lang="en-GB" dirty="0"/>
              <a:t> </a:t>
            </a:r>
            <a:r>
              <a:rPr lang="en-GB" dirty="0" err="1"/>
              <a:t>feugiat</a:t>
            </a:r>
            <a:r>
              <a:rPr lang="en-GB" dirty="0"/>
              <a:t> </a:t>
            </a:r>
            <a:r>
              <a:rPr lang="en-GB" dirty="0" err="1"/>
              <a:t>nulla</a:t>
            </a:r>
            <a:r>
              <a:rPr lang="en-GB" dirty="0"/>
              <a:t> </a:t>
            </a:r>
            <a:r>
              <a:rPr lang="en-GB" dirty="0" err="1"/>
              <a:t>facilisis</a:t>
            </a:r>
            <a:r>
              <a:rPr lang="en-GB" dirty="0"/>
              <a:t> at </a:t>
            </a:r>
            <a:r>
              <a:rPr lang="en-GB" dirty="0" err="1"/>
              <a:t>vero</a:t>
            </a:r>
            <a:r>
              <a:rPr lang="en-GB" dirty="0"/>
              <a:t> eros et </a:t>
            </a:r>
            <a:r>
              <a:rPr lang="en-GB" dirty="0" err="1"/>
              <a:t>accumsan</a:t>
            </a:r>
            <a:r>
              <a:rPr lang="en-GB" dirty="0"/>
              <a:t> et </a:t>
            </a:r>
            <a:r>
              <a:rPr lang="en-GB" dirty="0" err="1"/>
              <a:t>iusto</a:t>
            </a:r>
            <a:r>
              <a:rPr lang="en-GB" dirty="0"/>
              <a:t> </a:t>
            </a:r>
            <a:r>
              <a:rPr lang="en-GB" dirty="0" err="1"/>
              <a:t>odio</a:t>
            </a:r>
            <a:r>
              <a:rPr lang="en-GB" dirty="0"/>
              <a:t> </a:t>
            </a:r>
            <a:r>
              <a:rPr lang="en-GB" dirty="0" err="1"/>
              <a:t>dignissim</a:t>
            </a:r>
            <a:r>
              <a:rPr lang="en-GB" dirty="0"/>
              <a:t> qui </a:t>
            </a:r>
            <a:r>
              <a:rPr lang="en-GB" dirty="0" err="1"/>
              <a:t>blandit</a:t>
            </a:r>
            <a:r>
              <a:rPr lang="en-GB" dirty="0"/>
              <a:t> </a:t>
            </a:r>
            <a:r>
              <a:rPr lang="en-GB" dirty="0" err="1"/>
              <a:t>praesent</a:t>
            </a:r>
            <a:r>
              <a:rPr lang="en-GB" dirty="0"/>
              <a:t> </a:t>
            </a:r>
            <a:r>
              <a:rPr lang="en-GB" dirty="0" err="1"/>
              <a:t>luptatum</a:t>
            </a:r>
            <a:r>
              <a:rPr lang="en-GB" dirty="0"/>
              <a:t> </a:t>
            </a:r>
            <a:r>
              <a:rPr lang="en-GB" dirty="0" err="1"/>
              <a:t>zzril</a:t>
            </a:r>
            <a:r>
              <a:rPr lang="en-GB" dirty="0"/>
              <a:t> </a:t>
            </a:r>
            <a:r>
              <a:rPr lang="en-GB" dirty="0" err="1"/>
              <a:t>delenit</a:t>
            </a:r>
            <a:r>
              <a:rPr lang="en-GB" dirty="0"/>
              <a:t> </a:t>
            </a:r>
            <a:r>
              <a:rPr lang="en-GB" dirty="0" err="1"/>
              <a:t>augue</a:t>
            </a:r>
            <a:r>
              <a:rPr lang="en-GB" dirty="0"/>
              <a:t> </a:t>
            </a:r>
            <a:r>
              <a:rPr lang="en-GB" dirty="0" err="1"/>
              <a:t>duis</a:t>
            </a:r>
            <a:r>
              <a:rPr lang="en-GB" dirty="0"/>
              <a:t> dolore </a:t>
            </a:r>
            <a:r>
              <a:rPr lang="en-GB" dirty="0" err="1"/>
              <a:t>te</a:t>
            </a:r>
            <a:r>
              <a:rPr lang="en-GB" dirty="0"/>
              <a:t> </a:t>
            </a:r>
            <a:r>
              <a:rPr lang="en-GB" dirty="0" err="1"/>
              <a:t>feugait</a:t>
            </a:r>
            <a:r>
              <a:rPr lang="en-GB" dirty="0"/>
              <a:t> </a:t>
            </a:r>
            <a:r>
              <a:rPr lang="en-GB" dirty="0" err="1"/>
              <a:t>nulla</a:t>
            </a:r>
            <a:r>
              <a:rPr lang="en-GB" dirty="0"/>
              <a:t> </a:t>
            </a:r>
            <a:r>
              <a:rPr lang="en-GB" dirty="0" err="1"/>
              <a:t>facilisi</a:t>
            </a:r>
            <a:endParaRPr lang="en-GB" dirty="0"/>
          </a:p>
        </p:txBody>
      </p:sp>
    </p:spTree>
    <p:extLst>
      <p:ext uri="{BB962C8B-B14F-4D97-AF65-F5344CB8AC3E}">
        <p14:creationId xmlns:p14="http://schemas.microsoft.com/office/powerpoint/2010/main" val="2236288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Tree>
    <p:extLst>
      <p:ext uri="{BB962C8B-B14F-4D97-AF65-F5344CB8AC3E}">
        <p14:creationId xmlns:p14="http://schemas.microsoft.com/office/powerpoint/2010/main" val="3579852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Section Hea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92D9A88-E493-4E06-B95E-38AD08B9A210}"/>
              </a:ext>
            </a:extLst>
          </p:cNvPr>
          <p:cNvSpPr>
            <a:spLocks noGrp="1"/>
          </p:cNvSpPr>
          <p:nvPr>
            <p:ph type="pic" sz="quarter" idx="12"/>
          </p:nvPr>
        </p:nvSpPr>
        <p:spPr>
          <a:xfrm>
            <a:off x="0" y="0"/>
            <a:ext cx="6086897" cy="6858000"/>
          </a:xfrm>
          <a:prstGeom prst="rect">
            <a:avLst/>
          </a:prstGeom>
          <a:ln>
            <a:noFill/>
          </a:ln>
        </p:spPr>
        <p:txBody>
          <a:bodyPr/>
          <a:lstStyle>
            <a:lvl1pPr marL="0" indent="0">
              <a:buNone/>
              <a:defRPr sz="2000">
                <a:latin typeface="Arial" panose="020B0604020202020204" pitchFamily="34" charset="0"/>
                <a:cs typeface="Arial" panose="020B0604020202020204" pitchFamily="34" charset="0"/>
              </a:defRPr>
            </a:lvl1pPr>
          </a:lstStyle>
          <a:p>
            <a:r>
              <a:rPr lang="en-US"/>
              <a:t>Click icon to add picture</a:t>
            </a:r>
          </a:p>
        </p:txBody>
      </p:sp>
    </p:spTree>
    <p:extLst>
      <p:ext uri="{BB962C8B-B14F-4D97-AF65-F5344CB8AC3E}">
        <p14:creationId xmlns:p14="http://schemas.microsoft.com/office/powerpoint/2010/main" val="910212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Section Header">
    <p:spTree>
      <p:nvGrpSpPr>
        <p:cNvPr id="1" name=""/>
        <p:cNvGrpSpPr/>
        <p:nvPr/>
      </p:nvGrpSpPr>
      <p:grpSpPr>
        <a:xfrm>
          <a:off x="0" y="0"/>
          <a:ext cx="0" cy="0"/>
          <a:chOff x="0" y="0"/>
          <a:chExt cx="0" cy="0"/>
        </a:xfrm>
      </p:grpSpPr>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561"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
        <p:nvSpPr>
          <p:cNvPr id="3" name="Picture Placeholder 2">
            <a:extLst>
              <a:ext uri="{FF2B5EF4-FFF2-40B4-BE49-F238E27FC236}">
                <a16:creationId xmlns:a16="http://schemas.microsoft.com/office/drawing/2014/main" id="{E207F979-8109-4E3E-B4FE-911F51303EA7}"/>
              </a:ext>
            </a:extLst>
          </p:cNvPr>
          <p:cNvSpPr>
            <a:spLocks noGrp="1"/>
          </p:cNvSpPr>
          <p:nvPr>
            <p:ph type="pic" sz="quarter" idx="12"/>
          </p:nvPr>
        </p:nvSpPr>
        <p:spPr>
          <a:xfrm>
            <a:off x="0" y="727312"/>
            <a:ext cx="12212698" cy="6130688"/>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7155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7155 h 10000"/>
              <a:gd name="connsiteX0" fmla="*/ 0 w 10000"/>
              <a:gd name="connsiteY0" fmla="*/ 7588 h 10433"/>
              <a:gd name="connsiteX1" fmla="*/ 9954 w 10000"/>
              <a:gd name="connsiteY1" fmla="*/ 0 h 10433"/>
              <a:gd name="connsiteX2" fmla="*/ 10000 w 10000"/>
              <a:gd name="connsiteY2" fmla="*/ 10433 h 10433"/>
              <a:gd name="connsiteX3" fmla="*/ 0 w 10000"/>
              <a:gd name="connsiteY3" fmla="*/ 10433 h 10433"/>
              <a:gd name="connsiteX4" fmla="*/ 0 w 10000"/>
              <a:gd name="connsiteY4" fmla="*/ 7588 h 10433"/>
              <a:gd name="connsiteX0" fmla="*/ 0 w 10000"/>
              <a:gd name="connsiteY0" fmla="*/ 7588 h 10433"/>
              <a:gd name="connsiteX1" fmla="*/ 9988 w 10000"/>
              <a:gd name="connsiteY1" fmla="*/ 0 h 10433"/>
              <a:gd name="connsiteX2" fmla="*/ 10000 w 10000"/>
              <a:gd name="connsiteY2" fmla="*/ 10433 h 10433"/>
              <a:gd name="connsiteX3" fmla="*/ 0 w 10000"/>
              <a:gd name="connsiteY3" fmla="*/ 10433 h 10433"/>
              <a:gd name="connsiteX4" fmla="*/ 0 w 10000"/>
              <a:gd name="connsiteY4" fmla="*/ 7588 h 10433"/>
              <a:gd name="connsiteX0" fmla="*/ 0 w 10014"/>
              <a:gd name="connsiteY0" fmla="*/ 7756 h 10601"/>
              <a:gd name="connsiteX1" fmla="*/ 10011 w 10014"/>
              <a:gd name="connsiteY1" fmla="*/ 0 h 10601"/>
              <a:gd name="connsiteX2" fmla="*/ 10000 w 10014"/>
              <a:gd name="connsiteY2" fmla="*/ 10601 h 10601"/>
              <a:gd name="connsiteX3" fmla="*/ 0 w 10014"/>
              <a:gd name="connsiteY3" fmla="*/ 10601 h 10601"/>
              <a:gd name="connsiteX4" fmla="*/ 0 w 10014"/>
              <a:gd name="connsiteY4" fmla="*/ 7756 h 10601"/>
              <a:gd name="connsiteX0" fmla="*/ 0 w 10023"/>
              <a:gd name="connsiteY0" fmla="*/ 7756 h 10601"/>
              <a:gd name="connsiteX1" fmla="*/ 10011 w 10023"/>
              <a:gd name="connsiteY1" fmla="*/ 0 h 10601"/>
              <a:gd name="connsiteX2" fmla="*/ 10023 w 10023"/>
              <a:gd name="connsiteY2" fmla="*/ 10568 h 10601"/>
              <a:gd name="connsiteX3" fmla="*/ 0 w 10023"/>
              <a:gd name="connsiteY3" fmla="*/ 10601 h 10601"/>
              <a:gd name="connsiteX4" fmla="*/ 0 w 10023"/>
              <a:gd name="connsiteY4" fmla="*/ 7756 h 10601"/>
              <a:gd name="connsiteX0" fmla="*/ 0 w 10031"/>
              <a:gd name="connsiteY0" fmla="*/ 7756 h 10601"/>
              <a:gd name="connsiteX1" fmla="*/ 10011 w 10031"/>
              <a:gd name="connsiteY1" fmla="*/ 0 h 10601"/>
              <a:gd name="connsiteX2" fmla="*/ 10031 w 10031"/>
              <a:gd name="connsiteY2" fmla="*/ 10601 h 10601"/>
              <a:gd name="connsiteX3" fmla="*/ 0 w 10031"/>
              <a:gd name="connsiteY3" fmla="*/ 10601 h 10601"/>
              <a:gd name="connsiteX4" fmla="*/ 0 w 10031"/>
              <a:gd name="connsiteY4" fmla="*/ 7756 h 10601"/>
              <a:gd name="connsiteX0" fmla="*/ 0 w 10031"/>
              <a:gd name="connsiteY0" fmla="*/ 7756 h 10601"/>
              <a:gd name="connsiteX1" fmla="*/ 10019 w 10031"/>
              <a:gd name="connsiteY1" fmla="*/ 0 h 10601"/>
              <a:gd name="connsiteX2" fmla="*/ 10031 w 10031"/>
              <a:gd name="connsiteY2" fmla="*/ 10601 h 10601"/>
              <a:gd name="connsiteX3" fmla="*/ 0 w 10031"/>
              <a:gd name="connsiteY3" fmla="*/ 10601 h 10601"/>
              <a:gd name="connsiteX4" fmla="*/ 0 w 10031"/>
              <a:gd name="connsiteY4" fmla="*/ 7756 h 10601"/>
              <a:gd name="connsiteX0" fmla="*/ 0 w 10031"/>
              <a:gd name="connsiteY0" fmla="*/ 7772 h 10617"/>
              <a:gd name="connsiteX1" fmla="*/ 10027 w 10031"/>
              <a:gd name="connsiteY1" fmla="*/ 0 h 10617"/>
              <a:gd name="connsiteX2" fmla="*/ 10031 w 10031"/>
              <a:gd name="connsiteY2" fmla="*/ 10617 h 10617"/>
              <a:gd name="connsiteX3" fmla="*/ 0 w 10031"/>
              <a:gd name="connsiteY3" fmla="*/ 10617 h 10617"/>
              <a:gd name="connsiteX4" fmla="*/ 0 w 10031"/>
              <a:gd name="connsiteY4" fmla="*/ 7772 h 10617"/>
              <a:gd name="connsiteX0" fmla="*/ 0 w 10031"/>
              <a:gd name="connsiteY0" fmla="*/ 8147 h 10617"/>
              <a:gd name="connsiteX1" fmla="*/ 10027 w 10031"/>
              <a:gd name="connsiteY1" fmla="*/ 0 h 10617"/>
              <a:gd name="connsiteX2" fmla="*/ 10031 w 10031"/>
              <a:gd name="connsiteY2" fmla="*/ 10617 h 10617"/>
              <a:gd name="connsiteX3" fmla="*/ 0 w 10031"/>
              <a:gd name="connsiteY3" fmla="*/ 10617 h 10617"/>
              <a:gd name="connsiteX4" fmla="*/ 0 w 10031"/>
              <a:gd name="connsiteY4" fmla="*/ 8147 h 10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1" h="10617">
                <a:moveTo>
                  <a:pt x="0" y="8147"/>
                </a:moveTo>
                <a:cubicBezTo>
                  <a:pt x="3342" y="5556"/>
                  <a:pt x="6685" y="2591"/>
                  <a:pt x="10027" y="0"/>
                </a:cubicBezTo>
                <a:cubicBezTo>
                  <a:pt x="10042" y="3478"/>
                  <a:pt x="10016" y="7139"/>
                  <a:pt x="10031" y="10617"/>
                </a:cubicBezTo>
                <a:lnTo>
                  <a:pt x="0" y="10617"/>
                </a:lnTo>
                <a:lnTo>
                  <a:pt x="0" y="8147"/>
                </a:lnTo>
                <a:close/>
              </a:path>
            </a:pathLst>
          </a:custGeom>
          <a:solidFill>
            <a:schemeClr val="tx2"/>
          </a:solidFill>
        </p:spPr>
        <p:txBody>
          <a:bodyPr anchor="ctr"/>
          <a:lstStyle>
            <a:lvl1pPr marL="0" indent="0" algn="ctr">
              <a:buNone/>
              <a:defRPr sz="2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10" name="Text Placeholder 3">
            <a:extLst>
              <a:ext uri="{FF2B5EF4-FFF2-40B4-BE49-F238E27FC236}">
                <a16:creationId xmlns:a16="http://schemas.microsoft.com/office/drawing/2014/main" id="{E6AC3463-E1ED-477E-ADAB-BD637A9BC481}"/>
              </a:ext>
            </a:extLst>
          </p:cNvPr>
          <p:cNvSpPr>
            <a:spLocks noGrp="1"/>
          </p:cNvSpPr>
          <p:nvPr>
            <p:ph type="body" sz="quarter" idx="13"/>
          </p:nvPr>
        </p:nvSpPr>
        <p:spPr>
          <a:xfrm>
            <a:off x="817705" y="1273175"/>
            <a:ext cx="5278295" cy="5072043"/>
          </a:xfrm>
          <a:prstGeom prst="rect">
            <a:avLst/>
          </a:prstGeom>
        </p:spPr>
        <p:txBody>
          <a:bodyPr/>
          <a:lstStyle>
            <a:lvl1pPr>
              <a:defRPr>
                <a:latin typeface="Arial" panose="020B0604020202020204" pitchFamily="34" charset="0"/>
                <a:cs typeface="Arial" panose="020B0604020202020204" pitchFamily="34" charset="0"/>
              </a:defRPr>
            </a:lvl1pPr>
          </a:lstStyle>
          <a:p>
            <a:pPr marL="0" lvl="0" indent="0">
              <a:lnSpc>
                <a:spcPct val="100000"/>
              </a:lnSpc>
              <a:buNone/>
            </a:pPr>
            <a:r>
              <a:rPr lang="en-US" sz="1400"/>
              <a:t>Click to edit Master text styles</a:t>
            </a:r>
          </a:p>
        </p:txBody>
      </p:sp>
    </p:spTree>
    <p:extLst>
      <p:ext uri="{BB962C8B-B14F-4D97-AF65-F5344CB8AC3E}">
        <p14:creationId xmlns:p14="http://schemas.microsoft.com/office/powerpoint/2010/main" val="375265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rgbClr val="E31837"/>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9098D2C-FC6C-4F72-A38D-10A9128671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3429000"/>
            <a:ext cx="6095998" cy="2340626"/>
          </a:xfrm>
          <a:prstGeom prst="rect">
            <a:avLst/>
          </a:prstGeom>
        </p:spPr>
      </p:pic>
      <p:sp>
        <p:nvSpPr>
          <p:cNvPr id="13" name="Text Placeholder 15">
            <a:extLst>
              <a:ext uri="{FF2B5EF4-FFF2-40B4-BE49-F238E27FC236}">
                <a16:creationId xmlns:a16="http://schemas.microsoft.com/office/drawing/2014/main" id="{E332EFCF-41B9-4C04-974D-58962FD93EB4}"/>
              </a:ext>
            </a:extLst>
          </p:cNvPr>
          <p:cNvSpPr>
            <a:spLocks noGrp="1"/>
          </p:cNvSpPr>
          <p:nvPr>
            <p:ph type="body" sz="quarter" idx="11" hasCustomPrompt="1"/>
          </p:nvPr>
        </p:nvSpPr>
        <p:spPr>
          <a:xfrm>
            <a:off x="6095998" y="3112444"/>
            <a:ext cx="5278295" cy="633112"/>
          </a:xfrm>
          <a:prstGeom prst="rect">
            <a:avLst/>
          </a:prstGeom>
        </p:spPr>
        <p:txBody>
          <a:bodyPr>
            <a:normAutofit/>
          </a:bodyPr>
          <a:lstStyle>
            <a:lvl1pPr marL="0" indent="0">
              <a:lnSpc>
                <a:spcPct val="100000"/>
              </a:lnSpc>
              <a:buFontTx/>
              <a:buNone/>
              <a:defRPr sz="3200" b="0" i="0" baseline="0">
                <a:solidFill>
                  <a:schemeClr val="bg1"/>
                </a:solidFill>
                <a:latin typeface="Arial" panose="020B0604020202020204" pitchFamily="34" charset="0"/>
                <a:cs typeface="Arial" panose="020B0604020202020204" pitchFamily="34" charset="0"/>
              </a:defRPr>
            </a:lvl1pPr>
          </a:lstStyle>
          <a:p>
            <a:pPr lvl="0"/>
            <a:r>
              <a:rPr lang="en-GB" dirty="0"/>
              <a:t>Section Breaker</a:t>
            </a:r>
          </a:p>
        </p:txBody>
      </p:sp>
    </p:spTree>
    <p:extLst>
      <p:ext uri="{BB962C8B-B14F-4D97-AF65-F5344CB8AC3E}">
        <p14:creationId xmlns:p14="http://schemas.microsoft.com/office/powerpoint/2010/main" val="413542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rgbClr val="E31837"/>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50F9CE6-0EBA-428F-A2B9-278CB5F387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1" y="2803358"/>
            <a:ext cx="7725438" cy="2966268"/>
          </a:xfrm>
          <a:custGeom>
            <a:avLst/>
            <a:gdLst>
              <a:gd name="connsiteX0" fmla="*/ 5242135 w 7725438"/>
              <a:gd name="connsiteY0" fmla="*/ 108602 h 2966268"/>
              <a:gd name="connsiteX1" fmla="*/ 5242135 w 7725438"/>
              <a:gd name="connsiteY1" fmla="*/ 1142682 h 2966268"/>
              <a:gd name="connsiteX2" fmla="*/ 6949867 w 7725438"/>
              <a:gd name="connsiteY2" fmla="*/ 1142682 h 2966268"/>
              <a:gd name="connsiteX3" fmla="*/ 6949867 w 7725438"/>
              <a:gd name="connsiteY3" fmla="*/ 108602 h 2966268"/>
              <a:gd name="connsiteX4" fmla="*/ 0 w 7725438"/>
              <a:gd name="connsiteY4" fmla="*/ 0 h 2966268"/>
              <a:gd name="connsiteX5" fmla="*/ 7725438 w 7725438"/>
              <a:gd name="connsiteY5" fmla="*/ 0 h 2966268"/>
              <a:gd name="connsiteX6" fmla="*/ 7725438 w 7725438"/>
              <a:gd name="connsiteY6" fmla="*/ 2966268 h 2966268"/>
              <a:gd name="connsiteX7" fmla="*/ 0 w 7725438"/>
              <a:gd name="connsiteY7" fmla="*/ 2966268 h 296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5438" h="2966268">
                <a:moveTo>
                  <a:pt x="5242135" y="108602"/>
                </a:moveTo>
                <a:lnTo>
                  <a:pt x="5242135" y="1142682"/>
                </a:lnTo>
                <a:lnTo>
                  <a:pt x="6949867" y="1142682"/>
                </a:lnTo>
                <a:lnTo>
                  <a:pt x="6949867" y="108602"/>
                </a:lnTo>
                <a:close/>
                <a:moveTo>
                  <a:pt x="0" y="0"/>
                </a:moveTo>
                <a:lnTo>
                  <a:pt x="7725438" y="0"/>
                </a:lnTo>
                <a:lnTo>
                  <a:pt x="7725438" y="2966268"/>
                </a:lnTo>
                <a:lnTo>
                  <a:pt x="0" y="2966268"/>
                </a:lnTo>
                <a:close/>
              </a:path>
            </a:pathLst>
          </a:custGeom>
        </p:spPr>
      </p:pic>
      <p:sp>
        <p:nvSpPr>
          <p:cNvPr id="3" name="Text Placeholder 2">
            <a:extLst>
              <a:ext uri="{FF2B5EF4-FFF2-40B4-BE49-F238E27FC236}">
                <a16:creationId xmlns:a16="http://schemas.microsoft.com/office/drawing/2014/main" id="{EFB50405-82C9-42F2-AAE0-4C2E21D98F8D}"/>
              </a:ext>
            </a:extLst>
          </p:cNvPr>
          <p:cNvSpPr>
            <a:spLocks noGrp="1"/>
          </p:cNvSpPr>
          <p:nvPr>
            <p:ph type="body" sz="quarter" idx="10" hasCustomPrompt="1"/>
          </p:nvPr>
        </p:nvSpPr>
        <p:spPr>
          <a:xfrm>
            <a:off x="5242134" y="2911960"/>
            <a:ext cx="1707732" cy="1034080"/>
          </a:xfrm>
          <a:prstGeom prst="rect">
            <a:avLst/>
          </a:prstGeom>
        </p:spPr>
        <p:txBody>
          <a:bodyPr anchor="ctr"/>
          <a:lstStyle>
            <a:lvl1pPr marL="0" indent="0" algn="ctr">
              <a:lnSpc>
                <a:spcPct val="100000"/>
              </a:lnSpc>
              <a:buNone/>
              <a:defRPr sz="3200">
                <a:solidFill>
                  <a:schemeClr val="bg1"/>
                </a:solidFill>
                <a:latin typeface="Arial" panose="020B0604020202020204" pitchFamily="34" charset="0"/>
                <a:cs typeface="Arial" panose="020B0604020202020204" pitchFamily="34" charset="0"/>
              </a:defRPr>
            </a:lvl1pPr>
            <a:lvl2pPr marL="457200" indent="0" algn="ctr">
              <a:buNone/>
              <a:defRPr sz="3200">
                <a:solidFill>
                  <a:schemeClr val="bg1"/>
                </a:solidFill>
                <a:latin typeface="+mn-lt"/>
              </a:defRPr>
            </a:lvl2pPr>
            <a:lvl3pPr marL="914400" indent="0" algn="ctr">
              <a:buNone/>
              <a:defRPr sz="3200">
                <a:solidFill>
                  <a:schemeClr val="bg1"/>
                </a:solidFill>
                <a:latin typeface="+mn-lt"/>
              </a:defRPr>
            </a:lvl3pPr>
            <a:lvl4pPr marL="1371600" indent="0" algn="ctr">
              <a:buNone/>
              <a:defRPr sz="3200">
                <a:solidFill>
                  <a:schemeClr val="bg1"/>
                </a:solidFill>
                <a:latin typeface="+mn-lt"/>
              </a:defRPr>
            </a:lvl4pPr>
            <a:lvl5pPr marL="1828800" indent="0" algn="ctr">
              <a:buNone/>
              <a:defRPr sz="3200">
                <a:solidFill>
                  <a:schemeClr val="bg1"/>
                </a:solidFill>
                <a:latin typeface="+mn-lt"/>
              </a:defRPr>
            </a:lvl5pPr>
          </a:lstStyle>
          <a:p>
            <a:pPr lvl="0"/>
            <a:r>
              <a:rPr lang="en-US" dirty="0"/>
              <a:t>Section Breaker</a:t>
            </a:r>
          </a:p>
        </p:txBody>
      </p:sp>
    </p:spTree>
    <p:extLst>
      <p:ext uri="{BB962C8B-B14F-4D97-AF65-F5344CB8AC3E}">
        <p14:creationId xmlns:p14="http://schemas.microsoft.com/office/powerpoint/2010/main" val="2936174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ection Header">
    <p:bg>
      <p:bgPr>
        <a:solidFill>
          <a:srgbClr val="E31837"/>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50F9CE6-0EBA-428F-A2B9-278CB5F387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1" y="1784455"/>
            <a:ext cx="7725438" cy="2966268"/>
          </a:xfrm>
          <a:custGeom>
            <a:avLst/>
            <a:gdLst>
              <a:gd name="connsiteX0" fmla="*/ 5242135 w 7725438"/>
              <a:gd name="connsiteY0" fmla="*/ 108602 h 2966268"/>
              <a:gd name="connsiteX1" fmla="*/ 5242135 w 7725438"/>
              <a:gd name="connsiteY1" fmla="*/ 1142682 h 2966268"/>
              <a:gd name="connsiteX2" fmla="*/ 6949867 w 7725438"/>
              <a:gd name="connsiteY2" fmla="*/ 1142682 h 2966268"/>
              <a:gd name="connsiteX3" fmla="*/ 6949867 w 7725438"/>
              <a:gd name="connsiteY3" fmla="*/ 108602 h 2966268"/>
              <a:gd name="connsiteX4" fmla="*/ 0 w 7725438"/>
              <a:gd name="connsiteY4" fmla="*/ 0 h 2966268"/>
              <a:gd name="connsiteX5" fmla="*/ 7725438 w 7725438"/>
              <a:gd name="connsiteY5" fmla="*/ 0 h 2966268"/>
              <a:gd name="connsiteX6" fmla="*/ 7725438 w 7725438"/>
              <a:gd name="connsiteY6" fmla="*/ 2966268 h 2966268"/>
              <a:gd name="connsiteX7" fmla="*/ 0 w 7725438"/>
              <a:gd name="connsiteY7" fmla="*/ 2966268 h 296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25438" h="2966268">
                <a:moveTo>
                  <a:pt x="5242135" y="108602"/>
                </a:moveTo>
                <a:lnTo>
                  <a:pt x="5242135" y="1142682"/>
                </a:lnTo>
                <a:lnTo>
                  <a:pt x="6949867" y="1142682"/>
                </a:lnTo>
                <a:lnTo>
                  <a:pt x="6949867" y="108602"/>
                </a:lnTo>
                <a:close/>
                <a:moveTo>
                  <a:pt x="0" y="0"/>
                </a:moveTo>
                <a:lnTo>
                  <a:pt x="7725438" y="0"/>
                </a:lnTo>
                <a:lnTo>
                  <a:pt x="7725438" y="2966268"/>
                </a:lnTo>
                <a:lnTo>
                  <a:pt x="0" y="2966268"/>
                </a:lnTo>
                <a:close/>
              </a:path>
            </a:pathLst>
          </a:custGeom>
        </p:spPr>
      </p:pic>
      <p:sp>
        <p:nvSpPr>
          <p:cNvPr id="3" name="Text Placeholder 2">
            <a:extLst>
              <a:ext uri="{FF2B5EF4-FFF2-40B4-BE49-F238E27FC236}">
                <a16:creationId xmlns:a16="http://schemas.microsoft.com/office/drawing/2014/main" id="{EFB50405-82C9-42F2-AAE0-4C2E21D98F8D}"/>
              </a:ext>
            </a:extLst>
          </p:cNvPr>
          <p:cNvSpPr>
            <a:spLocks noGrp="1"/>
          </p:cNvSpPr>
          <p:nvPr>
            <p:ph type="body" sz="quarter" idx="10" hasCustomPrompt="1"/>
          </p:nvPr>
        </p:nvSpPr>
        <p:spPr>
          <a:xfrm>
            <a:off x="5242134" y="1893057"/>
            <a:ext cx="1707732" cy="1034080"/>
          </a:xfrm>
          <a:prstGeom prst="rect">
            <a:avLst/>
          </a:prstGeom>
        </p:spPr>
        <p:txBody>
          <a:bodyPr anchor="ctr"/>
          <a:lstStyle>
            <a:lvl1pPr marL="0" indent="0" algn="ctr">
              <a:lnSpc>
                <a:spcPct val="100000"/>
              </a:lnSpc>
              <a:buNone/>
              <a:defRPr sz="3200">
                <a:solidFill>
                  <a:schemeClr val="bg1"/>
                </a:solidFill>
                <a:latin typeface="Arial" panose="020B0604020202020204" pitchFamily="34" charset="0"/>
                <a:cs typeface="Arial" panose="020B0604020202020204" pitchFamily="34" charset="0"/>
              </a:defRPr>
            </a:lvl1pPr>
            <a:lvl2pPr marL="457200" indent="0" algn="ctr">
              <a:buNone/>
              <a:defRPr sz="3200">
                <a:solidFill>
                  <a:schemeClr val="bg1"/>
                </a:solidFill>
                <a:latin typeface="+mn-lt"/>
              </a:defRPr>
            </a:lvl2pPr>
            <a:lvl3pPr marL="914400" indent="0" algn="ctr">
              <a:buNone/>
              <a:defRPr sz="3200">
                <a:solidFill>
                  <a:schemeClr val="bg1"/>
                </a:solidFill>
                <a:latin typeface="+mn-lt"/>
              </a:defRPr>
            </a:lvl3pPr>
            <a:lvl4pPr marL="1371600" indent="0" algn="ctr">
              <a:buNone/>
              <a:defRPr sz="3200">
                <a:solidFill>
                  <a:schemeClr val="bg1"/>
                </a:solidFill>
                <a:latin typeface="+mn-lt"/>
              </a:defRPr>
            </a:lvl4pPr>
            <a:lvl5pPr marL="1828800" indent="0" algn="ctr">
              <a:buNone/>
              <a:defRPr sz="3200">
                <a:solidFill>
                  <a:schemeClr val="bg1"/>
                </a:solidFill>
                <a:latin typeface="+mn-lt"/>
              </a:defRPr>
            </a:lvl5pPr>
          </a:lstStyle>
          <a:p>
            <a:pPr lvl="0"/>
            <a:r>
              <a:rPr lang="en-US" dirty="0"/>
              <a:t>Thank You</a:t>
            </a:r>
          </a:p>
        </p:txBody>
      </p:sp>
      <p:sp>
        <p:nvSpPr>
          <p:cNvPr id="4" name="TextBox 3">
            <a:extLst>
              <a:ext uri="{FF2B5EF4-FFF2-40B4-BE49-F238E27FC236}">
                <a16:creationId xmlns:a16="http://schemas.microsoft.com/office/drawing/2014/main" id="{CCCCA23C-4A2D-4F44-AC6A-66BCC19AB40E}"/>
              </a:ext>
            </a:extLst>
          </p:cNvPr>
          <p:cNvSpPr txBox="1">
            <a:spLocks noChangeArrowheads="1"/>
          </p:cNvSpPr>
          <p:nvPr userDrawn="1"/>
        </p:nvSpPr>
        <p:spPr bwMode="gray">
          <a:xfrm>
            <a:off x="1147142" y="4375694"/>
            <a:ext cx="9897717" cy="1769715"/>
          </a:xfrm>
          <a:prstGeom prst="rect">
            <a:avLst/>
          </a:prstGeom>
          <a:noFill/>
          <a:ln w="9525">
            <a:noFill/>
            <a:miter lim="800000"/>
            <a:headEnd/>
            <a:tailEnd/>
          </a:ln>
        </p:spPr>
        <p:txBody>
          <a:bodyPr wrap="square" lIns="0" tIns="0" rIns="0" bIns="0">
            <a:spAutoFit/>
          </a:bodyPr>
          <a:lstStyle/>
          <a:p>
            <a:pPr algn="ctr" fontAlgn="auto">
              <a:spcBef>
                <a:spcPts val="600"/>
              </a:spcBef>
              <a:spcAft>
                <a:spcPts val="0"/>
              </a:spcAft>
              <a:defRPr/>
            </a:pPr>
            <a:r>
              <a:rPr lang="en-US" sz="1000" b="1" dirty="0">
                <a:solidFill>
                  <a:schemeClr val="bg1"/>
                </a:solidFill>
                <a:latin typeface="Arial" pitchFamily="34" charset="0"/>
                <a:cs typeface="Arial" pitchFamily="34" charset="0"/>
              </a:rPr>
              <a:t>Disclaimer </a:t>
            </a:r>
          </a:p>
          <a:p>
            <a:pPr algn="ctr" fontAlgn="auto">
              <a:spcBef>
                <a:spcPts val="600"/>
              </a:spcBef>
              <a:spcAft>
                <a:spcPts val="0"/>
              </a:spcAft>
              <a:defRPr/>
            </a:pPr>
            <a:endParaRPr lang="en-US" sz="1000" b="1" dirty="0">
              <a:solidFill>
                <a:schemeClr val="bg1"/>
              </a:solidFill>
              <a:latin typeface="Arial" pitchFamily="34" charset="0"/>
              <a:cs typeface="Arial" pitchFamily="34" charset="0"/>
            </a:endParaRPr>
          </a:p>
          <a:p>
            <a:pPr algn="ctr"/>
            <a:r>
              <a:rPr lang="en-GB" sz="900" dirty="0">
                <a:solidFill>
                  <a:schemeClr val="bg1"/>
                </a:solidFill>
              </a:rPr>
              <a:t>The information is to be treated as Tech Mahindra Confidential Information. </a:t>
            </a:r>
            <a:r>
              <a:rPr lang="en-GB" sz="900" dirty="0" err="1">
                <a:solidFill>
                  <a:schemeClr val="bg1"/>
                </a:solidFill>
              </a:rPr>
              <a:t>TechM</a:t>
            </a:r>
            <a:r>
              <a:rPr lang="en-GB" sz="900" dirty="0">
                <a:solidFill>
                  <a:schemeClr val="bg1"/>
                </a:solidFill>
              </a:rPr>
              <a:t> provides a wide array of presentations and reports, with the contributions of various professionals. These presentations and reports may be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GB" sz="900" dirty="0" err="1">
                <a:solidFill>
                  <a:schemeClr val="bg1"/>
                </a:solidFill>
              </a:rPr>
              <a:t>TechM</a:t>
            </a:r>
            <a:r>
              <a:rPr lang="en-GB" sz="900" dirty="0">
                <a:solidFill>
                  <a:schemeClr val="bg1"/>
                </a:solidFill>
              </a:rPr>
              <a:t>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GB" sz="900" dirty="0" err="1">
                <a:solidFill>
                  <a:schemeClr val="bg1"/>
                </a:solidFill>
              </a:rPr>
              <a:t>TechM</a:t>
            </a:r>
            <a:r>
              <a:rPr lang="en-GB" sz="900" dirty="0">
                <a:solidFill>
                  <a:schemeClr val="bg1"/>
                </a:solidFill>
              </a:rPr>
              <a:t>. Information contained in a presentation hosted or promoted by </a:t>
            </a:r>
            <a:r>
              <a:rPr lang="en-GB" sz="900" dirty="0" err="1">
                <a:solidFill>
                  <a:schemeClr val="bg1"/>
                </a:solidFill>
              </a:rPr>
              <a:t>TechM</a:t>
            </a:r>
            <a:r>
              <a:rPr lang="en-GB" sz="900" dirty="0">
                <a:solidFill>
                  <a:schemeClr val="bg1"/>
                </a:solidFill>
              </a:rPr>
              <a:t> is provided “as is” without warranty of any kind, either expressed or implied, including any warranty of merchantability or fitness for a particular purpose. </a:t>
            </a:r>
            <a:r>
              <a:rPr lang="en-GB" sz="900" dirty="0" err="1">
                <a:solidFill>
                  <a:schemeClr val="bg1"/>
                </a:solidFill>
              </a:rPr>
              <a:t>TechM</a:t>
            </a:r>
            <a:r>
              <a:rPr lang="en-GB" sz="900" dirty="0">
                <a:solidFill>
                  <a:schemeClr val="bg1"/>
                </a:solidFill>
              </a:rPr>
              <a:t> assumes no liability or responsibility for the contents of a presentation or the opinions expressed by the presenters. All expressions of opinion are subject to change without notice.</a:t>
            </a:r>
            <a:endParaRPr lang="en-US" sz="900" dirty="0">
              <a:solidFill>
                <a:schemeClr val="bg1"/>
              </a:solidFill>
            </a:endParaRPr>
          </a:p>
        </p:txBody>
      </p:sp>
    </p:spTree>
    <p:extLst>
      <p:ext uri="{BB962C8B-B14F-4D97-AF65-F5344CB8AC3E}">
        <p14:creationId xmlns:p14="http://schemas.microsoft.com/office/powerpoint/2010/main" val="24021256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593C55-0EC9-434E-B40B-D66FD4415D9E}"/>
              </a:ext>
            </a:extLst>
          </p:cNvPr>
          <p:cNvPicPr>
            <a:picLocks noChangeAspect="1"/>
          </p:cNvPicPr>
          <p:nvPr userDrawn="1"/>
        </p:nvPicPr>
        <p:blipFill>
          <a:blip r:embed="rId2"/>
          <a:stretch>
            <a:fillRect/>
          </a:stretch>
        </p:blipFill>
        <p:spPr>
          <a:xfrm>
            <a:off x="0" y="788232"/>
            <a:ext cx="817705" cy="392498"/>
          </a:xfrm>
          <a:prstGeom prst="rect">
            <a:avLst/>
          </a:prstGeom>
        </p:spPr>
      </p:pic>
      <p:sp>
        <p:nvSpPr>
          <p:cNvPr id="8" name="Text Placeholder 15">
            <a:extLst>
              <a:ext uri="{FF2B5EF4-FFF2-40B4-BE49-F238E27FC236}">
                <a16:creationId xmlns:a16="http://schemas.microsoft.com/office/drawing/2014/main" id="{A3206720-45E7-413E-9B47-02433AD3BBA7}"/>
              </a:ext>
            </a:extLst>
          </p:cNvPr>
          <p:cNvSpPr>
            <a:spLocks noGrp="1"/>
          </p:cNvSpPr>
          <p:nvPr>
            <p:ph type="body" sz="quarter" idx="11" hasCustomPrompt="1"/>
          </p:nvPr>
        </p:nvSpPr>
        <p:spPr>
          <a:xfrm>
            <a:off x="817705" y="512782"/>
            <a:ext cx="10556590" cy="633112"/>
          </a:xfrm>
          <a:prstGeom prst="rect">
            <a:avLst/>
          </a:prstGeom>
        </p:spPr>
        <p:txBody>
          <a:bodyPr>
            <a:normAutofit/>
          </a:bodyPr>
          <a:lstStyle>
            <a:lvl1pPr marL="0" indent="0">
              <a:lnSpc>
                <a:spcPct val="100000"/>
              </a:lnSpc>
              <a:buFontTx/>
              <a:buNone/>
              <a:defRPr sz="3200" b="0" i="0" baseline="0">
                <a:solidFill>
                  <a:srgbClr val="4D4D4F"/>
                </a:solidFill>
                <a:latin typeface="Arial" panose="020B0604020202020204" pitchFamily="34" charset="0"/>
                <a:cs typeface="Arial" panose="020B0604020202020204" pitchFamily="34" charset="0"/>
              </a:defRPr>
            </a:lvl1pPr>
          </a:lstStyle>
          <a:p>
            <a:pPr lvl="0"/>
            <a:r>
              <a:rPr lang="en-GB" dirty="0"/>
              <a:t>Text slide</a:t>
            </a:r>
          </a:p>
        </p:txBody>
      </p:sp>
      <p:sp>
        <p:nvSpPr>
          <p:cNvPr id="3" name="Picture Placeholder 2">
            <a:extLst>
              <a:ext uri="{FF2B5EF4-FFF2-40B4-BE49-F238E27FC236}">
                <a16:creationId xmlns:a16="http://schemas.microsoft.com/office/drawing/2014/main" id="{98E93AC1-35A6-4298-8126-73373BEBAB10}"/>
              </a:ext>
            </a:extLst>
          </p:cNvPr>
          <p:cNvSpPr>
            <a:spLocks noGrp="1"/>
          </p:cNvSpPr>
          <p:nvPr>
            <p:ph type="pic" sz="quarter" idx="12"/>
          </p:nvPr>
        </p:nvSpPr>
        <p:spPr>
          <a:xfrm>
            <a:off x="821519" y="1538287"/>
            <a:ext cx="3401231" cy="3260576"/>
          </a:xfrm>
          <a:custGeom>
            <a:avLst/>
            <a:gdLst>
              <a:gd name="connsiteX0" fmla="*/ 0 w 3413183"/>
              <a:gd name="connsiteY0" fmla="*/ 0 h 3315485"/>
              <a:gd name="connsiteX1" fmla="*/ 3413183 w 3413183"/>
              <a:gd name="connsiteY1" fmla="*/ 0 h 3315485"/>
              <a:gd name="connsiteX2" fmla="*/ 3413183 w 3413183"/>
              <a:gd name="connsiteY2" fmla="*/ 3315485 h 3315485"/>
              <a:gd name="connsiteX3" fmla="*/ 0 w 3413183"/>
              <a:gd name="connsiteY3" fmla="*/ 3315485 h 3315485"/>
              <a:gd name="connsiteX4" fmla="*/ 0 w 3413183"/>
              <a:gd name="connsiteY4" fmla="*/ 0 h 3315485"/>
              <a:gd name="connsiteX0" fmla="*/ 0 w 3413183"/>
              <a:gd name="connsiteY0" fmla="*/ 0 h 3315485"/>
              <a:gd name="connsiteX1" fmla="*/ 3413183 w 3413183"/>
              <a:gd name="connsiteY1" fmla="*/ 0 h 3315485"/>
              <a:gd name="connsiteX2" fmla="*/ 3413183 w 3413183"/>
              <a:gd name="connsiteY2" fmla="*/ 2029610 h 3315485"/>
              <a:gd name="connsiteX3" fmla="*/ 0 w 3413183"/>
              <a:gd name="connsiteY3" fmla="*/ 3315485 h 3315485"/>
              <a:gd name="connsiteX4" fmla="*/ 0 w 3413183"/>
              <a:gd name="connsiteY4" fmla="*/ 0 h 3315485"/>
              <a:gd name="connsiteX0" fmla="*/ 0 w 3413183"/>
              <a:gd name="connsiteY0" fmla="*/ 0 h 3296435"/>
              <a:gd name="connsiteX1" fmla="*/ 3413183 w 3413183"/>
              <a:gd name="connsiteY1" fmla="*/ 0 h 3296435"/>
              <a:gd name="connsiteX2" fmla="*/ 3413183 w 3413183"/>
              <a:gd name="connsiteY2" fmla="*/ 2029610 h 3296435"/>
              <a:gd name="connsiteX3" fmla="*/ 9525 w 3413183"/>
              <a:gd name="connsiteY3" fmla="*/ 3296435 h 3296435"/>
              <a:gd name="connsiteX4" fmla="*/ 0 w 3413183"/>
              <a:gd name="connsiteY4" fmla="*/ 0 h 3296435"/>
              <a:gd name="connsiteX0" fmla="*/ 0 w 3413183"/>
              <a:gd name="connsiteY0" fmla="*/ 0 h 3260576"/>
              <a:gd name="connsiteX1" fmla="*/ 3413183 w 3413183"/>
              <a:gd name="connsiteY1" fmla="*/ 0 h 3260576"/>
              <a:gd name="connsiteX2" fmla="*/ 3413183 w 3413183"/>
              <a:gd name="connsiteY2" fmla="*/ 2029610 h 3260576"/>
              <a:gd name="connsiteX3" fmla="*/ 21478 w 3413183"/>
              <a:gd name="connsiteY3" fmla="*/ 3260576 h 3260576"/>
              <a:gd name="connsiteX4" fmla="*/ 0 w 3413183"/>
              <a:gd name="connsiteY4" fmla="*/ 0 h 3260576"/>
              <a:gd name="connsiteX0" fmla="*/ 0 w 3401231"/>
              <a:gd name="connsiteY0" fmla="*/ 5977 h 3260576"/>
              <a:gd name="connsiteX1" fmla="*/ 3401231 w 3401231"/>
              <a:gd name="connsiteY1" fmla="*/ 0 h 3260576"/>
              <a:gd name="connsiteX2" fmla="*/ 3401231 w 3401231"/>
              <a:gd name="connsiteY2" fmla="*/ 2029610 h 3260576"/>
              <a:gd name="connsiteX3" fmla="*/ 9526 w 3401231"/>
              <a:gd name="connsiteY3" fmla="*/ 3260576 h 3260576"/>
              <a:gd name="connsiteX4" fmla="*/ 0 w 3401231"/>
              <a:gd name="connsiteY4" fmla="*/ 5977 h 326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1231" h="3260576">
                <a:moveTo>
                  <a:pt x="0" y="5977"/>
                </a:moveTo>
                <a:lnTo>
                  <a:pt x="3401231" y="0"/>
                </a:lnTo>
                <a:lnTo>
                  <a:pt x="3401231" y="2029610"/>
                </a:lnTo>
                <a:lnTo>
                  <a:pt x="9526" y="3260576"/>
                </a:lnTo>
                <a:cubicBezTo>
                  <a:pt x="6351" y="2175710"/>
                  <a:pt x="3175" y="1090843"/>
                  <a:pt x="0" y="5977"/>
                </a:cubicBezTo>
                <a:close/>
              </a:path>
            </a:pathLst>
          </a:custGeom>
        </p:spPr>
        <p:txBody>
          <a:bodyPr/>
          <a:lstStyle>
            <a:lvl1pPr marL="0" indent="0">
              <a:lnSpc>
                <a:spcPct val="100000"/>
              </a:lnSpc>
              <a:buNone/>
              <a:defRPr sz="2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1" name="Picture Placeholder 2">
            <a:extLst>
              <a:ext uri="{FF2B5EF4-FFF2-40B4-BE49-F238E27FC236}">
                <a16:creationId xmlns:a16="http://schemas.microsoft.com/office/drawing/2014/main" id="{ECC744DF-9BF1-4A92-9C57-FF6A248D686E}"/>
              </a:ext>
            </a:extLst>
          </p:cNvPr>
          <p:cNvSpPr>
            <a:spLocks noGrp="1"/>
          </p:cNvSpPr>
          <p:nvPr>
            <p:ph type="pic" sz="quarter" idx="13"/>
          </p:nvPr>
        </p:nvSpPr>
        <p:spPr>
          <a:xfrm>
            <a:off x="4409300" y="1538287"/>
            <a:ext cx="3401231" cy="3260576"/>
          </a:xfrm>
          <a:custGeom>
            <a:avLst/>
            <a:gdLst>
              <a:gd name="connsiteX0" fmla="*/ 0 w 3413183"/>
              <a:gd name="connsiteY0" fmla="*/ 0 h 3315485"/>
              <a:gd name="connsiteX1" fmla="*/ 3413183 w 3413183"/>
              <a:gd name="connsiteY1" fmla="*/ 0 h 3315485"/>
              <a:gd name="connsiteX2" fmla="*/ 3413183 w 3413183"/>
              <a:gd name="connsiteY2" fmla="*/ 3315485 h 3315485"/>
              <a:gd name="connsiteX3" fmla="*/ 0 w 3413183"/>
              <a:gd name="connsiteY3" fmla="*/ 3315485 h 3315485"/>
              <a:gd name="connsiteX4" fmla="*/ 0 w 3413183"/>
              <a:gd name="connsiteY4" fmla="*/ 0 h 3315485"/>
              <a:gd name="connsiteX0" fmla="*/ 0 w 3413183"/>
              <a:gd name="connsiteY0" fmla="*/ 0 h 3315485"/>
              <a:gd name="connsiteX1" fmla="*/ 3413183 w 3413183"/>
              <a:gd name="connsiteY1" fmla="*/ 0 h 3315485"/>
              <a:gd name="connsiteX2" fmla="*/ 3413183 w 3413183"/>
              <a:gd name="connsiteY2" fmla="*/ 2029610 h 3315485"/>
              <a:gd name="connsiteX3" fmla="*/ 0 w 3413183"/>
              <a:gd name="connsiteY3" fmla="*/ 3315485 h 3315485"/>
              <a:gd name="connsiteX4" fmla="*/ 0 w 3413183"/>
              <a:gd name="connsiteY4" fmla="*/ 0 h 3315485"/>
              <a:gd name="connsiteX0" fmla="*/ 0 w 3413183"/>
              <a:gd name="connsiteY0" fmla="*/ 0 h 3296435"/>
              <a:gd name="connsiteX1" fmla="*/ 3413183 w 3413183"/>
              <a:gd name="connsiteY1" fmla="*/ 0 h 3296435"/>
              <a:gd name="connsiteX2" fmla="*/ 3413183 w 3413183"/>
              <a:gd name="connsiteY2" fmla="*/ 2029610 h 3296435"/>
              <a:gd name="connsiteX3" fmla="*/ 9525 w 3413183"/>
              <a:gd name="connsiteY3" fmla="*/ 3296435 h 3296435"/>
              <a:gd name="connsiteX4" fmla="*/ 0 w 3413183"/>
              <a:gd name="connsiteY4" fmla="*/ 0 h 3296435"/>
              <a:gd name="connsiteX0" fmla="*/ 0 w 3413183"/>
              <a:gd name="connsiteY0" fmla="*/ 0 h 3260576"/>
              <a:gd name="connsiteX1" fmla="*/ 3413183 w 3413183"/>
              <a:gd name="connsiteY1" fmla="*/ 0 h 3260576"/>
              <a:gd name="connsiteX2" fmla="*/ 3413183 w 3413183"/>
              <a:gd name="connsiteY2" fmla="*/ 2029610 h 3260576"/>
              <a:gd name="connsiteX3" fmla="*/ 21478 w 3413183"/>
              <a:gd name="connsiteY3" fmla="*/ 3260576 h 3260576"/>
              <a:gd name="connsiteX4" fmla="*/ 0 w 3413183"/>
              <a:gd name="connsiteY4" fmla="*/ 0 h 3260576"/>
              <a:gd name="connsiteX0" fmla="*/ 0 w 3401231"/>
              <a:gd name="connsiteY0" fmla="*/ 5977 h 3260576"/>
              <a:gd name="connsiteX1" fmla="*/ 3401231 w 3401231"/>
              <a:gd name="connsiteY1" fmla="*/ 0 h 3260576"/>
              <a:gd name="connsiteX2" fmla="*/ 3401231 w 3401231"/>
              <a:gd name="connsiteY2" fmla="*/ 2029610 h 3260576"/>
              <a:gd name="connsiteX3" fmla="*/ 9526 w 3401231"/>
              <a:gd name="connsiteY3" fmla="*/ 3260576 h 3260576"/>
              <a:gd name="connsiteX4" fmla="*/ 0 w 3401231"/>
              <a:gd name="connsiteY4" fmla="*/ 5977 h 326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1231" h="3260576">
                <a:moveTo>
                  <a:pt x="0" y="5977"/>
                </a:moveTo>
                <a:lnTo>
                  <a:pt x="3401231" y="0"/>
                </a:lnTo>
                <a:lnTo>
                  <a:pt x="3401231" y="2029610"/>
                </a:lnTo>
                <a:lnTo>
                  <a:pt x="9526" y="3260576"/>
                </a:lnTo>
                <a:cubicBezTo>
                  <a:pt x="6351" y="2175710"/>
                  <a:pt x="3175" y="1090843"/>
                  <a:pt x="0" y="5977"/>
                </a:cubicBezTo>
                <a:close/>
              </a:path>
            </a:pathLst>
          </a:custGeom>
        </p:spPr>
        <p:txBody>
          <a:bodyPr/>
          <a:lstStyle>
            <a:lvl1pPr marL="0" indent="0">
              <a:lnSpc>
                <a:spcPct val="100000"/>
              </a:lnSpc>
              <a:buNone/>
              <a:defRPr sz="2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6" name="Picture Placeholder 2">
            <a:extLst>
              <a:ext uri="{FF2B5EF4-FFF2-40B4-BE49-F238E27FC236}">
                <a16:creationId xmlns:a16="http://schemas.microsoft.com/office/drawing/2014/main" id="{10850C48-B28C-40CB-8355-467A43E21365}"/>
              </a:ext>
            </a:extLst>
          </p:cNvPr>
          <p:cNvSpPr>
            <a:spLocks noGrp="1"/>
          </p:cNvSpPr>
          <p:nvPr>
            <p:ph type="pic" sz="quarter" idx="14"/>
          </p:nvPr>
        </p:nvSpPr>
        <p:spPr>
          <a:xfrm>
            <a:off x="7982087" y="1538287"/>
            <a:ext cx="3401231" cy="3260576"/>
          </a:xfrm>
          <a:custGeom>
            <a:avLst/>
            <a:gdLst>
              <a:gd name="connsiteX0" fmla="*/ 0 w 3413183"/>
              <a:gd name="connsiteY0" fmla="*/ 0 h 3315485"/>
              <a:gd name="connsiteX1" fmla="*/ 3413183 w 3413183"/>
              <a:gd name="connsiteY1" fmla="*/ 0 h 3315485"/>
              <a:gd name="connsiteX2" fmla="*/ 3413183 w 3413183"/>
              <a:gd name="connsiteY2" fmla="*/ 3315485 h 3315485"/>
              <a:gd name="connsiteX3" fmla="*/ 0 w 3413183"/>
              <a:gd name="connsiteY3" fmla="*/ 3315485 h 3315485"/>
              <a:gd name="connsiteX4" fmla="*/ 0 w 3413183"/>
              <a:gd name="connsiteY4" fmla="*/ 0 h 3315485"/>
              <a:gd name="connsiteX0" fmla="*/ 0 w 3413183"/>
              <a:gd name="connsiteY0" fmla="*/ 0 h 3315485"/>
              <a:gd name="connsiteX1" fmla="*/ 3413183 w 3413183"/>
              <a:gd name="connsiteY1" fmla="*/ 0 h 3315485"/>
              <a:gd name="connsiteX2" fmla="*/ 3413183 w 3413183"/>
              <a:gd name="connsiteY2" fmla="*/ 2029610 h 3315485"/>
              <a:gd name="connsiteX3" fmla="*/ 0 w 3413183"/>
              <a:gd name="connsiteY3" fmla="*/ 3315485 h 3315485"/>
              <a:gd name="connsiteX4" fmla="*/ 0 w 3413183"/>
              <a:gd name="connsiteY4" fmla="*/ 0 h 3315485"/>
              <a:gd name="connsiteX0" fmla="*/ 0 w 3413183"/>
              <a:gd name="connsiteY0" fmla="*/ 0 h 3296435"/>
              <a:gd name="connsiteX1" fmla="*/ 3413183 w 3413183"/>
              <a:gd name="connsiteY1" fmla="*/ 0 h 3296435"/>
              <a:gd name="connsiteX2" fmla="*/ 3413183 w 3413183"/>
              <a:gd name="connsiteY2" fmla="*/ 2029610 h 3296435"/>
              <a:gd name="connsiteX3" fmla="*/ 9525 w 3413183"/>
              <a:gd name="connsiteY3" fmla="*/ 3296435 h 3296435"/>
              <a:gd name="connsiteX4" fmla="*/ 0 w 3413183"/>
              <a:gd name="connsiteY4" fmla="*/ 0 h 3296435"/>
              <a:gd name="connsiteX0" fmla="*/ 0 w 3413183"/>
              <a:gd name="connsiteY0" fmla="*/ 0 h 3260576"/>
              <a:gd name="connsiteX1" fmla="*/ 3413183 w 3413183"/>
              <a:gd name="connsiteY1" fmla="*/ 0 h 3260576"/>
              <a:gd name="connsiteX2" fmla="*/ 3413183 w 3413183"/>
              <a:gd name="connsiteY2" fmla="*/ 2029610 h 3260576"/>
              <a:gd name="connsiteX3" fmla="*/ 21478 w 3413183"/>
              <a:gd name="connsiteY3" fmla="*/ 3260576 h 3260576"/>
              <a:gd name="connsiteX4" fmla="*/ 0 w 3413183"/>
              <a:gd name="connsiteY4" fmla="*/ 0 h 3260576"/>
              <a:gd name="connsiteX0" fmla="*/ 0 w 3401231"/>
              <a:gd name="connsiteY0" fmla="*/ 5977 h 3260576"/>
              <a:gd name="connsiteX1" fmla="*/ 3401231 w 3401231"/>
              <a:gd name="connsiteY1" fmla="*/ 0 h 3260576"/>
              <a:gd name="connsiteX2" fmla="*/ 3401231 w 3401231"/>
              <a:gd name="connsiteY2" fmla="*/ 2029610 h 3260576"/>
              <a:gd name="connsiteX3" fmla="*/ 9526 w 3401231"/>
              <a:gd name="connsiteY3" fmla="*/ 3260576 h 3260576"/>
              <a:gd name="connsiteX4" fmla="*/ 0 w 3401231"/>
              <a:gd name="connsiteY4" fmla="*/ 5977 h 326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1231" h="3260576">
                <a:moveTo>
                  <a:pt x="0" y="5977"/>
                </a:moveTo>
                <a:lnTo>
                  <a:pt x="3401231" y="0"/>
                </a:lnTo>
                <a:lnTo>
                  <a:pt x="3401231" y="2029610"/>
                </a:lnTo>
                <a:lnTo>
                  <a:pt x="9526" y="3260576"/>
                </a:lnTo>
                <a:cubicBezTo>
                  <a:pt x="6351" y="2175710"/>
                  <a:pt x="3175" y="1090843"/>
                  <a:pt x="0" y="5977"/>
                </a:cubicBezTo>
                <a:close/>
              </a:path>
            </a:pathLst>
          </a:custGeom>
        </p:spPr>
        <p:txBody>
          <a:bodyPr/>
          <a:lstStyle>
            <a:lvl1pPr marL="0" indent="0">
              <a:lnSpc>
                <a:spcPct val="100000"/>
              </a:lnSpc>
              <a:buNone/>
              <a:defRPr sz="2000">
                <a:latin typeface="Arial" panose="020B0604020202020204" pitchFamily="34" charset="0"/>
                <a:cs typeface="Arial" panose="020B0604020202020204" pitchFamily="34" charset="0"/>
              </a:defRPr>
            </a:lvl1pPr>
          </a:lstStyle>
          <a:p>
            <a:r>
              <a:rPr lang="en-US"/>
              <a:t>Click icon to add picture</a:t>
            </a:r>
            <a:endParaRPr lang="en-US" dirty="0"/>
          </a:p>
        </p:txBody>
      </p:sp>
      <p:sp>
        <p:nvSpPr>
          <p:cNvPr id="38" name="Text Placeholder 37">
            <a:extLst>
              <a:ext uri="{FF2B5EF4-FFF2-40B4-BE49-F238E27FC236}">
                <a16:creationId xmlns:a16="http://schemas.microsoft.com/office/drawing/2014/main" id="{AA6275D7-0029-4401-8D3F-F510E9320581}"/>
              </a:ext>
            </a:extLst>
          </p:cNvPr>
          <p:cNvSpPr>
            <a:spLocks noGrp="1"/>
          </p:cNvSpPr>
          <p:nvPr>
            <p:ph type="body" sz="quarter" idx="15" hasCustomPrompt="1"/>
          </p:nvPr>
        </p:nvSpPr>
        <p:spPr>
          <a:xfrm>
            <a:off x="1279672" y="4618533"/>
            <a:ext cx="2490787" cy="357187"/>
          </a:xfrm>
          <a:prstGeom prst="rect">
            <a:avLst/>
          </a:prstGeom>
        </p:spPr>
        <p:txBody>
          <a:bodyPr/>
          <a:lstStyle>
            <a:lvl1pPr marL="0" indent="0" algn="ctr">
              <a:buNone/>
              <a:defRPr sz="16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Click to add heading</a:t>
            </a:r>
          </a:p>
        </p:txBody>
      </p:sp>
      <p:sp>
        <p:nvSpPr>
          <p:cNvPr id="39" name="Text Placeholder 37">
            <a:extLst>
              <a:ext uri="{FF2B5EF4-FFF2-40B4-BE49-F238E27FC236}">
                <a16:creationId xmlns:a16="http://schemas.microsoft.com/office/drawing/2014/main" id="{0C7AE2FB-EC5E-4FB2-AD64-A0DCF17520F3}"/>
              </a:ext>
            </a:extLst>
          </p:cNvPr>
          <p:cNvSpPr>
            <a:spLocks noGrp="1"/>
          </p:cNvSpPr>
          <p:nvPr>
            <p:ph type="body" sz="quarter" idx="16" hasCustomPrompt="1"/>
          </p:nvPr>
        </p:nvSpPr>
        <p:spPr>
          <a:xfrm>
            <a:off x="1009686" y="5062038"/>
            <a:ext cx="3030758" cy="680033"/>
          </a:xfrm>
          <a:prstGeom prst="rect">
            <a:avLst/>
          </a:prstGeom>
        </p:spPr>
        <p:txBody>
          <a:bodyPr anchor="ctr"/>
          <a:lstStyle>
            <a:lvl1pPr marL="0" indent="0" algn="ctr">
              <a:buNone/>
              <a:defRPr sz="12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endParaRPr lang="en-US" dirty="0"/>
          </a:p>
        </p:txBody>
      </p:sp>
      <p:sp>
        <p:nvSpPr>
          <p:cNvPr id="41" name="Text Placeholder 37">
            <a:extLst>
              <a:ext uri="{FF2B5EF4-FFF2-40B4-BE49-F238E27FC236}">
                <a16:creationId xmlns:a16="http://schemas.microsoft.com/office/drawing/2014/main" id="{8AA84234-9A75-4AA8-A471-208E2D2B7DFF}"/>
              </a:ext>
            </a:extLst>
          </p:cNvPr>
          <p:cNvSpPr>
            <a:spLocks noGrp="1"/>
          </p:cNvSpPr>
          <p:nvPr>
            <p:ph type="body" sz="quarter" idx="17" hasCustomPrompt="1"/>
          </p:nvPr>
        </p:nvSpPr>
        <p:spPr>
          <a:xfrm>
            <a:off x="4867453" y="4618533"/>
            <a:ext cx="2490787" cy="357187"/>
          </a:xfrm>
          <a:prstGeom prst="rect">
            <a:avLst/>
          </a:prstGeom>
        </p:spPr>
        <p:txBody>
          <a:bodyPr/>
          <a:lstStyle>
            <a:lvl1pPr marL="0" indent="0" algn="ctr">
              <a:buNone/>
              <a:defRPr sz="16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Click to add heading</a:t>
            </a:r>
          </a:p>
        </p:txBody>
      </p:sp>
      <p:sp>
        <p:nvSpPr>
          <p:cNvPr id="42" name="Text Placeholder 37">
            <a:extLst>
              <a:ext uri="{FF2B5EF4-FFF2-40B4-BE49-F238E27FC236}">
                <a16:creationId xmlns:a16="http://schemas.microsoft.com/office/drawing/2014/main" id="{2160610E-0C4B-421C-BB98-EC712C362E93}"/>
              </a:ext>
            </a:extLst>
          </p:cNvPr>
          <p:cNvSpPr>
            <a:spLocks noGrp="1"/>
          </p:cNvSpPr>
          <p:nvPr>
            <p:ph type="body" sz="quarter" idx="18" hasCustomPrompt="1"/>
          </p:nvPr>
        </p:nvSpPr>
        <p:spPr>
          <a:xfrm>
            <a:off x="4597467" y="5062038"/>
            <a:ext cx="3030758" cy="680033"/>
          </a:xfrm>
          <a:prstGeom prst="rect">
            <a:avLst/>
          </a:prstGeom>
        </p:spPr>
        <p:txBody>
          <a:bodyPr anchor="ctr"/>
          <a:lstStyle>
            <a:lvl1pPr marL="0" indent="0" algn="ctr">
              <a:buNone/>
              <a:defRPr sz="12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endParaRPr lang="en-US" dirty="0"/>
          </a:p>
        </p:txBody>
      </p:sp>
      <p:sp>
        <p:nvSpPr>
          <p:cNvPr id="43" name="Text Placeholder 37">
            <a:extLst>
              <a:ext uri="{FF2B5EF4-FFF2-40B4-BE49-F238E27FC236}">
                <a16:creationId xmlns:a16="http://schemas.microsoft.com/office/drawing/2014/main" id="{E81230DE-DD2E-44D9-B41E-0614D218FFA8}"/>
              </a:ext>
            </a:extLst>
          </p:cNvPr>
          <p:cNvSpPr>
            <a:spLocks noGrp="1"/>
          </p:cNvSpPr>
          <p:nvPr>
            <p:ph type="body" sz="quarter" idx="19" hasCustomPrompt="1"/>
          </p:nvPr>
        </p:nvSpPr>
        <p:spPr>
          <a:xfrm>
            <a:off x="8440240" y="4618533"/>
            <a:ext cx="2490787" cy="357187"/>
          </a:xfrm>
          <a:prstGeom prst="rect">
            <a:avLst/>
          </a:prstGeom>
        </p:spPr>
        <p:txBody>
          <a:bodyPr/>
          <a:lstStyle>
            <a:lvl1pPr marL="0" indent="0" algn="ctr">
              <a:buNone/>
              <a:defRPr sz="16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Click to add heading</a:t>
            </a:r>
          </a:p>
        </p:txBody>
      </p:sp>
      <p:sp>
        <p:nvSpPr>
          <p:cNvPr id="44" name="Text Placeholder 37">
            <a:extLst>
              <a:ext uri="{FF2B5EF4-FFF2-40B4-BE49-F238E27FC236}">
                <a16:creationId xmlns:a16="http://schemas.microsoft.com/office/drawing/2014/main" id="{EC4EF069-F3BB-4126-BE09-B3792037C5AA}"/>
              </a:ext>
            </a:extLst>
          </p:cNvPr>
          <p:cNvSpPr>
            <a:spLocks noGrp="1"/>
          </p:cNvSpPr>
          <p:nvPr>
            <p:ph type="body" sz="quarter" idx="20" hasCustomPrompt="1"/>
          </p:nvPr>
        </p:nvSpPr>
        <p:spPr>
          <a:xfrm>
            <a:off x="8170254" y="5062038"/>
            <a:ext cx="3030758" cy="680033"/>
          </a:xfrm>
          <a:prstGeom prst="rect">
            <a:avLst/>
          </a:prstGeom>
        </p:spPr>
        <p:txBody>
          <a:bodyPr anchor="ctr"/>
          <a:lstStyle>
            <a:lvl1pPr marL="0" indent="0" algn="ctr">
              <a:buNone/>
              <a:defRPr sz="1200">
                <a:solidFill>
                  <a:schemeClr val="bg1"/>
                </a:solidFill>
                <a:latin typeface="Arial" panose="020B0604020202020204" pitchFamily="34" charset="0"/>
                <a:cs typeface="Arial" panose="020B0604020202020204" pitchFamily="34" charset="0"/>
              </a:defRPr>
            </a:lvl1pPr>
            <a:lvl2pPr marL="457200" indent="0" algn="ctr">
              <a:buNone/>
              <a:defRPr sz="1800">
                <a:solidFill>
                  <a:schemeClr val="bg1"/>
                </a:solidFill>
              </a:defRPr>
            </a:lvl2pPr>
            <a:lvl3pPr marL="914400" indent="0" algn="ctr">
              <a:buNone/>
              <a:defRPr sz="1800">
                <a:solidFill>
                  <a:schemeClr val="bg1"/>
                </a:solidFill>
              </a:defRPr>
            </a:lvl3pPr>
            <a:lvl4pPr marL="1371600" indent="0" algn="ctr">
              <a:buNone/>
              <a:defRPr sz="1800">
                <a:solidFill>
                  <a:schemeClr val="bg1"/>
                </a:solidFill>
              </a:defRPr>
            </a:lvl4pPr>
            <a:lvl5pPr marL="1828800" indent="0" algn="ctr">
              <a:buNone/>
              <a:defRPr sz="1800">
                <a:solidFill>
                  <a:schemeClr val="bg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endParaRPr lang="en-US" dirty="0"/>
          </a:p>
        </p:txBody>
      </p:sp>
    </p:spTree>
    <p:extLst>
      <p:ext uri="{BB962C8B-B14F-4D97-AF65-F5344CB8AC3E}">
        <p14:creationId xmlns:p14="http://schemas.microsoft.com/office/powerpoint/2010/main" val="2980935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9549C589-1901-8E30-F900-3B2DE040D62A}"/>
              </a:ext>
            </a:extLst>
          </p:cNvPr>
          <p:cNvSpPr>
            <a:spLocks noGrp="1" noChangeArrowheads="1"/>
          </p:cNvSpPr>
          <p:nvPr>
            <p:ph type="sldNum" sz="quarter" idx="10"/>
          </p:nvPr>
        </p:nvSpPr>
        <p:spPr>
          <a:ln/>
        </p:spPr>
        <p:txBody>
          <a:bodyPr/>
          <a:lstStyle>
            <a:lvl1pPr>
              <a:defRPr/>
            </a:lvl1pPr>
          </a:lstStyle>
          <a:p>
            <a:pPr>
              <a:defRPr/>
            </a:pPr>
            <a:fld id="{BA6FA498-0955-4448-89D3-B26C61CEDB1A}" type="slidenum">
              <a:rPr lang="en-US" altLang="en-US"/>
              <a:pPr>
                <a:defRPr/>
              </a:pPr>
              <a:t>‹#›</a:t>
            </a:fld>
            <a:endParaRPr lang="en-US" altLang="en-US"/>
          </a:p>
        </p:txBody>
      </p:sp>
    </p:spTree>
    <p:extLst>
      <p:ext uri="{BB962C8B-B14F-4D97-AF65-F5344CB8AC3E}">
        <p14:creationId xmlns:p14="http://schemas.microsoft.com/office/powerpoint/2010/main" val="274436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98FC246-CF20-4E6C-AF9B-A863A728C726}"/>
              </a:ext>
            </a:extLst>
          </p:cNvPr>
          <p:cNvSpPr txBox="1">
            <a:spLocks/>
          </p:cNvSpPr>
          <p:nvPr userDrawn="1"/>
        </p:nvSpPr>
        <p:spPr bwMode="auto">
          <a:xfrm>
            <a:off x="11814773" y="6613575"/>
            <a:ext cx="157094" cy="153888"/>
          </a:xfrm>
          <a:prstGeom prst="rect">
            <a:avLst/>
          </a:prstGeom>
          <a:noFill/>
          <a:ln w="9525">
            <a:noFill/>
            <a:miter lim="800000"/>
            <a:headEnd/>
            <a:tailEnd/>
          </a:ln>
        </p:spPr>
        <p:txBody>
          <a:bodyPr wrap="none" lIns="0" tIns="0" rIns="0" bIns="0" anchor="ctr">
            <a:spAutoFit/>
          </a:bodyPr>
          <a:lstStyle/>
          <a:p>
            <a:pPr algn="r" fontAlgn="auto">
              <a:spcBef>
                <a:spcPts val="0"/>
              </a:spcBef>
              <a:spcAft>
                <a:spcPts val="0"/>
              </a:spcAft>
              <a:defRPr/>
            </a:pPr>
            <a:fld id="{DB2CB707-45FB-4000-B8FB-CE39B416E644}" type="slidenum">
              <a:rPr lang="en-US" sz="1000">
                <a:solidFill>
                  <a:srgbClr val="6D6E71"/>
                </a:solidFill>
                <a:latin typeface="Arial" pitchFamily="34" charset="0"/>
                <a:cs typeface="Arial" pitchFamily="34" charset="0"/>
              </a:rPr>
              <a:pPr algn="r" fontAlgn="auto">
                <a:spcBef>
                  <a:spcPts val="0"/>
                </a:spcBef>
                <a:spcAft>
                  <a:spcPts val="0"/>
                </a:spcAft>
                <a:defRPr/>
              </a:pPr>
              <a:t>‹#›</a:t>
            </a:fld>
            <a:endParaRPr lang="en-US" sz="1000" dirty="0">
              <a:solidFill>
                <a:srgbClr val="6D6E71"/>
              </a:solidFill>
              <a:latin typeface="Arial" pitchFamily="34" charset="0"/>
              <a:cs typeface="Arial" pitchFamily="34" charset="0"/>
            </a:endParaRPr>
          </a:p>
        </p:txBody>
      </p:sp>
      <p:sp>
        <p:nvSpPr>
          <p:cNvPr id="3" name="TextBox 20">
            <a:extLst>
              <a:ext uri="{FF2B5EF4-FFF2-40B4-BE49-F238E27FC236}">
                <a16:creationId xmlns:a16="http://schemas.microsoft.com/office/drawing/2014/main" id="{0CE9F542-9AEA-426A-8B4B-AB8E51A91352}"/>
              </a:ext>
            </a:extLst>
          </p:cNvPr>
          <p:cNvSpPr txBox="1">
            <a:spLocks noChangeArrowheads="1"/>
          </p:cNvSpPr>
          <p:nvPr userDrawn="1"/>
        </p:nvSpPr>
        <p:spPr bwMode="gray">
          <a:xfrm>
            <a:off x="345137" y="6565007"/>
            <a:ext cx="3502562" cy="123111"/>
          </a:xfrm>
          <a:prstGeom prst="rect">
            <a:avLst/>
          </a:prstGeom>
          <a:noFill/>
          <a:ln w="9525">
            <a:noFill/>
            <a:miter lim="800000"/>
            <a:headEnd/>
            <a:tailEnd/>
          </a:ln>
        </p:spPr>
        <p:txBody>
          <a:bodyPr wrap="none" lIns="0" tIns="0" rIns="0" bIns="0">
            <a:spAutoFit/>
          </a:bodyPr>
          <a:lstStyle/>
          <a:p>
            <a:pPr fontAlgn="auto">
              <a:spcBef>
                <a:spcPts val="0"/>
              </a:spcBef>
              <a:spcAft>
                <a:spcPts val="0"/>
              </a:spcAft>
              <a:defRPr/>
            </a:pPr>
            <a:r>
              <a:rPr lang="en-US" sz="800" dirty="0">
                <a:solidFill>
                  <a:schemeClr val="bg1">
                    <a:lumMod val="75000"/>
                  </a:schemeClr>
                </a:solidFill>
                <a:latin typeface="Arial" pitchFamily="34" charset="0"/>
                <a:cs typeface="Arial" pitchFamily="34" charset="0"/>
              </a:rPr>
              <a:t>Company Confidential | Copyright © 2023 Tech Mahindra. All rights reserved.</a:t>
            </a:r>
          </a:p>
        </p:txBody>
      </p:sp>
    </p:spTree>
    <p:extLst>
      <p:ext uri="{BB962C8B-B14F-4D97-AF65-F5344CB8AC3E}">
        <p14:creationId xmlns:p14="http://schemas.microsoft.com/office/powerpoint/2010/main" val="101977859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711" r:id="rId3"/>
    <p:sldLayoutId id="2147483716" r:id="rId4"/>
    <p:sldLayoutId id="2147483696" r:id="rId5"/>
    <p:sldLayoutId id="2147483705" r:id="rId6"/>
    <p:sldLayoutId id="2147483712" r:id="rId7"/>
    <p:sldLayoutId id="2147483714" r:id="rId8"/>
    <p:sldLayoutId id="2147483715" r:id="rId9"/>
    <p:sldLayoutId id="2147483713" r:id="rId10"/>
    <p:sldLayoutId id="2147483706" r:id="rId11"/>
    <p:sldLayoutId id="2147483710" r:id="rId12"/>
    <p:sldLayoutId id="2147483717" r:id="rId13"/>
    <p:sldLayoutId id="2147483707" r:id="rId14"/>
    <p:sldLayoutId id="214748371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2">
            <a:extLst>
              <a:ext uri="{FF2B5EF4-FFF2-40B4-BE49-F238E27FC236}">
                <a16:creationId xmlns:a16="http://schemas.microsoft.com/office/drawing/2014/main" id="{6080A88B-18D5-B8FC-A2D9-78A1E5124762}"/>
              </a:ext>
            </a:extLst>
          </p:cNvPr>
          <p:cNvSpPr txBox="1">
            <a:spLocks noChangeArrowheads="1"/>
          </p:cNvSpPr>
          <p:nvPr/>
        </p:nvSpPr>
        <p:spPr bwMode="auto">
          <a:xfrm>
            <a:off x="1606550" y="82551"/>
            <a:ext cx="41846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Times" panose="02020603050405020304" pitchFamily="18" charset="0"/>
              <a:buChar char="•"/>
              <a:defRPr sz="3200">
                <a:solidFill>
                  <a:schemeClr val="tx1"/>
                </a:solidFill>
                <a:latin typeface="Arial" panose="020B0604020202020204" pitchFamily="34" charset="0"/>
              </a:defRPr>
            </a:lvl1pPr>
            <a:lvl2pPr marL="742950" indent="-285750">
              <a:spcBef>
                <a:spcPct val="20000"/>
              </a:spcBef>
              <a:buFont typeface="Times" panose="02020603050405020304" pitchFamily="18" charset="0"/>
              <a:buChar char="•"/>
              <a:defRPr sz="2800">
                <a:solidFill>
                  <a:schemeClr val="accent1"/>
                </a:solidFill>
                <a:latin typeface="Arial" panose="020B0604020202020204" pitchFamily="34" charset="0"/>
              </a:defRPr>
            </a:lvl2pPr>
            <a:lvl3pPr marL="1143000" indent="-228600">
              <a:spcBef>
                <a:spcPct val="20000"/>
              </a:spcBef>
              <a:buFont typeface="Times" panose="02020603050405020304" pitchFamily="18" charset="0"/>
              <a:buChar char="•"/>
              <a:defRPr sz="2400">
                <a:solidFill>
                  <a:schemeClr val="accent1"/>
                </a:solidFill>
                <a:latin typeface="Arial" panose="020B0604020202020204" pitchFamily="34" charset="0"/>
              </a:defRPr>
            </a:lvl3pPr>
            <a:lvl4pPr marL="1600200" indent="-228600">
              <a:spcBef>
                <a:spcPct val="20000"/>
              </a:spcBef>
              <a:buFont typeface="Times" panose="02020603050405020304" pitchFamily="18" charset="0"/>
              <a:buChar char="•"/>
              <a:defRPr sz="2000">
                <a:solidFill>
                  <a:schemeClr val="accent1"/>
                </a:solidFill>
                <a:latin typeface="Arial" panose="020B0604020202020204" pitchFamily="34" charset="0"/>
              </a:defRPr>
            </a:lvl4pPr>
            <a:lvl5pPr marL="2057400" indent="-228600">
              <a:spcBef>
                <a:spcPct val="20000"/>
              </a:spcBef>
              <a:buFont typeface="Times" panose="02020603050405020304" pitchFamily="18" charset="0"/>
              <a:buChar char="•"/>
              <a:defRPr sz="2000">
                <a:solidFill>
                  <a:schemeClr val="accent1"/>
                </a:solidFill>
                <a:latin typeface="Arial" panose="020B0604020202020204" pitchFamily="34" charset="0"/>
              </a:defRPr>
            </a:lvl5pPr>
            <a:lvl6pPr marL="2514600" indent="-228600" eaLnBrk="0" fontAlgn="base" hangingPunct="0">
              <a:spcBef>
                <a:spcPct val="20000"/>
              </a:spcBef>
              <a:spcAft>
                <a:spcPct val="0"/>
              </a:spcAft>
              <a:buFont typeface="Times" panose="02020603050405020304" pitchFamily="18" charset="0"/>
              <a:buChar char="•"/>
              <a:defRPr sz="2000">
                <a:solidFill>
                  <a:schemeClr val="accent1"/>
                </a:solidFill>
                <a:latin typeface="Arial" panose="020B0604020202020204" pitchFamily="34" charset="0"/>
              </a:defRPr>
            </a:lvl6pPr>
            <a:lvl7pPr marL="2971800" indent="-228600" eaLnBrk="0" fontAlgn="base" hangingPunct="0">
              <a:spcBef>
                <a:spcPct val="20000"/>
              </a:spcBef>
              <a:spcAft>
                <a:spcPct val="0"/>
              </a:spcAft>
              <a:buFont typeface="Times" panose="02020603050405020304" pitchFamily="18" charset="0"/>
              <a:buChar char="•"/>
              <a:defRPr sz="2000">
                <a:solidFill>
                  <a:schemeClr val="accent1"/>
                </a:solidFill>
                <a:latin typeface="Arial" panose="020B0604020202020204" pitchFamily="34" charset="0"/>
              </a:defRPr>
            </a:lvl7pPr>
            <a:lvl8pPr marL="3429000" indent="-228600" eaLnBrk="0" fontAlgn="base" hangingPunct="0">
              <a:spcBef>
                <a:spcPct val="20000"/>
              </a:spcBef>
              <a:spcAft>
                <a:spcPct val="0"/>
              </a:spcAft>
              <a:buFont typeface="Times" panose="02020603050405020304" pitchFamily="18" charset="0"/>
              <a:buChar char="•"/>
              <a:defRPr sz="2000">
                <a:solidFill>
                  <a:schemeClr val="accent1"/>
                </a:solidFill>
                <a:latin typeface="Arial" panose="020B0604020202020204" pitchFamily="34" charset="0"/>
              </a:defRPr>
            </a:lvl8pPr>
            <a:lvl9pPr marL="3886200" indent="-228600" eaLnBrk="0" fontAlgn="base" hangingPunct="0">
              <a:spcBef>
                <a:spcPct val="20000"/>
              </a:spcBef>
              <a:spcAft>
                <a:spcPct val="0"/>
              </a:spcAft>
              <a:buFont typeface="Times" panose="02020603050405020304" pitchFamily="18" charset="0"/>
              <a:buChar char="•"/>
              <a:defRPr sz="2000">
                <a:solidFill>
                  <a:schemeClr val="accent1"/>
                </a:solidFill>
                <a:latin typeface="Arial" panose="020B0604020202020204" pitchFamily="34" charset="0"/>
              </a:defRPr>
            </a:lvl9pPr>
          </a:lstStyle>
          <a:p>
            <a:pPr>
              <a:spcBef>
                <a:spcPct val="0"/>
              </a:spcBef>
              <a:buClr>
                <a:schemeClr val="tx2"/>
              </a:buClr>
              <a:buFontTx/>
              <a:buNone/>
            </a:pPr>
            <a:r>
              <a:rPr lang="en-US" altLang="en-US" sz="2000" b="1" dirty="0">
                <a:latin typeface="Calibri" panose="020F0502020204030204" pitchFamily="34" charset="0"/>
              </a:rPr>
              <a:t>CM3620 I/O controller – VAVE Analysis</a:t>
            </a:r>
          </a:p>
        </p:txBody>
      </p:sp>
      <p:sp>
        <p:nvSpPr>
          <p:cNvPr id="24" name="TextBox 23">
            <a:extLst>
              <a:ext uri="{FF2B5EF4-FFF2-40B4-BE49-F238E27FC236}">
                <a16:creationId xmlns:a16="http://schemas.microsoft.com/office/drawing/2014/main" id="{6169D1CD-54DF-E0F8-009A-A193319B7906}"/>
              </a:ext>
            </a:extLst>
          </p:cNvPr>
          <p:cNvSpPr txBox="1"/>
          <p:nvPr/>
        </p:nvSpPr>
        <p:spPr>
          <a:xfrm>
            <a:off x="6200776" y="247650"/>
            <a:ext cx="4244975" cy="3262432"/>
          </a:xfrm>
          <a:prstGeom prst="rect">
            <a:avLst/>
          </a:prstGeom>
          <a:noFill/>
          <a:ln w="9525">
            <a:noFill/>
            <a:miter lim="800000"/>
            <a:headEnd/>
            <a:tailEnd/>
          </a:ln>
        </p:spPr>
        <p:txBody>
          <a:bodyPr lIns="0" tIns="0" rIns="0" bIns="0">
            <a:spAutoFit/>
          </a:bodyPr>
          <a:lstStyle/>
          <a:p>
            <a:pPr marL="57150" algn="just">
              <a:buClr>
                <a:schemeClr val="tx2"/>
              </a:buClr>
              <a:defRPr/>
            </a:pPr>
            <a:r>
              <a:rPr lang="en-US" b="1" dirty="0">
                <a:latin typeface="Calibri" pitchFamily="34" charset="0"/>
              </a:rPr>
              <a:t>Achievements:</a:t>
            </a:r>
          </a:p>
          <a:p>
            <a:pPr marL="114300" algn="just">
              <a:buClr>
                <a:schemeClr val="tx2"/>
              </a:buClr>
              <a:defRPr/>
            </a:pPr>
            <a:endParaRPr lang="en-US" sz="1200" dirty="0">
              <a:latin typeface="Calibri" panose="020F0502020204030204" pitchFamily="34" charset="0"/>
            </a:endParaRP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Listed 63 VAVE Ideas</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Alternate Microcontroller identified</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Cost Savings of $6.44 have been identified (0.5M USD savings per annum for 75K Quantity)</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Plastic Mechanical prototype has been built and shipped to Client </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Electrical tests conducted successfully on the new plastic enclosure. Mechanical tests under progress</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Schedule and Costing for the Re-Design (including certification) Submitted</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EoL and Obsolescence check performed on the product  Bill of Material</a:t>
            </a:r>
          </a:p>
        </p:txBody>
      </p:sp>
      <p:graphicFrame>
        <p:nvGraphicFramePr>
          <p:cNvPr id="31" name="Table 30">
            <a:extLst>
              <a:ext uri="{FF2B5EF4-FFF2-40B4-BE49-F238E27FC236}">
                <a16:creationId xmlns:a16="http://schemas.microsoft.com/office/drawing/2014/main" id="{19847A7F-893C-5B4C-8C6B-E6126ADDD44F}"/>
              </a:ext>
            </a:extLst>
          </p:cNvPr>
          <p:cNvGraphicFramePr>
            <a:graphicFrameLocks noGrp="1"/>
          </p:cNvGraphicFramePr>
          <p:nvPr>
            <p:extLst>
              <p:ext uri="{D42A27DB-BD31-4B8C-83A1-F6EECF244321}">
                <p14:modId xmlns:p14="http://schemas.microsoft.com/office/powerpoint/2010/main" val="1177529533"/>
              </p:ext>
            </p:extLst>
          </p:nvPr>
        </p:nvGraphicFramePr>
        <p:xfrm>
          <a:off x="720438" y="420688"/>
          <a:ext cx="5375561" cy="847725"/>
        </p:xfrm>
        <a:graphic>
          <a:graphicData uri="http://schemas.openxmlformats.org/drawingml/2006/table">
            <a:tbl>
              <a:tblPr/>
              <a:tblGrid>
                <a:gridCol w="1618185">
                  <a:extLst>
                    <a:ext uri="{9D8B030D-6E8A-4147-A177-3AD203B41FA5}">
                      <a16:colId xmlns:a16="http://schemas.microsoft.com/office/drawing/2014/main" val="20000"/>
                    </a:ext>
                  </a:extLst>
                </a:gridCol>
                <a:gridCol w="1373005">
                  <a:extLst>
                    <a:ext uri="{9D8B030D-6E8A-4147-A177-3AD203B41FA5}">
                      <a16:colId xmlns:a16="http://schemas.microsoft.com/office/drawing/2014/main" val="20001"/>
                    </a:ext>
                  </a:extLst>
                </a:gridCol>
                <a:gridCol w="1052502">
                  <a:extLst>
                    <a:ext uri="{9D8B030D-6E8A-4147-A177-3AD203B41FA5}">
                      <a16:colId xmlns:a16="http://schemas.microsoft.com/office/drawing/2014/main" val="20002"/>
                    </a:ext>
                  </a:extLst>
                </a:gridCol>
                <a:gridCol w="1331869">
                  <a:extLst>
                    <a:ext uri="{9D8B030D-6E8A-4147-A177-3AD203B41FA5}">
                      <a16:colId xmlns:a16="http://schemas.microsoft.com/office/drawing/2014/main" val="20003"/>
                    </a:ext>
                  </a:extLst>
                </a:gridCol>
              </a:tblGrid>
              <a:tr h="329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a:solidFill>
                            <a:srgbClr val="0070C0"/>
                          </a:solidFill>
                          <a:latin typeface="Arial" panose="020B0604020202020204" pitchFamily="34" charset="0"/>
                          <a:cs typeface="Arial" panose="020B0604020202020204" pitchFamily="34" charset="0"/>
                        </a:rPr>
                        <a:t>Program</a:t>
                      </a:r>
                      <a:endParaRPr lang="en-US" sz="1400" dirty="0">
                        <a:solidFill>
                          <a:srgbClr val="0070C0"/>
                        </a:solidFill>
                        <a:latin typeface="Arial" panose="020B0604020202020204" pitchFamily="34" charset="0"/>
                        <a:cs typeface="Arial" panose="020B0604020202020204" pitchFamily="34" charset="0"/>
                      </a:endParaRPr>
                    </a:p>
                  </a:txBody>
                  <a:tcPr marL="91453" marR="91453" marT="45778" marB="45778" anchor="ctr">
                    <a:lnL w="6350" cmpd="sng">
                      <a:solidFill>
                        <a:schemeClr val="bg1">
                          <a:lumMod val="75000"/>
                        </a:schemeClr>
                      </a:solidFill>
                      <a:prstDash val="solid"/>
                    </a:lnL>
                    <a:lnR w="6350" cap="flat" cmpd="sng" algn="ctr">
                      <a:solidFill>
                        <a:schemeClr val="bg1">
                          <a:lumMod val="75000"/>
                        </a:schemeClr>
                      </a:solidFill>
                      <a:prstDash val="solid"/>
                      <a:round/>
                      <a:headEnd type="none" w="med" len="med"/>
                      <a:tailEnd type="none" w="med" len="med"/>
                    </a:lnR>
                    <a:lnT w="6350" cmpd="sng">
                      <a:solidFill>
                        <a:schemeClr val="bg1">
                          <a:lumMod val="75000"/>
                        </a:schemeClr>
                      </a:solidFill>
                      <a:prstDash val="solid"/>
                    </a:lnT>
                    <a:lnB w="6350" cmpd="sng">
                      <a:solidFill>
                        <a:schemeClr val="bg1">
                          <a:lumMod val="75000"/>
                        </a:schemeClr>
                      </a:solidFill>
                      <a:prstDash val="solid"/>
                    </a:lnB>
                  </a:tcPr>
                </a:tc>
                <a:tc>
                  <a:txBody>
                    <a:bodyPr/>
                    <a:lstStyle/>
                    <a:p>
                      <a:r>
                        <a:rPr lang="en-US" sz="1400" dirty="0">
                          <a:latin typeface="Arial" panose="020B0604020202020204" pitchFamily="34" charset="0"/>
                          <a:cs typeface="Arial" panose="020B0604020202020204" pitchFamily="34" charset="0"/>
                        </a:rPr>
                        <a:t>VAVE </a:t>
                      </a:r>
                    </a:p>
                  </a:txBody>
                  <a:tcPr marL="91453" marR="91453" marT="45778" marB="4577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mpd="sng">
                      <a:solidFill>
                        <a:schemeClr val="bg1">
                          <a:lumMod val="75000"/>
                        </a:schemeClr>
                      </a:solidFill>
                      <a:prstDash val="soli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baseline="0" dirty="0">
                          <a:solidFill>
                            <a:srgbClr val="0070C0"/>
                          </a:solidFill>
                          <a:latin typeface="Arial" panose="020B0604020202020204" pitchFamily="34" charset="0"/>
                          <a:cs typeface="Arial" panose="020B0604020202020204" pitchFamily="34" charset="0"/>
                        </a:rPr>
                        <a:t>Division</a:t>
                      </a:r>
                      <a:endParaRPr lang="en-US" sz="1400" dirty="0">
                        <a:solidFill>
                          <a:srgbClr val="0070C0"/>
                        </a:solidFill>
                        <a:latin typeface="Arial" panose="020B0604020202020204" pitchFamily="34" charset="0"/>
                        <a:cs typeface="Arial" panose="020B0604020202020204" pitchFamily="34" charset="0"/>
                      </a:endParaRPr>
                    </a:p>
                  </a:txBody>
                  <a:tcPr marL="91453" marR="91453" marT="45778" marB="4577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mpd="sng">
                      <a:solidFill>
                        <a:schemeClr val="bg1">
                          <a:lumMod val="75000"/>
                        </a:schemeClr>
                      </a:solidFill>
                      <a:prstDash val="solid"/>
                    </a:lnT>
                    <a:lnB w="6350" cap="flat" cmpd="sng" algn="ctr">
                      <a:solidFill>
                        <a:schemeClr val="bg1">
                          <a:lumMod val="75000"/>
                        </a:schemeClr>
                      </a:solidFill>
                      <a:prstDash val="solid"/>
                      <a:round/>
                      <a:headEnd type="none" w="med" len="med"/>
                      <a:tailEnd type="none" w="med" len="med"/>
                    </a:lnB>
                  </a:tcPr>
                </a:tc>
                <a:tc>
                  <a:txBody>
                    <a:bodyPr/>
                    <a:lstStyle/>
                    <a:p>
                      <a:endParaRPr lang="en-US" sz="1400" dirty="0">
                        <a:latin typeface="Arial" panose="020B0604020202020204" pitchFamily="34" charset="0"/>
                        <a:cs typeface="Arial" panose="020B0604020202020204" pitchFamily="34" charset="0"/>
                      </a:endParaRPr>
                    </a:p>
                  </a:txBody>
                  <a:tcPr marL="91453" marR="91453" marT="45778" marB="45778"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182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70C0"/>
                          </a:solidFill>
                          <a:latin typeface="Arial" panose="020B0604020202020204" pitchFamily="34" charset="0"/>
                          <a:cs typeface="Arial" panose="020B0604020202020204" pitchFamily="34" charset="0"/>
                        </a:rPr>
                        <a:t>Project Schedule</a:t>
                      </a:r>
                    </a:p>
                  </a:txBody>
                  <a:tcPr marL="91453" marR="91453" marT="45778" marB="45778" anchor="ctr">
                    <a:lnL w="6350" cmpd="sng">
                      <a:solidFill>
                        <a:schemeClr val="bg1">
                          <a:lumMod val="75000"/>
                        </a:schemeClr>
                      </a:solidFill>
                      <a:prstDash val="soli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lang="en-US" sz="1400" kern="1200" dirty="0">
                          <a:solidFill>
                            <a:schemeClr val="tx1"/>
                          </a:solidFill>
                          <a:latin typeface="Arial" panose="020B0604020202020204" pitchFamily="34" charset="0"/>
                          <a:ea typeface="+mn-ea"/>
                          <a:cs typeface="Arial" panose="020B0604020202020204" pitchFamily="34" charset="0"/>
                        </a:rPr>
                        <a:t>4 Months</a:t>
                      </a:r>
                    </a:p>
                  </a:txBody>
                  <a:tcPr marL="91453" marR="91453" marT="45778" marB="4577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70C0"/>
                          </a:solidFill>
                          <a:latin typeface="Arial" panose="020B0604020202020204" pitchFamily="34" charset="0"/>
                          <a:cs typeface="Arial" panose="020B0604020202020204" pitchFamily="34" charset="0"/>
                        </a:rPr>
                        <a:t>Team</a:t>
                      </a:r>
                      <a:r>
                        <a:rPr lang="en-US" sz="1400" baseline="0" dirty="0">
                          <a:solidFill>
                            <a:srgbClr val="0070C0"/>
                          </a:solidFill>
                          <a:latin typeface="Arial" panose="020B0604020202020204" pitchFamily="34" charset="0"/>
                          <a:cs typeface="Arial" panose="020B0604020202020204" pitchFamily="34" charset="0"/>
                        </a:rPr>
                        <a:t> Size</a:t>
                      </a:r>
                      <a:endParaRPr lang="en-US" sz="1400" dirty="0">
                        <a:solidFill>
                          <a:srgbClr val="0070C0"/>
                        </a:solidFill>
                        <a:latin typeface="Arial" panose="020B0604020202020204" pitchFamily="34" charset="0"/>
                        <a:cs typeface="Arial" panose="020B0604020202020204" pitchFamily="34" charset="0"/>
                      </a:endParaRPr>
                    </a:p>
                  </a:txBody>
                  <a:tcPr marL="91453" marR="91453" marT="45778" marB="45778"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lang="en-US" sz="1400" dirty="0">
                          <a:latin typeface="Arial" panose="020B0604020202020204" pitchFamily="34" charset="0"/>
                          <a:cs typeface="Arial" panose="020B0604020202020204" pitchFamily="34" charset="0"/>
                        </a:rPr>
                        <a:t>2</a:t>
                      </a:r>
                    </a:p>
                  </a:txBody>
                  <a:tcPr marL="91453" marR="91453" marT="45778" marB="45778" anchor="ctr">
                    <a:lnL w="6350" cap="flat" cmpd="sng" algn="ctr">
                      <a:solidFill>
                        <a:schemeClr val="bg1">
                          <a:lumMod val="75000"/>
                        </a:schemeClr>
                      </a:solidFill>
                      <a:prstDash val="solid"/>
                      <a:round/>
                      <a:headEnd type="none" w="med" len="med"/>
                      <a:tailEnd type="none" w="med" len="med"/>
                    </a:lnL>
                    <a:lnR w="635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36" name="Straight Connector 35">
            <a:extLst>
              <a:ext uri="{FF2B5EF4-FFF2-40B4-BE49-F238E27FC236}">
                <a16:creationId xmlns:a16="http://schemas.microsoft.com/office/drawing/2014/main" id="{9B35348B-7CD1-D835-5367-BBB9B9C74207}"/>
              </a:ext>
            </a:extLst>
          </p:cNvPr>
          <p:cNvCxnSpPr>
            <a:cxnSpLocks/>
          </p:cNvCxnSpPr>
          <p:nvPr/>
        </p:nvCxnSpPr>
        <p:spPr>
          <a:xfrm>
            <a:off x="581891" y="3581400"/>
            <a:ext cx="10972800"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2311" name="TextBox 36">
            <a:extLst>
              <a:ext uri="{FF2B5EF4-FFF2-40B4-BE49-F238E27FC236}">
                <a16:creationId xmlns:a16="http://schemas.microsoft.com/office/drawing/2014/main" id="{E14D2CE7-4D14-59A1-CE65-C6CF5C70B593}"/>
              </a:ext>
            </a:extLst>
          </p:cNvPr>
          <p:cNvSpPr txBox="1">
            <a:spLocks noChangeArrowheads="1"/>
          </p:cNvSpPr>
          <p:nvPr/>
        </p:nvSpPr>
        <p:spPr bwMode="auto">
          <a:xfrm>
            <a:off x="720439" y="1298575"/>
            <a:ext cx="5234276" cy="2000548"/>
          </a:xfrm>
          <a:prstGeom prst="rect">
            <a:avLst/>
          </a:prstGeom>
          <a:noFill/>
          <a:ln>
            <a:noFill/>
          </a:ln>
        </p:spPr>
        <p:txBody>
          <a:bodyPr wrap="square" lIns="0" tIns="0" rIns="0" bIns="0">
            <a:spAutoFit/>
          </a:bodyPr>
          <a:lstStyle>
            <a:lvl1pPr marL="57150">
              <a:spcBef>
                <a:spcPct val="20000"/>
              </a:spcBef>
              <a:buFont typeface="Times" pitchFamily="18" charset="0"/>
              <a:buChar char="•"/>
              <a:defRPr sz="3200">
                <a:solidFill>
                  <a:schemeClr val="tx1"/>
                </a:solidFill>
                <a:latin typeface="Arial" charset="0"/>
              </a:defRPr>
            </a:lvl1pPr>
            <a:lvl2pPr marL="742950" indent="-285750">
              <a:spcBef>
                <a:spcPct val="20000"/>
              </a:spcBef>
              <a:buFont typeface="Times" pitchFamily="18" charset="0"/>
              <a:buChar char="•"/>
              <a:defRPr sz="2800">
                <a:solidFill>
                  <a:schemeClr val="accent1"/>
                </a:solidFill>
                <a:latin typeface="Arial" charset="0"/>
              </a:defRPr>
            </a:lvl2pPr>
            <a:lvl3pPr marL="1143000" indent="-228600">
              <a:spcBef>
                <a:spcPct val="20000"/>
              </a:spcBef>
              <a:buFont typeface="Times" pitchFamily="18" charset="0"/>
              <a:buChar char="•"/>
              <a:defRPr sz="2400">
                <a:solidFill>
                  <a:schemeClr val="accent1"/>
                </a:solidFill>
                <a:latin typeface="Arial" charset="0"/>
              </a:defRPr>
            </a:lvl3pPr>
            <a:lvl4pPr marL="1600200" indent="-228600">
              <a:spcBef>
                <a:spcPct val="20000"/>
              </a:spcBef>
              <a:buFont typeface="Times" pitchFamily="18" charset="0"/>
              <a:buChar char="•"/>
              <a:defRPr sz="2000">
                <a:solidFill>
                  <a:schemeClr val="accent1"/>
                </a:solidFill>
                <a:latin typeface="Arial" charset="0"/>
              </a:defRPr>
            </a:lvl4pPr>
            <a:lvl5pPr marL="2057400" indent="-228600">
              <a:spcBef>
                <a:spcPct val="20000"/>
              </a:spcBef>
              <a:buFont typeface="Times" pitchFamily="18" charset="0"/>
              <a:buChar char="•"/>
              <a:defRPr sz="2000">
                <a:solidFill>
                  <a:schemeClr val="accent1"/>
                </a:solidFill>
                <a:latin typeface="Arial" charset="0"/>
              </a:defRPr>
            </a:lvl5pPr>
            <a:lvl6pPr marL="2514600" indent="-228600" eaLnBrk="0" fontAlgn="base" hangingPunct="0">
              <a:spcBef>
                <a:spcPct val="20000"/>
              </a:spcBef>
              <a:spcAft>
                <a:spcPct val="0"/>
              </a:spcAft>
              <a:buFont typeface="Times" pitchFamily="18" charset="0"/>
              <a:buChar char="•"/>
              <a:defRPr sz="2000">
                <a:solidFill>
                  <a:schemeClr val="accent1"/>
                </a:solidFill>
                <a:latin typeface="Arial" charset="0"/>
              </a:defRPr>
            </a:lvl6pPr>
            <a:lvl7pPr marL="2971800" indent="-228600" eaLnBrk="0" fontAlgn="base" hangingPunct="0">
              <a:spcBef>
                <a:spcPct val="20000"/>
              </a:spcBef>
              <a:spcAft>
                <a:spcPct val="0"/>
              </a:spcAft>
              <a:buFont typeface="Times" pitchFamily="18" charset="0"/>
              <a:buChar char="•"/>
              <a:defRPr sz="2000">
                <a:solidFill>
                  <a:schemeClr val="accent1"/>
                </a:solidFill>
                <a:latin typeface="Arial" charset="0"/>
              </a:defRPr>
            </a:lvl7pPr>
            <a:lvl8pPr marL="3429000" indent="-228600" eaLnBrk="0" fontAlgn="base" hangingPunct="0">
              <a:spcBef>
                <a:spcPct val="20000"/>
              </a:spcBef>
              <a:spcAft>
                <a:spcPct val="0"/>
              </a:spcAft>
              <a:buFont typeface="Times" pitchFamily="18" charset="0"/>
              <a:buChar char="•"/>
              <a:defRPr sz="2000">
                <a:solidFill>
                  <a:schemeClr val="accent1"/>
                </a:solidFill>
                <a:latin typeface="Arial" charset="0"/>
              </a:defRPr>
            </a:lvl8pPr>
            <a:lvl9pPr marL="3886200" indent="-228600" eaLnBrk="0" fontAlgn="base" hangingPunct="0">
              <a:spcBef>
                <a:spcPct val="20000"/>
              </a:spcBef>
              <a:spcAft>
                <a:spcPct val="0"/>
              </a:spcAft>
              <a:buFont typeface="Times" pitchFamily="18" charset="0"/>
              <a:buChar char="•"/>
              <a:defRPr sz="2000">
                <a:solidFill>
                  <a:schemeClr val="accent1"/>
                </a:solidFill>
                <a:latin typeface="Arial" charset="0"/>
              </a:defRPr>
            </a:lvl9pPr>
          </a:lstStyle>
          <a:p>
            <a:pPr algn="just">
              <a:spcBef>
                <a:spcPct val="0"/>
              </a:spcBef>
              <a:buClr>
                <a:schemeClr val="tx2"/>
              </a:buClr>
              <a:buFontTx/>
              <a:buNone/>
              <a:defRPr/>
            </a:pPr>
            <a:r>
              <a:rPr lang="en-US" altLang="en-US" sz="1800" b="1" dirty="0">
                <a:latin typeface="Calibri" pitchFamily="34" charset="0"/>
              </a:rPr>
              <a:t>Scope:</a:t>
            </a:r>
          </a:p>
          <a:p>
            <a:pPr algn="just">
              <a:spcBef>
                <a:spcPct val="0"/>
              </a:spcBef>
              <a:buClr>
                <a:schemeClr val="tx2"/>
              </a:buClr>
              <a:buFontTx/>
              <a:buNone/>
              <a:defRPr/>
            </a:pPr>
            <a:endParaRPr lang="en-US" altLang="en-US" sz="1400" b="1" dirty="0">
              <a:latin typeface="Calibri" pitchFamily="34" charset="0"/>
            </a:endParaRPr>
          </a:p>
          <a:p>
            <a:pPr algn="just">
              <a:spcBef>
                <a:spcPct val="0"/>
              </a:spcBef>
              <a:buClr>
                <a:schemeClr val="tx2"/>
              </a:buClr>
              <a:buFontTx/>
              <a:buNone/>
              <a:defRPr/>
            </a:pPr>
            <a:r>
              <a:rPr lang="en-IN" sz="1400" dirty="0">
                <a:latin typeface="Arial" panose="020B0604020202020204" pitchFamily="34" charset="0"/>
                <a:cs typeface="Arial" panose="020B0604020202020204" pitchFamily="34" charset="0"/>
              </a:rPr>
              <a:t>The scope of the project is  VAVE Analysis and Re-Design  activity including:</a:t>
            </a:r>
          </a:p>
          <a:p>
            <a:pPr algn="just">
              <a:spcBef>
                <a:spcPct val="0"/>
              </a:spcBef>
              <a:buClr>
                <a:schemeClr val="tx2"/>
              </a:buClr>
              <a:buFontTx/>
              <a:buNone/>
              <a:defRPr/>
            </a:pPr>
            <a:endParaRPr lang="en-IN" sz="1400" dirty="0">
              <a:latin typeface="Arial" panose="020B0604020202020204" pitchFamily="34" charset="0"/>
              <a:cs typeface="Arial" panose="020B0604020202020204" pitchFamily="34" charset="0"/>
            </a:endParaRPr>
          </a:p>
          <a:p>
            <a:pPr marL="285750" indent="-171450" algn="just">
              <a:spcBef>
                <a:spcPct val="0"/>
              </a:spcBef>
              <a:buClr>
                <a:schemeClr val="tx2"/>
              </a:buClr>
              <a:buFont typeface="Arial" panose="020B0604020202020204" pitchFamily="34" charset="0"/>
              <a:buChar char="•"/>
              <a:defRPr/>
            </a:pPr>
            <a:r>
              <a:rPr lang="en-US" altLang="en-US" sz="1400" dirty="0">
                <a:latin typeface="Arial" panose="020B0604020202020204" pitchFamily="34" charset="0"/>
                <a:cs typeface="Arial" panose="020B0604020202020204" pitchFamily="34" charset="0"/>
              </a:rPr>
              <a:t>Alternate controller identification and Design Modification</a:t>
            </a:r>
          </a:p>
          <a:p>
            <a:pPr marL="285750" indent="-171450" algn="just">
              <a:spcBef>
                <a:spcPct val="0"/>
              </a:spcBef>
              <a:buClr>
                <a:schemeClr val="tx2"/>
              </a:buClr>
              <a:buFont typeface="Arial" panose="020B0604020202020204" pitchFamily="34" charset="0"/>
              <a:buChar char="•"/>
              <a:defRPr/>
            </a:pPr>
            <a:r>
              <a:rPr lang="en-US" altLang="en-US" sz="1400" dirty="0">
                <a:latin typeface="Arial" panose="020B0604020202020204" pitchFamily="34" charset="0"/>
                <a:cs typeface="Arial" panose="020B0604020202020204" pitchFamily="34" charset="0"/>
              </a:rPr>
              <a:t>Electrical/Mechanical Cost Reduction</a:t>
            </a:r>
          </a:p>
          <a:p>
            <a:pPr marL="285750" indent="-171450" algn="just">
              <a:spcBef>
                <a:spcPct val="0"/>
              </a:spcBef>
              <a:buClr>
                <a:schemeClr val="tx2"/>
              </a:buClr>
              <a:buFont typeface="Arial" panose="020B0604020202020204" pitchFamily="34" charset="0"/>
              <a:buChar char="•"/>
              <a:defRPr/>
            </a:pPr>
            <a:r>
              <a:rPr lang="en-US" altLang="en-US" sz="1400" dirty="0">
                <a:latin typeface="Arial" panose="020B0604020202020204" pitchFamily="34" charset="0"/>
                <a:cs typeface="Arial" panose="020B0604020202020204" pitchFamily="34" charset="0"/>
              </a:rPr>
              <a:t>Mechanical Enclosure Prototyping (Metal  to Plastic)</a:t>
            </a:r>
          </a:p>
          <a:p>
            <a:pPr marL="285750" indent="-171450" algn="just">
              <a:spcBef>
                <a:spcPct val="0"/>
              </a:spcBef>
              <a:buClr>
                <a:schemeClr val="tx2"/>
              </a:buClr>
              <a:buFont typeface="Arial" panose="020B0604020202020204" pitchFamily="34" charset="0"/>
              <a:buChar char="•"/>
              <a:defRPr/>
            </a:pPr>
            <a:r>
              <a:rPr lang="en-US" altLang="en-US" sz="1400" dirty="0">
                <a:latin typeface="Arial" panose="020B0604020202020204" pitchFamily="34" charset="0"/>
                <a:cs typeface="Arial" panose="020B0604020202020204" pitchFamily="34" charset="0"/>
              </a:rPr>
              <a:t>Firmware Development</a:t>
            </a:r>
          </a:p>
        </p:txBody>
      </p:sp>
      <p:sp>
        <p:nvSpPr>
          <p:cNvPr id="44" name="TextBox 43">
            <a:extLst>
              <a:ext uri="{FF2B5EF4-FFF2-40B4-BE49-F238E27FC236}">
                <a16:creationId xmlns:a16="http://schemas.microsoft.com/office/drawing/2014/main" id="{D1E29C27-F338-3879-B320-EA79655EE464}"/>
              </a:ext>
            </a:extLst>
          </p:cNvPr>
          <p:cNvSpPr txBox="1"/>
          <p:nvPr/>
        </p:nvSpPr>
        <p:spPr>
          <a:xfrm>
            <a:off x="726064" y="3706090"/>
            <a:ext cx="5234276" cy="2832100"/>
          </a:xfrm>
          <a:prstGeom prst="rect">
            <a:avLst/>
          </a:prstGeom>
          <a:noFill/>
          <a:ln w="9525">
            <a:noFill/>
            <a:miter lim="800000"/>
            <a:headEnd/>
            <a:tailEnd/>
          </a:ln>
        </p:spPr>
        <p:txBody>
          <a:bodyPr wrap="square" lIns="0" tIns="0" rIns="0" bIns="0">
            <a:spAutoFit/>
          </a:bodyPr>
          <a:lstStyle/>
          <a:p>
            <a:pPr marL="57150" algn="just">
              <a:buClr>
                <a:schemeClr val="tx2"/>
              </a:buClr>
              <a:defRPr/>
            </a:pPr>
            <a:r>
              <a:rPr lang="en-US" b="1" dirty="0">
                <a:latin typeface="Calibri" panose="020F0502020204030204" pitchFamily="34" charset="0"/>
              </a:rPr>
              <a:t>Tools/Techniques used:</a:t>
            </a:r>
          </a:p>
          <a:p>
            <a:pPr marL="57150" algn="just">
              <a:buClr>
                <a:schemeClr val="tx2"/>
              </a:buClr>
              <a:defRPr/>
            </a:pPr>
            <a:endParaRPr lang="en-US" sz="1200" b="1" dirty="0">
              <a:latin typeface="Calibri" panose="020F0502020204030204" pitchFamily="34" charset="0"/>
            </a:endParaRP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Silicon Expert</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Q-STAR</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Pugh Matrix</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Pareto Analysis</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Autodesk Inventor</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Allegro Tools</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Manuscript</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IAR</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Collaborator</a:t>
            </a:r>
          </a:p>
          <a:p>
            <a:pPr marL="285750" indent="-171450" algn="just">
              <a:buClr>
                <a:schemeClr val="tx2"/>
              </a:buClr>
              <a:buFont typeface="Arial" panose="020B0604020202020204" pitchFamily="34" charset="0"/>
              <a:buChar char="•"/>
              <a:defRPr/>
            </a:pPr>
            <a:r>
              <a:rPr lang="en-US" sz="1400" dirty="0">
                <a:latin typeface="Arial" panose="020B0604020202020204" pitchFamily="34" charset="0"/>
                <a:cs typeface="Arial" panose="020B0604020202020204" pitchFamily="34" charset="0"/>
              </a:rPr>
              <a:t>Client Coding standards</a:t>
            </a:r>
          </a:p>
          <a:p>
            <a:pPr marL="285750" indent="-171450" algn="just">
              <a:buClr>
                <a:schemeClr val="tx2"/>
              </a:buClr>
              <a:buFont typeface="Arial" panose="020B0604020202020204" pitchFamily="34" charset="0"/>
              <a:buChar char="•"/>
              <a:defRPr/>
            </a:pPr>
            <a:endParaRPr lang="en-US" sz="1400" dirty="0">
              <a:latin typeface="Calibri" pitchFamily="34" charset="0"/>
            </a:endParaRPr>
          </a:p>
        </p:txBody>
      </p:sp>
      <p:cxnSp>
        <p:nvCxnSpPr>
          <p:cNvPr id="46" name="Straight Connector 45">
            <a:extLst>
              <a:ext uri="{FF2B5EF4-FFF2-40B4-BE49-F238E27FC236}">
                <a16:creationId xmlns:a16="http://schemas.microsoft.com/office/drawing/2014/main" id="{B235DC5D-99EC-77AE-3697-5816A4550E6E}"/>
              </a:ext>
            </a:extLst>
          </p:cNvPr>
          <p:cNvCxnSpPr/>
          <p:nvPr/>
        </p:nvCxnSpPr>
        <p:spPr>
          <a:xfrm>
            <a:off x="6162675" y="3975100"/>
            <a:ext cx="0" cy="248443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24C6A37-F61A-5F01-9E2B-C139E46D0B25}"/>
              </a:ext>
            </a:extLst>
          </p:cNvPr>
          <p:cNvCxnSpPr/>
          <p:nvPr/>
        </p:nvCxnSpPr>
        <p:spPr>
          <a:xfrm>
            <a:off x="6162675" y="236539"/>
            <a:ext cx="0" cy="374808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pic>
        <p:nvPicPr>
          <p:cNvPr id="8219" name="Picture 3">
            <a:extLst>
              <a:ext uri="{FF2B5EF4-FFF2-40B4-BE49-F238E27FC236}">
                <a16:creationId xmlns:a16="http://schemas.microsoft.com/office/drawing/2014/main" id="{6E08EE1F-034F-A140-77D0-BCA7505BA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7013" y="3660775"/>
            <a:ext cx="174625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20" name="Picture 2">
            <a:extLst>
              <a:ext uri="{FF2B5EF4-FFF2-40B4-BE49-F238E27FC236}">
                <a16:creationId xmlns:a16="http://schemas.microsoft.com/office/drawing/2014/main" id="{7C921D0B-FAFD-57FF-4918-90B6B8243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2050" y="4930776"/>
            <a:ext cx="1663700" cy="115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21" name="Picture 3">
            <a:extLst>
              <a:ext uri="{FF2B5EF4-FFF2-40B4-BE49-F238E27FC236}">
                <a16:creationId xmlns:a16="http://schemas.microsoft.com/office/drawing/2014/main" id="{87860FE1-4B09-D199-5319-3480C2B643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4438" y="4900613"/>
            <a:ext cx="2190750" cy="142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22" name="Picture 4">
            <a:extLst>
              <a:ext uri="{FF2B5EF4-FFF2-40B4-BE49-F238E27FC236}">
                <a16:creationId xmlns:a16="http://schemas.microsoft.com/office/drawing/2014/main" id="{3ECDDD2F-19AA-5D3F-0C98-285DEADD66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1064" y="3660775"/>
            <a:ext cx="1944687" cy="119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319" name="TextBox 13">
            <a:extLst>
              <a:ext uri="{FF2B5EF4-FFF2-40B4-BE49-F238E27FC236}">
                <a16:creationId xmlns:a16="http://schemas.microsoft.com/office/drawing/2014/main" id="{6C29856C-913E-A86B-42C9-555C3748E206}"/>
              </a:ext>
            </a:extLst>
          </p:cNvPr>
          <p:cNvSpPr txBox="1">
            <a:spLocks noChangeArrowheads="1"/>
          </p:cNvSpPr>
          <p:nvPr/>
        </p:nvSpPr>
        <p:spPr bwMode="auto">
          <a:xfrm>
            <a:off x="1658938" y="6316663"/>
            <a:ext cx="4348162" cy="277812"/>
          </a:xfrm>
          <a:prstGeom prst="rect">
            <a:avLst/>
          </a:prstGeom>
          <a:noFill/>
          <a:ln>
            <a:noFill/>
          </a:ln>
        </p:spPr>
        <p:txBody>
          <a:bodyPr lIns="0" tIns="0" rIns="0" bIns="0">
            <a:spAutoFit/>
          </a:bodyPr>
          <a:lstStyle>
            <a:lvl1pPr marL="57150">
              <a:spcBef>
                <a:spcPct val="20000"/>
              </a:spcBef>
              <a:buFont typeface="Times" pitchFamily="18" charset="0"/>
              <a:buChar char="•"/>
              <a:defRPr sz="3200">
                <a:solidFill>
                  <a:schemeClr val="tx1"/>
                </a:solidFill>
                <a:latin typeface="Arial" charset="0"/>
              </a:defRPr>
            </a:lvl1pPr>
            <a:lvl2pPr marL="742950" indent="-285750">
              <a:spcBef>
                <a:spcPct val="20000"/>
              </a:spcBef>
              <a:buFont typeface="Times" pitchFamily="18" charset="0"/>
              <a:buChar char="•"/>
              <a:defRPr sz="2800">
                <a:solidFill>
                  <a:schemeClr val="accent1"/>
                </a:solidFill>
                <a:latin typeface="Arial" charset="0"/>
              </a:defRPr>
            </a:lvl2pPr>
            <a:lvl3pPr marL="1143000" indent="-228600">
              <a:spcBef>
                <a:spcPct val="20000"/>
              </a:spcBef>
              <a:buFont typeface="Times" pitchFamily="18" charset="0"/>
              <a:buChar char="•"/>
              <a:defRPr sz="2400">
                <a:solidFill>
                  <a:schemeClr val="accent1"/>
                </a:solidFill>
                <a:latin typeface="Arial" charset="0"/>
              </a:defRPr>
            </a:lvl3pPr>
            <a:lvl4pPr marL="1600200" indent="-228600">
              <a:spcBef>
                <a:spcPct val="20000"/>
              </a:spcBef>
              <a:buFont typeface="Times" pitchFamily="18" charset="0"/>
              <a:buChar char="•"/>
              <a:defRPr sz="2000">
                <a:solidFill>
                  <a:schemeClr val="accent1"/>
                </a:solidFill>
                <a:latin typeface="Arial" charset="0"/>
              </a:defRPr>
            </a:lvl4pPr>
            <a:lvl5pPr marL="2057400" indent="-228600">
              <a:spcBef>
                <a:spcPct val="20000"/>
              </a:spcBef>
              <a:buFont typeface="Times" pitchFamily="18" charset="0"/>
              <a:buChar char="•"/>
              <a:defRPr sz="2000">
                <a:solidFill>
                  <a:schemeClr val="accent1"/>
                </a:solidFill>
                <a:latin typeface="Arial" charset="0"/>
              </a:defRPr>
            </a:lvl5pPr>
            <a:lvl6pPr marL="2514600" indent="-228600" eaLnBrk="0" fontAlgn="base" hangingPunct="0">
              <a:spcBef>
                <a:spcPct val="20000"/>
              </a:spcBef>
              <a:spcAft>
                <a:spcPct val="0"/>
              </a:spcAft>
              <a:buFont typeface="Times" pitchFamily="18" charset="0"/>
              <a:buChar char="•"/>
              <a:defRPr sz="2000">
                <a:solidFill>
                  <a:schemeClr val="accent1"/>
                </a:solidFill>
                <a:latin typeface="Arial" charset="0"/>
              </a:defRPr>
            </a:lvl6pPr>
            <a:lvl7pPr marL="2971800" indent="-228600" eaLnBrk="0" fontAlgn="base" hangingPunct="0">
              <a:spcBef>
                <a:spcPct val="20000"/>
              </a:spcBef>
              <a:spcAft>
                <a:spcPct val="0"/>
              </a:spcAft>
              <a:buFont typeface="Times" pitchFamily="18" charset="0"/>
              <a:buChar char="•"/>
              <a:defRPr sz="2000">
                <a:solidFill>
                  <a:schemeClr val="accent1"/>
                </a:solidFill>
                <a:latin typeface="Arial" charset="0"/>
              </a:defRPr>
            </a:lvl7pPr>
            <a:lvl8pPr marL="3429000" indent="-228600" eaLnBrk="0" fontAlgn="base" hangingPunct="0">
              <a:spcBef>
                <a:spcPct val="20000"/>
              </a:spcBef>
              <a:spcAft>
                <a:spcPct val="0"/>
              </a:spcAft>
              <a:buFont typeface="Times" pitchFamily="18" charset="0"/>
              <a:buChar char="•"/>
              <a:defRPr sz="2000">
                <a:solidFill>
                  <a:schemeClr val="accent1"/>
                </a:solidFill>
                <a:latin typeface="Arial" charset="0"/>
              </a:defRPr>
            </a:lvl8pPr>
            <a:lvl9pPr marL="3886200" indent="-228600" eaLnBrk="0" fontAlgn="base" hangingPunct="0">
              <a:spcBef>
                <a:spcPct val="20000"/>
              </a:spcBef>
              <a:spcAft>
                <a:spcPct val="0"/>
              </a:spcAft>
              <a:buFont typeface="Times" pitchFamily="18" charset="0"/>
              <a:buChar char="•"/>
              <a:defRPr sz="2000">
                <a:solidFill>
                  <a:schemeClr val="accent1"/>
                </a:solidFill>
                <a:latin typeface="Arial" charset="0"/>
              </a:defRPr>
            </a:lvl9pPr>
          </a:lstStyle>
          <a:p>
            <a:pPr algn="just">
              <a:spcBef>
                <a:spcPct val="0"/>
              </a:spcBef>
              <a:buClr>
                <a:schemeClr val="tx2"/>
              </a:buClr>
              <a:buFontTx/>
              <a:buNone/>
              <a:defRPr/>
            </a:pPr>
            <a:r>
              <a:rPr lang="en-US" altLang="en-US" sz="1800" b="1" dirty="0">
                <a:solidFill>
                  <a:schemeClr val="accent4"/>
                </a:solidFill>
                <a:latin typeface="Calibri" pitchFamily="34" charset="0"/>
              </a:rPr>
              <a:t>Application : Automotive Industry</a:t>
            </a:r>
            <a:endParaRPr lang="en-US" altLang="en-US" sz="1200" b="1" dirty="0">
              <a:solidFill>
                <a:schemeClr val="accent4"/>
              </a:solidFill>
              <a:latin typeface="Calibri" pitchFamily="34" charset="0"/>
            </a:endParaRPr>
          </a:p>
        </p:txBody>
      </p:sp>
    </p:spTree>
  </p:cSld>
  <p:clrMapOvr>
    <a:masterClrMapping/>
  </p:clrMapOvr>
</p:sld>
</file>

<file path=ppt/theme/theme1.xml><?xml version="1.0" encoding="utf-8"?>
<a:theme xmlns:a="http://schemas.openxmlformats.org/drawingml/2006/main" name="Custom Design">
  <a:themeElements>
    <a:clrScheme name="Custom 3">
      <a:dk1>
        <a:sysClr val="windowText" lastClr="000000"/>
      </a:dk1>
      <a:lt1>
        <a:sysClr val="window" lastClr="FFFFFF"/>
      </a:lt1>
      <a:dk2>
        <a:srgbClr val="6D6E71"/>
      </a:dk2>
      <a:lt2>
        <a:srgbClr val="A7A9AC"/>
      </a:lt2>
      <a:accent1>
        <a:srgbClr val="E31837"/>
      </a:accent1>
      <a:accent2>
        <a:srgbClr val="F3901D"/>
      </a:accent2>
      <a:accent3>
        <a:srgbClr val="FDBC5F"/>
      </a:accent3>
      <a:accent4>
        <a:srgbClr val="7C3520"/>
      </a:accent4>
      <a:accent5>
        <a:srgbClr val="E31837"/>
      </a:accent5>
      <a:accent6>
        <a:srgbClr val="F3901D"/>
      </a:accent6>
      <a:hlink>
        <a:srgbClr val="FDBC5F"/>
      </a:hlink>
      <a:folHlink>
        <a:srgbClr val="7C352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_revised" id="{F24FDE07-0231-46DB-8A85-DD71CABAFF05}" vid="{E3F74DCA-3D8E-4421-A42F-7C1D1ACCF2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FE3CA3CDCDD94CADAEA6F3044E544C" ma:contentTypeVersion="12" ma:contentTypeDescription="Create a new document." ma:contentTypeScope="" ma:versionID="8c73d077d462d1e2d5d31c4a2aaa3e67">
  <xsd:schema xmlns:xsd="http://www.w3.org/2001/XMLSchema" xmlns:xs="http://www.w3.org/2001/XMLSchema" xmlns:p="http://schemas.microsoft.com/office/2006/metadata/properties" xmlns:ns1="http://schemas.microsoft.com/sharepoint/v3" xmlns:ns2="4b5ff5d1-d666-4322-b250-cceca5c0f204" targetNamespace="http://schemas.microsoft.com/office/2006/metadata/properties" ma:root="true" ma:fieldsID="ffe64427accbaa13eff2473b284d2db9" ns1:_="" ns2:_="">
    <xsd:import namespace="http://schemas.microsoft.com/sharepoint/v3"/>
    <xsd:import namespace="4b5ff5d1-d666-4322-b250-cceca5c0f204"/>
    <xsd:element name="properties">
      <xsd:complexType>
        <xsd:sequence>
          <xsd:element name="documentManagement">
            <xsd:complexType>
              <xsd:all>
                <xsd:element ref="ns2:Asset_x0020_File_x0020_Name"/>
                <xsd:element ref="ns2:Asset_x0020_Description"/>
                <xsd:element ref="ns2:Asset_x0020_Colony"/>
                <xsd:element ref="ns2:Asset_x0020_Subcolony"/>
                <xsd:element ref="ns2:Mandatory_x0020_Tags_x0020__x0028_Key_x0020_words_x0029_"/>
                <xsd:element ref="ns2:Remarks" minOccurs="0"/>
                <xsd:element ref="ns1:AverageRating" minOccurs="0"/>
                <xsd:element ref="ns1:RatingCount" minOccurs="0"/>
                <xsd:element ref="ns1:RatedBy" minOccurs="0"/>
                <xsd:element ref="ns1:Ratings" minOccurs="0"/>
                <xsd:element ref="ns1:LikesCount" minOccurs="0"/>
                <xsd:element ref="ns1:LikedB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4" nillable="true" ma:displayName="Rating (0-5)" ma:decimals="2" ma:description="Average value of all the ratings that have been submitted" ma:internalName="AverageRating" ma:readOnly="true">
      <xsd:simpleType>
        <xsd:restriction base="dms:Number"/>
      </xsd:simpleType>
    </xsd:element>
    <xsd:element name="RatingCount" ma:index="15" nillable="true" ma:displayName="Number of Ratings" ma:decimals="0" ma:description="Number of ratings submitted" ma:internalName="RatingCount" ma:readOnly="true">
      <xsd:simpleType>
        <xsd:restriction base="dms:Number"/>
      </xsd:simpleType>
    </xsd:element>
    <xsd:element name="RatedBy" ma:index="16"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17" nillable="true" ma:displayName="User ratings" ma:description="User ratings for the item" ma:hidden="true" ma:internalName="Ratings">
      <xsd:simpleType>
        <xsd:restriction base="dms:Note"/>
      </xsd:simpleType>
    </xsd:element>
    <xsd:element name="LikesCount" ma:index="18" nillable="true" ma:displayName="Number of Likes" ma:internalName="LikesCount">
      <xsd:simpleType>
        <xsd:restriction base="dms:Unknown"/>
      </xsd:simpleType>
    </xsd:element>
    <xsd:element name="LikedBy" ma:index="19"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b5ff5d1-d666-4322-b250-cceca5c0f204" elementFormDefault="qualified">
    <xsd:import namespace="http://schemas.microsoft.com/office/2006/documentManagement/types"/>
    <xsd:import namespace="http://schemas.microsoft.com/office/infopath/2007/PartnerControls"/>
    <xsd:element name="Asset_x0020_File_x0020_Name" ma:index="8" ma:displayName="Asset File Name" ma:internalName="Asset_x0020_File_x0020_Name">
      <xsd:simpleType>
        <xsd:restriction base="dms:Text">
          <xsd:maxLength value="255"/>
        </xsd:restriction>
      </xsd:simpleType>
    </xsd:element>
    <xsd:element name="Asset_x0020_Description" ma:index="9" ma:displayName="Asset Description" ma:internalName="Asset_x0020_Description">
      <xsd:simpleType>
        <xsd:restriction base="dms:Note">
          <xsd:maxLength value="255"/>
        </xsd:restriction>
      </xsd:simpleType>
    </xsd:element>
    <xsd:element name="Asset_x0020_Colony" ma:index="10" ma:displayName="Asset Colony" ma:default="Classified" ma:format="Dropdown" ma:internalName="Asset_x0020_Colony">
      <xsd:simpleType>
        <xsd:restriction base="dms:Choice">
          <xsd:enumeration value="Classified"/>
          <xsd:enumeration value="Engagement"/>
          <xsd:enumeration value="Marketing"/>
          <xsd:enumeration value="Plans"/>
          <xsd:enumeration value="Sales"/>
          <xsd:enumeration value="Support"/>
          <xsd:enumeration value="Testing"/>
        </xsd:restriction>
      </xsd:simpleType>
    </xsd:element>
    <xsd:element name="Asset_x0020_Subcolony" ma:index="11" ma:displayName="Asset Subcolony" ma:default="Market Analysis" ma:format="Dropdown" ma:internalName="Asset_x0020_Subcolony">
      <xsd:simpleType>
        <xsd:restriction base="dms:Choice">
          <xsd:enumeration value="Market Analysis"/>
          <xsd:enumeration value="Conceptualization"/>
          <xsd:enumeration value="Campaigns"/>
          <xsd:enumeration value="Commercialization"/>
          <xsd:enumeration value="Competition"/>
          <xsd:enumeration value="Leads"/>
          <xsd:enumeration value="Partners"/>
          <xsd:enumeration value="Build and Testing"/>
        </xsd:restriction>
      </xsd:simpleType>
    </xsd:element>
    <xsd:element name="Mandatory_x0020_Tags_x0020__x0028_Key_x0020_words_x0029_" ma:index="12" ma:displayName="Mandatory Tags (Key words)" ma:internalName="Mandatory_x0020_Tags_x0020__x0028_Key_x0020_words_x0029_">
      <xsd:simpleType>
        <xsd:restriction base="dms:Text">
          <xsd:maxLength value="255"/>
        </xsd:restriction>
      </xsd:simpleType>
    </xsd:element>
    <xsd:element name="Remarks" ma:index="13" nillable="true" ma:displayName="Remarks" ma:internalName="Remark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LikesCount xmlns="http://schemas.microsoft.com/sharepoint/v3" xsi:nil="true"/>
    <Mandatory_x0020_Tags_x0020__x0028_Key_x0020_words_x0029_ xmlns="4b5ff5d1-d666-4322-b250-cceca5c0f204">PPT Template</Mandatory_x0020_Tags_x0020__x0028_Key_x0020_words_x0029_>
    <Asset_x0020_File_x0020_Name xmlns="4b5ff5d1-d666-4322-b250-cceca5c0f204">PPT Template</Asset_x0020_File_x0020_Name>
    <Ratings xmlns="http://schemas.microsoft.com/sharepoint/v3" xsi:nil="true"/>
    <Asset_x0020_Subcolony xmlns="4b5ff5d1-d666-4322-b250-cceca5c0f204">Market Analysis</Asset_x0020_Subcolony>
    <LikedBy xmlns="http://schemas.microsoft.com/sharepoint/v3">
      <UserInfo>
        <DisplayName/>
        <AccountId xsi:nil="true"/>
        <AccountType/>
      </UserInfo>
    </LikedBy>
    <Asset_x0020_Description xmlns="4b5ff5d1-d666-4322-b250-cceca5c0f204">File to be used as template to make presentations, proposals and picth.</Asset_x0020_Description>
    <Asset_x0020_Colony xmlns="4b5ff5d1-d666-4322-b250-cceca5c0f204">Classified</Asset_x0020_Colony>
    <Remarks xmlns="4b5ff5d1-d666-4322-b250-cceca5c0f204">PPT Template</Remarks>
    <RatedBy xmlns="http://schemas.microsoft.com/sharepoint/v3">
      <UserInfo>
        <DisplayName/>
        <AccountId xsi:nil="true"/>
        <AccountType/>
      </UserInfo>
    </RatedB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6E9091-E786-4D99-A41E-C7EDED685C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b5ff5d1-d666-4322-b250-cceca5c0f2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0B3A14-0F09-4A5A-AEC4-1E6EBA155821}">
  <ds:schemaRefs>
    <ds:schemaRef ds:uri="4b5ff5d1-d666-4322-b250-cceca5c0f204"/>
    <ds:schemaRef ds:uri="http://schemas.microsoft.com/office/2006/documentManagement/types"/>
    <ds:schemaRef ds:uri="http://www.w3.org/XML/1998/namespace"/>
    <ds:schemaRef ds:uri="http://schemas.microsoft.com/sharepoint/v3"/>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E0A1B877-42DF-448B-A257-86EBCF04CE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1282</TotalTime>
  <Words>153</Words>
  <Application>Microsoft Office PowerPoint</Application>
  <PresentationFormat>Widescreen</PresentationFormat>
  <Paragraphs>38</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Custom Design</vt:lpstr>
      <vt:lpstr>PowerPoint Presentation</vt:lpstr>
    </vt:vector>
  </TitlesOfParts>
  <Company>Tech Mahindra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Comes Here</dc:title>
  <dc:creator>Sreedhar Thota</dc:creator>
  <cp:lastModifiedBy>Maddikunta Akhila</cp:lastModifiedBy>
  <cp:revision>60</cp:revision>
  <dcterms:created xsi:type="dcterms:W3CDTF">2023-07-28T11:17:40Z</dcterms:created>
  <dcterms:modified xsi:type="dcterms:W3CDTF">2025-10-14T07:17:18Z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0x0101004DFE3CA3CDCDD94CADAEA6F3044E544C</vt:lpwstr>
  </property>
  <property fmtid="{D5CDD505-2E9C-101B-9397-08002B2CF9AE}" pid="3" name="Categories0">
    <vt:lpwstr>System Elements</vt:lpwstr>
  </property>
  <property fmtid="{D5CDD505-2E9C-101B-9397-08002B2CF9AE}" pid="4" name="Buisness">
    <vt:lpwstr>Corporate</vt:lpwstr>
  </property>
  <property fmtid="{D5CDD505-2E9C-101B-9397-08002B2CF9AE}" pid="5" name="DLPManualFileClassification">
    <vt:lpwstr>{1A067545-A4E2-4FA1-8094-0D7902669705}</vt:lpwstr>
  </property>
  <property fmtid="{D5CDD505-2E9C-101B-9397-08002B2CF9AE}" pid="6" name="DLPManualFileClassificationLastModifiedBy">
    <vt:lpwstr>TECHMAHINDRA\EH00502061</vt:lpwstr>
  </property>
  <property fmtid="{D5CDD505-2E9C-101B-9397-08002B2CF9AE}" pid="7" name="DLPManualFileClassificationLastModificationDate">
    <vt:lpwstr>1520406007</vt:lpwstr>
  </property>
  <property fmtid="{D5CDD505-2E9C-101B-9397-08002B2CF9AE}" pid="8" name="DLPManualFileClassificationVersion">
    <vt:lpwstr>10.0.100.37</vt:lpwstr>
  </property>
  <property fmtid="{D5CDD505-2E9C-101B-9397-08002B2CF9AE}" pid="9" name="MSIP_Label_7331f486-f8b5-456b-a19a-dbe0d296c5fd_Enabled">
    <vt:lpwstr>true</vt:lpwstr>
  </property>
  <property fmtid="{D5CDD505-2E9C-101B-9397-08002B2CF9AE}" pid="10" name="MSIP_Label_7331f486-f8b5-456b-a19a-dbe0d296c5fd_SetDate">
    <vt:lpwstr>2022-09-20T13:41:11Z</vt:lpwstr>
  </property>
  <property fmtid="{D5CDD505-2E9C-101B-9397-08002B2CF9AE}" pid="11" name="MSIP_Label_7331f486-f8b5-456b-a19a-dbe0d296c5fd_Method">
    <vt:lpwstr>Standard</vt:lpwstr>
  </property>
  <property fmtid="{D5CDD505-2E9C-101B-9397-08002B2CF9AE}" pid="12" name="MSIP_Label_7331f486-f8b5-456b-a19a-dbe0d296c5fd_Name">
    <vt:lpwstr>Company Confidential Internal Use</vt:lpwstr>
  </property>
  <property fmtid="{D5CDD505-2E9C-101B-9397-08002B2CF9AE}" pid="13" name="MSIP_Label_7331f486-f8b5-456b-a19a-dbe0d296c5fd_SiteId">
    <vt:lpwstr>edf442f5-b994-4c86-a131-b42b03a16c95</vt:lpwstr>
  </property>
  <property fmtid="{D5CDD505-2E9C-101B-9397-08002B2CF9AE}" pid="14" name="MSIP_Label_7331f486-f8b5-456b-a19a-dbe0d296c5fd_ActionId">
    <vt:lpwstr>1dccdc25-820b-4398-b43d-c18baf6c0bbb</vt:lpwstr>
  </property>
  <property fmtid="{D5CDD505-2E9C-101B-9397-08002B2CF9AE}" pid="15" name="MSIP_Label_7331f486-f8b5-456b-a19a-dbe0d296c5fd_ContentBits">
    <vt:lpwstr>0</vt:lpwstr>
  </property>
</Properties>
</file>