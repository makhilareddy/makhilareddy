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69979E-9200-4681-A99C-B4D075AC0896}" type="doc">
      <dgm:prSet loTypeId="urn:microsoft.com/office/officeart/2008/layout/SquareAccent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FAE252A-E6BB-43B9-88F1-4A356A99AA0D}">
      <dgm:prSet phldrT="[Text]"/>
      <dgm:spPr/>
      <dgm:t>
        <a:bodyPr/>
        <a:lstStyle/>
        <a:p>
          <a:r>
            <a:rPr lang="en-US" dirty="0"/>
            <a:t>Requirements Analysis</a:t>
          </a:r>
        </a:p>
      </dgm:t>
    </dgm:pt>
    <dgm:pt modelId="{0C4BB2CC-CC8D-4C9B-8646-2354ED953981}" type="parTrans" cxnId="{41C52B65-8431-4F8A-9DDC-9329B16613B4}">
      <dgm:prSet/>
      <dgm:spPr/>
      <dgm:t>
        <a:bodyPr/>
        <a:lstStyle/>
        <a:p>
          <a:endParaRPr lang="en-US"/>
        </a:p>
      </dgm:t>
    </dgm:pt>
    <dgm:pt modelId="{E8907215-D8AB-4C6A-AB88-6892EDEECBF0}" type="sibTrans" cxnId="{41C52B65-8431-4F8A-9DDC-9329B16613B4}">
      <dgm:prSet/>
      <dgm:spPr/>
      <dgm:t>
        <a:bodyPr/>
        <a:lstStyle/>
        <a:p>
          <a:endParaRPr lang="en-US"/>
        </a:p>
      </dgm:t>
    </dgm:pt>
    <dgm:pt modelId="{7E958C9A-3F50-4A89-9AF9-B3F82488D7CE}">
      <dgm:prSet phldrT="[Text]"/>
      <dgm:spPr/>
      <dgm:t>
        <a:bodyPr/>
        <a:lstStyle/>
        <a:p>
          <a:r>
            <a:rPr lang="en-US" dirty="0"/>
            <a:t>Is requirement related to coding standards?</a:t>
          </a:r>
        </a:p>
      </dgm:t>
    </dgm:pt>
    <dgm:pt modelId="{AB1C0206-91FB-4FEE-80E8-A6BAE77E2F66}" type="parTrans" cxnId="{D3A30CC4-17B0-4ED8-80B3-6F1292E09763}">
      <dgm:prSet/>
      <dgm:spPr/>
      <dgm:t>
        <a:bodyPr/>
        <a:lstStyle/>
        <a:p>
          <a:endParaRPr lang="en-US"/>
        </a:p>
      </dgm:t>
    </dgm:pt>
    <dgm:pt modelId="{1BF9CC3B-F8A7-49FC-98A6-D4A83B837768}" type="sibTrans" cxnId="{D3A30CC4-17B0-4ED8-80B3-6F1292E09763}">
      <dgm:prSet/>
      <dgm:spPr/>
      <dgm:t>
        <a:bodyPr/>
        <a:lstStyle/>
        <a:p>
          <a:endParaRPr lang="en-US"/>
        </a:p>
      </dgm:t>
    </dgm:pt>
    <dgm:pt modelId="{5AFC707D-8291-43AC-8AC9-1F648BEFD38D}">
      <dgm:prSet phldrT="[Text]"/>
      <dgm:spPr/>
      <dgm:t>
        <a:bodyPr/>
        <a:lstStyle/>
        <a:p>
          <a:r>
            <a:rPr lang="en-US" dirty="0"/>
            <a:t>Stringent timing requirements</a:t>
          </a:r>
        </a:p>
      </dgm:t>
    </dgm:pt>
    <dgm:pt modelId="{749A35CC-F5CF-458F-8C1F-FF3624F57A33}" type="parTrans" cxnId="{3326710C-CA87-4165-BD4B-4F8787EFE23D}">
      <dgm:prSet/>
      <dgm:spPr/>
      <dgm:t>
        <a:bodyPr/>
        <a:lstStyle/>
        <a:p>
          <a:endParaRPr lang="en-US"/>
        </a:p>
      </dgm:t>
    </dgm:pt>
    <dgm:pt modelId="{357E3E33-FE87-47E1-8394-4848B3938F4F}" type="sibTrans" cxnId="{3326710C-CA87-4165-BD4B-4F8787EFE23D}">
      <dgm:prSet/>
      <dgm:spPr/>
      <dgm:t>
        <a:bodyPr/>
        <a:lstStyle/>
        <a:p>
          <a:endParaRPr lang="en-US"/>
        </a:p>
      </dgm:t>
    </dgm:pt>
    <dgm:pt modelId="{2CA990A8-0E22-4C15-B3A4-865FE87ECB86}">
      <dgm:prSet phldrT="[Text]"/>
      <dgm:spPr/>
      <dgm:t>
        <a:bodyPr/>
        <a:lstStyle/>
        <a:p>
          <a:r>
            <a:rPr lang="en-US" dirty="0"/>
            <a:t>Requirement is to be validated physically</a:t>
          </a:r>
        </a:p>
      </dgm:t>
    </dgm:pt>
    <dgm:pt modelId="{1016D9C3-85F5-4F69-8CB1-23A486B9AA8F}" type="parTrans" cxnId="{92FC5575-0BCF-44BA-AB21-3E3D8E5FC393}">
      <dgm:prSet/>
      <dgm:spPr/>
      <dgm:t>
        <a:bodyPr/>
        <a:lstStyle/>
        <a:p>
          <a:endParaRPr lang="en-US"/>
        </a:p>
      </dgm:t>
    </dgm:pt>
    <dgm:pt modelId="{F72B03AD-9BD7-4808-9BB9-0685C8AAC3B0}" type="sibTrans" cxnId="{92FC5575-0BCF-44BA-AB21-3E3D8E5FC393}">
      <dgm:prSet/>
      <dgm:spPr/>
      <dgm:t>
        <a:bodyPr/>
        <a:lstStyle/>
        <a:p>
          <a:endParaRPr lang="en-US"/>
        </a:p>
      </dgm:t>
    </dgm:pt>
    <dgm:pt modelId="{39E67901-EA14-4D39-A68C-AF4741CBF2CC}">
      <dgm:prSet phldrT="[Text]"/>
      <dgm:spPr/>
      <dgm:t>
        <a:bodyPr/>
        <a:lstStyle/>
        <a:p>
          <a:r>
            <a:rPr lang="en-US" dirty="0"/>
            <a:t>Modules Availability</a:t>
          </a:r>
        </a:p>
      </dgm:t>
    </dgm:pt>
    <dgm:pt modelId="{F21A693D-E559-446E-8415-69B29848A59E}" type="parTrans" cxnId="{9CA9E0FF-5EF1-4DE3-A8E1-DABE1FC36042}">
      <dgm:prSet/>
      <dgm:spPr/>
      <dgm:t>
        <a:bodyPr/>
        <a:lstStyle/>
        <a:p>
          <a:endParaRPr lang="en-US"/>
        </a:p>
      </dgm:t>
    </dgm:pt>
    <dgm:pt modelId="{00A0DD80-C546-498C-A7DD-D1327B8D71D4}" type="sibTrans" cxnId="{9CA9E0FF-5EF1-4DE3-A8E1-DABE1FC36042}">
      <dgm:prSet/>
      <dgm:spPr/>
      <dgm:t>
        <a:bodyPr/>
        <a:lstStyle/>
        <a:p>
          <a:endParaRPr lang="en-US"/>
        </a:p>
      </dgm:t>
    </dgm:pt>
    <dgm:pt modelId="{A85AF651-5448-423B-9F6A-80A8836E93E8}">
      <dgm:prSet phldrT="[Text]"/>
      <dgm:spPr/>
      <dgm:t>
        <a:bodyPr/>
        <a:lstStyle/>
        <a:p>
          <a:r>
            <a:rPr lang="en-US" dirty="0"/>
            <a:t>Harness Constraints</a:t>
          </a:r>
        </a:p>
      </dgm:t>
    </dgm:pt>
    <dgm:pt modelId="{EA550077-88B7-4131-8624-466F7B6B8BA1}" type="parTrans" cxnId="{C41686CE-B33A-4960-BD8D-4B2E8E559AA5}">
      <dgm:prSet/>
      <dgm:spPr/>
      <dgm:t>
        <a:bodyPr/>
        <a:lstStyle/>
        <a:p>
          <a:endParaRPr lang="en-US"/>
        </a:p>
      </dgm:t>
    </dgm:pt>
    <dgm:pt modelId="{92006CD6-E46C-40ED-AC87-53253D2762E2}" type="sibTrans" cxnId="{C41686CE-B33A-4960-BD8D-4B2E8E559AA5}">
      <dgm:prSet/>
      <dgm:spPr/>
      <dgm:t>
        <a:bodyPr/>
        <a:lstStyle/>
        <a:p>
          <a:endParaRPr lang="en-US"/>
        </a:p>
      </dgm:t>
    </dgm:pt>
    <dgm:pt modelId="{DE0922A3-2075-48D8-94D9-FCBF8877A254}">
      <dgm:prSet phldrT="[Text]"/>
      <dgm:spPr/>
      <dgm:t>
        <a:bodyPr/>
        <a:lstStyle/>
        <a:p>
          <a:r>
            <a:rPr lang="en-US" dirty="0"/>
            <a:t>Power Requirement Constraints</a:t>
          </a:r>
        </a:p>
      </dgm:t>
    </dgm:pt>
    <dgm:pt modelId="{8DB6CA24-A7D6-48A4-BA5B-DCFE16C238DD}" type="parTrans" cxnId="{72BBAC38-E299-4EC0-AB04-B6CCC7357A0C}">
      <dgm:prSet/>
      <dgm:spPr/>
      <dgm:t>
        <a:bodyPr/>
        <a:lstStyle/>
        <a:p>
          <a:endParaRPr lang="en-US"/>
        </a:p>
      </dgm:t>
    </dgm:pt>
    <dgm:pt modelId="{30E43178-B519-4C77-BF43-7A3269CB9E04}" type="sibTrans" cxnId="{72BBAC38-E299-4EC0-AB04-B6CCC7357A0C}">
      <dgm:prSet/>
      <dgm:spPr/>
      <dgm:t>
        <a:bodyPr/>
        <a:lstStyle/>
        <a:p>
          <a:endParaRPr lang="en-US"/>
        </a:p>
      </dgm:t>
    </dgm:pt>
    <dgm:pt modelId="{EF44B9D0-2E6C-49F5-A67A-933255A8259D}">
      <dgm:prSet phldrT="[Text]"/>
      <dgm:spPr/>
      <dgm:t>
        <a:bodyPr/>
        <a:lstStyle/>
        <a:p>
          <a:r>
            <a:rPr lang="en-US" dirty="0"/>
            <a:t>Deployment Challenges</a:t>
          </a:r>
        </a:p>
      </dgm:t>
    </dgm:pt>
    <dgm:pt modelId="{C8513B97-14D9-4C55-A4C7-C17A1D3AF468}" type="parTrans" cxnId="{E6D51C5E-E07E-409B-814B-134AC69EB0AB}">
      <dgm:prSet/>
      <dgm:spPr/>
      <dgm:t>
        <a:bodyPr/>
        <a:lstStyle/>
        <a:p>
          <a:endParaRPr lang="en-US"/>
        </a:p>
      </dgm:t>
    </dgm:pt>
    <dgm:pt modelId="{697F06F7-3F69-400F-8E23-297925D8A76C}" type="sibTrans" cxnId="{E6D51C5E-E07E-409B-814B-134AC69EB0AB}">
      <dgm:prSet/>
      <dgm:spPr/>
      <dgm:t>
        <a:bodyPr/>
        <a:lstStyle/>
        <a:p>
          <a:endParaRPr lang="en-US"/>
        </a:p>
      </dgm:t>
    </dgm:pt>
    <dgm:pt modelId="{1BE7677A-B81E-456C-8553-A1A736E96FC4}">
      <dgm:prSet phldrT="[Text]"/>
      <dgm:spPr/>
      <dgm:t>
        <a:bodyPr/>
        <a:lstStyle/>
        <a:p>
          <a:r>
            <a:rPr lang="en-US" dirty="0"/>
            <a:t>Module Exists?</a:t>
          </a:r>
        </a:p>
      </dgm:t>
    </dgm:pt>
    <dgm:pt modelId="{6133E75D-042D-4DB2-B495-F02A2E5FE666}" type="parTrans" cxnId="{71F25419-CD53-4B0D-B21E-29A25EB44349}">
      <dgm:prSet/>
      <dgm:spPr/>
      <dgm:t>
        <a:bodyPr/>
        <a:lstStyle/>
        <a:p>
          <a:endParaRPr lang="en-US"/>
        </a:p>
      </dgm:t>
    </dgm:pt>
    <dgm:pt modelId="{8F9D8CFB-2C75-4D8F-90BA-BC89E575B5A2}" type="sibTrans" cxnId="{71F25419-CD53-4B0D-B21E-29A25EB44349}">
      <dgm:prSet/>
      <dgm:spPr/>
      <dgm:t>
        <a:bodyPr/>
        <a:lstStyle/>
        <a:p>
          <a:endParaRPr lang="en-US"/>
        </a:p>
      </dgm:t>
    </dgm:pt>
    <dgm:pt modelId="{F87EEA49-3440-4D1C-9A13-FCF3160CEFAA}">
      <dgm:prSet phldrT="[Text]"/>
      <dgm:spPr/>
      <dgm:t>
        <a:bodyPr/>
        <a:lstStyle/>
        <a:p>
          <a:r>
            <a:rPr lang="en-US" dirty="0"/>
            <a:t>Feasibility for Module Development</a:t>
          </a:r>
        </a:p>
      </dgm:t>
    </dgm:pt>
    <dgm:pt modelId="{AE12B6D4-8D26-43C2-A408-46EC48098D85}" type="parTrans" cxnId="{5B86C911-D528-4932-B323-94BB65292650}">
      <dgm:prSet/>
      <dgm:spPr/>
      <dgm:t>
        <a:bodyPr/>
        <a:lstStyle/>
        <a:p>
          <a:endParaRPr lang="en-US"/>
        </a:p>
      </dgm:t>
    </dgm:pt>
    <dgm:pt modelId="{B4C8665E-9A07-48E0-B4C8-D032B3774CE1}" type="sibTrans" cxnId="{5B86C911-D528-4932-B323-94BB65292650}">
      <dgm:prSet/>
      <dgm:spPr/>
      <dgm:t>
        <a:bodyPr/>
        <a:lstStyle/>
        <a:p>
          <a:endParaRPr lang="en-US"/>
        </a:p>
      </dgm:t>
    </dgm:pt>
    <dgm:pt modelId="{AC893958-103A-4B13-BF0F-02CF0DC3C184}">
      <dgm:prSet phldrT="[Text]"/>
      <dgm:spPr/>
      <dgm:t>
        <a:bodyPr/>
        <a:lstStyle/>
        <a:p>
          <a:r>
            <a:rPr lang="en-US" dirty="0"/>
            <a:t>Additional Resources Required?</a:t>
          </a:r>
        </a:p>
      </dgm:t>
    </dgm:pt>
    <dgm:pt modelId="{61A37423-8F95-4F7B-A5F3-58C65E889D12}" type="parTrans" cxnId="{F4EC1AF5-3B2E-4BA6-AD3F-8D9AEA719F78}">
      <dgm:prSet/>
      <dgm:spPr/>
      <dgm:t>
        <a:bodyPr/>
        <a:lstStyle/>
        <a:p>
          <a:endParaRPr lang="en-US"/>
        </a:p>
      </dgm:t>
    </dgm:pt>
    <dgm:pt modelId="{17207956-BB74-4557-B65D-1F8080A4ACE4}" type="sibTrans" cxnId="{F4EC1AF5-3B2E-4BA6-AD3F-8D9AEA719F78}">
      <dgm:prSet/>
      <dgm:spPr/>
      <dgm:t>
        <a:bodyPr/>
        <a:lstStyle/>
        <a:p>
          <a:endParaRPr lang="en-US"/>
        </a:p>
      </dgm:t>
    </dgm:pt>
    <dgm:pt modelId="{2058A3BA-57B9-416B-A900-4EAC2516B828}">
      <dgm:prSet phldrT="[Text]"/>
      <dgm:spPr/>
      <dgm:t>
        <a:bodyPr/>
        <a:lstStyle/>
        <a:p>
          <a:r>
            <a:rPr lang="en-US" dirty="0"/>
            <a:t>Requirement is an information for developer</a:t>
          </a:r>
        </a:p>
      </dgm:t>
    </dgm:pt>
    <dgm:pt modelId="{02BB5523-6D87-4356-8385-B6957A9C9127}" type="parTrans" cxnId="{2C5FA15D-2B55-419C-A7FB-45D173FC7EDE}">
      <dgm:prSet/>
      <dgm:spPr/>
      <dgm:t>
        <a:bodyPr/>
        <a:lstStyle/>
        <a:p>
          <a:endParaRPr lang="en-US"/>
        </a:p>
      </dgm:t>
    </dgm:pt>
    <dgm:pt modelId="{A06C7983-1ED2-4FCB-A6BC-621C9CB1D8EA}" type="sibTrans" cxnId="{2C5FA15D-2B55-419C-A7FB-45D173FC7EDE}">
      <dgm:prSet/>
      <dgm:spPr/>
      <dgm:t>
        <a:bodyPr/>
        <a:lstStyle/>
        <a:p>
          <a:endParaRPr lang="en-US"/>
        </a:p>
      </dgm:t>
    </dgm:pt>
    <dgm:pt modelId="{25D00308-08B0-4BAD-9A15-EE9175DD59B1}">
      <dgm:prSet phldrT="[Text]"/>
      <dgm:spPr/>
      <dgm:t>
        <a:bodyPr/>
        <a:lstStyle/>
        <a:p>
          <a:r>
            <a:rPr lang="en-US" dirty="0"/>
            <a:t>Dependency on non-automatable tools/ software</a:t>
          </a:r>
        </a:p>
      </dgm:t>
    </dgm:pt>
    <dgm:pt modelId="{C2640355-C643-4003-B556-C2FCC9F92179}" type="parTrans" cxnId="{1B40430A-3587-4F7E-A144-970E3197F3FD}">
      <dgm:prSet/>
      <dgm:spPr/>
      <dgm:t>
        <a:bodyPr/>
        <a:lstStyle/>
        <a:p>
          <a:endParaRPr lang="en-US"/>
        </a:p>
      </dgm:t>
    </dgm:pt>
    <dgm:pt modelId="{EF5C738E-E0DF-4DB5-B85E-A1EA9DC61F6A}" type="sibTrans" cxnId="{1B40430A-3587-4F7E-A144-970E3197F3FD}">
      <dgm:prSet/>
      <dgm:spPr/>
      <dgm:t>
        <a:bodyPr/>
        <a:lstStyle/>
        <a:p>
          <a:endParaRPr lang="en-US"/>
        </a:p>
      </dgm:t>
    </dgm:pt>
    <dgm:pt modelId="{F517A5A9-4111-480D-806A-E2FC821009B8}">
      <dgm:prSet phldrT="[Text]"/>
      <dgm:spPr/>
      <dgm:t>
        <a:bodyPr/>
        <a:lstStyle/>
        <a:p>
          <a:r>
            <a:rPr lang="en-US" dirty="0"/>
            <a:t>Existing Test Setup Limitation</a:t>
          </a:r>
        </a:p>
      </dgm:t>
    </dgm:pt>
    <dgm:pt modelId="{4FE866EA-9361-428B-892E-88179F9D8FE2}" type="parTrans" cxnId="{63257B38-183D-4F1F-8112-CDD73B3EE22E}">
      <dgm:prSet/>
      <dgm:spPr/>
      <dgm:t>
        <a:bodyPr/>
        <a:lstStyle/>
        <a:p>
          <a:endParaRPr lang="en-US"/>
        </a:p>
      </dgm:t>
    </dgm:pt>
    <dgm:pt modelId="{4B02F9C8-3A03-4FD0-9D2A-9FBE404B95CC}" type="sibTrans" cxnId="{63257B38-183D-4F1F-8112-CDD73B3EE22E}">
      <dgm:prSet/>
      <dgm:spPr/>
      <dgm:t>
        <a:bodyPr/>
        <a:lstStyle/>
        <a:p>
          <a:endParaRPr lang="en-US"/>
        </a:p>
      </dgm:t>
    </dgm:pt>
    <dgm:pt modelId="{7F6713C5-A0F5-474F-9406-2063113246EF}" type="pres">
      <dgm:prSet presAssocID="{E569979E-9200-4681-A99C-B4D075AC0896}" presName="layout" presStyleCnt="0">
        <dgm:presLayoutVars>
          <dgm:chMax/>
          <dgm:chPref/>
          <dgm:dir/>
          <dgm:resizeHandles/>
        </dgm:presLayoutVars>
      </dgm:prSet>
      <dgm:spPr/>
    </dgm:pt>
    <dgm:pt modelId="{ADA209C5-BDF1-444C-80AA-9FBD0A4089C1}" type="pres">
      <dgm:prSet presAssocID="{FFAE252A-E6BB-43B9-88F1-4A356A99AA0D}" presName="root" presStyleCnt="0">
        <dgm:presLayoutVars>
          <dgm:chMax/>
          <dgm:chPref/>
        </dgm:presLayoutVars>
      </dgm:prSet>
      <dgm:spPr/>
    </dgm:pt>
    <dgm:pt modelId="{2777AFE8-E6F5-47D3-934B-6AE32A8559C3}" type="pres">
      <dgm:prSet presAssocID="{FFAE252A-E6BB-43B9-88F1-4A356A99AA0D}" presName="rootComposite" presStyleCnt="0">
        <dgm:presLayoutVars/>
      </dgm:prSet>
      <dgm:spPr/>
    </dgm:pt>
    <dgm:pt modelId="{FF7E2C0B-5D17-46A3-AD9E-B6A46FC06800}" type="pres">
      <dgm:prSet presAssocID="{FFAE252A-E6BB-43B9-88F1-4A356A99AA0D}" presName="ParentAccent" presStyleLbl="alignNode1" presStyleIdx="0" presStyleCnt="3"/>
      <dgm:spPr/>
    </dgm:pt>
    <dgm:pt modelId="{9B85C6ED-4EEC-4060-899D-6EA6A8A01165}" type="pres">
      <dgm:prSet presAssocID="{FFAE252A-E6BB-43B9-88F1-4A356A99AA0D}" presName="ParentSmallAccent" presStyleLbl="fgAcc1" presStyleIdx="0" presStyleCnt="3"/>
      <dgm:spPr/>
    </dgm:pt>
    <dgm:pt modelId="{2CF223AE-4886-4A99-8C59-4EF1E0CB70CB}" type="pres">
      <dgm:prSet presAssocID="{FFAE252A-E6BB-43B9-88F1-4A356A99AA0D}" presName="Parent" presStyleLbl="revTx" presStyleIdx="0" presStyleCnt="14">
        <dgm:presLayoutVars>
          <dgm:chMax/>
          <dgm:chPref val="4"/>
          <dgm:bulletEnabled val="1"/>
        </dgm:presLayoutVars>
      </dgm:prSet>
      <dgm:spPr/>
    </dgm:pt>
    <dgm:pt modelId="{580FB607-8422-4658-8C02-28EA78C2541A}" type="pres">
      <dgm:prSet presAssocID="{FFAE252A-E6BB-43B9-88F1-4A356A99AA0D}" presName="childShape" presStyleCnt="0">
        <dgm:presLayoutVars>
          <dgm:chMax val="0"/>
          <dgm:chPref val="0"/>
        </dgm:presLayoutVars>
      </dgm:prSet>
      <dgm:spPr/>
    </dgm:pt>
    <dgm:pt modelId="{0CCACBCA-4377-4946-B0BA-1E26C72E56B2}" type="pres">
      <dgm:prSet presAssocID="{7E958C9A-3F50-4A89-9AF9-B3F82488D7CE}" presName="childComposite" presStyleCnt="0">
        <dgm:presLayoutVars>
          <dgm:chMax val="0"/>
          <dgm:chPref val="0"/>
        </dgm:presLayoutVars>
      </dgm:prSet>
      <dgm:spPr/>
    </dgm:pt>
    <dgm:pt modelId="{2BDA0B89-2F5D-484C-8D69-A24F6F4C2857}" type="pres">
      <dgm:prSet presAssocID="{7E958C9A-3F50-4A89-9AF9-B3F82488D7CE}" presName="ChildAccent" presStyleLbl="solidFgAcc1" presStyleIdx="0" presStyleCnt="11"/>
      <dgm:spPr/>
    </dgm:pt>
    <dgm:pt modelId="{F33937FB-874E-4622-80F8-5D5AAA1773DE}" type="pres">
      <dgm:prSet presAssocID="{7E958C9A-3F50-4A89-9AF9-B3F82488D7CE}" presName="Child" presStyleLbl="revTx" presStyleIdx="1" presStyleCnt="14">
        <dgm:presLayoutVars>
          <dgm:chMax val="0"/>
          <dgm:chPref val="0"/>
          <dgm:bulletEnabled val="1"/>
        </dgm:presLayoutVars>
      </dgm:prSet>
      <dgm:spPr/>
    </dgm:pt>
    <dgm:pt modelId="{3453167D-0878-4336-A14A-411DEE6DC94C}" type="pres">
      <dgm:prSet presAssocID="{2058A3BA-57B9-416B-A900-4EAC2516B828}" presName="childComposite" presStyleCnt="0">
        <dgm:presLayoutVars>
          <dgm:chMax val="0"/>
          <dgm:chPref val="0"/>
        </dgm:presLayoutVars>
      </dgm:prSet>
      <dgm:spPr/>
    </dgm:pt>
    <dgm:pt modelId="{CB2A49E3-8D1E-4361-826B-2BA76DD7AFD5}" type="pres">
      <dgm:prSet presAssocID="{2058A3BA-57B9-416B-A900-4EAC2516B828}" presName="ChildAccent" presStyleLbl="solidFgAcc1" presStyleIdx="1" presStyleCnt="11"/>
      <dgm:spPr/>
    </dgm:pt>
    <dgm:pt modelId="{7E5AA6FC-E146-492A-98BF-F06AA8F392B1}" type="pres">
      <dgm:prSet presAssocID="{2058A3BA-57B9-416B-A900-4EAC2516B828}" presName="Child" presStyleLbl="revTx" presStyleIdx="2" presStyleCnt="14">
        <dgm:presLayoutVars>
          <dgm:chMax val="0"/>
          <dgm:chPref val="0"/>
          <dgm:bulletEnabled val="1"/>
        </dgm:presLayoutVars>
      </dgm:prSet>
      <dgm:spPr/>
    </dgm:pt>
    <dgm:pt modelId="{686AE890-B027-440F-82BD-B23471CE4066}" type="pres">
      <dgm:prSet presAssocID="{5AFC707D-8291-43AC-8AC9-1F648BEFD38D}" presName="childComposite" presStyleCnt="0">
        <dgm:presLayoutVars>
          <dgm:chMax val="0"/>
          <dgm:chPref val="0"/>
        </dgm:presLayoutVars>
      </dgm:prSet>
      <dgm:spPr/>
    </dgm:pt>
    <dgm:pt modelId="{C84A512B-C9BB-4609-A041-99AFFCE25316}" type="pres">
      <dgm:prSet presAssocID="{5AFC707D-8291-43AC-8AC9-1F648BEFD38D}" presName="ChildAccent" presStyleLbl="solidFgAcc1" presStyleIdx="2" presStyleCnt="11"/>
      <dgm:spPr/>
    </dgm:pt>
    <dgm:pt modelId="{641C8947-58C2-429F-AF4A-190770C90748}" type="pres">
      <dgm:prSet presAssocID="{5AFC707D-8291-43AC-8AC9-1F648BEFD38D}" presName="Child" presStyleLbl="revTx" presStyleIdx="3" presStyleCnt="14">
        <dgm:presLayoutVars>
          <dgm:chMax val="0"/>
          <dgm:chPref val="0"/>
          <dgm:bulletEnabled val="1"/>
        </dgm:presLayoutVars>
      </dgm:prSet>
      <dgm:spPr/>
    </dgm:pt>
    <dgm:pt modelId="{123D8A31-C2DF-419E-A7BE-0FC7D14DA196}" type="pres">
      <dgm:prSet presAssocID="{2CA990A8-0E22-4C15-B3A4-865FE87ECB86}" presName="childComposite" presStyleCnt="0">
        <dgm:presLayoutVars>
          <dgm:chMax val="0"/>
          <dgm:chPref val="0"/>
        </dgm:presLayoutVars>
      </dgm:prSet>
      <dgm:spPr/>
    </dgm:pt>
    <dgm:pt modelId="{ED4F9BC4-03CC-4501-80B2-02E30A36C837}" type="pres">
      <dgm:prSet presAssocID="{2CA990A8-0E22-4C15-B3A4-865FE87ECB86}" presName="ChildAccent" presStyleLbl="solidFgAcc1" presStyleIdx="3" presStyleCnt="11"/>
      <dgm:spPr/>
    </dgm:pt>
    <dgm:pt modelId="{C3610E13-7EBD-477B-BBFA-1A954A3DCB71}" type="pres">
      <dgm:prSet presAssocID="{2CA990A8-0E22-4C15-B3A4-865FE87ECB86}" presName="Child" presStyleLbl="revTx" presStyleIdx="4" presStyleCnt="14">
        <dgm:presLayoutVars>
          <dgm:chMax val="0"/>
          <dgm:chPref val="0"/>
          <dgm:bulletEnabled val="1"/>
        </dgm:presLayoutVars>
      </dgm:prSet>
      <dgm:spPr/>
    </dgm:pt>
    <dgm:pt modelId="{8DDEAC39-A800-44B3-A065-64EA3552D8F7}" type="pres">
      <dgm:prSet presAssocID="{25D00308-08B0-4BAD-9A15-EE9175DD59B1}" presName="childComposite" presStyleCnt="0">
        <dgm:presLayoutVars>
          <dgm:chMax val="0"/>
          <dgm:chPref val="0"/>
        </dgm:presLayoutVars>
      </dgm:prSet>
      <dgm:spPr/>
    </dgm:pt>
    <dgm:pt modelId="{041E12DE-7632-46AD-8351-DFFC949625AD}" type="pres">
      <dgm:prSet presAssocID="{25D00308-08B0-4BAD-9A15-EE9175DD59B1}" presName="ChildAccent" presStyleLbl="solidFgAcc1" presStyleIdx="4" presStyleCnt="11"/>
      <dgm:spPr/>
    </dgm:pt>
    <dgm:pt modelId="{C7EC59EC-B4AC-4229-B7DA-17062282A1C4}" type="pres">
      <dgm:prSet presAssocID="{25D00308-08B0-4BAD-9A15-EE9175DD59B1}" presName="Child" presStyleLbl="revTx" presStyleIdx="5" presStyleCnt="14">
        <dgm:presLayoutVars>
          <dgm:chMax val="0"/>
          <dgm:chPref val="0"/>
          <dgm:bulletEnabled val="1"/>
        </dgm:presLayoutVars>
      </dgm:prSet>
      <dgm:spPr/>
    </dgm:pt>
    <dgm:pt modelId="{6FC55460-3B01-4DC0-9494-D88B5C66D069}" type="pres">
      <dgm:prSet presAssocID="{F517A5A9-4111-480D-806A-E2FC821009B8}" presName="childComposite" presStyleCnt="0">
        <dgm:presLayoutVars>
          <dgm:chMax val="0"/>
          <dgm:chPref val="0"/>
        </dgm:presLayoutVars>
      </dgm:prSet>
      <dgm:spPr/>
    </dgm:pt>
    <dgm:pt modelId="{AB71DB2C-0061-4588-A1DF-FE0970475ADA}" type="pres">
      <dgm:prSet presAssocID="{F517A5A9-4111-480D-806A-E2FC821009B8}" presName="ChildAccent" presStyleLbl="solidFgAcc1" presStyleIdx="5" presStyleCnt="11"/>
      <dgm:spPr/>
    </dgm:pt>
    <dgm:pt modelId="{A95B71F4-DD2E-49F9-B089-1EA9D3E4C7D7}" type="pres">
      <dgm:prSet presAssocID="{F517A5A9-4111-480D-806A-E2FC821009B8}" presName="Child" presStyleLbl="revTx" presStyleIdx="6" presStyleCnt="14">
        <dgm:presLayoutVars>
          <dgm:chMax val="0"/>
          <dgm:chPref val="0"/>
          <dgm:bulletEnabled val="1"/>
        </dgm:presLayoutVars>
      </dgm:prSet>
      <dgm:spPr/>
    </dgm:pt>
    <dgm:pt modelId="{01F545EA-BAF3-40FD-BE26-2B3CFACBB224}" type="pres">
      <dgm:prSet presAssocID="{39E67901-EA14-4D39-A68C-AF4741CBF2CC}" presName="root" presStyleCnt="0">
        <dgm:presLayoutVars>
          <dgm:chMax/>
          <dgm:chPref/>
        </dgm:presLayoutVars>
      </dgm:prSet>
      <dgm:spPr/>
    </dgm:pt>
    <dgm:pt modelId="{0C0F2911-2ED8-4447-9EA4-9A03F3037A7B}" type="pres">
      <dgm:prSet presAssocID="{39E67901-EA14-4D39-A68C-AF4741CBF2CC}" presName="rootComposite" presStyleCnt="0">
        <dgm:presLayoutVars/>
      </dgm:prSet>
      <dgm:spPr/>
    </dgm:pt>
    <dgm:pt modelId="{87D2B192-63C6-4347-8599-85F53DA0401C}" type="pres">
      <dgm:prSet presAssocID="{39E67901-EA14-4D39-A68C-AF4741CBF2CC}" presName="ParentAccent" presStyleLbl="alignNode1" presStyleIdx="1" presStyleCnt="3"/>
      <dgm:spPr/>
    </dgm:pt>
    <dgm:pt modelId="{54E71F8F-BB39-4534-B952-831FCEC57B37}" type="pres">
      <dgm:prSet presAssocID="{39E67901-EA14-4D39-A68C-AF4741CBF2CC}" presName="ParentSmallAccent" presStyleLbl="fgAcc1" presStyleIdx="1" presStyleCnt="3"/>
      <dgm:spPr/>
    </dgm:pt>
    <dgm:pt modelId="{3C615DFD-26D7-45AB-A101-0747FB8A84B1}" type="pres">
      <dgm:prSet presAssocID="{39E67901-EA14-4D39-A68C-AF4741CBF2CC}" presName="Parent" presStyleLbl="revTx" presStyleIdx="7" presStyleCnt="14">
        <dgm:presLayoutVars>
          <dgm:chMax/>
          <dgm:chPref val="4"/>
          <dgm:bulletEnabled val="1"/>
        </dgm:presLayoutVars>
      </dgm:prSet>
      <dgm:spPr/>
    </dgm:pt>
    <dgm:pt modelId="{FBB4B834-8ADC-482D-A0C2-425F18EFE555}" type="pres">
      <dgm:prSet presAssocID="{39E67901-EA14-4D39-A68C-AF4741CBF2CC}" presName="childShape" presStyleCnt="0">
        <dgm:presLayoutVars>
          <dgm:chMax val="0"/>
          <dgm:chPref val="0"/>
        </dgm:presLayoutVars>
      </dgm:prSet>
      <dgm:spPr/>
    </dgm:pt>
    <dgm:pt modelId="{5566058A-1683-4F81-910A-3CB9E86AFE82}" type="pres">
      <dgm:prSet presAssocID="{1BE7677A-B81E-456C-8553-A1A736E96FC4}" presName="childComposite" presStyleCnt="0">
        <dgm:presLayoutVars>
          <dgm:chMax val="0"/>
          <dgm:chPref val="0"/>
        </dgm:presLayoutVars>
      </dgm:prSet>
      <dgm:spPr/>
    </dgm:pt>
    <dgm:pt modelId="{0E584C61-9AA1-40AE-907F-AE902030BC01}" type="pres">
      <dgm:prSet presAssocID="{1BE7677A-B81E-456C-8553-A1A736E96FC4}" presName="ChildAccent" presStyleLbl="solidFgAcc1" presStyleIdx="6" presStyleCnt="11"/>
      <dgm:spPr/>
    </dgm:pt>
    <dgm:pt modelId="{983A333B-DF58-49AD-A672-5F511565E2FC}" type="pres">
      <dgm:prSet presAssocID="{1BE7677A-B81E-456C-8553-A1A736E96FC4}" presName="Child" presStyleLbl="revTx" presStyleIdx="8" presStyleCnt="14">
        <dgm:presLayoutVars>
          <dgm:chMax val="0"/>
          <dgm:chPref val="0"/>
          <dgm:bulletEnabled val="1"/>
        </dgm:presLayoutVars>
      </dgm:prSet>
      <dgm:spPr/>
    </dgm:pt>
    <dgm:pt modelId="{B9206F63-3B10-4E5C-87F6-CF5536734C64}" type="pres">
      <dgm:prSet presAssocID="{F87EEA49-3440-4D1C-9A13-FCF3160CEFAA}" presName="childComposite" presStyleCnt="0">
        <dgm:presLayoutVars>
          <dgm:chMax val="0"/>
          <dgm:chPref val="0"/>
        </dgm:presLayoutVars>
      </dgm:prSet>
      <dgm:spPr/>
    </dgm:pt>
    <dgm:pt modelId="{BA119FC8-93E0-4976-89AE-75409CC342C2}" type="pres">
      <dgm:prSet presAssocID="{F87EEA49-3440-4D1C-9A13-FCF3160CEFAA}" presName="ChildAccent" presStyleLbl="solidFgAcc1" presStyleIdx="7" presStyleCnt="11"/>
      <dgm:spPr/>
    </dgm:pt>
    <dgm:pt modelId="{EFBD0E35-D72C-4D98-BD6D-9338DE3D9A04}" type="pres">
      <dgm:prSet presAssocID="{F87EEA49-3440-4D1C-9A13-FCF3160CEFAA}" presName="Child" presStyleLbl="revTx" presStyleIdx="9" presStyleCnt="14">
        <dgm:presLayoutVars>
          <dgm:chMax val="0"/>
          <dgm:chPref val="0"/>
          <dgm:bulletEnabled val="1"/>
        </dgm:presLayoutVars>
      </dgm:prSet>
      <dgm:spPr/>
    </dgm:pt>
    <dgm:pt modelId="{ABA3A687-BE2E-430F-A76C-5959E7779EF3}" type="pres">
      <dgm:prSet presAssocID="{AC893958-103A-4B13-BF0F-02CF0DC3C184}" presName="childComposite" presStyleCnt="0">
        <dgm:presLayoutVars>
          <dgm:chMax val="0"/>
          <dgm:chPref val="0"/>
        </dgm:presLayoutVars>
      </dgm:prSet>
      <dgm:spPr/>
    </dgm:pt>
    <dgm:pt modelId="{1D9D0C2A-E7F9-46E9-A9AE-FC52811A3200}" type="pres">
      <dgm:prSet presAssocID="{AC893958-103A-4B13-BF0F-02CF0DC3C184}" presName="ChildAccent" presStyleLbl="solidFgAcc1" presStyleIdx="8" presStyleCnt="11"/>
      <dgm:spPr/>
    </dgm:pt>
    <dgm:pt modelId="{15147B48-8413-4F92-812D-7E4B0FDDF0E2}" type="pres">
      <dgm:prSet presAssocID="{AC893958-103A-4B13-BF0F-02CF0DC3C184}" presName="Child" presStyleLbl="revTx" presStyleIdx="10" presStyleCnt="14">
        <dgm:presLayoutVars>
          <dgm:chMax val="0"/>
          <dgm:chPref val="0"/>
          <dgm:bulletEnabled val="1"/>
        </dgm:presLayoutVars>
      </dgm:prSet>
      <dgm:spPr/>
    </dgm:pt>
    <dgm:pt modelId="{9D15BE99-7007-4CB1-AA8B-EAF68B4B1D4F}" type="pres">
      <dgm:prSet presAssocID="{EF44B9D0-2E6C-49F5-A67A-933255A8259D}" presName="root" presStyleCnt="0">
        <dgm:presLayoutVars>
          <dgm:chMax/>
          <dgm:chPref/>
        </dgm:presLayoutVars>
      </dgm:prSet>
      <dgm:spPr/>
    </dgm:pt>
    <dgm:pt modelId="{A24B2795-DD57-47E0-98E8-102E4188757E}" type="pres">
      <dgm:prSet presAssocID="{EF44B9D0-2E6C-49F5-A67A-933255A8259D}" presName="rootComposite" presStyleCnt="0">
        <dgm:presLayoutVars/>
      </dgm:prSet>
      <dgm:spPr/>
    </dgm:pt>
    <dgm:pt modelId="{25D172DF-0F0C-4AD9-B631-870847994E7B}" type="pres">
      <dgm:prSet presAssocID="{EF44B9D0-2E6C-49F5-A67A-933255A8259D}" presName="ParentAccent" presStyleLbl="alignNode1" presStyleIdx="2" presStyleCnt="3"/>
      <dgm:spPr/>
    </dgm:pt>
    <dgm:pt modelId="{1A7EEA44-CC19-4924-B89C-EB9533CD58A8}" type="pres">
      <dgm:prSet presAssocID="{EF44B9D0-2E6C-49F5-A67A-933255A8259D}" presName="ParentSmallAccent" presStyleLbl="fgAcc1" presStyleIdx="2" presStyleCnt="3"/>
      <dgm:spPr/>
    </dgm:pt>
    <dgm:pt modelId="{6F947F51-61B7-4D15-B346-6AD007C9B9C4}" type="pres">
      <dgm:prSet presAssocID="{EF44B9D0-2E6C-49F5-A67A-933255A8259D}" presName="Parent" presStyleLbl="revTx" presStyleIdx="11" presStyleCnt="14">
        <dgm:presLayoutVars>
          <dgm:chMax/>
          <dgm:chPref val="4"/>
          <dgm:bulletEnabled val="1"/>
        </dgm:presLayoutVars>
      </dgm:prSet>
      <dgm:spPr/>
    </dgm:pt>
    <dgm:pt modelId="{E09B7B69-2324-4BAA-8D33-E60B9E3A724D}" type="pres">
      <dgm:prSet presAssocID="{EF44B9D0-2E6C-49F5-A67A-933255A8259D}" presName="childShape" presStyleCnt="0">
        <dgm:presLayoutVars>
          <dgm:chMax val="0"/>
          <dgm:chPref val="0"/>
        </dgm:presLayoutVars>
      </dgm:prSet>
      <dgm:spPr/>
    </dgm:pt>
    <dgm:pt modelId="{1CF2D320-F97E-4C76-8036-269D5E4F8222}" type="pres">
      <dgm:prSet presAssocID="{A85AF651-5448-423B-9F6A-80A8836E93E8}" presName="childComposite" presStyleCnt="0">
        <dgm:presLayoutVars>
          <dgm:chMax val="0"/>
          <dgm:chPref val="0"/>
        </dgm:presLayoutVars>
      </dgm:prSet>
      <dgm:spPr/>
    </dgm:pt>
    <dgm:pt modelId="{21F1CF53-432D-47E4-B5A5-B64383C57F47}" type="pres">
      <dgm:prSet presAssocID="{A85AF651-5448-423B-9F6A-80A8836E93E8}" presName="ChildAccent" presStyleLbl="solidFgAcc1" presStyleIdx="9" presStyleCnt="11"/>
      <dgm:spPr/>
    </dgm:pt>
    <dgm:pt modelId="{3AF6189F-2F0C-446A-81C7-2E5C02F0731F}" type="pres">
      <dgm:prSet presAssocID="{A85AF651-5448-423B-9F6A-80A8836E93E8}" presName="Child" presStyleLbl="revTx" presStyleIdx="12" presStyleCnt="14">
        <dgm:presLayoutVars>
          <dgm:chMax val="0"/>
          <dgm:chPref val="0"/>
          <dgm:bulletEnabled val="1"/>
        </dgm:presLayoutVars>
      </dgm:prSet>
      <dgm:spPr/>
    </dgm:pt>
    <dgm:pt modelId="{0BB32E90-6735-4459-AED4-75947D4E703C}" type="pres">
      <dgm:prSet presAssocID="{DE0922A3-2075-48D8-94D9-FCBF8877A254}" presName="childComposite" presStyleCnt="0">
        <dgm:presLayoutVars>
          <dgm:chMax val="0"/>
          <dgm:chPref val="0"/>
        </dgm:presLayoutVars>
      </dgm:prSet>
      <dgm:spPr/>
    </dgm:pt>
    <dgm:pt modelId="{1A5B4A8E-1632-4BB9-8712-DD82A253C141}" type="pres">
      <dgm:prSet presAssocID="{DE0922A3-2075-48D8-94D9-FCBF8877A254}" presName="ChildAccent" presStyleLbl="solidFgAcc1" presStyleIdx="10" presStyleCnt="11"/>
      <dgm:spPr/>
    </dgm:pt>
    <dgm:pt modelId="{8FF95B6A-FFD5-4C50-8365-D15838288142}" type="pres">
      <dgm:prSet presAssocID="{DE0922A3-2075-48D8-94D9-FCBF8877A254}" presName="Child" presStyleLbl="revTx" presStyleIdx="13" presStyleCnt="14">
        <dgm:presLayoutVars>
          <dgm:chMax val="0"/>
          <dgm:chPref val="0"/>
          <dgm:bulletEnabled val="1"/>
        </dgm:presLayoutVars>
      </dgm:prSet>
      <dgm:spPr/>
    </dgm:pt>
  </dgm:ptLst>
  <dgm:cxnLst>
    <dgm:cxn modelId="{42CF7804-5AE2-4F53-AE73-614C4E617711}" type="presOf" srcId="{EF44B9D0-2E6C-49F5-A67A-933255A8259D}" destId="{6F947F51-61B7-4D15-B346-6AD007C9B9C4}" srcOrd="0" destOrd="0" presId="urn:microsoft.com/office/officeart/2008/layout/SquareAccentList"/>
    <dgm:cxn modelId="{1B40430A-3587-4F7E-A144-970E3197F3FD}" srcId="{FFAE252A-E6BB-43B9-88F1-4A356A99AA0D}" destId="{25D00308-08B0-4BAD-9A15-EE9175DD59B1}" srcOrd="4" destOrd="0" parTransId="{C2640355-C643-4003-B556-C2FCC9F92179}" sibTransId="{EF5C738E-E0DF-4DB5-B85E-A1EA9DC61F6A}"/>
    <dgm:cxn modelId="{3326710C-CA87-4165-BD4B-4F8787EFE23D}" srcId="{FFAE252A-E6BB-43B9-88F1-4A356A99AA0D}" destId="{5AFC707D-8291-43AC-8AC9-1F648BEFD38D}" srcOrd="2" destOrd="0" parTransId="{749A35CC-F5CF-458F-8C1F-FF3624F57A33}" sibTransId="{357E3E33-FE87-47E1-8394-4848B3938F4F}"/>
    <dgm:cxn modelId="{5B86C911-D528-4932-B323-94BB65292650}" srcId="{39E67901-EA14-4D39-A68C-AF4741CBF2CC}" destId="{F87EEA49-3440-4D1C-9A13-FCF3160CEFAA}" srcOrd="1" destOrd="0" parTransId="{AE12B6D4-8D26-43C2-A408-46EC48098D85}" sibTransId="{B4C8665E-9A07-48E0-B4C8-D032B3774CE1}"/>
    <dgm:cxn modelId="{71F25419-CD53-4B0D-B21E-29A25EB44349}" srcId="{39E67901-EA14-4D39-A68C-AF4741CBF2CC}" destId="{1BE7677A-B81E-456C-8553-A1A736E96FC4}" srcOrd="0" destOrd="0" parTransId="{6133E75D-042D-4DB2-B495-F02A2E5FE666}" sibTransId="{8F9D8CFB-2C75-4D8F-90BA-BC89E575B5A2}"/>
    <dgm:cxn modelId="{3A365623-18C6-419C-B2DF-960F9C7FEE35}" type="presOf" srcId="{AC893958-103A-4B13-BF0F-02CF0DC3C184}" destId="{15147B48-8413-4F92-812D-7E4B0FDDF0E2}" srcOrd="0" destOrd="0" presId="urn:microsoft.com/office/officeart/2008/layout/SquareAccentList"/>
    <dgm:cxn modelId="{0B8F9225-4DD9-4E13-B18B-5BBE5AD68170}" type="presOf" srcId="{7E958C9A-3F50-4A89-9AF9-B3F82488D7CE}" destId="{F33937FB-874E-4622-80F8-5D5AAA1773DE}" srcOrd="0" destOrd="0" presId="urn:microsoft.com/office/officeart/2008/layout/SquareAccentList"/>
    <dgm:cxn modelId="{63257B38-183D-4F1F-8112-CDD73B3EE22E}" srcId="{FFAE252A-E6BB-43B9-88F1-4A356A99AA0D}" destId="{F517A5A9-4111-480D-806A-E2FC821009B8}" srcOrd="5" destOrd="0" parTransId="{4FE866EA-9361-428B-892E-88179F9D8FE2}" sibTransId="{4B02F9C8-3A03-4FD0-9D2A-9FBE404B95CC}"/>
    <dgm:cxn modelId="{72BBAC38-E299-4EC0-AB04-B6CCC7357A0C}" srcId="{EF44B9D0-2E6C-49F5-A67A-933255A8259D}" destId="{DE0922A3-2075-48D8-94D9-FCBF8877A254}" srcOrd="1" destOrd="0" parTransId="{8DB6CA24-A7D6-48A4-BA5B-DCFE16C238DD}" sibTransId="{30E43178-B519-4C77-BF43-7A3269CB9E04}"/>
    <dgm:cxn modelId="{2C5FA15D-2B55-419C-A7FB-45D173FC7EDE}" srcId="{FFAE252A-E6BB-43B9-88F1-4A356A99AA0D}" destId="{2058A3BA-57B9-416B-A900-4EAC2516B828}" srcOrd="1" destOrd="0" parTransId="{02BB5523-6D87-4356-8385-B6957A9C9127}" sibTransId="{A06C7983-1ED2-4FCB-A6BC-621C9CB1D8EA}"/>
    <dgm:cxn modelId="{E6D51C5E-E07E-409B-814B-134AC69EB0AB}" srcId="{E569979E-9200-4681-A99C-B4D075AC0896}" destId="{EF44B9D0-2E6C-49F5-A67A-933255A8259D}" srcOrd="2" destOrd="0" parTransId="{C8513B97-14D9-4C55-A4C7-C17A1D3AF468}" sibTransId="{697F06F7-3F69-400F-8E23-297925D8A76C}"/>
    <dgm:cxn modelId="{7BCE3542-CAE3-4845-989F-DF1E5D8719F4}" type="presOf" srcId="{1BE7677A-B81E-456C-8553-A1A736E96FC4}" destId="{983A333B-DF58-49AD-A672-5F511565E2FC}" srcOrd="0" destOrd="0" presId="urn:microsoft.com/office/officeart/2008/layout/SquareAccentList"/>
    <dgm:cxn modelId="{41C52B65-8431-4F8A-9DDC-9329B16613B4}" srcId="{E569979E-9200-4681-A99C-B4D075AC0896}" destId="{FFAE252A-E6BB-43B9-88F1-4A356A99AA0D}" srcOrd="0" destOrd="0" parTransId="{0C4BB2CC-CC8D-4C9B-8646-2354ED953981}" sibTransId="{E8907215-D8AB-4C6A-AB88-6892EDEECBF0}"/>
    <dgm:cxn modelId="{A59DB465-3653-423A-9287-1EF95844F455}" type="presOf" srcId="{F87EEA49-3440-4D1C-9A13-FCF3160CEFAA}" destId="{EFBD0E35-D72C-4D98-BD6D-9338DE3D9A04}" srcOrd="0" destOrd="0" presId="urn:microsoft.com/office/officeart/2008/layout/SquareAccentList"/>
    <dgm:cxn modelId="{11CDB76E-8C16-438D-939C-61605CAE867B}" type="presOf" srcId="{E569979E-9200-4681-A99C-B4D075AC0896}" destId="{7F6713C5-A0F5-474F-9406-2063113246EF}" srcOrd="0" destOrd="0" presId="urn:microsoft.com/office/officeart/2008/layout/SquareAccentList"/>
    <dgm:cxn modelId="{92FC5575-0BCF-44BA-AB21-3E3D8E5FC393}" srcId="{FFAE252A-E6BB-43B9-88F1-4A356A99AA0D}" destId="{2CA990A8-0E22-4C15-B3A4-865FE87ECB86}" srcOrd="3" destOrd="0" parTransId="{1016D9C3-85F5-4F69-8CB1-23A486B9AA8F}" sibTransId="{F72B03AD-9BD7-4808-9BB9-0685C8AAC3B0}"/>
    <dgm:cxn modelId="{2F7B2C58-E28B-41B7-A424-EE8DE4C21CEC}" type="presOf" srcId="{FFAE252A-E6BB-43B9-88F1-4A356A99AA0D}" destId="{2CF223AE-4886-4A99-8C59-4EF1E0CB70CB}" srcOrd="0" destOrd="0" presId="urn:microsoft.com/office/officeart/2008/layout/SquareAccentList"/>
    <dgm:cxn modelId="{E63B065A-10C1-4E03-81CC-8CA5AEBF953A}" type="presOf" srcId="{DE0922A3-2075-48D8-94D9-FCBF8877A254}" destId="{8FF95B6A-FFD5-4C50-8365-D15838288142}" srcOrd="0" destOrd="0" presId="urn:microsoft.com/office/officeart/2008/layout/SquareAccentList"/>
    <dgm:cxn modelId="{6B1A8099-CB6D-4FD7-8829-E7205200D23B}" type="presOf" srcId="{2CA990A8-0E22-4C15-B3A4-865FE87ECB86}" destId="{C3610E13-7EBD-477B-BBFA-1A954A3DCB71}" srcOrd="0" destOrd="0" presId="urn:microsoft.com/office/officeart/2008/layout/SquareAccentList"/>
    <dgm:cxn modelId="{EC5B5DA2-1297-4E96-946E-303831BAD775}" type="presOf" srcId="{25D00308-08B0-4BAD-9A15-EE9175DD59B1}" destId="{C7EC59EC-B4AC-4229-B7DA-17062282A1C4}" srcOrd="0" destOrd="0" presId="urn:microsoft.com/office/officeart/2008/layout/SquareAccentList"/>
    <dgm:cxn modelId="{CB4BF4A6-782C-45DF-8835-1CC736578153}" type="presOf" srcId="{39E67901-EA14-4D39-A68C-AF4741CBF2CC}" destId="{3C615DFD-26D7-45AB-A101-0747FB8A84B1}" srcOrd="0" destOrd="0" presId="urn:microsoft.com/office/officeart/2008/layout/SquareAccentList"/>
    <dgm:cxn modelId="{1C2976B2-6797-45C0-BBF5-3FF7CC24A4BF}" type="presOf" srcId="{2058A3BA-57B9-416B-A900-4EAC2516B828}" destId="{7E5AA6FC-E146-492A-98BF-F06AA8F392B1}" srcOrd="0" destOrd="0" presId="urn:microsoft.com/office/officeart/2008/layout/SquareAccentList"/>
    <dgm:cxn modelId="{D3A30CC4-17B0-4ED8-80B3-6F1292E09763}" srcId="{FFAE252A-E6BB-43B9-88F1-4A356A99AA0D}" destId="{7E958C9A-3F50-4A89-9AF9-B3F82488D7CE}" srcOrd="0" destOrd="0" parTransId="{AB1C0206-91FB-4FEE-80E8-A6BAE77E2F66}" sibTransId="{1BF9CC3B-F8A7-49FC-98A6-D4A83B837768}"/>
    <dgm:cxn modelId="{C41686CE-B33A-4960-BD8D-4B2E8E559AA5}" srcId="{EF44B9D0-2E6C-49F5-A67A-933255A8259D}" destId="{A85AF651-5448-423B-9F6A-80A8836E93E8}" srcOrd="0" destOrd="0" parTransId="{EA550077-88B7-4131-8624-466F7B6B8BA1}" sibTransId="{92006CD6-E46C-40ED-AC87-53253D2762E2}"/>
    <dgm:cxn modelId="{703DB5D0-D6F5-49C8-ACE6-B2EF7CDBD44E}" type="presOf" srcId="{F517A5A9-4111-480D-806A-E2FC821009B8}" destId="{A95B71F4-DD2E-49F9-B089-1EA9D3E4C7D7}" srcOrd="0" destOrd="0" presId="urn:microsoft.com/office/officeart/2008/layout/SquareAccentList"/>
    <dgm:cxn modelId="{107728DE-940D-4453-9FD0-9F76FF37D0C3}" type="presOf" srcId="{A85AF651-5448-423B-9F6A-80A8836E93E8}" destId="{3AF6189F-2F0C-446A-81C7-2E5C02F0731F}" srcOrd="0" destOrd="0" presId="urn:microsoft.com/office/officeart/2008/layout/SquareAccentList"/>
    <dgm:cxn modelId="{A3469FE3-15E2-4FF5-A5D5-9F9B8EBC5156}" type="presOf" srcId="{5AFC707D-8291-43AC-8AC9-1F648BEFD38D}" destId="{641C8947-58C2-429F-AF4A-190770C90748}" srcOrd="0" destOrd="0" presId="urn:microsoft.com/office/officeart/2008/layout/SquareAccentList"/>
    <dgm:cxn modelId="{F4EC1AF5-3B2E-4BA6-AD3F-8D9AEA719F78}" srcId="{39E67901-EA14-4D39-A68C-AF4741CBF2CC}" destId="{AC893958-103A-4B13-BF0F-02CF0DC3C184}" srcOrd="2" destOrd="0" parTransId="{61A37423-8F95-4F7B-A5F3-58C65E889D12}" sibTransId="{17207956-BB74-4557-B65D-1F8080A4ACE4}"/>
    <dgm:cxn modelId="{9CA9E0FF-5EF1-4DE3-A8E1-DABE1FC36042}" srcId="{E569979E-9200-4681-A99C-B4D075AC0896}" destId="{39E67901-EA14-4D39-A68C-AF4741CBF2CC}" srcOrd="1" destOrd="0" parTransId="{F21A693D-E559-446E-8415-69B29848A59E}" sibTransId="{00A0DD80-C546-498C-A7DD-D1327B8D71D4}"/>
    <dgm:cxn modelId="{05D1F807-394D-45DF-8F09-169B336B0ED8}" type="presParOf" srcId="{7F6713C5-A0F5-474F-9406-2063113246EF}" destId="{ADA209C5-BDF1-444C-80AA-9FBD0A4089C1}" srcOrd="0" destOrd="0" presId="urn:microsoft.com/office/officeart/2008/layout/SquareAccentList"/>
    <dgm:cxn modelId="{0EEDBBBA-9506-454C-B7DA-2F656E5E7F46}" type="presParOf" srcId="{ADA209C5-BDF1-444C-80AA-9FBD0A4089C1}" destId="{2777AFE8-E6F5-47D3-934B-6AE32A8559C3}" srcOrd="0" destOrd="0" presId="urn:microsoft.com/office/officeart/2008/layout/SquareAccentList"/>
    <dgm:cxn modelId="{C26D6EDF-8DA3-4768-8421-8A4082B51C36}" type="presParOf" srcId="{2777AFE8-E6F5-47D3-934B-6AE32A8559C3}" destId="{FF7E2C0B-5D17-46A3-AD9E-B6A46FC06800}" srcOrd="0" destOrd="0" presId="urn:microsoft.com/office/officeart/2008/layout/SquareAccentList"/>
    <dgm:cxn modelId="{97ED913A-D49E-4648-835C-5AC57F29B989}" type="presParOf" srcId="{2777AFE8-E6F5-47D3-934B-6AE32A8559C3}" destId="{9B85C6ED-4EEC-4060-899D-6EA6A8A01165}" srcOrd="1" destOrd="0" presId="urn:microsoft.com/office/officeart/2008/layout/SquareAccentList"/>
    <dgm:cxn modelId="{C63EE748-5D3F-4D55-8F5B-6662FEE23CDB}" type="presParOf" srcId="{2777AFE8-E6F5-47D3-934B-6AE32A8559C3}" destId="{2CF223AE-4886-4A99-8C59-4EF1E0CB70CB}" srcOrd="2" destOrd="0" presId="urn:microsoft.com/office/officeart/2008/layout/SquareAccentList"/>
    <dgm:cxn modelId="{1BEE31FA-303B-4DBF-AF34-A3C58005D033}" type="presParOf" srcId="{ADA209C5-BDF1-444C-80AA-9FBD0A4089C1}" destId="{580FB607-8422-4658-8C02-28EA78C2541A}" srcOrd="1" destOrd="0" presId="urn:microsoft.com/office/officeart/2008/layout/SquareAccentList"/>
    <dgm:cxn modelId="{05647233-B4E0-4418-9752-13197BA5B24A}" type="presParOf" srcId="{580FB607-8422-4658-8C02-28EA78C2541A}" destId="{0CCACBCA-4377-4946-B0BA-1E26C72E56B2}" srcOrd="0" destOrd="0" presId="urn:microsoft.com/office/officeart/2008/layout/SquareAccentList"/>
    <dgm:cxn modelId="{C1F0EF2E-D56E-4A6F-ABC5-85F7496187B2}" type="presParOf" srcId="{0CCACBCA-4377-4946-B0BA-1E26C72E56B2}" destId="{2BDA0B89-2F5D-484C-8D69-A24F6F4C2857}" srcOrd="0" destOrd="0" presId="urn:microsoft.com/office/officeart/2008/layout/SquareAccentList"/>
    <dgm:cxn modelId="{0BBA2FBB-DB7F-49C7-BE39-DC17AE4144F6}" type="presParOf" srcId="{0CCACBCA-4377-4946-B0BA-1E26C72E56B2}" destId="{F33937FB-874E-4622-80F8-5D5AAA1773DE}" srcOrd="1" destOrd="0" presId="urn:microsoft.com/office/officeart/2008/layout/SquareAccentList"/>
    <dgm:cxn modelId="{0F6F9E60-79E0-43B4-B6B2-5EE88FEE3D61}" type="presParOf" srcId="{580FB607-8422-4658-8C02-28EA78C2541A}" destId="{3453167D-0878-4336-A14A-411DEE6DC94C}" srcOrd="1" destOrd="0" presId="urn:microsoft.com/office/officeart/2008/layout/SquareAccentList"/>
    <dgm:cxn modelId="{612B7F1D-2950-43F1-B09F-A0C8B360CB26}" type="presParOf" srcId="{3453167D-0878-4336-A14A-411DEE6DC94C}" destId="{CB2A49E3-8D1E-4361-826B-2BA76DD7AFD5}" srcOrd="0" destOrd="0" presId="urn:microsoft.com/office/officeart/2008/layout/SquareAccentList"/>
    <dgm:cxn modelId="{0B145513-E860-43E5-9FE0-9EC1242BF683}" type="presParOf" srcId="{3453167D-0878-4336-A14A-411DEE6DC94C}" destId="{7E5AA6FC-E146-492A-98BF-F06AA8F392B1}" srcOrd="1" destOrd="0" presId="urn:microsoft.com/office/officeart/2008/layout/SquareAccentList"/>
    <dgm:cxn modelId="{186AC5F3-63C2-43AB-8DED-A617AC582D63}" type="presParOf" srcId="{580FB607-8422-4658-8C02-28EA78C2541A}" destId="{686AE890-B027-440F-82BD-B23471CE4066}" srcOrd="2" destOrd="0" presId="urn:microsoft.com/office/officeart/2008/layout/SquareAccentList"/>
    <dgm:cxn modelId="{F2D92321-8ABF-4066-A99C-A0DE380388F0}" type="presParOf" srcId="{686AE890-B027-440F-82BD-B23471CE4066}" destId="{C84A512B-C9BB-4609-A041-99AFFCE25316}" srcOrd="0" destOrd="0" presId="urn:microsoft.com/office/officeart/2008/layout/SquareAccentList"/>
    <dgm:cxn modelId="{45A1363D-B832-4CE3-84D2-20C976380CA3}" type="presParOf" srcId="{686AE890-B027-440F-82BD-B23471CE4066}" destId="{641C8947-58C2-429F-AF4A-190770C90748}" srcOrd="1" destOrd="0" presId="urn:microsoft.com/office/officeart/2008/layout/SquareAccentList"/>
    <dgm:cxn modelId="{3856A369-956A-4618-A1C1-31D593D4EE8A}" type="presParOf" srcId="{580FB607-8422-4658-8C02-28EA78C2541A}" destId="{123D8A31-C2DF-419E-A7BE-0FC7D14DA196}" srcOrd="3" destOrd="0" presId="urn:microsoft.com/office/officeart/2008/layout/SquareAccentList"/>
    <dgm:cxn modelId="{6E8D3CF7-6155-431B-9E23-E9DC4160758A}" type="presParOf" srcId="{123D8A31-C2DF-419E-A7BE-0FC7D14DA196}" destId="{ED4F9BC4-03CC-4501-80B2-02E30A36C837}" srcOrd="0" destOrd="0" presId="urn:microsoft.com/office/officeart/2008/layout/SquareAccentList"/>
    <dgm:cxn modelId="{20FF74DD-105D-4CDD-BA48-890FC06B88E5}" type="presParOf" srcId="{123D8A31-C2DF-419E-A7BE-0FC7D14DA196}" destId="{C3610E13-7EBD-477B-BBFA-1A954A3DCB71}" srcOrd="1" destOrd="0" presId="urn:microsoft.com/office/officeart/2008/layout/SquareAccentList"/>
    <dgm:cxn modelId="{585C6341-2B42-40FC-A826-DF6F9BDB1E88}" type="presParOf" srcId="{580FB607-8422-4658-8C02-28EA78C2541A}" destId="{8DDEAC39-A800-44B3-A065-64EA3552D8F7}" srcOrd="4" destOrd="0" presId="urn:microsoft.com/office/officeart/2008/layout/SquareAccentList"/>
    <dgm:cxn modelId="{450FBE75-DFFD-4011-B5F7-C6F00A182B97}" type="presParOf" srcId="{8DDEAC39-A800-44B3-A065-64EA3552D8F7}" destId="{041E12DE-7632-46AD-8351-DFFC949625AD}" srcOrd="0" destOrd="0" presId="urn:microsoft.com/office/officeart/2008/layout/SquareAccentList"/>
    <dgm:cxn modelId="{AA4F123F-A62E-47A0-8518-A09E1FDE75F1}" type="presParOf" srcId="{8DDEAC39-A800-44B3-A065-64EA3552D8F7}" destId="{C7EC59EC-B4AC-4229-B7DA-17062282A1C4}" srcOrd="1" destOrd="0" presId="urn:microsoft.com/office/officeart/2008/layout/SquareAccentList"/>
    <dgm:cxn modelId="{F0AEDCB9-2A73-4A48-9BA4-B6B08355694B}" type="presParOf" srcId="{580FB607-8422-4658-8C02-28EA78C2541A}" destId="{6FC55460-3B01-4DC0-9494-D88B5C66D069}" srcOrd="5" destOrd="0" presId="urn:microsoft.com/office/officeart/2008/layout/SquareAccentList"/>
    <dgm:cxn modelId="{FDD6A281-4D5C-4A74-B8A2-3552740CB155}" type="presParOf" srcId="{6FC55460-3B01-4DC0-9494-D88B5C66D069}" destId="{AB71DB2C-0061-4588-A1DF-FE0970475ADA}" srcOrd="0" destOrd="0" presId="urn:microsoft.com/office/officeart/2008/layout/SquareAccentList"/>
    <dgm:cxn modelId="{19C9D66A-46A0-4B85-8827-BF643461ADE3}" type="presParOf" srcId="{6FC55460-3B01-4DC0-9494-D88B5C66D069}" destId="{A95B71F4-DD2E-49F9-B089-1EA9D3E4C7D7}" srcOrd="1" destOrd="0" presId="urn:microsoft.com/office/officeart/2008/layout/SquareAccentList"/>
    <dgm:cxn modelId="{9F32BBE5-7198-40BC-BCC5-93D9E8FC127D}" type="presParOf" srcId="{7F6713C5-A0F5-474F-9406-2063113246EF}" destId="{01F545EA-BAF3-40FD-BE26-2B3CFACBB224}" srcOrd="1" destOrd="0" presId="urn:microsoft.com/office/officeart/2008/layout/SquareAccentList"/>
    <dgm:cxn modelId="{C1C24849-DB71-4448-B088-21BB50C2B49F}" type="presParOf" srcId="{01F545EA-BAF3-40FD-BE26-2B3CFACBB224}" destId="{0C0F2911-2ED8-4447-9EA4-9A03F3037A7B}" srcOrd="0" destOrd="0" presId="urn:microsoft.com/office/officeart/2008/layout/SquareAccentList"/>
    <dgm:cxn modelId="{7E8393EE-58E8-4F50-A332-8998EBB9692D}" type="presParOf" srcId="{0C0F2911-2ED8-4447-9EA4-9A03F3037A7B}" destId="{87D2B192-63C6-4347-8599-85F53DA0401C}" srcOrd="0" destOrd="0" presId="urn:microsoft.com/office/officeart/2008/layout/SquareAccentList"/>
    <dgm:cxn modelId="{381F79AF-EC5E-4775-A073-07EC92C30D6D}" type="presParOf" srcId="{0C0F2911-2ED8-4447-9EA4-9A03F3037A7B}" destId="{54E71F8F-BB39-4534-B952-831FCEC57B37}" srcOrd="1" destOrd="0" presId="urn:microsoft.com/office/officeart/2008/layout/SquareAccentList"/>
    <dgm:cxn modelId="{5B9841D8-22B2-4DB9-975D-DBE5A9D037B2}" type="presParOf" srcId="{0C0F2911-2ED8-4447-9EA4-9A03F3037A7B}" destId="{3C615DFD-26D7-45AB-A101-0747FB8A84B1}" srcOrd="2" destOrd="0" presId="urn:microsoft.com/office/officeart/2008/layout/SquareAccentList"/>
    <dgm:cxn modelId="{0E255A26-ABF5-4CB1-95F8-14239B7C5AB0}" type="presParOf" srcId="{01F545EA-BAF3-40FD-BE26-2B3CFACBB224}" destId="{FBB4B834-8ADC-482D-A0C2-425F18EFE555}" srcOrd="1" destOrd="0" presId="urn:microsoft.com/office/officeart/2008/layout/SquareAccentList"/>
    <dgm:cxn modelId="{552373CE-CDA5-47E6-BD7C-F99DFE08A8E1}" type="presParOf" srcId="{FBB4B834-8ADC-482D-A0C2-425F18EFE555}" destId="{5566058A-1683-4F81-910A-3CB9E86AFE82}" srcOrd="0" destOrd="0" presId="urn:microsoft.com/office/officeart/2008/layout/SquareAccentList"/>
    <dgm:cxn modelId="{E8013233-8D30-4CC4-983C-FD3079F74D48}" type="presParOf" srcId="{5566058A-1683-4F81-910A-3CB9E86AFE82}" destId="{0E584C61-9AA1-40AE-907F-AE902030BC01}" srcOrd="0" destOrd="0" presId="urn:microsoft.com/office/officeart/2008/layout/SquareAccentList"/>
    <dgm:cxn modelId="{E1C5BED8-ECDE-4A02-89A8-C7B8EA39D5A5}" type="presParOf" srcId="{5566058A-1683-4F81-910A-3CB9E86AFE82}" destId="{983A333B-DF58-49AD-A672-5F511565E2FC}" srcOrd="1" destOrd="0" presId="urn:microsoft.com/office/officeart/2008/layout/SquareAccentList"/>
    <dgm:cxn modelId="{6587DFA5-69B9-479F-B418-B4788D073AD3}" type="presParOf" srcId="{FBB4B834-8ADC-482D-A0C2-425F18EFE555}" destId="{B9206F63-3B10-4E5C-87F6-CF5536734C64}" srcOrd="1" destOrd="0" presId="urn:microsoft.com/office/officeart/2008/layout/SquareAccentList"/>
    <dgm:cxn modelId="{5AA3FB5F-B339-4FF3-94BB-F798B929F572}" type="presParOf" srcId="{B9206F63-3B10-4E5C-87F6-CF5536734C64}" destId="{BA119FC8-93E0-4976-89AE-75409CC342C2}" srcOrd="0" destOrd="0" presId="urn:microsoft.com/office/officeart/2008/layout/SquareAccentList"/>
    <dgm:cxn modelId="{5C1147B9-ADCA-40F4-A2D4-C2A3FA0C7B1E}" type="presParOf" srcId="{B9206F63-3B10-4E5C-87F6-CF5536734C64}" destId="{EFBD0E35-D72C-4D98-BD6D-9338DE3D9A04}" srcOrd="1" destOrd="0" presId="urn:microsoft.com/office/officeart/2008/layout/SquareAccentList"/>
    <dgm:cxn modelId="{A423BE06-5F3C-4B6E-A88A-435E69A10BB6}" type="presParOf" srcId="{FBB4B834-8ADC-482D-A0C2-425F18EFE555}" destId="{ABA3A687-BE2E-430F-A76C-5959E7779EF3}" srcOrd="2" destOrd="0" presId="urn:microsoft.com/office/officeart/2008/layout/SquareAccentList"/>
    <dgm:cxn modelId="{C1F47043-10C0-4813-A354-B16C630584D4}" type="presParOf" srcId="{ABA3A687-BE2E-430F-A76C-5959E7779EF3}" destId="{1D9D0C2A-E7F9-46E9-A9AE-FC52811A3200}" srcOrd="0" destOrd="0" presId="urn:microsoft.com/office/officeart/2008/layout/SquareAccentList"/>
    <dgm:cxn modelId="{1AEB2CF5-F1FC-4750-B509-C81A14569ACB}" type="presParOf" srcId="{ABA3A687-BE2E-430F-A76C-5959E7779EF3}" destId="{15147B48-8413-4F92-812D-7E4B0FDDF0E2}" srcOrd="1" destOrd="0" presId="urn:microsoft.com/office/officeart/2008/layout/SquareAccentList"/>
    <dgm:cxn modelId="{54469CDD-58E9-459F-916E-277B805A60F2}" type="presParOf" srcId="{7F6713C5-A0F5-474F-9406-2063113246EF}" destId="{9D15BE99-7007-4CB1-AA8B-EAF68B4B1D4F}" srcOrd="2" destOrd="0" presId="urn:microsoft.com/office/officeart/2008/layout/SquareAccentList"/>
    <dgm:cxn modelId="{F8F44E88-D223-4F68-8636-CC053F45F592}" type="presParOf" srcId="{9D15BE99-7007-4CB1-AA8B-EAF68B4B1D4F}" destId="{A24B2795-DD57-47E0-98E8-102E4188757E}" srcOrd="0" destOrd="0" presId="urn:microsoft.com/office/officeart/2008/layout/SquareAccentList"/>
    <dgm:cxn modelId="{A9C02B0E-683F-4B1F-83CE-2CE2664D668F}" type="presParOf" srcId="{A24B2795-DD57-47E0-98E8-102E4188757E}" destId="{25D172DF-0F0C-4AD9-B631-870847994E7B}" srcOrd="0" destOrd="0" presId="urn:microsoft.com/office/officeart/2008/layout/SquareAccentList"/>
    <dgm:cxn modelId="{D855213A-6239-46E8-940F-931E922C5471}" type="presParOf" srcId="{A24B2795-DD57-47E0-98E8-102E4188757E}" destId="{1A7EEA44-CC19-4924-B89C-EB9533CD58A8}" srcOrd="1" destOrd="0" presId="urn:microsoft.com/office/officeart/2008/layout/SquareAccentList"/>
    <dgm:cxn modelId="{1BCE2DE2-F2DD-47B7-926C-7E0DD007DC44}" type="presParOf" srcId="{A24B2795-DD57-47E0-98E8-102E4188757E}" destId="{6F947F51-61B7-4D15-B346-6AD007C9B9C4}" srcOrd="2" destOrd="0" presId="urn:microsoft.com/office/officeart/2008/layout/SquareAccentList"/>
    <dgm:cxn modelId="{684F48CF-4FAA-4FBD-A90D-4F746C07D6EF}" type="presParOf" srcId="{9D15BE99-7007-4CB1-AA8B-EAF68B4B1D4F}" destId="{E09B7B69-2324-4BAA-8D33-E60B9E3A724D}" srcOrd="1" destOrd="0" presId="urn:microsoft.com/office/officeart/2008/layout/SquareAccentList"/>
    <dgm:cxn modelId="{687E7EC9-91F7-4BAA-B66A-F18C5E89532C}" type="presParOf" srcId="{E09B7B69-2324-4BAA-8D33-E60B9E3A724D}" destId="{1CF2D320-F97E-4C76-8036-269D5E4F8222}" srcOrd="0" destOrd="0" presId="urn:microsoft.com/office/officeart/2008/layout/SquareAccentList"/>
    <dgm:cxn modelId="{D5AE603F-FD8E-4FBF-8C7F-A0F35D45E5F1}" type="presParOf" srcId="{1CF2D320-F97E-4C76-8036-269D5E4F8222}" destId="{21F1CF53-432D-47E4-B5A5-B64383C57F47}" srcOrd="0" destOrd="0" presId="urn:microsoft.com/office/officeart/2008/layout/SquareAccentList"/>
    <dgm:cxn modelId="{761255B1-0F9E-4667-A864-BF1E8CED5F34}" type="presParOf" srcId="{1CF2D320-F97E-4C76-8036-269D5E4F8222}" destId="{3AF6189F-2F0C-446A-81C7-2E5C02F0731F}" srcOrd="1" destOrd="0" presId="urn:microsoft.com/office/officeart/2008/layout/SquareAccentList"/>
    <dgm:cxn modelId="{DC976530-FF9D-49C9-81B9-93434D74B28C}" type="presParOf" srcId="{E09B7B69-2324-4BAA-8D33-E60B9E3A724D}" destId="{0BB32E90-6735-4459-AED4-75947D4E703C}" srcOrd="1" destOrd="0" presId="urn:microsoft.com/office/officeart/2008/layout/SquareAccentList"/>
    <dgm:cxn modelId="{600B567C-A957-4779-9919-A5ADBB67C899}" type="presParOf" srcId="{0BB32E90-6735-4459-AED4-75947D4E703C}" destId="{1A5B4A8E-1632-4BB9-8712-DD82A253C141}" srcOrd="0" destOrd="0" presId="urn:microsoft.com/office/officeart/2008/layout/SquareAccentList"/>
    <dgm:cxn modelId="{CCE80DFC-F6C8-4F64-8D4C-57574528FCAB}" type="presParOf" srcId="{0BB32E90-6735-4459-AED4-75947D4E703C}" destId="{8FF95B6A-FFD5-4C50-8365-D15838288142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E2C0B-5D17-46A3-AD9E-B6A46FC06800}">
      <dsp:nvSpPr>
        <dsp:cNvPr id="0" name=""/>
        <dsp:cNvSpPr/>
      </dsp:nvSpPr>
      <dsp:spPr>
        <a:xfrm>
          <a:off x="3924" y="650765"/>
          <a:ext cx="3079181" cy="3622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5C6ED-4EEC-4060-899D-6EA6A8A01165}">
      <dsp:nvSpPr>
        <dsp:cNvPr id="0" name=""/>
        <dsp:cNvSpPr/>
      </dsp:nvSpPr>
      <dsp:spPr>
        <a:xfrm>
          <a:off x="3924" y="786814"/>
          <a:ext cx="226207" cy="22620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F223AE-4886-4A99-8C59-4EF1E0CB70CB}">
      <dsp:nvSpPr>
        <dsp:cNvPr id="0" name=""/>
        <dsp:cNvSpPr/>
      </dsp:nvSpPr>
      <dsp:spPr>
        <a:xfrm>
          <a:off x="3924" y="0"/>
          <a:ext cx="3079181" cy="650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Requirements Analysis</a:t>
          </a:r>
        </a:p>
      </dsp:txBody>
      <dsp:txXfrm>
        <a:off x="3924" y="0"/>
        <a:ext cx="3079181" cy="650765"/>
      </dsp:txXfrm>
    </dsp:sp>
    <dsp:sp modelId="{2BDA0B89-2F5D-484C-8D69-A24F6F4C2857}">
      <dsp:nvSpPr>
        <dsp:cNvPr id="0" name=""/>
        <dsp:cNvSpPr/>
      </dsp:nvSpPr>
      <dsp:spPr>
        <a:xfrm>
          <a:off x="3924" y="1314097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937FB-874E-4622-80F8-5D5AAA1773DE}">
      <dsp:nvSpPr>
        <dsp:cNvPr id="0" name=""/>
        <dsp:cNvSpPr/>
      </dsp:nvSpPr>
      <dsp:spPr>
        <a:xfrm>
          <a:off x="219466" y="1163559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Is requirement related to coding standards?</a:t>
          </a:r>
        </a:p>
      </dsp:txBody>
      <dsp:txXfrm>
        <a:off x="219466" y="1163559"/>
        <a:ext cx="2863638" cy="527277"/>
      </dsp:txXfrm>
    </dsp:sp>
    <dsp:sp modelId="{CB2A49E3-8D1E-4361-826B-2BA76DD7AFD5}">
      <dsp:nvSpPr>
        <dsp:cNvPr id="0" name=""/>
        <dsp:cNvSpPr/>
      </dsp:nvSpPr>
      <dsp:spPr>
        <a:xfrm>
          <a:off x="3924" y="1841375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AA6FC-E146-492A-98BF-F06AA8F392B1}">
      <dsp:nvSpPr>
        <dsp:cNvPr id="0" name=""/>
        <dsp:cNvSpPr/>
      </dsp:nvSpPr>
      <dsp:spPr>
        <a:xfrm>
          <a:off x="219466" y="1690837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Requirement is an information for developer</a:t>
          </a:r>
        </a:p>
      </dsp:txBody>
      <dsp:txXfrm>
        <a:off x="219466" y="1690837"/>
        <a:ext cx="2863638" cy="527277"/>
      </dsp:txXfrm>
    </dsp:sp>
    <dsp:sp modelId="{C84A512B-C9BB-4609-A041-99AFFCE25316}">
      <dsp:nvSpPr>
        <dsp:cNvPr id="0" name=""/>
        <dsp:cNvSpPr/>
      </dsp:nvSpPr>
      <dsp:spPr>
        <a:xfrm>
          <a:off x="3924" y="2368653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1C8947-58C2-429F-AF4A-190770C90748}">
      <dsp:nvSpPr>
        <dsp:cNvPr id="0" name=""/>
        <dsp:cNvSpPr/>
      </dsp:nvSpPr>
      <dsp:spPr>
        <a:xfrm>
          <a:off x="219466" y="2218115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Stringent timing requirements</a:t>
          </a:r>
        </a:p>
      </dsp:txBody>
      <dsp:txXfrm>
        <a:off x="219466" y="2218115"/>
        <a:ext cx="2863638" cy="527277"/>
      </dsp:txXfrm>
    </dsp:sp>
    <dsp:sp modelId="{ED4F9BC4-03CC-4501-80B2-02E30A36C837}">
      <dsp:nvSpPr>
        <dsp:cNvPr id="0" name=""/>
        <dsp:cNvSpPr/>
      </dsp:nvSpPr>
      <dsp:spPr>
        <a:xfrm>
          <a:off x="3924" y="2895931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10E13-7EBD-477B-BBFA-1A954A3DCB71}">
      <dsp:nvSpPr>
        <dsp:cNvPr id="0" name=""/>
        <dsp:cNvSpPr/>
      </dsp:nvSpPr>
      <dsp:spPr>
        <a:xfrm>
          <a:off x="219466" y="2745393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Requirement is to be validated physically</a:t>
          </a:r>
        </a:p>
      </dsp:txBody>
      <dsp:txXfrm>
        <a:off x="219466" y="2745393"/>
        <a:ext cx="2863638" cy="527277"/>
      </dsp:txXfrm>
    </dsp:sp>
    <dsp:sp modelId="{041E12DE-7632-46AD-8351-DFFC949625AD}">
      <dsp:nvSpPr>
        <dsp:cNvPr id="0" name=""/>
        <dsp:cNvSpPr/>
      </dsp:nvSpPr>
      <dsp:spPr>
        <a:xfrm>
          <a:off x="3924" y="3423208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C59EC-B4AC-4229-B7DA-17062282A1C4}">
      <dsp:nvSpPr>
        <dsp:cNvPr id="0" name=""/>
        <dsp:cNvSpPr/>
      </dsp:nvSpPr>
      <dsp:spPr>
        <a:xfrm>
          <a:off x="219466" y="3272671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Dependency on non-automatable tools/ software</a:t>
          </a:r>
        </a:p>
      </dsp:txBody>
      <dsp:txXfrm>
        <a:off x="219466" y="3272671"/>
        <a:ext cx="2863638" cy="527277"/>
      </dsp:txXfrm>
    </dsp:sp>
    <dsp:sp modelId="{AB71DB2C-0061-4588-A1DF-FE0970475ADA}">
      <dsp:nvSpPr>
        <dsp:cNvPr id="0" name=""/>
        <dsp:cNvSpPr/>
      </dsp:nvSpPr>
      <dsp:spPr>
        <a:xfrm>
          <a:off x="3924" y="3950486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5B71F4-DD2E-49F9-B089-1EA9D3E4C7D7}">
      <dsp:nvSpPr>
        <dsp:cNvPr id="0" name=""/>
        <dsp:cNvSpPr/>
      </dsp:nvSpPr>
      <dsp:spPr>
        <a:xfrm>
          <a:off x="219466" y="3799948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Existing Test Setup Limitation</a:t>
          </a:r>
        </a:p>
      </dsp:txBody>
      <dsp:txXfrm>
        <a:off x="219466" y="3799948"/>
        <a:ext cx="2863638" cy="527277"/>
      </dsp:txXfrm>
    </dsp:sp>
    <dsp:sp modelId="{87D2B192-63C6-4347-8599-85F53DA0401C}">
      <dsp:nvSpPr>
        <dsp:cNvPr id="0" name=""/>
        <dsp:cNvSpPr/>
      </dsp:nvSpPr>
      <dsp:spPr>
        <a:xfrm>
          <a:off x="3237064" y="650765"/>
          <a:ext cx="3079181" cy="3622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71F8F-BB39-4534-B952-831FCEC57B37}">
      <dsp:nvSpPr>
        <dsp:cNvPr id="0" name=""/>
        <dsp:cNvSpPr/>
      </dsp:nvSpPr>
      <dsp:spPr>
        <a:xfrm>
          <a:off x="3237064" y="786814"/>
          <a:ext cx="226207" cy="22620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615DFD-26D7-45AB-A101-0747FB8A84B1}">
      <dsp:nvSpPr>
        <dsp:cNvPr id="0" name=""/>
        <dsp:cNvSpPr/>
      </dsp:nvSpPr>
      <dsp:spPr>
        <a:xfrm>
          <a:off x="3237064" y="0"/>
          <a:ext cx="3079181" cy="650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Modules Availability</a:t>
          </a:r>
        </a:p>
      </dsp:txBody>
      <dsp:txXfrm>
        <a:off x="3237064" y="0"/>
        <a:ext cx="3079181" cy="650765"/>
      </dsp:txXfrm>
    </dsp:sp>
    <dsp:sp modelId="{0E584C61-9AA1-40AE-907F-AE902030BC01}">
      <dsp:nvSpPr>
        <dsp:cNvPr id="0" name=""/>
        <dsp:cNvSpPr/>
      </dsp:nvSpPr>
      <dsp:spPr>
        <a:xfrm>
          <a:off x="3237064" y="1314097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A333B-DF58-49AD-A672-5F511565E2FC}">
      <dsp:nvSpPr>
        <dsp:cNvPr id="0" name=""/>
        <dsp:cNvSpPr/>
      </dsp:nvSpPr>
      <dsp:spPr>
        <a:xfrm>
          <a:off x="3452607" y="1163559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Module Exists?</a:t>
          </a:r>
        </a:p>
      </dsp:txBody>
      <dsp:txXfrm>
        <a:off x="3452607" y="1163559"/>
        <a:ext cx="2863638" cy="527277"/>
      </dsp:txXfrm>
    </dsp:sp>
    <dsp:sp modelId="{BA119FC8-93E0-4976-89AE-75409CC342C2}">
      <dsp:nvSpPr>
        <dsp:cNvPr id="0" name=""/>
        <dsp:cNvSpPr/>
      </dsp:nvSpPr>
      <dsp:spPr>
        <a:xfrm>
          <a:off x="3237064" y="1841375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BD0E35-D72C-4D98-BD6D-9338DE3D9A04}">
      <dsp:nvSpPr>
        <dsp:cNvPr id="0" name=""/>
        <dsp:cNvSpPr/>
      </dsp:nvSpPr>
      <dsp:spPr>
        <a:xfrm>
          <a:off x="3452607" y="1690837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Feasibility for Module Development</a:t>
          </a:r>
        </a:p>
      </dsp:txBody>
      <dsp:txXfrm>
        <a:off x="3452607" y="1690837"/>
        <a:ext cx="2863638" cy="527277"/>
      </dsp:txXfrm>
    </dsp:sp>
    <dsp:sp modelId="{1D9D0C2A-E7F9-46E9-A9AE-FC52811A3200}">
      <dsp:nvSpPr>
        <dsp:cNvPr id="0" name=""/>
        <dsp:cNvSpPr/>
      </dsp:nvSpPr>
      <dsp:spPr>
        <a:xfrm>
          <a:off x="3237064" y="2368653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147B48-8413-4F92-812D-7E4B0FDDF0E2}">
      <dsp:nvSpPr>
        <dsp:cNvPr id="0" name=""/>
        <dsp:cNvSpPr/>
      </dsp:nvSpPr>
      <dsp:spPr>
        <a:xfrm>
          <a:off x="3452607" y="2218115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Additional Resources Required?</a:t>
          </a:r>
        </a:p>
      </dsp:txBody>
      <dsp:txXfrm>
        <a:off x="3452607" y="2218115"/>
        <a:ext cx="2863638" cy="527277"/>
      </dsp:txXfrm>
    </dsp:sp>
    <dsp:sp modelId="{25D172DF-0F0C-4AD9-B631-870847994E7B}">
      <dsp:nvSpPr>
        <dsp:cNvPr id="0" name=""/>
        <dsp:cNvSpPr/>
      </dsp:nvSpPr>
      <dsp:spPr>
        <a:xfrm>
          <a:off x="6470204" y="650765"/>
          <a:ext cx="3079181" cy="3622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EEA44-CC19-4924-B89C-EB9533CD58A8}">
      <dsp:nvSpPr>
        <dsp:cNvPr id="0" name=""/>
        <dsp:cNvSpPr/>
      </dsp:nvSpPr>
      <dsp:spPr>
        <a:xfrm>
          <a:off x="6470204" y="786814"/>
          <a:ext cx="226207" cy="22620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947F51-61B7-4D15-B346-6AD007C9B9C4}">
      <dsp:nvSpPr>
        <dsp:cNvPr id="0" name=""/>
        <dsp:cNvSpPr/>
      </dsp:nvSpPr>
      <dsp:spPr>
        <a:xfrm>
          <a:off x="6470204" y="0"/>
          <a:ext cx="3079181" cy="650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Deployment Challenges</a:t>
          </a:r>
        </a:p>
      </dsp:txBody>
      <dsp:txXfrm>
        <a:off x="6470204" y="0"/>
        <a:ext cx="3079181" cy="650765"/>
      </dsp:txXfrm>
    </dsp:sp>
    <dsp:sp modelId="{21F1CF53-432D-47E4-B5A5-B64383C57F47}">
      <dsp:nvSpPr>
        <dsp:cNvPr id="0" name=""/>
        <dsp:cNvSpPr/>
      </dsp:nvSpPr>
      <dsp:spPr>
        <a:xfrm>
          <a:off x="6470204" y="1314097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6189F-2F0C-446A-81C7-2E5C02F0731F}">
      <dsp:nvSpPr>
        <dsp:cNvPr id="0" name=""/>
        <dsp:cNvSpPr/>
      </dsp:nvSpPr>
      <dsp:spPr>
        <a:xfrm>
          <a:off x="6685747" y="1163559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Harness Constraints</a:t>
          </a:r>
        </a:p>
      </dsp:txBody>
      <dsp:txXfrm>
        <a:off x="6685747" y="1163559"/>
        <a:ext cx="2863638" cy="527277"/>
      </dsp:txXfrm>
    </dsp:sp>
    <dsp:sp modelId="{1A5B4A8E-1632-4BB9-8712-DD82A253C141}">
      <dsp:nvSpPr>
        <dsp:cNvPr id="0" name=""/>
        <dsp:cNvSpPr/>
      </dsp:nvSpPr>
      <dsp:spPr>
        <a:xfrm>
          <a:off x="6470204" y="1841375"/>
          <a:ext cx="226202" cy="2262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95B6A-FFD5-4C50-8365-D15838288142}">
      <dsp:nvSpPr>
        <dsp:cNvPr id="0" name=""/>
        <dsp:cNvSpPr/>
      </dsp:nvSpPr>
      <dsp:spPr>
        <a:xfrm>
          <a:off x="6685747" y="1690837"/>
          <a:ext cx="2863638" cy="527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Power Requirement Constraints</a:t>
          </a:r>
        </a:p>
      </dsp:txBody>
      <dsp:txXfrm>
        <a:off x="6685747" y="1690837"/>
        <a:ext cx="2863638" cy="5272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5E3C-E8D3-6004-F48E-FF16DAE68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9E14C-8739-15E8-4C0B-0182B1A5D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00E3A-AFD1-9799-DC05-6D42ACF7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E1B89-E0D6-3C2C-DAA5-B3B84AAF2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E51D6-812C-C467-2AC5-87E026AC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3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FB16-5851-C835-19DE-9C3877499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B1840-604D-2EA5-51BF-2B161E214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57F75-3A01-9B7E-5DB8-4E39388D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3F9FA-363D-2017-C76B-38B76C938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B2AE1-15DD-D7EC-A0E0-1EAF1FDC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4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84D7-5B4D-C652-06C5-99866B748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A334-63C9-0437-FBDB-D74BB4091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2682F-F138-05DD-F9D7-78540D4FD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F9E7B-030B-500A-A0E3-9574D03C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1435A-C3FB-B4C2-49AE-D1F84F78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6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82E4-563C-2AFB-E347-F37BCF8A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10BD-CA21-6CC5-DAE1-FFC3BC014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6A1B2-B3B5-62E9-2BA5-02A92478D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C296C-91F8-86D2-BE02-E4EDB3E1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97555-2080-72F4-17B4-41B98DC8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DC366-8EB9-BEF7-8912-304EF454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8C30-B554-9A28-6AE5-E0741CDA3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2D89-6C7D-6A5B-B035-2A0D0F4A1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B674D-E7B1-A63A-321E-809EE7ED8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7DE81-D67C-A622-40DC-8FE362CFD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C66B1B-61D7-43E5-74FA-1476BFF09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5727D2-AD05-443D-ECCD-8F48248F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36AC58-319C-0948-CBED-F36C8CA3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F91457-19F7-965A-7829-7D4FAA85B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47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64E2-1280-96AC-4C24-BE45196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DF9E76-D1CD-EFA3-746E-B06213C94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09564-BC6C-47A4-E563-14AAA488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22BC3-2A45-83F4-5143-00224CFD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5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673ED-CE94-321E-AA7F-1050B6753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4FD0A-AEF3-FB1E-60C7-ED977C41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30BE9-EF48-822F-8825-ACE8FD81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2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7DC6-6B78-704F-D62E-13F790E6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59EC6-61C4-F950-AA45-8F2483629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0C05E-7015-924E-9727-2358A8D32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9CBB9-70CF-3E0D-14C3-F8DEBD6F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B45D1-DD15-C81B-2587-F8DFC09BB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711D2-C8BF-AA49-20D6-03E3769E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52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27395-C8AD-3DCB-3A1B-138EF2E0B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D2126-ABB2-6473-43AC-DF946247A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90BC5-7D85-64EC-429E-9518C82D4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423FF-0A91-FA1E-C2AD-E69A73AE5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91E4B-5C3B-72CB-212D-DD598A37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D612F-7B77-EE98-2F50-BE9BB9C5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2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C8FE-36BD-2A50-D4A4-21279B89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99183-05A1-ECC4-D0F5-C5708B3BA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22DD2-B524-3950-742F-F9ABE80E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E53B3-0F89-C8E5-E21F-086A61D0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00BF9-A238-14E2-10D2-2853A69B1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39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4B7BB3-FAF1-1385-15B0-0E85FBEB0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D2C3F-9675-E32A-23F1-7AC795415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FE2E5-0F29-58F4-D73D-221ED2AF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B6C9E-1A05-011A-63E5-0074B5C9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24F0D-33D4-85B4-2D4E-0082E427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7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23250-E7C3-7AFD-5BF8-33DD891C6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6735D-6FBD-5824-D708-0B05F242E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F532-81A9-08B9-E3F4-01C9AD4EA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D6A79-A035-4224-9C12-5AA0CEA2EA62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11BFF-9E9B-63AB-D42A-EF324B4D4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ED1D1-AC95-4189-FEFD-C512AA53D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72CE3-3933-4E9C-A862-8DA071AA5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8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8">
            <a:extLst>
              <a:ext uri="{FF2B5EF4-FFF2-40B4-BE49-F238E27FC236}">
                <a16:creationId xmlns:a16="http://schemas.microsoft.com/office/drawing/2014/main" id="{91B9B0DB-888D-4697-94EB-A386490F1461}"/>
              </a:ext>
            </a:extLst>
          </p:cNvPr>
          <p:cNvSpPr>
            <a:spLocks noGrp="1"/>
          </p:cNvSpPr>
          <p:nvPr/>
        </p:nvSpPr>
        <p:spPr>
          <a:xfrm>
            <a:off x="838200" y="2864055"/>
            <a:ext cx="10515600" cy="112988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Test Automation</a:t>
            </a:r>
            <a:b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Approach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Design Development Deployment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44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52831F-9F51-4B3D-A531-1F6E38B2FDDF}"/>
              </a:ext>
            </a:extLst>
          </p:cNvPr>
          <p:cNvSpPr>
            <a:spLocks noGrp="1"/>
          </p:cNvSpPr>
          <p:nvPr/>
        </p:nvSpPr>
        <p:spPr>
          <a:xfrm>
            <a:off x="817705" y="584094"/>
            <a:ext cx="10556590" cy="63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0" i="0" kern="1200" baseline="0">
                <a:solidFill>
                  <a:srgbClr val="4D4D4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Approach – Automation Feasibility</a:t>
            </a:r>
          </a:p>
          <a:p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1E7ADEB-38A2-E3F7-77F8-EB94D18AE127}"/>
              </a:ext>
            </a:extLst>
          </p:cNvPr>
          <p:cNvGraphicFramePr/>
          <p:nvPr/>
        </p:nvGraphicFramePr>
        <p:xfrm>
          <a:off x="1680308" y="1363624"/>
          <a:ext cx="9553310" cy="4447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ight Brace 3">
            <a:extLst>
              <a:ext uri="{FF2B5EF4-FFF2-40B4-BE49-F238E27FC236}">
                <a16:creationId xmlns:a16="http://schemas.microsoft.com/office/drawing/2014/main" id="{B1C2AC13-32EE-21CA-63F0-008CF465F671}"/>
              </a:ext>
            </a:extLst>
          </p:cNvPr>
          <p:cNvSpPr/>
          <p:nvPr/>
        </p:nvSpPr>
        <p:spPr>
          <a:xfrm rot="5400000">
            <a:off x="6140406" y="1447091"/>
            <a:ext cx="633112" cy="902051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61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2025-10-14T11:15:36Z</dcterms:created>
  <dcterms:modified xsi:type="dcterms:W3CDTF">2025-10-14T11:17:56Z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2025-10-14T11:17:56Z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e155eee8-f932-4cfe-834f-47ad6545c232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