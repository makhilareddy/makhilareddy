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CC895-1296-22CD-1F34-02D18BE60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97239-F79D-B1F4-CBF7-8B8E10BE1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103C6-54E7-1CC9-6B6D-E9382C973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A049-7B1C-4EA2-9BF1-8FBE5DE35E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12B33-761E-4F3C-C3F5-5B3DD177B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07181-EE92-1EEC-00DA-FDF61E81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3905-8EDA-4808-8C12-1180CF79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5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0349-51EB-8377-9C8C-9F8B9EF81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CDB9-041C-9C28-E227-79D592C9E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7B60A-267B-EACF-D6AC-24604D680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A049-7B1C-4EA2-9BF1-8FBE5DE35E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D8FBC-856C-C383-8ECD-51C1CD2B2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2F579-2DDA-125A-D537-4273B5FE9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3905-8EDA-4808-8C12-1180CF79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56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76E6-F61F-BFC3-A243-DE6476E1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7FBF4-96F3-6C3C-F65E-092E6415E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80592-FC48-E1E9-8F42-1DE177A18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A049-7B1C-4EA2-9BF1-8FBE5DE35E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57357-B3AA-2D90-D3D0-A1479375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6CB3E-FF8C-7A3F-B047-799652CE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3905-8EDA-4808-8C12-1180CF79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8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1845-C055-1C9E-44C9-3B265F324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D986C-0639-D77C-9F3D-055979CE58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31B7F-9789-0B68-63D5-D814D755F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F2347-8D42-E726-1832-1F0B0C62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A049-7B1C-4EA2-9BF1-8FBE5DE35E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3EE1A-CE04-4A8A-7A7B-326D2DCD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931B1-6876-932E-7696-F0CF11C8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3905-8EDA-4808-8C12-1180CF79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0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4A78A-BE17-DF54-72D1-A2174D4D2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44233-89CA-D257-47EC-E6CBBE089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26464-5723-A612-6F94-295556FE1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39773-BEC9-3FCD-93B2-15A886F39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1B711C-D79D-CF86-D7CA-5D2D09A60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0D1741-C4EC-4ED9-CD3A-49663654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A049-7B1C-4EA2-9BF1-8FBE5DE35E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F4A1B-A021-CAFD-BB64-C98901EC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EF20F-23B7-D21D-C9AE-2DA8F257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3905-8EDA-4808-8C12-1180CF79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8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A62A2-F883-69C8-AA99-1258B6F1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84138-70C1-C542-6550-D06521BBC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A049-7B1C-4EA2-9BF1-8FBE5DE35E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25C37-1CF4-616A-2A45-3796E481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BED70-7798-8F4C-BF17-35684A74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3905-8EDA-4808-8C12-1180CF79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8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EA194B-77D3-CA8B-61AD-CA2B417D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A049-7B1C-4EA2-9BF1-8FBE5DE35E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E0999C-1BAC-4D12-EB04-9C3A059E4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12C2A-5694-C883-0FFA-5657E2CA1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3905-8EDA-4808-8C12-1180CF79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0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2D34-8B4F-8DBF-085A-DEE0E7576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A9590-4C4D-C8CD-1566-FD92F0D37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F9FC6-8979-97F1-CEB0-ACEF429C7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5D1C9-0EFD-B363-3173-FB0E8865D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A049-7B1C-4EA2-9BF1-8FBE5DE35E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41C74-E1BB-FB0F-A337-D5D79257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B1A59-54A6-66AC-1F05-C4F37B43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3905-8EDA-4808-8C12-1180CF79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7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4B76-466E-BBA3-E9A6-98BAE2B0F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E12801-9052-001A-FEA8-485E5ED402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2E57A-C32C-410A-1E2F-93EFD6982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178E6-7EFB-B478-C333-D9BC5F20B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A049-7B1C-4EA2-9BF1-8FBE5DE35E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16CA0-03F4-A4F4-FEDF-778173A15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8DDFB-8263-774F-9CA1-D0F3CB80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3905-8EDA-4808-8C12-1180CF79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9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CABDD-55D0-F35C-F740-50C461240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94D84-ED29-BB23-1703-7C6F50332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F37A3-39F5-9CA2-0E6B-ACCD7F53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A049-7B1C-4EA2-9BF1-8FBE5DE35E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7C836-8DD4-11BD-79F2-CC418B7A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2B8D0-EB46-B46F-DC8B-CF695A65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3905-8EDA-4808-8C12-1180CF79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31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474484-94EB-A14F-0D4C-AB6E4F8195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7BC5A-5276-3342-E29C-81AD18A6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58EB0-070F-60FF-8EDB-82FC7715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9A049-7B1C-4EA2-9BF1-8FBE5DE35E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4B898-2610-819B-409B-A2F992C0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D01D7-6C7F-0E92-59D1-D866B4B7F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E3905-8EDA-4808-8C12-1180CF79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5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00BBE5-FD0B-663B-F582-782F32D70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797FA-ADB7-DD53-5F88-BC701DFC7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9F4B8-4357-2679-5980-7EAB315A2A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9A049-7B1C-4EA2-9BF1-8FBE5DE35E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23AA6-A33E-5336-0425-9263B91EB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1A3E7-D0CB-EA82-9F15-735AEC162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4E3905-8EDA-4808-8C12-1180CF796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44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BDD2C2E-8667-D217-CD2C-67D24BB66515}"/>
              </a:ext>
            </a:extLst>
          </p:cNvPr>
          <p:cNvSpPr txBox="1">
            <a:spLocks/>
          </p:cNvSpPr>
          <p:nvPr/>
        </p:nvSpPr>
        <p:spPr>
          <a:xfrm>
            <a:off x="817705" y="245494"/>
            <a:ext cx="10556590" cy="633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Development – LabVIEW to TestStand</a:t>
            </a:r>
            <a:endParaRPr lang="en-US" sz="3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15A63E-61F8-0AB9-87E5-B76261EE4A50}"/>
              </a:ext>
            </a:extLst>
          </p:cNvPr>
          <p:cNvSpPr txBox="1">
            <a:spLocks/>
          </p:cNvSpPr>
          <p:nvPr/>
        </p:nvSpPr>
        <p:spPr>
          <a:xfrm>
            <a:off x="1480624" y="1321904"/>
            <a:ext cx="861060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Times" panose="02020603050405020304" pitchFamily="18" charset="0"/>
              <a:buNone/>
              <a:defRPr/>
            </a:pPr>
            <a:endParaRPr lang="en-US" altLang="en-US" sz="1800" b="1">
              <a:latin typeface="Calibri" panose="020F0502020204030204" pitchFamily="34" charset="0"/>
            </a:endParaRPr>
          </a:p>
          <a:p>
            <a:pPr marL="457200" lvl="1" indent="0" fontAlgn="auto">
              <a:spcAft>
                <a:spcPts val="0"/>
              </a:spcAft>
              <a:buFont typeface="Times" panose="02020603050405020304" pitchFamily="18" charset="0"/>
              <a:buNone/>
              <a:defRPr/>
            </a:pPr>
            <a:endParaRPr lang="en-US" altLang="en-US" sz="1400" b="1">
              <a:latin typeface="Calibri" panose="020F0502020204030204" pitchFamily="34" charset="0"/>
            </a:endParaRPr>
          </a:p>
          <a:p>
            <a:pPr lvl="1" fontAlgn="auto">
              <a:spcAft>
                <a:spcPts val="0"/>
              </a:spcAft>
              <a:buFont typeface="Times"/>
              <a:buChar char="•"/>
              <a:defRPr/>
            </a:pPr>
            <a:endParaRPr lang="en-US" altLang="en-US" sz="1400" b="1">
              <a:latin typeface="Calibri" panose="020F0502020204030204" pitchFamily="34" charset="0"/>
            </a:endParaRPr>
          </a:p>
          <a:p>
            <a:pPr marL="457200" lvl="1" indent="0" fontAlgn="auto">
              <a:spcAft>
                <a:spcPts val="0"/>
              </a:spcAft>
              <a:buFont typeface="Times" panose="02020603050405020304" pitchFamily="18" charset="0"/>
              <a:buNone/>
              <a:defRPr/>
            </a:pPr>
            <a:endParaRPr lang="en-US" altLang="en-US" sz="1600" dirty="0">
              <a:latin typeface="Calibri" panose="020F050202020403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6A20004-09B9-2130-F75B-8BC6AFAC4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424" y="1743075"/>
            <a:ext cx="3873500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6BE9AFC-3BDE-D033-D98E-817559742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624" y="1879600"/>
            <a:ext cx="2743200" cy="459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D89CF0BB-3351-4C13-A4F3-DF47FBD5C1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39924" y="1743075"/>
            <a:ext cx="1308100" cy="2517775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Connector 10">
            <a:extLst>
              <a:ext uri="{FF2B5EF4-FFF2-40B4-BE49-F238E27FC236}">
                <a16:creationId xmlns:a16="http://schemas.microsoft.com/office/drawing/2014/main" id="{5AC78D7F-BFC4-9625-3AF3-025EFDC7320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041512" y="5324475"/>
            <a:ext cx="1306512" cy="1152525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ight Arrow 13">
            <a:extLst>
              <a:ext uri="{FF2B5EF4-FFF2-40B4-BE49-F238E27FC236}">
                <a16:creationId xmlns:a16="http://schemas.microsoft.com/office/drawing/2014/main" id="{DD4C64E7-0106-630A-8C75-268D687B8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2962" y="1295400"/>
            <a:ext cx="2667000" cy="219075"/>
          </a:xfrm>
          <a:prstGeom prst="rightArrow">
            <a:avLst>
              <a:gd name="adj1" fmla="val 50000"/>
              <a:gd name="adj2" fmla="val 50105"/>
            </a:avLst>
          </a:prstGeom>
          <a:noFill/>
          <a:ln w="9525" algn="ctr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Times" panose="02020603050405020304" pitchFamily="18" charset="0"/>
              <a:buChar char="•"/>
              <a:defRPr sz="28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Times" panose="02020603050405020304" pitchFamily="18" charset="0"/>
              <a:buChar char="•"/>
              <a:defRPr sz="24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" panose="02020603050405020304" pitchFamily="18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ACC70B4B-CB5F-590D-8ED1-4944844BD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8824" y="4410075"/>
            <a:ext cx="3721100" cy="152400"/>
          </a:xfrm>
          <a:prstGeom prst="rect">
            <a:avLst/>
          </a:prstGeom>
          <a:noFill/>
          <a:ln w="9525" algn="ctr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Times" panose="02020603050405020304" pitchFamily="18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Times" panose="02020603050405020304" pitchFamily="18" charset="0"/>
              <a:buChar char="•"/>
              <a:defRPr sz="28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Times" panose="02020603050405020304" pitchFamily="18" charset="0"/>
              <a:buChar char="•"/>
              <a:defRPr sz="24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" panose="02020603050405020304" pitchFamily="18" charset="0"/>
            </a:endParaRPr>
          </a:p>
        </p:txBody>
      </p:sp>
      <p:cxnSp>
        <p:nvCxnSpPr>
          <p:cNvPr id="12" name="Straight Arrow Connector 20">
            <a:extLst>
              <a:ext uri="{FF2B5EF4-FFF2-40B4-BE49-F238E27FC236}">
                <a16:creationId xmlns:a16="http://schemas.microsoft.com/office/drawing/2014/main" id="{CE221D15-106F-E05C-2880-F4ABE5168F4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41512" y="4410075"/>
            <a:ext cx="1568450" cy="76200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25">
            <a:extLst>
              <a:ext uri="{FF2B5EF4-FFF2-40B4-BE49-F238E27FC236}">
                <a16:creationId xmlns:a16="http://schemas.microsoft.com/office/drawing/2014/main" id="{F6174637-6F67-E1D7-7171-03CB8CD8299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1512" y="4486275"/>
            <a:ext cx="1568450" cy="152400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28">
            <a:extLst>
              <a:ext uri="{FF2B5EF4-FFF2-40B4-BE49-F238E27FC236}">
                <a16:creationId xmlns:a16="http://schemas.microsoft.com/office/drawing/2014/main" id="{4D6DF9E8-FD49-F2F3-543B-5C8E6821814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1512" y="4486275"/>
            <a:ext cx="1568450" cy="304800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34">
            <a:extLst>
              <a:ext uri="{FF2B5EF4-FFF2-40B4-BE49-F238E27FC236}">
                <a16:creationId xmlns:a16="http://schemas.microsoft.com/office/drawing/2014/main" id="{78AFFACD-7F5D-2A98-1D81-53011AFB68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1512" y="4486275"/>
            <a:ext cx="1566862" cy="533400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38">
            <a:extLst>
              <a:ext uri="{FF2B5EF4-FFF2-40B4-BE49-F238E27FC236}">
                <a16:creationId xmlns:a16="http://schemas.microsoft.com/office/drawing/2014/main" id="{E68F70D0-451B-6EA7-5250-557F1E50948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41512" y="4486275"/>
            <a:ext cx="1563687" cy="762000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7" name="Picture 10" descr="LabVIEW - Wikipedia">
            <a:extLst>
              <a:ext uri="{FF2B5EF4-FFF2-40B4-BE49-F238E27FC236}">
                <a16:creationId xmlns:a16="http://schemas.microsoft.com/office/drawing/2014/main" id="{0E3B42B5-53EF-C674-15A8-E1D32F5C0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586" y="1002211"/>
            <a:ext cx="1029862" cy="73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 descr="NI TestStand Deployment (777774-3505) | Software">
            <a:extLst>
              <a:ext uri="{FF2B5EF4-FFF2-40B4-BE49-F238E27FC236}">
                <a16:creationId xmlns:a16="http://schemas.microsoft.com/office/drawing/2014/main" id="{39B0FB39-B14C-0F79-754A-17244A1ECA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" t="35520" r="3807" b="30711"/>
          <a:stretch/>
        </p:blipFill>
        <p:spPr bwMode="auto">
          <a:xfrm>
            <a:off x="7661471" y="1066600"/>
            <a:ext cx="1320230" cy="66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72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038980-7232-2406-A87D-3482C27A97BF}"/>
              </a:ext>
            </a:extLst>
          </p:cNvPr>
          <p:cNvSpPr txBox="1">
            <a:spLocks/>
          </p:cNvSpPr>
          <p:nvPr/>
        </p:nvSpPr>
        <p:spPr>
          <a:xfrm>
            <a:off x="817705" y="245494"/>
            <a:ext cx="10556590" cy="633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Development – TestStand Sequence</a:t>
            </a:r>
          </a:p>
          <a:p>
            <a:endParaRPr lang="en-US" dirty="0"/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ABF7A7A4-B03C-58AE-8643-B0D14CBA2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494" y="890842"/>
            <a:ext cx="9529011" cy="571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80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Times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2025-10-14T11:27:26Z</dcterms:created>
  <dcterms:modified xsi:type="dcterms:W3CDTF">2025-10-14T11:29:30Z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2025-10-14T11:29:30Z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baedb229-2a02-4f19-9335-4041223ba7ce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