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652E-481D-BB2A-6317-6AF8D72CF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66A262-9515-13E2-EE97-350797AD2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90540-8A85-56B5-9574-583D4FF88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B31D-8270-468B-BF3B-19EBD93C2D5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494C4-7809-01D2-8244-39E9FE77D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EA35E-F458-861F-5374-739E1884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AF0-14F3-4D66-9D05-52651C7E2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58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BC12-0208-DB4C-181D-75A9F1A1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72BE0-0F49-7205-1DED-0CDAA5612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AE729-FF7B-8AC6-3C06-16282E97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B31D-8270-468B-BF3B-19EBD93C2D5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59BA0-F683-52A1-5C57-400C98873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0F81C-6DA4-431F-F0A7-8B1185B88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AF0-14F3-4D66-9D05-52651C7E2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9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5AD0-B743-18E8-B201-F1B4E2573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C533E-EDEA-1400-ABCF-D4C470DE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9315B-9F8F-556C-6D9F-A39363779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B31D-8270-468B-BF3B-19EBD93C2D5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D64A4-1E69-8134-E06E-CC20741C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F5B04-463D-A76C-83BC-C7611C1E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AF0-14F3-4D66-9D05-52651C7E2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5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4EE3D-E316-35C7-1E6E-AA9A8D3DE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0A9CC-FF73-DDDD-7FDD-CDDB9988F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CA4C6-FBC2-7937-BEBB-26C6680BE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188A8-5752-3825-081F-C19F68EB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B31D-8270-468B-BF3B-19EBD93C2D5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1A994-1161-078B-272C-0130CC6B9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5B6B2-E4AB-3783-42C7-82EC78E33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AF0-14F3-4D66-9D05-52651C7E2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5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55531-E1D2-355C-F90E-9842B5A1B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A1970-8476-27E4-AAD1-DC1A5EEDC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91456-3A6F-9EEE-D4D9-43416F924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62C07-9DB2-BAF8-058D-E20C12F226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AFEBCC-A290-60C9-C7DB-5C80BC0B0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00AA6-FCE4-E15D-A857-D9433E4C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B31D-8270-468B-BF3B-19EBD93C2D5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678019-E7AF-1A8C-8824-571130548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BCF393-D99A-5AF2-7F08-89C718A1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AF0-14F3-4D66-9D05-52651C7E2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06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57C1E-5040-4198-7D1F-BA1B2C3A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CBEE0-4C13-E003-B68C-AD89D0D0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B31D-8270-468B-BF3B-19EBD93C2D5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88E76-F238-AE2A-3026-131BE698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773F0-F25C-F41C-041B-1A1AE0F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AF0-14F3-4D66-9D05-52651C7E2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05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F3C34-DDC3-4C27-B2F7-AA8010216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B31D-8270-468B-BF3B-19EBD93C2D5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E6330-9AA9-C7E3-4796-4D3FA98C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96F02-71CF-6CFF-7997-3826EE67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AF0-14F3-4D66-9D05-52651C7E2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2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3DD5-15E3-6B1C-2D5C-79A23BAFE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B22F0-F5C3-6102-64E5-F46F739B4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AE1AA-EB78-4282-7981-D4C3EAD41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BB4B5-A556-0483-AE9F-C9D559BB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B31D-8270-468B-BF3B-19EBD93C2D5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E8731-585B-8EE1-B64E-70DCE843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5E315-9725-76E1-8FFA-342A7C1F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AF0-14F3-4D66-9D05-52651C7E2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8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4C19-9536-783E-5D82-185CB549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082ED7-F24D-657B-CB00-BED955BB4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32E7C-58AD-C0CF-D907-E9B44EFE7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F160C-C97D-B594-124E-B227BB24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B31D-8270-468B-BF3B-19EBD93C2D5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BC379-5874-2AF6-7521-E9EC61F49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1A11B-E77C-91D9-B839-A2E68B35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AF0-14F3-4D66-9D05-52651C7E2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0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6BD85-4BB7-F4FC-A161-0C1F6D02E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D8AA0-71FF-27E3-7857-5A36F15F8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521B2-7D1C-9537-BE9B-FF801B79A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B31D-8270-468B-BF3B-19EBD93C2D5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E5F9E-A378-3F2D-A2F3-F45FD41C3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B6B94-40A9-D811-0CCF-E3D06BBE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AF0-14F3-4D66-9D05-52651C7E2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48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8DAC1A-20AF-18C0-2051-E1DFF644D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C5D978-AB74-6C79-5045-A292DE2F6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5C973-45CA-1F08-5632-778ACF8CA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B31D-8270-468B-BF3B-19EBD93C2D5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65573-C607-2209-C805-930D14B5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E7DA9-F541-2BFF-948F-14EB6073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AF0-14F3-4D66-9D05-52651C7E2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3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C191C4-68F1-8527-15F0-FA859D86C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652C7-6C75-80E1-E23B-607CD3A44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F0832-E4DE-E8D6-55FE-1FFAA0C20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AB31D-8270-468B-BF3B-19EBD93C2D5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565CF-E078-647B-5CA8-BC5D3DBED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B53D8-E0B9-8371-5204-A7E759D7A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24AF0-14F3-4D66-9D05-52651C7E2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2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BFBF8DA-B3CC-A0F7-3DD4-93E2A4DE9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3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3DCFB0-B346-C4FF-0993-335EB7391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04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C39665-302D-24AE-5BAD-00ECAC969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12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9C59C9-EAF5-8AF3-186C-EDA4AE4DE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03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CA0603-2459-3681-F99A-B645EBCFA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97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Degala Puneeth</dc:creator>
  <cp:lastModifiedBy>Degala Puneeth</cp:lastModifiedBy>
  <cp:revision>1</cp:revision>
  <dcterms:created xsi:type="dcterms:W3CDTF">2025-07-23T07:41:07Z</dcterms:created>
  <dcterms:modified xsi:type="dcterms:W3CDTF">2025-07-23T07:45:58Z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c655256-13e9-4c0b-ba73-c54361842301_Enabled">
    <vt:lpwstr>true</vt:lpwstr>
  </property>
  <property fmtid="{D5CDD505-2E9C-101B-9397-08002B2CF9AE}" pid="3" name="MSIP_Label_ec655256-13e9-4c0b-ba73-c54361842301_SetDate">
    <vt:lpwstr>2025-07-23T07:45:44Z</vt:lpwstr>
  </property>
  <property fmtid="{D5CDD505-2E9C-101B-9397-08002B2CF9AE}" pid="4" name="MSIP_Label_ec655256-13e9-4c0b-ba73-c54361842301_Method">
    <vt:lpwstr>Privileged</vt:lpwstr>
  </property>
  <property fmtid="{D5CDD505-2E9C-101B-9397-08002B2CF9AE}" pid="5" name="MSIP_Label_ec655256-13e9-4c0b-ba73-c54361842301_Name">
    <vt:lpwstr>Public</vt:lpwstr>
  </property>
  <property fmtid="{D5CDD505-2E9C-101B-9397-08002B2CF9AE}" pid="6" name="MSIP_Label_ec655256-13e9-4c0b-ba73-c54361842301_SiteId">
    <vt:lpwstr>edf442f5-b994-4c86-a131-b42b03a16c95</vt:lpwstr>
  </property>
  <property fmtid="{D5CDD505-2E9C-101B-9397-08002B2CF9AE}" pid="7" name="MSIP_Label_ec655256-13e9-4c0b-ba73-c54361842301_ActionId">
    <vt:lpwstr>fd24d821-2f4f-4957-a40e-37fd2829e70e</vt:lpwstr>
  </property>
  <property fmtid="{D5CDD505-2E9C-101B-9397-08002B2CF9AE}" pid="8" name="MSIP_Label_ec655256-13e9-4c0b-ba73-c54361842301_ContentBits">
    <vt:lpwstr>0</vt:lpwstr>
  </property>
  <property fmtid="{D5CDD505-2E9C-101B-9397-08002B2CF9AE}" pid="9" name="MSIP_Label_ec655256-13e9-4c0b-ba73-c54361842301_Tag">
    <vt:lpwstr>10, 0, 1, 1</vt:lpwstr>
  </property>
</Properties>
</file>