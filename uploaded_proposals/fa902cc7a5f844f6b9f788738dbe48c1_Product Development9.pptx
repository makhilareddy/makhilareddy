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DD9E-F6A5-2437-AC9D-3C5DB0DBC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C841D-DFF5-6CCB-F3D2-B6273F7ED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2557-0F9F-BDB5-B345-853416ED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4353E-3529-A278-B12B-36039870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DFCA-A979-3646-B7F4-8D5B1C32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F7C3-B38D-4D39-CBEB-33EE9433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3B44-95CE-3FB6-CB7C-9687B6765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FDCF-E6CC-62FE-A3FB-CDBFA701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2EB0-4197-A1F7-25F8-B6E790C2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FAB32-6F0B-331B-C07F-24A6E8BE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8645-2D6D-81EF-EDC9-22EB369EE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32E9A-98F1-1E74-44D1-FB1A855E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9545-6EB9-EECF-1ADB-B4A1B07F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B06D-AC54-A896-8542-DB3CE747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696AE-F179-7517-F0F2-473E7628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6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6BDA-400C-BDB8-DCCE-16F715E9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B2-89BE-F052-ACF6-DA0F2421A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F406D-1B63-551C-6F54-CF0B08C99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487A7-B405-7355-D454-F55982B6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3C077-1495-5EA7-DE5B-14EC9635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35B39-FA81-263C-CABC-93E3E97E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4A12-7EA0-FD2E-4DE5-13ADB5B8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18DD5-F9B8-8F00-AE43-67519C597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49379-C9D3-B0D7-AAB8-7FDF278BF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14DC4-D50A-81A7-5E9D-4D7D027D9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86C54-F6FE-840D-2334-F22AAAD26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CE952-67CA-D4DB-68E8-FF45E9E4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1AC0B-FFF6-6259-B92F-AC1CC19D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906C4-8C74-2C74-971F-F4E9F9DF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5FCF-063C-E03A-2D85-8BB738E3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061C6-4A4C-C914-9AF9-5F25FB95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4193A-DE7A-9E32-0D12-7E676A50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E03F1-028F-3A40-AE3B-B4058016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1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4020F-79DF-7298-489A-F26FC0F6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051DA-5FCF-4F1A-6174-4E173B54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2757-812A-353A-7458-D34E699D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9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54E4-7633-F920-4279-233AA134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B88D7-D36E-120E-DED1-592C76E7A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0A02-3B85-CFFE-844B-5AFAA3C1C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41F8D-FAA6-FC0A-2DA5-B1592E2A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36C62-9562-97FD-6D02-B8D7A91B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6D476-4C3A-EC81-5281-15DFB053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2CC-D47E-15A6-B794-0F56CAE7D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8D5F8-8418-7296-4AA9-E3969952B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F583A-9386-973A-6986-8E30CADDE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77587-1062-93FD-53E0-A6045CAD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4FB6-D7AE-2C77-C6D2-69549CC9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0F31-020B-8928-4E90-64F8F78B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3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BACE-3616-2959-0EF8-9E66459B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1A4FD-FFC1-C181-21E3-DF21716DE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13BB4-C114-91D9-6072-28CD9A9C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88910-9A97-3176-CF05-03D20F44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E078-3B2D-38FE-472F-AB91A910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6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622401-A2EE-B050-B469-A3F02B37E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0B76A-4790-4233-D347-272B463FE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B13AC-D524-A65D-C086-25890AAB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111E-A3A4-02A7-4FEF-97A8916E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4992-6ADA-4A7E-8296-D734085A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5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7CBAB-5B3D-5FAD-7AE6-311C2E91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A2A50-B6E9-0A01-175B-D360381CE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DBD77-C29C-A186-718B-0BE4EECCA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B5B81-CA48-4ABC-A58B-4DCA07E6E9E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E066F-7C7B-7364-A0E2-A3A9730C8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63E4-A96C-6B19-4243-1A1163CA9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86ABB-D5E0-4F57-A387-0D6531931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0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>
            <a:extLst>
              <a:ext uri="{FF2B5EF4-FFF2-40B4-BE49-F238E27FC236}">
                <a16:creationId xmlns:a16="http://schemas.microsoft.com/office/drawing/2014/main" id="{FDD3ADAD-962E-E526-2F91-00F60A057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82551"/>
            <a:ext cx="4184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imes" panose="02020603050405020304" pitchFamily="18" charset="0"/>
              <a:buChar char="•"/>
              <a:defRPr sz="28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en-US" altLang="en-US" sz="2000" b="1">
                <a:latin typeface="Calibri" panose="020F0502020204030204" pitchFamily="34" charset="0"/>
              </a:rPr>
              <a:t>OVP Module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48AFC-C191-62F4-DE65-7863A83915A1}"/>
              </a:ext>
            </a:extLst>
          </p:cNvPr>
          <p:cNvSpPr txBox="1"/>
          <p:nvPr/>
        </p:nvSpPr>
        <p:spPr>
          <a:xfrm>
            <a:off x="6200776" y="158751"/>
            <a:ext cx="4244975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Unique Concept in Motor Protection Equipment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End to End product design from conceptualization to prototyping and design for manufacturing.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Thermal Analysis and identifying the Heat Sink Requirements and Semi-Conductor Junction Temperature observations/results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Prototypes manufacturing in India, Tested with Resistive / Inductive loads and samples shipped to Division for Integration testing.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Detailed Documentation provided.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Requirements Specification (PRS)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Hardware Design Document (HDD)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Tests Plans and Test Results Document (PCB &amp; System Level)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6BACA6-3A05-06A6-7774-80AC70AF9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272843"/>
              </p:ext>
            </p:extLst>
          </p:nvPr>
        </p:nvGraphicFramePr>
        <p:xfrm>
          <a:off x="928256" y="381001"/>
          <a:ext cx="5129646" cy="823913"/>
        </p:xfrm>
        <a:graphic>
          <a:graphicData uri="http://schemas.openxmlformats.org/drawingml/2006/table">
            <a:tbl>
              <a:tblPr/>
              <a:tblGrid>
                <a:gridCol w="1544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1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825" marB="45825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</a:t>
                      </a:r>
                    </a:p>
                  </a:txBody>
                  <a:tcPr marL="91453" marR="91453" marT="45825" marB="458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825" marB="458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825" marB="45825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Schedule</a:t>
                      </a:r>
                    </a:p>
                  </a:txBody>
                  <a:tcPr marL="91453" marR="91453" marT="45825" marB="45825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 Months</a:t>
                      </a:r>
                    </a:p>
                  </a:txBody>
                  <a:tcPr marL="91453" marR="91453" marT="45825" marB="458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</a:t>
                      </a:r>
                      <a:r>
                        <a:rPr lang="en-US" sz="1400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Size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825" marB="458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53" marR="91453" marT="45825" marB="458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B90B4-CCCB-813D-C88C-8845F0CF70A4}"/>
              </a:ext>
            </a:extLst>
          </p:cNvPr>
          <p:cNvCxnSpPr>
            <a:cxnSpLocks/>
          </p:cNvCxnSpPr>
          <p:nvPr/>
        </p:nvCxnSpPr>
        <p:spPr>
          <a:xfrm>
            <a:off x="789709" y="3667125"/>
            <a:ext cx="9989127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6">
            <a:extLst>
              <a:ext uri="{FF2B5EF4-FFF2-40B4-BE49-F238E27FC236}">
                <a16:creationId xmlns:a16="http://schemas.microsoft.com/office/drawing/2014/main" id="{D87BA403-0AA5-EAA4-D466-DB370E56C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57" y="1139825"/>
            <a:ext cx="4943908" cy="2733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marL="342900" indent="-342900" algn="just">
              <a:spcBef>
                <a:spcPct val="20000"/>
              </a:spcBef>
              <a:buFont typeface="Times" panose="02020603050405020304" pitchFamily="18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Design and Development of Over Voltage Protection Module (OVP) for High Speed PMSM Motor Test  Rig.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scope of the project was complete product design including: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Concept Development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Power Circuit (600A /680VRMS)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SMPS based Power Supply Design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Control Circuit Design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Mechanical Enclosure</a:t>
            </a:r>
          </a:p>
          <a:p>
            <a:pPr marL="914400" lvl="1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Thermal Analysis and Heat Sink Finalization</a:t>
            </a:r>
          </a:p>
          <a:p>
            <a:pPr marL="342900" indent="-342900" algn="just">
              <a:spcBef>
                <a:spcPct val="20000"/>
              </a:spcBef>
              <a:buFont typeface="Times" panose="02020603050405020304" pitchFamily="18" charset="0"/>
              <a:buChar char="•"/>
              <a:defRPr/>
            </a:pPr>
            <a:endParaRPr lang="en-IN" sz="1400" dirty="0">
              <a:latin typeface="Calibr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61DE4-498A-9DC3-8AD1-739AFCFADF3A}"/>
              </a:ext>
            </a:extLst>
          </p:cNvPr>
          <p:cNvSpPr txBox="1"/>
          <p:nvPr/>
        </p:nvSpPr>
        <p:spPr>
          <a:xfrm>
            <a:off x="1053667" y="3886200"/>
            <a:ext cx="4943908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Altium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Mentor Graphics Xpedition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Autodesk Inventor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Ansys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DBFE1D-81B7-7AF7-C198-6204EF0033E4}"/>
              </a:ext>
            </a:extLst>
          </p:cNvPr>
          <p:cNvCxnSpPr/>
          <p:nvPr/>
        </p:nvCxnSpPr>
        <p:spPr>
          <a:xfrm>
            <a:off x="6162675" y="3975100"/>
            <a:ext cx="0" cy="24844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B587E0-5CDC-FB05-171C-70821B60BD99}"/>
              </a:ext>
            </a:extLst>
          </p:cNvPr>
          <p:cNvCxnSpPr/>
          <p:nvPr/>
        </p:nvCxnSpPr>
        <p:spPr>
          <a:xfrm>
            <a:off x="6162675" y="236539"/>
            <a:ext cx="0" cy="374808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75D0C07-2FBB-D09A-E746-0A0576870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676" y="3802064"/>
            <a:ext cx="98107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8E9AFD-04E6-FC72-B647-B91C4985E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775" y="3817938"/>
            <a:ext cx="1479550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A80768-6A03-150C-EA08-73ABE070F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1" y="3810000"/>
            <a:ext cx="14890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77480B-785E-6A8B-BE8C-640B9285F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5170489"/>
            <a:ext cx="1508125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6614784-BBB1-10F2-C351-9B3B2F26E7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725" y="5154613"/>
            <a:ext cx="14097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4">
            <a:extLst>
              <a:ext uri="{FF2B5EF4-FFF2-40B4-BE49-F238E27FC236}">
                <a16:creationId xmlns:a16="http://schemas.microsoft.com/office/drawing/2014/main" id="{0CA7378D-D445-AF43-6ADE-84E802D8A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5699126"/>
            <a:ext cx="4348162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57150">
              <a:spcBef>
                <a:spcPct val="20000"/>
              </a:spcBef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Times" pitchFamily="18" charset="0"/>
              <a:buChar char="•"/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accent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</a:rPr>
              <a:t>Application : Industrial Application</a:t>
            </a:r>
            <a:endParaRPr lang="en-US" altLang="en-US" sz="1200" b="1" dirty="0">
              <a:solidFill>
                <a:schemeClr val="accent4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05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2025-10-14T10:48:02Z</dcterms:created>
  <dcterms:modified xsi:type="dcterms:W3CDTF">2025-10-14T10:48:54Z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2025-10-14T10:48:54Z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d6556306-74d6-4f75-b7c5-2439cf66ea16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