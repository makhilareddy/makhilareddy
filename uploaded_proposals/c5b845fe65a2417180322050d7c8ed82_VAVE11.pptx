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64E76-AF42-F2A8-FCE8-E2E87955B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1E13A-579E-A70B-051E-32A36A0B4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B2399-C28B-5415-79CA-8194447D1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2E6B5-E6C0-4FA1-A47F-BCBC2ED2457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109CA-4965-421F-954E-31BD74132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29CC2-F427-77CA-D1F5-BA1AB1E5C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10FB-3E46-487C-A8C3-1F0E89BCB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655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D95EA-138E-9B3A-81C7-0ED173F01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35FD3-1120-301A-10C5-4091A525C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B774D-6821-C0C8-FCED-B55AFE871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2E6B5-E6C0-4FA1-A47F-BCBC2ED2457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FD72A-4558-E1A2-9107-D7E5CFCB6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107A1-FF63-E9C5-DDAA-462550F5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10FB-3E46-487C-A8C3-1F0E89BCB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37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2A7F6-DB8E-3DDA-AAE7-23A5D3287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7BB17-DE4A-3FCD-406C-7126DE5FB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3172A-ECD1-E076-E06C-FC9AD85E6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2E6B5-E6C0-4FA1-A47F-BCBC2ED2457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EB8F7-3E93-5E6C-EABA-F0F764B62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F416C-9DBC-5915-197B-95596C9C8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10FB-3E46-487C-A8C3-1F0E89BCB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84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AB908-B6FA-BB0B-5108-E53704819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8CD8A-8B00-E1A2-AD65-9E2F6A594B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ED35F-4F7E-D3D9-D144-2C7D81806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42A18-9ED2-5F3A-0BF1-8A543235D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2E6B5-E6C0-4FA1-A47F-BCBC2ED2457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2F6A6-4D08-287D-3BA6-22EE8815F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0087E-23F7-CD52-3A37-D546DAC2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10FB-3E46-487C-A8C3-1F0E89BCB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954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FD0C-63C1-ECC2-A9DC-A7513BF7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2CEA1-A3B0-A6D8-6100-F20967249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5EA844-C5DD-47FE-5523-415A36812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D1502-D964-5D88-9233-9B582F8FDE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C9CBEF-85EF-0FBE-4DD0-342CC8F0C1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0F2F0B-7062-587F-9227-AC8CAF42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2E6B5-E6C0-4FA1-A47F-BCBC2ED2457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D80566-7D14-C120-2998-70A486709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970CB-0557-7FF8-F525-B1729A8C3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10FB-3E46-487C-A8C3-1F0E89BCB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363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D2294-E056-A610-4F69-8C931A654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F50AF-17F6-F097-396A-6CA5C062C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2E6B5-E6C0-4FA1-A47F-BCBC2ED2457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B162F-E0F2-AC40-A551-EEB3C677C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D849C8-6AFC-AC36-7F29-460A5AE3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10FB-3E46-487C-A8C3-1F0E89BCB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74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349EB6-D21F-FB37-009A-63172E8E4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2E6B5-E6C0-4FA1-A47F-BCBC2ED2457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DED95F-09B5-FB55-5E2C-19A4A7452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A534E-7751-C847-C2BE-06A74D4AB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10FB-3E46-487C-A8C3-1F0E89BCB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3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56E44-729F-98E7-0A4D-D0A90EC3E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5BFC7-90F9-00A9-924E-C99F00CAB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412DD-0403-6CAE-E555-4A401790C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932533-B185-5B53-A44C-C40722EFE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2E6B5-E6C0-4FA1-A47F-BCBC2ED2457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402C8-382E-21F3-6BC4-7B4E5C8C0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A4028-8A52-4815-62C4-0279DB836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10FB-3E46-487C-A8C3-1F0E89BCB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25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3E2B2-BED9-EE04-3C3F-4EF68B0FC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7421C6-0DCC-C535-6B49-5CE2A0947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FFEA8-B769-E7C8-8E33-75D3449848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013455-BA9E-7D89-4776-6F9B6F4B2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2E6B5-E6C0-4FA1-A47F-BCBC2ED2457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44F46-60F6-9470-2D62-9692466C3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0ADD4-C5A2-B5F0-D61A-07C5BB236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10FB-3E46-487C-A8C3-1F0E89BCB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41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1E0ED-8BDB-38C9-51E3-CBC6C9154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1DCC95-5833-2CFF-ECC3-65C64ED9A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46DBF-C98C-97D7-48C0-15732D62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2E6B5-E6C0-4FA1-A47F-BCBC2ED2457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981B0-0AB9-CB90-1315-FA7DE636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FF260-9F46-2C91-6CE5-D49A19416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10FB-3E46-487C-A8C3-1F0E89BCB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419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26BC34-C748-3C29-D75F-95E9480526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60DB0A-D901-76FC-D25A-726D95CC7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62277-69B1-A5AA-C96C-FE33AE9D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2E6B5-E6C0-4FA1-A47F-BCBC2ED2457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21240-8FDF-88B4-5CE5-0CA50B3E7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10308-EE49-47D0-C404-27D7BED78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10FB-3E46-487C-A8C3-1F0E89BCB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19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A632CC-39A0-D5EA-B35A-E1F9F1E88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06325-102C-60B0-AFF0-E0AFBC880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F903E-81FB-1349-ED0B-4A1D6B5134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2E6B5-E6C0-4FA1-A47F-BCBC2ED2457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5D326-D191-D83B-F863-1A5BE9F70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CFC5F-F5D8-105E-1F46-45E9D7F118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6310FB-3E46-487C-A8C3-1F0E89BCB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83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E6AB561-796E-4135-9FC1-31B2A40F9009}"/>
              </a:ext>
            </a:extLst>
          </p:cNvPr>
          <p:cNvSpPr>
            <a:spLocks noGrp="1"/>
          </p:cNvSpPr>
          <p:nvPr/>
        </p:nvSpPr>
        <p:spPr bwMode="gray">
          <a:xfrm>
            <a:off x="865689" y="1185603"/>
            <a:ext cx="8224837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120000"/>
              <a:buFont typeface="Wingdings" pitchFamily="2" charset="2"/>
              <a:buNone/>
              <a:defRPr lang="en-US" b="1" kern="1200">
                <a:solidFill>
                  <a:schemeClr val="bg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85750" indent="-28575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itchFamily="2" charset="2"/>
              <a:buChar char="§"/>
              <a:defRPr lang="en-US" kern="1200" dirty="0">
                <a:solidFill>
                  <a:schemeClr val="tx1"/>
                </a:solidFill>
                <a:latin typeface="+mn-lt"/>
                <a:ea typeface="+mn-ea"/>
                <a:cs typeface="Arial" charset="0"/>
              </a:defRPr>
            </a:lvl2pPr>
            <a:lvl3pPr marL="571500" indent="-2794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90000"/>
              <a:buFont typeface="Arial" charset="0"/>
              <a:buChar char="–"/>
              <a:defRPr lang="en-US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850900" indent="-2794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itchFamily="2" charset="2"/>
              <a:buChar char="§"/>
              <a:defRPr lang="en-US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charset="0"/>
              </a:defRPr>
            </a:lvl4pPr>
            <a:lvl5pPr marL="1136650" indent="-285750" algn="l" defTabSz="93345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Arial" charset="0"/>
              <a:buChar char="–"/>
              <a:defRPr lang="en-US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charset="0"/>
              </a:defRPr>
            </a:lvl5pPr>
            <a:lvl6pPr marL="1371600" indent="-241300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SzPct val="60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>
                <a:latin typeface="Arial" charset="0"/>
                <a:cs typeface="Arial" charset="0"/>
              </a:rPr>
              <a:t>Execution Approach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979F88-E239-4895-B4C0-B4B0A3A8BE2B}"/>
              </a:ext>
            </a:extLst>
          </p:cNvPr>
          <p:cNvSpPr/>
          <p:nvPr/>
        </p:nvSpPr>
        <p:spPr>
          <a:xfrm>
            <a:off x="1424087" y="1638507"/>
            <a:ext cx="1428057" cy="6587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00136"/>
            <a:r>
              <a:rPr lang="en-US" sz="1200" b="1" dirty="0">
                <a:solidFill>
                  <a:prstClr val="white"/>
                </a:solidFill>
                <a:latin typeface="Arial Narrow"/>
              </a:rPr>
              <a:t>Segregation of the list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3B2D57-185D-43EB-B0E3-64413ADBAD9C}"/>
              </a:ext>
            </a:extLst>
          </p:cNvPr>
          <p:cNvSpPr/>
          <p:nvPr/>
        </p:nvSpPr>
        <p:spPr>
          <a:xfrm>
            <a:off x="1111870" y="2762195"/>
            <a:ext cx="2088533" cy="6587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00136"/>
            <a:r>
              <a:rPr lang="en-US" sz="1200" b="1" dirty="0">
                <a:solidFill>
                  <a:prstClr val="white"/>
                </a:solidFill>
                <a:latin typeface="Arial Narrow"/>
              </a:rPr>
              <a:t>Verification with BOM Manager tool &amp; Distributors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966A3A-178C-4B23-8D35-3A18C544AF3E}"/>
              </a:ext>
            </a:extLst>
          </p:cNvPr>
          <p:cNvSpPr/>
          <p:nvPr/>
        </p:nvSpPr>
        <p:spPr>
          <a:xfrm>
            <a:off x="1102860" y="5349151"/>
            <a:ext cx="2088533" cy="6587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00136"/>
            <a:r>
              <a:rPr lang="en-US" sz="1200" b="1" dirty="0">
                <a:solidFill>
                  <a:prstClr val="white"/>
                </a:solidFill>
                <a:latin typeface="Arial Narrow"/>
              </a:rPr>
              <a:t>Finding the alternates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D717FC-D56A-4F65-BBA4-18A3DBC5130A}"/>
              </a:ext>
            </a:extLst>
          </p:cNvPr>
          <p:cNvSpPr/>
          <p:nvPr/>
        </p:nvSpPr>
        <p:spPr>
          <a:xfrm>
            <a:off x="6704398" y="1796564"/>
            <a:ext cx="2088533" cy="6587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00136"/>
            <a:r>
              <a:rPr lang="en-US" sz="1200" b="1" dirty="0">
                <a:solidFill>
                  <a:prstClr val="white"/>
                </a:solidFill>
                <a:latin typeface="Arial Narrow"/>
              </a:rPr>
              <a:t>Preparing the comparison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B0A870-663A-4F8F-9F19-B7A212F310E3}"/>
              </a:ext>
            </a:extLst>
          </p:cNvPr>
          <p:cNvSpPr/>
          <p:nvPr/>
        </p:nvSpPr>
        <p:spPr>
          <a:xfrm>
            <a:off x="6713406" y="4208487"/>
            <a:ext cx="2088533" cy="6587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00136"/>
            <a:r>
              <a:rPr lang="en-US" sz="1200" b="1" dirty="0">
                <a:solidFill>
                  <a:prstClr val="white"/>
                </a:solidFill>
                <a:latin typeface="Arial Narrow"/>
              </a:rPr>
              <a:t>Finalizing the comparison</a:t>
            </a:r>
          </a:p>
        </p:txBody>
      </p:sp>
      <p:sp>
        <p:nvSpPr>
          <p:cNvPr id="10" name="Flowchart: Decision 9">
            <a:extLst>
              <a:ext uri="{FF2B5EF4-FFF2-40B4-BE49-F238E27FC236}">
                <a16:creationId xmlns:a16="http://schemas.microsoft.com/office/drawing/2014/main" id="{30796CD4-8329-49AE-9805-76C7E96B1394}"/>
              </a:ext>
            </a:extLst>
          </p:cNvPr>
          <p:cNvSpPr/>
          <p:nvPr/>
        </p:nvSpPr>
        <p:spPr>
          <a:xfrm>
            <a:off x="823283" y="3885883"/>
            <a:ext cx="2665705" cy="1044716"/>
          </a:xfrm>
          <a:prstGeom prst="flowChartDecision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00136"/>
            <a:r>
              <a:rPr lang="en-US" sz="1200" b="1" dirty="0">
                <a:solidFill>
                  <a:prstClr val="white"/>
                </a:solidFill>
                <a:latin typeface="Arial Narrow"/>
              </a:rPr>
              <a:t>Require Additional data on existing part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616310-BD82-4B8F-A763-90782B8957C3}"/>
              </a:ext>
            </a:extLst>
          </p:cNvPr>
          <p:cNvSpPr/>
          <p:nvPr/>
        </p:nvSpPr>
        <p:spPr>
          <a:xfrm>
            <a:off x="6718673" y="5564728"/>
            <a:ext cx="2088533" cy="6587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00136"/>
            <a:r>
              <a:rPr lang="en-US" sz="1200" b="1" dirty="0">
                <a:solidFill>
                  <a:prstClr val="white"/>
                </a:solidFill>
                <a:latin typeface="Arial Narrow"/>
              </a:rPr>
              <a:t>Submit for final review with Customer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5E9EC6F-74C4-43EC-BF2C-00F8B214C89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2138116" y="2297227"/>
            <a:ext cx="18021" cy="464968"/>
          </a:xfrm>
          <a:prstGeom prst="straightConnector1">
            <a:avLst/>
          </a:prstGeom>
          <a:noFill/>
          <a:ln w="6350" cap="flat" cmpd="sng" algn="ctr">
            <a:solidFill>
              <a:srgbClr val="160A47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805DE52-051C-4688-9C51-9F804892D800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 flipH="1">
            <a:off x="2156136" y="3420915"/>
            <a:ext cx="1" cy="464968"/>
          </a:xfrm>
          <a:prstGeom prst="straightConnector1">
            <a:avLst/>
          </a:prstGeom>
          <a:noFill/>
          <a:ln w="6350" cap="flat" cmpd="sng" algn="ctr">
            <a:solidFill>
              <a:srgbClr val="160A47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67480C0-431D-4DF3-954C-F9BE441D226D}"/>
              </a:ext>
            </a:extLst>
          </p:cNvPr>
          <p:cNvSpPr/>
          <p:nvPr/>
        </p:nvSpPr>
        <p:spPr>
          <a:xfrm>
            <a:off x="3958805" y="4078881"/>
            <a:ext cx="1593403" cy="6587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00136"/>
            <a:r>
              <a:rPr lang="en-US" sz="1200" b="1" dirty="0">
                <a:solidFill>
                  <a:prstClr val="white"/>
                </a:solidFill>
                <a:latin typeface="Arial Narrow"/>
              </a:rPr>
              <a:t>Contact Customer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2D63021-FD6C-4F80-8411-D5448F28D8F2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 flipV="1">
            <a:off x="3488988" y="4408241"/>
            <a:ext cx="469816" cy="1"/>
          </a:xfrm>
          <a:prstGeom prst="straightConnector1">
            <a:avLst/>
          </a:prstGeom>
          <a:noFill/>
          <a:ln w="6350" cap="flat" cmpd="sng" algn="ctr">
            <a:solidFill>
              <a:srgbClr val="160A47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" name="Flowchart: Decision 15">
            <a:extLst>
              <a:ext uri="{FF2B5EF4-FFF2-40B4-BE49-F238E27FC236}">
                <a16:creationId xmlns:a16="http://schemas.microsoft.com/office/drawing/2014/main" id="{E77D535A-82E9-4A14-BFF3-D9F6B595A7C4}"/>
              </a:ext>
            </a:extLst>
          </p:cNvPr>
          <p:cNvSpPr/>
          <p:nvPr/>
        </p:nvSpPr>
        <p:spPr>
          <a:xfrm>
            <a:off x="3642897" y="5149545"/>
            <a:ext cx="2225218" cy="1044716"/>
          </a:xfrm>
          <a:prstGeom prst="flowChartDecision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00136"/>
            <a:r>
              <a:rPr lang="en-US" sz="1200" b="1" dirty="0">
                <a:solidFill>
                  <a:prstClr val="white"/>
                </a:solidFill>
                <a:latin typeface="Arial Narrow"/>
              </a:rPr>
              <a:t>Data received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F088914-6739-4FB1-A00F-9CE77D0511B9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>
            <a:off x="4755506" y="4737601"/>
            <a:ext cx="0" cy="411944"/>
          </a:xfrm>
          <a:prstGeom prst="straightConnector1">
            <a:avLst/>
          </a:prstGeom>
          <a:noFill/>
          <a:ln w="6350" cap="flat" cmpd="sng" algn="ctr">
            <a:solidFill>
              <a:srgbClr val="160A47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F50CB39-2C87-49CA-82ED-01DF0EBCD174}"/>
              </a:ext>
            </a:extLst>
          </p:cNvPr>
          <p:cNvCxnSpPr>
            <a:cxnSpLocks/>
            <a:stCxn id="16" idx="1"/>
            <a:endCxn id="7" idx="3"/>
          </p:cNvCxnSpPr>
          <p:nvPr/>
        </p:nvCxnSpPr>
        <p:spPr>
          <a:xfrm flipH="1">
            <a:off x="3191393" y="5671903"/>
            <a:ext cx="451504" cy="6607"/>
          </a:xfrm>
          <a:prstGeom prst="straightConnector1">
            <a:avLst/>
          </a:prstGeom>
          <a:noFill/>
          <a:ln w="6350" cap="flat" cmpd="sng" algn="ctr">
            <a:solidFill>
              <a:srgbClr val="160A47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EB1D599-EEC6-4082-BDB3-D62FCA19C26F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 flipH="1">
            <a:off x="2147127" y="4930599"/>
            <a:ext cx="9010" cy="418552"/>
          </a:xfrm>
          <a:prstGeom prst="straightConnector1">
            <a:avLst/>
          </a:prstGeom>
          <a:noFill/>
          <a:ln w="6350" cap="flat" cmpd="sng" algn="ctr">
            <a:solidFill>
              <a:srgbClr val="160A47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A2991AE-C8CA-4C66-8EF5-A3BA4A1CA7FA}"/>
              </a:ext>
            </a:extLst>
          </p:cNvPr>
          <p:cNvSpPr txBox="1"/>
          <p:nvPr/>
        </p:nvSpPr>
        <p:spPr>
          <a:xfrm>
            <a:off x="3589443" y="4078881"/>
            <a:ext cx="443884" cy="3220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Yes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99E5DE-9CAB-442D-9B7C-8B3E0EFA3A16}"/>
              </a:ext>
            </a:extLst>
          </p:cNvPr>
          <p:cNvSpPr txBox="1"/>
          <p:nvPr/>
        </p:nvSpPr>
        <p:spPr>
          <a:xfrm>
            <a:off x="2229880" y="4930599"/>
            <a:ext cx="390733" cy="3222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No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460541-DF33-44AE-AEB3-0C6FA9F952CF}"/>
              </a:ext>
            </a:extLst>
          </p:cNvPr>
          <p:cNvSpPr txBox="1"/>
          <p:nvPr/>
        </p:nvSpPr>
        <p:spPr>
          <a:xfrm>
            <a:off x="3391526" y="5359103"/>
            <a:ext cx="443884" cy="3220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Yes</a:t>
            </a:r>
          </a:p>
        </p:txBody>
      </p:sp>
      <p:cxnSp>
        <p:nvCxnSpPr>
          <p:cNvPr id="23" name="Straight Arrow Connector 43">
            <a:extLst>
              <a:ext uri="{FF2B5EF4-FFF2-40B4-BE49-F238E27FC236}">
                <a16:creationId xmlns:a16="http://schemas.microsoft.com/office/drawing/2014/main" id="{7886771C-EEEB-4696-8761-D57CF764D4FA}"/>
              </a:ext>
            </a:extLst>
          </p:cNvPr>
          <p:cNvCxnSpPr>
            <a:cxnSpLocks/>
            <a:stCxn id="16" idx="3"/>
            <a:endCxn id="14" idx="3"/>
          </p:cNvCxnSpPr>
          <p:nvPr/>
        </p:nvCxnSpPr>
        <p:spPr>
          <a:xfrm flipH="1" flipV="1">
            <a:off x="5552208" y="4408241"/>
            <a:ext cx="315907" cy="1263663"/>
          </a:xfrm>
          <a:prstGeom prst="bentConnector3">
            <a:avLst>
              <a:gd name="adj1" fmla="val -64982"/>
            </a:avLst>
          </a:prstGeom>
          <a:noFill/>
          <a:ln w="6350" cap="flat" cmpd="sng" algn="ctr">
            <a:solidFill>
              <a:srgbClr val="160A47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0E874EE-BCE5-427E-ADE1-15FA7173272B}"/>
              </a:ext>
            </a:extLst>
          </p:cNvPr>
          <p:cNvSpPr txBox="1"/>
          <p:nvPr/>
        </p:nvSpPr>
        <p:spPr>
          <a:xfrm>
            <a:off x="5631419" y="4930599"/>
            <a:ext cx="383195" cy="547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No</a:t>
            </a:r>
          </a:p>
        </p:txBody>
      </p:sp>
      <p:cxnSp>
        <p:nvCxnSpPr>
          <p:cNvPr id="25" name="Straight Arrow Connector 53">
            <a:extLst>
              <a:ext uri="{FF2B5EF4-FFF2-40B4-BE49-F238E27FC236}">
                <a16:creationId xmlns:a16="http://schemas.microsoft.com/office/drawing/2014/main" id="{041A47CA-64FA-465D-BEFC-82C0897A5479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rot="5400000" flipH="1" flipV="1">
            <a:off x="2842243" y="1101448"/>
            <a:ext cx="4211306" cy="5601539"/>
          </a:xfrm>
          <a:prstGeom prst="bentConnector5">
            <a:avLst>
              <a:gd name="adj1" fmla="val -7364"/>
              <a:gd name="adj2" fmla="val 73821"/>
              <a:gd name="adj3" fmla="val 104734"/>
            </a:avLst>
          </a:prstGeom>
          <a:noFill/>
          <a:ln w="6350" cap="flat" cmpd="sng" algn="ctr">
            <a:solidFill>
              <a:srgbClr val="160A47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" name="Flowchart: Decision 25">
            <a:extLst>
              <a:ext uri="{FF2B5EF4-FFF2-40B4-BE49-F238E27FC236}">
                <a16:creationId xmlns:a16="http://schemas.microsoft.com/office/drawing/2014/main" id="{82760CC6-0FBC-4C84-9932-519E19094D72}"/>
              </a:ext>
            </a:extLst>
          </p:cNvPr>
          <p:cNvSpPr/>
          <p:nvPr/>
        </p:nvSpPr>
        <p:spPr>
          <a:xfrm>
            <a:off x="6424821" y="2732616"/>
            <a:ext cx="2665705" cy="1044716"/>
          </a:xfrm>
          <a:prstGeom prst="flowChartDecision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00136"/>
            <a:r>
              <a:rPr lang="en-US" sz="1200" b="1" dirty="0">
                <a:solidFill>
                  <a:prstClr val="white"/>
                </a:solidFill>
                <a:latin typeface="Arial Narrow"/>
              </a:rPr>
              <a:t>Require Additional data on alternate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4EF91E3-B4FD-4A89-BC44-5A1B3D13AE06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748664" y="2455284"/>
            <a:ext cx="1" cy="329260"/>
          </a:xfrm>
          <a:prstGeom prst="straightConnector1">
            <a:avLst/>
          </a:prstGeom>
          <a:noFill/>
          <a:ln w="6350" cap="flat" cmpd="sng" algn="ctr">
            <a:solidFill>
              <a:srgbClr val="160A47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B865AFD2-A66D-46BE-B398-8B42E5D34EB3}"/>
              </a:ext>
            </a:extLst>
          </p:cNvPr>
          <p:cNvSpPr/>
          <p:nvPr/>
        </p:nvSpPr>
        <p:spPr>
          <a:xfrm>
            <a:off x="9396059" y="2925614"/>
            <a:ext cx="1894907" cy="6587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00136"/>
            <a:r>
              <a:rPr lang="en-US" sz="1200" b="1" dirty="0">
                <a:solidFill>
                  <a:prstClr val="white"/>
                </a:solidFill>
                <a:latin typeface="Arial Narrow"/>
              </a:rPr>
              <a:t>Contact Vendors/ Manufacturers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0F2F48D-DA0F-498F-80E1-355E69C61266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 flipV="1">
            <a:off x="9090526" y="3254974"/>
            <a:ext cx="305532" cy="1"/>
          </a:xfrm>
          <a:prstGeom prst="straightConnector1">
            <a:avLst/>
          </a:prstGeom>
          <a:noFill/>
          <a:ln w="6350" cap="flat" cmpd="sng" algn="ctr">
            <a:solidFill>
              <a:srgbClr val="160A47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3B45B35-C0EA-4258-9595-4E358864A5CA}"/>
              </a:ext>
            </a:extLst>
          </p:cNvPr>
          <p:cNvSpPr txBox="1"/>
          <p:nvPr/>
        </p:nvSpPr>
        <p:spPr>
          <a:xfrm>
            <a:off x="8868584" y="2856490"/>
            <a:ext cx="443884" cy="3220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Yes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13D8174-7E97-4315-B37B-9DD2BEA29C0D}"/>
              </a:ext>
            </a:extLst>
          </p:cNvPr>
          <p:cNvCxnSpPr>
            <a:cxnSpLocks/>
            <a:stCxn id="26" idx="2"/>
            <a:endCxn id="9" idx="0"/>
          </p:cNvCxnSpPr>
          <p:nvPr/>
        </p:nvCxnSpPr>
        <p:spPr>
          <a:xfrm flipH="1">
            <a:off x="7757673" y="3777332"/>
            <a:ext cx="1" cy="431155"/>
          </a:xfrm>
          <a:prstGeom prst="straightConnector1">
            <a:avLst/>
          </a:prstGeom>
          <a:noFill/>
          <a:ln w="6350" cap="flat" cmpd="sng" algn="ctr">
            <a:solidFill>
              <a:srgbClr val="160A47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18F2FC8-9270-4E35-80B3-3E7E8C9F1F3C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7757673" y="4867206"/>
            <a:ext cx="5267" cy="697522"/>
          </a:xfrm>
          <a:prstGeom prst="straightConnector1">
            <a:avLst/>
          </a:prstGeom>
          <a:noFill/>
          <a:ln w="6350" cap="flat" cmpd="sng" algn="ctr">
            <a:solidFill>
              <a:srgbClr val="160A47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AE37FFC-ACA0-42AF-A77F-61C32BFCAFB0}"/>
              </a:ext>
            </a:extLst>
          </p:cNvPr>
          <p:cNvSpPr txBox="1"/>
          <p:nvPr/>
        </p:nvSpPr>
        <p:spPr>
          <a:xfrm>
            <a:off x="7853968" y="3759520"/>
            <a:ext cx="390733" cy="3222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No</a:t>
            </a:r>
          </a:p>
        </p:txBody>
      </p:sp>
      <p:sp>
        <p:nvSpPr>
          <p:cNvPr id="34" name="Flowchart: Decision 33">
            <a:extLst>
              <a:ext uri="{FF2B5EF4-FFF2-40B4-BE49-F238E27FC236}">
                <a16:creationId xmlns:a16="http://schemas.microsoft.com/office/drawing/2014/main" id="{6A3DD4B8-27CC-4231-8487-C1BCC8E95CFC}"/>
              </a:ext>
            </a:extLst>
          </p:cNvPr>
          <p:cNvSpPr/>
          <p:nvPr/>
        </p:nvSpPr>
        <p:spPr>
          <a:xfrm>
            <a:off x="9401324" y="4015488"/>
            <a:ext cx="1889641" cy="1044716"/>
          </a:xfrm>
          <a:prstGeom prst="flowChartDecision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00136"/>
            <a:r>
              <a:rPr lang="en-US" sz="1200" b="1" dirty="0">
                <a:solidFill>
                  <a:prstClr val="white"/>
                </a:solidFill>
                <a:latin typeface="Arial Narrow"/>
              </a:rPr>
              <a:t>Response received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D61C985-46C6-4034-9E7A-A76F1E27D150}"/>
              </a:ext>
            </a:extLst>
          </p:cNvPr>
          <p:cNvCxnSpPr>
            <a:cxnSpLocks/>
            <a:stCxn id="28" idx="2"/>
            <a:endCxn id="34" idx="0"/>
          </p:cNvCxnSpPr>
          <p:nvPr/>
        </p:nvCxnSpPr>
        <p:spPr>
          <a:xfrm>
            <a:off x="10343512" y="3584334"/>
            <a:ext cx="2633" cy="431155"/>
          </a:xfrm>
          <a:prstGeom prst="straightConnector1">
            <a:avLst/>
          </a:prstGeom>
          <a:noFill/>
          <a:ln w="6350" cap="flat" cmpd="sng" algn="ctr">
            <a:solidFill>
              <a:srgbClr val="160A47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C3A10D8-17D5-4215-9063-34F677D97FFA}"/>
              </a:ext>
            </a:extLst>
          </p:cNvPr>
          <p:cNvCxnSpPr>
            <a:cxnSpLocks/>
            <a:stCxn id="34" idx="1"/>
            <a:endCxn id="9" idx="3"/>
          </p:cNvCxnSpPr>
          <p:nvPr/>
        </p:nvCxnSpPr>
        <p:spPr>
          <a:xfrm flipH="1">
            <a:off x="8801939" y="4537847"/>
            <a:ext cx="599385" cy="0"/>
          </a:xfrm>
          <a:prstGeom prst="straightConnector1">
            <a:avLst/>
          </a:prstGeom>
          <a:noFill/>
          <a:ln w="6350" cap="flat" cmpd="sng" algn="ctr">
            <a:solidFill>
              <a:srgbClr val="160A47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4E97ED3-B0F4-46B9-9D1B-A4104DF2F56E}"/>
              </a:ext>
            </a:extLst>
          </p:cNvPr>
          <p:cNvSpPr txBox="1"/>
          <p:nvPr/>
        </p:nvSpPr>
        <p:spPr>
          <a:xfrm>
            <a:off x="8810947" y="4152779"/>
            <a:ext cx="443884" cy="3220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Yes</a:t>
            </a:r>
          </a:p>
        </p:txBody>
      </p:sp>
      <p:cxnSp>
        <p:nvCxnSpPr>
          <p:cNvPr id="38" name="Straight Arrow Connector 105">
            <a:extLst>
              <a:ext uri="{FF2B5EF4-FFF2-40B4-BE49-F238E27FC236}">
                <a16:creationId xmlns:a16="http://schemas.microsoft.com/office/drawing/2014/main" id="{BA51EA35-CEE1-4DFD-B302-4D424BC08D50}"/>
              </a:ext>
            </a:extLst>
          </p:cNvPr>
          <p:cNvCxnSpPr>
            <a:cxnSpLocks/>
            <a:stCxn id="34" idx="3"/>
            <a:endCxn id="28" idx="3"/>
          </p:cNvCxnSpPr>
          <p:nvPr/>
        </p:nvCxnSpPr>
        <p:spPr>
          <a:xfrm flipV="1">
            <a:off x="11290965" y="3254974"/>
            <a:ext cx="11405" cy="1282873"/>
          </a:xfrm>
          <a:prstGeom prst="bentConnector3">
            <a:avLst>
              <a:gd name="adj1" fmla="val 1800000"/>
            </a:avLst>
          </a:prstGeom>
          <a:noFill/>
          <a:ln w="6350" cap="flat" cmpd="sng" algn="ctr">
            <a:solidFill>
              <a:srgbClr val="160A47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5D47C5F-5112-4B55-882B-44E8E40335D7}"/>
              </a:ext>
            </a:extLst>
          </p:cNvPr>
          <p:cNvSpPr txBox="1"/>
          <p:nvPr/>
        </p:nvSpPr>
        <p:spPr>
          <a:xfrm>
            <a:off x="10977985" y="3991742"/>
            <a:ext cx="390733" cy="3222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No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16F8D123-4F3C-4D57-93A5-E3C3D2BBA38A}"/>
              </a:ext>
            </a:extLst>
          </p:cNvPr>
          <p:cNvSpPr txBox="1">
            <a:spLocks/>
          </p:cNvSpPr>
          <p:nvPr/>
        </p:nvSpPr>
        <p:spPr bwMode="gray">
          <a:xfrm>
            <a:off x="869261" y="634553"/>
            <a:ext cx="8224837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lang="en-US" sz="3200" b="1" kern="120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Arial" charset="0"/>
                <a:ea typeface="+mn-ea"/>
                <a:cs typeface="Arial" charset="0"/>
              </a:defRPr>
            </a:lvl5pPr>
            <a:lvl6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Arial" charset="0"/>
                <a:ea typeface="+mn-ea"/>
                <a:cs typeface="Arial" charset="0"/>
              </a:defRPr>
            </a:lvl6pPr>
            <a:lvl7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Arial" charset="0"/>
                <a:ea typeface="+mn-ea"/>
                <a:cs typeface="Arial" charset="0"/>
              </a:defRPr>
            </a:lvl7pPr>
            <a:lvl8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Arial" charset="0"/>
                <a:ea typeface="+mn-ea"/>
                <a:cs typeface="Arial" charset="0"/>
              </a:defRPr>
            </a:lvl8pPr>
            <a:lvl9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Alternate Finding</a:t>
            </a:r>
          </a:p>
        </p:txBody>
      </p:sp>
    </p:spTree>
    <p:extLst>
      <p:ext uri="{BB962C8B-B14F-4D97-AF65-F5344CB8AC3E}">
        <p14:creationId xmlns:p14="http://schemas.microsoft.com/office/powerpoint/2010/main" val="174425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Narrow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2025-10-14T11:48:32Z</dcterms:created>
  <dcterms:modified xsi:type="dcterms:W3CDTF">2025-10-14T11:49:49Z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2025-10-14T11:49:39Z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602b9fb2-3d92-4478-8ca3-e1e3e4e05ae1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