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lang="en-US" sz="6000" spc="-1" strike="noStrike">
                <a:solidFill>
                  <a:srgbClr val="000000"/>
                </a:solidFill>
                <a:latin typeface="Aptos Display"/>
              </a:rPr>
              <a:t>Click to edit Master title style</a:t>
            </a:r>
            <a:endParaRPr b="0" lang="en-US" sz="60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121E2E95-D3CA-4FCD-A852-8D988E98A986}" type="datetime">
              <a:rPr b="0" lang="en-US" sz="1200" spc="-1" strike="noStrike">
                <a:solidFill>
                  <a:srgbClr val="787878"/>
                </a:solidFill>
                <a:latin typeface="Aptos"/>
              </a:rPr>
              <a:t>10/14/25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IN" sz="2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026D5EAF-C244-4BDB-9623-7E29F03F18D9}" type="slidenum">
              <a:rPr b="0" lang="en-US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ptos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ptos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ptos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AE9044DE-A4D8-4025-ABDA-65214122D3B7}" type="datetime">
              <a:rPr b="0" lang="en-US" sz="1200" spc="-1" strike="noStrike">
                <a:solidFill>
                  <a:srgbClr val="787878"/>
                </a:solidFill>
                <a:latin typeface="Aptos"/>
              </a:rPr>
              <a:t>10/14/25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IN" sz="24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E525F60B-F4D3-4034-A7CC-126CA2934B7B}" type="slidenum">
              <a:rPr b="0" lang="en-US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ptos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ptos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ptos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ptos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2" descr="A screenshot of a computer&#10;&#10;AI-generated content may be incorrect.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2" descr="A screenshot of a computer&#10;&#10;AI-generated content may be incorrect."/>
          <p:cNvPicPr/>
          <p:nvPr/>
        </p:nvPicPr>
        <p:blipFill>
          <a:blip r:embed="rId1"/>
          <a:stretch/>
        </p:blipFill>
        <p:spPr>
          <a:xfrm>
            <a:off x="72000" y="360"/>
            <a:ext cx="12191760" cy="68576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2" descr="A screenshot of a computer&#10;&#10;AI-generated content may be incorrect.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2" descr="A screenshot of a computer&#10;&#10;AI-generated content may be incorrect.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LibreOffice/6.4.7.2$Linux_X86_64 LibreOffice_project/40$Build-2</Applicat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2025-07-23T07:41:07Z</dcterms:created>
  <dc:creator>Degala Puneeth</dc:creator>
  <dc:description/>
  <dc:language>en-IN</dc:language>
  <cp:lastModifiedBy/>
  <dcterms:modified xsi:type="dcterms:W3CDTF">2025-10-14T12:35:49Z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MSIP_Label_ec655256-13e9-4c0b-ba73-c54361842301_ActionId">
    <vt:lpwstr>fd24d821-2f4f-4957-a40e-37fd2829e70e</vt:lpwstr>
  </property>
  <property fmtid="{D5CDD505-2E9C-101B-9397-08002B2CF9AE}" pid="8" name="MSIP_Label_ec655256-13e9-4c0b-ba73-c54361842301_ContentBits">
    <vt:lpwstr>0</vt:lpwstr>
  </property>
  <property fmtid="{D5CDD505-2E9C-101B-9397-08002B2CF9AE}" pid="9" name="MSIP_Label_ec655256-13e9-4c0b-ba73-c54361842301_Enabled">
    <vt:lpwstr>true</vt:lpwstr>
  </property>
  <property fmtid="{D5CDD505-2E9C-101B-9397-08002B2CF9AE}" pid="10" name="MSIP_Label_ec655256-13e9-4c0b-ba73-c54361842301_Method">
    <vt:lpwstr>Privileged</vt:lpwstr>
  </property>
  <property fmtid="{D5CDD505-2E9C-101B-9397-08002B2CF9AE}" pid="11" name="MSIP_Label_ec655256-13e9-4c0b-ba73-c54361842301_Name">
    <vt:lpwstr>Public</vt:lpwstr>
  </property>
  <property fmtid="{D5CDD505-2E9C-101B-9397-08002B2CF9AE}" pid="12" name="MSIP_Label_ec655256-13e9-4c0b-ba73-c54361842301_SetDate">
    <vt:lpwstr>2025-07-23T07:45:44Z</vt:lpwstr>
  </property>
  <property fmtid="{D5CDD505-2E9C-101B-9397-08002B2CF9AE}" pid="13" name="MSIP_Label_ec655256-13e9-4c0b-ba73-c54361842301_SiteId">
    <vt:lpwstr>edf442f5-b994-4c86-a131-b42b03a16c95</vt:lpwstr>
  </property>
  <property fmtid="{D5CDD505-2E9C-101B-9397-08002B2CF9AE}" pid="14" name="MSIP_Label_ec655256-13e9-4c0b-ba73-c54361842301_Tag">
    <vt:lpwstr>10, 0, 1, 1</vt:lpwstr>
  </property>
  <property fmtid="{D5CDD505-2E9C-101B-9397-08002B2CF9AE}" pid="15" name="Notes">
    <vt:i4>0</vt:i4>
  </property>
  <property fmtid="{D5CDD505-2E9C-101B-9397-08002B2CF9AE}" pid="16" name="PresentationFormat">
    <vt:lpwstr>Widescreen</vt:lpwstr>
  </property>
  <property fmtid="{D5CDD505-2E9C-101B-9397-08002B2CF9AE}" pid="17" name="ScaleCrop">
    <vt:bool>0</vt:bool>
  </property>
  <property fmtid="{D5CDD505-2E9C-101B-9397-08002B2CF9AE}" pid="18" name="ShareDoc">
    <vt:bool>0</vt:bool>
  </property>
  <property fmtid="{D5CDD505-2E9C-101B-9397-08002B2CF9AE}" pid="19" name="Slides">
    <vt:i4>5</vt:i4>
  </property>
</Properties>
</file>