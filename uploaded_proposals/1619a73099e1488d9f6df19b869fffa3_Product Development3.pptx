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555F-3C5F-CFF1-EB0A-8213F7E6C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EDBE1-F5C0-6ADE-7062-ABA67A169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418B6-C674-139A-B575-F935F49E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83579-90E0-B2D5-8AD3-D4FD914DF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E2A7A-FBFF-C43B-022A-3D51599A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2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372E-8058-33FA-E765-AA44A00A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DB03E-B686-6174-F676-7DF0972B0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96A3E-E7F9-64FE-2B6D-6342328CE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9096F-B5EA-AD82-9B99-A68C5A63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AF10D-CE77-D369-8831-A3989080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29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0F23-1753-E05A-92F2-156DEC4D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41046-7808-C6E5-B9EF-6FDB10D83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A79A7-0C5A-9F50-5E08-E501AE56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B40F5-1B8D-C281-D7FA-D149E8CA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90F44-8623-6020-720A-DE9EE8E7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1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FF5E1-AD4F-1225-7B15-87F854A9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05F8-D4C7-3D5E-BE77-2D4137594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9D24-A39F-5D29-EAFA-BE4274847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097FA-849C-CB43-88C2-18E516AA3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CF1EE-8B17-ADFF-E500-DFBE1A06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2F8F0-117D-7BFA-2B5A-98785A4B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54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0AE2-BFBD-01FC-D054-5E5BB76E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6AF85-D10A-D202-2E66-07788C2CE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933B-A115-A97F-BB34-CACE4948C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EECE1-31B2-9F3D-F359-1EB23D3FB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45DA5-DAA6-8CE7-521B-4099B3E97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97E81-784F-CC0F-5310-D1C13769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C679E-339A-FA5A-8DF1-C1957131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9B7B5-1FC2-883D-82AB-1CC02C9C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3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E564-A3BD-AE96-9182-5D034015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15DFC-D82C-B00D-A2FF-62D5C4D6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040CE-A9F3-B1F5-4B46-4F178ED8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0BFAF-3F12-6F99-3E2E-5B81ACD1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8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7D968-C8F7-83F2-6148-1BD64854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3D1C1-C6B2-C934-5C8E-0A74B31D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0A2F9-A3CF-C83E-66CD-94AC417B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65C5-65F1-291B-0C4A-E3AFF60CE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E77A-2239-A61D-93D3-3A9799B63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2D9BC-1ED7-98EF-DE67-EA116CE9D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B83F6-1C5C-62F3-7AD2-6F7246F6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0D7CF-86C6-7DB5-182D-ED1592F3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4D892-AD23-C72F-2C44-1C698184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2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DBA0-73EF-1571-4B8B-558FB0738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6B338-F5D7-E9BB-760B-B55A716FB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15341-7CA7-B7FA-1EEA-059AFCA16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F5129-BC29-0B64-53DF-4D8BF1B1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9A417-2FDB-E59C-47B7-6F790B57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1C343-67A0-7C34-DD82-06F37601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3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4E59-3756-FF48-DCB1-808EF7B3D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E943E-A78B-B962-6613-51DB0FA7E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C7A1F-69B8-98C8-C902-945C28BF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4C3F6-E049-339B-AB9D-FDEF2DB7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D1425-65D7-F1CC-3C5F-F60DF752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5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5A76C-B2B3-CB29-F7E7-9EB871D79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775F9-A9BE-3722-0165-F1BD0887F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72A06-F02B-C4F9-7D67-0CC6DFAEE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DD220-3767-1EF3-083F-FB3ADFA26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3BD7F-1CBC-575C-4C9F-788D136E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9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582A58-A19A-AACB-1C3D-630D7641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CF141-84C2-B7C6-F0F3-4AF450703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2CF58-A6AF-BB5E-1DF7-50F44EBED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79CF5-906B-46F8-9EB4-6CE7A6E8F726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EAAFD-8C78-052E-916A-DE11A5DE8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1FD31-2B0E-D26F-597C-B53E800C8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920C6-C91F-434D-8101-489B92895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88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3AE3ECE-F5C1-73BB-4E05-85FB1AE7D893}"/>
              </a:ext>
            </a:extLst>
          </p:cNvPr>
          <p:cNvSpPr txBox="1">
            <a:spLocks/>
          </p:cNvSpPr>
          <p:nvPr/>
        </p:nvSpPr>
        <p:spPr>
          <a:xfrm>
            <a:off x="817705" y="512782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000"/>
              <a:t>Sea Water Purifier Controller – HMI Design &amp; Development – 2 of 2</a:t>
            </a:r>
            <a:endParaRPr lang="en-US" sz="300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5A112F28-E318-0D8E-F89B-B2321A957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83" y="2751651"/>
            <a:ext cx="3578223" cy="21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90A234-3F69-32C3-14A7-911599E84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3" y="1182826"/>
            <a:ext cx="1664270" cy="9993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09EFBE-FBA0-ED2C-4088-8B774C708B2C}"/>
              </a:ext>
            </a:extLst>
          </p:cNvPr>
          <p:cNvSpPr txBox="1"/>
          <p:nvPr/>
        </p:nvSpPr>
        <p:spPr>
          <a:xfrm>
            <a:off x="359928" y="2175584"/>
            <a:ext cx="1385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Main Screen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ECACE2F-8EBF-8C70-F084-6B2F96555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663" y="2550000"/>
            <a:ext cx="1662192" cy="999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142DDD-AAF3-0E87-92CF-D9715F4D417D}"/>
              </a:ext>
            </a:extLst>
          </p:cNvPr>
          <p:cNvSpPr/>
          <p:nvPr/>
        </p:nvSpPr>
        <p:spPr>
          <a:xfrm>
            <a:off x="87711" y="3555283"/>
            <a:ext cx="1861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Display Settings - Language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81CDBEF-2DCB-71F1-E669-9019228CF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4801" y="3944175"/>
            <a:ext cx="1774830" cy="1060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80EA1-7648-D694-D762-5F8F8305ECCB}"/>
              </a:ext>
            </a:extLst>
          </p:cNvPr>
          <p:cNvSpPr/>
          <p:nvPr/>
        </p:nvSpPr>
        <p:spPr>
          <a:xfrm>
            <a:off x="289435" y="5004636"/>
            <a:ext cx="152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Display Settings - Unit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AA7C601-A811-56DB-09DA-085F52901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0663" y="5396118"/>
            <a:ext cx="1861921" cy="1113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34E6046-2EDB-5EB1-E7F9-F69F231B5BF8}"/>
              </a:ext>
            </a:extLst>
          </p:cNvPr>
          <p:cNvSpPr/>
          <p:nvPr/>
        </p:nvSpPr>
        <p:spPr>
          <a:xfrm>
            <a:off x="220663" y="6477209"/>
            <a:ext cx="192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Display Settings - Brightness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97797E1-1825-D385-0030-304EA64F8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21393" y="5396118"/>
            <a:ext cx="1774831" cy="1057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9CD6BC4-883C-F9D0-61DD-29A3FE6F1544}"/>
              </a:ext>
            </a:extLst>
          </p:cNvPr>
          <p:cNvSpPr/>
          <p:nvPr/>
        </p:nvSpPr>
        <p:spPr>
          <a:xfrm>
            <a:off x="2008410" y="6485737"/>
            <a:ext cx="2200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System Settings - System Service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DDF39E-13FA-6E71-4679-DEAD4D6A6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4183" y="5396119"/>
            <a:ext cx="1774831" cy="10666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36D7D06-09FE-FD1F-6233-4C54B05B72DB}"/>
              </a:ext>
            </a:extLst>
          </p:cNvPr>
          <p:cNvSpPr/>
          <p:nvPr/>
        </p:nvSpPr>
        <p:spPr>
          <a:xfrm>
            <a:off x="4060999" y="6477208"/>
            <a:ext cx="2078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System Settings - Clock Screen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E20ACB-7251-FD02-9E85-971BAF6834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343" y="5396118"/>
            <a:ext cx="1779360" cy="10578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0A1961B-8931-CCCB-48DB-56FDA3E79A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8279" y="5395647"/>
            <a:ext cx="1774831" cy="10573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772D8F8-A28B-B624-701C-0C136D23C5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79260" y="5390289"/>
            <a:ext cx="1779360" cy="10627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B2C4FE-830D-AB62-ED75-3437B1BB03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362" y="1191880"/>
            <a:ext cx="1664270" cy="10018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2B9BE98-18F5-AE75-2D0B-E2CF94DB15A0}"/>
              </a:ext>
            </a:extLst>
          </p:cNvPr>
          <p:cNvSpPr/>
          <p:nvPr/>
        </p:nvSpPr>
        <p:spPr>
          <a:xfrm>
            <a:off x="2110362" y="2182219"/>
            <a:ext cx="1692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System Run Time Screen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2CBA4C6-81E8-7FC4-5784-80DAE74873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0362" y="2550001"/>
            <a:ext cx="1662192" cy="100149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667115C-8ACF-7FF8-A156-9D09EF5119D4}"/>
              </a:ext>
            </a:extLst>
          </p:cNvPr>
          <p:cNvSpPr/>
          <p:nvPr/>
        </p:nvSpPr>
        <p:spPr>
          <a:xfrm>
            <a:off x="2110362" y="3549393"/>
            <a:ext cx="1625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Operation Menu Screen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E58B12D-A6D3-29ED-0781-106ECE4CA8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42856" y="3935119"/>
            <a:ext cx="1625125" cy="105781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AE7A594-FBE9-A3CF-2DD9-3D2BBEC3243E}"/>
              </a:ext>
            </a:extLst>
          </p:cNvPr>
          <p:cNvSpPr/>
          <p:nvPr/>
        </p:nvSpPr>
        <p:spPr>
          <a:xfrm>
            <a:off x="2162893" y="4976909"/>
            <a:ext cx="1585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Manual Control Screen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29A4040-FCF0-6152-B147-B1E9D467195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224" y="1190549"/>
            <a:ext cx="1774831" cy="98082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3118615-CD14-DC08-7043-1A32FDC0CD61}"/>
              </a:ext>
            </a:extLst>
          </p:cNvPr>
          <p:cNvSpPr/>
          <p:nvPr/>
        </p:nvSpPr>
        <p:spPr>
          <a:xfrm>
            <a:off x="3864912" y="2134960"/>
            <a:ext cx="2104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FWF pop up &amp; Communications Error pop up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E607F47-E12D-A8B7-95A6-91CA72105D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269" y="1192111"/>
            <a:ext cx="1582003" cy="9428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670997C-E292-0991-10C8-69EC333E4DEF}"/>
              </a:ext>
            </a:extLst>
          </p:cNvPr>
          <p:cNvSpPr/>
          <p:nvPr/>
        </p:nvSpPr>
        <p:spPr>
          <a:xfrm>
            <a:off x="6422828" y="2148327"/>
            <a:ext cx="932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Data Screen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19F200-9AE7-9E20-6783-12D4C156076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486" y="1182826"/>
            <a:ext cx="1582003" cy="9523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7A5A972-F59A-242D-6941-67C8E1C6E1FB}"/>
              </a:ext>
            </a:extLst>
          </p:cNvPr>
          <p:cNvSpPr/>
          <p:nvPr/>
        </p:nvSpPr>
        <p:spPr>
          <a:xfrm>
            <a:off x="8324800" y="2148327"/>
            <a:ext cx="947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P&amp;ID Screen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A4F80AD-7902-F02F-B8F6-FD1A26996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486" y="2549512"/>
            <a:ext cx="1662192" cy="99440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373C60F-D4D8-096F-B094-BC9676DC8195}"/>
              </a:ext>
            </a:extLst>
          </p:cNvPr>
          <p:cNvSpPr/>
          <p:nvPr/>
        </p:nvSpPr>
        <p:spPr>
          <a:xfrm>
            <a:off x="8161217" y="3506270"/>
            <a:ext cx="1354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Information Screen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80F64E3-DDB0-E51A-C35D-F79F20C3FF8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473" y="3928544"/>
            <a:ext cx="1671931" cy="99440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8F6A665-31A7-7B56-2DF0-92728532C5F9}"/>
              </a:ext>
            </a:extLst>
          </p:cNvPr>
          <p:cNvSpPr/>
          <p:nvPr/>
        </p:nvSpPr>
        <p:spPr>
          <a:xfrm>
            <a:off x="8015199" y="4916327"/>
            <a:ext cx="1734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System Messages Screen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22FB3FC-3484-9DAF-B7A7-BC5CF1C6EB2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404" y="1175521"/>
            <a:ext cx="1263949" cy="75805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C01A61A-9F4F-ACE1-AC79-61B0DA141BC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3855" y="1168216"/>
            <a:ext cx="1080736" cy="75805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C86CC11-F097-184C-7380-7E9E16203CCE}"/>
              </a:ext>
            </a:extLst>
          </p:cNvPr>
          <p:cNvSpPr/>
          <p:nvPr/>
        </p:nvSpPr>
        <p:spPr>
          <a:xfrm>
            <a:off x="9809078" y="1934651"/>
            <a:ext cx="2162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Fault Log &amp; Warning Log Screens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17AFE06-B606-6F5D-6AB6-426C0059AF3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260" y="2366319"/>
            <a:ext cx="1774832" cy="1062681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E11799EF-F8BC-F743-B9F7-21FAD5196EDF}"/>
              </a:ext>
            </a:extLst>
          </p:cNvPr>
          <p:cNvSpPr/>
          <p:nvPr/>
        </p:nvSpPr>
        <p:spPr>
          <a:xfrm>
            <a:off x="10048533" y="3448328"/>
            <a:ext cx="177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Customer Options – Firmware Update</a:t>
            </a:r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3519C1A4-0123-842B-A339-9379DF0BA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/>
          <a:srcRect/>
          <a:stretch>
            <a:fillRect/>
          </a:stretch>
        </p:blipFill>
        <p:spPr bwMode="auto">
          <a:xfrm>
            <a:off x="10132861" y="3935119"/>
            <a:ext cx="1761988" cy="1058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C2EFE0C0-24DD-F1A8-8FEC-8A2CB176FF8A}"/>
              </a:ext>
            </a:extLst>
          </p:cNvPr>
          <p:cNvSpPr/>
          <p:nvPr/>
        </p:nvSpPr>
        <p:spPr>
          <a:xfrm>
            <a:off x="10367043" y="4947786"/>
            <a:ext cx="1293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System Set-points</a:t>
            </a:r>
          </a:p>
        </p:txBody>
      </p:sp>
    </p:spTree>
    <p:extLst>
      <p:ext uri="{BB962C8B-B14F-4D97-AF65-F5344CB8AC3E}">
        <p14:creationId xmlns:p14="http://schemas.microsoft.com/office/powerpoint/2010/main" val="261057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2025-10-10T05:48:56Z</dcterms:created>
  <dcterms:modified xsi:type="dcterms:W3CDTF">2025-10-10T05:49:39Z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2025-10-10T05:49:38Z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9880cb9c-5d1b-475e-a3b7-8d4e4da5149f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