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CF380-FDCD-8E97-67F5-522A163022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B5D80A-3E59-070D-3F03-C96A86151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0D154-8F7E-3AA4-7752-961D0D388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C5C2-1899-484B-AE76-60C97088F2F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61C9E-9A2F-725B-4A29-9103883B1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D6771-D893-26F8-B1E2-92D61914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C828-0AD0-4EBF-B11B-2E82871F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4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E65C8-431B-C846-1A74-797575510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04D06-CC36-C66D-4589-38D3D7AB7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9D65C-C8E3-96FA-4814-5978F0EBB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C5C2-1899-484B-AE76-60C97088F2F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06383-684C-3CDA-D424-50F45523F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A92D0-1F97-D9B7-E7AD-4095B036A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C828-0AD0-4EBF-B11B-2E82871F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38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A0751-5867-63DF-102F-69C4E5E75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5EDA4-5713-81A3-BD36-5EB9F26A1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7488D-5677-F9EA-EAFC-E22532DD1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C5C2-1899-484B-AE76-60C97088F2F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90C2C-4949-C770-7984-EC75AF8AF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AE78A-2B81-984D-E4C2-CB81CBAC9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C828-0AD0-4EBF-B11B-2E82871F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129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B607-4B96-85E6-1320-6B744F386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1523-8DDC-A3CE-99D3-0959DB1EC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F3D8C-A988-406B-05C9-99E2E23D2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ECE7D1-9F2D-5297-5530-01D7E999E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C5C2-1899-484B-AE76-60C97088F2F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799F15-E07D-AAF5-3923-5FC83FE76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22CAC-CC5B-90B7-4A49-FF53FFC4D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C828-0AD0-4EBF-B11B-2E82871F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912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A201C-F120-6E41-5412-8E787D7B6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832EB-3CD4-890C-F86E-D8B86CF8A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AD08B2-D94E-AA5D-C1E7-34F498E90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DEA9B1-24C1-CFEB-C8AE-A7BEFD0F14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65B2A9-3FB9-F59A-23DD-0EB302E6AB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0903D8-D8A0-91D1-98B8-6F2038AD8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C5C2-1899-484B-AE76-60C97088F2F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4BB1B1-56E9-3458-C416-546CB4A0F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628B01-F133-E72E-02FC-4BDB4EE9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C828-0AD0-4EBF-B11B-2E82871F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58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EC144-1687-8C03-8CAE-B8C2258EE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0E9-EA31-69A2-B8DF-243E59DA3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C5C2-1899-484B-AE76-60C97088F2F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6EB432-777E-E5B7-8D10-07F6CB206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FA60AD-9D44-33D5-0148-41EE0F64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C828-0AD0-4EBF-B11B-2E82871F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256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E6B189-8F10-457C-805A-0EDC661E5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C5C2-1899-484B-AE76-60C97088F2F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EE855E-7DCF-EC77-ABBA-230395B18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F8D12-A269-F88C-5B45-A167E45E6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C828-0AD0-4EBF-B11B-2E82871F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482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4C6A3-BDDE-2799-1205-227309A35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C6B9C-ED3D-1D10-2E7F-5A402AC07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AF0734-ACC8-E41A-6EC2-5A453D3B0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CEB006-542D-531D-5725-EBE72F43F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C5C2-1899-484B-AE76-60C97088F2F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BC983-FA0D-6DA4-CB37-3D9805557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9137C-828B-4726-F612-02C9E78A6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C828-0AD0-4EBF-B11B-2E82871F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27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CF9DC-1C98-DE16-F89F-972793AA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2AD090-3492-FEE5-424C-B9D8BF06EE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B6F7E-1591-35F9-0E99-0FC60B48BC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645EB-A39A-6CF2-4346-4DAC581B1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C5C2-1899-484B-AE76-60C97088F2F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8D5AC-C12A-5D0C-366F-DD3C4E570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0DBB7-195F-2D25-6EDF-AE5989020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C828-0AD0-4EBF-B11B-2E82871F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79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52E82-6A48-16A6-C447-9F3541B6E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08817-A73E-566A-99EE-C0C0BF83E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1EA64-1F3D-EB50-F76B-7BCD469F2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C5C2-1899-484B-AE76-60C97088F2F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87E32-ABBE-BA28-AE9E-44CFE98E9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9A88E-3D0B-1468-BDD4-BD1FE9769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C828-0AD0-4EBF-B11B-2E82871F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9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F08402-F624-1C60-DC43-0D3DCE64E6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FF181-AE22-FC44-2D2C-A120C06BF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CA77A-CFDA-4832-0413-50C29757D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C5C2-1899-484B-AE76-60C97088F2F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7EEEB-892D-24CA-6D97-224E82570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E7278-C8E7-A3E6-C7E4-1AAB372C7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C828-0AD0-4EBF-B11B-2E82871F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01B1C-D5C2-5A64-28C0-718C980B7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BFEBF-E202-2B42-A1B8-B2AA91FE4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1FC84-B697-ED6C-B823-58B9624B8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15C5C2-1899-484B-AE76-60C97088F2F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711BB-258A-A52F-AFF6-6D065CA919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4986A-3DB1-8057-EBBA-FFDFEE209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E0C828-0AD0-4EBF-B11B-2E82871FA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986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ounded Rectangle 293">
            <a:extLst>
              <a:ext uri="{FF2B5EF4-FFF2-40B4-BE49-F238E27FC236}">
                <a16:creationId xmlns:a16="http://schemas.microsoft.com/office/drawing/2014/main" id="{3658B3AE-E8D1-48AB-84A9-D0605B299307}"/>
              </a:ext>
            </a:extLst>
          </p:cNvPr>
          <p:cNvSpPr/>
          <p:nvPr/>
        </p:nvSpPr>
        <p:spPr>
          <a:xfrm>
            <a:off x="229131" y="1748186"/>
            <a:ext cx="4758347" cy="4780273"/>
          </a:xfrm>
          <a:prstGeom prst="roundRect">
            <a:avLst>
              <a:gd name="adj" fmla="val 7898"/>
            </a:avLst>
          </a:prstGeom>
          <a:solidFill>
            <a:srgbClr val="5D7373">
              <a:alpha val="2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2785" lvl="3" indent="-276685">
              <a:spcAft>
                <a:spcPts val="286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sz="1238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 Automation Solution based on Python/Robot Framework</a:t>
            </a:r>
          </a:p>
          <a:p>
            <a:pPr marL="542785" lvl="3" indent="-276685">
              <a:spcAft>
                <a:spcPts val="286"/>
              </a:spcAft>
              <a:buSzPct val="120000"/>
              <a:buFont typeface="Arial" panose="020B0604020202020204" pitchFamily="34" charset="0"/>
              <a:buChar char="•"/>
            </a:pPr>
            <a:endParaRPr lang="en-US" sz="1238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42785" lvl="3" indent="-276685">
              <a:spcAft>
                <a:spcPts val="286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sz="1238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Capable of parallel execution on multiple device/device pairs.</a:t>
            </a:r>
          </a:p>
          <a:p>
            <a:pPr marL="542785" lvl="3" indent="-276685">
              <a:spcAft>
                <a:spcPts val="286"/>
              </a:spcAft>
              <a:buSzPct val="120000"/>
              <a:buFont typeface="Arial" panose="020B0604020202020204" pitchFamily="34" charset="0"/>
              <a:buChar char="•"/>
            </a:pPr>
            <a:endParaRPr lang="en-US" sz="1238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42785" lvl="3" indent="-276685">
              <a:spcAft>
                <a:spcPts val="286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sz="1238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Integrated solution for functional, performance and stability</a:t>
            </a:r>
          </a:p>
          <a:p>
            <a:pPr marL="542785" lvl="3" indent="-276685">
              <a:spcAft>
                <a:spcPts val="286"/>
              </a:spcAft>
              <a:buSzPct val="120000"/>
              <a:buFont typeface="Arial" panose="020B0604020202020204" pitchFamily="34" charset="0"/>
              <a:buChar char="•"/>
            </a:pPr>
            <a:endParaRPr lang="en-US" sz="1238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42785" lvl="3" indent="-276685">
              <a:spcAft>
                <a:spcPts val="286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sz="1238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Supports both </a:t>
            </a:r>
            <a:r>
              <a:rPr lang="en-US" sz="1238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Android</a:t>
            </a:r>
            <a:r>
              <a:rPr lang="en-US" sz="1238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238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iOS</a:t>
            </a:r>
            <a:r>
              <a:rPr lang="en-US" sz="1238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automation</a:t>
            </a:r>
          </a:p>
          <a:p>
            <a:pPr marL="542785" lvl="3" indent="-276685">
              <a:spcAft>
                <a:spcPts val="286"/>
              </a:spcAft>
              <a:buSzPct val="120000"/>
              <a:buFont typeface="Arial" panose="020B0604020202020204" pitchFamily="34" charset="0"/>
              <a:buChar char="•"/>
            </a:pPr>
            <a:endParaRPr lang="en-US" sz="1238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42785" lvl="3" indent="-276685">
              <a:spcAft>
                <a:spcPts val="286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sz="1238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Supports cloud-based device farms like </a:t>
            </a:r>
            <a:r>
              <a:rPr lang="en-US" sz="1238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BrowserStack</a:t>
            </a:r>
            <a:endParaRPr lang="en-US" sz="1238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42785" lvl="3" indent="-276685">
              <a:spcAft>
                <a:spcPts val="286"/>
              </a:spcAft>
              <a:buSzPct val="120000"/>
              <a:buFont typeface="Arial" panose="020B0604020202020204" pitchFamily="34" charset="0"/>
              <a:buChar char="•"/>
            </a:pPr>
            <a:endParaRPr lang="en-US" sz="1238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42785" lvl="3" indent="-276685">
              <a:spcAft>
                <a:spcPts val="286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sz="1238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Supports Web/API testing</a:t>
            </a:r>
          </a:p>
          <a:p>
            <a:pPr marL="266100" lvl="3">
              <a:spcAft>
                <a:spcPts val="286"/>
              </a:spcAft>
              <a:buSzPct val="120000"/>
            </a:pPr>
            <a:endParaRPr lang="en-US" sz="1238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42785" lvl="3" indent="-276685">
              <a:spcAft>
                <a:spcPts val="286"/>
              </a:spcAft>
              <a:buSzPct val="120000"/>
              <a:buFont typeface="Arial" panose="020B0604020202020204" pitchFamily="34" charset="0"/>
              <a:buChar char="•"/>
            </a:pPr>
            <a:r>
              <a:rPr lang="en-IN" sz="1238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  <a:sym typeface="Quattrocento Sans"/>
              </a:rPr>
              <a:t>Supports integration with CI tools like Jenkins, TMS Tools like Test link &amp;Test Rail </a:t>
            </a:r>
          </a:p>
          <a:p>
            <a:pPr marL="542785" lvl="3" indent="-276685">
              <a:spcAft>
                <a:spcPts val="286"/>
              </a:spcAft>
              <a:buSzPct val="120000"/>
              <a:buFont typeface="Arial" panose="020B0604020202020204" pitchFamily="34" charset="0"/>
              <a:buChar char="•"/>
            </a:pPr>
            <a:endParaRPr lang="en-IN" sz="1238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  <a:sym typeface="Quattrocento Sans"/>
            </a:endParaRPr>
          </a:p>
          <a:p>
            <a:pPr marL="542785" lvl="3" indent="-276685">
              <a:spcAft>
                <a:spcPts val="286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sz="1238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Provides detailed reports with screenshots, CPU/Memory utilization</a:t>
            </a:r>
          </a:p>
          <a:p>
            <a:pPr marL="542785" lvl="3" indent="-276685">
              <a:spcAft>
                <a:spcPts val="286"/>
              </a:spcAft>
              <a:buSzPct val="120000"/>
              <a:buFont typeface="Arial" panose="020B0604020202020204" pitchFamily="34" charset="0"/>
              <a:buChar char="•"/>
            </a:pPr>
            <a:endParaRPr lang="en-US" sz="1238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42785" lvl="3" indent="-276685">
              <a:spcAft>
                <a:spcPts val="286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sz="1238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600+ Android platform test scenarios supported</a:t>
            </a:r>
          </a:p>
          <a:p>
            <a:pPr marL="542785" lvl="3" indent="-276685">
              <a:spcAft>
                <a:spcPts val="286"/>
              </a:spcAft>
              <a:buSzPct val="120000"/>
              <a:buFont typeface="Arial" panose="020B0604020202020204" pitchFamily="34" charset="0"/>
              <a:buChar char="•"/>
            </a:pPr>
            <a:endParaRPr lang="en-US" sz="1238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42785" lvl="3" indent="-276685">
              <a:spcAft>
                <a:spcPts val="286"/>
              </a:spcAft>
              <a:buSzPct val="120000"/>
              <a:buFont typeface="Arial" panose="020B0604020202020204" pitchFamily="34" charset="0"/>
              <a:buChar char="•"/>
            </a:pPr>
            <a:r>
              <a:rPr lang="en-US" sz="1238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 UI Dashboard for test, device management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C1E6031A-3BED-43A7-B844-28F4E51D884A}"/>
              </a:ext>
            </a:extLst>
          </p:cNvPr>
          <p:cNvSpPr/>
          <p:nvPr/>
        </p:nvSpPr>
        <p:spPr>
          <a:xfrm>
            <a:off x="819446" y="918458"/>
            <a:ext cx="2528697" cy="45320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24" dirty="0">
                <a:latin typeface="Calibri" panose="020F0502020204030204" pitchFamily="34" charset="0"/>
                <a:cs typeface="Calibri" panose="020F0502020204030204" pitchFamily="34" charset="0"/>
              </a:rPr>
              <a:t>Feature Highlights</a:t>
            </a:r>
          </a:p>
        </p:txBody>
      </p:sp>
      <p:sp>
        <p:nvSpPr>
          <p:cNvPr id="107" name="Text Placeholder 11">
            <a:extLst>
              <a:ext uri="{FF2B5EF4-FFF2-40B4-BE49-F238E27FC236}">
                <a16:creationId xmlns:a16="http://schemas.microsoft.com/office/drawing/2014/main" id="{01F3156D-CFD6-10DF-098E-CFF86C222B1D}"/>
              </a:ext>
            </a:extLst>
          </p:cNvPr>
          <p:cNvSpPr>
            <a:spLocks noGrp="1"/>
          </p:cNvSpPr>
          <p:nvPr/>
        </p:nvSpPr>
        <p:spPr>
          <a:xfrm>
            <a:off x="682951" y="225638"/>
            <a:ext cx="10556590" cy="633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0" i="0" kern="1200" baseline="0">
                <a:solidFill>
                  <a:srgbClr val="4D4D4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TechM</a:t>
            </a:r>
            <a:r>
              <a:rPr lang="en-US" dirty="0"/>
              <a:t>’ s Device Test Automation Framework 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952C3-9D0D-4E71-8320-E9971DBEA5C1}"/>
              </a:ext>
            </a:extLst>
          </p:cNvPr>
          <p:cNvGrpSpPr/>
          <p:nvPr/>
        </p:nvGrpSpPr>
        <p:grpSpPr>
          <a:xfrm>
            <a:off x="5620583" y="1302410"/>
            <a:ext cx="6342288" cy="4877266"/>
            <a:chOff x="5374486" y="1279963"/>
            <a:chExt cx="7312065" cy="4370455"/>
          </a:xfrm>
        </p:grpSpPr>
        <p:sp>
          <p:nvSpPr>
            <p:cNvPr id="115" name="Rounded Rectangle 104">
              <a:extLst>
                <a:ext uri="{FF2B5EF4-FFF2-40B4-BE49-F238E27FC236}">
                  <a16:creationId xmlns:a16="http://schemas.microsoft.com/office/drawing/2014/main" id="{0A8F13B1-3C29-4A16-8B57-54CF3B6D131B}"/>
                </a:ext>
              </a:extLst>
            </p:cNvPr>
            <p:cNvSpPr/>
            <p:nvPr/>
          </p:nvSpPr>
          <p:spPr>
            <a:xfrm>
              <a:off x="6864254" y="4808726"/>
              <a:ext cx="5822297" cy="841692"/>
            </a:xfrm>
            <a:prstGeom prst="roundRect">
              <a:avLst>
                <a:gd name="adj" fmla="val 7898"/>
              </a:avLst>
            </a:prstGeom>
            <a:solidFill>
              <a:srgbClr val="5D7373">
                <a:alpha val="2000"/>
              </a:srgbClr>
            </a:solidFill>
            <a:ln w="952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7719" indent="-108859" defTabSz="1160331">
                <a:buFont typeface="Arial" panose="020B0604020202020204" pitchFamily="34" charset="0"/>
                <a:buChar char="•"/>
                <a:defRPr/>
              </a:pPr>
              <a:endParaRPr lang="en-US" sz="1143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03C525AA-5E8D-4699-8240-F55BCEAE1E17}"/>
                </a:ext>
              </a:extLst>
            </p:cNvPr>
            <p:cNvGrpSpPr/>
            <p:nvPr/>
          </p:nvGrpSpPr>
          <p:grpSpPr>
            <a:xfrm>
              <a:off x="6977912" y="4918170"/>
              <a:ext cx="5640507" cy="521089"/>
              <a:chOff x="4424680" y="5733289"/>
              <a:chExt cx="7027643" cy="521089"/>
            </a:xfrm>
          </p:grpSpPr>
          <p:pic>
            <p:nvPicPr>
              <p:cNvPr id="198" name="Picture 197">
                <a:extLst>
                  <a:ext uri="{FF2B5EF4-FFF2-40B4-BE49-F238E27FC236}">
                    <a16:creationId xmlns:a16="http://schemas.microsoft.com/office/drawing/2014/main" id="{88AF9C1B-81DB-4505-A7AE-9E8490DFE6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116600" y="5783443"/>
                <a:ext cx="624836" cy="411020"/>
              </a:xfrm>
              <a:prstGeom prst="rect">
                <a:avLst/>
              </a:prstGeom>
            </p:spPr>
          </p:pic>
          <p:pic>
            <p:nvPicPr>
              <p:cNvPr id="199" name="Picture 198">
                <a:extLst>
                  <a:ext uri="{FF2B5EF4-FFF2-40B4-BE49-F238E27FC236}">
                    <a16:creationId xmlns:a16="http://schemas.microsoft.com/office/drawing/2014/main" id="{AF04D27D-C910-4A08-98C7-1FED58E07CB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0493" r="5722" b="3123"/>
              <a:stretch/>
            </p:blipFill>
            <p:spPr>
              <a:xfrm>
                <a:off x="4424680" y="5733289"/>
                <a:ext cx="553962" cy="481725"/>
              </a:xfrm>
              <a:prstGeom prst="rect">
                <a:avLst/>
              </a:prstGeom>
            </p:spPr>
          </p:pic>
          <p:pic>
            <p:nvPicPr>
              <p:cNvPr id="200" name="Picture 199">
                <a:extLst>
                  <a:ext uri="{FF2B5EF4-FFF2-40B4-BE49-F238E27FC236}">
                    <a16:creationId xmlns:a16="http://schemas.microsoft.com/office/drawing/2014/main" id="{0CB115B1-FADF-4EB7-AA0D-57EA702195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56330" y="5821662"/>
                <a:ext cx="471679" cy="314304"/>
              </a:xfrm>
              <a:prstGeom prst="rect">
                <a:avLst/>
              </a:prstGeom>
            </p:spPr>
          </p:pic>
          <p:pic>
            <p:nvPicPr>
              <p:cNvPr id="201" name="Picture 200">
                <a:extLst>
                  <a:ext uri="{FF2B5EF4-FFF2-40B4-BE49-F238E27FC236}">
                    <a16:creationId xmlns:a16="http://schemas.microsoft.com/office/drawing/2014/main" id="{71B0B725-A10C-4B6E-893A-713664E32E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50663" y="5805998"/>
                <a:ext cx="774875" cy="448380"/>
              </a:xfrm>
              <a:prstGeom prst="rect">
                <a:avLst/>
              </a:prstGeom>
            </p:spPr>
          </p:pic>
          <p:pic>
            <p:nvPicPr>
              <p:cNvPr id="202" name="Picture 201">
                <a:extLst>
                  <a:ext uri="{FF2B5EF4-FFF2-40B4-BE49-F238E27FC236}">
                    <a16:creationId xmlns:a16="http://schemas.microsoft.com/office/drawing/2014/main" id="{40F494DC-563F-438E-8B72-D3BDF46482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26188" y="5873954"/>
                <a:ext cx="798215" cy="291590"/>
              </a:xfrm>
              <a:prstGeom prst="rect">
                <a:avLst/>
              </a:prstGeom>
            </p:spPr>
          </p:pic>
          <p:pic>
            <p:nvPicPr>
              <p:cNvPr id="203" name="Picture 202">
                <a:extLst>
                  <a:ext uri="{FF2B5EF4-FFF2-40B4-BE49-F238E27FC236}">
                    <a16:creationId xmlns:a16="http://schemas.microsoft.com/office/drawing/2014/main" id="{0C0047F0-2797-4223-9B2A-35C10ACF41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79835" y="5792933"/>
                <a:ext cx="534623" cy="422081"/>
              </a:xfrm>
              <a:prstGeom prst="rect">
                <a:avLst/>
              </a:prstGeom>
            </p:spPr>
          </p:pic>
          <p:pic>
            <p:nvPicPr>
              <p:cNvPr id="204" name="Picture 203">
                <a:extLst>
                  <a:ext uri="{FF2B5EF4-FFF2-40B4-BE49-F238E27FC236}">
                    <a16:creationId xmlns:a16="http://schemas.microsoft.com/office/drawing/2014/main" id="{FD5D21D0-E355-4E55-94E3-50F85B3BD0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969314" y="5835447"/>
                <a:ext cx="1483009" cy="345517"/>
              </a:xfrm>
              <a:prstGeom prst="rect">
                <a:avLst/>
              </a:prstGeom>
            </p:spPr>
          </p:pic>
          <p:pic>
            <p:nvPicPr>
              <p:cNvPr id="205" name="Picture 204">
                <a:extLst>
                  <a:ext uri="{FF2B5EF4-FFF2-40B4-BE49-F238E27FC236}">
                    <a16:creationId xmlns:a16="http://schemas.microsoft.com/office/drawing/2014/main" id="{4CE6B1A4-776E-4064-94EB-D23140DA7E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40668" y="5797010"/>
                <a:ext cx="567984" cy="338956"/>
              </a:xfrm>
              <a:prstGeom prst="rect">
                <a:avLst/>
              </a:prstGeom>
            </p:spPr>
          </p:pic>
        </p:grpSp>
        <p:sp>
          <p:nvSpPr>
            <p:cNvPr id="117" name="Trapezoid 116">
              <a:extLst>
                <a:ext uri="{FF2B5EF4-FFF2-40B4-BE49-F238E27FC236}">
                  <a16:creationId xmlns:a16="http://schemas.microsoft.com/office/drawing/2014/main" id="{99DC40C2-5D7E-4059-A204-6899C1C7D74E}"/>
                </a:ext>
              </a:extLst>
            </p:cNvPr>
            <p:cNvSpPr/>
            <p:nvPr/>
          </p:nvSpPr>
          <p:spPr>
            <a:xfrm>
              <a:off x="6872496" y="2750367"/>
              <a:ext cx="5814055" cy="2093624"/>
            </a:xfrm>
            <a:prstGeom prst="trapezoid">
              <a:avLst>
                <a:gd name="adj" fmla="val 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333" dirty="0">
                  <a:solidFill>
                    <a:schemeClr val="bg1"/>
                  </a:solidFill>
                </a:rPr>
                <a:t>Web Framework</a:t>
              </a: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F1CF99A1-1DD8-4D41-885D-E5B38A378641}"/>
                </a:ext>
              </a:extLst>
            </p:cNvPr>
            <p:cNvGrpSpPr/>
            <p:nvPr/>
          </p:nvGrpSpPr>
          <p:grpSpPr>
            <a:xfrm>
              <a:off x="8411515" y="3083812"/>
              <a:ext cx="880768" cy="438386"/>
              <a:chOff x="15111601" y="3246149"/>
              <a:chExt cx="1032770" cy="438386"/>
            </a:xfrm>
          </p:grpSpPr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12E45FA7-A7E8-446A-9AEF-58A88535E507}"/>
                  </a:ext>
                </a:extLst>
              </p:cNvPr>
              <p:cNvSpPr/>
              <p:nvPr/>
            </p:nvSpPr>
            <p:spPr>
              <a:xfrm>
                <a:off x="15111601" y="3246149"/>
                <a:ext cx="1032767" cy="3657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000" dirty="0"/>
                  <a:t>Platform Library </a:t>
                </a:r>
              </a:p>
            </p:txBody>
          </p:sp>
          <p:pic>
            <p:nvPicPr>
              <p:cNvPr id="197" name="Picture 196">
                <a:extLst>
                  <a:ext uri="{FF2B5EF4-FFF2-40B4-BE49-F238E27FC236}">
                    <a16:creationId xmlns:a16="http://schemas.microsoft.com/office/drawing/2014/main" id="{9AD136B4-1D1C-452A-983A-AD90DC1D4B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 rot="16200000" flipH="1">
                <a:off x="15501964" y="3042128"/>
                <a:ext cx="252046" cy="1032768"/>
              </a:xfrm>
              <a:prstGeom prst="rect">
                <a:avLst/>
              </a:prstGeom>
            </p:spPr>
          </p:pic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1C763004-3014-4D36-89EC-B52678D42009}"/>
                </a:ext>
              </a:extLst>
            </p:cNvPr>
            <p:cNvGrpSpPr/>
            <p:nvPr/>
          </p:nvGrpSpPr>
          <p:grpSpPr>
            <a:xfrm>
              <a:off x="9457229" y="3083812"/>
              <a:ext cx="880768" cy="438386"/>
              <a:chOff x="15111601" y="3246149"/>
              <a:chExt cx="1032770" cy="438386"/>
            </a:xfrm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D5CA306D-CD25-40C0-912A-EC0013F3B3BE}"/>
                  </a:ext>
                </a:extLst>
              </p:cNvPr>
              <p:cNvSpPr/>
              <p:nvPr/>
            </p:nvSpPr>
            <p:spPr>
              <a:xfrm>
                <a:off x="15111601" y="3246149"/>
                <a:ext cx="1032767" cy="3657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000" dirty="0"/>
                  <a:t>Config Data</a:t>
                </a:r>
              </a:p>
            </p:txBody>
          </p:sp>
          <p:pic>
            <p:nvPicPr>
              <p:cNvPr id="195" name="Picture 194">
                <a:extLst>
                  <a:ext uri="{FF2B5EF4-FFF2-40B4-BE49-F238E27FC236}">
                    <a16:creationId xmlns:a16="http://schemas.microsoft.com/office/drawing/2014/main" id="{4CFFE81B-355C-4388-BB98-EA14423920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 rot="16200000" flipH="1">
                <a:off x="15501964" y="3042128"/>
                <a:ext cx="252046" cy="1032768"/>
              </a:xfrm>
              <a:prstGeom prst="rect">
                <a:avLst/>
              </a:prstGeom>
            </p:spPr>
          </p:pic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6C3513BE-9249-4E51-A47D-EF9494A08A19}"/>
                </a:ext>
              </a:extLst>
            </p:cNvPr>
            <p:cNvGrpSpPr/>
            <p:nvPr/>
          </p:nvGrpSpPr>
          <p:grpSpPr>
            <a:xfrm>
              <a:off x="10527285" y="3083812"/>
              <a:ext cx="880768" cy="438386"/>
              <a:chOff x="15111601" y="3246149"/>
              <a:chExt cx="1032770" cy="438386"/>
            </a:xfrm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6A76E083-5A95-427D-BBE8-D1BF007E9A53}"/>
                  </a:ext>
                </a:extLst>
              </p:cNvPr>
              <p:cNvSpPr/>
              <p:nvPr/>
            </p:nvSpPr>
            <p:spPr>
              <a:xfrm>
                <a:off x="15111601" y="3246149"/>
                <a:ext cx="1032767" cy="3657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000" dirty="0"/>
                  <a:t>Test Data</a:t>
                </a:r>
              </a:p>
            </p:txBody>
          </p:sp>
          <p:pic>
            <p:nvPicPr>
              <p:cNvPr id="193" name="Picture 192">
                <a:extLst>
                  <a:ext uri="{FF2B5EF4-FFF2-40B4-BE49-F238E27FC236}">
                    <a16:creationId xmlns:a16="http://schemas.microsoft.com/office/drawing/2014/main" id="{B01E21B3-F0C1-4163-ADA9-28C82E19502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 rot="16200000" flipH="1">
                <a:off x="15501964" y="3042128"/>
                <a:ext cx="252046" cy="1032768"/>
              </a:xfrm>
              <a:prstGeom prst="rect">
                <a:avLst/>
              </a:prstGeom>
            </p:spPr>
          </p:pic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4E7327B5-523D-41C3-B100-4F0D6567532D}"/>
                </a:ext>
              </a:extLst>
            </p:cNvPr>
            <p:cNvGrpSpPr/>
            <p:nvPr/>
          </p:nvGrpSpPr>
          <p:grpSpPr>
            <a:xfrm>
              <a:off x="8500459" y="3645630"/>
              <a:ext cx="1761535" cy="438386"/>
              <a:chOff x="15111601" y="3246149"/>
              <a:chExt cx="1032770" cy="438386"/>
            </a:xfrm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247A9C93-441F-4916-9D9D-C7B4A14D36F6}"/>
                  </a:ext>
                </a:extLst>
              </p:cNvPr>
              <p:cNvSpPr/>
              <p:nvPr/>
            </p:nvSpPr>
            <p:spPr>
              <a:xfrm>
                <a:off x="15111601" y="3246149"/>
                <a:ext cx="1032767" cy="3657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000" dirty="0"/>
                  <a:t>Test Functions Library </a:t>
                </a:r>
              </a:p>
            </p:txBody>
          </p:sp>
          <p:pic>
            <p:nvPicPr>
              <p:cNvPr id="191" name="Picture 190">
                <a:extLst>
                  <a:ext uri="{FF2B5EF4-FFF2-40B4-BE49-F238E27FC236}">
                    <a16:creationId xmlns:a16="http://schemas.microsoft.com/office/drawing/2014/main" id="{601843AD-EFB0-4783-9D45-118E2B121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 rot="16200000" flipH="1">
                <a:off x="15501964" y="3042128"/>
                <a:ext cx="252046" cy="1032768"/>
              </a:xfrm>
              <a:prstGeom prst="rect">
                <a:avLst/>
              </a:prstGeom>
            </p:spPr>
          </p:pic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49ACD5B3-C15F-4A09-A805-02CEB6760290}"/>
                </a:ext>
              </a:extLst>
            </p:cNvPr>
            <p:cNvGrpSpPr/>
            <p:nvPr/>
          </p:nvGrpSpPr>
          <p:grpSpPr>
            <a:xfrm>
              <a:off x="10540223" y="3645630"/>
              <a:ext cx="880768" cy="438386"/>
              <a:chOff x="15111601" y="3246149"/>
              <a:chExt cx="1032770" cy="438386"/>
            </a:xfrm>
          </p:grpSpPr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785CDB30-AD18-4535-A15C-50E294BEAFD4}"/>
                  </a:ext>
                </a:extLst>
              </p:cNvPr>
              <p:cNvSpPr/>
              <p:nvPr/>
            </p:nvSpPr>
            <p:spPr>
              <a:xfrm>
                <a:off x="15111601" y="3246149"/>
                <a:ext cx="1032767" cy="3657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000" dirty="0"/>
                  <a:t>Test Scripts </a:t>
                </a:r>
              </a:p>
            </p:txBody>
          </p:sp>
          <p:pic>
            <p:nvPicPr>
              <p:cNvPr id="189" name="Picture 188">
                <a:extLst>
                  <a:ext uri="{FF2B5EF4-FFF2-40B4-BE49-F238E27FC236}">
                    <a16:creationId xmlns:a16="http://schemas.microsoft.com/office/drawing/2014/main" id="{20485D86-D51C-4DFF-BD9B-59EE93BA225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 rot="16200000" flipH="1">
                <a:off x="15501964" y="3042128"/>
                <a:ext cx="252046" cy="1032768"/>
              </a:xfrm>
              <a:prstGeom prst="rect">
                <a:avLst/>
              </a:prstGeom>
            </p:spPr>
          </p:pic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D68D501-4CBB-4993-A635-E60EBAAD012A}"/>
                </a:ext>
              </a:extLst>
            </p:cNvPr>
            <p:cNvGrpSpPr/>
            <p:nvPr/>
          </p:nvGrpSpPr>
          <p:grpSpPr>
            <a:xfrm>
              <a:off x="11680553" y="3089486"/>
              <a:ext cx="950558" cy="752202"/>
              <a:chOff x="15111603" y="3216411"/>
              <a:chExt cx="878712" cy="423456"/>
            </a:xfrm>
          </p:grpSpPr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F0DBEABD-268E-47C8-ADE4-D4E2C166A95A}"/>
                  </a:ext>
                </a:extLst>
              </p:cNvPr>
              <p:cNvSpPr/>
              <p:nvPr/>
            </p:nvSpPr>
            <p:spPr>
              <a:xfrm>
                <a:off x="15117550" y="3216411"/>
                <a:ext cx="872765" cy="3700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000" dirty="0"/>
                  <a:t>Parallel Execution Engine</a:t>
                </a:r>
              </a:p>
            </p:txBody>
          </p:sp>
          <p:pic>
            <p:nvPicPr>
              <p:cNvPr id="187" name="Picture 186">
                <a:extLst>
                  <a:ext uri="{FF2B5EF4-FFF2-40B4-BE49-F238E27FC236}">
                    <a16:creationId xmlns:a16="http://schemas.microsoft.com/office/drawing/2014/main" id="{4114FE6B-EC14-4C6A-AF7C-E29D12FC5B2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 rot="16200000" flipH="1">
                <a:off x="15497073" y="3158354"/>
                <a:ext cx="96043" cy="866984"/>
              </a:xfrm>
              <a:prstGeom prst="rect">
                <a:avLst/>
              </a:prstGeom>
            </p:spPr>
          </p:pic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5FFD5C32-956D-4091-8089-CAE24E309F4B}"/>
                </a:ext>
              </a:extLst>
            </p:cNvPr>
            <p:cNvGrpSpPr/>
            <p:nvPr/>
          </p:nvGrpSpPr>
          <p:grpSpPr>
            <a:xfrm>
              <a:off x="8500459" y="4260587"/>
              <a:ext cx="1761535" cy="438386"/>
              <a:chOff x="15111601" y="3246149"/>
              <a:chExt cx="1032770" cy="438386"/>
            </a:xfrm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F0EA8B80-7BCB-4410-917E-ACCF449F6D06}"/>
                  </a:ext>
                </a:extLst>
              </p:cNvPr>
              <p:cNvSpPr/>
              <p:nvPr/>
            </p:nvSpPr>
            <p:spPr>
              <a:xfrm>
                <a:off x="15111601" y="3246149"/>
                <a:ext cx="1032767" cy="3657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000" dirty="0"/>
                  <a:t>Appium Library</a:t>
                </a:r>
              </a:p>
            </p:txBody>
          </p:sp>
          <p:pic>
            <p:nvPicPr>
              <p:cNvPr id="185" name="Picture 184">
                <a:extLst>
                  <a:ext uri="{FF2B5EF4-FFF2-40B4-BE49-F238E27FC236}">
                    <a16:creationId xmlns:a16="http://schemas.microsoft.com/office/drawing/2014/main" id="{1C549850-FFEF-4051-BD0D-B258475B097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 rot="16200000" flipH="1">
                <a:off x="15501964" y="3042128"/>
                <a:ext cx="252046" cy="1032768"/>
              </a:xfrm>
              <a:prstGeom prst="rect">
                <a:avLst/>
              </a:prstGeom>
            </p:spPr>
          </p:pic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3B798318-AD20-43E8-AA60-B50C98B9FB31}"/>
                </a:ext>
              </a:extLst>
            </p:cNvPr>
            <p:cNvGrpSpPr/>
            <p:nvPr/>
          </p:nvGrpSpPr>
          <p:grpSpPr>
            <a:xfrm>
              <a:off x="10540223" y="4262345"/>
              <a:ext cx="880768" cy="438386"/>
              <a:chOff x="15111601" y="3246149"/>
              <a:chExt cx="1032770" cy="438386"/>
            </a:xfrm>
          </p:grpSpPr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BD4F8D40-2B19-4771-A1CC-BF1A0DE504FB}"/>
                  </a:ext>
                </a:extLst>
              </p:cNvPr>
              <p:cNvSpPr/>
              <p:nvPr/>
            </p:nvSpPr>
            <p:spPr>
              <a:xfrm>
                <a:off x="15111601" y="3246149"/>
                <a:ext cx="1032767" cy="3657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000" dirty="0"/>
                  <a:t>Reporting &amp; Logging</a:t>
                </a:r>
              </a:p>
            </p:txBody>
          </p:sp>
          <p:pic>
            <p:nvPicPr>
              <p:cNvPr id="183" name="Picture 182">
                <a:extLst>
                  <a:ext uri="{FF2B5EF4-FFF2-40B4-BE49-F238E27FC236}">
                    <a16:creationId xmlns:a16="http://schemas.microsoft.com/office/drawing/2014/main" id="{17AA274A-D42D-4090-9F0B-71E68018C9F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 rot="16200000" flipH="1">
                <a:off x="15501964" y="3042128"/>
                <a:ext cx="252046" cy="1032768"/>
              </a:xfrm>
              <a:prstGeom prst="rect">
                <a:avLst/>
              </a:prstGeom>
            </p:spPr>
          </p:pic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091CDAB3-E792-4BFF-A34F-9677DBC78DB0}"/>
                </a:ext>
              </a:extLst>
            </p:cNvPr>
            <p:cNvGrpSpPr/>
            <p:nvPr/>
          </p:nvGrpSpPr>
          <p:grpSpPr>
            <a:xfrm>
              <a:off x="6982350" y="4276163"/>
              <a:ext cx="1059946" cy="438386"/>
              <a:chOff x="15111601" y="3246149"/>
              <a:chExt cx="1032770" cy="438386"/>
            </a:xfrm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0236698D-5520-4064-BA47-8565C62FB260}"/>
                  </a:ext>
                </a:extLst>
              </p:cNvPr>
              <p:cNvSpPr/>
              <p:nvPr/>
            </p:nvSpPr>
            <p:spPr>
              <a:xfrm>
                <a:off x="15111601" y="3246149"/>
                <a:ext cx="1032767" cy="3657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000" dirty="0"/>
                  <a:t>Appium Python Client</a:t>
                </a:r>
              </a:p>
            </p:txBody>
          </p:sp>
          <p:pic>
            <p:nvPicPr>
              <p:cNvPr id="181" name="Picture 180">
                <a:extLst>
                  <a:ext uri="{FF2B5EF4-FFF2-40B4-BE49-F238E27FC236}">
                    <a16:creationId xmlns:a16="http://schemas.microsoft.com/office/drawing/2014/main" id="{647B2D36-4CB6-4EC7-8F99-3F0BBB87D0C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 rot="16200000" flipH="1">
                <a:off x="15501964" y="3042128"/>
                <a:ext cx="252046" cy="1032768"/>
              </a:xfrm>
              <a:prstGeom prst="rect">
                <a:avLst/>
              </a:prstGeom>
            </p:spPr>
          </p:pic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8E057DA1-7F05-4D28-B1D1-45697314E3E7}"/>
                </a:ext>
              </a:extLst>
            </p:cNvPr>
            <p:cNvGrpSpPr/>
            <p:nvPr/>
          </p:nvGrpSpPr>
          <p:grpSpPr>
            <a:xfrm>
              <a:off x="6977912" y="3655341"/>
              <a:ext cx="1059946" cy="438386"/>
              <a:chOff x="15111601" y="3246149"/>
              <a:chExt cx="1032770" cy="438386"/>
            </a:xfrm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2D03485F-1DFC-4488-9521-2B4AF6114EC1}"/>
                  </a:ext>
                </a:extLst>
              </p:cNvPr>
              <p:cNvSpPr/>
              <p:nvPr/>
            </p:nvSpPr>
            <p:spPr>
              <a:xfrm>
                <a:off x="15111601" y="3246149"/>
                <a:ext cx="1032767" cy="3657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000" dirty="0"/>
                  <a:t>Selenium Library </a:t>
                </a:r>
              </a:p>
            </p:txBody>
          </p:sp>
          <p:pic>
            <p:nvPicPr>
              <p:cNvPr id="179" name="Picture 178">
                <a:extLst>
                  <a:ext uri="{FF2B5EF4-FFF2-40B4-BE49-F238E27FC236}">
                    <a16:creationId xmlns:a16="http://schemas.microsoft.com/office/drawing/2014/main" id="{5A7D5576-A049-454A-A408-85E6DFC286B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 rot="16200000" flipH="1">
                <a:off x="15501964" y="3042128"/>
                <a:ext cx="252046" cy="1032768"/>
              </a:xfrm>
              <a:prstGeom prst="rect">
                <a:avLst/>
              </a:prstGeom>
            </p:spPr>
          </p:pic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E5EAF4E6-56BC-4FF1-9ED7-9C20A12C69B1}"/>
                </a:ext>
              </a:extLst>
            </p:cNvPr>
            <p:cNvGrpSpPr/>
            <p:nvPr/>
          </p:nvGrpSpPr>
          <p:grpSpPr>
            <a:xfrm>
              <a:off x="11682762" y="3902326"/>
              <a:ext cx="935659" cy="785799"/>
              <a:chOff x="15111601" y="3241817"/>
              <a:chExt cx="872767" cy="398050"/>
            </a:xfrm>
          </p:grpSpPr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6E639935-6616-42C0-8D27-331466FE3229}"/>
                  </a:ext>
                </a:extLst>
              </p:cNvPr>
              <p:cNvSpPr/>
              <p:nvPr/>
            </p:nvSpPr>
            <p:spPr>
              <a:xfrm>
                <a:off x="15111601" y="3241817"/>
                <a:ext cx="872765" cy="3700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endParaRPr lang="en-US" sz="1000" dirty="0"/>
              </a:p>
            </p:txBody>
          </p:sp>
          <p:pic>
            <p:nvPicPr>
              <p:cNvPr id="177" name="Picture 176">
                <a:extLst>
                  <a:ext uri="{FF2B5EF4-FFF2-40B4-BE49-F238E27FC236}">
                    <a16:creationId xmlns:a16="http://schemas.microsoft.com/office/drawing/2014/main" id="{E074D48B-F651-4E45-8EDB-77A2F295541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 rot="16200000" flipH="1">
                <a:off x="15499964" y="3155463"/>
                <a:ext cx="96043" cy="872765"/>
              </a:xfrm>
              <a:prstGeom prst="rect">
                <a:avLst/>
              </a:prstGeom>
            </p:spPr>
          </p:pic>
        </p:grpSp>
        <p:pic>
          <p:nvPicPr>
            <p:cNvPr id="129" name="Graphic 5" descr="Robot">
              <a:extLst>
                <a:ext uri="{FF2B5EF4-FFF2-40B4-BE49-F238E27FC236}">
                  <a16:creationId xmlns:a16="http://schemas.microsoft.com/office/drawing/2014/main" id="{E455F24A-779B-4D09-8C94-FE9C68FDD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652243" y="3953889"/>
              <a:ext cx="320492" cy="320492"/>
            </a:xfrm>
            <a:prstGeom prst="rect">
              <a:avLst/>
            </a:prstGeom>
          </p:spPr>
        </p:pic>
        <p:sp>
          <p:nvSpPr>
            <p:cNvPr id="130" name="TextBox 6">
              <a:extLst>
                <a:ext uri="{FF2B5EF4-FFF2-40B4-BE49-F238E27FC236}">
                  <a16:creationId xmlns:a16="http://schemas.microsoft.com/office/drawing/2014/main" id="{DE5E0C8A-487B-4229-BBE7-3C3B55620296}"/>
                </a:ext>
              </a:extLst>
            </p:cNvPr>
            <p:cNvSpPr txBox="1"/>
            <p:nvPr/>
          </p:nvSpPr>
          <p:spPr>
            <a:xfrm>
              <a:off x="11861466" y="3956675"/>
              <a:ext cx="825085" cy="1538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buClr>
                  <a:schemeClr val="tx2"/>
                </a:buClr>
              </a:pPr>
              <a:r>
                <a:rPr lang="en-US" sz="952" dirty="0">
                  <a:latin typeface="+mj-lt"/>
                </a:rPr>
                <a:t>Robo Framework</a:t>
              </a: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B9C0EAB7-F21A-40B6-B2EF-FA5842800FE5}"/>
                </a:ext>
              </a:extLst>
            </p:cNvPr>
            <p:cNvGrpSpPr/>
            <p:nvPr/>
          </p:nvGrpSpPr>
          <p:grpSpPr>
            <a:xfrm>
              <a:off x="8326881" y="1293779"/>
              <a:ext cx="1244810" cy="1053499"/>
              <a:chOff x="469009" y="2264988"/>
              <a:chExt cx="1244810" cy="1053499"/>
            </a:xfrm>
          </p:grpSpPr>
          <p:sp>
            <p:nvSpPr>
              <p:cNvPr id="173" name="Rectangle: Rounded Corners 172">
                <a:extLst>
                  <a:ext uri="{FF2B5EF4-FFF2-40B4-BE49-F238E27FC236}">
                    <a16:creationId xmlns:a16="http://schemas.microsoft.com/office/drawing/2014/main" id="{C2C866EA-9FD1-44BE-9577-BAD8F7780F8C}"/>
                  </a:ext>
                </a:extLst>
              </p:cNvPr>
              <p:cNvSpPr/>
              <p:nvPr/>
            </p:nvSpPr>
            <p:spPr>
              <a:xfrm>
                <a:off x="530181" y="2264988"/>
                <a:ext cx="1147794" cy="1053499"/>
              </a:xfrm>
              <a:prstGeom prst="roundRect">
                <a:avLst>
                  <a:gd name="adj" fmla="val 8161"/>
                </a:avLst>
              </a:prstGeom>
              <a:solidFill>
                <a:srgbClr val="F7F7F7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333"/>
              </a:p>
            </p:txBody>
          </p:sp>
          <p:pic>
            <p:nvPicPr>
              <p:cNvPr id="174" name="Picture 173" descr="Dashboard Png, Transparent Png , Transparent Png Image - PNGitem">
                <a:extLst>
                  <a:ext uri="{FF2B5EF4-FFF2-40B4-BE49-F238E27FC236}">
                    <a16:creationId xmlns:a16="http://schemas.microsoft.com/office/drawing/2014/main" id="{1F7A6A9A-01D8-4773-8CDF-A4FCE2809CF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00" t="4827" r="2157" b="8676"/>
              <a:stretch/>
            </p:blipFill>
            <p:spPr bwMode="auto">
              <a:xfrm>
                <a:off x="574650" y="2315092"/>
                <a:ext cx="1057572" cy="5667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5" name="TextBox 81">
                <a:extLst>
                  <a:ext uri="{FF2B5EF4-FFF2-40B4-BE49-F238E27FC236}">
                    <a16:creationId xmlns:a16="http://schemas.microsoft.com/office/drawing/2014/main" id="{4E78E36E-4DF9-4424-823A-0142B8E98B44}"/>
                  </a:ext>
                </a:extLst>
              </p:cNvPr>
              <p:cNvSpPr txBox="1"/>
              <p:nvPr/>
            </p:nvSpPr>
            <p:spPr>
              <a:xfrm>
                <a:off x="469009" y="2915148"/>
                <a:ext cx="1244810" cy="3585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1200"/>
                  </a:lnSpc>
                </a:pPr>
                <a:r>
                  <a:rPr lang="en-US" sz="11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Web Dashboard</a:t>
                </a:r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2B9C1A4D-133D-46AA-A6B1-725B50F0335D}"/>
                </a:ext>
              </a:extLst>
            </p:cNvPr>
            <p:cNvGrpSpPr/>
            <p:nvPr/>
          </p:nvGrpSpPr>
          <p:grpSpPr>
            <a:xfrm>
              <a:off x="9842739" y="1299728"/>
              <a:ext cx="1176288" cy="1053499"/>
              <a:chOff x="454999" y="3935098"/>
              <a:chExt cx="1176288" cy="1053499"/>
            </a:xfrm>
          </p:grpSpPr>
          <p:sp>
            <p:nvSpPr>
              <p:cNvPr id="170" name="Rectangle: Rounded Corners 169">
                <a:extLst>
                  <a:ext uri="{FF2B5EF4-FFF2-40B4-BE49-F238E27FC236}">
                    <a16:creationId xmlns:a16="http://schemas.microsoft.com/office/drawing/2014/main" id="{A23DC25C-A628-4610-8FD7-4C999BD60791}"/>
                  </a:ext>
                </a:extLst>
              </p:cNvPr>
              <p:cNvSpPr/>
              <p:nvPr/>
            </p:nvSpPr>
            <p:spPr>
              <a:xfrm>
                <a:off x="454999" y="3935098"/>
                <a:ext cx="1147794" cy="1053499"/>
              </a:xfrm>
              <a:prstGeom prst="roundRect">
                <a:avLst>
                  <a:gd name="adj" fmla="val 8161"/>
                </a:avLst>
              </a:prstGeom>
              <a:solidFill>
                <a:srgbClr val="F7F7F7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333"/>
              </a:p>
            </p:txBody>
          </p:sp>
          <p:pic>
            <p:nvPicPr>
              <p:cNvPr id="171" name="Picture 170" descr="Jenkins Artwork">
                <a:extLst>
                  <a:ext uri="{FF2B5EF4-FFF2-40B4-BE49-F238E27FC236}">
                    <a16:creationId xmlns:a16="http://schemas.microsoft.com/office/drawing/2014/main" id="{498892FE-2761-4C20-8DE2-0190E27022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0125" y="4007694"/>
                <a:ext cx="561468" cy="70631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2" name="TextBox 89">
                <a:extLst>
                  <a:ext uri="{FF2B5EF4-FFF2-40B4-BE49-F238E27FC236}">
                    <a16:creationId xmlns:a16="http://schemas.microsoft.com/office/drawing/2014/main" id="{A021118F-2F3A-4588-9C9F-2D035FCC8305}"/>
                  </a:ext>
                </a:extLst>
              </p:cNvPr>
              <p:cNvSpPr txBox="1"/>
              <p:nvPr/>
            </p:nvSpPr>
            <p:spPr>
              <a:xfrm>
                <a:off x="454999" y="4685372"/>
                <a:ext cx="1176288" cy="2570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1581"/>
                  </a:lnSpc>
                </a:pPr>
                <a:r>
                  <a:rPr lang="en-US" sz="1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Jenkins</a:t>
                </a:r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3638BDBA-79D6-438D-8C42-BA62D4E7EDBA}"/>
                </a:ext>
              </a:extLst>
            </p:cNvPr>
            <p:cNvGrpSpPr/>
            <p:nvPr/>
          </p:nvGrpSpPr>
          <p:grpSpPr>
            <a:xfrm>
              <a:off x="11378786" y="1309899"/>
              <a:ext cx="1176288" cy="1053499"/>
              <a:chOff x="453452" y="3935098"/>
              <a:chExt cx="1176288" cy="1053499"/>
            </a:xfrm>
          </p:grpSpPr>
          <p:sp>
            <p:nvSpPr>
              <p:cNvPr id="168" name="Rectangle: Rounded Corners 167">
                <a:extLst>
                  <a:ext uri="{FF2B5EF4-FFF2-40B4-BE49-F238E27FC236}">
                    <a16:creationId xmlns:a16="http://schemas.microsoft.com/office/drawing/2014/main" id="{9D674DAF-27C2-4225-B186-297217EA0587}"/>
                  </a:ext>
                </a:extLst>
              </p:cNvPr>
              <p:cNvSpPr/>
              <p:nvPr/>
            </p:nvSpPr>
            <p:spPr>
              <a:xfrm>
                <a:off x="454999" y="3935098"/>
                <a:ext cx="1147794" cy="1053499"/>
              </a:xfrm>
              <a:prstGeom prst="roundRect">
                <a:avLst>
                  <a:gd name="adj" fmla="val 8161"/>
                </a:avLst>
              </a:prstGeom>
              <a:solidFill>
                <a:srgbClr val="F7F7F7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333"/>
              </a:p>
            </p:txBody>
          </p:sp>
          <p:sp>
            <p:nvSpPr>
              <p:cNvPr id="169" name="TextBox 93">
                <a:extLst>
                  <a:ext uri="{FF2B5EF4-FFF2-40B4-BE49-F238E27FC236}">
                    <a16:creationId xmlns:a16="http://schemas.microsoft.com/office/drawing/2014/main" id="{08EBB9D9-E2E9-4A96-B382-EB4B3EB490DE}"/>
                  </a:ext>
                </a:extLst>
              </p:cNvPr>
              <p:cNvSpPr txBox="1"/>
              <p:nvPr/>
            </p:nvSpPr>
            <p:spPr>
              <a:xfrm>
                <a:off x="453452" y="4201230"/>
                <a:ext cx="1176288" cy="440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1581"/>
                  </a:lnSpc>
                </a:pPr>
                <a:r>
                  <a:rPr lang="en-US" sz="1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Command line Interface</a:t>
                </a:r>
              </a:p>
            </p:txBody>
          </p:sp>
        </p:grpSp>
        <p:sp>
          <p:nvSpPr>
            <p:cNvPr id="134" name="TextBox 98">
              <a:extLst>
                <a:ext uri="{FF2B5EF4-FFF2-40B4-BE49-F238E27FC236}">
                  <a16:creationId xmlns:a16="http://schemas.microsoft.com/office/drawing/2014/main" id="{825A1556-15F0-40A0-B5B8-5EE809F12D19}"/>
                </a:ext>
              </a:extLst>
            </p:cNvPr>
            <p:cNvSpPr txBox="1"/>
            <p:nvPr/>
          </p:nvSpPr>
          <p:spPr>
            <a:xfrm>
              <a:off x="11731950" y="4448957"/>
              <a:ext cx="825085" cy="1077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buClr>
                  <a:schemeClr val="tx2"/>
                </a:buClr>
              </a:pPr>
              <a:r>
                <a:rPr lang="en-US" sz="667" dirty="0">
                  <a:latin typeface="+mj-lt"/>
                </a:rPr>
                <a:t>Test Cases</a:t>
              </a:r>
            </a:p>
          </p:txBody>
        </p:sp>
        <p:pic>
          <p:nvPicPr>
            <p:cNvPr id="135" name="Picture 134" descr="Test Case Icons - Download Free Vector Icons | Noun Project">
              <a:extLst>
                <a:ext uri="{FF2B5EF4-FFF2-40B4-BE49-F238E27FC236}">
                  <a16:creationId xmlns:a16="http://schemas.microsoft.com/office/drawing/2014/main" id="{29A922CB-FE9C-4224-9B5D-DBAF02BEA8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54373" y="4300856"/>
              <a:ext cx="145309" cy="1453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6" name="Picture 135" descr="Test Case Icons - Download Free Vector Icons | Noun Project">
              <a:extLst>
                <a:ext uri="{FF2B5EF4-FFF2-40B4-BE49-F238E27FC236}">
                  <a16:creationId xmlns:a16="http://schemas.microsoft.com/office/drawing/2014/main" id="{0FB420D3-DD2E-4B54-AED4-8793C73A6A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41496" y="4300856"/>
              <a:ext cx="145309" cy="1453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7" name="Picture 136" descr="Test Case Icons - Download Free Vector Icons | Noun Project">
              <a:extLst>
                <a:ext uri="{FF2B5EF4-FFF2-40B4-BE49-F238E27FC236}">
                  <a16:creationId xmlns:a16="http://schemas.microsoft.com/office/drawing/2014/main" id="{8B685D99-1A9E-4858-8B4A-7CB87BAFD0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28619" y="4300856"/>
              <a:ext cx="145309" cy="1453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8" name="Picture 137" descr="Test Case Icons - Download Free Vector Icons | Noun Project">
              <a:extLst>
                <a:ext uri="{FF2B5EF4-FFF2-40B4-BE49-F238E27FC236}">
                  <a16:creationId xmlns:a16="http://schemas.microsoft.com/office/drawing/2014/main" id="{F443CAAD-2A49-4974-9ABC-EA5680D295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91942" y="4300856"/>
              <a:ext cx="145309" cy="1453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B09553-723E-460A-B66A-B6F844F34A6D}"/>
                </a:ext>
              </a:extLst>
            </p:cNvPr>
            <p:cNvCxnSpPr>
              <a:stCxn id="137" idx="3"/>
              <a:endCxn id="138" idx="1"/>
            </p:cNvCxnSpPr>
            <p:nvPr/>
          </p:nvCxnSpPr>
          <p:spPr>
            <a:xfrm>
              <a:off x="12273928" y="4373511"/>
              <a:ext cx="118014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Rectangle: Rounded Corners 139">
              <a:extLst>
                <a:ext uri="{FF2B5EF4-FFF2-40B4-BE49-F238E27FC236}">
                  <a16:creationId xmlns:a16="http://schemas.microsoft.com/office/drawing/2014/main" id="{C2EE1F4D-4625-4BFE-A058-F6FDA43A5C91}"/>
                </a:ext>
              </a:extLst>
            </p:cNvPr>
            <p:cNvSpPr/>
            <p:nvPr/>
          </p:nvSpPr>
          <p:spPr>
            <a:xfrm>
              <a:off x="6980995" y="1287927"/>
              <a:ext cx="1147794" cy="1053499"/>
            </a:xfrm>
            <a:prstGeom prst="roundRect">
              <a:avLst>
                <a:gd name="adj" fmla="val 8161"/>
              </a:avLst>
            </a:prstGeom>
            <a:solidFill>
              <a:srgbClr val="F7F7F7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333" dirty="0"/>
            </a:p>
          </p:txBody>
        </p: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3920D377-2053-472D-9BCF-9C7D6309DB13}"/>
                </a:ext>
              </a:extLst>
            </p:cNvPr>
            <p:cNvGrpSpPr/>
            <p:nvPr/>
          </p:nvGrpSpPr>
          <p:grpSpPr>
            <a:xfrm>
              <a:off x="6957472" y="1279963"/>
              <a:ext cx="1164967" cy="1022906"/>
              <a:chOff x="8889585" y="5875126"/>
              <a:chExt cx="1164967" cy="1022906"/>
            </a:xfrm>
          </p:grpSpPr>
          <p:sp>
            <p:nvSpPr>
              <p:cNvPr id="166" name="TextBox 107">
                <a:extLst>
                  <a:ext uri="{FF2B5EF4-FFF2-40B4-BE49-F238E27FC236}">
                    <a16:creationId xmlns:a16="http://schemas.microsoft.com/office/drawing/2014/main" id="{F39B3990-0A8E-4605-9E44-907F4AA4552E}"/>
                  </a:ext>
                </a:extLst>
              </p:cNvPr>
              <p:cNvSpPr txBox="1"/>
              <p:nvPr/>
            </p:nvSpPr>
            <p:spPr>
              <a:xfrm>
                <a:off x="8889585" y="6539498"/>
                <a:ext cx="1164967" cy="3585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1200"/>
                  </a:lnSpc>
                </a:pPr>
                <a:r>
                  <a:rPr lang="en-US" sz="11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Desktop Web  Automation</a:t>
                </a:r>
              </a:p>
            </p:txBody>
          </p:sp>
          <p:pic>
            <p:nvPicPr>
              <p:cNvPr id="167" name="Picture 166" descr="Dashboard, data analytics, seo performance, web analytics, website, website  dashboard, website statistics icon - Download on Iconfinder">
                <a:extLst>
                  <a:ext uri="{FF2B5EF4-FFF2-40B4-BE49-F238E27FC236}">
                    <a16:creationId xmlns:a16="http://schemas.microsoft.com/office/drawing/2014/main" id="{40BA34BA-44FC-4E0A-B71A-87A7314A50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094543" y="5875126"/>
                <a:ext cx="724905" cy="7249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CCEB71E1-A55F-44F6-9707-31778DEF7A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72373" y="2327682"/>
              <a:ext cx="0" cy="1317129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F092AF9D-6ECE-470F-A35A-BA32BDF4FB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49656" y="2375800"/>
              <a:ext cx="0" cy="389194"/>
            </a:xfrm>
            <a:prstGeom prst="straightConnector1">
              <a:avLst/>
            </a:prstGeom>
            <a:ln>
              <a:solidFill>
                <a:srgbClr val="0070C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37199EA7-1A72-452E-B4DE-4389FA139F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1727" y="2384049"/>
              <a:ext cx="0" cy="389194"/>
            </a:xfrm>
            <a:prstGeom prst="straightConnector1">
              <a:avLst/>
            </a:prstGeom>
            <a:ln>
              <a:solidFill>
                <a:srgbClr val="0070C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398B86A6-A74D-4863-9DDA-12D26CF8E6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0432" y="2375800"/>
              <a:ext cx="0" cy="389194"/>
            </a:xfrm>
            <a:prstGeom prst="straightConnector1">
              <a:avLst/>
            </a:prstGeom>
            <a:ln>
              <a:solidFill>
                <a:srgbClr val="0070C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0194231D-3621-428D-B996-B1ED561D6B22}"/>
                </a:ext>
              </a:extLst>
            </p:cNvPr>
            <p:cNvGrpSpPr/>
            <p:nvPr/>
          </p:nvGrpSpPr>
          <p:grpSpPr>
            <a:xfrm>
              <a:off x="5640430" y="3916787"/>
              <a:ext cx="1023632" cy="937483"/>
              <a:chOff x="2387630" y="1395570"/>
              <a:chExt cx="1023632" cy="937483"/>
            </a:xfrm>
          </p:grpSpPr>
          <p:sp>
            <p:nvSpPr>
              <p:cNvPr id="163" name="Rectangle: Rounded Corners 162">
                <a:extLst>
                  <a:ext uri="{FF2B5EF4-FFF2-40B4-BE49-F238E27FC236}">
                    <a16:creationId xmlns:a16="http://schemas.microsoft.com/office/drawing/2014/main" id="{FD5D5942-B0F8-46F5-B19E-D551F5423116}"/>
                  </a:ext>
                </a:extLst>
              </p:cNvPr>
              <p:cNvSpPr/>
              <p:nvPr/>
            </p:nvSpPr>
            <p:spPr>
              <a:xfrm>
                <a:off x="2408371" y="1395570"/>
                <a:ext cx="948590" cy="870660"/>
              </a:xfrm>
              <a:prstGeom prst="roundRect">
                <a:avLst>
                  <a:gd name="adj" fmla="val 8161"/>
                </a:avLst>
              </a:prstGeom>
              <a:solidFill>
                <a:srgbClr val="160A47">
                  <a:lumMod val="10000"/>
                  <a:lumOff val="9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870875">
                  <a:defRPr/>
                </a:pPr>
                <a:endParaRPr lang="en-US" sz="1333" kern="0">
                  <a:solidFill>
                    <a:prstClr val="white"/>
                  </a:solidFill>
                  <a:latin typeface="Arial Narrow"/>
                </a:endParaRPr>
              </a:p>
            </p:txBody>
          </p:sp>
          <p:pic>
            <p:nvPicPr>
              <p:cNvPr id="164" name="Picture 163" descr="Creative, frame, framework, frameworks, iot, puzzle, software icon - Free  download">
                <a:extLst>
                  <a:ext uri="{FF2B5EF4-FFF2-40B4-BE49-F238E27FC236}">
                    <a16:creationId xmlns:a16="http://schemas.microsoft.com/office/drawing/2014/main" id="{0CFB6962-7C4E-482C-A32B-5796591D93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62677" y="1428602"/>
                <a:ext cx="659005" cy="5990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5" name="TextBox 123">
                <a:extLst>
                  <a:ext uri="{FF2B5EF4-FFF2-40B4-BE49-F238E27FC236}">
                    <a16:creationId xmlns:a16="http://schemas.microsoft.com/office/drawing/2014/main" id="{CA7EAA94-CB48-461D-B818-E460A5A05BA6}"/>
                  </a:ext>
                </a:extLst>
              </p:cNvPr>
              <p:cNvSpPr txBox="1"/>
              <p:nvPr/>
            </p:nvSpPr>
            <p:spPr>
              <a:xfrm>
                <a:off x="2387630" y="1905936"/>
                <a:ext cx="1023632" cy="427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870875">
                  <a:lnSpc>
                    <a:spcPts val="1200"/>
                  </a:lnSpc>
                  <a:defRPr/>
                </a:pPr>
                <a:r>
                  <a:rPr lang="en-US" sz="1333" kern="0" dirty="0">
                    <a:solidFill>
                      <a:prstClr val="black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Appium Server</a:t>
                </a:r>
              </a:p>
            </p:txBody>
          </p:sp>
        </p:grpSp>
        <p:pic>
          <p:nvPicPr>
            <p:cNvPr id="147" name="Picture 146" descr="Appium&amp;quot; Icon - Download for free – Iconduck">
              <a:extLst>
                <a:ext uri="{FF2B5EF4-FFF2-40B4-BE49-F238E27FC236}">
                  <a16:creationId xmlns:a16="http://schemas.microsoft.com/office/drawing/2014/main" id="{054F846C-1966-4330-BDC5-51821E93B8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63404" y="3939054"/>
              <a:ext cx="209569" cy="209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66CA1A73-E459-4B25-A906-02CC982671E9}"/>
                </a:ext>
              </a:extLst>
            </p:cNvPr>
            <p:cNvCxnSpPr/>
            <p:nvPr/>
          </p:nvCxnSpPr>
          <p:spPr>
            <a:xfrm>
              <a:off x="8936287" y="3431221"/>
              <a:ext cx="0" cy="229638"/>
            </a:xfrm>
            <a:prstGeom prst="straightConnector1">
              <a:avLst/>
            </a:prstGeom>
            <a:ln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F9C349B1-6FC0-4646-B4B4-D20A25BA209A}"/>
                </a:ext>
              </a:extLst>
            </p:cNvPr>
            <p:cNvCxnSpPr/>
            <p:nvPr/>
          </p:nvCxnSpPr>
          <p:spPr>
            <a:xfrm>
              <a:off x="9848386" y="3454987"/>
              <a:ext cx="0" cy="229638"/>
            </a:xfrm>
            <a:prstGeom prst="straightConnector1">
              <a:avLst/>
            </a:prstGeom>
            <a:ln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F51FC7DC-EE22-4E05-B15F-AEC340011C30}"/>
                </a:ext>
              </a:extLst>
            </p:cNvPr>
            <p:cNvCxnSpPr/>
            <p:nvPr/>
          </p:nvCxnSpPr>
          <p:spPr>
            <a:xfrm>
              <a:off x="10990533" y="3432779"/>
              <a:ext cx="0" cy="229638"/>
            </a:xfrm>
            <a:prstGeom prst="straightConnector1">
              <a:avLst/>
            </a:prstGeom>
            <a:ln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5B46542E-08D2-4A99-B24E-3CC689C5B4BD}"/>
                </a:ext>
              </a:extLst>
            </p:cNvPr>
            <p:cNvCxnSpPr/>
            <p:nvPr/>
          </p:nvCxnSpPr>
          <p:spPr>
            <a:xfrm>
              <a:off x="10990533" y="4045566"/>
              <a:ext cx="0" cy="229638"/>
            </a:xfrm>
            <a:prstGeom prst="straightConnector1">
              <a:avLst/>
            </a:prstGeom>
            <a:ln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88952521-2D51-457F-8BA3-1B58043E66B7}"/>
                </a:ext>
              </a:extLst>
            </p:cNvPr>
            <p:cNvCxnSpPr/>
            <p:nvPr/>
          </p:nvCxnSpPr>
          <p:spPr>
            <a:xfrm>
              <a:off x="9449039" y="4023358"/>
              <a:ext cx="0" cy="229638"/>
            </a:xfrm>
            <a:prstGeom prst="straightConnector1">
              <a:avLst/>
            </a:prstGeom>
            <a:ln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1B2C244B-1337-4C3A-A16D-D7F0AD7D36A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40356" y="3595400"/>
              <a:ext cx="0" cy="277862"/>
            </a:xfrm>
            <a:prstGeom prst="straightConnector1">
              <a:avLst/>
            </a:prstGeom>
            <a:ln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983F4D49-C52C-42F5-967B-CF73EE11F13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40356" y="3810888"/>
              <a:ext cx="0" cy="277862"/>
            </a:xfrm>
            <a:prstGeom prst="straightConnector1">
              <a:avLst/>
            </a:prstGeom>
            <a:ln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5A03E181-C7F1-4D15-945C-75733EDD5EB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280200" y="4230201"/>
              <a:ext cx="0" cy="492249"/>
            </a:xfrm>
            <a:prstGeom prst="straightConnector1">
              <a:avLst/>
            </a:prstGeom>
            <a:ln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A6262BC8-2F69-49CC-8B45-B00E4FF68F6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274990" y="3589820"/>
              <a:ext cx="0" cy="492249"/>
            </a:xfrm>
            <a:prstGeom prst="straightConnector1">
              <a:avLst/>
            </a:prstGeom>
            <a:ln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Box 17">
              <a:extLst>
                <a:ext uri="{FF2B5EF4-FFF2-40B4-BE49-F238E27FC236}">
                  <a16:creationId xmlns:a16="http://schemas.microsoft.com/office/drawing/2014/main" id="{A567F887-D024-4754-9C0F-F6020E035BC4}"/>
                </a:ext>
              </a:extLst>
            </p:cNvPr>
            <p:cNvSpPr txBox="1"/>
            <p:nvPr/>
          </p:nvSpPr>
          <p:spPr>
            <a:xfrm>
              <a:off x="8002644" y="4372422"/>
              <a:ext cx="542112" cy="1844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buClr>
                  <a:schemeClr val="tx2"/>
                </a:buClr>
              </a:pPr>
              <a:r>
                <a:rPr lang="en-US" sz="571" dirty="0">
                  <a:latin typeface="+mj-lt"/>
                </a:rPr>
                <a:t>JSON Wire </a:t>
              </a:r>
            </a:p>
            <a:p>
              <a:pPr algn="ctr" fontAlgn="base">
                <a:buClr>
                  <a:schemeClr val="tx2"/>
                </a:buClr>
              </a:pPr>
              <a:r>
                <a:rPr lang="en-US" sz="571" dirty="0">
                  <a:latin typeface="+mj-lt"/>
                </a:rPr>
                <a:t>Protocol</a:t>
              </a:r>
            </a:p>
          </p:txBody>
        </p: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8A8AAF08-D9DC-4678-8E83-98B0101E411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401292" y="3693039"/>
              <a:ext cx="0" cy="277862"/>
            </a:xfrm>
            <a:prstGeom prst="straightConnector1">
              <a:avLst/>
            </a:prstGeom>
            <a:ln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EC9D6356-37B4-4DF2-ABAA-F6FD1B79D95D}"/>
                </a:ext>
              </a:extLst>
            </p:cNvPr>
            <p:cNvCxnSpPr/>
            <p:nvPr/>
          </p:nvCxnSpPr>
          <p:spPr>
            <a:xfrm flipH="1">
              <a:off x="5374486" y="4367678"/>
              <a:ext cx="28668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937254B0-2202-4D0A-B34A-BB6962F9098F}"/>
                </a:ext>
              </a:extLst>
            </p:cNvPr>
            <p:cNvCxnSpPr/>
            <p:nvPr/>
          </p:nvCxnSpPr>
          <p:spPr>
            <a:xfrm flipH="1">
              <a:off x="6606805" y="4438842"/>
              <a:ext cx="38924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A5676F00-B0C2-4ABD-B2F6-FEC201EEAA7D}"/>
                </a:ext>
              </a:extLst>
            </p:cNvPr>
            <p:cNvCxnSpPr/>
            <p:nvPr/>
          </p:nvCxnSpPr>
          <p:spPr>
            <a:xfrm>
              <a:off x="12159052" y="3746788"/>
              <a:ext cx="0" cy="189784"/>
            </a:xfrm>
            <a:prstGeom prst="straightConnector1">
              <a:avLst/>
            </a:prstGeom>
            <a:ln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Trapezoid 161">
              <a:extLst>
                <a:ext uri="{FF2B5EF4-FFF2-40B4-BE49-F238E27FC236}">
                  <a16:creationId xmlns:a16="http://schemas.microsoft.com/office/drawing/2014/main" id="{8DC9B72B-DFB4-4F91-AA4A-05DD050B808B}"/>
                </a:ext>
              </a:extLst>
            </p:cNvPr>
            <p:cNvSpPr/>
            <p:nvPr/>
          </p:nvSpPr>
          <p:spPr>
            <a:xfrm>
              <a:off x="9154904" y="5445481"/>
              <a:ext cx="1375670" cy="204937"/>
            </a:xfrm>
            <a:prstGeom prst="trapezoid">
              <a:avLst/>
            </a:prstGeom>
            <a:solidFill>
              <a:srgbClr val="0070C0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buClr>
                  <a:schemeClr val="tx2"/>
                </a:buClr>
              </a:pPr>
              <a:r>
                <a:rPr lang="en-US" sz="952">
                  <a:solidFill>
                    <a:schemeClr val="bg1"/>
                  </a:solidFill>
                </a:rPr>
                <a:t>Technology Stack</a:t>
              </a:r>
              <a:endParaRPr lang="en-US" sz="952" dirty="0">
                <a:solidFill>
                  <a:schemeClr val="bg1"/>
                </a:solidFill>
              </a:endParaRPr>
            </a:p>
          </p:txBody>
        </p:sp>
      </p:grpSp>
      <p:sp>
        <p:nvSpPr>
          <p:cNvPr id="109" name="TextBox 3">
            <a:extLst>
              <a:ext uri="{FF2B5EF4-FFF2-40B4-BE49-F238E27FC236}">
                <a16:creationId xmlns:a16="http://schemas.microsoft.com/office/drawing/2014/main" id="{5CDE72F0-C7AC-BECE-2087-718D96C1E6F2}"/>
              </a:ext>
            </a:extLst>
          </p:cNvPr>
          <p:cNvSpPr txBox="1"/>
          <p:nvPr/>
        </p:nvSpPr>
        <p:spPr>
          <a:xfrm>
            <a:off x="4774358" y="4374313"/>
            <a:ext cx="459896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buClr>
                <a:schemeClr val="tx2"/>
              </a:buClr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Wi-Fi</a:t>
            </a:r>
          </a:p>
        </p:txBody>
      </p:sp>
      <p:sp>
        <p:nvSpPr>
          <p:cNvPr id="110" name="TextBox 7">
            <a:extLst>
              <a:ext uri="{FF2B5EF4-FFF2-40B4-BE49-F238E27FC236}">
                <a16:creationId xmlns:a16="http://schemas.microsoft.com/office/drawing/2014/main" id="{C40A8E0F-3776-3B8F-2C80-FCA4F2BF9DC4}"/>
              </a:ext>
            </a:extLst>
          </p:cNvPr>
          <p:cNvSpPr txBox="1"/>
          <p:nvPr/>
        </p:nvSpPr>
        <p:spPr>
          <a:xfrm>
            <a:off x="4837904" y="5468250"/>
            <a:ext cx="577006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buClr>
                <a:schemeClr val="tx2"/>
              </a:buClr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Bluetooth</a:t>
            </a: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1378E3C9-6296-9F45-0A1B-4F3C5E76FBA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flipV="1">
            <a:off x="4921488" y="5131109"/>
            <a:ext cx="234936" cy="287372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3F40D65B-72AA-12BB-A483-672C643257F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61037" y="4063339"/>
            <a:ext cx="300091" cy="254023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C68FD640-A295-AC16-E409-1BDFA39CF44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54880" y="4552591"/>
            <a:ext cx="868391" cy="502753"/>
          </a:xfrm>
          <a:prstGeom prst="rect">
            <a:avLst/>
          </a:prstGeom>
        </p:spPr>
      </p:pic>
      <p:sp>
        <p:nvSpPr>
          <p:cNvPr id="114" name="TextBox 18">
            <a:extLst>
              <a:ext uri="{FF2B5EF4-FFF2-40B4-BE49-F238E27FC236}">
                <a16:creationId xmlns:a16="http://schemas.microsoft.com/office/drawing/2014/main" id="{1A5DCD30-1328-8688-51AB-8690F4135EFF}"/>
              </a:ext>
            </a:extLst>
          </p:cNvPr>
          <p:cNvSpPr txBox="1"/>
          <p:nvPr/>
        </p:nvSpPr>
        <p:spPr>
          <a:xfrm>
            <a:off x="4556491" y="5693644"/>
            <a:ext cx="2295122" cy="93871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sz="1100" dirty="0"/>
              <a:t>Multi-Media Stability Tests</a:t>
            </a:r>
            <a:endParaRPr lang="en-US" sz="11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sz="1100" dirty="0"/>
              <a:t>Multi Tasking Stability Tests</a:t>
            </a:r>
            <a:endParaRPr lang="en-US" sz="11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sz="1100" dirty="0"/>
              <a:t>Menu Navigation Stability Tests</a:t>
            </a:r>
            <a:endParaRPr lang="en-US" sz="11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sz="1100" dirty="0" err="1"/>
              <a:t>WiFi</a:t>
            </a:r>
            <a:r>
              <a:rPr lang="en-US" sz="1100" dirty="0"/>
              <a:t>/BT Stability Tests</a:t>
            </a:r>
            <a:endParaRPr lang="en-US" sz="11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 fontAlgn="ctr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23FE2248-BAD3-4BFB-B1EC-409E29315B19}"/>
              </a:ext>
            </a:extLst>
          </p:cNvPr>
          <p:cNvGrpSpPr/>
          <p:nvPr/>
        </p:nvGrpSpPr>
        <p:grpSpPr>
          <a:xfrm>
            <a:off x="129342" y="795552"/>
            <a:ext cx="696356" cy="675493"/>
            <a:chOff x="1156441" y="1748913"/>
            <a:chExt cx="701001" cy="709268"/>
          </a:xfrm>
        </p:grpSpPr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45074CD6-FCBF-449A-9A9F-B1023E51B280}"/>
                </a:ext>
              </a:extLst>
            </p:cNvPr>
            <p:cNvSpPr/>
            <p:nvPr/>
          </p:nvSpPr>
          <p:spPr>
            <a:xfrm>
              <a:off x="1156441" y="1748913"/>
              <a:ext cx="701001" cy="709268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714" dirty="0"/>
            </a:p>
          </p:txBody>
        </p:sp>
        <p:pic>
          <p:nvPicPr>
            <p:cNvPr id="209" name="Picture 208" descr="Image result for Happy icon">
              <a:extLst>
                <a:ext uri="{FF2B5EF4-FFF2-40B4-BE49-F238E27FC236}">
                  <a16:creationId xmlns:a16="http://schemas.microsoft.com/office/drawing/2014/main" id="{BB3DCA23-03DA-45AA-A023-432C45B432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email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0602" y="1870309"/>
              <a:ext cx="506385" cy="5203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84185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159</Words>
  <Application>Microsoft Office PowerPoint</Application>
  <PresentationFormat>Widescreen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Arial Narrow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2025-10-14T06:25:02Z</dcterms:created>
  <dcterms:modified xsi:type="dcterms:W3CDTF">2025-10-14T06:36:05Z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2025-10-14T06:31:43Z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85784113-2c1b-4859-b229-95c6a32035a1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