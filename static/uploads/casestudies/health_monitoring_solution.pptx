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 id="2147484520" r:id="rId2"/>
    <p:sldMasterId id="2147484612" r:id="rId3"/>
    <p:sldMasterId id="2147484629" r:id="rId4"/>
    <p:sldMasterId id="2147484725" r:id="rId5"/>
    <p:sldMasterId id="2147484789" r:id="rId6"/>
  </p:sldMasterIdLst>
  <p:notesMasterIdLst>
    <p:notesMasterId r:id="rId8"/>
  </p:notesMasterIdLst>
  <p:sldIdLst>
    <p:sldId id="715" r:id="rId7"/>
  </p:sldIdLst>
  <p:sldSz cx="12161838" cy="6858000"/>
  <p:notesSz cx="6858000" cy="9144000"/>
  <p:defaultTextStyle>
    <a:defPPr>
      <a:defRPr lang="en-US"/>
    </a:defPPr>
    <a:lvl1pPr marL="0" algn="l" defTabSz="913593" rtl="0" eaLnBrk="1" latinLnBrk="0" hangingPunct="1">
      <a:defRPr sz="1800" kern="1200">
        <a:solidFill>
          <a:schemeClr val="tx1"/>
        </a:solidFill>
        <a:latin typeface="+mn-lt"/>
        <a:ea typeface="+mn-ea"/>
        <a:cs typeface="+mn-cs"/>
      </a:defRPr>
    </a:lvl1pPr>
    <a:lvl2pPr marL="456797" algn="l" defTabSz="913593" rtl="0" eaLnBrk="1" latinLnBrk="0" hangingPunct="1">
      <a:defRPr sz="1800" kern="1200">
        <a:solidFill>
          <a:schemeClr val="tx1"/>
        </a:solidFill>
        <a:latin typeface="+mn-lt"/>
        <a:ea typeface="+mn-ea"/>
        <a:cs typeface="+mn-cs"/>
      </a:defRPr>
    </a:lvl2pPr>
    <a:lvl3pPr marL="913593" algn="l" defTabSz="913593" rtl="0" eaLnBrk="1" latinLnBrk="0" hangingPunct="1">
      <a:defRPr sz="1800" kern="1200">
        <a:solidFill>
          <a:schemeClr val="tx1"/>
        </a:solidFill>
        <a:latin typeface="+mn-lt"/>
        <a:ea typeface="+mn-ea"/>
        <a:cs typeface="+mn-cs"/>
      </a:defRPr>
    </a:lvl3pPr>
    <a:lvl4pPr marL="1370390" algn="l" defTabSz="913593" rtl="0" eaLnBrk="1" latinLnBrk="0" hangingPunct="1">
      <a:defRPr sz="1800" kern="1200">
        <a:solidFill>
          <a:schemeClr val="tx1"/>
        </a:solidFill>
        <a:latin typeface="+mn-lt"/>
        <a:ea typeface="+mn-ea"/>
        <a:cs typeface="+mn-cs"/>
      </a:defRPr>
    </a:lvl4pPr>
    <a:lvl5pPr marL="1827188" algn="l" defTabSz="913593" rtl="0" eaLnBrk="1" latinLnBrk="0" hangingPunct="1">
      <a:defRPr sz="1800" kern="1200">
        <a:solidFill>
          <a:schemeClr val="tx1"/>
        </a:solidFill>
        <a:latin typeface="+mn-lt"/>
        <a:ea typeface="+mn-ea"/>
        <a:cs typeface="+mn-cs"/>
      </a:defRPr>
    </a:lvl5pPr>
    <a:lvl6pPr marL="2283983" algn="l" defTabSz="913593" rtl="0" eaLnBrk="1" latinLnBrk="0" hangingPunct="1">
      <a:defRPr sz="1800" kern="1200">
        <a:solidFill>
          <a:schemeClr val="tx1"/>
        </a:solidFill>
        <a:latin typeface="+mn-lt"/>
        <a:ea typeface="+mn-ea"/>
        <a:cs typeface="+mn-cs"/>
      </a:defRPr>
    </a:lvl6pPr>
    <a:lvl7pPr marL="2740780" algn="l" defTabSz="913593" rtl="0" eaLnBrk="1" latinLnBrk="0" hangingPunct="1">
      <a:defRPr sz="1800" kern="1200">
        <a:solidFill>
          <a:schemeClr val="tx1"/>
        </a:solidFill>
        <a:latin typeface="+mn-lt"/>
        <a:ea typeface="+mn-ea"/>
        <a:cs typeface="+mn-cs"/>
      </a:defRPr>
    </a:lvl7pPr>
    <a:lvl8pPr marL="3197578" algn="l" defTabSz="913593" rtl="0" eaLnBrk="1" latinLnBrk="0" hangingPunct="1">
      <a:defRPr sz="1800" kern="1200">
        <a:solidFill>
          <a:schemeClr val="tx1"/>
        </a:solidFill>
        <a:latin typeface="+mn-lt"/>
        <a:ea typeface="+mn-ea"/>
        <a:cs typeface="+mn-cs"/>
      </a:defRPr>
    </a:lvl8pPr>
    <a:lvl9pPr marL="3654373" algn="l" defTabSz="91359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3264">
          <p15:clr>
            <a:srgbClr val="A4A3A4"/>
          </p15:clr>
        </p15:guide>
        <p15:guide id="3" orient="horz" pos="3936">
          <p15:clr>
            <a:srgbClr val="A4A3A4"/>
          </p15:clr>
        </p15:guide>
        <p15:guide id="4" orient="horz" pos="528">
          <p15:clr>
            <a:srgbClr val="A4A3A4"/>
          </p15:clr>
        </p15:guide>
        <p15:guide id="5" pos="384">
          <p15:clr>
            <a:srgbClr val="A4A3A4"/>
          </p15:clr>
        </p15:guide>
        <p15:guide id="6">
          <p15:clr>
            <a:srgbClr val="A4A3A4"/>
          </p15:clr>
        </p15:guide>
        <p15:guide id="7" pos="44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31837"/>
    <a:srgbClr val="000000"/>
    <a:srgbClr val="F3901D"/>
    <a:srgbClr val="FDBC5F"/>
    <a:srgbClr val="6D6E71"/>
    <a:srgbClr val="E2E2E2"/>
    <a:srgbClr val="2598CB"/>
    <a:srgbClr val="FD8787"/>
    <a:srgbClr val="B74F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0" autoAdjust="0"/>
    <p:restoredTop sz="70870" autoAdjust="0"/>
  </p:normalViewPr>
  <p:slideViewPr>
    <p:cSldViewPr>
      <p:cViewPr varScale="1">
        <p:scale>
          <a:sx n="111" d="100"/>
          <a:sy n="111" d="100"/>
        </p:scale>
        <p:origin x="588" y="78"/>
      </p:cViewPr>
      <p:guideLst>
        <p:guide orient="horz" pos="4176"/>
        <p:guide orient="horz" pos="3264"/>
        <p:guide orient="horz" pos="3936"/>
        <p:guide orient="horz" pos="528"/>
        <p:guide pos="384"/>
        <p:guide/>
        <p:guide pos="447"/>
      </p:guideLst>
    </p:cSldViewPr>
  </p:slideViewPr>
  <p:notesTextViewPr>
    <p:cViewPr>
      <p:scale>
        <a:sx n="1" d="1"/>
        <a:sy n="1" d="1"/>
      </p:scale>
      <p:origin x="0" y="0"/>
    </p:cViewPr>
  </p:notesTextViewPr>
  <p:sorterViewPr>
    <p:cViewPr>
      <p:scale>
        <a:sx n="100" d="100"/>
        <a:sy n="100" d="100"/>
      </p:scale>
      <p:origin x="0" y="-933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B17274-82F2-40B3-BF8C-E9AD5AFF05A1}" type="datetimeFigureOut">
              <a:rPr lang="en-US" smtClean="0"/>
              <a:pPr/>
              <a:t>10/28/2025</a:t>
            </a:fld>
            <a:endParaRPr lang="en-US" dirty="0"/>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00B07A-17CD-4C13-BAC7-359503AF9438}" type="slidenum">
              <a:rPr lang="en-US" smtClean="0"/>
              <a:pPr/>
              <a:t>‹#›</a:t>
            </a:fld>
            <a:endParaRPr lang="en-US" dirty="0"/>
          </a:p>
        </p:txBody>
      </p:sp>
    </p:spTree>
    <p:extLst>
      <p:ext uri="{BB962C8B-B14F-4D97-AF65-F5344CB8AC3E}">
        <p14:creationId xmlns:p14="http://schemas.microsoft.com/office/powerpoint/2010/main" val="2908715422"/>
      </p:ext>
    </p:extLst>
  </p:cSld>
  <p:clrMap bg1="lt1" tx1="dk1" bg2="lt2" tx2="dk2" accent1="accent1" accent2="accent2" accent3="accent3" accent4="accent4" accent5="accent5" accent6="accent6" hlink="hlink" folHlink="folHlink"/>
  <p:notesStyle>
    <a:lvl1pPr marL="0" algn="l" defTabSz="913593" rtl="0" eaLnBrk="1" latinLnBrk="0" hangingPunct="1">
      <a:defRPr sz="1200" kern="1200">
        <a:solidFill>
          <a:schemeClr val="tx1"/>
        </a:solidFill>
        <a:latin typeface="+mn-lt"/>
        <a:ea typeface="+mn-ea"/>
        <a:cs typeface="+mn-cs"/>
      </a:defRPr>
    </a:lvl1pPr>
    <a:lvl2pPr marL="456797" algn="l" defTabSz="913593" rtl="0" eaLnBrk="1" latinLnBrk="0" hangingPunct="1">
      <a:defRPr sz="1200" kern="1200">
        <a:solidFill>
          <a:schemeClr val="tx1"/>
        </a:solidFill>
        <a:latin typeface="+mn-lt"/>
        <a:ea typeface="+mn-ea"/>
        <a:cs typeface="+mn-cs"/>
      </a:defRPr>
    </a:lvl2pPr>
    <a:lvl3pPr marL="913593" algn="l" defTabSz="913593" rtl="0" eaLnBrk="1" latinLnBrk="0" hangingPunct="1">
      <a:defRPr sz="1200" kern="1200">
        <a:solidFill>
          <a:schemeClr val="tx1"/>
        </a:solidFill>
        <a:latin typeface="+mn-lt"/>
        <a:ea typeface="+mn-ea"/>
        <a:cs typeface="+mn-cs"/>
      </a:defRPr>
    </a:lvl3pPr>
    <a:lvl4pPr marL="1370390" algn="l" defTabSz="913593" rtl="0" eaLnBrk="1" latinLnBrk="0" hangingPunct="1">
      <a:defRPr sz="1200" kern="1200">
        <a:solidFill>
          <a:schemeClr val="tx1"/>
        </a:solidFill>
        <a:latin typeface="+mn-lt"/>
        <a:ea typeface="+mn-ea"/>
        <a:cs typeface="+mn-cs"/>
      </a:defRPr>
    </a:lvl4pPr>
    <a:lvl5pPr marL="1827188" algn="l" defTabSz="913593" rtl="0" eaLnBrk="1" latinLnBrk="0" hangingPunct="1">
      <a:defRPr sz="1200" kern="1200">
        <a:solidFill>
          <a:schemeClr val="tx1"/>
        </a:solidFill>
        <a:latin typeface="+mn-lt"/>
        <a:ea typeface="+mn-ea"/>
        <a:cs typeface="+mn-cs"/>
      </a:defRPr>
    </a:lvl5pPr>
    <a:lvl6pPr marL="2283983" algn="l" defTabSz="913593" rtl="0" eaLnBrk="1" latinLnBrk="0" hangingPunct="1">
      <a:defRPr sz="1200" kern="1200">
        <a:solidFill>
          <a:schemeClr val="tx1"/>
        </a:solidFill>
        <a:latin typeface="+mn-lt"/>
        <a:ea typeface="+mn-ea"/>
        <a:cs typeface="+mn-cs"/>
      </a:defRPr>
    </a:lvl6pPr>
    <a:lvl7pPr marL="2740780" algn="l" defTabSz="913593" rtl="0" eaLnBrk="1" latinLnBrk="0" hangingPunct="1">
      <a:defRPr sz="1200" kern="1200">
        <a:solidFill>
          <a:schemeClr val="tx1"/>
        </a:solidFill>
        <a:latin typeface="+mn-lt"/>
        <a:ea typeface="+mn-ea"/>
        <a:cs typeface="+mn-cs"/>
      </a:defRPr>
    </a:lvl7pPr>
    <a:lvl8pPr marL="3197578" algn="l" defTabSz="913593" rtl="0" eaLnBrk="1" latinLnBrk="0" hangingPunct="1">
      <a:defRPr sz="1200" kern="1200">
        <a:solidFill>
          <a:schemeClr val="tx1"/>
        </a:solidFill>
        <a:latin typeface="+mn-lt"/>
        <a:ea typeface="+mn-ea"/>
        <a:cs typeface="+mn-cs"/>
      </a:defRPr>
    </a:lvl8pPr>
    <a:lvl9pPr marL="3654373" algn="l" defTabSz="91359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jpe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68" y="3"/>
            <a:ext cx="5278674" cy="1443209"/>
          </a:xfrm>
          <a:prstGeom prst="rect">
            <a:avLst/>
          </a:prstGeom>
        </p:spPr>
      </p:pic>
      <p:sp>
        <p:nvSpPr>
          <p:cNvPr id="10" name="Slide Number Placeholder 5"/>
          <p:cNvSpPr txBox="1">
            <a:spLocks/>
          </p:cNvSpPr>
          <p:nvPr userDrawn="1"/>
        </p:nvSpPr>
        <p:spPr bwMode="auto">
          <a:xfrm>
            <a:off x="11786021" y="6614013"/>
            <a:ext cx="157094" cy="153888"/>
          </a:xfrm>
          <a:prstGeom prst="rect">
            <a:avLst/>
          </a:prstGeom>
          <a:noFill/>
          <a:ln w="9525">
            <a:noFill/>
            <a:miter lim="800000"/>
            <a:headEnd/>
            <a:tailEnd/>
          </a:ln>
        </p:spPr>
        <p:txBody>
          <a:bodyPr wrap="none" lIns="0" tIns="0" rIns="0" bIns="0" anchor="ctr">
            <a:spAutoFit/>
          </a:bodyPr>
          <a:lstStyle/>
          <a:p>
            <a:pPr algn="r" defTabSz="914400">
              <a:defRPr/>
            </a:pPr>
            <a:fld id="{6856ECDB-1CEE-4F69-ADCA-557460F2116E}" type="slidenum">
              <a:rPr lang="en-US" sz="1000">
                <a:solidFill>
                  <a:srgbClr val="6D6E71"/>
                </a:solidFill>
                <a:cs typeface="Arial" pitchFamily="34" charset="0"/>
              </a:rPr>
              <a:pPr algn="r" defTabSz="914400">
                <a:defRPr/>
              </a:pPr>
              <a:t>‹#›</a:t>
            </a:fld>
            <a:endParaRPr lang="en-US" sz="10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stretch>
            <a:fillRect/>
          </a:stretch>
        </p:blipFill>
        <p:spPr bwMode="gray">
          <a:xfrm>
            <a:off x="8418987" y="476643"/>
            <a:ext cx="3162209" cy="656554"/>
          </a:xfrm>
          <a:prstGeom prst="rect">
            <a:avLst/>
          </a:prstGeom>
        </p:spPr>
      </p:pic>
    </p:spTree>
    <p:extLst>
      <p:ext uri="{BB962C8B-B14F-4D97-AF65-F5344CB8AC3E}">
        <p14:creationId xmlns:p14="http://schemas.microsoft.com/office/powerpoint/2010/main" val="351430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66" y="727075"/>
            <a:ext cx="10941431"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2" y="1971686"/>
            <a:ext cx="10939321"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751381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615148" y="2717231"/>
            <a:ext cx="7181322" cy="1491023"/>
          </a:xfrm>
          <a:prstGeom prst="rect">
            <a:avLst/>
          </a:prstGeom>
        </p:spPr>
      </p:pic>
    </p:spTree>
    <p:extLst>
      <p:ext uri="{BB962C8B-B14F-4D97-AF65-F5344CB8AC3E}">
        <p14:creationId xmlns:p14="http://schemas.microsoft.com/office/powerpoint/2010/main" val="2254619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719147"/>
            <a:ext cx="10939318" cy="30777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66" y="6629451"/>
            <a:ext cx="5307543"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807764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65" y="719147"/>
            <a:ext cx="10939318"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3" y="1971681"/>
            <a:ext cx="10939321"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3835" indent="-28550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2989" indent="-2728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8789" indent="-228398">
              <a:spcBef>
                <a:spcPts val="0"/>
              </a:spcBef>
              <a:spcAft>
                <a:spcPts val="0"/>
              </a:spcAft>
              <a:buSzPct val="70000"/>
              <a:defRPr sz="1800" baseline="0">
                <a:latin typeface="Arial" pitchFamily="34" charset="0"/>
                <a:cs typeface="Arial" pitchFamily="34" charset="0"/>
              </a:defRPr>
            </a:lvl8pPr>
            <a:lvl9pPr marL="1822429" indent="-223640">
              <a:spcBef>
                <a:spcPts val="0"/>
              </a:spcBef>
              <a:spcAft>
                <a:spcPts val="0"/>
              </a:spcAft>
              <a:buSzPct val="70000"/>
              <a:buFont typeface="Arial" pitchFamily="34" charset="0"/>
              <a:buChar char="–"/>
              <a:defRPr sz="1800">
                <a:latin typeface="Arial" pitchFamily="34" charset="0"/>
                <a:cs typeface="Arial" pitchFamily="34" charset="0"/>
              </a:defRPr>
            </a:lvl9pPr>
          </a:lstStyle>
          <a:p>
            <a:pPr marL="290257" lvl="0" indent="-290257" algn="l" defTabSz="91359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997" lvl="2" indent="-279155" algn="l" defTabSz="91359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150" lvl="3" indent="-279155" algn="l" defTabSz="91359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5648" lvl="4" indent="-285500" algn="l" defTabSz="9326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3835" lvl="5" indent="-285500" algn="l" defTabSz="913593"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3" y="1270502"/>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2228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9" y="4067188"/>
            <a:ext cx="7347777"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359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6797" indent="0" algn="ctr">
              <a:buNone/>
              <a:defRPr>
                <a:solidFill>
                  <a:schemeClr val="tx1">
                    <a:tint val="75000"/>
                  </a:schemeClr>
                </a:solidFill>
              </a:defRPr>
            </a:lvl2pPr>
            <a:lvl3pPr marL="913593" indent="0" algn="ctr">
              <a:buNone/>
              <a:defRPr>
                <a:solidFill>
                  <a:schemeClr val="tx1">
                    <a:tint val="75000"/>
                  </a:schemeClr>
                </a:solidFill>
              </a:defRPr>
            </a:lvl3pPr>
            <a:lvl4pPr marL="1370390" indent="0" algn="ctr">
              <a:buNone/>
              <a:defRPr>
                <a:solidFill>
                  <a:schemeClr val="tx1">
                    <a:tint val="75000"/>
                  </a:schemeClr>
                </a:solidFill>
              </a:defRPr>
            </a:lvl4pPr>
            <a:lvl5pPr marL="1827188" indent="0" algn="ctr">
              <a:buNone/>
              <a:defRPr>
                <a:solidFill>
                  <a:schemeClr val="tx1">
                    <a:tint val="75000"/>
                  </a:schemeClr>
                </a:solidFill>
              </a:defRPr>
            </a:lvl5pPr>
            <a:lvl6pPr marL="2283983" indent="0" algn="ctr">
              <a:buNone/>
              <a:defRPr>
                <a:solidFill>
                  <a:schemeClr val="tx1">
                    <a:tint val="75000"/>
                  </a:schemeClr>
                </a:solidFill>
              </a:defRPr>
            </a:lvl6pPr>
            <a:lvl7pPr marL="2740780" indent="0" algn="ctr">
              <a:buNone/>
              <a:defRPr>
                <a:solidFill>
                  <a:schemeClr val="tx1">
                    <a:tint val="75000"/>
                  </a:schemeClr>
                </a:solidFill>
              </a:defRPr>
            </a:lvl7pPr>
            <a:lvl8pPr marL="3197578" indent="0" algn="ctr">
              <a:buNone/>
              <a:defRPr>
                <a:solidFill>
                  <a:schemeClr val="tx1">
                    <a:tint val="75000"/>
                  </a:schemeClr>
                </a:solidFill>
              </a:defRPr>
            </a:lvl8pPr>
            <a:lvl9pPr marL="3654373"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277"/>
            <a:ext cx="7347777"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3593"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1068" y="5"/>
            <a:ext cx="5278674" cy="1443209"/>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8058565" y="476643"/>
            <a:ext cx="3281601" cy="656554"/>
          </a:xfrm>
          <a:prstGeom prst="rect">
            <a:avLst/>
          </a:prstGeom>
        </p:spPr>
      </p:pic>
    </p:spTree>
    <p:extLst>
      <p:ext uri="{BB962C8B-B14F-4D97-AF65-F5344CB8AC3E}">
        <p14:creationId xmlns:p14="http://schemas.microsoft.com/office/powerpoint/2010/main" val="836234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39766" y="1971676"/>
            <a:ext cx="10922427"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8093" y="6356378"/>
            <a:ext cx="2837762" cy="365125"/>
          </a:xfrm>
          <a:prstGeom prst="rect">
            <a:avLst/>
          </a:prstGeom>
        </p:spPr>
        <p:txBody>
          <a:bodyPr/>
          <a:lstStyle/>
          <a:p>
            <a:pPr defTabSz="914400"/>
            <a:fld id="{1D8BD707-D9CF-40AE-B4C6-C98DA3205C09}" type="datetimeFigureOut">
              <a:rPr lang="en-US" smtClean="0">
                <a:solidFill>
                  <a:prstClr val="black">
                    <a:tint val="75000"/>
                  </a:prstClr>
                </a:solidFill>
              </a:rPr>
              <a:pPr defTabSz="914400"/>
              <a:t>10/28/2025</a:t>
            </a:fld>
            <a:endParaRPr lang="en-US">
              <a:solidFill>
                <a:prstClr val="black">
                  <a:tint val="75000"/>
                </a:prstClr>
              </a:solidFill>
            </a:endParaRPr>
          </a:p>
        </p:txBody>
      </p:sp>
      <p:sp>
        <p:nvSpPr>
          <p:cNvPr id="5" name="Footer Placeholder 4"/>
          <p:cNvSpPr>
            <a:spLocks noGrp="1"/>
          </p:cNvSpPr>
          <p:nvPr>
            <p:ph type="ftr" sz="quarter" idx="11"/>
          </p:nvPr>
        </p:nvSpPr>
        <p:spPr>
          <a:xfrm>
            <a:off x="4155311" y="6356378"/>
            <a:ext cx="3851250" cy="365125"/>
          </a:xfrm>
          <a:prstGeom prst="rect">
            <a:avLst/>
          </a:prstGeom>
        </p:spPr>
        <p:txBody>
          <a:bodyPr/>
          <a:lstStyle/>
          <a:p>
            <a:pPr defTabSz="914400"/>
            <a:endParaRPr lang="en-US">
              <a:solidFill>
                <a:prstClr val="black">
                  <a:tint val="75000"/>
                </a:prstClr>
              </a:solidFill>
            </a:endParaRPr>
          </a:p>
        </p:txBody>
      </p:sp>
      <p:sp>
        <p:nvSpPr>
          <p:cNvPr id="6" name="Slide Number Placeholder 5"/>
          <p:cNvSpPr>
            <a:spLocks noGrp="1"/>
          </p:cNvSpPr>
          <p:nvPr>
            <p:ph type="sldNum" sz="quarter" idx="12"/>
          </p:nvPr>
        </p:nvSpPr>
        <p:spPr>
          <a:xfrm>
            <a:off x="8715985" y="6356378"/>
            <a:ext cx="2837762" cy="365125"/>
          </a:xfrm>
          <a:prstGeom prst="rect">
            <a:avLst/>
          </a:prstGeom>
        </p:spPr>
        <p:txBody>
          <a:bodyPr/>
          <a:lstStyle/>
          <a:p>
            <a:pPr defTabSz="914400"/>
            <a:fld id="{B6F15528-21DE-4FAA-801E-634DDDAF4B2B}" type="slidenum">
              <a:rPr lang="en-US" smtClean="0">
                <a:solidFill>
                  <a:prstClr val="black">
                    <a:tint val="75000"/>
                  </a:prstClr>
                </a:solidFill>
              </a:rPr>
              <a:pPr defTabSz="914400"/>
              <a:t>‹#›</a:t>
            </a:fld>
            <a:endParaRPr lang="en-US">
              <a:solidFill>
                <a:prstClr val="black">
                  <a:tint val="75000"/>
                </a:prstClr>
              </a:solidFill>
            </a:endParaRPr>
          </a:p>
        </p:txBody>
      </p:sp>
    </p:spTree>
    <p:extLst>
      <p:ext uri="{BB962C8B-B14F-4D97-AF65-F5344CB8AC3E}">
        <p14:creationId xmlns:p14="http://schemas.microsoft.com/office/powerpoint/2010/main" val="136602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70" y="719139"/>
            <a:ext cx="10939321" cy="31271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032" b="1" kern="1200" dirty="0">
                <a:solidFill>
                  <a:schemeClr val="tx2"/>
                </a:solidFill>
                <a:latin typeface="Arial" pitchFamily="34" charset="0"/>
                <a:ea typeface="+mj-ea"/>
                <a:cs typeface="Arial" pitchFamily="34" charset="0"/>
              </a:defRPr>
            </a:lvl1pPr>
          </a:lstStyle>
          <a:p>
            <a:pPr lvl="0" algn="l" defTabSz="77406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6" y="1971691"/>
            <a:ext cx="10939321" cy="1172757"/>
          </a:xfrm>
        </p:spPr>
        <p:txBody>
          <a:bodyPr wrap="square">
            <a:spAutoFit/>
          </a:bodyPr>
          <a:lstStyle>
            <a:lvl1pPr algn="l" rtl="0" eaLnBrk="1" latinLnBrk="0" hangingPunct="1">
              <a:spcBef>
                <a:spcPts val="0"/>
              </a:spcBef>
              <a:spcAft>
                <a:spcPts val="0"/>
              </a:spcAft>
              <a:buClr>
                <a:schemeClr val="bg2"/>
              </a:buClr>
              <a:buSzPct val="120000"/>
              <a:defRPr lang="en-US" sz="1524"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524"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524"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524"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524" b="0" kern="1200" baseline="0" dirty="0" smtClean="0">
                <a:solidFill>
                  <a:schemeClr val="tx1"/>
                </a:solidFill>
                <a:latin typeface="Arial" pitchFamily="34" charset="0"/>
                <a:ea typeface="+mn-ea"/>
                <a:cs typeface="Arial" pitchFamily="34" charset="0"/>
              </a:defRPr>
            </a:lvl5pPr>
            <a:lvl6pPr marL="1214853" indent="-241896">
              <a:spcBef>
                <a:spcPts val="0"/>
              </a:spcBef>
              <a:spcAft>
                <a:spcPts val="0"/>
              </a:spcAft>
              <a:buClr>
                <a:schemeClr val="tx2"/>
              </a:buClr>
              <a:buSzPct val="70000"/>
              <a:buFont typeface="Wingdings" pitchFamily="2" charset="2"/>
              <a:buChar char="§"/>
              <a:defRPr lang="en-US" sz="1524" kern="1200" dirty="0" smtClean="0">
                <a:solidFill>
                  <a:schemeClr val="tx1"/>
                </a:solidFill>
                <a:latin typeface="Arial" pitchFamily="34" charset="0"/>
                <a:ea typeface="+mn-ea"/>
                <a:cs typeface="Arial" pitchFamily="34" charset="0"/>
              </a:defRPr>
            </a:lvl6pPr>
            <a:lvl7pPr marL="1451374" indent="-231145">
              <a:spcBef>
                <a:spcPts val="0"/>
              </a:spcBef>
              <a:spcAft>
                <a:spcPts val="0"/>
              </a:spcAft>
              <a:buClr>
                <a:schemeClr val="tx2"/>
              </a:buClr>
              <a:buSzPct val="70000"/>
              <a:buFont typeface="Arial" pitchFamily="34" charset="0"/>
              <a:buChar char="–"/>
              <a:defRPr sz="1524" baseline="0">
                <a:solidFill>
                  <a:schemeClr val="tx1"/>
                </a:solidFill>
                <a:latin typeface="+mn-lt"/>
                <a:cs typeface="Arial" pitchFamily="34" charset="0"/>
              </a:defRPr>
            </a:lvl7pPr>
            <a:lvl8pPr marL="1354615" indent="-193517">
              <a:spcBef>
                <a:spcPts val="0"/>
              </a:spcBef>
              <a:spcAft>
                <a:spcPts val="0"/>
              </a:spcAft>
              <a:buSzPct val="70000"/>
              <a:defRPr sz="1524" baseline="0">
                <a:latin typeface="Arial" pitchFamily="34" charset="0"/>
                <a:cs typeface="Arial" pitchFamily="34" charset="0"/>
              </a:defRPr>
            </a:lvl8pPr>
            <a:lvl9pPr marL="1544101" indent="-189485">
              <a:spcBef>
                <a:spcPts val="0"/>
              </a:spcBef>
              <a:spcAft>
                <a:spcPts val="0"/>
              </a:spcAft>
              <a:buSzPct val="70000"/>
              <a:buFont typeface="Arial" pitchFamily="34" charset="0"/>
              <a:buChar char="–"/>
              <a:defRPr sz="1524">
                <a:latin typeface="Arial" pitchFamily="34" charset="0"/>
                <a:cs typeface="Arial" pitchFamily="34" charset="0"/>
              </a:defRPr>
            </a:lvl9pPr>
          </a:lstStyle>
          <a:p>
            <a:pPr marL="245928" lvl="0" indent="-245928" algn="l" defTabSz="77406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483791" lvl="2" indent="-236520" algn="l" defTabSz="77406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20311" lvl="3" indent="-236520" algn="l" defTabSz="77406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962206" lvl="4" indent="-241896" algn="l" defTabSz="79019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14853" lvl="5" indent="-241896" algn="l" defTabSz="77406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66" y="1145798"/>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78384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61" y="0"/>
            <a:ext cx="12151282"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39766" y="727075"/>
            <a:ext cx="10941431"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2" y="1145784"/>
            <a:ext cx="1093932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82045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295"/>
            <a:ext cx="8951113"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Thank you.</a:t>
            </a:r>
          </a:p>
        </p:txBody>
      </p:sp>
      <p:sp>
        <p:nvSpPr>
          <p:cNvPr id="9" name="TextBox 8"/>
          <p:cNvSpPr txBox="1">
            <a:spLocks noChangeArrowheads="1"/>
          </p:cNvSpPr>
          <p:nvPr/>
        </p:nvSpPr>
        <p:spPr bwMode="gray">
          <a:xfrm>
            <a:off x="1817958" y="3369516"/>
            <a:ext cx="8984133" cy="1892826"/>
          </a:xfrm>
          <a:prstGeom prst="rect">
            <a:avLst/>
          </a:prstGeom>
          <a:noFill/>
          <a:ln w="9525">
            <a:noFill/>
            <a:miter lim="800000"/>
            <a:headEnd/>
            <a:tailEnd/>
          </a:ln>
        </p:spPr>
        <p:txBody>
          <a:bodyPr wrap="square" lIns="0" tIns="0" rIns="0" bIns="0">
            <a:spAutoFit/>
          </a:bodyPr>
          <a:lstStyle/>
          <a:p>
            <a:pPr algn="just" defTabSz="914400">
              <a:spcBef>
                <a:spcPts val="600"/>
              </a:spcBef>
            </a:pPr>
            <a:r>
              <a:rPr lang="en-US" sz="1000" b="1" dirty="0">
                <a:solidFill>
                  <a:srgbClr val="6D6E71"/>
                </a:solidFill>
                <a:cs typeface="Arial" pitchFamily="34" charset="0"/>
              </a:rPr>
              <a:t>Disclaimer </a:t>
            </a:r>
          </a:p>
          <a:p>
            <a:pPr algn="just" defTabSz="914400">
              <a:spcBef>
                <a:spcPts val="600"/>
              </a:spcBef>
            </a:pPr>
            <a:r>
              <a:rPr lang="en-US" sz="900" dirty="0">
                <a:solidFill>
                  <a:srgbClr val="6D6E71"/>
                </a:solidFill>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hasCustomPrompt="1"/>
          </p:nvPr>
        </p:nvSpPr>
        <p:spPr bwMode="gray">
          <a:xfrm>
            <a:off x="1817944" y="1960054"/>
            <a:ext cx="895728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dirty="0"/>
              <a:t>www.techmahindra.com</a:t>
            </a:r>
          </a:p>
        </p:txBody>
      </p:sp>
    </p:spTree>
    <p:extLst>
      <p:ext uri="{BB962C8B-B14F-4D97-AF65-F5344CB8AC3E}">
        <p14:creationId xmlns:p14="http://schemas.microsoft.com/office/powerpoint/2010/main" val="3236613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a:xfrm>
            <a:off x="395178" y="1151757"/>
            <a:ext cx="11364092" cy="1461939"/>
          </a:xfrm>
        </p:spPr>
        <p:txBody>
          <a:bodyPr/>
          <a:lstStyle>
            <a:lvl1pPr>
              <a:spcBef>
                <a:spcPts val="0"/>
              </a:spcBef>
              <a:spcAft>
                <a:spcPts val="0"/>
              </a:spcAft>
              <a:defRPr sz="1900">
                <a:latin typeface="Arial" pitchFamily="34" charset="0"/>
                <a:cs typeface="Arial" pitchFamily="34" charset="0"/>
              </a:defRPr>
            </a:lvl1pPr>
            <a:lvl2pPr>
              <a:spcBef>
                <a:spcPts val="0"/>
              </a:spcBef>
              <a:spcAft>
                <a:spcPts val="0"/>
              </a:spcAft>
              <a:defRPr sz="1900">
                <a:latin typeface="Arial" pitchFamily="34" charset="0"/>
                <a:cs typeface="Arial" pitchFamily="34" charset="0"/>
              </a:defRPr>
            </a:lvl2pPr>
            <a:lvl3pPr>
              <a:spcBef>
                <a:spcPts val="0"/>
              </a:spcBef>
              <a:spcAft>
                <a:spcPts val="0"/>
              </a:spcAft>
              <a:defRPr sz="1900">
                <a:latin typeface="Arial" pitchFamily="34" charset="0"/>
                <a:cs typeface="Arial" pitchFamily="34" charset="0"/>
              </a:defRPr>
            </a:lvl3pPr>
            <a:lvl4pPr>
              <a:spcBef>
                <a:spcPts val="0"/>
              </a:spcBef>
              <a:spcAft>
                <a:spcPts val="0"/>
              </a:spcAft>
              <a:defRPr sz="1900">
                <a:latin typeface="Arial" pitchFamily="34" charset="0"/>
                <a:cs typeface="Arial" pitchFamily="34" charset="0"/>
              </a:defRPr>
            </a:lvl4pPr>
            <a:lvl5pPr>
              <a:spcBef>
                <a:spcPts val="0"/>
              </a:spcBef>
              <a:spcAft>
                <a:spcPts val="0"/>
              </a:spcAft>
              <a:defRPr sz="1900">
                <a:latin typeface="Arial" pitchFamily="34" charset="0"/>
                <a:cs typeface="Arial" pitchFamily="34" charset="0"/>
              </a:defRPr>
            </a:lvl5pPr>
            <a:lvl6pPr marL="1541366" indent="-306906">
              <a:spcBef>
                <a:spcPts val="0"/>
              </a:spcBef>
              <a:spcAft>
                <a:spcPts val="0"/>
              </a:spcAft>
              <a:buClr>
                <a:schemeClr val="tx2"/>
              </a:buClr>
              <a:buSzPct val="70000"/>
              <a:buFont typeface="Wingdings" pitchFamily="2" charset="2"/>
              <a:buChar char="§"/>
              <a:defRPr sz="1900">
                <a:latin typeface="Arial" pitchFamily="34" charset="0"/>
                <a:cs typeface="Arial" pitchFamily="34" charset="0"/>
              </a:defRPr>
            </a:lvl6pPr>
            <a:lvl7pPr marL="1841449" indent="-293268">
              <a:spcBef>
                <a:spcPts val="0"/>
              </a:spcBef>
              <a:spcAft>
                <a:spcPts val="0"/>
              </a:spcAft>
              <a:buClr>
                <a:srgbClr val="C00000"/>
              </a:buClr>
              <a:buSzPct val="70000"/>
              <a:buFont typeface="Arial" pitchFamily="34" charset="0"/>
              <a:buChar char="–"/>
              <a:defRPr sz="1900" baseline="0">
                <a:latin typeface="Arial" pitchFamily="34" charset="0"/>
                <a:cs typeface="Arial" pitchFamily="34" charset="0"/>
              </a:defRPr>
            </a:lvl7pPr>
            <a:lvl8pPr marL="1718688" indent="-245523">
              <a:spcBef>
                <a:spcPts val="0"/>
              </a:spcBef>
              <a:spcAft>
                <a:spcPts val="0"/>
              </a:spcAft>
              <a:buSzPct val="70000"/>
              <a:defRPr sz="1900" baseline="0">
                <a:latin typeface="Arial" pitchFamily="34" charset="0"/>
                <a:cs typeface="Arial" pitchFamily="34" charset="0"/>
              </a:defRPr>
            </a:lvl8pPr>
            <a:lvl9pPr marL="1959104" indent="-240413">
              <a:spcBef>
                <a:spcPts val="0"/>
              </a:spcBef>
              <a:spcAft>
                <a:spcPts val="0"/>
              </a:spcAft>
              <a:buSzPct val="70000"/>
              <a:buFont typeface="Arial" pitchFamily="34" charset="0"/>
              <a:buChar char="–"/>
              <a:defRPr sz="1900">
                <a:latin typeface="Arial" pitchFamily="34" charset="0"/>
                <a:cs typeface="Arial" pitchFamily="34"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p:cNvSpPr>
            <a:spLocks noGrp="1"/>
          </p:cNvSpPr>
          <p:nvPr>
            <p:ph type="title"/>
          </p:nvPr>
        </p:nvSpPr>
        <p:spPr>
          <a:xfrm>
            <a:off x="405399" y="111935"/>
            <a:ext cx="11357385" cy="492443"/>
          </a:xfrm>
          <a:prstGeom prst="rect">
            <a:avLst/>
          </a:prstGeom>
          <a:noFill/>
          <a:ln w="9525">
            <a:noFill/>
            <a:miter lim="800000"/>
            <a:headEnd/>
            <a:tailEnd/>
          </a:ln>
        </p:spPr>
        <p:txBody>
          <a:bodyPr/>
          <a:lstStyle>
            <a:lvl1pPr>
              <a:defRPr baseline="0">
                <a:solidFill>
                  <a:srgbClr val="CC1840"/>
                </a:solidFill>
              </a:defRPr>
            </a:lvl1pPr>
          </a:lstStyle>
          <a:p>
            <a:pPr lvl="0"/>
            <a:r>
              <a:rPr lang="en-US" dirty="0"/>
              <a:t>Click to edit Master title style</a:t>
            </a:r>
          </a:p>
        </p:txBody>
      </p:sp>
    </p:spTree>
    <p:extLst>
      <p:ext uri="{BB962C8B-B14F-4D97-AF65-F5344CB8AC3E}">
        <p14:creationId xmlns:p14="http://schemas.microsoft.com/office/powerpoint/2010/main" val="326813994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61839" cy="6858000"/>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8826753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767" y="1971756"/>
            <a:ext cx="5424265" cy="4162425"/>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58" y="1971760"/>
            <a:ext cx="5115996"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7859" indent="-297645">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49433" indent="-291572">
              <a:spcBef>
                <a:spcPts val="0"/>
              </a:spcBef>
              <a:spcAft>
                <a:spcPts val="0"/>
              </a:spcAft>
              <a:buSzPct val="70000"/>
              <a:buFont typeface="Arial" pitchFamily="34" charset="0"/>
              <a:buChar char="–"/>
              <a:defRPr sz="2300" baseline="0">
                <a:latin typeface="+mj-lt"/>
              </a:defRPr>
            </a:lvl7pPr>
            <a:lvl8pPr marL="2041011" indent="-291572">
              <a:spcBef>
                <a:spcPts val="0"/>
              </a:spcBef>
              <a:spcAft>
                <a:spcPts val="0"/>
              </a:spcAft>
              <a:buSzPct val="70000"/>
              <a:defRPr sz="2300" baseline="0">
                <a:latin typeface="+mj-lt"/>
              </a:defRPr>
            </a:lvl8pPr>
            <a:lvl9pPr marL="2326511" indent="-285504">
              <a:spcBef>
                <a:spcPts val="0"/>
              </a:spcBef>
              <a:spcAft>
                <a:spcPts val="0"/>
              </a:spcAft>
              <a:buSzPct val="70000"/>
              <a:buFont typeface="Arial" pitchFamily="34" charset="0"/>
              <a:buChar char="–"/>
              <a:defRPr sz="2300">
                <a:latin typeface="+mj-lt"/>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861"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79" y="1270541"/>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073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011525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094887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597054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25428831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40127231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7719106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26414369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8290636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6096850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865"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79" y="1971680"/>
            <a:ext cx="10939321" cy="2384716"/>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9262115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80" y="719169"/>
            <a:ext cx="10939318" cy="56925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700" b="1" kern="1200" dirty="0">
                <a:solidFill>
                  <a:schemeClr val="tx2"/>
                </a:solidFill>
                <a:latin typeface="Arial" pitchFamily="34" charset="0"/>
                <a:ea typeface="+mj-ea"/>
                <a:cs typeface="Arial" pitchFamily="34" charset="0"/>
              </a:defRPr>
            </a:lvl1pPr>
          </a:lstStyle>
          <a:p>
            <a:pPr lvl="0" algn="l" defTabSz="1087201"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697"/>
            <a:ext cx="10939321" cy="1538527"/>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6302" indent="-339751">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8498" indent="-324651">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2601" indent="-271799">
              <a:spcBef>
                <a:spcPts val="0"/>
              </a:spcBef>
              <a:spcAft>
                <a:spcPts val="0"/>
              </a:spcAft>
              <a:buSzPct val="70000"/>
              <a:defRPr sz="2000" baseline="0">
                <a:latin typeface="Arial" pitchFamily="34" charset="0"/>
                <a:cs typeface="Arial" pitchFamily="34" charset="0"/>
              </a:defRPr>
            </a:lvl8pPr>
            <a:lvl9pPr marL="2168740" indent="-266139">
              <a:spcBef>
                <a:spcPts val="0"/>
              </a:spcBef>
              <a:spcAft>
                <a:spcPts val="0"/>
              </a:spcAft>
              <a:buSzPct val="70000"/>
              <a:buFont typeface="Arial" pitchFamily="34" charset="0"/>
              <a:buChar char="–"/>
              <a:defRPr sz="2000">
                <a:latin typeface="Arial" pitchFamily="34" charset="0"/>
                <a:cs typeface="Arial" pitchFamily="34" charset="0"/>
              </a:defRPr>
            </a:lvl9pPr>
          </a:lstStyle>
          <a:p>
            <a:pPr marL="345413" lvl="0" indent="-345413" algn="l" defTabSz="10872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99" lvl="2" indent="-332200" algn="l" defTabSz="10872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702" lvl="3" indent="-332200" algn="l" defTabSz="10872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451" lvl="4" indent="-339751" algn="l" defTabSz="11098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302" lvl="5" indent="-339751" algn="l" defTabSz="1087201"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79" y="127049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6198272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639832" y="1971705"/>
            <a:ext cx="10922427"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8093" y="6356426"/>
            <a:ext cx="2837762" cy="365125"/>
          </a:xfrm>
          <a:prstGeom prst="rect">
            <a:avLst/>
          </a:prstGeom>
        </p:spPr>
        <p:txBody>
          <a:bodyPr lIns="91440" tIns="45720" rIns="91440" bIns="45720"/>
          <a:lstStyle>
            <a:lvl1pPr>
              <a:defRPr>
                <a:solidFill>
                  <a:schemeClr val="bg1">
                    <a:lumMod val="95000"/>
                  </a:schemeClr>
                </a:solidFill>
              </a:defRPr>
            </a:lvl1pPr>
          </a:lstStyle>
          <a:p>
            <a:pPr defTabSz="913273"/>
            <a:fld id="{894E4D19-DD4C-4132-8198-6FC94C4BDEDC}" type="datetimeFigureOut">
              <a:rPr lang="en-IN" smtClean="0">
                <a:solidFill>
                  <a:prstClr val="white">
                    <a:lumMod val="95000"/>
                  </a:prstClr>
                </a:solidFill>
              </a:rPr>
              <a:pPr defTabSz="913273"/>
              <a:t>28-10-2025</a:t>
            </a:fld>
            <a:endParaRPr lang="en-IN">
              <a:solidFill>
                <a:prstClr val="white">
                  <a:lumMod val="95000"/>
                </a:prstClr>
              </a:solidFill>
            </a:endParaRPr>
          </a:p>
        </p:txBody>
      </p:sp>
      <p:sp>
        <p:nvSpPr>
          <p:cNvPr id="5" name="Footer Placeholder 4"/>
          <p:cNvSpPr>
            <a:spLocks noGrp="1"/>
          </p:cNvSpPr>
          <p:nvPr>
            <p:ph type="ftr" sz="quarter" idx="11"/>
          </p:nvPr>
        </p:nvSpPr>
        <p:spPr>
          <a:xfrm>
            <a:off x="4155336" y="6356426"/>
            <a:ext cx="3851248" cy="365125"/>
          </a:xfrm>
          <a:prstGeom prst="rect">
            <a:avLst/>
          </a:prstGeom>
        </p:spPr>
        <p:txBody>
          <a:bodyPr lIns="91440" tIns="45720" rIns="91440" bIns="45720"/>
          <a:lstStyle>
            <a:lvl1pPr>
              <a:defRPr>
                <a:solidFill>
                  <a:schemeClr val="bg1">
                    <a:lumMod val="95000"/>
                  </a:schemeClr>
                </a:solidFill>
              </a:defRPr>
            </a:lvl1pPr>
          </a:lstStyle>
          <a:p>
            <a:pPr defTabSz="913273"/>
            <a:r>
              <a:rPr lang="en-IN">
                <a:solidFill>
                  <a:prstClr val="white">
                    <a:lumMod val="95000"/>
                  </a:prstClr>
                </a:solidFill>
              </a:rPr>
              <a:t>Tech Mahindra 2015</a:t>
            </a:r>
            <a:endParaRPr lang="en-IN" dirty="0">
              <a:solidFill>
                <a:prstClr val="white">
                  <a:lumMod val="95000"/>
                </a:prstClr>
              </a:solidFill>
            </a:endParaRPr>
          </a:p>
        </p:txBody>
      </p:sp>
      <p:sp>
        <p:nvSpPr>
          <p:cNvPr id="6" name="Slide Number Placeholder 5"/>
          <p:cNvSpPr>
            <a:spLocks noGrp="1"/>
          </p:cNvSpPr>
          <p:nvPr>
            <p:ph type="sldNum" sz="quarter" idx="12"/>
          </p:nvPr>
        </p:nvSpPr>
        <p:spPr>
          <a:xfrm>
            <a:off x="8715995" y="6356426"/>
            <a:ext cx="2837762" cy="365125"/>
          </a:xfrm>
          <a:prstGeom prst="rect">
            <a:avLst/>
          </a:prstGeom>
        </p:spPr>
        <p:txBody>
          <a:bodyPr lIns="91440" tIns="45720" rIns="91440" bIns="45720"/>
          <a:lstStyle>
            <a:lvl1pPr>
              <a:defRPr>
                <a:solidFill>
                  <a:schemeClr val="bg1">
                    <a:lumMod val="95000"/>
                  </a:schemeClr>
                </a:solidFill>
              </a:defRPr>
            </a:lvl1pPr>
          </a:lstStyle>
          <a:p>
            <a:pPr defTabSz="913273"/>
            <a:fld id="{5A0539D6-1EF1-43F9-8981-2AB9AC253C78}" type="slidenum">
              <a:rPr lang="en-IN" smtClean="0">
                <a:solidFill>
                  <a:prstClr val="white">
                    <a:lumMod val="95000"/>
                  </a:prstClr>
                </a:solidFill>
              </a:rPr>
              <a:pPr defTabSz="913273"/>
              <a:t>‹#›</a:t>
            </a:fld>
            <a:endParaRPr lang="en-IN">
              <a:solidFill>
                <a:prstClr val="white">
                  <a:lumMod val="95000"/>
                </a:prstClr>
              </a:solidFill>
            </a:endParaRPr>
          </a:p>
        </p:txBody>
      </p:sp>
    </p:spTree>
    <p:extLst>
      <p:ext uri="{BB962C8B-B14F-4D97-AF65-F5344CB8AC3E}">
        <p14:creationId xmlns:p14="http://schemas.microsoft.com/office/powerpoint/2010/main" val="23970019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615631"/>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73" y="6629426"/>
            <a:ext cx="5278689" cy="123111"/>
          </a:xfrm>
          <a:prstGeom prst="rect">
            <a:avLst/>
          </a:prstGeom>
          <a:noFill/>
          <a:ln w="9525">
            <a:noFill/>
            <a:miter lim="800000"/>
            <a:headEnd/>
            <a:tailEnd/>
          </a:ln>
        </p:spPr>
        <p:txBody>
          <a:bodyPr wrap="none" lIns="0" tIns="0" rIns="0" bIns="0">
            <a:spAutoFit/>
          </a:bodyPr>
          <a:lstStyle/>
          <a:p>
            <a:pPr defTabSz="912750">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2016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defTabSz="912750">
              <a:defRPr/>
            </a:pPr>
            <a:fld id="{6856ECDB-1CEE-4F69-ADCA-557460F2116E}" type="slidenum">
              <a:rPr lang="en-US" sz="1000">
                <a:solidFill>
                  <a:srgbClr val="6D6E71"/>
                </a:solidFill>
                <a:cs typeface="Arial" pitchFamily="34" charset="0"/>
              </a:rPr>
              <a:pPr algn="r" defTabSz="912750">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2652916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9628838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4" y="727080"/>
            <a:ext cx="10941431"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5" y="1971681"/>
            <a:ext cx="10939321" cy="188426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3835" indent="-28550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2989" indent="-2728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8789" indent="-228398">
              <a:spcBef>
                <a:spcPts val="0"/>
              </a:spcBef>
              <a:spcAft>
                <a:spcPts val="0"/>
              </a:spcAft>
              <a:buSzPct val="70000"/>
              <a:defRPr sz="1800" baseline="0">
                <a:latin typeface="Arial" pitchFamily="34" charset="0"/>
                <a:cs typeface="Arial" pitchFamily="34" charset="0"/>
              </a:defRPr>
            </a:lvl8pPr>
            <a:lvl9pPr marL="1822429" indent="-223640">
              <a:spcBef>
                <a:spcPts val="0"/>
              </a:spcBef>
              <a:spcAft>
                <a:spcPts val="0"/>
              </a:spcAft>
              <a:buSzPct val="70000"/>
              <a:buFont typeface="Arial" pitchFamily="34" charset="0"/>
              <a:buChar char="–"/>
              <a:defRPr sz="1800">
                <a:latin typeface="Arial" pitchFamily="34" charset="0"/>
                <a:cs typeface="Arial" pitchFamily="34" charset="0"/>
              </a:defRPr>
            </a:lvl9pPr>
          </a:lstStyle>
          <a:p>
            <a:pPr marL="290257" lvl="0" indent="-290257" algn="l" defTabSz="91359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997" lvl="2" indent="-279155" algn="l" defTabSz="91359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150" lvl="3" indent="-279155" algn="l" defTabSz="91359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5648" lvl="4" indent="-285500" algn="l" defTabSz="9326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3835" lvl="5" indent="-285500" algn="l" defTabSz="91359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2693779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Large audience">
    <p:spTree>
      <p:nvGrpSpPr>
        <p:cNvPr id="1" name=""/>
        <p:cNvGrpSpPr/>
        <p:nvPr/>
      </p:nvGrpSpPr>
      <p:grpSpPr>
        <a:xfrm>
          <a:off x="0" y="0"/>
          <a:ext cx="0" cy="0"/>
          <a:chOff x="0" y="0"/>
          <a:chExt cx="0" cy="0"/>
        </a:xfrm>
      </p:grpSpPr>
      <p:pic>
        <p:nvPicPr>
          <p:cNvPr id="4" name="Picture 3"/>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0" y="-8093"/>
            <a:ext cx="12161838" cy="6858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descr="Ridge.pdf"/>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bwMode="ltGray">
          <a:xfrm>
            <a:off x="611" y="0"/>
            <a:ext cx="2652882" cy="967077"/>
          </a:xfrm>
          <a:prstGeom prst="rect">
            <a:avLst/>
          </a:prstGeom>
        </p:spPr>
      </p:pic>
      <p:sp>
        <p:nvSpPr>
          <p:cNvPr id="5" name="TextBox 20"/>
          <p:cNvSpPr txBox="1">
            <a:spLocks noChangeArrowheads="1"/>
          </p:cNvSpPr>
          <p:nvPr userDrawn="1"/>
        </p:nvSpPr>
        <p:spPr bwMode="gray">
          <a:xfrm>
            <a:off x="639765" y="6629422"/>
            <a:ext cx="2431756" cy="123111"/>
          </a:xfrm>
          <a:prstGeom prst="rect">
            <a:avLst/>
          </a:prstGeom>
          <a:noFill/>
          <a:ln w="9525">
            <a:noFill/>
            <a:miter lim="800000"/>
            <a:headEnd/>
            <a:tailEnd/>
          </a:ln>
        </p:spPr>
        <p:txBody>
          <a:bodyPr wrap="none" lIns="0" tIns="0" rIns="0" bIns="0">
            <a:spAutoFit/>
          </a:bodyPr>
          <a:lstStyle/>
          <a:p>
            <a:pPr defTabSz="912750">
              <a:defRPr/>
            </a:pPr>
            <a:r>
              <a:rPr lang="en-US" sz="800" dirty="0">
                <a:solidFill>
                  <a:prstClr val="white"/>
                </a:solidFill>
                <a:cs typeface="Arial" pitchFamily="34" charset="0"/>
              </a:rPr>
              <a:t>Copyright © 2016 Tech Mahindra. All rights reserved.</a:t>
            </a:r>
          </a:p>
        </p:txBody>
      </p:sp>
    </p:spTree>
    <p:extLst>
      <p:ext uri="{BB962C8B-B14F-4D97-AF65-F5344CB8AC3E}">
        <p14:creationId xmlns:p14="http://schemas.microsoft.com/office/powerpoint/2010/main" val="261070256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Content slide with subtitle">
    <p:spTree>
      <p:nvGrpSpPr>
        <p:cNvPr id="1" name=""/>
        <p:cNvGrpSpPr/>
        <p:nvPr/>
      </p:nvGrpSpPr>
      <p:grpSpPr>
        <a:xfrm>
          <a:off x="0" y="0"/>
          <a:ext cx="0" cy="0"/>
          <a:chOff x="0" y="0"/>
          <a:chExt cx="0" cy="0"/>
        </a:xfrm>
      </p:grpSpPr>
      <p:sp>
        <p:nvSpPr>
          <p:cNvPr id="6" name="Rectangle 5"/>
          <p:cNvSpPr/>
          <p:nvPr userDrawn="1"/>
        </p:nvSpPr>
        <p:spPr bwMode="auto">
          <a:xfrm>
            <a:off x="0" y="0"/>
            <a:ext cx="12161838" cy="6858000"/>
          </a:xfrm>
          <a:prstGeom prst="rect">
            <a:avLst/>
          </a:prstGeom>
          <a:gradFill flip="none" rotWithShape="1">
            <a:gsLst>
              <a:gs pos="0">
                <a:srgbClr val="6C7472">
                  <a:tint val="66000"/>
                  <a:satMod val="160000"/>
                </a:srgbClr>
              </a:gs>
              <a:gs pos="50000">
                <a:srgbClr val="6C7472">
                  <a:tint val="44500"/>
                  <a:satMod val="160000"/>
                </a:srgbClr>
              </a:gs>
              <a:gs pos="100000">
                <a:srgbClr val="6C7472">
                  <a:tint val="23500"/>
                  <a:satMod val="160000"/>
                </a:srgbClr>
              </a:gs>
            </a:gsLst>
            <a:path path="circle">
              <a:fillToRect l="50000" t="50000" r="50000" b="50000"/>
            </a:path>
            <a:tileRect/>
          </a:gra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pPr>
            <a:endParaRPr lang="en-US" sz="5800" dirty="0">
              <a:solidFill>
                <a:srgbClr val="414141"/>
              </a:solidFill>
              <a:latin typeface="Gill Sans Light" charset="0"/>
              <a:ea typeface="ヒラギノ角ゴ ProN W3" charset="0"/>
              <a:cs typeface="ヒラギノ角ゴ ProN W3" charset="0"/>
              <a:sym typeface="Gill Sans Light" charset="0"/>
            </a:endParaRPr>
          </a:p>
        </p:txBody>
      </p:sp>
      <p:pic>
        <p:nvPicPr>
          <p:cNvPr id="7" name="Picture 6" descr="aero"/>
          <p:cNvPicPr>
            <a:picLocks noChangeAspect="1" noChangeArrowheads="1"/>
          </p:cNvPicPr>
          <p:nvPr userDrawn="1"/>
        </p:nvPicPr>
        <p:blipFill>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auto">
          <a:xfrm>
            <a:off x="4111600" y="2724448"/>
            <a:ext cx="6220273" cy="1930400"/>
          </a:xfrm>
          <a:prstGeom prst="rect">
            <a:avLst/>
          </a:prstGeom>
          <a:noFill/>
          <a:ln>
            <a:noFill/>
          </a:ln>
          <a:scene3d>
            <a:camera prst="orthographicFront">
              <a:rot lat="0" lon="10799978"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bwMode="gray">
          <a:xfrm>
            <a:off x="639776" y="719142"/>
            <a:ext cx="10939318"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mj-lt"/>
                <a:ea typeface="+mj-ea"/>
                <a:cs typeface="Arial"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sp>
        <p:nvSpPr>
          <p:cNvPr id="3" name="Text Placeholder 4"/>
          <p:cNvSpPr>
            <a:spLocks noGrp="1"/>
          </p:cNvSpPr>
          <p:nvPr>
            <p:ph type="body" sz="quarter" idx="10" hasCustomPrompt="1"/>
          </p:nvPr>
        </p:nvSpPr>
        <p:spPr bwMode="gray">
          <a:xfrm>
            <a:off x="639762" y="1971676"/>
            <a:ext cx="10939321" cy="1231106"/>
          </a:xfrm>
        </p:spPr>
        <p:txBody>
          <a:bodyPr wrap="square">
            <a:spAutoFit/>
          </a:bodyPr>
          <a:lstStyle>
            <a:lvl1pPr algn="l" rtl="0" eaLnBrk="1" latinLnBrk="0" hangingPunct="1">
              <a:spcBef>
                <a:spcPts val="0"/>
              </a:spcBef>
              <a:spcAft>
                <a:spcPts val="0"/>
              </a:spcAft>
              <a:buClr>
                <a:schemeClr val="bg2"/>
              </a:buClr>
              <a:buSzPct val="120000"/>
              <a:defRPr lang="en-US" sz="1600" b="0" kern="1200" baseline="0" dirty="0" smtClean="0">
                <a:solidFill>
                  <a:schemeClr val="tx1"/>
                </a:solidFill>
                <a:latin typeface="+mj-lt"/>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00" b="0" kern="1200" baseline="0" dirty="0" smtClean="0">
                <a:solidFill>
                  <a:schemeClr val="tx1"/>
                </a:solidFill>
                <a:latin typeface="+mj-lt"/>
                <a:ea typeface="+mn-ea"/>
                <a:cs typeface="Arial" pitchFamily="34" charset="0"/>
              </a:defRPr>
            </a:lvl3pPr>
            <a:lvl4pPr algn="l" rtl="0" eaLnBrk="1" latinLnBrk="0" hangingPunct="1">
              <a:spcBef>
                <a:spcPts val="0"/>
              </a:spcBef>
              <a:spcAft>
                <a:spcPts val="0"/>
              </a:spcAft>
              <a:buClr>
                <a:schemeClr val="bg2"/>
              </a:buClr>
              <a:defRPr lang="en-US" sz="1600" b="0" kern="1200" baseline="0" dirty="0" smtClean="0">
                <a:solidFill>
                  <a:schemeClr val="tx1"/>
                </a:solidFill>
                <a:latin typeface="+mj-lt"/>
                <a:ea typeface="+mn-ea"/>
                <a:cs typeface="Arial" pitchFamily="34" charset="0"/>
              </a:defRPr>
            </a:lvl4pPr>
            <a:lvl5pPr algn="l" rtl="0" eaLnBrk="1" latinLnBrk="0" hangingPunct="1">
              <a:spcBef>
                <a:spcPts val="0"/>
              </a:spcBef>
              <a:spcAft>
                <a:spcPts val="0"/>
              </a:spcAft>
              <a:buClr>
                <a:schemeClr val="bg2"/>
              </a:buClr>
              <a:defRPr lang="en-US" sz="1600" b="0" kern="1200" baseline="0" dirty="0" smtClean="0">
                <a:solidFill>
                  <a:schemeClr val="tx1"/>
                </a:solidFill>
                <a:latin typeface="+mj-lt"/>
                <a:ea typeface="+mn-ea"/>
                <a:cs typeface="Arial" pitchFamily="34" charset="0"/>
              </a:defRPr>
            </a:lvl5pPr>
            <a:lvl6pPr marL="1434884" indent="-285708">
              <a:spcBef>
                <a:spcPts val="0"/>
              </a:spcBef>
              <a:spcAft>
                <a:spcPts val="0"/>
              </a:spcAft>
              <a:buClr>
                <a:schemeClr val="tx2"/>
              </a:buClr>
              <a:buSzPct val="70000"/>
              <a:buFont typeface="Wingdings" pitchFamily="2" charset="2"/>
              <a:buChar char="§"/>
              <a:defRPr lang="en-US" sz="1600" kern="1200" dirty="0" smtClean="0">
                <a:solidFill>
                  <a:schemeClr val="tx1"/>
                </a:solidFill>
                <a:latin typeface="+mj-lt"/>
                <a:ea typeface="+mn-ea"/>
                <a:cs typeface="Arial" pitchFamily="34" charset="0"/>
              </a:defRPr>
            </a:lvl6pPr>
            <a:lvl7pPr marL="1714242" indent="-2730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9960" indent="-228564">
              <a:spcBef>
                <a:spcPts val="0"/>
              </a:spcBef>
              <a:spcAft>
                <a:spcPts val="0"/>
              </a:spcAft>
              <a:buSzPct val="70000"/>
              <a:defRPr sz="1800" baseline="0">
                <a:latin typeface="Arial" pitchFamily="34" charset="0"/>
                <a:cs typeface="Arial" pitchFamily="34" charset="0"/>
              </a:defRPr>
            </a:lvl8pPr>
            <a:lvl9pPr marL="1823768" indent="-223802">
              <a:spcBef>
                <a:spcPts val="0"/>
              </a:spcBef>
              <a:spcAft>
                <a:spcPts val="0"/>
              </a:spcAft>
              <a:buSzPct val="70000"/>
              <a:buFont typeface="Arial" pitchFamily="34" charset="0"/>
              <a:buChar char="–"/>
              <a:defRPr sz="1800">
                <a:latin typeface="Arial" pitchFamily="34" charset="0"/>
                <a:cs typeface="Arial" pitchFamily="34" charset="0"/>
              </a:defRPr>
            </a:lvl9pPr>
          </a:lstStyle>
          <a:p>
            <a:pPr marL="290471" lvl="0" indent="-290471" algn="l" defTabSz="91426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416" lvl="2" indent="-279358" algn="l" defTabSz="91426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774" lvl="3" indent="-279358" algn="l" defTabSz="91426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482" lvl="4" indent="-285708" algn="l" defTabSz="93331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4884" lvl="5" indent="-285708" algn="l" defTabSz="91426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62" y="1229871"/>
            <a:ext cx="10939321" cy="246221"/>
          </a:xfrm>
        </p:spPr>
        <p:txBody>
          <a:bodyPr/>
          <a:lstStyle>
            <a:lvl1pPr marL="0" indent="0">
              <a:buNone/>
              <a:defRPr sz="1600" b="0">
                <a:solidFill>
                  <a:schemeClr val="bg2"/>
                </a:solidFill>
                <a:latin typeface="+mj-lt"/>
                <a:cs typeface="Arial" pitchFamily="34" charset="0"/>
              </a:defRPr>
            </a:lvl1pPr>
          </a:lstStyle>
          <a:p>
            <a:pPr lvl="0"/>
            <a:r>
              <a:rPr lang="en-US"/>
              <a:t>Click to edit Master text styles</a:t>
            </a:r>
          </a:p>
        </p:txBody>
      </p:sp>
      <p:sp>
        <p:nvSpPr>
          <p:cNvPr id="5" name="TextBox 20"/>
          <p:cNvSpPr txBox="1">
            <a:spLocks noChangeArrowheads="1"/>
          </p:cNvSpPr>
          <p:nvPr userDrawn="1"/>
        </p:nvSpPr>
        <p:spPr bwMode="gray">
          <a:xfrm>
            <a:off x="639777" y="6629402"/>
            <a:ext cx="2117567" cy="107722"/>
          </a:xfrm>
          <a:prstGeom prst="rect">
            <a:avLst/>
          </a:prstGeom>
          <a:noFill/>
          <a:ln w="9525">
            <a:noFill/>
            <a:miter lim="800000"/>
            <a:headEnd/>
            <a:tailEnd/>
          </a:ln>
        </p:spPr>
        <p:txBody>
          <a:bodyPr wrap="none" lIns="0" tIns="0" rIns="0" bIns="0">
            <a:spAutoFit/>
          </a:bodyPr>
          <a:lstStyle/>
          <a:p>
            <a:pPr defTabSz="912750">
              <a:defRPr/>
            </a:pPr>
            <a:r>
              <a:rPr lang="en-US" sz="700" dirty="0">
                <a:solidFill>
                  <a:srgbClr val="A7A9AC"/>
                </a:solidFill>
                <a:cs typeface="Arial" pitchFamily="34" charset="0"/>
              </a:rPr>
              <a:t>Copyright © 2016 Tech Mahindra. All rights reserved.</a:t>
            </a:r>
          </a:p>
        </p:txBody>
      </p:sp>
      <p:pic>
        <p:nvPicPr>
          <p:cNvPr id="8" name="Picture 7" descr="Ridge.pdf"/>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bwMode="ltGray">
          <a:xfrm>
            <a:off x="611" y="0"/>
            <a:ext cx="2652882" cy="967077"/>
          </a:xfrm>
          <a:prstGeom prst="rect">
            <a:avLst/>
          </a:prstGeom>
        </p:spPr>
      </p:pic>
    </p:spTree>
    <p:extLst>
      <p:ext uri="{BB962C8B-B14F-4D97-AF65-F5344CB8AC3E}">
        <p14:creationId xmlns:p14="http://schemas.microsoft.com/office/powerpoint/2010/main" val="38682327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Large audience">
    <p:spTree>
      <p:nvGrpSpPr>
        <p:cNvPr id="1" name=""/>
        <p:cNvGrpSpPr/>
        <p:nvPr/>
      </p:nvGrpSpPr>
      <p:grpSpPr>
        <a:xfrm>
          <a:off x="0" y="0"/>
          <a:ext cx="0" cy="0"/>
          <a:chOff x="0" y="0"/>
          <a:chExt cx="0" cy="0"/>
        </a:xfrm>
      </p:grpSpPr>
      <p:sp>
        <p:nvSpPr>
          <p:cNvPr id="6" name="Rettangolo 5"/>
          <p:cNvSpPr>
            <a:spLocks noChangeArrowheads="1"/>
          </p:cNvSpPr>
          <p:nvPr userDrawn="1"/>
        </p:nvSpPr>
        <p:spPr bwMode="auto">
          <a:xfrm>
            <a:off x="0" y="951245"/>
            <a:ext cx="12161838" cy="5593225"/>
          </a:xfrm>
          <a:prstGeom prst="rect">
            <a:avLst/>
          </a:prstGeom>
          <a:solidFill>
            <a:srgbClr val="EBEEED"/>
          </a:solidFill>
          <a:ln>
            <a:noFill/>
          </a:ln>
          <a:extLst>
            <a:ext uri="{91240B29-F687-4F45-9708-019B960494DF}">
              <a14:hiddenLine xmlns:a14="http://schemas.microsoft.com/office/drawing/2010/main" w="12700">
                <a:solidFill>
                  <a:srgbClr val="000000"/>
                </a:solidFill>
                <a:round/>
                <a:headEnd/>
                <a:tailEnd/>
              </a14:hiddenLine>
            </a:ext>
          </a:extLst>
        </p:spPr>
        <p:txBody>
          <a:bodyPr lIns="34281" tIns="17145" rIns="34281" bIns="17145"/>
          <a:lstStyle/>
          <a:p>
            <a:pPr algn="ctr" defTabSz="912750" fontAlgn="base">
              <a:spcBef>
                <a:spcPct val="0"/>
              </a:spcBef>
              <a:spcAft>
                <a:spcPct val="0"/>
              </a:spcAft>
            </a:pPr>
            <a:endParaRPr lang="it-IT" sz="2200" dirty="0">
              <a:solidFill>
                <a:srgbClr val="414141"/>
              </a:solidFill>
              <a:latin typeface="Terminal Dosis" pitchFamily="2" charset="0"/>
              <a:sym typeface="Gill Sans Light" charset="0"/>
            </a:endParaRPr>
          </a:p>
        </p:txBody>
      </p:sp>
      <p:sp>
        <p:nvSpPr>
          <p:cNvPr id="3" name="Title 1"/>
          <p:cNvSpPr>
            <a:spLocks noGrp="1"/>
          </p:cNvSpPr>
          <p:nvPr>
            <p:ph type="title" hasCustomPrompt="1"/>
          </p:nvPr>
        </p:nvSpPr>
        <p:spPr bwMode="gray">
          <a:xfrm>
            <a:off x="639774" y="727075"/>
            <a:ext cx="10941431"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anose="020B0502020202020204" pitchFamily="34" charset="0"/>
                <a:ea typeface="+mj-ea"/>
                <a:cs typeface="Arial" pitchFamily="34" charset="0"/>
              </a:defRPr>
            </a:lvl1pPr>
          </a:lstStyle>
          <a:p>
            <a:pPr lvl="0" algn="l" defTabSz="914262" rtl="0" eaLnBrk="1" fontAlgn="base" latinLnBrk="0" hangingPunct="1">
              <a:spcBef>
                <a:spcPct val="0"/>
              </a:spcBef>
              <a:spcAft>
                <a:spcPct val="0"/>
              </a:spcAft>
              <a:buNone/>
            </a:pPr>
            <a:r>
              <a:rPr lang="en-US" dirty="0"/>
              <a:t>CLICK TO EDIT MASTER TITLE STYLE</a:t>
            </a:r>
          </a:p>
        </p:txBody>
      </p:sp>
      <p:pic>
        <p:nvPicPr>
          <p:cNvPr id="5" name="Picture 1" descr="Mahindra Logo.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bwMode="gray">
          <a:xfrm>
            <a:off x="10439503" y="295207"/>
            <a:ext cx="1337802" cy="370352"/>
          </a:xfrm>
          <a:prstGeom prst="rect">
            <a:avLst/>
          </a:prstGeom>
          <a:noFill/>
          <a:ln>
            <a:noFill/>
          </a:ln>
        </p:spPr>
      </p:pic>
      <p:sp>
        <p:nvSpPr>
          <p:cNvPr id="7" name="TextBox 20"/>
          <p:cNvSpPr txBox="1">
            <a:spLocks noChangeArrowheads="1"/>
          </p:cNvSpPr>
          <p:nvPr userDrawn="1"/>
        </p:nvSpPr>
        <p:spPr bwMode="gray">
          <a:xfrm>
            <a:off x="639765" y="6629422"/>
            <a:ext cx="2431756" cy="123111"/>
          </a:xfrm>
          <a:prstGeom prst="rect">
            <a:avLst/>
          </a:prstGeom>
          <a:noFill/>
          <a:ln w="9525">
            <a:noFill/>
            <a:miter lim="800000"/>
            <a:headEnd/>
            <a:tailEnd/>
          </a:ln>
        </p:spPr>
        <p:txBody>
          <a:bodyPr wrap="none" lIns="0" tIns="0" rIns="0" bIns="0">
            <a:spAutoFit/>
          </a:bodyPr>
          <a:lstStyle/>
          <a:p>
            <a:pPr defTabSz="912750">
              <a:defRPr/>
            </a:pPr>
            <a:r>
              <a:rPr lang="en-US" sz="80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804602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69" y="5"/>
            <a:ext cx="5278674" cy="1443209"/>
          </a:xfrm>
          <a:prstGeom prst="rect">
            <a:avLst/>
          </a:prstGeom>
        </p:spPr>
      </p:pic>
      <p:sp>
        <p:nvSpPr>
          <p:cNvPr id="20" name="TextBox 20"/>
          <p:cNvSpPr txBox="1">
            <a:spLocks noChangeArrowheads="1"/>
          </p:cNvSpPr>
          <p:nvPr userDrawn="1"/>
        </p:nvSpPr>
        <p:spPr bwMode="gray">
          <a:xfrm>
            <a:off x="639773" y="6629426"/>
            <a:ext cx="527868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endParaRPr lang="en-US" sz="800" dirty="0">
              <a:solidFill>
                <a:srgbClr val="6D6E71"/>
              </a:solidFill>
              <a:cs typeface="Arial" pitchFamily="34" charset="0"/>
            </a:endParaRPr>
          </a:p>
        </p:txBody>
      </p:sp>
      <p:sp>
        <p:nvSpPr>
          <p:cNvPr id="10"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stretch>
            <a:fillRect/>
          </a:stretch>
        </p:blipFill>
        <p:spPr bwMode="gray">
          <a:xfrm>
            <a:off x="8058566" y="476643"/>
            <a:ext cx="3281601" cy="656554"/>
          </a:xfrm>
          <a:prstGeom prst="rect">
            <a:avLst/>
          </a:prstGeom>
        </p:spPr>
      </p:pic>
    </p:spTree>
    <p:extLst>
      <p:ext uri="{BB962C8B-B14F-4D97-AF65-F5344CB8AC3E}">
        <p14:creationId xmlns:p14="http://schemas.microsoft.com/office/powerpoint/2010/main" val="12521388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607009"/>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73" y="6629426"/>
            <a:ext cx="527868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2016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12543910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719143"/>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73" y="6629426"/>
            <a:ext cx="527868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35599668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4748"/>
            <a:ext cx="12161838" cy="6887496"/>
          </a:xfrm>
          <a:prstGeom prst="rect">
            <a:avLst/>
          </a:prstGeom>
        </p:spPr>
      </p:pic>
      <p:sp>
        <p:nvSpPr>
          <p:cNvPr id="3" name="Title 1"/>
          <p:cNvSpPr>
            <a:spLocks noGrp="1"/>
          </p:cNvSpPr>
          <p:nvPr>
            <p:ph type="title"/>
          </p:nvPr>
        </p:nvSpPr>
        <p:spPr bwMode="gray">
          <a:xfrm>
            <a:off x="639774" y="727080"/>
            <a:ext cx="10941431"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5" y="1971681"/>
            <a:ext cx="10939321" cy="1884267"/>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3835" indent="-28550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2989" indent="-272808">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8789" indent="-228398">
              <a:spcBef>
                <a:spcPts val="0"/>
              </a:spcBef>
              <a:spcAft>
                <a:spcPts val="0"/>
              </a:spcAft>
              <a:buSzPct val="70000"/>
              <a:defRPr sz="1800" baseline="0">
                <a:latin typeface="Arial" pitchFamily="34" charset="0"/>
                <a:cs typeface="Arial" pitchFamily="34" charset="0"/>
              </a:defRPr>
            </a:lvl8pPr>
            <a:lvl9pPr marL="1822429" indent="-223640">
              <a:spcBef>
                <a:spcPts val="0"/>
              </a:spcBef>
              <a:spcAft>
                <a:spcPts val="0"/>
              </a:spcAft>
              <a:buSzPct val="70000"/>
              <a:buFont typeface="Arial" pitchFamily="34" charset="0"/>
              <a:buChar char="–"/>
              <a:defRPr sz="1800">
                <a:latin typeface="Arial" pitchFamily="34" charset="0"/>
                <a:cs typeface="Arial" pitchFamily="34" charset="0"/>
              </a:defRPr>
            </a:lvl9pPr>
          </a:lstStyle>
          <a:p>
            <a:pPr marL="290257" lvl="0" indent="-290257" algn="l" defTabSz="913593"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0997" lvl="2" indent="-279155" algn="l" defTabSz="913593"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150" lvl="3" indent="-279155" algn="l" defTabSz="913593"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5648" lvl="4" indent="-285500" algn="l" defTabSz="9326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3835" lvl="5" indent="-285500" algn="l" defTabSz="913593"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2056072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51" y="4067188"/>
            <a:ext cx="7347777"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3593"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6797" indent="0" algn="ctr">
              <a:buNone/>
              <a:defRPr>
                <a:solidFill>
                  <a:schemeClr val="tx1">
                    <a:tint val="75000"/>
                  </a:schemeClr>
                </a:solidFill>
              </a:defRPr>
            </a:lvl2pPr>
            <a:lvl3pPr marL="913593" indent="0" algn="ctr">
              <a:buNone/>
              <a:defRPr>
                <a:solidFill>
                  <a:schemeClr val="tx1">
                    <a:tint val="75000"/>
                  </a:schemeClr>
                </a:solidFill>
              </a:defRPr>
            </a:lvl3pPr>
            <a:lvl4pPr marL="1370390" indent="0" algn="ctr">
              <a:buNone/>
              <a:defRPr>
                <a:solidFill>
                  <a:schemeClr val="tx1">
                    <a:tint val="75000"/>
                  </a:schemeClr>
                </a:solidFill>
              </a:defRPr>
            </a:lvl4pPr>
            <a:lvl5pPr marL="1827188" indent="0" algn="ctr">
              <a:buNone/>
              <a:defRPr>
                <a:solidFill>
                  <a:schemeClr val="tx1">
                    <a:tint val="75000"/>
                  </a:schemeClr>
                </a:solidFill>
              </a:defRPr>
            </a:lvl5pPr>
            <a:lvl6pPr marL="2283983" indent="0" algn="ctr">
              <a:buNone/>
              <a:defRPr>
                <a:solidFill>
                  <a:schemeClr val="tx1">
                    <a:tint val="75000"/>
                  </a:schemeClr>
                </a:solidFill>
              </a:defRPr>
            </a:lvl6pPr>
            <a:lvl7pPr marL="2740780" indent="0" algn="ctr">
              <a:buNone/>
              <a:defRPr>
                <a:solidFill>
                  <a:schemeClr val="tx1">
                    <a:tint val="75000"/>
                  </a:schemeClr>
                </a:solidFill>
              </a:defRPr>
            </a:lvl7pPr>
            <a:lvl8pPr marL="3197578" indent="0" algn="ctr">
              <a:buNone/>
              <a:defRPr>
                <a:solidFill>
                  <a:schemeClr val="tx1">
                    <a:tint val="75000"/>
                  </a:schemeClr>
                </a:solidFill>
              </a:defRPr>
            </a:lvl8pPr>
            <a:lvl9pPr marL="3654373"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1" y="2200282"/>
            <a:ext cx="7347777"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3593"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1069" y="5"/>
            <a:ext cx="5278674" cy="1443209"/>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8058566" y="476643"/>
            <a:ext cx="3281601" cy="656554"/>
          </a:xfrm>
          <a:prstGeom prst="rect">
            <a:avLst/>
          </a:prstGeom>
        </p:spPr>
      </p:pic>
    </p:spTree>
    <p:extLst>
      <p:ext uri="{BB962C8B-B14F-4D97-AF65-F5344CB8AC3E}">
        <p14:creationId xmlns:p14="http://schemas.microsoft.com/office/powerpoint/2010/main" val="16073968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91360" tIns="45680" rIns="91360" bIns="45680" rtlCol="0" anchor="ctr"/>
          <a:lstStyle/>
          <a:p>
            <a:pPr algn="ctr"/>
            <a:endParaRPr lang="en-US"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479577" y="2717231"/>
            <a:ext cx="7452459" cy="1491023"/>
          </a:xfrm>
          <a:prstGeom prst="rect">
            <a:avLst/>
          </a:prstGeom>
        </p:spPr>
      </p:pic>
    </p:spTree>
    <p:extLst>
      <p:ext uri="{BB962C8B-B14F-4D97-AF65-F5344CB8AC3E}">
        <p14:creationId xmlns:p14="http://schemas.microsoft.com/office/powerpoint/2010/main" val="36227387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4" name="TextBox 20"/>
          <p:cNvSpPr txBox="1">
            <a:spLocks noChangeArrowheads="1"/>
          </p:cNvSpPr>
          <p:nvPr userDrawn="1"/>
        </p:nvSpPr>
        <p:spPr bwMode="gray">
          <a:xfrm>
            <a:off x="639773" y="6629426"/>
            <a:ext cx="527868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0"/>
            <a:ext cx="3019344" cy="825500"/>
          </a:xfrm>
          <a:prstGeom prst="rect">
            <a:avLst/>
          </a:prstGeom>
        </p:spPr>
      </p:pic>
      <p:sp>
        <p:nvSpPr>
          <p:cNvPr id="9" name="Title 1"/>
          <p:cNvSpPr>
            <a:spLocks noGrp="1"/>
          </p:cNvSpPr>
          <p:nvPr>
            <p:ph type="title" hasCustomPrompt="1"/>
          </p:nvPr>
        </p:nvSpPr>
        <p:spPr bwMode="gray">
          <a:xfrm>
            <a:off x="1817950" y="1527297"/>
            <a:ext cx="8951113"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10" name="TextBox 9"/>
          <p:cNvSpPr txBox="1">
            <a:spLocks noChangeArrowheads="1"/>
          </p:cNvSpPr>
          <p:nvPr userDrawn="1"/>
        </p:nvSpPr>
        <p:spPr bwMode="gray">
          <a:xfrm>
            <a:off x="1817950" y="3369516"/>
            <a:ext cx="8984134" cy="1892826"/>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a:solidFill>
                  <a:srgbClr val="6D6E71"/>
                </a:solidFill>
                <a:cs typeface="Arial" pitchFamily="34" charset="0"/>
              </a:rPr>
              <a:t>Disclaimer </a:t>
            </a:r>
          </a:p>
          <a:p>
            <a:pPr algn="just">
              <a:spcBef>
                <a:spcPts val="600"/>
              </a:spcBef>
            </a:pPr>
            <a:r>
              <a:rPr lang="en-US" sz="900"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11" name="Text Placeholder 41"/>
          <p:cNvSpPr>
            <a:spLocks noGrp="1"/>
          </p:cNvSpPr>
          <p:nvPr>
            <p:ph type="body" sz="quarter" idx="14"/>
          </p:nvPr>
        </p:nvSpPr>
        <p:spPr bwMode="gray">
          <a:xfrm>
            <a:off x="1817944" y="2140189"/>
            <a:ext cx="895728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131397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719143"/>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73" y="6629446"/>
            <a:ext cx="527868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rPr>
              <a:t> The contents in this document are </a:t>
            </a:r>
            <a:r>
              <a:rPr lang="en-US" sz="800" dirty="0">
                <a:solidFill>
                  <a:prstClr val="white">
                    <a:lumMod val="50000"/>
                  </a:prstClr>
                </a:solidFill>
                <a:ea typeface="Times New Roman"/>
              </a:rPr>
              <a:t>Confidential &amp; Proprietary</a:t>
            </a:r>
            <a:r>
              <a:rPr lang="en-US" sz="800" dirty="0">
                <a:solidFill>
                  <a:prstClr val="white">
                    <a:lumMod val="50000"/>
                  </a:prstClr>
                </a:solidFill>
              </a:rPr>
              <a:t>. </a:t>
            </a:r>
            <a:r>
              <a:rPr lang="en-US" sz="800" dirty="0">
                <a:solidFill>
                  <a:srgbClr val="6D6E71"/>
                </a:solidFill>
              </a:rPr>
              <a:t>Copyright © 2015 Tech Mahindra. All rights reserved.</a:t>
            </a:r>
            <a:endParaRPr lang="en-US" sz="800" dirty="0">
              <a:solidFill>
                <a:srgbClr val="6D6E71"/>
              </a:solidFill>
              <a:cs typeface="Arial" pitchFamily="34" charset="0"/>
            </a:endParaRPr>
          </a:p>
        </p:txBody>
      </p:sp>
      <p:sp>
        <p:nvSpPr>
          <p:cNvPr id="6" name="Slide Number Placeholder 5"/>
          <p:cNvSpPr txBox="1">
            <a:spLocks/>
          </p:cNvSpPr>
          <p:nvPr userDrawn="1"/>
        </p:nvSpPr>
        <p:spPr bwMode="auto">
          <a:xfrm>
            <a:off x="11786025" y="6614018"/>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7" y="0"/>
            <a:ext cx="3019344" cy="825500"/>
          </a:xfrm>
          <a:prstGeom prst="rect">
            <a:avLst/>
          </a:prstGeom>
        </p:spPr>
      </p:pic>
    </p:spTree>
    <p:extLst>
      <p:ext uri="{BB962C8B-B14F-4D97-AF65-F5344CB8AC3E}">
        <p14:creationId xmlns:p14="http://schemas.microsoft.com/office/powerpoint/2010/main" val="10579806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60" y="0"/>
            <a:ext cx="12151282"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bwMode="gray">
          <a:xfrm>
            <a:off x="639768" y="727075"/>
            <a:ext cx="10941431"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2" y="1145773"/>
            <a:ext cx="1093932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a:stretch>
            <a:fillRect/>
          </a:stretch>
        </p:blipFill>
        <p:spPr bwMode="ltGray">
          <a:xfrm>
            <a:off x="612" y="0"/>
            <a:ext cx="3019344" cy="825500"/>
          </a:xfrm>
          <a:prstGeom prst="rect">
            <a:avLst/>
          </a:prstGeom>
        </p:spPr>
      </p:pic>
    </p:spTree>
    <p:extLst>
      <p:ext uri="{BB962C8B-B14F-4D97-AF65-F5344CB8AC3E}">
        <p14:creationId xmlns:p14="http://schemas.microsoft.com/office/powerpoint/2010/main" val="32868581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61839" cy="6858000"/>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22870543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767" y="1971756"/>
            <a:ext cx="5424265" cy="4162425"/>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58" y="1971760"/>
            <a:ext cx="5115996"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7859" indent="-297645">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49433" indent="-291572">
              <a:spcBef>
                <a:spcPts val="0"/>
              </a:spcBef>
              <a:spcAft>
                <a:spcPts val="0"/>
              </a:spcAft>
              <a:buSzPct val="70000"/>
              <a:buFont typeface="Arial" pitchFamily="34" charset="0"/>
              <a:buChar char="–"/>
              <a:defRPr sz="2300" baseline="0">
                <a:latin typeface="+mj-lt"/>
              </a:defRPr>
            </a:lvl7pPr>
            <a:lvl8pPr marL="2041011" indent="-291572">
              <a:spcBef>
                <a:spcPts val="0"/>
              </a:spcBef>
              <a:spcAft>
                <a:spcPts val="0"/>
              </a:spcAft>
              <a:buSzPct val="70000"/>
              <a:defRPr sz="2300" baseline="0">
                <a:latin typeface="+mj-lt"/>
              </a:defRPr>
            </a:lvl8pPr>
            <a:lvl9pPr marL="2326511" indent="-285504">
              <a:spcBef>
                <a:spcPts val="0"/>
              </a:spcBef>
              <a:spcAft>
                <a:spcPts val="0"/>
              </a:spcAft>
              <a:buSzPct val="70000"/>
              <a:buFont typeface="Arial" pitchFamily="34" charset="0"/>
              <a:buChar char="–"/>
              <a:defRPr sz="2300">
                <a:latin typeface="+mj-lt"/>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861"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79" y="1270541"/>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227187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42265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332605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456650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23584504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35273195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38527284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6685775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24464369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865"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79" y="1971680"/>
            <a:ext cx="10939321" cy="2384716"/>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9999010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719143"/>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66" y="6629413"/>
            <a:ext cx="5307543" cy="123111"/>
          </a:xfrm>
          <a:prstGeom prst="rect">
            <a:avLst/>
          </a:prstGeom>
          <a:noFill/>
          <a:ln w="9525">
            <a:noFill/>
            <a:miter lim="800000"/>
            <a:headEnd/>
            <a:tailEnd/>
          </a:ln>
        </p:spPr>
        <p:txBody>
          <a:bodyPr wrap="none" lIns="0" tIns="0" rIns="0" bIns="0">
            <a:spAutoFit/>
          </a:bodyPr>
          <a:lstStyle/>
          <a:p>
            <a:pPr defTabSz="912750">
              <a:defRPr/>
            </a:pPr>
            <a:r>
              <a:rPr lang="en-US" sz="800" dirty="0">
                <a:solidFill>
                  <a:srgbClr val="6D6E71"/>
                </a:solidFill>
              </a:rPr>
              <a:t> The contents in this document  are Confidential &amp; Proprietary. Copyright © 2016 Tech Mahindra. All rights reserved.</a:t>
            </a:r>
          </a:p>
        </p:txBody>
      </p:sp>
      <p:sp>
        <p:nvSpPr>
          <p:cNvPr id="6" name="Slide Number Placeholder 5"/>
          <p:cNvSpPr txBox="1">
            <a:spLocks/>
          </p:cNvSpPr>
          <p:nvPr userDrawn="1"/>
        </p:nvSpPr>
        <p:spPr bwMode="auto">
          <a:xfrm>
            <a:off x="11786023" y="6614018"/>
            <a:ext cx="157094" cy="153888"/>
          </a:xfrm>
          <a:prstGeom prst="rect">
            <a:avLst/>
          </a:prstGeom>
          <a:noFill/>
          <a:ln w="9525">
            <a:noFill/>
            <a:miter lim="800000"/>
            <a:headEnd/>
            <a:tailEnd/>
          </a:ln>
        </p:spPr>
        <p:txBody>
          <a:bodyPr wrap="none" lIns="0" tIns="0" rIns="0" bIns="0" anchor="ctr">
            <a:spAutoFit/>
          </a:bodyPr>
          <a:lstStyle/>
          <a:p>
            <a:pPr algn="r" defTabSz="912750">
              <a:defRPr/>
            </a:pPr>
            <a:fld id="{6856ECDB-1CEE-4F69-ADCA-557460F2116E}" type="slidenum">
              <a:rPr lang="en-US" sz="1000">
                <a:solidFill>
                  <a:srgbClr val="6D6E71"/>
                </a:solidFill>
                <a:cs typeface="Arial" pitchFamily="34" charset="0"/>
              </a:rPr>
              <a:pPr algn="r" defTabSz="912750">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1" y="0"/>
            <a:ext cx="3019344" cy="825500"/>
          </a:xfrm>
          <a:prstGeom prst="rect">
            <a:avLst/>
          </a:prstGeom>
        </p:spPr>
      </p:pic>
    </p:spTree>
    <p:extLst>
      <p:ext uri="{BB962C8B-B14F-4D97-AF65-F5344CB8AC3E}">
        <p14:creationId xmlns:p14="http://schemas.microsoft.com/office/powerpoint/2010/main" val="23887011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xfrm>
            <a:off x="8817333" y="6477000"/>
            <a:ext cx="2837762" cy="381000"/>
          </a:xfrm>
          <a:prstGeom prst="rect">
            <a:avLst/>
          </a:prstGeom>
          <a:ln/>
        </p:spPr>
        <p:txBody>
          <a:bodyPr/>
          <a:lstStyle>
            <a:lvl1pPr>
              <a:defRPr/>
            </a:lvl1pPr>
          </a:lstStyle>
          <a:p>
            <a:pPr>
              <a:defRPr/>
            </a:pPr>
            <a:r>
              <a:rPr lang="en-US">
                <a:solidFill>
                  <a:prstClr val="black"/>
                </a:solidFill>
              </a:rPr>
              <a:t>Page </a:t>
            </a:r>
            <a:fld id="{BCC28CA4-5125-4C36-9F7E-ABF1818961AE}" type="slidenum">
              <a:rPr lang="en-US">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14352653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 y="0"/>
            <a:ext cx="12161839" cy="6858000"/>
          </a:xfrm>
          <a:prstGeom prst="rect">
            <a:avLst/>
          </a:prstGeom>
        </p:spPr>
      </p:pic>
      <p:pic>
        <p:nvPicPr>
          <p:cNvPr id="3" name="Picture 2"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6990322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767" y="1971756"/>
            <a:ext cx="5424265" cy="4162425"/>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58" y="1971760"/>
            <a:ext cx="5115996" cy="1769715"/>
          </a:xfrm>
          <a:ln>
            <a:noFill/>
          </a:ln>
        </p:spPr>
        <p:txBody>
          <a:bodyPr wrap="square" lIns="0" tIns="0" rIns="0" bIns="0">
            <a:spAutoFit/>
          </a:bodyPr>
          <a:lstStyle>
            <a:lvl1pPr>
              <a:spcBef>
                <a:spcPts val="0"/>
              </a:spcBef>
              <a:spcAft>
                <a:spcPts val="0"/>
              </a:spcAft>
              <a:defRPr lang="en-US" sz="23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300" b="0" kern="1200" baseline="0" dirty="0" smtClean="0">
                <a:solidFill>
                  <a:schemeClr val="tx1"/>
                </a:solidFill>
                <a:latin typeface="+mn-lt"/>
                <a:ea typeface="+mn-ea"/>
                <a:cs typeface="Arial" pitchFamily="34" charset="0"/>
              </a:defRPr>
            </a:lvl2pPr>
            <a:lvl3pPr>
              <a:spcBef>
                <a:spcPts val="0"/>
              </a:spcBef>
              <a:spcAft>
                <a:spcPts val="0"/>
              </a:spcAft>
              <a:defRPr lang="en-US" sz="23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3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300" b="0" kern="1200" baseline="0" dirty="0" smtClean="0">
                <a:solidFill>
                  <a:schemeClr val="tx1"/>
                </a:solidFill>
                <a:latin typeface="Arial" pitchFamily="34" charset="0"/>
                <a:ea typeface="+mn-ea"/>
                <a:cs typeface="Arial" pitchFamily="34" charset="0"/>
              </a:defRPr>
            </a:lvl5pPr>
            <a:lvl6pPr marL="1457859" indent="-297645">
              <a:spcBef>
                <a:spcPts val="0"/>
              </a:spcBef>
              <a:spcAft>
                <a:spcPts val="0"/>
              </a:spcAft>
              <a:buSzPct val="70000"/>
              <a:defRPr lang="en-US" sz="2300" kern="1200" dirty="0" smtClean="0">
                <a:solidFill>
                  <a:schemeClr val="tx1"/>
                </a:solidFill>
                <a:latin typeface="Arial" pitchFamily="34" charset="0"/>
                <a:ea typeface="+mn-ea"/>
                <a:cs typeface="Arial" pitchFamily="34" charset="0"/>
              </a:defRPr>
            </a:lvl6pPr>
            <a:lvl7pPr marL="1749433" indent="-291572">
              <a:spcBef>
                <a:spcPts val="0"/>
              </a:spcBef>
              <a:spcAft>
                <a:spcPts val="0"/>
              </a:spcAft>
              <a:buSzPct val="70000"/>
              <a:buFont typeface="Arial" pitchFamily="34" charset="0"/>
              <a:buChar char="–"/>
              <a:defRPr sz="2300" baseline="0">
                <a:latin typeface="+mj-lt"/>
              </a:defRPr>
            </a:lvl7pPr>
            <a:lvl8pPr marL="2041011" indent="-291572">
              <a:spcBef>
                <a:spcPts val="0"/>
              </a:spcBef>
              <a:spcAft>
                <a:spcPts val="0"/>
              </a:spcAft>
              <a:buSzPct val="70000"/>
              <a:defRPr sz="2300" baseline="0">
                <a:latin typeface="+mj-lt"/>
              </a:defRPr>
            </a:lvl8pPr>
            <a:lvl9pPr marL="2326511" indent="-285504">
              <a:spcBef>
                <a:spcPts val="0"/>
              </a:spcBef>
              <a:spcAft>
                <a:spcPts val="0"/>
              </a:spcAft>
              <a:buSzPct val="70000"/>
              <a:buFont typeface="Arial" pitchFamily="34" charset="0"/>
              <a:buChar char="–"/>
              <a:defRPr sz="2300">
                <a:latin typeface="+mj-lt"/>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861"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79" y="1270541"/>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939048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854353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8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982755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3" y="719099"/>
            <a:ext cx="10939318" cy="47694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1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758"/>
            <a:ext cx="10939321" cy="1769305"/>
          </a:xfrm>
        </p:spPr>
        <p:txBody>
          <a:bodyPr wrap="square">
            <a:spAutoFit/>
          </a:bodyPr>
          <a:lstStyle>
            <a:lvl1pPr algn="l" rtl="0" eaLnBrk="1" latinLnBrk="0" hangingPunct="1">
              <a:spcBef>
                <a:spcPts val="0"/>
              </a:spcBef>
              <a:spcAft>
                <a:spcPts val="0"/>
              </a:spcAft>
              <a:buClr>
                <a:schemeClr val="bg2"/>
              </a:buClr>
              <a:buSzPct val="120000"/>
              <a:defRPr lang="en-US" sz="23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3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3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23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79" y="1145846"/>
            <a:ext cx="10939321" cy="276935"/>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313243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4258450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3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2592195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4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461587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5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38728105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6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40859429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7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14947172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87"/>
            <a:ext cx="10939318"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5262"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1165262">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0" y="6598690"/>
            <a:ext cx="187552" cy="184666"/>
          </a:xfrm>
          <a:prstGeom prst="rect">
            <a:avLst/>
          </a:prstGeom>
          <a:noFill/>
          <a:ln w="9525">
            <a:noFill/>
            <a:miter lim="800000"/>
            <a:headEnd/>
            <a:tailEnd/>
          </a:ln>
        </p:spPr>
        <p:txBody>
          <a:bodyPr wrap="none" lIns="0" tIns="0" rIns="0" bIns="0" anchor="ctr">
            <a:spAutoFit/>
          </a:bodyPr>
          <a:lstStyle/>
          <a:p>
            <a:pPr algn="r" defTabSz="1165262">
              <a:defRPr/>
            </a:pPr>
            <a:fld id="{6856ECDB-1CEE-4F69-ADCA-557460F2116E}" type="slidenum">
              <a:rPr lang="en-US" sz="1200">
                <a:solidFill>
                  <a:srgbClr val="6D6E71"/>
                </a:solidFill>
                <a:cs typeface="Arial" pitchFamily="34" charset="0"/>
              </a:rPr>
              <a:pPr algn="r" defTabSz="1165262">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972832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865" y="727081"/>
            <a:ext cx="10941431" cy="615410"/>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4000" b="1" kern="1200" dirty="0">
                <a:solidFill>
                  <a:schemeClr val="tx2"/>
                </a:solidFill>
                <a:latin typeface="Arial" pitchFamily="34" charset="0"/>
                <a:ea typeface="+mj-ea"/>
                <a:cs typeface="Arial" pitchFamily="34" charset="0"/>
              </a:defRPr>
            </a:lvl1pPr>
          </a:lstStyle>
          <a:p>
            <a:pPr lvl="0" algn="l" defTabSz="1166294"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79" y="1971680"/>
            <a:ext cx="10939321" cy="2384716"/>
          </a:xfrm>
        </p:spPr>
        <p:txBody>
          <a:bodyPr wrap="square">
            <a:spAutoFit/>
          </a:bodyPr>
          <a:lstStyle>
            <a:lvl1pPr>
              <a:spcBef>
                <a:spcPts val="0"/>
              </a:spcBef>
              <a:spcAft>
                <a:spcPts val="0"/>
              </a:spcAft>
              <a:defRPr lang="en-US" sz="31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31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3100" b="0" kern="1200" baseline="0" dirty="0" smtClean="0">
                <a:solidFill>
                  <a:schemeClr val="tx1"/>
                </a:solidFill>
                <a:latin typeface="Arial" pitchFamily="34" charset="0"/>
                <a:ea typeface="+mn-ea"/>
                <a:cs typeface="Arial" pitchFamily="34" charset="0"/>
              </a:defRPr>
            </a:lvl5pPr>
            <a:lvl6pPr marL="1830435" indent="-364464">
              <a:spcBef>
                <a:spcPts val="0"/>
              </a:spcBef>
              <a:spcAft>
                <a:spcPts val="0"/>
              </a:spcAft>
              <a:buClr>
                <a:schemeClr val="tx2"/>
              </a:buClr>
              <a:buSzPct val="70000"/>
              <a:buFont typeface="Wingdings" pitchFamily="2" charset="2"/>
              <a:buChar char="§"/>
              <a:defRPr lang="en-US" sz="3100" kern="1200" dirty="0" smtClean="0">
                <a:solidFill>
                  <a:schemeClr val="tx1"/>
                </a:solidFill>
                <a:latin typeface="Arial" pitchFamily="34" charset="0"/>
                <a:ea typeface="+mn-ea"/>
                <a:cs typeface="Arial" pitchFamily="34" charset="0"/>
              </a:defRPr>
            </a:lvl6pPr>
            <a:lvl7pPr marL="2186791" indent="-348270">
              <a:spcBef>
                <a:spcPts val="0"/>
              </a:spcBef>
              <a:spcAft>
                <a:spcPts val="0"/>
              </a:spcAft>
              <a:buClr>
                <a:schemeClr val="tx2"/>
              </a:buClr>
              <a:buSzPct val="70000"/>
              <a:buFont typeface="Arial" pitchFamily="34" charset="0"/>
              <a:buChar char="–"/>
              <a:defRPr sz="2300" baseline="0">
                <a:solidFill>
                  <a:schemeClr val="tx1"/>
                </a:solidFill>
                <a:latin typeface="+mn-lt"/>
                <a:cs typeface="Arial" pitchFamily="34" charset="0"/>
              </a:defRPr>
            </a:lvl7pPr>
            <a:lvl8pPr marL="2041011" indent="-291572">
              <a:spcBef>
                <a:spcPts val="0"/>
              </a:spcBef>
              <a:spcAft>
                <a:spcPts val="0"/>
              </a:spcAft>
              <a:buSzPct val="70000"/>
              <a:defRPr sz="2300" baseline="0">
                <a:latin typeface="Arial" pitchFamily="34" charset="0"/>
                <a:cs typeface="Arial" pitchFamily="34" charset="0"/>
              </a:defRPr>
            </a:lvl8pPr>
            <a:lvl9pPr marL="2326511" indent="-285504">
              <a:spcBef>
                <a:spcPts val="0"/>
              </a:spcBef>
              <a:spcAft>
                <a:spcPts val="0"/>
              </a:spcAft>
              <a:buSzPct val="70000"/>
              <a:buFont typeface="Arial" pitchFamily="34" charset="0"/>
              <a:buChar char="–"/>
              <a:defRPr sz="2300">
                <a:latin typeface="Arial" pitchFamily="34" charset="0"/>
                <a:cs typeface="Arial" pitchFamily="34" charset="0"/>
              </a:defRPr>
            </a:lvl9pPr>
          </a:lstStyle>
          <a:p>
            <a:pPr marL="370540" lvl="0" indent="-370540" algn="l" defTabSz="116629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728937" lvl="2" indent="-356366" algn="l" defTabSz="116629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85302" lvl="3" indent="-356366" algn="l" defTabSz="116629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449771" lvl="4" indent="-364464" algn="l" defTabSz="1190593"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830435" lvl="5" indent="-364464" algn="l" defTabSz="1166294"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9223206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93" y="719190"/>
            <a:ext cx="10939318" cy="538484"/>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500" b="1" kern="1200" dirty="0">
                <a:solidFill>
                  <a:schemeClr val="tx2"/>
                </a:solidFill>
                <a:latin typeface="Arial" pitchFamily="34" charset="0"/>
                <a:ea typeface="+mj-ea"/>
                <a:cs typeface="Arial" pitchFamily="34" charset="0"/>
              </a:defRPr>
            </a:lvl1pPr>
          </a:lstStyle>
          <a:p>
            <a:pPr lvl="0" algn="l" defTabSz="971014" rtl="0" eaLnBrk="1" fontAlgn="base" latinLnBrk="0" hangingPunct="1">
              <a:spcBef>
                <a:spcPct val="0"/>
              </a:spcBef>
              <a:spcAft>
                <a:spcPct val="0"/>
              </a:spcAft>
              <a:buNone/>
            </a:pPr>
            <a:r>
              <a:rPr lang="en-US"/>
              <a:t>Click to edit Master title style</a:t>
            </a:r>
            <a:endParaRPr lang="en-US" dirty="0"/>
          </a:p>
        </p:txBody>
      </p:sp>
      <p:sp>
        <p:nvSpPr>
          <p:cNvPr id="4" name="TextBox 20"/>
          <p:cNvSpPr txBox="1">
            <a:spLocks noChangeArrowheads="1"/>
          </p:cNvSpPr>
          <p:nvPr userDrawn="1"/>
        </p:nvSpPr>
        <p:spPr bwMode="gray">
          <a:xfrm>
            <a:off x="639794" y="6629440"/>
            <a:ext cx="7205499" cy="169277"/>
          </a:xfrm>
          <a:prstGeom prst="rect">
            <a:avLst/>
          </a:prstGeom>
          <a:noFill/>
          <a:ln w="9525">
            <a:noFill/>
            <a:miter lim="800000"/>
            <a:headEnd/>
            <a:tailEnd/>
          </a:ln>
        </p:spPr>
        <p:txBody>
          <a:bodyPr wrap="none" lIns="0" tIns="0" rIns="0" bIns="0">
            <a:spAutoFit/>
          </a:bodyPr>
          <a:lstStyle/>
          <a:p>
            <a:pPr defTabSz="971014">
              <a:defRPr/>
            </a:pPr>
            <a:r>
              <a:rPr lang="en-US" sz="1100" dirty="0">
                <a:solidFill>
                  <a:srgbClr val="6D6E71"/>
                </a:solidFill>
                <a:cs typeface="Arial" pitchFamily="34" charset="0"/>
              </a:rPr>
              <a:t> The contents in this document are </a:t>
            </a:r>
            <a:r>
              <a:rPr lang="en-US" sz="1100" dirty="0">
                <a:solidFill>
                  <a:prstClr val="white">
                    <a:lumMod val="50000"/>
                  </a:prstClr>
                </a:solidFill>
                <a:ea typeface="Times New Roman"/>
                <a:cs typeface="Arial" pitchFamily="34" charset="0"/>
              </a:rPr>
              <a:t>Confidential &amp; Proprietary</a:t>
            </a:r>
            <a:r>
              <a:rPr lang="en-US" sz="1100" dirty="0">
                <a:solidFill>
                  <a:prstClr val="white">
                    <a:lumMod val="50000"/>
                  </a:prstClr>
                </a:solidFill>
                <a:cs typeface="Arial" pitchFamily="34" charset="0"/>
              </a:rPr>
              <a:t>. </a:t>
            </a:r>
            <a:r>
              <a:rPr lang="en-US" sz="1100" dirty="0">
                <a:solidFill>
                  <a:srgbClr val="6D6E71"/>
                </a:solidFill>
                <a:cs typeface="Arial" pitchFamily="34" charset="0"/>
              </a:rPr>
              <a:t>Copyright © 2015 Tech Mahindra. All rights reserved.</a:t>
            </a:r>
          </a:p>
        </p:txBody>
      </p:sp>
      <p:sp>
        <p:nvSpPr>
          <p:cNvPr id="6" name="Slide Number Placeholder 5"/>
          <p:cNvSpPr txBox="1">
            <a:spLocks/>
          </p:cNvSpPr>
          <p:nvPr userDrawn="1"/>
        </p:nvSpPr>
        <p:spPr bwMode="auto">
          <a:xfrm>
            <a:off x="11755606" y="6598632"/>
            <a:ext cx="187552" cy="184666"/>
          </a:xfrm>
          <a:prstGeom prst="rect">
            <a:avLst/>
          </a:prstGeom>
          <a:noFill/>
          <a:ln w="9525">
            <a:noFill/>
            <a:miter lim="800000"/>
            <a:headEnd/>
            <a:tailEnd/>
          </a:ln>
        </p:spPr>
        <p:txBody>
          <a:bodyPr wrap="none" lIns="0" tIns="0" rIns="0" bIns="0" anchor="ctr">
            <a:spAutoFit/>
          </a:bodyPr>
          <a:lstStyle/>
          <a:p>
            <a:pPr algn="r" defTabSz="971014">
              <a:defRPr/>
            </a:pPr>
            <a:fld id="{6856ECDB-1CEE-4F69-ADCA-557460F2116E}" type="slidenum">
              <a:rPr lang="en-US" sz="1200">
                <a:solidFill>
                  <a:srgbClr val="6D6E71"/>
                </a:solidFill>
                <a:cs typeface="Arial" pitchFamily="34" charset="0"/>
              </a:rPr>
              <a:pPr algn="r" defTabSz="971014">
                <a:defRPr/>
              </a:pPr>
              <a:t>‹#›</a:t>
            </a:fld>
            <a:endParaRPr lang="en-US" sz="12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2" y="72"/>
            <a:ext cx="3019344" cy="825501"/>
          </a:xfrm>
          <a:prstGeom prst="rect">
            <a:avLst/>
          </a:prstGeom>
        </p:spPr>
      </p:pic>
    </p:spTree>
    <p:extLst>
      <p:ext uri="{BB962C8B-B14F-4D97-AF65-F5344CB8AC3E}">
        <p14:creationId xmlns:p14="http://schemas.microsoft.com/office/powerpoint/2010/main" val="9891379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80" y="719169"/>
            <a:ext cx="10939318" cy="56925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700" b="1" kern="1200" dirty="0">
                <a:solidFill>
                  <a:schemeClr val="tx2"/>
                </a:solidFill>
                <a:latin typeface="Arial" pitchFamily="34" charset="0"/>
                <a:ea typeface="+mj-ea"/>
                <a:cs typeface="Arial" pitchFamily="34" charset="0"/>
              </a:defRPr>
            </a:lvl1pPr>
          </a:lstStyle>
          <a:p>
            <a:pPr lvl="0" algn="l" defTabSz="1087201"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9" y="1971697"/>
            <a:ext cx="10939321" cy="1538527"/>
          </a:xfrm>
        </p:spPr>
        <p:txBody>
          <a:bodyPr wrap="square">
            <a:spAutoFit/>
          </a:bodyPr>
          <a:lstStyle>
            <a:lvl1pPr algn="l" rtl="0" eaLnBrk="1" latinLnBrk="0" hangingPunct="1">
              <a:spcBef>
                <a:spcPts val="0"/>
              </a:spcBef>
              <a:spcAft>
                <a:spcPts val="0"/>
              </a:spcAft>
              <a:buClr>
                <a:schemeClr val="bg2"/>
              </a:buClr>
              <a:buSzPct val="120000"/>
              <a:defRPr lang="en-US" sz="20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0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000" b="0" kern="1200" baseline="0" dirty="0" smtClean="0">
                <a:solidFill>
                  <a:schemeClr val="tx1"/>
                </a:solidFill>
                <a:latin typeface="Arial" pitchFamily="34" charset="0"/>
                <a:ea typeface="+mn-ea"/>
                <a:cs typeface="Arial" pitchFamily="34" charset="0"/>
              </a:defRPr>
            </a:lvl5pPr>
            <a:lvl6pPr marL="1706302" indent="-339751">
              <a:spcBef>
                <a:spcPts val="0"/>
              </a:spcBef>
              <a:spcAft>
                <a:spcPts val="0"/>
              </a:spcAft>
              <a:buClr>
                <a:schemeClr val="tx2"/>
              </a:buClr>
              <a:buSzPct val="70000"/>
              <a:buFont typeface="Wingdings" pitchFamily="2" charset="2"/>
              <a:buChar char="§"/>
              <a:defRPr lang="en-US" sz="2000" kern="1200" dirty="0" smtClean="0">
                <a:solidFill>
                  <a:schemeClr val="tx1"/>
                </a:solidFill>
                <a:latin typeface="Arial" pitchFamily="34" charset="0"/>
                <a:ea typeface="+mn-ea"/>
                <a:cs typeface="Arial" pitchFamily="34" charset="0"/>
              </a:defRPr>
            </a:lvl6pPr>
            <a:lvl7pPr marL="2038498" indent="-324651">
              <a:spcBef>
                <a:spcPts val="0"/>
              </a:spcBef>
              <a:spcAft>
                <a:spcPts val="0"/>
              </a:spcAft>
              <a:buClr>
                <a:schemeClr val="tx2"/>
              </a:buClr>
              <a:buSzPct val="70000"/>
              <a:buFont typeface="Arial" pitchFamily="34" charset="0"/>
              <a:buChar char="–"/>
              <a:defRPr sz="2000" baseline="0">
                <a:solidFill>
                  <a:schemeClr val="tx1"/>
                </a:solidFill>
                <a:latin typeface="+mn-lt"/>
                <a:cs typeface="Arial" pitchFamily="34" charset="0"/>
              </a:defRPr>
            </a:lvl7pPr>
            <a:lvl8pPr marL="1902601" indent="-271799">
              <a:spcBef>
                <a:spcPts val="0"/>
              </a:spcBef>
              <a:spcAft>
                <a:spcPts val="0"/>
              </a:spcAft>
              <a:buSzPct val="70000"/>
              <a:defRPr sz="2000" baseline="0">
                <a:latin typeface="Arial" pitchFamily="34" charset="0"/>
                <a:cs typeface="Arial" pitchFamily="34" charset="0"/>
              </a:defRPr>
            </a:lvl8pPr>
            <a:lvl9pPr marL="2168740" indent="-266139">
              <a:spcBef>
                <a:spcPts val="0"/>
              </a:spcBef>
              <a:spcAft>
                <a:spcPts val="0"/>
              </a:spcAft>
              <a:buSzPct val="70000"/>
              <a:buFont typeface="Arial" pitchFamily="34" charset="0"/>
              <a:buChar char="–"/>
              <a:defRPr sz="2000">
                <a:latin typeface="Arial" pitchFamily="34" charset="0"/>
                <a:cs typeface="Arial" pitchFamily="34" charset="0"/>
              </a:defRPr>
            </a:lvl9pPr>
          </a:lstStyle>
          <a:p>
            <a:pPr marL="345413" lvl="0" indent="-345413" algn="l" defTabSz="1087201"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79499" lvl="2" indent="-332200" algn="l" defTabSz="1087201"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1702" lvl="3" indent="-332200" algn="l" defTabSz="1087201"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51451" lvl="4" indent="-339751" algn="l" defTabSz="1109852"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06302" lvl="5" indent="-339751" algn="l" defTabSz="1087201"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79" y="127049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5741203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5" y="719143"/>
            <a:ext cx="10939318"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593" rtl="0" eaLnBrk="1" fontAlgn="base" latinLnBrk="0" hangingPunct="1">
              <a:spcBef>
                <a:spcPct val="0"/>
              </a:spcBef>
              <a:spcAft>
                <a:spcPct val="0"/>
              </a:spcAft>
              <a:buNone/>
            </a:pPr>
            <a:r>
              <a:rPr lang="en-US" dirty="0"/>
              <a:t>Click to edit Master title style</a:t>
            </a:r>
          </a:p>
        </p:txBody>
      </p:sp>
      <p:sp>
        <p:nvSpPr>
          <p:cNvPr id="4" name="TextBox 20"/>
          <p:cNvSpPr txBox="1">
            <a:spLocks noChangeArrowheads="1"/>
          </p:cNvSpPr>
          <p:nvPr userDrawn="1"/>
        </p:nvSpPr>
        <p:spPr bwMode="gray">
          <a:xfrm>
            <a:off x="639766" y="6629413"/>
            <a:ext cx="5307543" cy="123111"/>
          </a:xfrm>
          <a:prstGeom prst="rect">
            <a:avLst/>
          </a:prstGeom>
          <a:noFill/>
          <a:ln w="9525">
            <a:noFill/>
            <a:miter lim="800000"/>
            <a:headEnd/>
            <a:tailEnd/>
          </a:ln>
        </p:spPr>
        <p:txBody>
          <a:bodyPr wrap="none" lIns="0" tIns="0" rIns="0" bIns="0">
            <a:spAutoFit/>
          </a:bodyPr>
          <a:lstStyle/>
          <a:p>
            <a:pPr defTabSz="912750">
              <a:defRPr/>
            </a:pPr>
            <a:r>
              <a:rPr lang="en-US" sz="800" dirty="0">
                <a:solidFill>
                  <a:srgbClr val="6D6E71"/>
                </a:solidFill>
              </a:rPr>
              <a:t> The contents in this document  are Confidential &amp; Proprietary. Copyright © 2016 Tech Mahindra. All rights reserved.</a:t>
            </a:r>
          </a:p>
        </p:txBody>
      </p:sp>
      <p:sp>
        <p:nvSpPr>
          <p:cNvPr id="6" name="Slide Number Placeholder 5"/>
          <p:cNvSpPr txBox="1">
            <a:spLocks/>
          </p:cNvSpPr>
          <p:nvPr userDrawn="1"/>
        </p:nvSpPr>
        <p:spPr bwMode="auto">
          <a:xfrm>
            <a:off x="11786023" y="6614018"/>
            <a:ext cx="157094" cy="153888"/>
          </a:xfrm>
          <a:prstGeom prst="rect">
            <a:avLst/>
          </a:prstGeom>
          <a:noFill/>
          <a:ln w="9525">
            <a:noFill/>
            <a:miter lim="800000"/>
            <a:headEnd/>
            <a:tailEnd/>
          </a:ln>
        </p:spPr>
        <p:txBody>
          <a:bodyPr wrap="none" lIns="0" tIns="0" rIns="0" bIns="0" anchor="ctr">
            <a:spAutoFit/>
          </a:bodyPr>
          <a:lstStyle/>
          <a:p>
            <a:pPr algn="r" defTabSz="912750">
              <a:defRPr/>
            </a:pPr>
            <a:fld id="{6856ECDB-1CEE-4F69-ADCA-557460F2116E}" type="slidenum">
              <a:rPr lang="en-US" sz="1000">
                <a:solidFill>
                  <a:srgbClr val="6D6E71"/>
                </a:solidFill>
                <a:cs typeface="Arial" pitchFamily="34" charset="0"/>
              </a:rPr>
              <a:pPr algn="r" defTabSz="912750">
                <a:defRPr/>
              </a:pPr>
              <a:t>‹#›</a:t>
            </a:fld>
            <a:endParaRPr lang="en-US" sz="100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stretch>
            <a:fillRect/>
          </a:stretch>
        </p:blipFill>
        <p:spPr bwMode="ltGray">
          <a:xfrm>
            <a:off x="611" y="0"/>
            <a:ext cx="3019344" cy="825500"/>
          </a:xfrm>
          <a:prstGeom prst="rect">
            <a:avLst/>
          </a:prstGeom>
        </p:spPr>
      </p:pic>
    </p:spTree>
    <p:extLst>
      <p:ext uri="{BB962C8B-B14F-4D97-AF65-F5344CB8AC3E}">
        <p14:creationId xmlns:p14="http://schemas.microsoft.com/office/powerpoint/2010/main" val="30250182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639832" y="1971705"/>
            <a:ext cx="10922427"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8093" y="6356426"/>
            <a:ext cx="2837762" cy="365125"/>
          </a:xfrm>
          <a:prstGeom prst="rect">
            <a:avLst/>
          </a:prstGeom>
        </p:spPr>
        <p:txBody>
          <a:bodyPr lIns="91440" tIns="45720" rIns="91440" bIns="45720"/>
          <a:lstStyle>
            <a:lvl1pPr>
              <a:defRPr>
                <a:solidFill>
                  <a:schemeClr val="bg1">
                    <a:lumMod val="95000"/>
                  </a:schemeClr>
                </a:solidFill>
              </a:defRPr>
            </a:lvl1pPr>
          </a:lstStyle>
          <a:p>
            <a:pPr defTabSz="913273"/>
            <a:fld id="{894E4D19-DD4C-4132-8198-6FC94C4BDEDC}" type="datetimeFigureOut">
              <a:rPr lang="en-IN" smtClean="0">
                <a:solidFill>
                  <a:prstClr val="white">
                    <a:lumMod val="95000"/>
                  </a:prstClr>
                </a:solidFill>
              </a:rPr>
              <a:pPr defTabSz="913273"/>
              <a:t>28-10-2025</a:t>
            </a:fld>
            <a:endParaRPr lang="en-IN">
              <a:solidFill>
                <a:prstClr val="white">
                  <a:lumMod val="95000"/>
                </a:prstClr>
              </a:solidFill>
            </a:endParaRPr>
          </a:p>
        </p:txBody>
      </p:sp>
      <p:sp>
        <p:nvSpPr>
          <p:cNvPr id="5" name="Footer Placeholder 4"/>
          <p:cNvSpPr>
            <a:spLocks noGrp="1"/>
          </p:cNvSpPr>
          <p:nvPr>
            <p:ph type="ftr" sz="quarter" idx="11"/>
          </p:nvPr>
        </p:nvSpPr>
        <p:spPr>
          <a:xfrm>
            <a:off x="4155336" y="6356426"/>
            <a:ext cx="3851248" cy="365125"/>
          </a:xfrm>
          <a:prstGeom prst="rect">
            <a:avLst/>
          </a:prstGeom>
        </p:spPr>
        <p:txBody>
          <a:bodyPr lIns="91440" tIns="45720" rIns="91440" bIns="45720"/>
          <a:lstStyle>
            <a:lvl1pPr>
              <a:defRPr>
                <a:solidFill>
                  <a:schemeClr val="bg1">
                    <a:lumMod val="95000"/>
                  </a:schemeClr>
                </a:solidFill>
              </a:defRPr>
            </a:lvl1pPr>
          </a:lstStyle>
          <a:p>
            <a:pPr defTabSz="913273"/>
            <a:r>
              <a:rPr lang="en-IN">
                <a:solidFill>
                  <a:prstClr val="white">
                    <a:lumMod val="95000"/>
                  </a:prstClr>
                </a:solidFill>
              </a:rPr>
              <a:t>Tech Mahindra 2015</a:t>
            </a:r>
            <a:endParaRPr lang="en-IN" dirty="0">
              <a:solidFill>
                <a:prstClr val="white">
                  <a:lumMod val="95000"/>
                </a:prstClr>
              </a:solidFill>
            </a:endParaRPr>
          </a:p>
        </p:txBody>
      </p:sp>
      <p:sp>
        <p:nvSpPr>
          <p:cNvPr id="6" name="Slide Number Placeholder 5"/>
          <p:cNvSpPr>
            <a:spLocks noGrp="1"/>
          </p:cNvSpPr>
          <p:nvPr>
            <p:ph type="sldNum" sz="quarter" idx="12"/>
          </p:nvPr>
        </p:nvSpPr>
        <p:spPr>
          <a:xfrm>
            <a:off x="8715995" y="6356426"/>
            <a:ext cx="2837762" cy="365125"/>
          </a:xfrm>
          <a:prstGeom prst="rect">
            <a:avLst/>
          </a:prstGeom>
        </p:spPr>
        <p:txBody>
          <a:bodyPr lIns="91440" tIns="45720" rIns="91440" bIns="45720"/>
          <a:lstStyle>
            <a:lvl1pPr>
              <a:defRPr>
                <a:solidFill>
                  <a:schemeClr val="bg1">
                    <a:lumMod val="95000"/>
                  </a:schemeClr>
                </a:solidFill>
              </a:defRPr>
            </a:lvl1pPr>
          </a:lstStyle>
          <a:p>
            <a:pPr defTabSz="913273"/>
            <a:fld id="{5A0539D6-1EF1-43F9-8981-2AB9AC253C78}" type="slidenum">
              <a:rPr lang="en-IN" smtClean="0">
                <a:solidFill>
                  <a:prstClr val="white">
                    <a:lumMod val="95000"/>
                  </a:prstClr>
                </a:solidFill>
              </a:rPr>
              <a:pPr defTabSz="913273"/>
              <a:t>‹#›</a:t>
            </a:fld>
            <a:endParaRPr lang="en-IN">
              <a:solidFill>
                <a:prstClr val="white">
                  <a:lumMod val="95000"/>
                </a:prstClr>
              </a:solidFill>
            </a:endParaRPr>
          </a:p>
        </p:txBody>
      </p:sp>
    </p:spTree>
    <p:extLst>
      <p:ext uri="{BB962C8B-B14F-4D97-AF65-F5344CB8AC3E}">
        <p14:creationId xmlns:p14="http://schemas.microsoft.com/office/powerpoint/2010/main" val="2145415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Large audienc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0" y="0"/>
            <a:ext cx="12161838" cy="6858000"/>
          </a:xfrm>
          <a:prstGeom prst="rect">
            <a:avLst/>
          </a:prstGeom>
        </p:spPr>
      </p:pic>
      <p:pic>
        <p:nvPicPr>
          <p:cNvPr id="6" name="Picture 7" descr="Ridge.pdf"/>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ltGray">
          <a:xfrm>
            <a:off x="3" y="0"/>
            <a:ext cx="3019345" cy="825500"/>
          </a:xfrm>
          <a:prstGeom prst="rect">
            <a:avLst/>
          </a:prstGeom>
          <a:noFill/>
          <a:ln w="9525">
            <a:noFill/>
            <a:miter lim="800000"/>
            <a:headEnd/>
            <a:tailEnd/>
          </a:ln>
        </p:spPr>
      </p:pic>
      <p:sp>
        <p:nvSpPr>
          <p:cNvPr id="3" name="Title 1"/>
          <p:cNvSpPr>
            <a:spLocks noGrp="1"/>
          </p:cNvSpPr>
          <p:nvPr>
            <p:ph type="title"/>
          </p:nvPr>
        </p:nvSpPr>
        <p:spPr bwMode="gray">
          <a:xfrm>
            <a:off x="639766" y="685800"/>
            <a:ext cx="10941431" cy="369332"/>
          </a:xfrm>
          <a:noFill/>
          <a:ln w="9525">
            <a:noFill/>
            <a:miter lim="800000"/>
            <a:headEnd/>
            <a:tailEnd/>
          </a:ln>
        </p:spPr>
        <p:txBody>
          <a:bodyPr/>
          <a:lstStyle>
            <a:lvl1pPr algn="l">
              <a:defRPr lang="en-US" sz="2400" b="1" kern="1200" dirty="0">
                <a:solidFill>
                  <a:schemeClr val="tx2"/>
                </a:solidFill>
                <a:latin typeface="Arial" pitchFamily="34" charset="0"/>
                <a:ea typeface="+mj-ea"/>
                <a:cs typeface="Arial" pitchFamily="34" charset="0"/>
              </a:defRPr>
            </a:lvl1pPr>
          </a:lstStyle>
          <a:p>
            <a:pPr lvl="0"/>
            <a:r>
              <a:rPr lang="en-US" dirty="0"/>
              <a:t>Click to edit Master title style</a:t>
            </a:r>
          </a:p>
        </p:txBody>
      </p:sp>
      <p:sp>
        <p:nvSpPr>
          <p:cNvPr id="9" name="Slide Number Placeholder 5"/>
          <p:cNvSpPr txBox="1">
            <a:spLocks/>
          </p:cNvSpPr>
          <p:nvPr userDrawn="1"/>
        </p:nvSpPr>
        <p:spPr bwMode="auto">
          <a:xfrm>
            <a:off x="11818081" y="6629414"/>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smtClean="0">
                <a:solidFill>
                  <a:srgbClr val="6D6E71"/>
                </a:solidFill>
                <a:cs typeface="Arial" pitchFamily="34" charset="0"/>
              </a:rPr>
              <a:pPr algn="r">
                <a:defRPr/>
              </a:pPr>
              <a:t>‹#›</a:t>
            </a:fld>
            <a:endParaRPr lang="en-US" sz="800" dirty="0">
              <a:solidFill>
                <a:srgbClr val="6D6E71"/>
              </a:solidFill>
              <a:cs typeface="Arial" pitchFamily="34" charset="0"/>
            </a:endParaRPr>
          </a:p>
        </p:txBody>
      </p:sp>
      <p:sp>
        <p:nvSpPr>
          <p:cNvPr id="7" name="TextBox 20"/>
          <p:cNvSpPr txBox="1">
            <a:spLocks noChangeArrowheads="1"/>
          </p:cNvSpPr>
          <p:nvPr userDrawn="1"/>
        </p:nvSpPr>
        <p:spPr bwMode="gray">
          <a:xfrm>
            <a:off x="639766" y="6629414"/>
            <a:ext cx="4621458" cy="107722"/>
          </a:xfrm>
          <a:prstGeom prst="rect">
            <a:avLst/>
          </a:prstGeom>
          <a:noFill/>
          <a:ln w="9525">
            <a:noFill/>
            <a:miter lim="800000"/>
            <a:headEnd/>
            <a:tailEnd/>
          </a:ln>
        </p:spPr>
        <p:txBody>
          <a:bodyPr wrap="none" lIns="0" tIns="0" rIns="0" bIns="0">
            <a:spAutoFit/>
          </a:bodyPr>
          <a:lstStyle/>
          <a:p>
            <a:pPr defTabSz="913406">
              <a:defRPr/>
            </a:pPr>
            <a:r>
              <a:rPr lang="en-US" sz="700" dirty="0">
                <a:solidFill>
                  <a:srgbClr val="6D6E71"/>
                </a:solidFill>
              </a:rPr>
              <a:t> The contents in this document  are </a:t>
            </a:r>
            <a:r>
              <a:rPr lang="en-US" sz="700" dirty="0">
                <a:solidFill>
                  <a:prstClr val="white">
                    <a:lumMod val="50000"/>
                  </a:prstClr>
                </a:solidFill>
                <a:ea typeface="Times New Roman"/>
              </a:rPr>
              <a:t>Confidential &amp; Proprietary</a:t>
            </a:r>
            <a:r>
              <a:rPr lang="en-US" sz="700" dirty="0">
                <a:solidFill>
                  <a:prstClr val="white">
                    <a:lumMod val="50000"/>
                  </a:prstClr>
                </a:solidFill>
              </a:rPr>
              <a:t>. </a:t>
            </a:r>
            <a:r>
              <a:rPr lang="en-US" sz="700" dirty="0">
                <a:solidFill>
                  <a:srgbClr val="6D6E71"/>
                </a:solidFill>
              </a:rPr>
              <a:t>Copyright © 2016 Tech Mahindra. All rights reserved.</a:t>
            </a:r>
            <a:endParaRPr lang="en-US" sz="700" dirty="0">
              <a:solidFill>
                <a:srgbClr val="6D6E71"/>
              </a:solidFill>
              <a:cs typeface="Arial" pitchFamily="34" charset="0"/>
            </a:endParaRPr>
          </a:p>
        </p:txBody>
      </p:sp>
    </p:spTree>
    <p:extLst>
      <p:ext uri="{BB962C8B-B14F-4D97-AF65-F5344CB8AC3E}">
        <p14:creationId xmlns:p14="http://schemas.microsoft.com/office/powerpoint/2010/main" val="14223176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75"/>
            <a:ext cx="10941431" cy="4985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40" b="1" kern="1200" dirty="0">
                <a:solidFill>
                  <a:schemeClr val="tx2"/>
                </a:solidFill>
                <a:latin typeface="Arial" pitchFamily="34" charset="0"/>
                <a:ea typeface="+mj-ea"/>
                <a:cs typeface="Arial" pitchFamily="34" charset="0"/>
              </a:defRPr>
            </a:lvl1pPr>
          </a:lstStyle>
          <a:p>
            <a:pPr lvl="0" algn="l" defTabSz="913682"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4" y="1971683"/>
            <a:ext cx="10939321"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3977" indent="-285527">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3156" indent="-272837">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8947" indent="-228420">
              <a:spcBef>
                <a:spcPts val="0"/>
              </a:spcBef>
              <a:spcAft>
                <a:spcPts val="0"/>
              </a:spcAft>
              <a:buSzPct val="70000"/>
              <a:defRPr sz="1800" baseline="0">
                <a:latin typeface="Arial" pitchFamily="34" charset="0"/>
                <a:cs typeface="Arial" pitchFamily="34" charset="0"/>
              </a:defRPr>
            </a:lvl8pPr>
            <a:lvl9pPr marL="1822609" indent="-223662">
              <a:spcBef>
                <a:spcPts val="0"/>
              </a:spcBef>
              <a:spcAft>
                <a:spcPts val="0"/>
              </a:spcAft>
              <a:buSzPct val="70000"/>
              <a:buFont typeface="Arial" pitchFamily="34" charset="0"/>
              <a:buChar char="–"/>
              <a:defRPr sz="1800">
                <a:latin typeface="Arial" pitchFamily="34" charset="0"/>
                <a:cs typeface="Arial" pitchFamily="34" charset="0"/>
              </a:defRPr>
            </a:lvl9pPr>
          </a:lstStyle>
          <a:p>
            <a:pPr marL="290286" lvl="0" indent="-290286" algn="l" defTabSz="9136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050" lvl="2" indent="-279180" algn="l" defTabSz="9136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232" lvl="3" indent="-279180" algn="l" defTabSz="9136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5758" lvl="4" indent="-285527" algn="l" defTabSz="93271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3977" lvl="5" indent="-285527" algn="l" defTabSz="91368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0065938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217"/>
            <a:ext cx="10939319"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Arial" pitchFamily="34" charset="0"/>
                <a:ea typeface="+mj-ea"/>
                <a:cs typeface="Arial" pitchFamily="34" charset="0"/>
              </a:defRPr>
            </a:lvl1pPr>
          </a:lstStyle>
          <a:p>
            <a:pPr lvl="0" algn="l" defTabSz="91368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4" y="1971677"/>
            <a:ext cx="10939321"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3977" indent="-285527">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3156" indent="-272837">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598947" indent="-228420">
              <a:spcBef>
                <a:spcPts val="0"/>
              </a:spcBef>
              <a:spcAft>
                <a:spcPts val="0"/>
              </a:spcAft>
              <a:buSzPct val="70000"/>
              <a:defRPr sz="1800" baseline="0">
                <a:latin typeface="Arial" pitchFamily="34" charset="0"/>
                <a:cs typeface="Arial" pitchFamily="34" charset="0"/>
              </a:defRPr>
            </a:lvl8pPr>
            <a:lvl9pPr marL="1822609" indent="-223662">
              <a:spcBef>
                <a:spcPts val="0"/>
              </a:spcBef>
              <a:spcAft>
                <a:spcPts val="0"/>
              </a:spcAft>
              <a:buSzPct val="70000"/>
              <a:buFont typeface="Arial" pitchFamily="34" charset="0"/>
              <a:buChar char="–"/>
              <a:defRPr sz="1800">
                <a:latin typeface="Arial" pitchFamily="34" charset="0"/>
                <a:cs typeface="Arial" pitchFamily="34" charset="0"/>
              </a:defRPr>
            </a:lvl9pPr>
          </a:lstStyle>
          <a:p>
            <a:pPr marL="290286" lvl="0" indent="-290286" algn="l" defTabSz="91368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050" lvl="2" indent="-279180" algn="l" defTabSz="91368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232" lvl="3" indent="-279180" algn="l" defTabSz="91368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5758" lvl="4" indent="-285527" algn="l" defTabSz="93271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3977" lvl="5" indent="-285527" algn="l" defTabSz="91368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p:ph type="body" sz="quarter" idx="13"/>
          </p:nvPr>
        </p:nvSpPr>
        <p:spPr bwMode="gray">
          <a:xfrm>
            <a:off x="639764" y="1145758"/>
            <a:ext cx="10939321" cy="276998"/>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942970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296"/>
            <a:ext cx="8951113" cy="4985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40" b="1" kern="1200" dirty="0">
                <a:solidFill>
                  <a:schemeClr val="tx2"/>
                </a:solidFill>
                <a:latin typeface="Arial" pitchFamily="34" charset="0"/>
                <a:ea typeface="+mj-ea"/>
                <a:cs typeface="Arial" pitchFamily="34" charset="0"/>
              </a:defRPr>
            </a:lvl1pPr>
          </a:lstStyle>
          <a:p>
            <a:pPr lvl="0" algn="l" defTabSz="913682"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7961" y="3369532"/>
            <a:ext cx="8984134" cy="1665071"/>
          </a:xfrm>
          <a:prstGeom prst="rect">
            <a:avLst/>
          </a:prstGeom>
          <a:noFill/>
          <a:ln w="9525">
            <a:noFill/>
            <a:miter lim="800000"/>
            <a:headEnd/>
            <a:tailEnd/>
          </a:ln>
        </p:spPr>
        <p:txBody>
          <a:bodyPr wrap="square" lIns="0" tIns="0" rIns="0" bIns="0">
            <a:spAutoFit/>
          </a:bodyPr>
          <a:lstStyle/>
          <a:p>
            <a:pPr algn="just" defTabSz="913682">
              <a:spcBef>
                <a:spcPts val="600"/>
              </a:spcBef>
            </a:pPr>
            <a:r>
              <a:rPr lang="en-US" sz="1080" b="1" dirty="0">
                <a:solidFill>
                  <a:srgbClr val="6D6E71"/>
                </a:solidFill>
                <a:cs typeface="Arial" pitchFamily="34" charset="0"/>
              </a:rPr>
              <a:t>Disclaimer </a:t>
            </a:r>
          </a:p>
          <a:p>
            <a:pPr algn="just" defTabSz="913682">
              <a:spcBef>
                <a:spcPts val="600"/>
              </a:spcBef>
            </a:pPr>
            <a:r>
              <a:rPr lang="en-US" sz="840" dirty="0">
                <a:solidFill>
                  <a:srgbClr val="6D6E71"/>
                </a:solidFill>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7961" y="2140169"/>
            <a:ext cx="8957288" cy="276998"/>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3682"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4527640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36524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39778" y="727201"/>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913354"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39764" y="1218911"/>
            <a:ext cx="10939321" cy="258533"/>
          </a:xfrm>
        </p:spPr>
        <p:txBody>
          <a:bodyPr/>
          <a:lstStyle>
            <a:lvl1pPr marL="0" indent="0">
              <a:buNone/>
              <a:defRPr sz="1680" b="1">
                <a:solidFill>
                  <a:schemeClr val="bg2"/>
                </a:solidFill>
                <a:latin typeface="Arial" pitchFamily="34" charset="0"/>
                <a:cs typeface="Arial" pitchFamily="34" charset="0"/>
              </a:defRPr>
            </a:lvl1pPr>
          </a:lstStyle>
          <a:p>
            <a:pPr lvl="0"/>
            <a:r>
              <a:rPr lang="en-US" dirty="0"/>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Tree>
    <p:extLst>
      <p:ext uri="{BB962C8B-B14F-4D97-AF65-F5344CB8AC3E}">
        <p14:creationId xmlns:p14="http://schemas.microsoft.com/office/powerpoint/2010/main" val="416285562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1_Content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4" name="TextBox 20"/>
          <p:cNvSpPr txBox="1">
            <a:spLocks noChangeArrowheads="1"/>
          </p:cNvSpPr>
          <p:nvPr userDrawn="1"/>
        </p:nvSpPr>
        <p:spPr bwMode="gray">
          <a:xfrm>
            <a:off x="639774" y="6629423"/>
            <a:ext cx="4748095" cy="110800"/>
          </a:xfrm>
          <a:prstGeom prst="rect">
            <a:avLst/>
          </a:prstGeom>
          <a:noFill/>
          <a:ln w="9525">
            <a:noFill/>
            <a:miter lim="800000"/>
            <a:headEnd/>
            <a:tailEnd/>
          </a:ln>
        </p:spPr>
        <p:txBody>
          <a:bodyPr wrap="none" lIns="0" tIns="0" rIns="0" bIns="0">
            <a:spAutoFit/>
          </a:bodyPr>
          <a:lstStyle/>
          <a:p>
            <a:pPr defTabSz="1096070">
              <a:defRPr/>
            </a:pPr>
            <a:r>
              <a:rPr lang="en-US" sz="720" dirty="0">
                <a:solidFill>
                  <a:srgbClr val="6D6E71"/>
                </a:solidFill>
              </a:rPr>
              <a:t> The contents in this document  are </a:t>
            </a:r>
            <a:r>
              <a:rPr lang="en-US" sz="720" dirty="0">
                <a:solidFill>
                  <a:prstClr val="white">
                    <a:lumMod val="50000"/>
                  </a:prstClr>
                </a:solidFill>
                <a:ea typeface="Times New Roman"/>
              </a:rPr>
              <a:t>Confidential &amp; Proprietary</a:t>
            </a:r>
            <a:r>
              <a:rPr lang="en-US" sz="720" dirty="0">
                <a:solidFill>
                  <a:prstClr val="white">
                    <a:lumMod val="50000"/>
                  </a:prstClr>
                </a:solidFill>
              </a:rPr>
              <a:t>. </a:t>
            </a:r>
            <a:r>
              <a:rPr lang="en-US" sz="720" dirty="0">
                <a:solidFill>
                  <a:srgbClr val="6D6E71"/>
                </a:solidFill>
              </a:rPr>
              <a:t>Copyright © </a:t>
            </a:r>
            <a:r>
              <a:rPr lang="is-IS" sz="720" dirty="0">
                <a:solidFill>
                  <a:srgbClr val="6D6E71"/>
                </a:solidFill>
              </a:rPr>
              <a:t>2016</a:t>
            </a:r>
            <a:r>
              <a:rPr lang="en-US" sz="720" dirty="0">
                <a:solidFill>
                  <a:srgbClr val="6D6E71"/>
                </a:solidFill>
              </a:rPr>
              <a:t> Tech Mahindra. All rights reserved.</a:t>
            </a:r>
            <a:endParaRPr lang="en-US" sz="720" dirty="0">
              <a:solidFill>
                <a:srgbClr val="6D6E71"/>
              </a:solidFill>
              <a:cs typeface="Arial" pitchFamily="34" charset="0"/>
            </a:endParaRPr>
          </a:p>
        </p:txBody>
      </p:sp>
      <p:sp>
        <p:nvSpPr>
          <p:cNvPr id="6" name="Slide Number Placeholder 5"/>
          <p:cNvSpPr txBox="1">
            <a:spLocks/>
          </p:cNvSpPr>
          <p:nvPr userDrawn="1"/>
        </p:nvSpPr>
        <p:spPr bwMode="auto">
          <a:xfrm>
            <a:off x="11790832" y="6617097"/>
            <a:ext cx="152286" cy="147733"/>
          </a:xfrm>
          <a:prstGeom prst="rect">
            <a:avLst/>
          </a:prstGeom>
          <a:noFill/>
          <a:ln w="9525">
            <a:noFill/>
            <a:miter lim="800000"/>
            <a:headEnd/>
            <a:tailEnd/>
          </a:ln>
        </p:spPr>
        <p:txBody>
          <a:bodyPr wrap="none" lIns="0" tIns="0" rIns="0" bIns="0" anchor="ctr">
            <a:spAutoFit/>
          </a:bodyPr>
          <a:lstStyle/>
          <a:p>
            <a:pPr algn="r" defTabSz="1096070">
              <a:defRPr/>
            </a:pPr>
            <a:fld id="{6856ECDB-1CEE-4F69-ADCA-557460F2116E}" type="slidenum">
              <a:rPr lang="en-US" sz="960">
                <a:solidFill>
                  <a:srgbClr val="6D6E71"/>
                </a:solidFill>
                <a:cs typeface="Arial" pitchFamily="34" charset="0"/>
              </a:rPr>
              <a:pPr algn="r" defTabSz="1096070">
                <a:defRPr/>
              </a:pPr>
              <a:t>‹#›</a:t>
            </a:fld>
            <a:endParaRPr lang="en-US" sz="960" dirty="0">
              <a:solidFill>
                <a:srgbClr val="6D6E71"/>
              </a:solidFill>
              <a:cs typeface="Arial" pitchFamily="34" charset="0"/>
            </a:endParaRPr>
          </a:p>
        </p:txBody>
      </p:sp>
      <p:pic>
        <p:nvPicPr>
          <p:cNvPr id="7" name="Picture 6"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12" y="3"/>
            <a:ext cx="3019344" cy="825500"/>
          </a:xfrm>
          <a:prstGeom prst="rect">
            <a:avLst/>
          </a:prstGeom>
        </p:spPr>
      </p:pic>
      <p:sp>
        <p:nvSpPr>
          <p:cNvPr id="9" name="Title 1"/>
          <p:cNvSpPr>
            <a:spLocks noGrp="1"/>
          </p:cNvSpPr>
          <p:nvPr>
            <p:ph type="title"/>
          </p:nvPr>
        </p:nvSpPr>
        <p:spPr>
          <a:xfrm>
            <a:off x="0" y="228601"/>
            <a:ext cx="12161838" cy="350865"/>
          </a:xfrm>
        </p:spPr>
        <p:txBody>
          <a:bodyPr/>
          <a:lstStyle>
            <a:lvl1pPr algn="ctr">
              <a:defRPr sz="2280" b="1"/>
            </a:lvl1pPr>
          </a:lstStyle>
          <a:p>
            <a:pPr algn="ctr"/>
            <a:endParaRPr lang="en-US" sz="2280" dirty="0">
              <a:solidFill>
                <a:schemeClr val="tx1"/>
              </a:solidFill>
            </a:endParaRPr>
          </a:p>
        </p:txBody>
      </p:sp>
    </p:spTree>
    <p:extLst>
      <p:ext uri="{BB962C8B-B14F-4D97-AF65-F5344CB8AC3E}">
        <p14:creationId xmlns:p14="http://schemas.microsoft.com/office/powerpoint/2010/main" val="2564251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9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39778" y="727201"/>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913354"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39764" y="1218911"/>
            <a:ext cx="10939321" cy="258533"/>
          </a:xfrm>
        </p:spPr>
        <p:txBody>
          <a:bodyPr/>
          <a:lstStyle>
            <a:lvl1pPr marL="0" indent="0">
              <a:buNone/>
              <a:defRPr sz="1680" b="1">
                <a:solidFill>
                  <a:schemeClr val="bg2"/>
                </a:solidFill>
                <a:latin typeface="Arial" pitchFamily="34" charset="0"/>
                <a:cs typeface="Arial" pitchFamily="34" charset="0"/>
              </a:defRPr>
            </a:lvl1pPr>
          </a:lstStyle>
          <a:p>
            <a:pPr lvl="0"/>
            <a:r>
              <a:rPr lang="en-US" dirty="0"/>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Tree>
    <p:extLst>
      <p:ext uri="{BB962C8B-B14F-4D97-AF65-F5344CB8AC3E}">
        <p14:creationId xmlns:p14="http://schemas.microsoft.com/office/powerpoint/2010/main" val="3114719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465"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813" y="1971689"/>
            <a:ext cx="10939322"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840" indent="-342648">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871" indent="-32741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812" indent="-274116">
              <a:spcBef>
                <a:spcPts val="0"/>
              </a:spcBef>
              <a:spcAft>
                <a:spcPts val="0"/>
              </a:spcAft>
              <a:buSzPct val="70000"/>
              <a:defRPr sz="2160" baseline="0">
                <a:latin typeface="Arial" pitchFamily="34" charset="0"/>
                <a:cs typeface="Arial" pitchFamily="34" charset="0"/>
              </a:defRPr>
            </a:lvl8pPr>
            <a:lvl9pPr marL="2187218" indent="-268408">
              <a:spcBef>
                <a:spcPts val="0"/>
              </a:spcBef>
              <a:spcAft>
                <a:spcPts val="0"/>
              </a:spcAft>
              <a:buSzPct val="70000"/>
              <a:buFont typeface="Arial" pitchFamily="34" charset="0"/>
              <a:buChar char="–"/>
              <a:defRPr sz="2160">
                <a:latin typeface="Arial" pitchFamily="34" charset="0"/>
                <a:cs typeface="Arial" pitchFamily="34" charset="0"/>
              </a:defRPr>
            </a:lvl9pPr>
          </a:lstStyle>
          <a:p>
            <a:pPr marL="348358" lvl="0" indent="-348358" algn="l" defTabSz="109646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290" lvl="2" indent="-335029" algn="l" defTabSz="109646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320" lvl="3" indent="-335029" algn="l" defTabSz="109646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965" lvl="4" indent="-342648" algn="l" defTabSz="111930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840" lvl="5" indent="-342648" algn="l" defTabSz="1096465"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05299361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8_Content slide">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405398" y="111920"/>
            <a:ext cx="11357384" cy="498598"/>
          </a:xfrm>
          <a:prstGeom prst="rect">
            <a:avLst/>
          </a:prstGeom>
          <a:noFill/>
          <a:ln w="9525">
            <a:noFill/>
            <a:miter lim="800000"/>
            <a:headEnd/>
            <a:tailEnd/>
          </a:ln>
        </p:spPr>
        <p:txBody>
          <a:bodyPr/>
          <a:lstStyle>
            <a:lvl1pPr>
              <a:defRPr>
                <a:solidFill>
                  <a:srgbClr val="E31837"/>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16263375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a:bodyPr>
          <a:lstStyle>
            <a:lvl1pPr algn="l">
              <a:defRPr sz="3360">
                <a:effectLst/>
              </a:defRPr>
            </a:lvl1pPr>
          </a:lstStyle>
          <a:p>
            <a:r>
              <a:rPr lang="en-US"/>
              <a:t>Click to edit Master title style</a:t>
            </a:r>
            <a:endParaRPr lang="en-US" dirty="0"/>
          </a:p>
        </p:txBody>
      </p:sp>
      <p:sp>
        <p:nvSpPr>
          <p:cNvPr id="3" name="Content Placeholder 2"/>
          <p:cNvSpPr>
            <a:spLocks noGrp="1"/>
          </p:cNvSpPr>
          <p:nvPr>
            <p:ph idx="1"/>
          </p:nvPr>
        </p:nvSpPr>
        <p:spPr>
          <a:xfrm>
            <a:off x="608092" y="1435109"/>
            <a:ext cx="10945654" cy="1625060"/>
          </a:xfrm>
          <a:noFill/>
        </p:spPr>
        <p:txBody>
          <a:bodyPr/>
          <a:lstStyle>
            <a:lvl1pPr marL="273204" indent="-273204">
              <a:buFont typeface="Arial" pitchFamily="34" charset="0"/>
              <a:buChar char="•"/>
              <a:defRPr/>
            </a:lvl1pPr>
            <a:lvl2pPr>
              <a:defRPr sz="2640"/>
            </a:lvl2pPr>
            <a:lvl3pPr>
              <a:defRPr sz="2280"/>
            </a:lvl3pPr>
            <a:lvl4pPr>
              <a:defRPr sz="1920"/>
            </a:lvl4pPr>
            <a:lvl5pPr>
              <a:defRPr sz="19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rot="16200000">
            <a:off x="10204524" y="4237831"/>
            <a:ext cx="3429000" cy="485629"/>
          </a:xfrm>
          <a:prstGeom prst="rect">
            <a:avLst/>
          </a:prstGeom>
        </p:spPr>
        <p:txBody>
          <a:bodyPr/>
          <a:lstStyle>
            <a:lvl1pPr>
              <a:defRPr>
                <a:solidFill>
                  <a:schemeClr val="tx1">
                    <a:lumMod val="50000"/>
                  </a:schemeClr>
                </a:solidFill>
              </a:defRPr>
            </a:lvl1pPr>
          </a:lstStyle>
          <a:p>
            <a:pPr defTabSz="1096070">
              <a:defRPr/>
            </a:pPr>
            <a:endParaRPr lang="en-US" dirty="0">
              <a:solidFill>
                <a:prstClr val="black">
                  <a:tint val="75000"/>
                </a:prstClr>
              </a:solidFill>
              <a:latin typeface="Calibri"/>
            </a:endParaRPr>
          </a:p>
        </p:txBody>
      </p:sp>
    </p:spTree>
    <p:extLst>
      <p:ext uri="{BB962C8B-B14F-4D97-AF65-F5344CB8AC3E}">
        <p14:creationId xmlns:p14="http://schemas.microsoft.com/office/powerpoint/2010/main" val="3999397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ext Two Columns Slide">
    <p:spTree>
      <p:nvGrpSpPr>
        <p:cNvPr id="1" name=""/>
        <p:cNvGrpSpPr/>
        <p:nvPr/>
      </p:nvGrpSpPr>
      <p:grpSpPr>
        <a:xfrm>
          <a:off x="0" y="0"/>
          <a:ext cx="0" cy="0"/>
          <a:chOff x="0" y="0"/>
          <a:chExt cx="0" cy="0"/>
        </a:xfrm>
      </p:grpSpPr>
      <p:sp>
        <p:nvSpPr>
          <p:cNvPr id="11" name="Text Placeholder 7"/>
          <p:cNvSpPr>
            <a:spLocks noGrp="1"/>
          </p:cNvSpPr>
          <p:nvPr>
            <p:ph type="body" sz="quarter" idx="13" hasCustomPrompt="1"/>
          </p:nvPr>
        </p:nvSpPr>
        <p:spPr>
          <a:xfrm>
            <a:off x="615616" y="1504289"/>
            <a:ext cx="9480488" cy="1107996"/>
          </a:xfrm>
        </p:spPr>
        <p:txBody>
          <a:bodyPr numCol="2" spcCol="140293"/>
          <a:lstStyle>
            <a:lvl1pPr>
              <a:spcAft>
                <a:spcPts val="0"/>
              </a:spcAft>
              <a:defRPr b="1" spc="0" baseline="0">
                <a:solidFill>
                  <a:schemeClr val="tx2"/>
                </a:solidFill>
              </a:defRPr>
            </a:lvl1pPr>
            <a:lvl2pPr marL="0">
              <a:spcBef>
                <a:spcPts val="0"/>
              </a:spcBef>
              <a:defRPr spc="0" baseline="0">
                <a:solidFill>
                  <a:schemeClr val="bg2"/>
                </a:solidFill>
              </a:defRPr>
            </a:lvl2pPr>
            <a:lvl3pPr marL="240504">
              <a:defRPr spc="0" baseline="0">
                <a:solidFill>
                  <a:schemeClr val="bg2"/>
                </a:solidFill>
              </a:defRPr>
            </a:lvl3pPr>
            <a:lvl4pPr marL="481008">
              <a:defRPr spc="0">
                <a:solidFill>
                  <a:schemeClr val="bg2"/>
                </a:solidFill>
              </a:defRPr>
            </a:lvl4pPr>
            <a:lvl5pPr marL="721508">
              <a:defRPr spc="0">
                <a:solidFill>
                  <a:schemeClr val="bg2"/>
                </a:solidFill>
              </a:defRPr>
            </a:lvl5pPr>
            <a:lvl6pPr>
              <a:defRPr spc="0">
                <a:solidFill>
                  <a:schemeClr val="bg2"/>
                </a:solidFill>
              </a:defRPr>
            </a:lvl6pPr>
          </a:lstStyle>
          <a:p>
            <a:pPr lvl="0"/>
            <a:r>
              <a:rPr lang="en-US" dirty="0"/>
              <a:t>Subheading style</a:t>
            </a:r>
          </a:p>
          <a:p>
            <a:pPr lvl="1"/>
            <a:r>
              <a:rPr lang="en-US" dirty="0"/>
              <a:t>First level</a:t>
            </a:r>
          </a:p>
          <a:p>
            <a:pPr lvl="2"/>
            <a:r>
              <a:rPr lang="en-US" dirty="0"/>
              <a:t>Second level</a:t>
            </a:r>
          </a:p>
          <a:p>
            <a:pPr lvl="3"/>
            <a:r>
              <a:rPr lang="en-US" dirty="0"/>
              <a:t>Third level</a:t>
            </a:r>
          </a:p>
          <a:p>
            <a:pPr lvl="4"/>
            <a:r>
              <a:rPr lang="en-US" dirty="0"/>
              <a:t>Fourth level</a:t>
            </a:r>
          </a:p>
          <a:p>
            <a:pPr lvl="5"/>
            <a:r>
              <a:rPr lang="en-US" dirty="0"/>
              <a:t>Fifth level</a:t>
            </a:r>
            <a:endParaRPr lang="en-AU" dirty="0"/>
          </a:p>
        </p:txBody>
      </p:sp>
      <p:sp>
        <p:nvSpPr>
          <p:cNvPr id="3" name="Slide Number Placeholder 2"/>
          <p:cNvSpPr>
            <a:spLocks noGrp="1"/>
          </p:cNvSpPr>
          <p:nvPr>
            <p:ph type="sldNum" sz="quarter" idx="15"/>
          </p:nvPr>
        </p:nvSpPr>
        <p:spPr>
          <a:xfrm>
            <a:off x="11169080" y="6297539"/>
            <a:ext cx="478813" cy="90000"/>
          </a:xfrm>
          <a:prstGeom prst="rect">
            <a:avLst/>
          </a:prstGeom>
        </p:spPr>
        <p:txBody>
          <a:bodyPr lIns="71278" tIns="35636" rIns="71278" bIns="35636"/>
          <a:lstStyle/>
          <a:p>
            <a:pPr defTabSz="855334"/>
            <a:r>
              <a:rPr lang="en-AU" sz="1680">
                <a:solidFill>
                  <a:prstClr val="black"/>
                </a:solidFill>
              </a:rPr>
              <a:t>Page </a:t>
            </a:r>
            <a:fld id="{D5E6A87D-7597-4496-9773-1BD29EAF26C5}" type="slidenum">
              <a:rPr lang="en-AU" sz="1680" smtClean="0">
                <a:solidFill>
                  <a:prstClr val="black"/>
                </a:solidFill>
              </a:rPr>
              <a:pPr defTabSz="855334"/>
              <a:t>‹#›</a:t>
            </a:fld>
            <a:endParaRPr lang="en-AU" sz="1680" dirty="0">
              <a:solidFill>
                <a:prstClr val="black"/>
              </a:solidFill>
            </a:endParaRPr>
          </a:p>
        </p:txBody>
      </p:sp>
      <p:sp>
        <p:nvSpPr>
          <p:cNvPr id="4" name="Title 3"/>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3971102638"/>
      </p:ext>
    </p:extLst>
  </p:cSld>
  <p:clrMapOvr>
    <a:masterClrMapping/>
  </p:clrMapOvr>
  <mc:AlternateContent xmlns:mc="http://schemas.openxmlformats.org/markup-compatibility/2006" xmlns:p14="http://schemas.microsoft.com/office/powerpoint/2010/main">
    <mc:Choice Requires="p14">
      <p:transition spd="slow" p14:dur="1500" advClick="0" advTm="5000">
        <p:fade/>
      </p:transition>
    </mc:Choice>
    <mc:Fallback xmlns="">
      <p:transition spd="slow" advClick="0" advTm="5000">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242"/>
            <a:ext cx="10939319" cy="4616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000" b="1" kern="1200" dirty="0">
                <a:solidFill>
                  <a:schemeClr val="tx2"/>
                </a:solidFill>
                <a:latin typeface="Arial" pitchFamily="34" charset="0"/>
                <a:ea typeface="+mj-ea"/>
                <a:cs typeface="Arial" pitchFamily="34" charset="0"/>
              </a:defRPr>
            </a:lvl1pPr>
          </a:lstStyle>
          <a:p>
            <a:pPr lvl="0" algn="l" defTabSz="855106"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802"/>
            <a:ext cx="10939321" cy="1292662"/>
          </a:xfrm>
        </p:spPr>
        <p:txBody>
          <a:bodyPr wrap="square">
            <a:spAutoFit/>
          </a:bodyPr>
          <a:lstStyle>
            <a:lvl1pPr algn="l" rtl="0" eaLnBrk="1" latinLnBrk="0" hangingPunct="1">
              <a:spcBef>
                <a:spcPts val="0"/>
              </a:spcBef>
              <a:spcAft>
                <a:spcPts val="0"/>
              </a:spcAft>
              <a:buClr>
                <a:schemeClr val="bg2"/>
              </a:buClr>
              <a:buSzPct val="120000"/>
              <a:defRPr lang="en-US" sz="168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68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5pPr>
            <a:lvl6pPr marL="1342040" indent="-267221">
              <a:spcBef>
                <a:spcPts val="0"/>
              </a:spcBef>
              <a:spcAft>
                <a:spcPts val="0"/>
              </a:spcAft>
              <a:buClr>
                <a:schemeClr val="tx2"/>
              </a:buClr>
              <a:buSzPct val="70000"/>
              <a:buFont typeface="Wingdings" pitchFamily="2" charset="2"/>
              <a:buChar char="§"/>
              <a:defRPr lang="en-US" sz="1680" kern="1200" dirty="0" smtClean="0">
                <a:solidFill>
                  <a:schemeClr val="tx1"/>
                </a:solidFill>
                <a:latin typeface="Arial" pitchFamily="34" charset="0"/>
                <a:ea typeface="+mn-ea"/>
                <a:cs typeface="Arial" pitchFamily="34" charset="0"/>
              </a:defRPr>
            </a:lvl6pPr>
            <a:lvl7pPr marL="1603322" indent="-255347">
              <a:spcBef>
                <a:spcPts val="0"/>
              </a:spcBef>
              <a:spcAft>
                <a:spcPts val="0"/>
              </a:spcAft>
              <a:buClr>
                <a:schemeClr val="tx2"/>
              </a:buClr>
              <a:buSzPct val="70000"/>
              <a:buFont typeface="Arial" pitchFamily="34" charset="0"/>
              <a:buChar char="–"/>
              <a:defRPr sz="1680" baseline="0">
                <a:solidFill>
                  <a:schemeClr val="tx1"/>
                </a:solidFill>
                <a:latin typeface="+mn-lt"/>
                <a:cs typeface="Arial" pitchFamily="34" charset="0"/>
              </a:defRPr>
            </a:lvl7pPr>
            <a:lvl8pPr marL="1496434" indent="-213778">
              <a:spcBef>
                <a:spcPts val="0"/>
              </a:spcBef>
              <a:spcAft>
                <a:spcPts val="0"/>
              </a:spcAft>
              <a:buSzPct val="70000"/>
              <a:defRPr sz="1680" baseline="0">
                <a:latin typeface="Arial" pitchFamily="34" charset="0"/>
                <a:cs typeface="Arial" pitchFamily="34" charset="0"/>
              </a:defRPr>
            </a:lvl8pPr>
            <a:lvl9pPr marL="1705758" indent="-209326">
              <a:spcBef>
                <a:spcPts val="0"/>
              </a:spcBef>
              <a:spcAft>
                <a:spcPts val="0"/>
              </a:spcAft>
              <a:buSzPct val="70000"/>
              <a:buFont typeface="Arial" pitchFamily="34" charset="0"/>
              <a:buChar char="–"/>
              <a:defRPr sz="1680">
                <a:latin typeface="Arial" pitchFamily="34" charset="0"/>
                <a:cs typeface="Arial" pitchFamily="34" charset="0"/>
              </a:defRPr>
            </a:lvl9pPr>
          </a:lstStyle>
          <a:p>
            <a:pPr marL="271676" lvl="0" indent="-271676" algn="l" defTabSz="855106"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34440" lvl="2" indent="-261281" algn="l" defTabSz="855106"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95721" lvl="3" indent="-261281" algn="l" defTabSz="855106"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62946" lvl="4" indent="-267221" algn="l" defTabSz="87291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342040" lvl="5" indent="-267221" algn="l" defTabSz="855106"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57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178861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a:t>Click to edit Master title style</a:t>
            </a:r>
            <a:endParaRPr lang="en-US" dirty="0"/>
          </a:p>
        </p:txBody>
      </p:sp>
      <p:sp>
        <p:nvSpPr>
          <p:cNvPr id="3" name="Text Placeholder 4"/>
          <p:cNvSpPr>
            <a:spLocks noGrp="1"/>
          </p:cNvSpPr>
          <p:nvPr>
            <p:ph type="body" sz="quarter" idx="10"/>
          </p:nvPr>
        </p:nvSpPr>
        <p:spPr>
          <a:xfrm>
            <a:off x="608092" y="685906"/>
            <a:ext cx="10945654" cy="1144928"/>
          </a:xfrm>
        </p:spPr>
        <p:txBody>
          <a:bodyPr/>
          <a:lstStyle>
            <a:lvl1pPr>
              <a:spcBef>
                <a:spcPts val="0"/>
              </a:spcBef>
              <a:spcAft>
                <a:spcPts val="0"/>
              </a:spcAft>
              <a:buNone/>
              <a:defRPr sz="2160">
                <a:latin typeface="Arial" pitchFamily="34" charset="0"/>
                <a:cs typeface="Arial" pitchFamily="34" charset="0"/>
              </a:defRPr>
            </a:lvl1pPr>
            <a:lvl2pPr>
              <a:spcBef>
                <a:spcPts val="0"/>
              </a:spcBef>
              <a:spcAft>
                <a:spcPts val="0"/>
              </a:spcAft>
              <a:defRPr sz="2880">
                <a:latin typeface="Arial" pitchFamily="34" charset="0"/>
                <a:cs typeface="Arial" pitchFamily="34" charset="0"/>
              </a:defRPr>
            </a:lvl2pPr>
            <a:lvl3pPr>
              <a:spcBef>
                <a:spcPts val="0"/>
              </a:spcBef>
              <a:spcAft>
                <a:spcPts val="0"/>
              </a:spcAft>
              <a:defRPr sz="2400">
                <a:latin typeface="Arial" pitchFamily="34" charset="0"/>
                <a:cs typeface="Arial" pitchFamily="34" charset="0"/>
              </a:defRPr>
            </a:lvl3pPr>
            <a:lvl4pPr>
              <a:spcBef>
                <a:spcPts val="0"/>
              </a:spcBef>
              <a:spcAft>
                <a:spcPts val="0"/>
              </a:spcAft>
              <a:defRPr sz="2400">
                <a:latin typeface="Arial" pitchFamily="34" charset="0"/>
                <a:cs typeface="Arial" pitchFamily="34" charset="0"/>
              </a:defRPr>
            </a:lvl4pPr>
            <a:lvl5pPr>
              <a:spcBef>
                <a:spcPts val="0"/>
              </a:spcBef>
              <a:spcAft>
                <a:spcPts val="0"/>
              </a:spcAft>
              <a:defRPr sz="2400">
                <a:latin typeface="Arial" pitchFamily="34" charset="0"/>
                <a:cs typeface="Arial" pitchFamily="34" charset="0"/>
              </a:defRPr>
            </a:lvl5pPr>
            <a:lvl6pPr marL="1720840" indent="-342648">
              <a:spcBef>
                <a:spcPts val="0"/>
              </a:spcBef>
              <a:spcAft>
                <a:spcPts val="0"/>
              </a:spcAft>
              <a:buClr>
                <a:schemeClr val="tx2"/>
              </a:buClr>
              <a:buSzPct val="70000"/>
              <a:buFont typeface="Wingdings" pitchFamily="2" charset="2"/>
              <a:buChar char="§"/>
              <a:defRPr sz="2160">
                <a:latin typeface="Arial" pitchFamily="34" charset="0"/>
                <a:cs typeface="Arial" pitchFamily="34" charset="0"/>
              </a:defRPr>
            </a:lvl6pPr>
            <a:lvl7pPr marL="2055871" indent="-327418">
              <a:spcBef>
                <a:spcPts val="0"/>
              </a:spcBef>
              <a:spcAft>
                <a:spcPts val="0"/>
              </a:spcAft>
              <a:buClr>
                <a:srgbClr val="C00000"/>
              </a:buClr>
              <a:buSzPct val="70000"/>
              <a:buFont typeface="Arial" pitchFamily="34" charset="0"/>
              <a:buChar char="–"/>
              <a:defRPr sz="2160" baseline="0">
                <a:latin typeface="Arial" pitchFamily="34" charset="0"/>
                <a:cs typeface="Arial" pitchFamily="34" charset="0"/>
              </a:defRPr>
            </a:lvl7pPr>
            <a:lvl8pPr marL="1918812" indent="-274116">
              <a:spcBef>
                <a:spcPts val="0"/>
              </a:spcBef>
              <a:spcAft>
                <a:spcPts val="0"/>
              </a:spcAft>
              <a:buSzPct val="70000"/>
              <a:defRPr sz="2160" baseline="0">
                <a:latin typeface="Arial" pitchFamily="34" charset="0"/>
                <a:cs typeface="Arial" pitchFamily="34" charset="0"/>
              </a:defRPr>
            </a:lvl8pPr>
            <a:lvl9pPr marL="2187218" indent="-268408">
              <a:spcBef>
                <a:spcPts val="0"/>
              </a:spcBef>
              <a:spcAft>
                <a:spcPts val="0"/>
              </a:spcAft>
              <a:buSzPct val="70000"/>
              <a:buFont typeface="Arial" pitchFamily="34" charset="0"/>
              <a:buChar char="–"/>
              <a:defRPr sz="216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945083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6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86" y="719157"/>
            <a:ext cx="10939319" cy="5539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600" b="1" kern="1200" dirty="0">
                <a:solidFill>
                  <a:schemeClr val="tx2"/>
                </a:solidFill>
                <a:latin typeface="Arial" pitchFamily="34" charset="0"/>
                <a:ea typeface="+mj-ea"/>
                <a:cs typeface="Arial" pitchFamily="34" charset="0"/>
              </a:defRPr>
            </a:lvl1pPr>
          </a:lstStyle>
          <a:p>
            <a:pPr lvl="0" algn="l" defTabSz="1017004"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72" y="1971707"/>
            <a:ext cx="10939321" cy="1477328"/>
          </a:xfrm>
        </p:spPr>
        <p:txBody>
          <a:bodyPr wrap="square">
            <a:spAutoFit/>
          </a:bodyPr>
          <a:lstStyle>
            <a:lvl1pPr algn="l" rtl="0" eaLnBrk="1" latinLnBrk="0" hangingPunct="1">
              <a:spcBef>
                <a:spcPts val="0"/>
              </a:spcBef>
              <a:spcAft>
                <a:spcPts val="0"/>
              </a:spcAft>
              <a:buClr>
                <a:schemeClr val="bg2"/>
              </a:buClr>
              <a:buSzPct val="120000"/>
              <a:defRPr lang="en-US" sz="192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92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92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92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920" b="0" kern="1200" baseline="0" dirty="0" smtClean="0">
                <a:solidFill>
                  <a:schemeClr val="tx1"/>
                </a:solidFill>
                <a:latin typeface="Arial" pitchFamily="34" charset="0"/>
                <a:ea typeface="+mn-ea"/>
                <a:cs typeface="Arial" pitchFamily="34" charset="0"/>
              </a:defRPr>
            </a:lvl5pPr>
            <a:lvl6pPr marL="1596132" indent="-317816">
              <a:spcBef>
                <a:spcPts val="0"/>
              </a:spcBef>
              <a:spcAft>
                <a:spcPts val="0"/>
              </a:spcAft>
              <a:buClr>
                <a:schemeClr val="tx2"/>
              </a:buClr>
              <a:buSzPct val="70000"/>
              <a:buFont typeface="Wingdings" pitchFamily="2" charset="2"/>
              <a:buChar char="§"/>
              <a:defRPr lang="en-US" sz="1920" kern="1200" dirty="0" smtClean="0">
                <a:solidFill>
                  <a:schemeClr val="tx1"/>
                </a:solidFill>
                <a:latin typeface="Arial" pitchFamily="34" charset="0"/>
                <a:ea typeface="+mn-ea"/>
                <a:cs typeface="Arial" pitchFamily="34" charset="0"/>
              </a:defRPr>
            </a:lvl6pPr>
            <a:lvl7pPr marL="1906880" indent="-303686">
              <a:spcBef>
                <a:spcPts val="0"/>
              </a:spcBef>
              <a:spcAft>
                <a:spcPts val="0"/>
              </a:spcAft>
              <a:buClr>
                <a:schemeClr val="tx2"/>
              </a:buClr>
              <a:buSzPct val="70000"/>
              <a:buFont typeface="Arial" pitchFamily="34" charset="0"/>
              <a:buChar char="–"/>
              <a:defRPr sz="1920" baseline="0">
                <a:solidFill>
                  <a:schemeClr val="tx1"/>
                </a:solidFill>
                <a:latin typeface="+mn-lt"/>
                <a:cs typeface="Arial" pitchFamily="34" charset="0"/>
              </a:defRPr>
            </a:lvl7pPr>
            <a:lvl8pPr marL="1779756" indent="-254248">
              <a:spcBef>
                <a:spcPts val="0"/>
              </a:spcBef>
              <a:spcAft>
                <a:spcPts val="0"/>
              </a:spcAft>
              <a:buSzPct val="70000"/>
              <a:defRPr sz="1920" baseline="0">
                <a:latin typeface="Arial" pitchFamily="34" charset="0"/>
                <a:cs typeface="Arial" pitchFamily="34" charset="0"/>
              </a:defRPr>
            </a:lvl8pPr>
            <a:lvl9pPr marL="2028713" indent="-248953">
              <a:spcBef>
                <a:spcPts val="0"/>
              </a:spcBef>
              <a:spcAft>
                <a:spcPts val="0"/>
              </a:spcAft>
              <a:buSzPct val="70000"/>
              <a:buFont typeface="Arial" pitchFamily="34" charset="0"/>
              <a:buChar char="–"/>
              <a:defRPr sz="1920">
                <a:latin typeface="Arial" pitchFamily="34" charset="0"/>
                <a:cs typeface="Arial" pitchFamily="34" charset="0"/>
              </a:defRPr>
            </a:lvl9pPr>
          </a:lstStyle>
          <a:p>
            <a:pPr marL="323111" lvl="0" indent="-323111" algn="l" defTabSz="1017004"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35628" lvl="2" indent="-310750" algn="l" defTabSz="1017004"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946380" lvl="3" indent="-310750" algn="l" defTabSz="1017004"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264193" lvl="4" indent="-317816" algn="l" defTabSz="1038191"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596132" lvl="5" indent="-317816" algn="l" defTabSz="1017004"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72" y="127048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08919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0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39778" y="727201"/>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913354"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39764" y="1218911"/>
            <a:ext cx="10939321" cy="258533"/>
          </a:xfrm>
        </p:spPr>
        <p:txBody>
          <a:bodyPr/>
          <a:lstStyle>
            <a:lvl1pPr marL="0" indent="0">
              <a:buNone/>
              <a:defRPr sz="1680" b="1">
                <a:solidFill>
                  <a:schemeClr val="bg2"/>
                </a:solidFill>
                <a:latin typeface="Arial" pitchFamily="34" charset="0"/>
                <a:cs typeface="Arial" pitchFamily="34" charset="0"/>
              </a:defRPr>
            </a:lvl1pPr>
          </a:lstStyle>
          <a:p>
            <a:pPr lvl="0"/>
            <a:r>
              <a:rPr lang="en-US" dirty="0"/>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Tree>
    <p:extLst>
      <p:ext uri="{BB962C8B-B14F-4D97-AF65-F5344CB8AC3E}">
        <p14:creationId xmlns:p14="http://schemas.microsoft.com/office/powerpoint/2010/main" val="351740672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1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39778" y="727201"/>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913354"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39764" y="1218911"/>
            <a:ext cx="10939321" cy="258533"/>
          </a:xfrm>
        </p:spPr>
        <p:txBody>
          <a:bodyPr/>
          <a:lstStyle>
            <a:lvl1pPr marL="0" indent="0">
              <a:buNone/>
              <a:defRPr sz="1680" b="1">
                <a:solidFill>
                  <a:schemeClr val="bg2"/>
                </a:solidFill>
                <a:latin typeface="Arial" pitchFamily="34" charset="0"/>
                <a:cs typeface="Arial" pitchFamily="34" charset="0"/>
              </a:defRPr>
            </a:lvl1pPr>
          </a:lstStyle>
          <a:p>
            <a:pPr lvl="0"/>
            <a:r>
              <a:rPr lang="en-US" dirty="0"/>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Tree>
    <p:extLst>
      <p:ext uri="{BB962C8B-B14F-4D97-AF65-F5344CB8AC3E}">
        <p14:creationId xmlns:p14="http://schemas.microsoft.com/office/powerpoint/2010/main" val="12841766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8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8" y="719153"/>
            <a:ext cx="10939321" cy="4062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640" b="1" kern="1200" dirty="0">
                <a:solidFill>
                  <a:schemeClr val="tx1">
                    <a:lumMod val="75000"/>
                    <a:lumOff val="25000"/>
                  </a:schemeClr>
                </a:solidFill>
                <a:latin typeface="Arial" pitchFamily="34" charset="0"/>
                <a:ea typeface="+mj-ea"/>
                <a:cs typeface="Arial" pitchFamily="34" charset="0"/>
              </a:defRPr>
            </a:lvl1pPr>
          </a:lstStyle>
          <a:p>
            <a:pPr lvl="0" algn="l" defTabSz="869174" rtl="0" eaLnBrk="1" fontAlgn="base" latinLnBrk="0" hangingPunct="1">
              <a:spcBef>
                <a:spcPct val="0"/>
              </a:spcBef>
              <a:spcAft>
                <a:spcPct val="0"/>
              </a:spcAft>
              <a:buNone/>
            </a:pPr>
            <a:r>
              <a:rPr lang="en-US" dirty="0"/>
              <a:t>Click to edit Master title style</a:t>
            </a:r>
          </a:p>
        </p:txBody>
      </p:sp>
      <p:sp>
        <p:nvSpPr>
          <p:cNvPr id="4" name="Text Placeholder 41"/>
          <p:cNvSpPr>
            <a:spLocks noGrp="1"/>
          </p:cNvSpPr>
          <p:nvPr>
            <p:ph type="body" sz="quarter" idx="13"/>
          </p:nvPr>
        </p:nvSpPr>
        <p:spPr bwMode="gray">
          <a:xfrm>
            <a:off x="639847" y="1270544"/>
            <a:ext cx="10939322"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82" y="1"/>
            <a:ext cx="2679891" cy="952500"/>
          </a:xfrm>
          <a:prstGeom prst="rect">
            <a:avLst/>
          </a:prstGeom>
        </p:spPr>
      </p:pic>
      <p:sp>
        <p:nvSpPr>
          <p:cNvPr id="6" name="Slide Number Placeholder 5"/>
          <p:cNvSpPr txBox="1">
            <a:spLocks/>
          </p:cNvSpPr>
          <p:nvPr userDrawn="1"/>
        </p:nvSpPr>
        <p:spPr bwMode="auto">
          <a:xfrm>
            <a:off x="11790864" y="6617139"/>
            <a:ext cx="152286" cy="147733"/>
          </a:xfrm>
          <a:prstGeom prst="rect">
            <a:avLst/>
          </a:prstGeom>
          <a:noFill/>
          <a:ln w="9525">
            <a:noFill/>
            <a:miter lim="800000"/>
            <a:headEnd/>
            <a:tailEnd/>
          </a:ln>
        </p:spPr>
        <p:txBody>
          <a:bodyPr wrap="none" lIns="0" tIns="0" rIns="0" bIns="0" anchor="ctr">
            <a:spAutoFit/>
          </a:bodyPr>
          <a:lstStyle/>
          <a:p>
            <a:pPr algn="r" defTabSz="1096070">
              <a:defRPr/>
            </a:pPr>
            <a:fld id="{6856ECDB-1CEE-4F69-ADCA-557460F2116E}" type="slidenum">
              <a:rPr lang="en-US" sz="960">
                <a:solidFill>
                  <a:srgbClr val="6D6E71"/>
                </a:solidFill>
                <a:cs typeface="Arial" pitchFamily="34" charset="0"/>
              </a:rPr>
              <a:pPr algn="r" defTabSz="1096070">
                <a:defRPr/>
              </a:pPr>
              <a:t>‹#›</a:t>
            </a:fld>
            <a:endParaRPr lang="en-US" sz="960" dirty="0">
              <a:solidFill>
                <a:srgbClr val="6D6E71"/>
              </a:solidFill>
              <a:cs typeface="Arial" pitchFamily="34" charset="0"/>
            </a:endParaRPr>
          </a:p>
        </p:txBody>
      </p:sp>
      <p:sp>
        <p:nvSpPr>
          <p:cNvPr id="9" name="TextBox 20"/>
          <p:cNvSpPr txBox="1">
            <a:spLocks noChangeArrowheads="1"/>
          </p:cNvSpPr>
          <p:nvPr userDrawn="1"/>
        </p:nvSpPr>
        <p:spPr bwMode="gray">
          <a:xfrm>
            <a:off x="639782" y="6629543"/>
            <a:ext cx="2176878" cy="110800"/>
          </a:xfrm>
          <a:prstGeom prst="rect">
            <a:avLst/>
          </a:prstGeom>
          <a:noFill/>
          <a:ln w="9525">
            <a:noFill/>
            <a:miter lim="800000"/>
            <a:headEnd/>
            <a:tailEnd/>
          </a:ln>
        </p:spPr>
        <p:txBody>
          <a:bodyPr wrap="none" lIns="0" tIns="0" rIns="0" bIns="0">
            <a:spAutoFit/>
          </a:bodyPr>
          <a:lstStyle/>
          <a:p>
            <a:pPr defTabSz="1096070">
              <a:defRPr/>
            </a:pPr>
            <a:r>
              <a:rPr lang="en-US" sz="720" dirty="0">
                <a:solidFill>
                  <a:srgbClr val="6D6E71"/>
                </a:solidFill>
                <a:cs typeface="Arial" pitchFamily="34" charset="0"/>
              </a:rPr>
              <a:t>Copyright © 2013 Tech Mahindra. All rights reserved.</a:t>
            </a:r>
          </a:p>
        </p:txBody>
      </p:sp>
      <p:sp>
        <p:nvSpPr>
          <p:cNvPr id="10" name="TextBox 20"/>
          <p:cNvSpPr txBox="1">
            <a:spLocks noChangeArrowheads="1"/>
          </p:cNvSpPr>
          <p:nvPr userDrawn="1"/>
        </p:nvSpPr>
        <p:spPr bwMode="gray">
          <a:xfrm>
            <a:off x="639782" y="6629777"/>
            <a:ext cx="2176878" cy="110800"/>
          </a:xfrm>
          <a:prstGeom prst="rect">
            <a:avLst/>
          </a:prstGeom>
          <a:noFill/>
          <a:ln w="9525">
            <a:noFill/>
            <a:miter lim="800000"/>
            <a:headEnd/>
            <a:tailEnd/>
          </a:ln>
        </p:spPr>
        <p:txBody>
          <a:bodyPr wrap="none" lIns="0" tIns="0" rIns="0" bIns="0">
            <a:spAutoFit/>
          </a:bodyPr>
          <a:lstStyle/>
          <a:p>
            <a:pPr defTabSz="1096070">
              <a:defRPr/>
            </a:pPr>
            <a:r>
              <a:rPr lang="en-US" sz="72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338790666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78674" cy="1443209"/>
          </a:xfrm>
          <a:prstGeom prst="rect">
            <a:avLst/>
          </a:prstGeom>
        </p:spPr>
      </p:pic>
      <p:sp>
        <p:nvSpPr>
          <p:cNvPr id="20" name="TextBox 20"/>
          <p:cNvSpPr txBox="1">
            <a:spLocks noChangeArrowheads="1"/>
          </p:cNvSpPr>
          <p:nvPr userDrawn="1"/>
        </p:nvSpPr>
        <p:spPr bwMode="gray">
          <a:xfrm>
            <a:off x="639907" y="6629548"/>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11492490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78674" cy="1443209"/>
          </a:xfrm>
          <a:prstGeom prst="rect">
            <a:avLst/>
          </a:prstGeom>
        </p:spPr>
      </p:pic>
      <p:sp>
        <p:nvSpPr>
          <p:cNvPr id="20" name="TextBox 20"/>
          <p:cNvSpPr txBox="1">
            <a:spLocks noChangeArrowheads="1"/>
          </p:cNvSpPr>
          <p:nvPr userDrawn="1"/>
        </p:nvSpPr>
        <p:spPr bwMode="gray">
          <a:xfrm>
            <a:off x="639907" y="6629548"/>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9253675" y="384033"/>
            <a:ext cx="2491986" cy="498575"/>
          </a:xfrm>
          <a:prstGeom prst="rect">
            <a:avLst/>
          </a:prstGeom>
        </p:spPr>
      </p:pic>
    </p:spTree>
    <p:extLst>
      <p:ext uri="{BB962C8B-B14F-4D97-AF65-F5344CB8AC3E}">
        <p14:creationId xmlns:p14="http://schemas.microsoft.com/office/powerpoint/2010/main" val="39488301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58" y="4053708"/>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58" y="2184401"/>
            <a:ext cx="7330886" cy="1477327"/>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sp>
        <p:nvSpPr>
          <p:cNvPr id="10" name="TextBox 20"/>
          <p:cNvSpPr txBox="1">
            <a:spLocks noChangeArrowheads="1"/>
          </p:cNvSpPr>
          <p:nvPr userDrawn="1"/>
        </p:nvSpPr>
        <p:spPr bwMode="gray">
          <a:xfrm>
            <a:off x="639907" y="6629548"/>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308545057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4" y="1971683"/>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34743997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4" y="1971683"/>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4" y="1270463"/>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6325499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4" y="1971682"/>
            <a:ext cx="10939321" cy="2215991"/>
          </a:xfrm>
        </p:spPr>
        <p:txBody>
          <a:bodyPr wrap="square">
            <a:spAutoFit/>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83088227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810" y="1971679"/>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42" y="1971683"/>
            <a:ext cx="511599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4" y="1270463"/>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2352875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11971"/>
            <a:ext cx="7347777"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277"/>
            <a:ext cx="7347777" cy="1477327"/>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78674" cy="1443209"/>
          </a:xfrm>
          <a:prstGeom prst="rect">
            <a:avLst/>
          </a:prstGeom>
        </p:spPr>
      </p:pic>
      <p:pic>
        <p:nvPicPr>
          <p:cNvPr id="12" name="Picture 11"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24813914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67"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51769" y="4240571"/>
            <a:ext cx="5029425"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3" y="1971707"/>
            <a:ext cx="5029425" cy="1477328"/>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70672286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818" y="246698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146" y="246698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818" y="1925633"/>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146" y="1925633"/>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8" name="Straight Connector 7"/>
          <p:cNvCxnSpPr/>
          <p:nvPr userDrawn="1"/>
        </p:nvCxnSpPr>
        <p:spPr bwMode="gray">
          <a:xfrm>
            <a:off x="639765"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4"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4" y="1270463"/>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353766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818" y="246698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146" y="246698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818" y="1925633"/>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146" y="1925633"/>
            <a:ext cx="5232124" cy="332399"/>
          </a:xfrm>
          <a:noFill/>
          <a:ln>
            <a:noFill/>
          </a:ln>
        </p:spPr>
        <p:txBody>
          <a:bodyPr wrap="square" lIns="0" tIns="0" rIns="0" bIns="0" anchor="b" anchorCtr="0">
            <a:spAutoFit/>
          </a:bodyPr>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33" name="Straight Connector 32"/>
          <p:cNvCxnSpPr/>
          <p:nvPr userDrawn="1"/>
        </p:nvCxnSpPr>
        <p:spPr bwMode="gray">
          <a:xfrm>
            <a:off x="639765"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4"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818" y="470330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146" y="470330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818" y="4161953"/>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146" y="4161953"/>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5"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4"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4" y="1270463"/>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801512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245" y="1971820"/>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831" y="1971679"/>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224" y="1971820"/>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41" y="1971679"/>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245" y="4241950"/>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831" y="4241808"/>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224" y="4241950"/>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41" y="4241808"/>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4" y="1270463"/>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47472434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778" y="1971675"/>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4" y="1270463"/>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20363397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778" y="1971679"/>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4" y="1270463"/>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670768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312"/>
            <a:ext cx="8951113"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8049" y="3369517"/>
            <a:ext cx="8984134" cy="2601225"/>
          </a:xfrm>
          <a:prstGeom prst="rect">
            <a:avLst/>
          </a:prstGeom>
          <a:noFill/>
          <a:ln w="9525">
            <a:noFill/>
            <a:miter lim="800000"/>
            <a:headEnd/>
            <a:tailEnd/>
          </a:ln>
        </p:spPr>
        <p:txBody>
          <a:bodyPr wrap="square" lIns="0" tIns="0" rIns="0" bIns="0">
            <a:spAutoFit/>
          </a:bodyPr>
          <a:lstStyle/>
          <a:p>
            <a:pPr algn="just" defTabSz="1096070">
              <a:spcBef>
                <a:spcPts val="720"/>
              </a:spcBef>
            </a:pPr>
            <a:r>
              <a:rPr lang="en-US" sz="1200" b="1" dirty="0">
                <a:solidFill>
                  <a:srgbClr val="6D6E71"/>
                </a:solidFill>
                <a:cs typeface="Arial" pitchFamily="34" charset="0"/>
              </a:rPr>
              <a:t>Disclaimer </a:t>
            </a:r>
          </a:p>
          <a:p>
            <a:pPr algn="just" defTabSz="1096070">
              <a:spcBef>
                <a:spcPts val="720"/>
              </a:spcBef>
            </a:pPr>
            <a:r>
              <a:rPr lang="en-US" sz="1080"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8005" y="2140180"/>
            <a:ext cx="8957288" cy="3323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6" name="TextBox 20"/>
          <p:cNvSpPr txBox="1">
            <a:spLocks noChangeArrowheads="1"/>
          </p:cNvSpPr>
          <p:nvPr userDrawn="1"/>
        </p:nvSpPr>
        <p:spPr bwMode="gray">
          <a:xfrm>
            <a:off x="639907" y="6629548"/>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prstClr val="black">
                    <a:lumMod val="50000"/>
                    <a:lumOff val="50000"/>
                  </a:prstClr>
                </a:solidFill>
                <a:cs typeface="Arial" pitchFamily="34" charset="0"/>
              </a:rPr>
              <a:t>Copyright © </a:t>
            </a:r>
            <a:r>
              <a:rPr lang="is-IS" sz="960" dirty="0">
                <a:solidFill>
                  <a:prstClr val="black">
                    <a:lumMod val="50000"/>
                    <a:lumOff val="50000"/>
                  </a:prstClr>
                </a:solidFill>
                <a:cs typeface="Arial" pitchFamily="34" charset="0"/>
              </a:rPr>
              <a:t>2016</a:t>
            </a:r>
            <a:r>
              <a:rPr lang="en-US" sz="960" dirty="0">
                <a:solidFill>
                  <a:prstClr val="black">
                    <a:lumMod val="50000"/>
                    <a:lumOff val="50000"/>
                  </a:prstClr>
                </a:solidFill>
                <a:cs typeface="Arial" pitchFamily="34" charset="0"/>
              </a:rPr>
              <a:t> Tech Mahindra. All rights reserved.</a:t>
            </a:r>
          </a:p>
        </p:txBody>
      </p:sp>
    </p:spTree>
    <p:extLst>
      <p:ext uri="{BB962C8B-B14F-4D97-AF65-F5344CB8AC3E}">
        <p14:creationId xmlns:p14="http://schemas.microsoft.com/office/powerpoint/2010/main" val="35485888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4_2 column - text">
    <p:spTree>
      <p:nvGrpSpPr>
        <p:cNvPr id="1" name=""/>
        <p:cNvGrpSpPr/>
        <p:nvPr/>
      </p:nvGrpSpPr>
      <p:grpSpPr>
        <a:xfrm>
          <a:off x="0" y="0"/>
          <a:ext cx="0" cy="0"/>
          <a:chOff x="0" y="0"/>
          <a:chExt cx="0" cy="0"/>
        </a:xfrm>
      </p:grpSpPr>
      <p:sp>
        <p:nvSpPr>
          <p:cNvPr id="2" name="Title 1"/>
          <p:cNvSpPr>
            <a:spLocks noGrp="1"/>
          </p:cNvSpPr>
          <p:nvPr>
            <p:ph type="title"/>
          </p:nvPr>
        </p:nvSpPr>
        <p:spPr>
          <a:xfrm>
            <a:off x="622957" y="711252"/>
            <a:ext cx="5719514" cy="498598"/>
          </a:xfrm>
        </p:spPr>
        <p:txBody>
          <a:bodyPr wrap="none"/>
          <a:lstStyle/>
          <a:p>
            <a:r>
              <a:rPr lang="en-US" dirty="0"/>
              <a:t>Click to edit Master title style</a:t>
            </a:r>
          </a:p>
        </p:txBody>
      </p:sp>
      <p:sp>
        <p:nvSpPr>
          <p:cNvPr id="5" name="Text Placeholder 4"/>
          <p:cNvSpPr>
            <a:spLocks noGrp="1"/>
          </p:cNvSpPr>
          <p:nvPr>
            <p:ph type="body" sz="quarter" idx="15"/>
          </p:nvPr>
        </p:nvSpPr>
        <p:spPr>
          <a:xfrm>
            <a:off x="506746" y="875734"/>
            <a:ext cx="11148352" cy="295465"/>
          </a:xfrm>
        </p:spPr>
        <p:txBody>
          <a:bodyPr wrap="square" anchor="t" anchorCtr="0">
            <a:spAutoFit/>
          </a:bodyPr>
          <a:lstStyle>
            <a:lvl1pPr>
              <a:buNone/>
              <a:defRPr sz="1920">
                <a:solidFill>
                  <a:srgbClr val="6F7176"/>
                </a:solidFill>
              </a:defRPr>
            </a:lvl1pPr>
          </a:lstStyle>
          <a:p>
            <a:pPr lvl="0"/>
            <a:r>
              <a:rPr lang="en-US" dirty="0"/>
              <a:t>Click to edit Master text styles</a:t>
            </a:r>
          </a:p>
        </p:txBody>
      </p:sp>
      <p:sp>
        <p:nvSpPr>
          <p:cNvPr id="7" name="TextBox 6"/>
          <p:cNvSpPr txBox="1"/>
          <p:nvPr userDrawn="1"/>
        </p:nvSpPr>
        <p:spPr>
          <a:xfrm>
            <a:off x="2331019" y="3048012"/>
            <a:ext cx="2635065" cy="443077"/>
          </a:xfrm>
          <a:prstGeom prst="rect">
            <a:avLst/>
          </a:prstGeom>
          <a:noFill/>
        </p:spPr>
        <p:txBody>
          <a:bodyPr wrap="square" lIns="109606" tIns="54804" rIns="109606" bIns="54804" rtlCol="0">
            <a:spAutoFit/>
          </a:bodyPr>
          <a:lstStyle/>
          <a:p>
            <a:pPr defTabSz="1096070"/>
            <a:endParaRPr lang="en-US" sz="2160" dirty="0">
              <a:solidFill>
                <a:prstClr val="black"/>
              </a:solidFill>
              <a:latin typeface="Facit" pitchFamily="50" charset="0"/>
            </a:endParaRPr>
          </a:p>
        </p:txBody>
      </p:sp>
    </p:spTree>
    <p:extLst>
      <p:ext uri="{BB962C8B-B14F-4D97-AF65-F5344CB8AC3E}">
        <p14:creationId xmlns:p14="http://schemas.microsoft.com/office/powerpoint/2010/main" val="180363042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7" y="7"/>
            <a:ext cx="5278674" cy="1443209"/>
          </a:xfrm>
          <a:prstGeom prst="rect">
            <a:avLst/>
          </a:prstGeom>
        </p:spPr>
      </p:pic>
      <p:sp>
        <p:nvSpPr>
          <p:cNvPr id="10" name="Slide Number Placeholder 5"/>
          <p:cNvSpPr txBox="1">
            <a:spLocks/>
          </p:cNvSpPr>
          <p:nvPr userDrawn="1"/>
        </p:nvSpPr>
        <p:spPr bwMode="auto">
          <a:xfrm>
            <a:off x="11790832" y="6617277"/>
            <a:ext cx="152286" cy="147733"/>
          </a:xfrm>
          <a:prstGeom prst="rect">
            <a:avLst/>
          </a:prstGeom>
          <a:noFill/>
          <a:ln w="9525">
            <a:noFill/>
            <a:miter lim="800000"/>
            <a:headEnd/>
            <a:tailEnd/>
          </a:ln>
        </p:spPr>
        <p:txBody>
          <a:bodyPr wrap="none" lIns="0" tIns="0" rIns="0" bIns="0" anchor="ctr">
            <a:spAutoFit/>
          </a:bodyPr>
          <a:lstStyle/>
          <a:p>
            <a:pPr algn="r" defTabSz="821249">
              <a:defRPr/>
            </a:pPr>
            <a:fld id="{6856ECDB-1CEE-4F69-ADCA-557460F2116E}" type="slidenum">
              <a:rPr lang="en-US" sz="960">
                <a:solidFill>
                  <a:srgbClr val="6D6E71"/>
                </a:solidFill>
                <a:cs typeface="Arial" pitchFamily="34" charset="0"/>
              </a:rPr>
              <a:pPr algn="r" defTabSz="821249">
                <a:defRPr/>
              </a:pPr>
              <a:t>‹#›</a:t>
            </a:fld>
            <a:endParaRPr lang="en-US" sz="96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805"/>
            <a:ext cx="3162208" cy="656555"/>
          </a:xfrm>
          <a:prstGeom prst="rect">
            <a:avLst/>
          </a:prstGeom>
        </p:spPr>
      </p:pic>
    </p:spTree>
    <p:extLst>
      <p:ext uri="{BB962C8B-B14F-4D97-AF65-F5344CB8AC3E}">
        <p14:creationId xmlns:p14="http://schemas.microsoft.com/office/powerpoint/2010/main" val="234651526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62" y="4053762"/>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10616" indent="0" algn="ctr">
              <a:buNone/>
              <a:defRPr>
                <a:solidFill>
                  <a:schemeClr val="tx1">
                    <a:tint val="75000"/>
                  </a:schemeClr>
                </a:solidFill>
              </a:defRPr>
            </a:lvl2pPr>
            <a:lvl3pPr marL="821249" indent="0" algn="ctr">
              <a:buNone/>
              <a:defRPr>
                <a:solidFill>
                  <a:schemeClr val="tx1">
                    <a:tint val="75000"/>
                  </a:schemeClr>
                </a:solidFill>
              </a:defRPr>
            </a:lvl3pPr>
            <a:lvl4pPr marL="1231872" indent="0" algn="ctr">
              <a:buNone/>
              <a:defRPr>
                <a:solidFill>
                  <a:schemeClr val="tx1">
                    <a:tint val="75000"/>
                  </a:schemeClr>
                </a:solidFill>
              </a:defRPr>
            </a:lvl4pPr>
            <a:lvl5pPr marL="1642495" indent="0" algn="ctr">
              <a:buNone/>
              <a:defRPr>
                <a:solidFill>
                  <a:schemeClr val="tx1">
                    <a:tint val="75000"/>
                  </a:schemeClr>
                </a:solidFill>
              </a:defRPr>
            </a:lvl5pPr>
            <a:lvl6pPr marL="2053127" indent="0" algn="ctr">
              <a:buNone/>
              <a:defRPr>
                <a:solidFill>
                  <a:schemeClr val="tx1">
                    <a:tint val="75000"/>
                  </a:schemeClr>
                </a:solidFill>
              </a:defRPr>
            </a:lvl6pPr>
            <a:lvl7pPr marL="2463748" indent="0" algn="ctr">
              <a:buNone/>
              <a:defRPr>
                <a:solidFill>
                  <a:schemeClr val="tx1">
                    <a:tint val="75000"/>
                  </a:schemeClr>
                </a:solidFill>
              </a:defRPr>
            </a:lvl7pPr>
            <a:lvl8pPr marL="2874356" indent="0" algn="ctr">
              <a:buNone/>
              <a:defRPr>
                <a:solidFill>
                  <a:schemeClr val="tx1">
                    <a:tint val="75000"/>
                  </a:schemeClr>
                </a:solidFill>
              </a:defRPr>
            </a:lvl8pPr>
            <a:lvl9pPr marL="328497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62" y="2184502"/>
            <a:ext cx="7330886" cy="553998"/>
          </a:xfrm>
        </p:spPr>
        <p:txBody>
          <a:bodyPr wrap="square">
            <a:spAutoFit/>
          </a:bodyPr>
          <a:lstStyle>
            <a:lvl1pPr algn="l">
              <a:defRPr sz="36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7" y="7"/>
            <a:ext cx="5278674" cy="1443209"/>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805"/>
            <a:ext cx="3162208" cy="656555"/>
          </a:xfrm>
          <a:prstGeom prst="rect">
            <a:avLst/>
          </a:prstGeom>
        </p:spPr>
      </p:pic>
    </p:spTree>
    <p:extLst>
      <p:ext uri="{BB962C8B-B14F-4D97-AF65-F5344CB8AC3E}">
        <p14:creationId xmlns:p14="http://schemas.microsoft.com/office/powerpoint/2010/main" val="14768522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42"/>
            <a:ext cx="10939319"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677"/>
            <a:ext cx="10939321" cy="1292662"/>
          </a:xfrm>
        </p:spPr>
        <p:txBody>
          <a:bodyPr wrap="square">
            <a:spAutoFit/>
          </a:bodyPr>
          <a:lstStyle>
            <a:lvl1pPr algn="l" rtl="0" eaLnBrk="1" latinLnBrk="0" hangingPunct="1">
              <a:spcBef>
                <a:spcPts val="0"/>
              </a:spcBef>
              <a:spcAft>
                <a:spcPts val="0"/>
              </a:spcAft>
              <a:buClr>
                <a:schemeClr val="bg2"/>
              </a:buClr>
              <a:buSzPct val="120000"/>
              <a:defRPr lang="en-US" sz="168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68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5pPr>
            <a:lvl6pPr marL="1288897" indent="-256648">
              <a:spcBef>
                <a:spcPts val="0"/>
              </a:spcBef>
              <a:spcAft>
                <a:spcPts val="0"/>
              </a:spcAft>
              <a:buClr>
                <a:schemeClr val="tx2"/>
              </a:buClr>
              <a:buSzPct val="70000"/>
              <a:buFont typeface="Wingdings" pitchFamily="2" charset="2"/>
              <a:buChar char="§"/>
              <a:defRPr lang="en-US" sz="1680" kern="1200" dirty="0" smtClean="0">
                <a:solidFill>
                  <a:schemeClr val="tx1"/>
                </a:solidFill>
                <a:latin typeface="Arial" pitchFamily="34" charset="0"/>
                <a:ea typeface="+mn-ea"/>
                <a:cs typeface="Arial" pitchFamily="34" charset="0"/>
              </a:defRPr>
            </a:lvl6pPr>
            <a:lvl7pPr marL="1539835" indent="-245238">
              <a:spcBef>
                <a:spcPts val="0"/>
              </a:spcBef>
              <a:spcAft>
                <a:spcPts val="0"/>
              </a:spcAft>
              <a:buClr>
                <a:schemeClr val="tx2"/>
              </a:buClr>
              <a:buSzPct val="70000"/>
              <a:buFont typeface="Arial" pitchFamily="34" charset="0"/>
              <a:buChar char="–"/>
              <a:defRPr sz="1680" baseline="0">
                <a:solidFill>
                  <a:schemeClr val="tx1"/>
                </a:solidFill>
                <a:latin typeface="+mn-lt"/>
                <a:cs typeface="Arial" pitchFamily="34" charset="0"/>
              </a:defRPr>
            </a:lvl7pPr>
            <a:lvl8pPr marL="1437180" indent="-205316">
              <a:spcBef>
                <a:spcPts val="0"/>
              </a:spcBef>
              <a:spcAft>
                <a:spcPts val="0"/>
              </a:spcAft>
              <a:buSzPct val="70000"/>
              <a:defRPr sz="1680" baseline="0">
                <a:latin typeface="Arial" pitchFamily="34" charset="0"/>
                <a:cs typeface="Arial" pitchFamily="34" charset="0"/>
              </a:defRPr>
            </a:lvl8pPr>
            <a:lvl9pPr marL="1638221" indent="-201035">
              <a:spcBef>
                <a:spcPts val="0"/>
              </a:spcBef>
              <a:spcAft>
                <a:spcPts val="0"/>
              </a:spcAft>
              <a:buSzPct val="70000"/>
              <a:buFont typeface="Arial" pitchFamily="34" charset="0"/>
              <a:buChar char="–"/>
              <a:defRPr sz="1680">
                <a:latin typeface="Arial" pitchFamily="34" charset="0"/>
                <a:cs typeface="Arial" pitchFamily="34" charset="0"/>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85565873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42"/>
            <a:ext cx="10939319"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677"/>
            <a:ext cx="10939321" cy="1292662"/>
          </a:xfrm>
        </p:spPr>
        <p:txBody>
          <a:bodyPr wrap="square">
            <a:spAutoFit/>
          </a:bodyPr>
          <a:lstStyle>
            <a:lvl1pPr algn="l" rtl="0" eaLnBrk="1" latinLnBrk="0" hangingPunct="1">
              <a:spcBef>
                <a:spcPts val="0"/>
              </a:spcBef>
              <a:spcAft>
                <a:spcPts val="0"/>
              </a:spcAft>
              <a:buClr>
                <a:schemeClr val="bg2"/>
              </a:buClr>
              <a:buSzPct val="120000"/>
              <a:defRPr lang="en-US" sz="168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68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680" b="0" kern="1200" baseline="0" dirty="0" smtClean="0">
                <a:solidFill>
                  <a:schemeClr val="tx1"/>
                </a:solidFill>
                <a:latin typeface="Arial" pitchFamily="34" charset="0"/>
                <a:ea typeface="+mn-ea"/>
                <a:cs typeface="Arial" pitchFamily="34" charset="0"/>
              </a:defRPr>
            </a:lvl5pPr>
            <a:lvl6pPr marL="1288897" indent="-256648">
              <a:spcBef>
                <a:spcPts val="0"/>
              </a:spcBef>
              <a:spcAft>
                <a:spcPts val="0"/>
              </a:spcAft>
              <a:buClr>
                <a:schemeClr val="tx2"/>
              </a:buClr>
              <a:buSzPct val="70000"/>
              <a:buFont typeface="Wingdings" pitchFamily="2" charset="2"/>
              <a:buChar char="§"/>
              <a:defRPr lang="en-US" sz="1680" kern="1200" dirty="0" smtClean="0">
                <a:solidFill>
                  <a:schemeClr val="tx1"/>
                </a:solidFill>
                <a:latin typeface="Arial" pitchFamily="34" charset="0"/>
                <a:ea typeface="+mn-ea"/>
                <a:cs typeface="Arial" pitchFamily="34" charset="0"/>
              </a:defRPr>
            </a:lvl6pPr>
            <a:lvl7pPr marL="1539835" indent="-245238">
              <a:spcBef>
                <a:spcPts val="0"/>
              </a:spcBef>
              <a:spcAft>
                <a:spcPts val="0"/>
              </a:spcAft>
              <a:buClr>
                <a:schemeClr val="tx2"/>
              </a:buClr>
              <a:buSzPct val="70000"/>
              <a:buFont typeface="Arial" pitchFamily="34" charset="0"/>
              <a:buChar char="–"/>
              <a:defRPr sz="1680" baseline="0">
                <a:solidFill>
                  <a:schemeClr val="tx1"/>
                </a:solidFill>
                <a:latin typeface="+mn-lt"/>
                <a:cs typeface="Arial" pitchFamily="34" charset="0"/>
              </a:defRPr>
            </a:lvl7pPr>
            <a:lvl8pPr marL="1437180" indent="-205316">
              <a:spcBef>
                <a:spcPts val="0"/>
              </a:spcBef>
              <a:spcAft>
                <a:spcPts val="0"/>
              </a:spcAft>
              <a:buSzPct val="70000"/>
              <a:defRPr sz="1680" baseline="0">
                <a:latin typeface="Arial" pitchFamily="34" charset="0"/>
                <a:cs typeface="Arial" pitchFamily="34" charset="0"/>
              </a:defRPr>
            </a:lvl8pPr>
            <a:lvl9pPr marL="1638221" indent="-201035">
              <a:spcBef>
                <a:spcPts val="0"/>
              </a:spcBef>
              <a:spcAft>
                <a:spcPts val="0"/>
              </a:spcAft>
              <a:buSzPct val="70000"/>
              <a:buFont typeface="Arial" pitchFamily="34" charset="0"/>
              <a:buChar char="–"/>
              <a:defRPr sz="1680">
                <a:latin typeface="Arial" pitchFamily="34" charset="0"/>
                <a:cs typeface="Arial" pitchFamily="34" charset="0"/>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5503252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8" y="1971707"/>
            <a:ext cx="10939321" cy="1661993"/>
          </a:xfrm>
        </p:spPr>
        <p:txBody>
          <a:bodyPr wrap="square">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288897" indent="-256648">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1539835" indent="-245238">
              <a:spcBef>
                <a:spcPts val="0"/>
              </a:spcBef>
              <a:spcAft>
                <a:spcPts val="0"/>
              </a:spcAft>
              <a:buClr>
                <a:schemeClr val="tx2"/>
              </a:buClr>
              <a:buSzPct val="70000"/>
              <a:buFont typeface="Arial" pitchFamily="34" charset="0"/>
              <a:buChar char="–"/>
              <a:defRPr sz="1680" baseline="0">
                <a:solidFill>
                  <a:schemeClr val="tx1"/>
                </a:solidFill>
                <a:latin typeface="+mn-lt"/>
                <a:cs typeface="Arial" pitchFamily="34" charset="0"/>
              </a:defRPr>
            </a:lvl7pPr>
            <a:lvl8pPr marL="1437180" indent="-205316">
              <a:spcBef>
                <a:spcPts val="0"/>
              </a:spcBef>
              <a:spcAft>
                <a:spcPts val="0"/>
              </a:spcAft>
              <a:buSzPct val="70000"/>
              <a:defRPr sz="1680" baseline="0">
                <a:latin typeface="Arial" pitchFamily="34" charset="0"/>
                <a:cs typeface="Arial" pitchFamily="34" charset="0"/>
              </a:defRPr>
            </a:lvl8pPr>
            <a:lvl9pPr marL="1638221" indent="-201035">
              <a:spcBef>
                <a:spcPts val="0"/>
              </a:spcBef>
              <a:spcAft>
                <a:spcPts val="0"/>
              </a:spcAft>
              <a:buSzPct val="70000"/>
              <a:buFont typeface="Arial" pitchFamily="34" charset="0"/>
              <a:buChar char="–"/>
              <a:defRPr sz="1680">
                <a:latin typeface="Arial" pitchFamily="34" charset="0"/>
                <a:cs typeface="Arial" pitchFamily="34" charset="0"/>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7994129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810" y="1971687"/>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50" y="1971677"/>
            <a:ext cx="5115995"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232776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85670"/>
            <a:ext cx="7347777" cy="25853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821249" rtl="0" eaLnBrk="1" fontAlgn="base" latinLnBrk="0" hangingPunct="1">
              <a:spcBef>
                <a:spcPts val="0"/>
              </a:spcBef>
              <a:spcAft>
                <a:spcPct val="0"/>
              </a:spcAft>
              <a:buClr>
                <a:schemeClr val="tx2"/>
              </a:buClr>
              <a:buFont typeface="Arial" pitchFamily="34" charset="0"/>
              <a:buNone/>
              <a:defRPr lang="en-US" sz="1680" b="1" kern="1200" baseline="0" dirty="0">
                <a:solidFill>
                  <a:schemeClr val="tx2"/>
                </a:solidFill>
                <a:latin typeface="Arial" pitchFamily="34" charset="0"/>
                <a:ea typeface="+mn-ea"/>
                <a:cs typeface="Arial" pitchFamily="34" charset="0"/>
              </a:defRPr>
            </a:lvl1pPr>
            <a:lvl2pPr marL="410616" indent="0" algn="ctr">
              <a:buNone/>
              <a:defRPr>
                <a:solidFill>
                  <a:schemeClr val="tx1">
                    <a:tint val="75000"/>
                  </a:schemeClr>
                </a:solidFill>
              </a:defRPr>
            </a:lvl2pPr>
            <a:lvl3pPr marL="821249" indent="0" algn="ctr">
              <a:buNone/>
              <a:defRPr>
                <a:solidFill>
                  <a:schemeClr val="tx1">
                    <a:tint val="75000"/>
                  </a:schemeClr>
                </a:solidFill>
              </a:defRPr>
            </a:lvl3pPr>
            <a:lvl4pPr marL="1231872" indent="0" algn="ctr">
              <a:buNone/>
              <a:defRPr>
                <a:solidFill>
                  <a:schemeClr val="tx1">
                    <a:tint val="75000"/>
                  </a:schemeClr>
                </a:solidFill>
              </a:defRPr>
            </a:lvl4pPr>
            <a:lvl5pPr marL="1642495" indent="0" algn="ctr">
              <a:buNone/>
              <a:defRPr>
                <a:solidFill>
                  <a:schemeClr val="tx1">
                    <a:tint val="75000"/>
                  </a:schemeClr>
                </a:solidFill>
              </a:defRPr>
            </a:lvl5pPr>
            <a:lvl6pPr marL="2053127" indent="0" algn="ctr">
              <a:buNone/>
              <a:defRPr>
                <a:solidFill>
                  <a:schemeClr val="tx1">
                    <a:tint val="75000"/>
                  </a:schemeClr>
                </a:solidFill>
              </a:defRPr>
            </a:lvl6pPr>
            <a:lvl7pPr marL="2463748" indent="0" algn="ctr">
              <a:buNone/>
              <a:defRPr>
                <a:solidFill>
                  <a:schemeClr val="tx1">
                    <a:tint val="75000"/>
                  </a:schemeClr>
                </a:solidFill>
              </a:defRPr>
            </a:lvl7pPr>
            <a:lvl8pPr marL="2874356" indent="0" algn="ctr">
              <a:buNone/>
              <a:defRPr>
                <a:solidFill>
                  <a:schemeClr val="tx1">
                    <a:tint val="75000"/>
                  </a:schemeClr>
                </a:solidFill>
              </a:defRPr>
            </a:lvl8pPr>
            <a:lvl9pPr marL="3284976"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378"/>
            <a:ext cx="7347777" cy="553998"/>
          </a:xfrm>
          <a:noFill/>
          <a:ln w="9525">
            <a:noFill/>
            <a:miter lim="800000"/>
            <a:headEnd/>
            <a:tailEnd/>
          </a:ln>
        </p:spPr>
        <p:txBody>
          <a:bodyPr vert="horz" wrap="square" lIns="0" tIns="0" rIns="0" bIns="0" numCol="1" anchor="t" anchorCtr="0" compatLnSpc="1">
            <a:prstTxWarp prst="textNoShape">
              <a:avLst/>
            </a:prstTxWarp>
            <a:spAutoFit/>
          </a:bodyPr>
          <a:lstStyle>
            <a:lvl1pPr algn="l" defTabSz="821249" rtl="0" eaLnBrk="1" latinLnBrk="0" hangingPunct="1">
              <a:spcBef>
                <a:spcPct val="0"/>
              </a:spcBef>
              <a:buNone/>
              <a:defRPr lang="en-US" sz="36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7" y="7"/>
            <a:ext cx="5278674" cy="1443209"/>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805"/>
            <a:ext cx="3162208" cy="656555"/>
          </a:xfrm>
          <a:prstGeom prst="rect">
            <a:avLst/>
          </a:prstGeom>
        </p:spPr>
      </p:pic>
    </p:spTree>
    <p:extLst>
      <p:ext uri="{BB962C8B-B14F-4D97-AF65-F5344CB8AC3E}">
        <p14:creationId xmlns:p14="http://schemas.microsoft.com/office/powerpoint/2010/main" val="423913579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74"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51778" y="4314276"/>
            <a:ext cx="5029425" cy="258533"/>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821249" rtl="0" eaLnBrk="1" fontAlgn="base" latinLnBrk="0" hangingPunct="1">
              <a:spcBef>
                <a:spcPts val="0"/>
              </a:spcBef>
              <a:spcAft>
                <a:spcPct val="0"/>
              </a:spcAft>
              <a:buClr>
                <a:schemeClr val="tx2"/>
              </a:buClr>
              <a:buFont typeface="Arial" pitchFamily="34" charset="0"/>
              <a:buNone/>
              <a:defRPr lang="en-US" sz="1680" b="1" kern="1200" baseline="0" dirty="0">
                <a:solidFill>
                  <a:schemeClr val="tx2"/>
                </a:solidFill>
                <a:latin typeface="Arial" pitchFamily="34" charset="0"/>
                <a:ea typeface="+mn-ea"/>
                <a:cs typeface="Arial" pitchFamily="34" charset="0"/>
              </a:defRPr>
            </a:lvl1pPr>
            <a:lvl2pPr marL="410616" indent="0" algn="ctr">
              <a:buNone/>
              <a:defRPr>
                <a:solidFill>
                  <a:schemeClr val="tx1">
                    <a:tint val="75000"/>
                  </a:schemeClr>
                </a:solidFill>
              </a:defRPr>
            </a:lvl2pPr>
            <a:lvl3pPr marL="821249" indent="0" algn="ctr">
              <a:buNone/>
              <a:defRPr>
                <a:solidFill>
                  <a:schemeClr val="tx1">
                    <a:tint val="75000"/>
                  </a:schemeClr>
                </a:solidFill>
              </a:defRPr>
            </a:lvl3pPr>
            <a:lvl4pPr marL="1231872" indent="0" algn="ctr">
              <a:buNone/>
              <a:defRPr>
                <a:solidFill>
                  <a:schemeClr val="tx1">
                    <a:tint val="75000"/>
                  </a:schemeClr>
                </a:solidFill>
              </a:defRPr>
            </a:lvl4pPr>
            <a:lvl5pPr marL="1642495" indent="0" algn="ctr">
              <a:buNone/>
              <a:defRPr>
                <a:solidFill>
                  <a:schemeClr val="tx1">
                    <a:tint val="75000"/>
                  </a:schemeClr>
                </a:solidFill>
              </a:defRPr>
            </a:lvl5pPr>
            <a:lvl6pPr marL="2053127" indent="0" algn="ctr">
              <a:buNone/>
              <a:defRPr>
                <a:solidFill>
                  <a:schemeClr val="tx1">
                    <a:tint val="75000"/>
                  </a:schemeClr>
                </a:solidFill>
              </a:defRPr>
            </a:lvl6pPr>
            <a:lvl7pPr marL="2463748" indent="0" algn="ctr">
              <a:buNone/>
              <a:defRPr>
                <a:solidFill>
                  <a:schemeClr val="tx1">
                    <a:tint val="75000"/>
                  </a:schemeClr>
                </a:solidFill>
              </a:defRPr>
            </a:lvl7pPr>
            <a:lvl8pPr marL="2874356" indent="0" algn="ctr">
              <a:buNone/>
              <a:defRPr>
                <a:solidFill>
                  <a:schemeClr val="tx1">
                    <a:tint val="75000"/>
                  </a:schemeClr>
                </a:solidFill>
              </a:defRPr>
            </a:lvl8pPr>
            <a:lvl9pPr marL="3284976"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8" y="1971678"/>
            <a:ext cx="5029425" cy="1107996"/>
          </a:xfrm>
          <a:noFill/>
          <a:ln w="9525">
            <a:noFill/>
            <a:miter lim="800000"/>
            <a:headEnd/>
            <a:tailEnd/>
          </a:ln>
        </p:spPr>
        <p:txBody>
          <a:bodyPr vert="horz" wrap="square" lIns="0" tIns="0" rIns="0" bIns="0" numCol="1" anchor="t" anchorCtr="0" compatLnSpc="1">
            <a:prstTxWarp prst="textNoShape">
              <a:avLst/>
            </a:prstTxWarp>
            <a:spAutoFit/>
          </a:bodyPr>
          <a:lstStyle>
            <a:lvl1pPr algn="l" defTabSz="821249" rtl="0" eaLnBrk="1" latinLnBrk="0" hangingPunct="1">
              <a:spcBef>
                <a:spcPct val="0"/>
              </a:spcBef>
              <a:buNone/>
              <a:defRPr lang="en-US" sz="36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7" y="7"/>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805"/>
            <a:ext cx="3162208" cy="656555"/>
          </a:xfrm>
          <a:prstGeom prst="rect">
            <a:avLst/>
          </a:prstGeom>
        </p:spPr>
      </p:pic>
    </p:spTree>
    <p:extLst>
      <p:ext uri="{BB962C8B-B14F-4D97-AF65-F5344CB8AC3E}">
        <p14:creationId xmlns:p14="http://schemas.microsoft.com/office/powerpoint/2010/main" val="281212837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818" y="2466984"/>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146" y="2466984"/>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818" y="1999316"/>
            <a:ext cx="5232124" cy="258533"/>
          </a:xfrm>
          <a:noFill/>
          <a:ln>
            <a:noFill/>
          </a:ln>
        </p:spPr>
        <p:txBody>
          <a:bodyPr wrap="square" lIns="0" tIns="0" rIns="0" bIns="0" anchor="b" anchorCtr="0">
            <a:spAutoFit/>
          </a:bodyPr>
          <a:lstStyle>
            <a:lvl1pPr marL="0" indent="0">
              <a:spcBef>
                <a:spcPts val="0"/>
              </a:spcBef>
              <a:spcAft>
                <a:spcPts val="0"/>
              </a:spcAft>
              <a:buNone/>
              <a:defRPr sz="1680" b="1">
                <a:solidFill>
                  <a:schemeClr val="bg2"/>
                </a:solidFill>
                <a:latin typeface="Arial" pitchFamily="34" charset="0"/>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146" y="1999316"/>
            <a:ext cx="5232124" cy="258533"/>
          </a:xfrm>
          <a:noFill/>
          <a:ln>
            <a:noFill/>
          </a:ln>
        </p:spPr>
        <p:txBody>
          <a:bodyPr wrap="square" lIns="0" tIns="0" rIns="0" bIns="0" anchor="b" anchorCtr="0">
            <a:spAutoFit/>
          </a:bodyPr>
          <a:lstStyle>
            <a:lvl1pPr marL="0" indent="0">
              <a:spcBef>
                <a:spcPts val="0"/>
              </a:spcBef>
              <a:spcAft>
                <a:spcPts val="0"/>
              </a:spcAft>
              <a:buNone/>
              <a:defRPr sz="1680" b="1">
                <a:solidFill>
                  <a:schemeClr val="bg2"/>
                </a:solidFill>
                <a:latin typeface="Arial" pitchFamily="34" charset="0"/>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lvl="0"/>
            <a:r>
              <a:rPr lang="en-US" dirty="0"/>
              <a:t>Heading 2</a:t>
            </a:r>
          </a:p>
        </p:txBody>
      </p:sp>
      <p:cxnSp>
        <p:nvCxnSpPr>
          <p:cNvPr id="8" name="Straight Connector 7"/>
          <p:cNvCxnSpPr/>
          <p:nvPr userDrawn="1"/>
        </p:nvCxnSpPr>
        <p:spPr bwMode="gray">
          <a:xfrm>
            <a:off x="639769" y="2344812"/>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8" y="2344812"/>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7120231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818" y="2466984"/>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146" y="2466984"/>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818" y="1999316"/>
            <a:ext cx="5232124" cy="258533"/>
          </a:xfrm>
          <a:noFill/>
          <a:ln>
            <a:noFill/>
          </a:ln>
        </p:spPr>
        <p:txBody>
          <a:bodyPr wrap="square" lIns="0" tIns="0" rIns="0" bIns="0" anchor="b" anchorCtr="0">
            <a:spAutoFit/>
          </a:bodyPr>
          <a:lstStyle>
            <a:lvl1pPr marL="0" indent="0">
              <a:spcBef>
                <a:spcPts val="0"/>
              </a:spcBef>
              <a:spcAft>
                <a:spcPts val="0"/>
              </a:spcAft>
              <a:buNone/>
              <a:defRPr sz="1680" b="1">
                <a:solidFill>
                  <a:schemeClr val="bg2"/>
                </a:solidFill>
                <a:latin typeface="Arial" pitchFamily="34" charset="0"/>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146" y="1999316"/>
            <a:ext cx="5232124" cy="258533"/>
          </a:xfrm>
          <a:noFill/>
          <a:ln>
            <a:noFill/>
          </a:ln>
        </p:spPr>
        <p:txBody>
          <a:bodyPr wrap="square" lIns="0" tIns="0" rIns="0" bIns="0" anchor="b" anchorCtr="0">
            <a:spAutoFit/>
          </a:bodyPr>
          <a:lstStyle>
            <a:lvl1pPr marL="0" indent="0">
              <a:spcBef>
                <a:spcPts val="0"/>
              </a:spcBef>
              <a:spcAft>
                <a:spcPts val="0"/>
              </a:spcAft>
              <a:buNone/>
              <a:tabLst/>
              <a:defRPr sz="1680" b="1">
                <a:solidFill>
                  <a:schemeClr val="bg2"/>
                </a:solidFill>
                <a:latin typeface="Arial" pitchFamily="34" charset="0"/>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lvl="0"/>
            <a:r>
              <a:rPr lang="en-US" dirty="0"/>
              <a:t>Heading 2</a:t>
            </a:r>
          </a:p>
        </p:txBody>
      </p:sp>
      <p:cxnSp>
        <p:nvCxnSpPr>
          <p:cNvPr id="33" name="Straight Connector 32"/>
          <p:cNvCxnSpPr/>
          <p:nvPr userDrawn="1"/>
        </p:nvCxnSpPr>
        <p:spPr bwMode="gray">
          <a:xfrm>
            <a:off x="639769" y="2344812"/>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8" y="2344812"/>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818" y="4703301"/>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146" y="4703301"/>
            <a:ext cx="5232124" cy="1292662"/>
          </a:xfrm>
          <a:ln>
            <a:noFill/>
          </a:ln>
        </p:spPr>
        <p:txBody>
          <a:bodyPr wrap="square" lIns="0" tIns="0" rIns="0" bIns="0">
            <a:spAutoFit/>
          </a:bodyPr>
          <a:lstStyle>
            <a:lvl1pPr>
              <a:spcBef>
                <a:spcPts val="0"/>
              </a:spcBef>
              <a:spcAft>
                <a:spcPts val="0"/>
              </a:spcAft>
              <a:defRPr lang="en-US" sz="168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680" b="0" kern="1200" baseline="0" dirty="0" smtClean="0">
                <a:solidFill>
                  <a:schemeClr val="tx1"/>
                </a:solidFill>
                <a:latin typeface="+mn-lt"/>
                <a:ea typeface="+mn-ea"/>
                <a:cs typeface="Arial" pitchFamily="34" charset="0"/>
              </a:defRPr>
            </a:lvl2pPr>
            <a:lvl3pPr>
              <a:spcBef>
                <a:spcPts val="0"/>
              </a:spcBef>
              <a:spcAft>
                <a:spcPts val="0"/>
              </a:spcAft>
              <a:defRPr lang="en-US" sz="168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68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680" b="0" kern="1200" baseline="0" dirty="0" smtClean="0">
                <a:solidFill>
                  <a:schemeClr val="tx1"/>
                </a:solidFill>
                <a:latin typeface="Arial" pitchFamily="34" charset="0"/>
                <a:ea typeface="+mn-ea"/>
                <a:cs typeface="Arial" pitchFamily="34" charset="0"/>
              </a:defRPr>
            </a:lvl5pPr>
            <a:lvl6pPr marL="1026563" indent="-209593">
              <a:spcBef>
                <a:spcPts val="0"/>
              </a:spcBef>
              <a:spcAft>
                <a:spcPts val="0"/>
              </a:spcAft>
              <a:buSzPct val="70000"/>
              <a:defRPr lang="en-US" sz="1680" kern="1200" dirty="0" smtClean="0">
                <a:solidFill>
                  <a:schemeClr val="tx1"/>
                </a:solidFill>
                <a:latin typeface="Arial" pitchFamily="34" charset="0"/>
                <a:ea typeface="+mn-ea"/>
                <a:cs typeface="Arial" pitchFamily="34" charset="0"/>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260905" lvl="0" indent="-260905" algn="l" defTabSz="821249"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13283" lvl="2" indent="-250944" algn="l" defTabSz="821249"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764218" lvl="3" indent="-250944" algn="l" defTabSz="821249"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020858" lvl="4" indent="-256648" algn="l" defTabSz="838346"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288897" lvl="5" indent="-256648" algn="l" defTabSz="821249"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818" y="4235666"/>
            <a:ext cx="5232124" cy="258532"/>
          </a:xfrm>
          <a:noFill/>
          <a:ln>
            <a:noFill/>
          </a:ln>
        </p:spPr>
        <p:txBody>
          <a:bodyPr wrap="square" lIns="0" tIns="0" rIns="0" bIns="0" anchor="b" anchorCtr="0">
            <a:spAutoFit/>
          </a:bodyPr>
          <a:lstStyle>
            <a:lvl1pPr>
              <a:spcBef>
                <a:spcPts val="0"/>
              </a:spcBef>
              <a:spcAft>
                <a:spcPts val="0"/>
              </a:spcAft>
              <a:buNone/>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lvl="0" indent="0" algn="l" defTabSz="821249"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146" y="4235666"/>
            <a:ext cx="5232124" cy="258532"/>
          </a:xfrm>
          <a:noFill/>
          <a:ln>
            <a:noFill/>
          </a:ln>
        </p:spPr>
        <p:txBody>
          <a:bodyPr wrap="square" lIns="0" tIns="0" rIns="0" bIns="0" anchor="b" anchorCtr="0">
            <a:spAutoFit/>
          </a:bodyPr>
          <a:lstStyle>
            <a:lvl1pPr>
              <a:spcBef>
                <a:spcPts val="0"/>
              </a:spcBef>
              <a:spcAft>
                <a:spcPts val="0"/>
              </a:spcAft>
              <a:buNone/>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defRPr sz="1680">
                <a:latin typeface="+mj-lt"/>
              </a:defRPr>
            </a:lvl2pPr>
            <a:lvl3pPr>
              <a:spcBef>
                <a:spcPts val="0"/>
              </a:spcBef>
              <a:spcAft>
                <a:spcPts val="0"/>
              </a:spcAft>
              <a:defRPr sz="1680">
                <a:latin typeface="+mj-lt"/>
              </a:defRPr>
            </a:lvl3pPr>
            <a:lvl4pPr>
              <a:spcBef>
                <a:spcPts val="0"/>
              </a:spcBef>
              <a:spcAft>
                <a:spcPts val="0"/>
              </a:spcAft>
              <a:defRPr sz="1680">
                <a:latin typeface="+mj-lt"/>
              </a:defRPr>
            </a:lvl4pPr>
            <a:lvl5pPr>
              <a:spcBef>
                <a:spcPts val="0"/>
              </a:spcBef>
              <a:spcAft>
                <a:spcPts val="0"/>
              </a:spcAft>
              <a:defRPr sz="1680">
                <a:latin typeface="+mj-lt"/>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lvl="0" indent="0" algn="l" defTabSz="821249"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9" y="4581131"/>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8" y="4581131"/>
            <a:ext cx="5195983" cy="23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9762411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324" y="1971899"/>
            <a:ext cx="2717411" cy="1144929"/>
          </a:xfrm>
          <a:ln>
            <a:noFill/>
          </a:ln>
        </p:spPr>
        <p:txBody>
          <a:bodyPr wrap="square" lIns="0" tIns="0" rIns="0" bIns="0">
            <a:spAutoFit/>
          </a:bodyPr>
          <a:lstStyle>
            <a:lvl1pPr marL="0" marR="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440">
                <a:latin typeface="Arial" pitchFamily="34" charset="0"/>
                <a:cs typeface="Arial" pitchFamily="34" charset="0"/>
              </a:defRPr>
            </a:lvl2pPr>
            <a:lvl3pPr>
              <a:spcBef>
                <a:spcPts val="0"/>
              </a:spcBef>
              <a:spcAft>
                <a:spcPts val="0"/>
              </a:spcAft>
              <a:defRPr sz="1440">
                <a:latin typeface="Arial" pitchFamily="34" charset="0"/>
                <a:cs typeface="Arial" pitchFamily="34" charset="0"/>
              </a:defRPr>
            </a:lvl3pPr>
            <a:lvl4pPr>
              <a:spcBef>
                <a:spcPts val="0"/>
              </a:spcBef>
              <a:spcAft>
                <a:spcPts val="0"/>
              </a:spcAft>
              <a:defRPr sz="1440">
                <a:latin typeface="Arial" pitchFamily="34" charset="0"/>
                <a:cs typeface="Arial" pitchFamily="34" charset="0"/>
              </a:defRPr>
            </a:lvl4pPr>
            <a:lvl5pPr>
              <a:spcBef>
                <a:spcPts val="0"/>
              </a:spcBef>
              <a:spcAft>
                <a:spcPts val="0"/>
              </a:spcAft>
              <a:defRPr sz="1440">
                <a:latin typeface="Arial" pitchFamily="34" charset="0"/>
                <a:cs typeface="Arial" pitchFamily="34" charset="0"/>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marR="0" lvl="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768" y="1971685"/>
            <a:ext cx="2299346"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258" y="1971899"/>
            <a:ext cx="2717411" cy="1144929"/>
          </a:xfrm>
          <a:ln>
            <a:noFill/>
          </a:ln>
        </p:spPr>
        <p:txBody>
          <a:bodyPr wrap="square" lIns="0" tIns="0" rIns="0" bIns="0">
            <a:spAutoFit/>
          </a:bodyPr>
          <a:lstStyle>
            <a:lvl1pPr marL="0" marR="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440" b="0" kern="1200" baseline="0" dirty="0" smtClean="0">
                <a:solidFill>
                  <a:schemeClr val="tx1"/>
                </a:solidFill>
                <a:latin typeface="Arial" pitchFamily="34" charset="0"/>
                <a:ea typeface="+mn-ea"/>
                <a:cs typeface="Arial" pitchFamily="34" charset="0"/>
              </a:defRPr>
            </a:lvl2pPr>
            <a:lvl3pPr>
              <a:spcBef>
                <a:spcPts val="0"/>
              </a:spcBef>
              <a:spcAft>
                <a:spcPts val="0"/>
              </a:spcAft>
              <a:defRPr sz="1440">
                <a:latin typeface="Arial" pitchFamily="34" charset="0"/>
                <a:cs typeface="Arial" pitchFamily="34" charset="0"/>
              </a:defRPr>
            </a:lvl3pPr>
            <a:lvl4pPr>
              <a:spcBef>
                <a:spcPts val="0"/>
              </a:spcBef>
              <a:spcAft>
                <a:spcPts val="0"/>
              </a:spcAft>
              <a:defRPr sz="1440">
                <a:latin typeface="Arial" pitchFamily="34" charset="0"/>
                <a:cs typeface="Arial" pitchFamily="34" charset="0"/>
              </a:defRPr>
            </a:lvl4pPr>
            <a:lvl5pPr>
              <a:spcBef>
                <a:spcPts val="0"/>
              </a:spcBef>
              <a:spcAft>
                <a:spcPts val="0"/>
              </a:spcAft>
              <a:defRPr sz="1440">
                <a:latin typeface="Arial" pitchFamily="34" charset="0"/>
                <a:cs typeface="Arial" pitchFamily="34" charset="0"/>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marR="0" lvl="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56648" lvl="1" indent="-256648" algn="l" defTabSz="82124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29" y="1971685"/>
            <a:ext cx="2299346"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324" y="4242055"/>
            <a:ext cx="2717411" cy="1144929"/>
          </a:xfrm>
          <a:ln>
            <a:noFill/>
          </a:ln>
        </p:spPr>
        <p:txBody>
          <a:bodyPr wrap="square" lIns="0" tIns="0" rIns="0" bIns="0">
            <a:spAutoFit/>
          </a:bodyPr>
          <a:lstStyle>
            <a:lvl1pPr marL="0" marR="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440" b="0" kern="1200" baseline="0" dirty="0" smtClean="0">
                <a:solidFill>
                  <a:schemeClr val="tx1"/>
                </a:solidFill>
                <a:latin typeface="Arial" pitchFamily="34" charset="0"/>
                <a:ea typeface="+mn-ea"/>
                <a:cs typeface="Arial" pitchFamily="34" charset="0"/>
              </a:defRPr>
            </a:lvl2pPr>
            <a:lvl3pPr>
              <a:spcBef>
                <a:spcPts val="0"/>
              </a:spcBef>
              <a:spcAft>
                <a:spcPts val="0"/>
              </a:spcAft>
              <a:defRPr sz="1440">
                <a:latin typeface="Arial" pitchFamily="34" charset="0"/>
                <a:cs typeface="Arial" pitchFamily="34" charset="0"/>
              </a:defRPr>
            </a:lvl3pPr>
            <a:lvl4pPr>
              <a:spcBef>
                <a:spcPts val="0"/>
              </a:spcBef>
              <a:spcAft>
                <a:spcPts val="0"/>
              </a:spcAft>
              <a:defRPr sz="1440">
                <a:latin typeface="Arial" pitchFamily="34" charset="0"/>
                <a:cs typeface="Arial" pitchFamily="34" charset="0"/>
              </a:defRPr>
            </a:lvl4pPr>
            <a:lvl5pPr>
              <a:spcBef>
                <a:spcPts val="0"/>
              </a:spcBef>
              <a:spcAft>
                <a:spcPts val="0"/>
              </a:spcAft>
              <a:defRPr sz="1440">
                <a:latin typeface="Arial" pitchFamily="34" charset="0"/>
                <a:cs typeface="Arial" pitchFamily="34" charset="0"/>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marR="0" lvl="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56648" lvl="1" indent="-256648" algn="l" defTabSz="82124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768" y="4241850"/>
            <a:ext cx="2299346"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258" y="4242055"/>
            <a:ext cx="2717411" cy="1144929"/>
          </a:xfrm>
          <a:ln>
            <a:noFill/>
          </a:ln>
        </p:spPr>
        <p:txBody>
          <a:bodyPr wrap="square" lIns="0" tIns="0" rIns="0" bIns="0">
            <a:spAutoFit/>
          </a:bodyPr>
          <a:lstStyle>
            <a:lvl1pPr marL="0" marR="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lang="en-US" sz="168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440" b="0" kern="1200" baseline="0" dirty="0" smtClean="0">
                <a:solidFill>
                  <a:schemeClr val="tx1"/>
                </a:solidFill>
                <a:latin typeface="Arial" pitchFamily="34" charset="0"/>
                <a:ea typeface="+mn-ea"/>
                <a:cs typeface="Arial" pitchFamily="34" charset="0"/>
              </a:defRPr>
            </a:lvl2pPr>
            <a:lvl3pPr>
              <a:spcBef>
                <a:spcPts val="0"/>
              </a:spcBef>
              <a:spcAft>
                <a:spcPts val="0"/>
              </a:spcAft>
              <a:defRPr sz="1440">
                <a:latin typeface="Arial" pitchFamily="34" charset="0"/>
                <a:cs typeface="Arial" pitchFamily="34" charset="0"/>
              </a:defRPr>
            </a:lvl3pPr>
            <a:lvl4pPr>
              <a:spcBef>
                <a:spcPts val="0"/>
              </a:spcBef>
              <a:spcAft>
                <a:spcPts val="0"/>
              </a:spcAft>
              <a:defRPr sz="1440">
                <a:latin typeface="Arial" pitchFamily="34" charset="0"/>
                <a:cs typeface="Arial" pitchFamily="34" charset="0"/>
              </a:defRPr>
            </a:lvl4pPr>
            <a:lvl5pPr>
              <a:spcBef>
                <a:spcPts val="0"/>
              </a:spcBef>
              <a:spcAft>
                <a:spcPts val="0"/>
              </a:spcAft>
              <a:defRPr sz="1440">
                <a:latin typeface="Arial" pitchFamily="34" charset="0"/>
                <a:cs typeface="Arial" pitchFamily="34" charset="0"/>
              </a:defRPr>
            </a:lvl5pPr>
            <a:lvl6pPr marL="1026563" indent="-209593">
              <a:spcBef>
                <a:spcPts val="0"/>
              </a:spcBef>
              <a:spcAft>
                <a:spcPts val="0"/>
              </a:spcAft>
              <a:buSzPct val="70000"/>
              <a:defRPr sz="1680">
                <a:latin typeface="+mj-lt"/>
              </a:defRPr>
            </a:lvl6pPr>
            <a:lvl7pPr marL="1231872" indent="-205316">
              <a:spcBef>
                <a:spcPts val="0"/>
              </a:spcBef>
              <a:spcAft>
                <a:spcPts val="0"/>
              </a:spcAft>
              <a:buSzPct val="70000"/>
              <a:buFont typeface="Arial" pitchFamily="34" charset="0"/>
              <a:buChar char="–"/>
              <a:defRPr sz="1680" baseline="0">
                <a:latin typeface="+mj-lt"/>
              </a:defRPr>
            </a:lvl7pPr>
            <a:lvl8pPr marL="1437180" indent="-205316">
              <a:spcBef>
                <a:spcPts val="0"/>
              </a:spcBef>
              <a:spcAft>
                <a:spcPts val="0"/>
              </a:spcAft>
              <a:buSzPct val="70000"/>
              <a:defRPr sz="1680" baseline="0">
                <a:latin typeface="+mj-lt"/>
              </a:defRPr>
            </a:lvl8pPr>
            <a:lvl9pPr marL="1638221" indent="-201035">
              <a:spcBef>
                <a:spcPts val="0"/>
              </a:spcBef>
              <a:spcAft>
                <a:spcPts val="0"/>
              </a:spcAft>
              <a:buSzPct val="70000"/>
              <a:buFont typeface="Arial" pitchFamily="34" charset="0"/>
              <a:buChar char="–"/>
              <a:defRPr sz="1680">
                <a:latin typeface="+mj-lt"/>
              </a:defRPr>
            </a:lvl9pPr>
          </a:lstStyle>
          <a:p>
            <a:pPr marL="0" marR="0" lvl="0" indent="0" algn="l" defTabSz="821249"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56648" lvl="1" indent="-256648" algn="l" defTabSz="821249"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29" y="4241850"/>
            <a:ext cx="2299346"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8" y="1270467"/>
            <a:ext cx="10939321" cy="258532"/>
          </a:xfrm>
        </p:spPr>
        <p:txBody>
          <a:bodyPr/>
          <a:lstStyle>
            <a:lvl1pPr>
              <a:buNone/>
              <a:defRPr lang="en-US" sz="1680" b="1" kern="1200" baseline="0" dirty="0" smtClean="0">
                <a:solidFill>
                  <a:schemeClr val="bg2"/>
                </a:solidFill>
                <a:latin typeface="Arial" pitchFamily="34" charset="0"/>
                <a:ea typeface="+mn-ea"/>
                <a:cs typeface="Arial" pitchFamily="34" charset="0"/>
              </a:defRPr>
            </a:lvl1pPr>
          </a:lstStyle>
          <a:p>
            <a:pPr marL="0" lvl="0" indent="0" algn="l" defTabSz="821249"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40346766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866" y="1971716"/>
            <a:ext cx="10941431" cy="4162427"/>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8" y="1270467"/>
            <a:ext cx="10939321" cy="258532"/>
          </a:xfrm>
        </p:spPr>
        <p:txBody>
          <a:bodyPr/>
          <a:lstStyle>
            <a:lvl1pPr>
              <a:buNone/>
              <a:defRPr lang="en-US" sz="1680" b="1" kern="1200" baseline="0" dirty="0" smtClean="0">
                <a:solidFill>
                  <a:schemeClr val="bg2"/>
                </a:solidFill>
                <a:latin typeface="Arial" pitchFamily="34" charset="0"/>
                <a:ea typeface="+mn-ea"/>
                <a:cs typeface="Arial" pitchFamily="34" charset="0"/>
              </a:defRPr>
            </a:lvl1pPr>
          </a:lstStyle>
          <a:p>
            <a:pPr marL="0" lvl="0" indent="0" algn="l" defTabSz="821249"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79841640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866" y="1971687"/>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866" y="727080"/>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4422578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300"/>
            <a:ext cx="8951113"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821249"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8085" y="3369523"/>
            <a:ext cx="8984134" cy="1633781"/>
          </a:xfrm>
          <a:prstGeom prst="rect">
            <a:avLst/>
          </a:prstGeom>
          <a:noFill/>
          <a:ln w="9525">
            <a:noFill/>
            <a:miter lim="800000"/>
            <a:headEnd/>
            <a:tailEnd/>
          </a:ln>
        </p:spPr>
        <p:txBody>
          <a:bodyPr wrap="square" lIns="0" tIns="0" rIns="0" bIns="0">
            <a:spAutoFit/>
          </a:bodyPr>
          <a:lstStyle/>
          <a:p>
            <a:pPr algn="just" defTabSz="821249">
              <a:spcBef>
                <a:spcPts val="540"/>
              </a:spcBef>
            </a:pPr>
            <a:r>
              <a:rPr lang="en-US" sz="960" b="1" dirty="0">
                <a:solidFill>
                  <a:srgbClr val="6D6E71"/>
                </a:solidFill>
                <a:cs typeface="Arial" pitchFamily="34" charset="0"/>
              </a:rPr>
              <a:t>Disclaimer </a:t>
            </a:r>
          </a:p>
          <a:p>
            <a:pPr algn="just" defTabSz="821249">
              <a:spcBef>
                <a:spcPts val="540"/>
              </a:spcBef>
            </a:pPr>
            <a:r>
              <a:rPr lang="en-US" sz="840" dirty="0">
                <a:solidFill>
                  <a:srgbClr val="6D6E71"/>
                </a:solidFill>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8005" y="2140180"/>
            <a:ext cx="8957288" cy="258533"/>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821249" rtl="0" eaLnBrk="1" fontAlgn="base" latinLnBrk="0" hangingPunct="1">
              <a:spcBef>
                <a:spcPts val="0"/>
              </a:spcBef>
              <a:spcAft>
                <a:spcPct val="0"/>
              </a:spcAft>
              <a:buClr>
                <a:schemeClr val="tx2"/>
              </a:buClr>
              <a:buFont typeface="Arial" pitchFamily="34" charset="0"/>
              <a:buNone/>
              <a:defRPr lang="en-US" sz="168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1855420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2127" tIns="41074" rIns="82127" bIns="41074" rtlCol="0" anchor="ctr"/>
          <a:lstStyle/>
          <a:p>
            <a:pPr algn="ctr" defTabSz="821249"/>
            <a:endParaRPr lang="en-US" sz="168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15158" y="2717315"/>
            <a:ext cx="7181322" cy="1491023"/>
          </a:xfrm>
          <a:prstGeom prst="rect">
            <a:avLst/>
          </a:prstGeom>
        </p:spPr>
      </p:pic>
    </p:spTree>
    <p:extLst>
      <p:ext uri="{BB962C8B-B14F-4D97-AF65-F5344CB8AC3E}">
        <p14:creationId xmlns:p14="http://schemas.microsoft.com/office/powerpoint/2010/main" val="367819522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3" y="14"/>
            <a:ext cx="5278674" cy="1443209"/>
          </a:xfrm>
          <a:prstGeom prst="rect">
            <a:avLst/>
          </a:prstGeom>
        </p:spPr>
      </p:pic>
      <p:sp>
        <p:nvSpPr>
          <p:cNvPr id="10" name="Slide Number Placeholder 5"/>
          <p:cNvSpPr txBox="1">
            <a:spLocks/>
          </p:cNvSpPr>
          <p:nvPr userDrawn="1"/>
        </p:nvSpPr>
        <p:spPr bwMode="auto">
          <a:xfrm>
            <a:off x="11755880" y="6598633"/>
            <a:ext cx="187552" cy="184666"/>
          </a:xfrm>
          <a:prstGeom prst="rect">
            <a:avLst/>
          </a:prstGeom>
          <a:noFill/>
          <a:ln w="9525">
            <a:noFill/>
            <a:miter lim="800000"/>
            <a:headEnd/>
            <a:tailEnd/>
          </a:ln>
        </p:spPr>
        <p:txBody>
          <a:bodyPr wrap="none" lIns="0" tIns="0" rIns="0" bIns="0" anchor="ctr">
            <a:spAutoFit/>
          </a:bodyPr>
          <a:lstStyle/>
          <a:p>
            <a:pPr algn="r" defTabSz="1096070">
              <a:defRPr/>
            </a:pPr>
            <a:fld id="{6856ECDB-1CEE-4F69-ADCA-557460F2116E}" type="slidenum">
              <a:rPr lang="en-US" sz="1200">
                <a:solidFill>
                  <a:srgbClr val="6D6E71"/>
                </a:solidFill>
                <a:cs typeface="Arial" pitchFamily="34" charset="0"/>
              </a:rPr>
              <a:pPr algn="r" defTabSz="1096070">
                <a:defRPr/>
              </a:pPr>
              <a:t>‹#›</a:t>
            </a:fld>
            <a:endParaRPr lang="en-US" sz="12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643"/>
            <a:ext cx="3162208" cy="656554"/>
          </a:xfrm>
          <a:prstGeom prst="rect">
            <a:avLst/>
          </a:prstGeom>
        </p:spPr>
      </p:pic>
    </p:spTree>
    <p:extLst>
      <p:ext uri="{BB962C8B-B14F-4D97-AF65-F5344CB8AC3E}">
        <p14:creationId xmlns:p14="http://schemas.microsoft.com/office/powerpoint/2010/main" val="82764735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62" y="4053708"/>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62" y="2184443"/>
            <a:ext cx="7330886" cy="1477327"/>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3" y="14"/>
            <a:ext cx="5278674" cy="1443209"/>
          </a:xfrm>
          <a:prstGeom prst="rect">
            <a:avLst/>
          </a:prstGeom>
        </p:spPr>
      </p:pic>
      <p:pic>
        <p:nvPicPr>
          <p:cNvPr id="8" name="Picture 7"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643"/>
            <a:ext cx="3162208" cy="656554"/>
          </a:xfrm>
          <a:prstGeom prst="rect">
            <a:avLst/>
          </a:prstGeom>
        </p:spPr>
      </p:pic>
    </p:spTree>
    <p:extLst>
      <p:ext uri="{BB962C8B-B14F-4D97-AF65-F5344CB8AC3E}">
        <p14:creationId xmlns:p14="http://schemas.microsoft.com/office/powerpoint/2010/main" val="33618333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78584864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4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1364072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8" y="1971700"/>
            <a:ext cx="10939321" cy="2215991"/>
          </a:xfrm>
        </p:spPr>
        <p:txBody>
          <a:bodyPr wrap="square">
            <a:spAutoFit/>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39692364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810" y="1971679"/>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42" y="1971701"/>
            <a:ext cx="511599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5070565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11993"/>
            <a:ext cx="7347777"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315"/>
            <a:ext cx="7347777" cy="1477327"/>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3" y="14"/>
            <a:ext cx="5278674" cy="1443209"/>
          </a:xfrm>
          <a:prstGeom prst="rect">
            <a:avLst/>
          </a:prstGeom>
        </p:spPr>
      </p:pic>
      <p:pic>
        <p:nvPicPr>
          <p:cNvPr id="6" name="Picture 5"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643"/>
            <a:ext cx="3162208" cy="656554"/>
          </a:xfrm>
          <a:prstGeom prst="rect">
            <a:avLst/>
          </a:prstGeom>
        </p:spPr>
      </p:pic>
    </p:spTree>
    <p:extLst>
      <p:ext uri="{BB962C8B-B14F-4D97-AF65-F5344CB8AC3E}">
        <p14:creationId xmlns:p14="http://schemas.microsoft.com/office/powerpoint/2010/main" val="263571476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70"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51773" y="4240649"/>
            <a:ext cx="5029425"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8" y="1971719"/>
            <a:ext cx="5029425" cy="1477328"/>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73" y="14"/>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418995" y="476643"/>
            <a:ext cx="3162208" cy="656554"/>
          </a:xfrm>
          <a:prstGeom prst="rect">
            <a:avLst/>
          </a:prstGeom>
        </p:spPr>
      </p:pic>
    </p:spTree>
    <p:extLst>
      <p:ext uri="{BB962C8B-B14F-4D97-AF65-F5344CB8AC3E}">
        <p14:creationId xmlns:p14="http://schemas.microsoft.com/office/powerpoint/2010/main" val="335146197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770"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074"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770"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074"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8" name="Straight Connector 7"/>
          <p:cNvCxnSpPr/>
          <p:nvPr userDrawn="1"/>
        </p:nvCxnSpPr>
        <p:spPr bwMode="gray">
          <a:xfrm>
            <a:off x="639769"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8"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8674708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770"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074"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770"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074" y="1925649"/>
            <a:ext cx="5232125" cy="332399"/>
          </a:xfrm>
          <a:noFill/>
          <a:ln>
            <a:noFill/>
          </a:ln>
        </p:spPr>
        <p:txBody>
          <a:bodyPr wrap="square" lIns="0" tIns="0" rIns="0" bIns="0" anchor="b" anchorCtr="0">
            <a:spAutoFit/>
          </a:bodyPr>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33" name="Straight Connector 32"/>
          <p:cNvCxnSpPr/>
          <p:nvPr userDrawn="1"/>
        </p:nvCxnSpPr>
        <p:spPr bwMode="gray">
          <a:xfrm>
            <a:off x="639769"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8"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770" y="470330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074" y="470330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770" y="4162031"/>
            <a:ext cx="5232125"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074" y="4162031"/>
            <a:ext cx="5232125"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9"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8"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4145989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324" y="1971832"/>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83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258" y="1971832"/>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4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324" y="4241986"/>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831" y="4241886"/>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258" y="4241986"/>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41" y="4241886"/>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8" y="127054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45742836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778" y="1971675"/>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8" y="127054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02921508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778" y="1971679"/>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2517610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3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6" y="1527312"/>
            <a:ext cx="8951113"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8049" y="3369517"/>
            <a:ext cx="8984134" cy="2601225"/>
          </a:xfrm>
          <a:prstGeom prst="rect">
            <a:avLst/>
          </a:prstGeom>
          <a:noFill/>
          <a:ln w="9525">
            <a:noFill/>
            <a:miter lim="800000"/>
            <a:headEnd/>
            <a:tailEnd/>
          </a:ln>
        </p:spPr>
        <p:txBody>
          <a:bodyPr wrap="square" lIns="0" tIns="0" rIns="0" bIns="0">
            <a:spAutoFit/>
          </a:bodyPr>
          <a:lstStyle/>
          <a:p>
            <a:pPr algn="just" defTabSz="1096070">
              <a:spcBef>
                <a:spcPts val="720"/>
              </a:spcBef>
            </a:pPr>
            <a:r>
              <a:rPr lang="en-US" sz="1200" b="1" dirty="0">
                <a:solidFill>
                  <a:srgbClr val="6D6E71"/>
                </a:solidFill>
                <a:cs typeface="Arial" pitchFamily="34" charset="0"/>
              </a:rPr>
              <a:t>Disclaimer </a:t>
            </a:r>
          </a:p>
          <a:p>
            <a:pPr algn="just" defTabSz="1096070">
              <a:spcBef>
                <a:spcPts val="720"/>
              </a:spcBef>
            </a:pPr>
            <a:r>
              <a:rPr lang="en-US" sz="1080" dirty="0">
                <a:solidFill>
                  <a:srgbClr val="6D6E71"/>
                </a:solidFill>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8005" y="2140259"/>
            <a:ext cx="8957288" cy="3323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1787097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9606" tIns="54804" rIns="109606" bIns="54804" rtlCol="0" anchor="ctr"/>
          <a:lstStyle/>
          <a:p>
            <a:pPr algn="ctr" defTabSz="1096070"/>
            <a:endParaRPr lang="en-US" sz="216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615158" y="2717237"/>
            <a:ext cx="7181322" cy="1491023"/>
          </a:xfrm>
          <a:prstGeom prst="rect">
            <a:avLst/>
          </a:prstGeom>
        </p:spPr>
      </p:pic>
    </p:spTree>
    <p:extLst>
      <p:ext uri="{BB962C8B-B14F-4D97-AF65-F5344CB8AC3E}">
        <p14:creationId xmlns:p14="http://schemas.microsoft.com/office/powerpoint/2010/main" val="188976981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4" y="14"/>
            <a:ext cx="5278674" cy="1443209"/>
          </a:xfrm>
          <a:prstGeom prst="rect">
            <a:avLst/>
          </a:prstGeom>
        </p:spPr>
      </p:pic>
      <p:sp>
        <p:nvSpPr>
          <p:cNvPr id="20" name="TextBox 20"/>
          <p:cNvSpPr txBox="1">
            <a:spLocks noChangeArrowheads="1"/>
          </p:cNvSpPr>
          <p:nvPr userDrawn="1"/>
        </p:nvSpPr>
        <p:spPr bwMode="gray">
          <a:xfrm>
            <a:off x="639817" y="6629626"/>
            <a:ext cx="3468898"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2012 Mahindra &amp; Mahindra Ltd. All rights reserved.</a:t>
            </a:r>
          </a:p>
        </p:txBody>
      </p:sp>
      <p:sp>
        <p:nvSpPr>
          <p:cNvPr id="10" name="Slide Number Placeholder 5"/>
          <p:cNvSpPr txBox="1">
            <a:spLocks/>
          </p:cNvSpPr>
          <p:nvPr userDrawn="1"/>
        </p:nvSpPr>
        <p:spPr bwMode="auto">
          <a:xfrm>
            <a:off x="11755880" y="6598633"/>
            <a:ext cx="187552" cy="184666"/>
          </a:xfrm>
          <a:prstGeom prst="rect">
            <a:avLst/>
          </a:prstGeom>
          <a:noFill/>
          <a:ln w="9525">
            <a:noFill/>
            <a:miter lim="800000"/>
            <a:headEnd/>
            <a:tailEnd/>
          </a:ln>
        </p:spPr>
        <p:txBody>
          <a:bodyPr wrap="none" lIns="0" tIns="0" rIns="0" bIns="0" anchor="ctr">
            <a:spAutoFit/>
          </a:bodyPr>
          <a:lstStyle/>
          <a:p>
            <a:pPr algn="r" defTabSz="1096070">
              <a:defRPr/>
            </a:pPr>
            <a:fld id="{6856ECDB-1CEE-4F69-ADCA-557460F2116E}" type="slidenum">
              <a:rPr lang="en-US" sz="1200">
                <a:solidFill>
                  <a:srgbClr val="6D6E71"/>
                </a:solidFill>
                <a:cs typeface="Arial" pitchFamily="34" charset="0"/>
              </a:rPr>
              <a:pPr algn="r" defTabSz="1096070">
                <a:defRPr/>
              </a:pPr>
              <a:t>‹#›</a:t>
            </a:fld>
            <a:endParaRPr lang="en-US" sz="1200" dirty="0">
              <a:solidFill>
                <a:srgbClr val="6D6E71"/>
              </a:solidFill>
              <a:cs typeface="Arial" pitchFamily="34" charset="0"/>
            </a:endParaRP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7904104" y="328351"/>
            <a:ext cx="3759436" cy="657341"/>
          </a:xfrm>
          <a:prstGeom prst="rect">
            <a:avLst/>
          </a:prstGeom>
        </p:spPr>
      </p:pic>
    </p:spTree>
    <p:extLst>
      <p:ext uri="{BB962C8B-B14F-4D97-AF65-F5344CB8AC3E}">
        <p14:creationId xmlns:p14="http://schemas.microsoft.com/office/powerpoint/2010/main" val="235462369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62" y="4053708"/>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62" y="2184443"/>
            <a:ext cx="7330886" cy="1477327"/>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pic>
        <p:nvPicPr>
          <p:cNvPr id="15" name="Picture 14"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7904104" y="476269"/>
            <a:ext cx="3759436" cy="657341"/>
          </a:xfrm>
          <a:prstGeom prst="rect">
            <a:avLst/>
          </a:prstGeom>
        </p:spPr>
      </p:pic>
      <p:sp>
        <p:nvSpPr>
          <p:cNvPr id="16" name="TextBox 20"/>
          <p:cNvSpPr txBox="1">
            <a:spLocks noChangeArrowheads="1"/>
          </p:cNvSpPr>
          <p:nvPr userDrawn="1"/>
        </p:nvSpPr>
        <p:spPr bwMode="gray">
          <a:xfrm>
            <a:off x="639817" y="6629626"/>
            <a:ext cx="3468898"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2012 Mahindra &amp; Mahindra Ltd. All rights reserved.</a:t>
            </a:r>
          </a:p>
        </p:txBody>
      </p:sp>
      <p:pic>
        <p:nvPicPr>
          <p:cNvPr id="7" name="Picture 6"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 y="14"/>
            <a:ext cx="5278674" cy="1443209"/>
          </a:xfrm>
          <a:prstGeom prst="rect">
            <a:avLst/>
          </a:prstGeom>
        </p:spPr>
      </p:pic>
    </p:spTree>
    <p:extLst>
      <p:ext uri="{BB962C8B-B14F-4D97-AF65-F5344CB8AC3E}">
        <p14:creationId xmlns:p14="http://schemas.microsoft.com/office/powerpoint/2010/main" val="357306586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5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91399354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100182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4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8" y="1971700"/>
            <a:ext cx="10939321" cy="2215991"/>
          </a:xfrm>
        </p:spPr>
        <p:txBody>
          <a:bodyPr wrap="square">
            <a:spAutoFit/>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20220" indent="-342524">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5133" indent="-327298">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121" indent="-274019">
              <a:spcBef>
                <a:spcPts val="0"/>
              </a:spcBef>
              <a:spcAft>
                <a:spcPts val="0"/>
              </a:spcAft>
              <a:buSzPct val="70000"/>
              <a:defRPr sz="2160" baseline="0">
                <a:latin typeface="Arial" pitchFamily="34" charset="0"/>
                <a:cs typeface="Arial" pitchFamily="34" charset="0"/>
              </a:defRPr>
            </a:lvl8pPr>
            <a:lvl9pPr marL="2186430" indent="-268309">
              <a:spcBef>
                <a:spcPts val="0"/>
              </a:spcBef>
              <a:spcAft>
                <a:spcPts val="0"/>
              </a:spcAft>
              <a:buSzPct val="70000"/>
              <a:buFont typeface="Arial" pitchFamily="34" charset="0"/>
              <a:buChar char="–"/>
              <a:defRPr sz="2160">
                <a:latin typeface="Arial" pitchFamily="34" charset="0"/>
                <a:cs typeface="Arial" pitchFamily="34" charset="0"/>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52189287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810" y="1971679"/>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42" y="1971701"/>
            <a:ext cx="511599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320096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3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11993"/>
            <a:ext cx="7347777"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315"/>
            <a:ext cx="7347777" cy="1477327"/>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7" name="Picture 6"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7904104" y="476269"/>
            <a:ext cx="3759436" cy="657341"/>
          </a:xfrm>
          <a:prstGeom prst="rect">
            <a:avLst/>
          </a:prstGeom>
        </p:spPr>
      </p:pic>
      <p:pic>
        <p:nvPicPr>
          <p:cNvPr id="6" name="Picture 5"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 y="14"/>
            <a:ext cx="5278674" cy="1443209"/>
          </a:xfrm>
          <a:prstGeom prst="rect">
            <a:avLst/>
          </a:prstGeom>
        </p:spPr>
      </p:pic>
    </p:spTree>
    <p:extLst>
      <p:ext uri="{BB962C8B-B14F-4D97-AF65-F5344CB8AC3E}">
        <p14:creationId xmlns:p14="http://schemas.microsoft.com/office/powerpoint/2010/main" val="40820258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3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70"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pic>
        <p:nvPicPr>
          <p:cNvPr id="20" name="Picture 19"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7904104" y="476269"/>
            <a:ext cx="3759436" cy="657341"/>
          </a:xfrm>
          <a:prstGeom prst="rect">
            <a:avLst/>
          </a:prstGeom>
        </p:spPr>
      </p:pic>
      <p:sp>
        <p:nvSpPr>
          <p:cNvPr id="22" name="Subtitle 2"/>
          <p:cNvSpPr>
            <a:spLocks noGrp="1"/>
          </p:cNvSpPr>
          <p:nvPr>
            <p:ph type="subTitle" idx="1" hasCustomPrompt="1"/>
          </p:nvPr>
        </p:nvSpPr>
        <p:spPr bwMode="gray">
          <a:xfrm>
            <a:off x="6551773" y="4240649"/>
            <a:ext cx="5029425"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8" y="1971719"/>
            <a:ext cx="5029425" cy="1477328"/>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070"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7" name="Picture 6" descr="ridge4.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 y="14"/>
            <a:ext cx="5278674" cy="1443209"/>
          </a:xfrm>
          <a:prstGeom prst="rect">
            <a:avLst/>
          </a:prstGeom>
        </p:spPr>
      </p:pic>
    </p:spTree>
    <p:extLst>
      <p:ext uri="{BB962C8B-B14F-4D97-AF65-F5344CB8AC3E}">
        <p14:creationId xmlns:p14="http://schemas.microsoft.com/office/powerpoint/2010/main" val="422088159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770"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074"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770"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074"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8" name="Straight Connector 7"/>
          <p:cNvCxnSpPr/>
          <p:nvPr userDrawn="1"/>
        </p:nvCxnSpPr>
        <p:spPr bwMode="gray">
          <a:xfrm>
            <a:off x="639769"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8"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2197338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770"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074" y="246698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770" y="1925649"/>
            <a:ext cx="5232125"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074" y="1925649"/>
            <a:ext cx="5232125" cy="332399"/>
          </a:xfrm>
          <a:noFill/>
          <a:ln>
            <a:noFill/>
          </a:ln>
        </p:spPr>
        <p:txBody>
          <a:bodyPr wrap="square" lIns="0" tIns="0" rIns="0" bIns="0" anchor="b" anchorCtr="0">
            <a:spAutoFit/>
          </a:bodyPr>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33" name="Straight Connector 32"/>
          <p:cNvCxnSpPr/>
          <p:nvPr userDrawn="1"/>
        </p:nvCxnSpPr>
        <p:spPr bwMode="gray">
          <a:xfrm>
            <a:off x="639769"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8" y="2344744"/>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770" y="470330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074" y="4703303"/>
            <a:ext cx="523212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082" indent="-279725">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348234" lvl="0" indent="-348234" algn="l" defTabSz="109607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043" lvl="2" indent="-334909" algn="l" defTabSz="109607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954" lvl="3" indent="-334909" algn="l" defTabSz="109607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473" lvl="4" indent="-342524" algn="l" defTabSz="1118905"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220" lvl="5" indent="-342524" algn="l" defTabSz="109607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770" y="4162031"/>
            <a:ext cx="5232125"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074" y="4162031"/>
            <a:ext cx="5232125"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lvl="0" indent="0" algn="l" defTabSz="109607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9"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8"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9501476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7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324" y="1971832"/>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83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258" y="1971832"/>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4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324" y="4241986"/>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831" y="4241886"/>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258" y="4241986"/>
            <a:ext cx="2717411" cy="1514261"/>
          </a:xfrm>
          <a:ln>
            <a:noFill/>
          </a:ln>
        </p:spPr>
        <p:txBody>
          <a:bodyPr wrap="square" lIns="0" tIns="0" rIns="0" bIns="0">
            <a:spAutoFit/>
          </a:bodyPr>
          <a:lstStyle>
            <a:lvl1pPr marL="0" marR="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082" indent="-279725">
              <a:spcBef>
                <a:spcPts val="0"/>
              </a:spcBef>
              <a:spcAft>
                <a:spcPts val="0"/>
              </a:spcAft>
              <a:buSzPct val="70000"/>
              <a:defRPr sz="2160">
                <a:latin typeface="+mj-lt"/>
              </a:defRPr>
            </a:lvl6pPr>
            <a:lvl7pPr marL="1644103" indent="-274019">
              <a:spcBef>
                <a:spcPts val="0"/>
              </a:spcBef>
              <a:spcAft>
                <a:spcPts val="0"/>
              </a:spcAft>
              <a:buSzPct val="70000"/>
              <a:buFont typeface="Arial" pitchFamily="34" charset="0"/>
              <a:buChar char="–"/>
              <a:defRPr sz="2160" baseline="0">
                <a:latin typeface="+mj-lt"/>
              </a:defRPr>
            </a:lvl7pPr>
            <a:lvl8pPr marL="1918121" indent="-274019">
              <a:spcBef>
                <a:spcPts val="0"/>
              </a:spcBef>
              <a:spcAft>
                <a:spcPts val="0"/>
              </a:spcAft>
              <a:buSzPct val="70000"/>
              <a:defRPr sz="2160" baseline="0">
                <a:latin typeface="+mj-lt"/>
              </a:defRPr>
            </a:lvl8pPr>
            <a:lvl9pPr marL="2186430" indent="-268309">
              <a:spcBef>
                <a:spcPts val="0"/>
              </a:spcBef>
              <a:spcAft>
                <a:spcPts val="0"/>
              </a:spcAft>
              <a:buSzPct val="70000"/>
              <a:buFont typeface="Arial" pitchFamily="34" charset="0"/>
              <a:buChar char="–"/>
              <a:defRPr sz="2160">
                <a:latin typeface="+mj-lt"/>
              </a:defRPr>
            </a:lvl9pPr>
          </a:lstStyle>
          <a:p>
            <a:pPr marL="0" marR="0" lvl="0" indent="0" algn="l" defTabSz="109607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2524" lvl="1" indent="-342524" algn="l" defTabSz="109607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41" y="4241886"/>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8" y="127054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2835607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3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778" y="1971675"/>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8" y="127054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07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417942340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3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778" y="1971679"/>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41"/>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3400201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4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6" y="1527312"/>
            <a:ext cx="8951113"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07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8049" y="3369537"/>
            <a:ext cx="8984134" cy="2767424"/>
          </a:xfrm>
          <a:prstGeom prst="rect">
            <a:avLst/>
          </a:prstGeom>
          <a:noFill/>
          <a:ln w="9525">
            <a:noFill/>
            <a:miter lim="800000"/>
            <a:headEnd/>
            <a:tailEnd/>
          </a:ln>
        </p:spPr>
        <p:txBody>
          <a:bodyPr wrap="square" lIns="0" tIns="0" rIns="0" bIns="0">
            <a:spAutoFit/>
          </a:bodyPr>
          <a:lstStyle/>
          <a:p>
            <a:pPr algn="just" defTabSz="1096070">
              <a:spcBef>
                <a:spcPts val="720"/>
              </a:spcBef>
            </a:pPr>
            <a:r>
              <a:rPr lang="en-US" sz="1200" b="1" dirty="0">
                <a:solidFill>
                  <a:srgbClr val="6D6E71"/>
                </a:solidFill>
                <a:cs typeface="Arial" pitchFamily="34" charset="0"/>
              </a:rPr>
              <a:t>Disclaimer </a:t>
            </a:r>
          </a:p>
          <a:p>
            <a:pPr algn="just" defTabSz="1096070">
              <a:spcBef>
                <a:spcPts val="720"/>
              </a:spcBef>
            </a:pPr>
            <a:r>
              <a:rPr lang="en-US" sz="1080" dirty="0">
                <a:solidFill>
                  <a:srgbClr val="6D6E71"/>
                </a:solidFill>
                <a:cs typeface="Arial" pitchFamily="34" charset="0"/>
              </a:rPr>
              <a:t>Mahindra &amp; Mahindra herein referred to as M&amp;M, and its subsidiary companies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M&amp;M or its subsidiaries. Any unauthorized use, disclosure or public dissemination of information contained herein is prohibited. Unless specifically noted, M&amp;M or any of its subsidiary companies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M&amp;M or its subsidiary companies. Information contained in a presentation hosted or promoted by M&amp;M is provided “as is” without warranty of any kind, either expressed or implied, including any warranty of merchantability or fitness for a particular purpose. M&amp;M or its subsidiary companies assume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8005" y="2140259"/>
            <a:ext cx="8957288" cy="3323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96070"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6" name="TextBox 20"/>
          <p:cNvSpPr txBox="1">
            <a:spLocks noChangeArrowheads="1"/>
          </p:cNvSpPr>
          <p:nvPr userDrawn="1"/>
        </p:nvSpPr>
        <p:spPr bwMode="gray">
          <a:xfrm>
            <a:off x="639817" y="6629626"/>
            <a:ext cx="3468898"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2012 Mahindra &amp; Mahindra Ltd. All rights reserved.</a:t>
            </a:r>
          </a:p>
        </p:txBody>
      </p:sp>
    </p:spTree>
    <p:extLst>
      <p:ext uri="{BB962C8B-B14F-4D97-AF65-F5344CB8AC3E}">
        <p14:creationId xmlns:p14="http://schemas.microsoft.com/office/powerpoint/2010/main" val="365047792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9606" tIns="54804" rIns="109606" bIns="54804" rtlCol="0" anchor="ctr"/>
          <a:lstStyle/>
          <a:p>
            <a:pPr algn="ctr" defTabSz="1096070"/>
            <a:endParaRPr lang="en-US" sz="216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1937001" y="2716333"/>
            <a:ext cx="8537597" cy="1492810"/>
          </a:xfrm>
          <a:prstGeom prst="rect">
            <a:avLst/>
          </a:prstGeom>
        </p:spPr>
      </p:pic>
    </p:spTree>
    <p:extLst>
      <p:ext uri="{BB962C8B-B14F-4D97-AF65-F5344CB8AC3E}">
        <p14:creationId xmlns:p14="http://schemas.microsoft.com/office/powerpoint/2010/main" val="2380821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2_2 column - text">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506746" y="1219432"/>
            <a:ext cx="11148352" cy="830997"/>
          </a:xfrm>
        </p:spPr>
        <p:txBody>
          <a:bodyPr/>
          <a:lstStyle/>
          <a:p>
            <a:pPr lvl="0"/>
            <a:r>
              <a:rPr lang="en-US" dirty="0"/>
              <a:t>Click to edit Master text styles</a:t>
            </a:r>
          </a:p>
          <a:p>
            <a:pPr lvl="1"/>
            <a:r>
              <a:rPr lang="en-US" dirty="0"/>
              <a:t>Second level</a:t>
            </a:r>
          </a:p>
          <a:p>
            <a:pPr lvl="2"/>
            <a:r>
              <a:rPr lang="en-US" dirty="0"/>
              <a:t>Third level</a:t>
            </a:r>
          </a:p>
        </p:txBody>
      </p:sp>
      <p:sp>
        <p:nvSpPr>
          <p:cNvPr id="2" name="Title 1"/>
          <p:cNvSpPr>
            <a:spLocks noGrp="1"/>
          </p:cNvSpPr>
          <p:nvPr>
            <p:ph type="title"/>
          </p:nvPr>
        </p:nvSpPr>
        <p:spPr/>
        <p:txBody>
          <a:bodyPr wrap="square"/>
          <a:lstStyle/>
          <a:p>
            <a:r>
              <a:rPr lang="en-US" dirty="0"/>
              <a:t>Click to edit Master title style</a:t>
            </a:r>
          </a:p>
        </p:txBody>
      </p:sp>
      <p:sp>
        <p:nvSpPr>
          <p:cNvPr id="7" name="Text Placeholder 4"/>
          <p:cNvSpPr>
            <a:spLocks noGrp="1"/>
          </p:cNvSpPr>
          <p:nvPr>
            <p:ph type="body" sz="quarter" idx="17"/>
          </p:nvPr>
        </p:nvSpPr>
        <p:spPr>
          <a:xfrm>
            <a:off x="506743" y="875734"/>
            <a:ext cx="3258905" cy="295466"/>
          </a:xfrm>
        </p:spPr>
        <p:txBody>
          <a:bodyPr wrap="none" anchor="t" anchorCtr="0"/>
          <a:lstStyle>
            <a:lvl1pPr>
              <a:buNone/>
              <a:defRPr sz="1920">
                <a:solidFill>
                  <a:srgbClr val="6F7176"/>
                </a:solidFill>
              </a:defRPr>
            </a:lvl1pPr>
          </a:lstStyle>
          <a:p>
            <a:pPr lvl="0"/>
            <a:r>
              <a:rPr lang="en-US" dirty="0"/>
              <a:t>Click to edit Master text styles</a:t>
            </a:r>
          </a:p>
        </p:txBody>
      </p:sp>
    </p:spTree>
    <p:extLst>
      <p:ext uri="{BB962C8B-B14F-4D97-AF65-F5344CB8AC3E}">
        <p14:creationId xmlns:p14="http://schemas.microsoft.com/office/powerpoint/2010/main" val="211166498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2 column -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5"/>
          </p:nvPr>
        </p:nvSpPr>
        <p:spPr>
          <a:xfrm>
            <a:off x="506743" y="878000"/>
            <a:ext cx="3258905" cy="295466"/>
          </a:xfrm>
        </p:spPr>
        <p:txBody>
          <a:bodyPr wrap="none" anchor="t" anchorCtr="0"/>
          <a:lstStyle>
            <a:lvl1pPr>
              <a:buNone/>
              <a:defRPr sz="1920">
                <a:solidFill>
                  <a:schemeClr val="tx2"/>
                </a:solidFill>
              </a:defRPr>
            </a:lvl1pPr>
          </a:lstStyle>
          <a:p>
            <a:pPr lvl="0"/>
            <a:r>
              <a:rPr lang="en-US" dirty="0"/>
              <a:t>Click to edit Master text styles</a:t>
            </a:r>
          </a:p>
        </p:txBody>
      </p:sp>
      <p:sp>
        <p:nvSpPr>
          <p:cNvPr id="6" name="Text Placeholder 3"/>
          <p:cNvSpPr>
            <a:spLocks noGrp="1"/>
          </p:cNvSpPr>
          <p:nvPr>
            <p:ph type="body" sz="quarter" idx="14"/>
          </p:nvPr>
        </p:nvSpPr>
        <p:spPr>
          <a:xfrm>
            <a:off x="6426812" y="1219200"/>
            <a:ext cx="5229590" cy="978729"/>
          </a:xfrm>
        </p:spPr>
        <p:txBody>
          <a:bodyPr/>
          <a:lstStyle>
            <a:lvl1pPr marL="340621" indent="-340621">
              <a:defRPr sz="2400"/>
            </a:lvl1pPr>
            <a:lvl2pPr marL="610825" indent="-260694">
              <a:tabLst/>
              <a:defRPr sz="2160"/>
            </a:lvl2pPr>
            <a:lvl3pPr marL="896266" indent="-213126">
              <a:defRPr/>
            </a:lvl3pPr>
          </a:lstStyle>
          <a:p>
            <a:pPr lvl="0"/>
            <a:r>
              <a:rPr lang="en-US" dirty="0"/>
              <a:t>Click to edit Master text styles</a:t>
            </a:r>
          </a:p>
          <a:p>
            <a:pPr lvl="1"/>
            <a:r>
              <a:rPr lang="en-US" dirty="0"/>
              <a:t>Second level</a:t>
            </a:r>
          </a:p>
          <a:p>
            <a:pPr lvl="2"/>
            <a:r>
              <a:rPr lang="en-US" dirty="0"/>
              <a:t>Third level</a:t>
            </a:r>
          </a:p>
        </p:txBody>
      </p:sp>
      <p:sp>
        <p:nvSpPr>
          <p:cNvPr id="7" name="Text Placeholder 3"/>
          <p:cNvSpPr>
            <a:spLocks noGrp="1"/>
          </p:cNvSpPr>
          <p:nvPr>
            <p:ph type="body" sz="quarter" idx="13"/>
          </p:nvPr>
        </p:nvSpPr>
        <p:spPr>
          <a:xfrm>
            <a:off x="506743" y="1219200"/>
            <a:ext cx="5229590" cy="978729"/>
          </a:xfrm>
        </p:spPr>
        <p:txBody>
          <a:bodyPr/>
          <a:lstStyle>
            <a:lvl1pPr marL="340621" indent="-340621">
              <a:defRPr sz="2400"/>
            </a:lvl1pPr>
            <a:lvl2pPr marL="610825" indent="-260694">
              <a:defRPr sz="2160"/>
            </a:lvl2pPr>
            <a:lvl3pPr marL="896266" indent="-213126">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82890382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7_2 column - text">
    <p:spTree>
      <p:nvGrpSpPr>
        <p:cNvPr id="1" name=""/>
        <p:cNvGrpSpPr/>
        <p:nvPr/>
      </p:nvGrpSpPr>
      <p:grpSpPr>
        <a:xfrm>
          <a:off x="0" y="0"/>
          <a:ext cx="0" cy="0"/>
          <a:chOff x="0" y="0"/>
          <a:chExt cx="0" cy="0"/>
        </a:xfrm>
      </p:grpSpPr>
      <p:sp>
        <p:nvSpPr>
          <p:cNvPr id="2" name="Title 1"/>
          <p:cNvSpPr>
            <a:spLocks noGrp="1"/>
          </p:cNvSpPr>
          <p:nvPr>
            <p:ph type="title"/>
          </p:nvPr>
        </p:nvSpPr>
        <p:spPr>
          <a:xfrm>
            <a:off x="506746" y="381054"/>
            <a:ext cx="11148352" cy="498598"/>
          </a:xfrm>
        </p:spPr>
        <p:txBody>
          <a:bodyPr/>
          <a:lstStyle/>
          <a:p>
            <a:r>
              <a:rPr lang="en-US" dirty="0"/>
              <a:t>Click to edit Master title style</a:t>
            </a:r>
          </a:p>
        </p:txBody>
      </p:sp>
      <p:sp>
        <p:nvSpPr>
          <p:cNvPr id="5" name="Text Placeholder 4"/>
          <p:cNvSpPr>
            <a:spLocks noGrp="1"/>
          </p:cNvSpPr>
          <p:nvPr>
            <p:ph type="body" sz="quarter" idx="15"/>
          </p:nvPr>
        </p:nvSpPr>
        <p:spPr>
          <a:xfrm>
            <a:off x="506776" y="1219201"/>
            <a:ext cx="4695196" cy="443198"/>
          </a:xfrm>
        </p:spPr>
        <p:txBody>
          <a:bodyPr wrap="none" anchor="t" anchorCtr="0"/>
          <a:lstStyle>
            <a:lvl1pPr>
              <a:buNone/>
              <a:defRPr sz="2880">
                <a:solidFill>
                  <a:schemeClr val="accent3"/>
                </a:solidFill>
              </a:defRPr>
            </a:lvl1pPr>
          </a:lstStyle>
          <a:p>
            <a:pPr lvl="0"/>
            <a:r>
              <a:rPr lang="en-US" dirty="0"/>
              <a:t>Click to edit Master text style</a:t>
            </a:r>
          </a:p>
        </p:txBody>
      </p:sp>
      <p:sp>
        <p:nvSpPr>
          <p:cNvPr id="6" name="Text Placeholder 4"/>
          <p:cNvSpPr>
            <a:spLocks noGrp="1"/>
          </p:cNvSpPr>
          <p:nvPr>
            <p:ph type="body" sz="quarter" idx="16"/>
          </p:nvPr>
        </p:nvSpPr>
        <p:spPr>
          <a:xfrm>
            <a:off x="6428895" y="1219201"/>
            <a:ext cx="4695196" cy="443198"/>
          </a:xfrm>
        </p:spPr>
        <p:txBody>
          <a:bodyPr wrap="none" anchor="t" anchorCtr="0"/>
          <a:lstStyle>
            <a:lvl1pPr>
              <a:buNone/>
              <a:defRPr sz="2880">
                <a:solidFill>
                  <a:schemeClr val="accent3"/>
                </a:solidFill>
              </a:defRPr>
            </a:lvl1pPr>
          </a:lstStyle>
          <a:p>
            <a:pPr lvl="0"/>
            <a:r>
              <a:rPr lang="en-US" dirty="0"/>
              <a:t>Click to edit Master text style</a:t>
            </a:r>
          </a:p>
        </p:txBody>
      </p:sp>
      <p:sp>
        <p:nvSpPr>
          <p:cNvPr id="7" name="Text Placeholder 3"/>
          <p:cNvSpPr>
            <a:spLocks noGrp="1"/>
          </p:cNvSpPr>
          <p:nvPr>
            <p:ph type="body" sz="quarter" idx="14"/>
          </p:nvPr>
        </p:nvSpPr>
        <p:spPr>
          <a:xfrm>
            <a:off x="6428794" y="1676400"/>
            <a:ext cx="5229590" cy="978729"/>
          </a:xfrm>
        </p:spPr>
        <p:txBody>
          <a:bodyPr/>
          <a:lstStyle>
            <a:lvl1pPr marL="340621" indent="-340621">
              <a:defRPr sz="2400"/>
            </a:lvl1pPr>
            <a:lvl2pPr marL="610825" indent="-260694">
              <a:defRPr sz="2160"/>
            </a:lvl2pPr>
            <a:lvl3pPr marL="896266" indent="-213126">
              <a:defRPr/>
            </a:lvl3pPr>
          </a:lstStyle>
          <a:p>
            <a:pPr lvl="0"/>
            <a:r>
              <a:rPr lang="en-US" dirty="0"/>
              <a:t>Click to edit Master text styles</a:t>
            </a:r>
          </a:p>
          <a:p>
            <a:pPr lvl="1"/>
            <a:r>
              <a:rPr lang="en-US" dirty="0"/>
              <a:t>Second level</a:t>
            </a:r>
          </a:p>
          <a:p>
            <a:pPr lvl="2"/>
            <a:r>
              <a:rPr lang="en-US" dirty="0"/>
              <a:t>Third level</a:t>
            </a:r>
          </a:p>
        </p:txBody>
      </p:sp>
      <p:sp>
        <p:nvSpPr>
          <p:cNvPr id="8" name="Text Placeholder 3"/>
          <p:cNvSpPr>
            <a:spLocks noGrp="1"/>
          </p:cNvSpPr>
          <p:nvPr>
            <p:ph type="body" sz="quarter" idx="13"/>
          </p:nvPr>
        </p:nvSpPr>
        <p:spPr>
          <a:xfrm>
            <a:off x="506743" y="1676400"/>
            <a:ext cx="5229590" cy="978729"/>
          </a:xfrm>
        </p:spPr>
        <p:txBody>
          <a:bodyPr/>
          <a:lstStyle>
            <a:lvl1pPr marL="340621" indent="-340621">
              <a:defRPr sz="2400"/>
            </a:lvl1pPr>
            <a:lvl2pPr marL="610825" indent="-260694">
              <a:defRPr sz="2160"/>
            </a:lvl2pPr>
            <a:lvl3pPr marL="896266" indent="-213126">
              <a:defRPr/>
            </a:lvl3pPr>
          </a:lstStyle>
          <a:p>
            <a:pPr lvl="0"/>
            <a:r>
              <a:rPr lang="en-US" dirty="0"/>
              <a:t>Click to edit Master text styles</a:t>
            </a:r>
          </a:p>
          <a:p>
            <a:pPr lvl="1"/>
            <a:r>
              <a:rPr lang="en-US" dirty="0"/>
              <a:t>Second level</a:t>
            </a:r>
          </a:p>
          <a:p>
            <a:pPr lvl="2"/>
            <a:r>
              <a:rPr lang="en-US" dirty="0"/>
              <a:t>Third level</a:t>
            </a:r>
          </a:p>
        </p:txBody>
      </p:sp>
      <p:sp>
        <p:nvSpPr>
          <p:cNvPr id="9" name="Text Placeholder 4"/>
          <p:cNvSpPr>
            <a:spLocks noGrp="1"/>
          </p:cNvSpPr>
          <p:nvPr>
            <p:ph type="body" sz="quarter" idx="17"/>
          </p:nvPr>
        </p:nvSpPr>
        <p:spPr>
          <a:xfrm>
            <a:off x="506743" y="875734"/>
            <a:ext cx="3258905" cy="295466"/>
          </a:xfrm>
        </p:spPr>
        <p:txBody>
          <a:bodyPr wrap="none" anchor="t" anchorCtr="0"/>
          <a:lstStyle>
            <a:lvl1pPr>
              <a:buNone/>
              <a:defRPr sz="1920">
                <a:solidFill>
                  <a:srgbClr val="6F7176"/>
                </a:solidFill>
              </a:defRPr>
            </a:lvl1pPr>
          </a:lstStyle>
          <a:p>
            <a:pPr lvl="0"/>
            <a:r>
              <a:rPr lang="en-US" dirty="0"/>
              <a:t>Click to edit Master text styles</a:t>
            </a:r>
          </a:p>
        </p:txBody>
      </p:sp>
    </p:spTree>
    <p:extLst>
      <p:ext uri="{BB962C8B-B14F-4D97-AF65-F5344CB8AC3E}">
        <p14:creationId xmlns:p14="http://schemas.microsoft.com/office/powerpoint/2010/main" val="258989810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4" name="Rectangle 3"/>
          <p:cNvSpPr/>
          <p:nvPr userDrawn="1"/>
        </p:nvSpPr>
        <p:spPr>
          <a:xfrm>
            <a:off x="0" y="6675442"/>
            <a:ext cx="9729470" cy="1825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9606" tIns="54804" rIns="109606" bIns="54804" anchor="ctr"/>
          <a:lstStyle/>
          <a:p>
            <a:pPr algn="ctr" defTabSz="1096070">
              <a:defRPr/>
            </a:pPr>
            <a:endParaRPr lang="en-US" sz="2160" dirty="0">
              <a:solidFill>
                <a:prstClr val="white"/>
              </a:solidFill>
            </a:endParaRPr>
          </a:p>
        </p:txBody>
      </p:sp>
      <p:sp>
        <p:nvSpPr>
          <p:cNvPr id="3" name="Subtitle 2"/>
          <p:cNvSpPr>
            <a:spLocks noGrp="1"/>
          </p:cNvSpPr>
          <p:nvPr>
            <p:ph type="subTitle" idx="1"/>
          </p:nvPr>
        </p:nvSpPr>
        <p:spPr>
          <a:xfrm>
            <a:off x="4864813" y="2895605"/>
            <a:ext cx="6080918" cy="1962150"/>
          </a:xfrm>
        </p:spPr>
        <p:txBody>
          <a:bodyPr>
            <a:noAutofit/>
          </a:bodyPr>
          <a:lstStyle>
            <a:lvl1pPr marL="270214" indent="-270214" algn="r">
              <a:buFont typeface="Arial" pitchFamily="34" charset="0"/>
              <a:buNone/>
              <a:defRPr sz="2400">
                <a:solidFill>
                  <a:schemeClr val="tx1"/>
                </a:solidFill>
              </a:defRPr>
            </a:lvl1pPr>
            <a:lvl2pPr marL="548038" indent="0" algn="ctr">
              <a:buNone/>
              <a:defRPr>
                <a:solidFill>
                  <a:schemeClr val="tx1">
                    <a:tint val="75000"/>
                  </a:schemeClr>
                </a:solidFill>
              </a:defRPr>
            </a:lvl2pPr>
            <a:lvl3pPr marL="1096070" indent="0" algn="ctr">
              <a:buNone/>
              <a:defRPr>
                <a:solidFill>
                  <a:schemeClr val="tx1">
                    <a:tint val="75000"/>
                  </a:schemeClr>
                </a:solidFill>
              </a:defRPr>
            </a:lvl3pPr>
            <a:lvl4pPr marL="1644103" indent="0" algn="ctr">
              <a:buNone/>
              <a:defRPr>
                <a:solidFill>
                  <a:schemeClr val="tx1">
                    <a:tint val="75000"/>
                  </a:schemeClr>
                </a:solidFill>
              </a:defRPr>
            </a:lvl4pPr>
            <a:lvl5pPr marL="2192138" indent="0" algn="ctr">
              <a:buNone/>
              <a:defRPr>
                <a:solidFill>
                  <a:schemeClr val="tx1">
                    <a:tint val="75000"/>
                  </a:schemeClr>
                </a:solidFill>
              </a:defRPr>
            </a:lvl5pPr>
            <a:lvl6pPr marL="2740169" indent="0" algn="ctr">
              <a:buNone/>
              <a:defRPr>
                <a:solidFill>
                  <a:schemeClr val="tx1">
                    <a:tint val="75000"/>
                  </a:schemeClr>
                </a:solidFill>
              </a:defRPr>
            </a:lvl6pPr>
            <a:lvl7pPr marL="3288204" indent="0" algn="ctr">
              <a:buNone/>
              <a:defRPr>
                <a:solidFill>
                  <a:schemeClr val="tx1">
                    <a:tint val="75000"/>
                  </a:schemeClr>
                </a:solidFill>
              </a:defRPr>
            </a:lvl7pPr>
            <a:lvl8pPr marL="3836243" indent="0" algn="ctr">
              <a:buNone/>
              <a:defRPr>
                <a:solidFill>
                  <a:schemeClr val="tx1">
                    <a:tint val="75000"/>
                  </a:schemeClr>
                </a:solidFill>
              </a:defRPr>
            </a:lvl8pPr>
            <a:lvl9pPr marL="438428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p:nvPr>
        </p:nvSpPr>
        <p:spPr>
          <a:xfrm>
            <a:off x="1216184" y="2214690"/>
            <a:ext cx="9729470" cy="590932"/>
          </a:xfrm>
        </p:spPr>
        <p:txBody>
          <a:bodyPr/>
          <a:lstStyle>
            <a:lvl1pPr algn="r">
              <a:defRPr sz="384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78282007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Bulle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27231" y="1666629"/>
            <a:ext cx="11415357" cy="4354712"/>
          </a:xfrm>
          <a:prstGeom prst="rect">
            <a:avLst/>
          </a:prstGeom>
        </p:spPr>
        <p:txBody>
          <a:bodyPr>
            <a:noAutofit/>
          </a:bodyPr>
          <a:lstStyle>
            <a:lvl1pPr marL="336815" indent="-268309">
              <a:lnSpc>
                <a:spcPct val="95000"/>
              </a:lnSpc>
              <a:spcBef>
                <a:spcPts val="1332"/>
              </a:spcBef>
              <a:buClr>
                <a:schemeClr val="tx2"/>
              </a:buClr>
              <a:buSzPct val="80000"/>
              <a:buFont typeface="Wingdings" panose="05000000000000000000" pitchFamily="2" charset="2"/>
              <a:buChar char="§"/>
              <a:defRPr sz="2400" b="0" i="0">
                <a:solidFill>
                  <a:schemeClr val="tx2"/>
                </a:solidFill>
                <a:latin typeface="Arial" panose="020B0604020202020204" pitchFamily="34" charset="0"/>
                <a:cs typeface="Arial" panose="020B0604020202020204" pitchFamily="34" charset="0"/>
              </a:defRPr>
            </a:lvl1pPr>
            <a:lvl2pPr marL="608926" indent="-258793">
              <a:lnSpc>
                <a:spcPct val="95000"/>
              </a:lnSpc>
              <a:spcBef>
                <a:spcPts val="540"/>
              </a:spcBef>
              <a:buClr>
                <a:schemeClr val="tx2"/>
              </a:buClr>
              <a:buSzPct val="80000"/>
              <a:buFont typeface="Wingdings" panose="05000000000000000000" pitchFamily="2" charset="2"/>
              <a:buChar char="§"/>
              <a:defRPr sz="2160" b="0" i="0">
                <a:solidFill>
                  <a:schemeClr val="tx2"/>
                </a:solidFill>
                <a:latin typeface="Arial" panose="020B0604020202020204" pitchFamily="34" charset="0"/>
                <a:cs typeface="Arial" panose="020B0604020202020204" pitchFamily="34" charset="0"/>
              </a:defRPr>
            </a:lvl2pPr>
            <a:lvl3pPr marL="896266" indent="-205512">
              <a:buClr>
                <a:schemeClr val="tx2"/>
              </a:buClr>
              <a:buSzPct val="80000"/>
              <a:buFont typeface="Wingdings" panose="05000000000000000000" pitchFamily="2" charset="2"/>
              <a:buChar char="§"/>
              <a:defRPr sz="1920" b="0" i="0">
                <a:solidFill>
                  <a:schemeClr val="tx2"/>
                </a:solidFill>
                <a:latin typeface="Arial" panose="020B0604020202020204" pitchFamily="34" charset="0"/>
                <a:cs typeface="Arial" panose="020B0604020202020204" pitchFamily="34" charset="0"/>
              </a:defRPr>
            </a:lvl3pPr>
            <a:lvl4pPr marL="1092265" indent="-205512">
              <a:buClr>
                <a:schemeClr val="tx2"/>
              </a:buClr>
              <a:buSzPct val="80000"/>
              <a:buFont typeface="Wingdings" panose="05000000000000000000" pitchFamily="2" charset="2"/>
              <a:buChar char="§"/>
              <a:defRPr sz="1680" b="0" i="0">
                <a:solidFill>
                  <a:schemeClr val="tx2"/>
                </a:solidFill>
                <a:latin typeface="Arial" panose="020B0604020202020204" pitchFamily="34" charset="0"/>
                <a:cs typeface="Arial" panose="020B0604020202020204" pitchFamily="34" charset="0"/>
              </a:defRPr>
            </a:lvl4pPr>
            <a:lvl5pPr marL="1297778" indent="-201706">
              <a:buClr>
                <a:schemeClr val="tx2"/>
              </a:buClr>
              <a:buSzPct val="80000"/>
              <a:buFont typeface="Wingdings" panose="05000000000000000000" pitchFamily="2" charset="2"/>
              <a:buChar char="§"/>
              <a:defRPr sz="1440" b="0" i="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p:cNvSpPr>
            <a:spLocks noGrp="1"/>
          </p:cNvSpPr>
          <p:nvPr>
            <p:ph type="ctrTitle" hasCustomPrompt="1"/>
          </p:nvPr>
        </p:nvSpPr>
        <p:spPr>
          <a:xfrm>
            <a:off x="345466" y="404085"/>
            <a:ext cx="11518069" cy="971710"/>
          </a:xfrm>
          <a:prstGeom prst="rect">
            <a:avLst/>
          </a:prstGeom>
        </p:spPr>
        <p:txBody>
          <a:bodyPr anchor="t" anchorCtr="0">
            <a:noAutofit/>
          </a:bodyPr>
          <a:lstStyle>
            <a:lvl1pPr algn="l">
              <a:lnSpc>
                <a:spcPct val="90000"/>
              </a:lnSpc>
              <a:defRPr sz="3000" b="0" i="0" spc="0" baseline="0">
                <a:solidFill>
                  <a:srgbClr val="00A2BF"/>
                </a:solidFill>
                <a:latin typeface="Arial" panose="020B0604020202020204" pitchFamily="34" charset="0"/>
                <a:cs typeface="Arial" panose="020B0604020202020204" pitchFamily="34" charset="0"/>
              </a:defRPr>
            </a:lvl1pPr>
          </a:lstStyle>
          <a:p>
            <a:r>
              <a:rPr lang="en-US" dirty="0"/>
              <a:t>Bullet Title Goes Here</a:t>
            </a:r>
          </a:p>
        </p:txBody>
      </p:sp>
    </p:spTree>
    <p:extLst>
      <p:ext uri="{BB962C8B-B14F-4D97-AF65-F5344CB8AC3E}">
        <p14:creationId xmlns:p14="http://schemas.microsoft.com/office/powerpoint/2010/main" val="345959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4"/>
            <a:ext cx="5278674" cy="1443209"/>
          </a:xfrm>
          <a:prstGeom prst="rect">
            <a:avLst/>
          </a:prstGeom>
        </p:spPr>
      </p:pic>
      <p:sp>
        <p:nvSpPr>
          <p:cNvPr id="20" name="TextBox 20"/>
          <p:cNvSpPr txBox="1">
            <a:spLocks noChangeArrowheads="1"/>
          </p:cNvSpPr>
          <p:nvPr userDrawn="1"/>
        </p:nvSpPr>
        <p:spPr bwMode="gray">
          <a:xfrm>
            <a:off x="639907" y="6629614"/>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203427001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58" y="4053708"/>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7607" indent="0" algn="ctr">
              <a:buNone/>
              <a:defRPr>
                <a:solidFill>
                  <a:schemeClr val="tx1">
                    <a:tint val="75000"/>
                  </a:schemeClr>
                </a:solidFill>
              </a:defRPr>
            </a:lvl2pPr>
            <a:lvl3pPr marL="1095205" indent="0" algn="ctr">
              <a:buNone/>
              <a:defRPr>
                <a:solidFill>
                  <a:schemeClr val="tx1">
                    <a:tint val="75000"/>
                  </a:schemeClr>
                </a:solidFill>
              </a:defRPr>
            </a:lvl3pPr>
            <a:lvl4pPr marL="1642808" indent="0" algn="ctr">
              <a:buNone/>
              <a:defRPr>
                <a:solidFill>
                  <a:schemeClr val="tx1">
                    <a:tint val="75000"/>
                  </a:schemeClr>
                </a:solidFill>
              </a:defRPr>
            </a:lvl4pPr>
            <a:lvl5pPr marL="2190414" indent="0" algn="ctr">
              <a:buNone/>
              <a:defRPr>
                <a:solidFill>
                  <a:schemeClr val="tx1">
                    <a:tint val="75000"/>
                  </a:schemeClr>
                </a:solidFill>
              </a:defRPr>
            </a:lvl5pPr>
            <a:lvl6pPr marL="2738017" indent="0" algn="ctr">
              <a:buNone/>
              <a:defRPr>
                <a:solidFill>
                  <a:schemeClr val="tx1">
                    <a:tint val="75000"/>
                  </a:schemeClr>
                </a:solidFill>
              </a:defRPr>
            </a:lvl6pPr>
            <a:lvl7pPr marL="3285618" indent="0" algn="ctr">
              <a:buNone/>
              <a:defRPr>
                <a:solidFill>
                  <a:schemeClr val="tx1">
                    <a:tint val="75000"/>
                  </a:schemeClr>
                </a:solidFill>
              </a:defRPr>
            </a:lvl7pPr>
            <a:lvl8pPr marL="3833227" indent="0" algn="ctr">
              <a:buNone/>
              <a:defRPr>
                <a:solidFill>
                  <a:schemeClr val="tx1">
                    <a:tint val="75000"/>
                  </a:schemeClr>
                </a:solidFill>
              </a:defRPr>
            </a:lvl8pPr>
            <a:lvl9pPr marL="43808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58" y="2184431"/>
            <a:ext cx="7330886" cy="1477327"/>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sp>
        <p:nvSpPr>
          <p:cNvPr id="10" name="TextBox 20"/>
          <p:cNvSpPr txBox="1">
            <a:spLocks noChangeArrowheads="1"/>
          </p:cNvSpPr>
          <p:nvPr userDrawn="1"/>
        </p:nvSpPr>
        <p:spPr bwMode="gray">
          <a:xfrm>
            <a:off x="639907" y="6629614"/>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4"/>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287151457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6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18869" indent="-342258">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3518" indent="-32704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6610" indent="-273802">
              <a:spcBef>
                <a:spcPts val="0"/>
              </a:spcBef>
              <a:spcAft>
                <a:spcPts val="0"/>
              </a:spcAft>
              <a:buSzPct val="70000"/>
              <a:defRPr sz="2160" baseline="0">
                <a:latin typeface="Arial" pitchFamily="34" charset="0"/>
                <a:cs typeface="Arial" pitchFamily="34" charset="0"/>
              </a:defRPr>
            </a:lvl8pPr>
            <a:lvl9pPr marL="2184708" indent="-268099">
              <a:spcBef>
                <a:spcPts val="0"/>
              </a:spcBef>
              <a:spcAft>
                <a:spcPts val="0"/>
              </a:spcAft>
              <a:buSzPct val="70000"/>
              <a:buFont typeface="Arial" pitchFamily="34" charset="0"/>
              <a:buChar char="–"/>
              <a:defRPr sz="2160">
                <a:latin typeface="Arial" pitchFamily="34" charset="0"/>
                <a:cs typeface="Arial" pitchFamily="34" charset="0"/>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259185950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7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807"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18869" indent="-342258">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3518" indent="-32704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6610" indent="-273802">
              <a:spcBef>
                <a:spcPts val="0"/>
              </a:spcBef>
              <a:spcAft>
                <a:spcPts val="0"/>
              </a:spcAft>
              <a:buSzPct val="70000"/>
              <a:defRPr sz="2160" baseline="0">
                <a:latin typeface="Arial" pitchFamily="34" charset="0"/>
                <a:cs typeface="Arial" pitchFamily="34" charset="0"/>
              </a:defRPr>
            </a:lvl8pPr>
            <a:lvl9pPr marL="2184708" indent="-268099">
              <a:spcBef>
                <a:spcPts val="0"/>
              </a:spcBef>
              <a:spcAft>
                <a:spcPts val="0"/>
              </a:spcAft>
              <a:buSzPct val="70000"/>
              <a:buFont typeface="Arial" pitchFamily="34" charset="0"/>
              <a:buChar char="–"/>
              <a:defRPr sz="2160">
                <a:latin typeface="Arial" pitchFamily="34" charset="0"/>
                <a:cs typeface="Arial" pitchFamily="34" charset="0"/>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51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472841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5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8" y="1971706"/>
            <a:ext cx="10939321" cy="2215991"/>
          </a:xfrm>
        </p:spPr>
        <p:txBody>
          <a:bodyPr wrap="square">
            <a:spAutoFit/>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18869" indent="-342258">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3518" indent="-32704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6610" indent="-273802">
              <a:spcBef>
                <a:spcPts val="0"/>
              </a:spcBef>
              <a:spcAft>
                <a:spcPts val="0"/>
              </a:spcAft>
              <a:buSzPct val="70000"/>
              <a:defRPr sz="2160" baseline="0">
                <a:latin typeface="Arial" pitchFamily="34" charset="0"/>
                <a:cs typeface="Arial" pitchFamily="34" charset="0"/>
              </a:defRPr>
            </a:lvl8pPr>
            <a:lvl9pPr marL="2184708" indent="-268099">
              <a:spcBef>
                <a:spcPts val="0"/>
              </a:spcBef>
              <a:spcAft>
                <a:spcPts val="0"/>
              </a:spcAft>
              <a:buSzPct val="70000"/>
              <a:buFont typeface="Arial" pitchFamily="34" charset="0"/>
              <a:buChar char="–"/>
              <a:defRPr sz="2160">
                <a:latin typeface="Arial" pitchFamily="34" charset="0"/>
                <a:cs typeface="Arial" pitchFamily="34" charset="0"/>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419454733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810" y="1971691"/>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42" y="1971701"/>
            <a:ext cx="511599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1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2414261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4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12003"/>
            <a:ext cx="7347777"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5205"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7607" indent="0" algn="ctr">
              <a:buNone/>
              <a:defRPr>
                <a:solidFill>
                  <a:schemeClr val="tx1">
                    <a:tint val="75000"/>
                  </a:schemeClr>
                </a:solidFill>
              </a:defRPr>
            </a:lvl2pPr>
            <a:lvl3pPr marL="1095205" indent="0" algn="ctr">
              <a:buNone/>
              <a:defRPr>
                <a:solidFill>
                  <a:schemeClr val="tx1">
                    <a:tint val="75000"/>
                  </a:schemeClr>
                </a:solidFill>
              </a:defRPr>
            </a:lvl3pPr>
            <a:lvl4pPr marL="1642808" indent="0" algn="ctr">
              <a:buNone/>
              <a:defRPr>
                <a:solidFill>
                  <a:schemeClr val="tx1">
                    <a:tint val="75000"/>
                  </a:schemeClr>
                </a:solidFill>
              </a:defRPr>
            </a:lvl4pPr>
            <a:lvl5pPr marL="2190414" indent="0" algn="ctr">
              <a:buNone/>
              <a:defRPr>
                <a:solidFill>
                  <a:schemeClr val="tx1">
                    <a:tint val="75000"/>
                  </a:schemeClr>
                </a:solidFill>
              </a:defRPr>
            </a:lvl5pPr>
            <a:lvl6pPr marL="2738017" indent="0" algn="ctr">
              <a:buNone/>
              <a:defRPr>
                <a:solidFill>
                  <a:schemeClr val="tx1">
                    <a:tint val="75000"/>
                  </a:schemeClr>
                </a:solidFill>
              </a:defRPr>
            </a:lvl6pPr>
            <a:lvl7pPr marL="3285618" indent="0" algn="ctr">
              <a:buNone/>
              <a:defRPr>
                <a:solidFill>
                  <a:schemeClr val="tx1">
                    <a:tint val="75000"/>
                  </a:schemeClr>
                </a:solidFill>
              </a:defRPr>
            </a:lvl7pPr>
            <a:lvl8pPr marL="3833227" indent="0" algn="ctr">
              <a:buNone/>
              <a:defRPr>
                <a:solidFill>
                  <a:schemeClr val="tx1">
                    <a:tint val="75000"/>
                  </a:schemeClr>
                </a:solidFill>
              </a:defRPr>
            </a:lvl8pPr>
            <a:lvl9pPr marL="438083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303"/>
            <a:ext cx="7347777" cy="1477327"/>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5205"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4"/>
            <a:ext cx="5278674" cy="1443209"/>
          </a:xfrm>
          <a:prstGeom prst="rect">
            <a:avLst/>
          </a:prstGeom>
        </p:spPr>
      </p:pic>
      <p:pic>
        <p:nvPicPr>
          <p:cNvPr id="12" name="Picture 11"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414533819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4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67"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51769" y="4240629"/>
            <a:ext cx="5029425"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5205"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7607" indent="0" algn="ctr">
              <a:buNone/>
              <a:defRPr>
                <a:solidFill>
                  <a:schemeClr val="tx1">
                    <a:tint val="75000"/>
                  </a:schemeClr>
                </a:solidFill>
              </a:defRPr>
            </a:lvl2pPr>
            <a:lvl3pPr marL="1095205" indent="0" algn="ctr">
              <a:buNone/>
              <a:defRPr>
                <a:solidFill>
                  <a:schemeClr val="tx1">
                    <a:tint val="75000"/>
                  </a:schemeClr>
                </a:solidFill>
              </a:defRPr>
            </a:lvl3pPr>
            <a:lvl4pPr marL="1642808" indent="0" algn="ctr">
              <a:buNone/>
              <a:defRPr>
                <a:solidFill>
                  <a:schemeClr val="tx1">
                    <a:tint val="75000"/>
                  </a:schemeClr>
                </a:solidFill>
              </a:defRPr>
            </a:lvl4pPr>
            <a:lvl5pPr marL="2190414" indent="0" algn="ctr">
              <a:buNone/>
              <a:defRPr>
                <a:solidFill>
                  <a:schemeClr val="tx1">
                    <a:tint val="75000"/>
                  </a:schemeClr>
                </a:solidFill>
              </a:defRPr>
            </a:lvl5pPr>
            <a:lvl6pPr marL="2738017" indent="0" algn="ctr">
              <a:buNone/>
              <a:defRPr>
                <a:solidFill>
                  <a:schemeClr val="tx1">
                    <a:tint val="75000"/>
                  </a:schemeClr>
                </a:solidFill>
              </a:defRPr>
            </a:lvl6pPr>
            <a:lvl7pPr marL="3285618" indent="0" algn="ctr">
              <a:buNone/>
              <a:defRPr>
                <a:solidFill>
                  <a:schemeClr val="tx1">
                    <a:tint val="75000"/>
                  </a:schemeClr>
                </a:solidFill>
              </a:defRPr>
            </a:lvl7pPr>
            <a:lvl8pPr marL="3833227" indent="0" algn="ctr">
              <a:buNone/>
              <a:defRPr>
                <a:solidFill>
                  <a:schemeClr val="tx1">
                    <a:tint val="75000"/>
                  </a:schemeClr>
                </a:solidFill>
              </a:defRPr>
            </a:lvl8pPr>
            <a:lvl9pPr marL="438083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3" y="1971731"/>
            <a:ext cx="5029425" cy="1477328"/>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5205"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4"/>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5" y="476643"/>
            <a:ext cx="3281600" cy="656554"/>
          </a:xfrm>
          <a:prstGeom prst="rect">
            <a:avLst/>
          </a:prstGeom>
        </p:spPr>
      </p:pic>
    </p:spTree>
    <p:extLst>
      <p:ext uri="{BB962C8B-B14F-4D97-AF65-F5344CB8AC3E}">
        <p14:creationId xmlns:p14="http://schemas.microsoft.com/office/powerpoint/2010/main" val="390777708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4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818" y="246704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146" y="246704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818" y="1925649"/>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146" y="1925649"/>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8" name="Straight Connector 7"/>
          <p:cNvCxnSpPr/>
          <p:nvPr userDrawn="1"/>
        </p:nvCxnSpPr>
        <p:spPr bwMode="gray">
          <a:xfrm>
            <a:off x="639765"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4"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8" y="127051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49629489"/>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8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818" y="246704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146" y="2467043"/>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818" y="1925649"/>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146" y="1925649"/>
            <a:ext cx="5232124" cy="332399"/>
          </a:xfrm>
          <a:noFill/>
          <a:ln>
            <a:noFill/>
          </a:ln>
        </p:spPr>
        <p:txBody>
          <a:bodyPr wrap="square" lIns="0" tIns="0" rIns="0" bIns="0" anchor="b" anchorCtr="0">
            <a:spAutoFit/>
          </a:bodyPr>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33" name="Straight Connector 32"/>
          <p:cNvCxnSpPr/>
          <p:nvPr userDrawn="1"/>
        </p:nvCxnSpPr>
        <p:spPr bwMode="gray">
          <a:xfrm>
            <a:off x="639765"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4"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818" y="4703369"/>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146" y="4703369"/>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69006" indent="-279509">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347959" lvl="0" indent="-347959" algn="l" defTabSz="1095205"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4502" lvl="2" indent="-334646" algn="l" defTabSz="1095205"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19150" lvl="3" indent="-334646" algn="l" defTabSz="1095205"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1398" lvl="4" indent="-342258" algn="l" defTabSz="1118027"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18869" lvl="5" indent="-342258" algn="l" defTabSz="1095205"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818" y="4162009"/>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lvl="0" indent="0" algn="l" defTabSz="1095205"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146" y="4162009"/>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lvl="0" indent="0" algn="l" defTabSz="1095205"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5"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4" y="4581063"/>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8" y="127051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7394975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9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324" y="1971838"/>
            <a:ext cx="2717411" cy="1514261"/>
          </a:xfrm>
          <a:ln>
            <a:noFill/>
          </a:ln>
        </p:spPr>
        <p:txBody>
          <a:bodyPr wrap="square" lIns="0" tIns="0" rIns="0" bIns="0">
            <a:spAutoFit/>
          </a:bodyPr>
          <a:lstStyle>
            <a:lvl1pPr marL="0" marR="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marR="0" lvl="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83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258" y="1971838"/>
            <a:ext cx="2717411" cy="1514261"/>
          </a:xfrm>
          <a:ln>
            <a:noFill/>
          </a:ln>
        </p:spPr>
        <p:txBody>
          <a:bodyPr wrap="square" lIns="0" tIns="0" rIns="0" bIns="0">
            <a:spAutoFit/>
          </a:bodyPr>
          <a:lstStyle>
            <a:lvl1pPr marL="0" marR="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marR="0" lvl="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2258" lvl="1" indent="-342258" algn="l" defTabSz="1095205"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4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324" y="4241980"/>
            <a:ext cx="2717411" cy="1514261"/>
          </a:xfrm>
          <a:ln>
            <a:noFill/>
          </a:ln>
        </p:spPr>
        <p:txBody>
          <a:bodyPr wrap="square" lIns="0" tIns="0" rIns="0" bIns="0">
            <a:spAutoFit/>
          </a:bodyPr>
          <a:lstStyle>
            <a:lvl1pPr marL="0" marR="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marR="0" lvl="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2258" lvl="1" indent="-342258" algn="l" defTabSz="1095205"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831" y="4241862"/>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258" y="4241980"/>
            <a:ext cx="2717411" cy="1514261"/>
          </a:xfrm>
          <a:ln>
            <a:noFill/>
          </a:ln>
        </p:spPr>
        <p:txBody>
          <a:bodyPr wrap="square" lIns="0" tIns="0" rIns="0" bIns="0">
            <a:spAutoFit/>
          </a:bodyPr>
          <a:lstStyle>
            <a:lvl1pPr marL="0" marR="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69006" indent="-279509">
              <a:spcBef>
                <a:spcPts val="0"/>
              </a:spcBef>
              <a:spcAft>
                <a:spcPts val="0"/>
              </a:spcAft>
              <a:buSzPct val="70000"/>
              <a:defRPr sz="2160">
                <a:latin typeface="+mj-lt"/>
              </a:defRPr>
            </a:lvl6pPr>
            <a:lvl7pPr marL="1642808" indent="-273802">
              <a:spcBef>
                <a:spcPts val="0"/>
              </a:spcBef>
              <a:spcAft>
                <a:spcPts val="0"/>
              </a:spcAft>
              <a:buSzPct val="70000"/>
              <a:buFont typeface="Arial" pitchFamily="34" charset="0"/>
              <a:buChar char="–"/>
              <a:defRPr sz="2160" baseline="0">
                <a:latin typeface="+mj-lt"/>
              </a:defRPr>
            </a:lvl7pPr>
            <a:lvl8pPr marL="1916610" indent="-273802">
              <a:spcBef>
                <a:spcPts val="0"/>
              </a:spcBef>
              <a:spcAft>
                <a:spcPts val="0"/>
              </a:spcAft>
              <a:buSzPct val="70000"/>
              <a:defRPr sz="2160" baseline="0">
                <a:latin typeface="+mj-lt"/>
              </a:defRPr>
            </a:lvl8pPr>
            <a:lvl9pPr marL="2184708" indent="-268099">
              <a:spcBef>
                <a:spcPts val="0"/>
              </a:spcBef>
              <a:spcAft>
                <a:spcPts val="0"/>
              </a:spcAft>
              <a:buSzPct val="70000"/>
              <a:buFont typeface="Arial" pitchFamily="34" charset="0"/>
              <a:buChar char="–"/>
              <a:defRPr sz="2160">
                <a:latin typeface="+mj-lt"/>
              </a:defRPr>
            </a:lvl9pPr>
          </a:lstStyle>
          <a:p>
            <a:pPr marL="0" marR="0" lvl="0" indent="0" algn="l" defTabSz="1095205"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2258" lvl="1" indent="-342258" algn="l" defTabSz="1095205"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41" y="4241862"/>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8" y="1270517"/>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5205"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15585172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4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866" y="1971675"/>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8" y="1270517"/>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5205"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26769641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4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866" y="1971691"/>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866"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517"/>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1872864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5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312"/>
            <a:ext cx="8951113"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5205"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8049" y="3369517"/>
            <a:ext cx="8984134" cy="2601225"/>
          </a:xfrm>
          <a:prstGeom prst="rect">
            <a:avLst/>
          </a:prstGeom>
          <a:noFill/>
          <a:ln w="9525">
            <a:noFill/>
            <a:miter lim="800000"/>
            <a:headEnd/>
            <a:tailEnd/>
          </a:ln>
        </p:spPr>
        <p:txBody>
          <a:bodyPr wrap="square" lIns="0" tIns="0" rIns="0" bIns="0">
            <a:spAutoFit/>
          </a:bodyPr>
          <a:lstStyle/>
          <a:p>
            <a:pPr algn="just" defTabSz="1096070">
              <a:spcBef>
                <a:spcPts val="720"/>
              </a:spcBef>
            </a:pPr>
            <a:r>
              <a:rPr lang="en-US" sz="1200" b="1" dirty="0">
                <a:solidFill>
                  <a:srgbClr val="6D6E71"/>
                </a:solidFill>
                <a:cs typeface="Arial" pitchFamily="34" charset="0"/>
              </a:rPr>
              <a:t>Disclaimer </a:t>
            </a:r>
          </a:p>
          <a:p>
            <a:pPr algn="just" defTabSz="1096070">
              <a:spcBef>
                <a:spcPts val="720"/>
              </a:spcBef>
            </a:pPr>
            <a:r>
              <a:rPr lang="en-US" sz="1080"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8005" y="2140241"/>
            <a:ext cx="8957288" cy="3323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95205"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8" name="TextBox 20"/>
          <p:cNvSpPr txBox="1">
            <a:spLocks noChangeArrowheads="1"/>
          </p:cNvSpPr>
          <p:nvPr userDrawn="1"/>
        </p:nvSpPr>
        <p:spPr bwMode="gray">
          <a:xfrm>
            <a:off x="639907" y="6629614"/>
            <a:ext cx="2906245" cy="147733"/>
          </a:xfrm>
          <a:prstGeom prst="rect">
            <a:avLst/>
          </a:prstGeom>
          <a:noFill/>
          <a:ln w="9525">
            <a:noFill/>
            <a:miter lim="800000"/>
            <a:headEnd/>
            <a:tailEnd/>
          </a:ln>
        </p:spPr>
        <p:txBody>
          <a:bodyPr wrap="none" lIns="0" tIns="0" rIns="0" bIns="0">
            <a:spAutoFit/>
          </a:bodyPr>
          <a:lstStyle/>
          <a:p>
            <a:pPr defTabSz="1096070">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spTree>
    <p:extLst>
      <p:ext uri="{BB962C8B-B14F-4D97-AF65-F5344CB8AC3E}">
        <p14:creationId xmlns:p14="http://schemas.microsoft.com/office/powerpoint/2010/main" val="282954094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9519" tIns="54760" rIns="109519" bIns="54760" rtlCol="0" anchor="ctr"/>
          <a:lstStyle/>
          <a:p>
            <a:pPr algn="ctr" defTabSz="1096070"/>
            <a:endParaRPr lang="en-US" sz="216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479684" y="2717237"/>
            <a:ext cx="7452460" cy="1491023"/>
          </a:xfrm>
          <a:prstGeom prst="rect">
            <a:avLst/>
          </a:prstGeom>
        </p:spPr>
      </p:pic>
    </p:spTree>
    <p:extLst>
      <p:ext uri="{BB962C8B-B14F-4D97-AF65-F5344CB8AC3E}">
        <p14:creationId xmlns:p14="http://schemas.microsoft.com/office/powerpoint/2010/main" val="155384650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9"/>
            <a:ext cx="5278674" cy="1443209"/>
          </a:xfrm>
          <a:prstGeom prst="rect">
            <a:avLst/>
          </a:prstGeom>
        </p:spPr>
      </p:pic>
      <p:sp>
        <p:nvSpPr>
          <p:cNvPr id="20" name="TextBox 20"/>
          <p:cNvSpPr txBox="1">
            <a:spLocks noChangeArrowheads="1"/>
          </p:cNvSpPr>
          <p:nvPr userDrawn="1"/>
        </p:nvSpPr>
        <p:spPr bwMode="gray">
          <a:xfrm>
            <a:off x="639798" y="6629482"/>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2016 Tech Mahindra. All rights reserved.</a:t>
            </a: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9" y="476643"/>
            <a:ext cx="3281600" cy="656554"/>
          </a:xfrm>
          <a:prstGeom prst="rect">
            <a:avLst/>
          </a:prstGeom>
        </p:spPr>
      </p:pic>
    </p:spTree>
    <p:extLst>
      <p:ext uri="{BB962C8B-B14F-4D97-AF65-F5344CB8AC3E}">
        <p14:creationId xmlns:p14="http://schemas.microsoft.com/office/powerpoint/2010/main" val="376245313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9"/>
            <a:ext cx="5278674" cy="1443209"/>
          </a:xfrm>
          <a:prstGeom prst="rect">
            <a:avLst/>
          </a:prstGeom>
        </p:spPr>
      </p:pic>
      <p:sp>
        <p:nvSpPr>
          <p:cNvPr id="20" name="TextBox 20"/>
          <p:cNvSpPr txBox="1">
            <a:spLocks noChangeArrowheads="1"/>
          </p:cNvSpPr>
          <p:nvPr userDrawn="1"/>
        </p:nvSpPr>
        <p:spPr bwMode="gray">
          <a:xfrm>
            <a:off x="639798" y="6629482"/>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9253597" y="383967"/>
            <a:ext cx="2491986" cy="498575"/>
          </a:xfrm>
          <a:prstGeom prst="rect">
            <a:avLst/>
          </a:prstGeom>
        </p:spPr>
      </p:pic>
    </p:spTree>
    <p:extLst>
      <p:ext uri="{BB962C8B-B14F-4D97-AF65-F5344CB8AC3E}">
        <p14:creationId xmlns:p14="http://schemas.microsoft.com/office/powerpoint/2010/main" val="360107704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5_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0258" y="4053708"/>
            <a:ext cx="7330886" cy="277000"/>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0258" y="2184407"/>
            <a:ext cx="7330886" cy="1477327"/>
          </a:xfrm>
        </p:spPr>
        <p:txBody>
          <a:bodyPr wrap="square">
            <a:spAutoFit/>
          </a:bodyPr>
          <a:lstStyle>
            <a:lvl1pPr algn="l">
              <a:defRPr sz="4800" b="1">
                <a:solidFill>
                  <a:schemeClr val="bg2"/>
                </a:solidFill>
                <a:latin typeface="Arial" pitchFamily="34" charset="0"/>
                <a:cs typeface="Arial" pitchFamily="34" charset="0"/>
              </a:defRPr>
            </a:lvl1pPr>
          </a:lstStyle>
          <a:p>
            <a:r>
              <a:rPr lang="en-US" dirty="0"/>
              <a:t>Click to Edit Master Title Style</a:t>
            </a:r>
          </a:p>
        </p:txBody>
      </p:sp>
      <p:sp>
        <p:nvSpPr>
          <p:cNvPr id="10" name="TextBox 20"/>
          <p:cNvSpPr txBox="1">
            <a:spLocks noChangeArrowheads="1"/>
          </p:cNvSpPr>
          <p:nvPr userDrawn="1"/>
        </p:nvSpPr>
        <p:spPr bwMode="gray">
          <a:xfrm>
            <a:off x="639798" y="6629482"/>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2016 Tech Mahindra. All rights reserved.</a:t>
            </a:r>
          </a:p>
        </p:txBody>
      </p:sp>
      <p:pic>
        <p:nvPicPr>
          <p:cNvPr id="12" name="Picture 11"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9"/>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9" y="476643"/>
            <a:ext cx="3281600" cy="656554"/>
          </a:xfrm>
          <a:prstGeom prst="rect">
            <a:avLst/>
          </a:prstGeom>
        </p:spPr>
      </p:pic>
    </p:spTree>
    <p:extLst>
      <p:ext uri="{BB962C8B-B14F-4D97-AF65-F5344CB8AC3E}">
        <p14:creationId xmlns:p14="http://schemas.microsoft.com/office/powerpoint/2010/main" val="170063968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7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8"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344743689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9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8" y="719191"/>
            <a:ext cx="10939319"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39768" y="1971701"/>
            <a:ext cx="10939321" cy="1661993"/>
          </a:xfrm>
        </p:spPr>
        <p:txBody>
          <a:bodyPr wrap="square">
            <a:spAutoFit/>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9801713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6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39768" y="1971700"/>
            <a:ext cx="10939321" cy="2215991"/>
          </a:xfrm>
        </p:spPr>
        <p:txBody>
          <a:bodyPr wrap="square">
            <a:spAutoFit/>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7777387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794" y="1971680"/>
            <a:ext cx="5424264" cy="4162426"/>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35642" y="1971701"/>
            <a:ext cx="5115995"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6557874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5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47148" y="4011880"/>
            <a:ext cx="7347777"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47150" y="2200283"/>
            <a:ext cx="7347777" cy="1477327"/>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242"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9"/>
            <a:ext cx="5278674" cy="1443209"/>
          </a:xfrm>
          <a:prstGeom prst="rect">
            <a:avLst/>
          </a:prstGeom>
        </p:spPr>
      </p:pic>
      <p:pic>
        <p:nvPicPr>
          <p:cNvPr id="12" name="Picture 11"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9" y="476643"/>
            <a:ext cx="3281600" cy="656554"/>
          </a:xfrm>
          <a:prstGeom prst="rect">
            <a:avLst/>
          </a:prstGeom>
        </p:spPr>
      </p:pic>
    </p:spTree>
    <p:extLst>
      <p:ext uri="{BB962C8B-B14F-4D97-AF65-F5344CB8AC3E}">
        <p14:creationId xmlns:p14="http://schemas.microsoft.com/office/powerpoint/2010/main" val="162414975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5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39767" y="1971730"/>
            <a:ext cx="5455936"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51769" y="4240485"/>
            <a:ext cx="5029425" cy="3323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51773" y="1971689"/>
            <a:ext cx="5029425" cy="1477328"/>
          </a:xfrm>
          <a:noFill/>
          <a:ln w="9525">
            <a:noFill/>
            <a:miter lim="800000"/>
            <a:headEnd/>
            <a:tailEnd/>
          </a:ln>
        </p:spPr>
        <p:txBody>
          <a:bodyPr vert="horz" wrap="square" lIns="0" tIns="0" rIns="0" bIns="0" numCol="1" anchor="t" anchorCtr="0" compatLnSpc="1">
            <a:prstTxWarp prst="textNoShape">
              <a:avLst/>
            </a:prstTxWarp>
            <a:spAutoFit/>
          </a:bodyPr>
          <a:lstStyle>
            <a:lvl1pPr algn="l" defTabSz="1096242"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1069" y="19"/>
            <a:ext cx="5278674" cy="1443209"/>
          </a:xfrm>
          <a:prstGeom prst="rect">
            <a:avLst/>
          </a:prstGeom>
        </p:spPr>
      </p:pic>
      <p:pic>
        <p:nvPicPr>
          <p:cNvPr id="7" name="Picture 6" descr="Mahindra 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8058569" y="476643"/>
            <a:ext cx="3281600" cy="656554"/>
          </a:xfrm>
          <a:prstGeom prst="rect">
            <a:avLst/>
          </a:prstGeom>
        </p:spPr>
      </p:pic>
    </p:spTree>
    <p:extLst>
      <p:ext uri="{BB962C8B-B14F-4D97-AF65-F5344CB8AC3E}">
        <p14:creationId xmlns:p14="http://schemas.microsoft.com/office/powerpoint/2010/main" val="299917538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39801" y="2467001"/>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49103" y="2467001"/>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39801" y="1925547"/>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49103" y="1925547"/>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8" name="Straight Connector 7"/>
          <p:cNvCxnSpPr/>
          <p:nvPr userDrawn="1"/>
        </p:nvCxnSpPr>
        <p:spPr bwMode="gray">
          <a:xfrm>
            <a:off x="639765"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49074"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2047801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39801" y="2467001"/>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49103" y="2467001"/>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39801" y="1925547"/>
            <a:ext cx="5232124" cy="332399"/>
          </a:xfrm>
          <a:noFill/>
          <a:ln>
            <a:noFill/>
          </a:ln>
        </p:spPr>
        <p:txBody>
          <a:bodyPr wrap="square" lIns="0" tIns="0" rIns="0" bIns="0" anchor="b" anchorCtr="0">
            <a:spAutoFit/>
          </a:bodyPr>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49103" y="1925547"/>
            <a:ext cx="5232124" cy="332399"/>
          </a:xfrm>
          <a:noFill/>
          <a:ln>
            <a:noFill/>
          </a:ln>
        </p:spPr>
        <p:txBody>
          <a:bodyPr wrap="square" lIns="0" tIns="0" rIns="0" bIns="0" anchor="b" anchorCtr="0">
            <a:spAutoFit/>
          </a:bodyPr>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dirty="0"/>
              <a:t>Heading 2</a:t>
            </a:r>
          </a:p>
        </p:txBody>
      </p:sp>
      <p:cxnSp>
        <p:nvCxnSpPr>
          <p:cNvPr id="33" name="Straight Connector 32"/>
          <p:cNvCxnSpPr/>
          <p:nvPr userDrawn="1"/>
        </p:nvCxnSpPr>
        <p:spPr bwMode="gray">
          <a:xfrm>
            <a:off x="639765"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49074" y="234475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39801" y="4703315"/>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49103" y="4703315"/>
            <a:ext cx="5232124" cy="1661993"/>
          </a:xfrm>
          <a:ln>
            <a:noFill/>
          </a:ln>
        </p:spPr>
        <p:txBody>
          <a:bodyPr wrap="square" lIns="0" tIns="0" rIns="0" bIns="0">
            <a:spAutoFit/>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348287" lvl="0" indent="-348287" algn="l" defTabSz="1096242"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685150" lvl="2" indent="-334963" algn="l" defTabSz="1096242"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1020112" lvl="3" indent="-334963" algn="l" defTabSz="1096242"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362690" lvl="4" indent="-342575" algn="l" defTabSz="1119078"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720489" lvl="5" indent="-342575" algn="l" defTabSz="1096242"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39801" y="4161867"/>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lvl="0" indent="0" algn="l" defTabSz="1096242"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49103" y="4161867"/>
            <a:ext cx="5232124" cy="332399"/>
          </a:xfrm>
          <a:noFill/>
          <a:ln>
            <a:noFill/>
          </a:ln>
        </p:spPr>
        <p:txBody>
          <a:bodyPr wrap="square" lIns="0" tIns="0" rIns="0" bIns="0" anchor="b" anchorCtr="0">
            <a:spAutoFit/>
          </a:bodyPr>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lvl="0" indent="0" algn="l" defTabSz="1096242"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39765" y="458107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49074" y="4581070"/>
            <a:ext cx="5195983"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5140269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43184" y="1971754"/>
            <a:ext cx="2717411" cy="1514261"/>
          </a:xfrm>
          <a:ln>
            <a:noFill/>
          </a:ln>
        </p:spPr>
        <p:txBody>
          <a:bodyPr wrap="square" lIns="0" tIns="0" rIns="0" bIns="0">
            <a:spAutoFit/>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marR="0" lvl="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3980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70180" y="1971754"/>
            <a:ext cx="2717411" cy="1514261"/>
          </a:xfrm>
          <a:ln>
            <a:noFill/>
          </a:ln>
        </p:spPr>
        <p:txBody>
          <a:bodyPr wrap="square" lIns="0" tIns="0" rIns="0" bIns="0">
            <a:spAutoFit/>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marR="0" lvl="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342575" lvl="1" indent="-342575" algn="l" defTabSz="109624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66741" y="1971697"/>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43184" y="4241884"/>
            <a:ext cx="2717411" cy="1514261"/>
          </a:xfrm>
          <a:ln>
            <a:noFill/>
          </a:ln>
        </p:spPr>
        <p:txBody>
          <a:bodyPr wrap="square" lIns="0" tIns="0" rIns="0" bIns="0">
            <a:spAutoFit/>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marR="0" lvl="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342575" lvl="1" indent="-342575" algn="l" defTabSz="109624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39801" y="4241820"/>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70180" y="4241884"/>
            <a:ext cx="2717411" cy="1514261"/>
          </a:xfrm>
          <a:ln>
            <a:noFill/>
          </a:ln>
        </p:spPr>
        <p:txBody>
          <a:bodyPr wrap="square" lIns="0" tIns="0" rIns="0" bIns="0">
            <a:spAutoFit/>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marL="0" marR="0" lvl="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342575" lvl="1" indent="-342575" algn="l" defTabSz="1096242"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66741" y="4241820"/>
            <a:ext cx="2299347"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39768" y="1270475"/>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242"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1962657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5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778" y="1971675"/>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39768" y="1270475"/>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marL="0" lvl="0" indent="0" algn="l" defTabSz="1096242"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5957691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5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778" y="1971680"/>
            <a:ext cx="10941431" cy="4162426"/>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39778" y="727087"/>
            <a:ext cx="10941431"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16623856"/>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6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17945" y="1527312"/>
            <a:ext cx="8951113" cy="590931"/>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840" b="1" kern="1200" dirty="0">
                <a:solidFill>
                  <a:schemeClr val="tx2"/>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17973" y="3369517"/>
            <a:ext cx="8984134" cy="2601225"/>
          </a:xfrm>
          <a:prstGeom prst="rect">
            <a:avLst/>
          </a:prstGeom>
          <a:noFill/>
          <a:ln w="9525">
            <a:noFill/>
            <a:miter lim="800000"/>
            <a:headEnd/>
            <a:tailEnd/>
          </a:ln>
        </p:spPr>
        <p:txBody>
          <a:bodyPr wrap="square" lIns="0" tIns="0" rIns="0" bIns="0">
            <a:spAutoFit/>
          </a:bodyPr>
          <a:lstStyle/>
          <a:p>
            <a:pPr algn="just" defTabSz="1096242">
              <a:spcBef>
                <a:spcPts val="720"/>
              </a:spcBef>
            </a:pPr>
            <a:r>
              <a:rPr lang="en-US" sz="1200" b="1" dirty="0">
                <a:solidFill>
                  <a:srgbClr val="6D6E71"/>
                </a:solidFill>
                <a:cs typeface="Arial" pitchFamily="34" charset="0"/>
              </a:rPr>
              <a:t>Disclaimer </a:t>
            </a:r>
          </a:p>
          <a:p>
            <a:pPr algn="just" defTabSz="1096242">
              <a:spcBef>
                <a:spcPts val="720"/>
              </a:spcBef>
            </a:pPr>
            <a:r>
              <a:rPr lang="en-US" sz="1080"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17996" y="2140193"/>
            <a:ext cx="8957288" cy="3323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6" name="TextBox 20"/>
          <p:cNvSpPr txBox="1">
            <a:spLocks noChangeArrowheads="1"/>
          </p:cNvSpPr>
          <p:nvPr userDrawn="1"/>
        </p:nvSpPr>
        <p:spPr bwMode="gray">
          <a:xfrm>
            <a:off x="639798" y="6629482"/>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261036745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Rectangle 2"/>
          <p:cNvSpPr/>
          <p:nvPr userDrawn="1"/>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9627" tIns="54814" rIns="109627" bIns="54814" rtlCol="0" anchor="ctr"/>
          <a:lstStyle/>
          <a:p>
            <a:pPr algn="ctr" defTabSz="1096242"/>
            <a:endParaRPr lang="en-US" sz="2160" dirty="0">
              <a:solidFill>
                <a:prstClr val="black"/>
              </a:solidFill>
            </a:endParaRPr>
          </a:p>
        </p:txBody>
      </p:sp>
      <p:pic>
        <p:nvPicPr>
          <p:cNvPr id="4" name="Picture 3" descr="Mahindra Logo.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2479597" y="2717237"/>
            <a:ext cx="7452460" cy="1491023"/>
          </a:xfrm>
          <a:prstGeom prst="rect">
            <a:avLst/>
          </a:prstGeom>
        </p:spPr>
      </p:pic>
    </p:spTree>
    <p:extLst>
      <p:ext uri="{BB962C8B-B14F-4D97-AF65-F5344CB8AC3E}">
        <p14:creationId xmlns:p14="http://schemas.microsoft.com/office/powerpoint/2010/main" val="117768618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10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61838" cy="6858000"/>
          </a:xfrm>
          <a:prstGeom prst="rect">
            <a:avLst/>
          </a:prstGeom>
        </p:spPr>
      </p:pic>
      <p:sp>
        <p:nvSpPr>
          <p:cNvPr id="2" name="Title 1"/>
          <p:cNvSpPr>
            <a:spLocks noGrp="1"/>
          </p:cNvSpPr>
          <p:nvPr>
            <p:ph type="title"/>
          </p:nvPr>
        </p:nvSpPr>
        <p:spPr bwMode="gray">
          <a:xfrm>
            <a:off x="639768" y="719188"/>
            <a:ext cx="10939321" cy="517065"/>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360" b="1" kern="1200" dirty="0">
                <a:solidFill>
                  <a:schemeClr val="tx1">
                    <a:lumMod val="75000"/>
                    <a:lumOff val="25000"/>
                  </a:schemeClr>
                </a:solidFill>
                <a:latin typeface="Arial" pitchFamily="34" charset="0"/>
                <a:ea typeface="+mj-ea"/>
                <a:cs typeface="Arial" pitchFamily="34" charset="0"/>
              </a:defRPr>
            </a:lvl1pPr>
          </a:lstStyle>
          <a:p>
            <a:pPr lvl="0" algn="l" defTabSz="1096242" rtl="0" eaLnBrk="1" fontAlgn="base" latinLnBrk="0" hangingPunct="1">
              <a:spcBef>
                <a:spcPct val="0"/>
              </a:spcBef>
              <a:spcAft>
                <a:spcPct val="0"/>
              </a:spcAft>
              <a:buNone/>
            </a:pPr>
            <a:r>
              <a:rPr lang="en-US" dirty="0"/>
              <a:t>Click to edit Master title style</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513" y="4"/>
            <a:ext cx="2679891" cy="952500"/>
          </a:xfrm>
          <a:prstGeom prst="rect">
            <a:avLst/>
          </a:prstGeom>
        </p:spPr>
      </p:pic>
      <p:sp>
        <p:nvSpPr>
          <p:cNvPr id="9" name="Slide Number Placeholder 5"/>
          <p:cNvSpPr txBox="1">
            <a:spLocks/>
          </p:cNvSpPr>
          <p:nvPr userDrawn="1"/>
        </p:nvSpPr>
        <p:spPr bwMode="auto">
          <a:xfrm>
            <a:off x="11755760" y="6598627"/>
            <a:ext cx="187552" cy="184666"/>
          </a:xfrm>
          <a:prstGeom prst="rect">
            <a:avLst/>
          </a:prstGeom>
          <a:noFill/>
          <a:ln w="9525">
            <a:noFill/>
            <a:miter lim="800000"/>
            <a:headEnd/>
            <a:tailEnd/>
          </a:ln>
        </p:spPr>
        <p:txBody>
          <a:bodyPr wrap="none" lIns="0" tIns="0" rIns="0" bIns="0" anchor="ctr">
            <a:spAutoFit/>
          </a:bodyPr>
          <a:lstStyle/>
          <a:p>
            <a:pPr algn="r" defTabSz="1096242">
              <a:defRPr/>
            </a:pPr>
            <a:fld id="{6856ECDB-1CEE-4F69-ADCA-557460F2116E}" type="slidenum">
              <a:rPr lang="en-US" sz="1200">
                <a:solidFill>
                  <a:srgbClr val="6D6E71"/>
                </a:solidFill>
                <a:cs typeface="Arial" pitchFamily="34" charset="0"/>
              </a:rPr>
              <a:pPr algn="r" defTabSz="1096242">
                <a:defRPr/>
              </a:pPr>
              <a:t>‹#›</a:t>
            </a:fld>
            <a:endParaRPr lang="en-US" sz="1200" dirty="0">
              <a:solidFill>
                <a:srgbClr val="6D6E71"/>
              </a:solidFill>
              <a:cs typeface="Arial" pitchFamily="34" charset="0"/>
            </a:endParaRPr>
          </a:p>
        </p:txBody>
      </p:sp>
      <p:sp>
        <p:nvSpPr>
          <p:cNvPr id="10" name="TextBox 20"/>
          <p:cNvSpPr txBox="1">
            <a:spLocks noChangeArrowheads="1"/>
          </p:cNvSpPr>
          <p:nvPr userDrawn="1"/>
        </p:nvSpPr>
        <p:spPr bwMode="gray">
          <a:xfrm>
            <a:off x="639844" y="6629578"/>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2013 Tech Mahindra. All rights reserved.</a:t>
            </a:r>
          </a:p>
        </p:txBody>
      </p:sp>
      <p:sp>
        <p:nvSpPr>
          <p:cNvPr id="11" name="TextBox 20"/>
          <p:cNvSpPr txBox="1">
            <a:spLocks noChangeArrowheads="1"/>
          </p:cNvSpPr>
          <p:nvPr userDrawn="1"/>
        </p:nvSpPr>
        <p:spPr bwMode="gray">
          <a:xfrm>
            <a:off x="639844" y="6629818"/>
            <a:ext cx="2906245" cy="147733"/>
          </a:xfrm>
          <a:prstGeom prst="rect">
            <a:avLst/>
          </a:prstGeom>
          <a:noFill/>
          <a:ln w="9525">
            <a:noFill/>
            <a:miter lim="800000"/>
            <a:headEnd/>
            <a:tailEnd/>
          </a:ln>
        </p:spPr>
        <p:txBody>
          <a:bodyPr wrap="none" lIns="0" tIns="0" rIns="0" bIns="0">
            <a:spAutoFit/>
          </a:bodyPr>
          <a:lstStyle/>
          <a:p>
            <a:pPr defTabSz="1096242">
              <a:defRPr/>
            </a:pPr>
            <a:r>
              <a:rPr lang="en-US" sz="96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2967126630"/>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6_Agenda">
    <p:spTree>
      <p:nvGrpSpPr>
        <p:cNvPr id="1" name=""/>
        <p:cNvGrpSpPr/>
        <p:nvPr/>
      </p:nvGrpSpPr>
      <p:grpSpPr>
        <a:xfrm>
          <a:off x="0" y="0"/>
          <a:ext cx="0" cy="0"/>
          <a:chOff x="0" y="0"/>
          <a:chExt cx="0" cy="0"/>
        </a:xfrm>
      </p:grpSpPr>
      <p:sp>
        <p:nvSpPr>
          <p:cNvPr id="5" name="Title 1"/>
          <p:cNvSpPr>
            <a:spLocks noGrp="1"/>
          </p:cNvSpPr>
          <p:nvPr>
            <p:ph type="title"/>
          </p:nvPr>
        </p:nvSpPr>
        <p:spPr bwMode="gray">
          <a:xfrm>
            <a:off x="639778" y="727201"/>
            <a:ext cx="10941431" cy="443198"/>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80" b="1" kern="1200" dirty="0">
                <a:solidFill>
                  <a:schemeClr val="tx2"/>
                </a:solidFill>
                <a:latin typeface="Arial" pitchFamily="34" charset="0"/>
                <a:ea typeface="+mj-ea"/>
                <a:cs typeface="Arial" pitchFamily="34" charset="0"/>
              </a:defRPr>
            </a:lvl1pPr>
          </a:lstStyle>
          <a:p>
            <a:pPr lvl="0" algn="l" defTabSz="913354" rtl="0" eaLnBrk="1" fontAlgn="base" latinLnBrk="0" hangingPunct="1">
              <a:spcBef>
                <a:spcPct val="0"/>
              </a:spcBef>
              <a:spcAft>
                <a:spcPct val="0"/>
              </a:spcAft>
              <a:buNone/>
            </a:pPr>
            <a:r>
              <a:rPr lang="en-US" dirty="0"/>
              <a:t>Click to edit Master title style</a:t>
            </a:r>
          </a:p>
        </p:txBody>
      </p:sp>
      <p:sp>
        <p:nvSpPr>
          <p:cNvPr id="7" name="Text Placeholder 41"/>
          <p:cNvSpPr>
            <a:spLocks noGrp="1"/>
          </p:cNvSpPr>
          <p:nvPr>
            <p:ph type="body" sz="quarter" idx="13"/>
          </p:nvPr>
        </p:nvSpPr>
        <p:spPr bwMode="gray">
          <a:xfrm>
            <a:off x="639764" y="1218911"/>
            <a:ext cx="10939321" cy="258533"/>
          </a:xfrm>
        </p:spPr>
        <p:txBody>
          <a:bodyPr/>
          <a:lstStyle>
            <a:lvl1pPr marL="0" indent="0">
              <a:buNone/>
              <a:defRPr sz="1680" b="1">
                <a:solidFill>
                  <a:schemeClr val="bg2"/>
                </a:solidFill>
                <a:latin typeface="Arial" pitchFamily="34" charset="0"/>
                <a:cs typeface="Arial" pitchFamily="34" charset="0"/>
              </a:defRPr>
            </a:lvl1pPr>
          </a:lstStyle>
          <a:p>
            <a:pPr lvl="0"/>
            <a:r>
              <a:rPr lang="en-US" dirty="0"/>
              <a:t>Click to edit Master text styles</a:t>
            </a:r>
          </a:p>
        </p:txBody>
      </p:sp>
      <p:pic>
        <p:nvPicPr>
          <p:cNvPr id="8" name="Picture 7" descr="Ridge.pd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Tree>
    <p:extLst>
      <p:ext uri="{BB962C8B-B14F-4D97-AF65-F5344CB8AC3E}">
        <p14:creationId xmlns:p14="http://schemas.microsoft.com/office/powerpoint/2010/main" val="304025697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ltGray">
          <a:xfrm>
            <a:off x="2116" y="1"/>
            <a:ext cx="5278576" cy="1443038"/>
          </a:xfrm>
          <a:prstGeom prst="rect">
            <a:avLst/>
          </a:prstGeom>
          <a:noFill/>
          <a:ln w="9525">
            <a:noFill/>
            <a:miter lim="800000"/>
            <a:headEnd/>
            <a:tailEnd/>
          </a:ln>
        </p:spPr>
      </p:pic>
      <p:sp>
        <p:nvSpPr>
          <p:cNvPr id="3" name="Slide Number Placeholder 5"/>
          <p:cNvSpPr txBox="1">
            <a:spLocks/>
          </p:cNvSpPr>
          <p:nvPr/>
        </p:nvSpPr>
        <p:spPr bwMode="auto">
          <a:xfrm>
            <a:off x="11754860" y="6598184"/>
            <a:ext cx="187552" cy="184666"/>
          </a:xfrm>
          <a:prstGeom prst="rect">
            <a:avLst/>
          </a:prstGeom>
          <a:noFill/>
          <a:ln w="9525">
            <a:noFill/>
            <a:miter lim="800000"/>
            <a:headEnd/>
            <a:tailEnd/>
          </a:ln>
        </p:spPr>
        <p:txBody>
          <a:bodyPr wrap="none" lIns="0" tIns="0" rIns="0" bIns="0" anchor="ctr">
            <a:spAutoFit/>
          </a:bodyPr>
          <a:lstStyle/>
          <a:p>
            <a:pPr algn="r" defTabSz="1096242">
              <a:defRPr/>
            </a:pPr>
            <a:fld id="{CB2FFE75-C069-4F3F-B6FF-201F91F66277}" type="slidenum">
              <a:rPr lang="en-US" sz="1200">
                <a:solidFill>
                  <a:srgbClr val="6D6E71"/>
                </a:solidFill>
                <a:cs typeface="Arial" pitchFamily="34" charset="0"/>
              </a:rPr>
              <a:pPr algn="r" defTabSz="1096242">
                <a:defRPr/>
              </a:pPr>
              <a:t>‹#›</a:t>
            </a:fld>
            <a:endParaRPr lang="en-US" sz="1200" dirty="0">
              <a:solidFill>
                <a:srgbClr val="6D6E71"/>
              </a:solidFill>
              <a:cs typeface="Arial" pitchFamily="34" charset="0"/>
            </a:endParaRPr>
          </a:p>
        </p:txBody>
      </p:sp>
    </p:spTree>
    <p:extLst>
      <p:ext uri="{BB962C8B-B14F-4D97-AF65-F5344CB8AC3E}">
        <p14:creationId xmlns:p14="http://schemas.microsoft.com/office/powerpoint/2010/main" val="144468939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6_Title Slide 2">
    <p:spTree>
      <p:nvGrpSpPr>
        <p:cNvPr id="1" name=""/>
        <p:cNvGrpSpPr/>
        <p:nvPr/>
      </p:nvGrpSpPr>
      <p:grpSpPr>
        <a:xfrm>
          <a:off x="0" y="0"/>
          <a:ext cx="0" cy="0"/>
          <a:chOff x="0" y="0"/>
          <a:chExt cx="0" cy="0"/>
        </a:xfrm>
      </p:grpSpPr>
      <p:pic>
        <p:nvPicPr>
          <p:cNvPr id="4" name="Picture 9" descr="ridge4.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ltGray">
          <a:xfrm>
            <a:off x="2116" y="1"/>
            <a:ext cx="5278576" cy="1443038"/>
          </a:xfrm>
          <a:prstGeom prst="rect">
            <a:avLst/>
          </a:prstGeom>
          <a:noFill/>
          <a:ln w="9525">
            <a:noFill/>
            <a:miter lim="800000"/>
            <a:headEnd/>
            <a:tailEnd/>
          </a:ln>
        </p:spPr>
      </p:pic>
      <p:sp>
        <p:nvSpPr>
          <p:cNvPr id="3" name="Subtitle 2"/>
          <p:cNvSpPr>
            <a:spLocks noGrp="1"/>
          </p:cNvSpPr>
          <p:nvPr>
            <p:ph type="subTitle" idx="1"/>
          </p:nvPr>
        </p:nvSpPr>
        <p:spPr bwMode="gray">
          <a:xfrm>
            <a:off x="2430258" y="4053714"/>
            <a:ext cx="7330886" cy="277000"/>
          </a:xfrm>
        </p:spPr>
        <p:txBody>
          <a:bodyPr anchor="b">
            <a:noAutofit/>
          </a:bodyPr>
          <a:lstStyle>
            <a:lvl1pPr marL="0" indent="0" algn="l">
              <a:buNone/>
              <a:defRPr b="1">
                <a:solidFill>
                  <a:schemeClr val="tx2"/>
                </a:solidFill>
                <a:latin typeface="Arial" pitchFamily="34" charset="0"/>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0258" y="2184408"/>
            <a:ext cx="7330886" cy="1477327"/>
          </a:xfrm>
        </p:spPr>
        <p:txBody>
          <a:bodyPr/>
          <a:lstStyle>
            <a:lvl1pPr algn="l">
              <a:defRPr sz="4800" b="1">
                <a:solidFill>
                  <a:schemeClr val="bg2"/>
                </a:solidFill>
                <a:latin typeface="Arial" pitchFamily="34" charset="0"/>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3018471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9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8" y="719190"/>
            <a:ext cx="10939319"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39768" y="1971701"/>
            <a:ext cx="10939321" cy="1661994"/>
          </a:xfrm>
        </p:spPr>
        <p:txBody>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31177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39798" y="719190"/>
            <a:ext cx="10939319"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39768" y="1971701"/>
            <a:ext cx="10939321" cy="1661994"/>
          </a:xfrm>
        </p:spPr>
        <p:txBody>
          <a:bodyPr/>
          <a:lstStyle>
            <a:lvl1pPr algn="l" rtl="0" eaLnBrk="1" latinLnBrk="0" hangingPunct="1">
              <a:spcBef>
                <a:spcPts val="0"/>
              </a:spcBef>
              <a:spcAft>
                <a:spcPts val="0"/>
              </a:spcAft>
              <a:buClr>
                <a:schemeClr val="bg2"/>
              </a:buClr>
              <a:buSzPct val="120000"/>
              <a:defRPr lang="en-US" sz="216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16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16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16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0228460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7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39768" y="1971700"/>
            <a:ext cx="10939321" cy="2215991"/>
          </a:xfrm>
        </p:spPr>
        <p:txBody>
          <a:bodyPr/>
          <a:lstStyle>
            <a:lvl1pPr>
              <a:spcBef>
                <a:spcPts val="0"/>
              </a:spcBef>
              <a:spcAft>
                <a:spcPts val="0"/>
              </a:spcAft>
              <a:defRPr lang="en-US" sz="288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88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880" b="0" kern="1200" baseline="0" dirty="0" smtClean="0">
                <a:solidFill>
                  <a:schemeClr val="tx1"/>
                </a:solidFill>
                <a:latin typeface="Arial" pitchFamily="34" charset="0"/>
                <a:ea typeface="+mn-ea"/>
                <a:cs typeface="Arial" pitchFamily="34" charset="0"/>
              </a:defRPr>
            </a:lvl5pPr>
            <a:lvl6pPr marL="1720489" indent="-342575">
              <a:spcBef>
                <a:spcPts val="0"/>
              </a:spcBef>
              <a:spcAft>
                <a:spcPts val="0"/>
              </a:spcAft>
              <a:buClr>
                <a:schemeClr val="tx2"/>
              </a:buClr>
              <a:buSzPct val="70000"/>
              <a:buFont typeface="Wingdings" pitchFamily="2" charset="2"/>
              <a:buChar char="§"/>
              <a:defRPr lang="en-US" sz="2880" kern="1200" dirty="0" smtClean="0">
                <a:solidFill>
                  <a:schemeClr val="tx1"/>
                </a:solidFill>
                <a:latin typeface="Arial" pitchFamily="34" charset="0"/>
                <a:ea typeface="+mn-ea"/>
                <a:cs typeface="Arial" pitchFamily="34" charset="0"/>
              </a:defRPr>
            </a:lvl6pPr>
            <a:lvl7pPr marL="2055448" indent="-327350">
              <a:spcBef>
                <a:spcPts val="0"/>
              </a:spcBef>
              <a:spcAft>
                <a:spcPts val="0"/>
              </a:spcAft>
              <a:buClr>
                <a:schemeClr val="tx2"/>
              </a:buClr>
              <a:buSzPct val="70000"/>
              <a:buFont typeface="Arial" pitchFamily="34" charset="0"/>
              <a:buChar char="–"/>
              <a:defRPr sz="2160" baseline="0">
                <a:solidFill>
                  <a:schemeClr val="tx1"/>
                </a:solidFill>
                <a:latin typeface="+mn-lt"/>
                <a:cs typeface="Arial" pitchFamily="34" charset="0"/>
              </a:defRPr>
            </a:lvl7pPr>
            <a:lvl8pPr marL="1918421" indent="-274060">
              <a:spcBef>
                <a:spcPts val="0"/>
              </a:spcBef>
              <a:spcAft>
                <a:spcPts val="0"/>
              </a:spcAft>
              <a:buSzPct val="70000"/>
              <a:defRPr sz="2160" baseline="0">
                <a:latin typeface="Arial" pitchFamily="34" charset="0"/>
                <a:cs typeface="Arial" pitchFamily="34" charset="0"/>
              </a:defRPr>
            </a:lvl8pPr>
            <a:lvl9pPr marL="2186771" indent="-268352">
              <a:spcBef>
                <a:spcPts val="0"/>
              </a:spcBef>
              <a:spcAft>
                <a:spcPts val="0"/>
              </a:spcAft>
              <a:buSzPct val="70000"/>
              <a:buFont typeface="Arial" pitchFamily="34" charset="0"/>
              <a:buChar char="–"/>
              <a:defRPr sz="216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177016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39794" y="1971685"/>
            <a:ext cx="5424264" cy="4162426"/>
          </a:xfrm>
        </p:spPr>
        <p:txBody>
          <a:bodyPr>
            <a:noAutofit/>
          </a:bodyPr>
          <a:lstStyle>
            <a:lvl1pPr marL="0" indent="0">
              <a:buNone/>
              <a:defRPr>
                <a:latin typeface="Arial" pitchFamily="34" charset="0"/>
                <a:cs typeface="Arial" pitchFamily="34" charset="0"/>
              </a:defRPr>
            </a:lvl1pPr>
          </a:lstStyle>
          <a:p>
            <a:pPr lvl="0"/>
            <a:r>
              <a:rPr lang="en-US" noProof="0"/>
              <a:t>Click icon to add picture</a:t>
            </a:r>
            <a:endParaRPr lang="en-US" noProof="0" dirty="0"/>
          </a:p>
        </p:txBody>
      </p:sp>
      <p:sp>
        <p:nvSpPr>
          <p:cNvPr id="18" name="Text Placeholder 4"/>
          <p:cNvSpPr>
            <a:spLocks noGrp="1"/>
          </p:cNvSpPr>
          <p:nvPr>
            <p:ph type="body" sz="quarter" idx="19"/>
          </p:nvPr>
        </p:nvSpPr>
        <p:spPr bwMode="gray">
          <a:xfrm>
            <a:off x="6435646" y="1971701"/>
            <a:ext cx="5115995"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5413592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6_Divider Slide">
    <p:spTree>
      <p:nvGrpSpPr>
        <p:cNvPr id="1" name=""/>
        <p:cNvGrpSpPr/>
        <p:nvPr/>
      </p:nvGrpSpPr>
      <p:grpSpPr>
        <a:xfrm>
          <a:off x="0" y="0"/>
          <a:ext cx="0" cy="0"/>
          <a:chOff x="0" y="0"/>
          <a:chExt cx="0" cy="0"/>
        </a:xfrm>
      </p:grpSpPr>
      <p:pic>
        <p:nvPicPr>
          <p:cNvPr id="4" name="Picture 9" descr="ridge4.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ltGray">
          <a:xfrm>
            <a:off x="2116" y="1"/>
            <a:ext cx="5278576" cy="1443038"/>
          </a:xfrm>
          <a:prstGeom prst="rect">
            <a:avLst/>
          </a:prstGeom>
          <a:noFill/>
          <a:ln w="9525">
            <a:noFill/>
            <a:miter lim="800000"/>
            <a:headEnd/>
            <a:tailEnd/>
          </a:ln>
        </p:spPr>
      </p:pic>
      <p:sp>
        <p:nvSpPr>
          <p:cNvPr id="3" name="Subtitle 2"/>
          <p:cNvSpPr>
            <a:spLocks noGrp="1"/>
          </p:cNvSpPr>
          <p:nvPr>
            <p:ph type="subTitle" idx="1"/>
          </p:nvPr>
        </p:nvSpPr>
        <p:spPr bwMode="gray">
          <a:xfrm>
            <a:off x="2447148" y="4011883"/>
            <a:ext cx="7347777" cy="332399"/>
          </a:xfrm>
          <a:noFill/>
          <a:ln w="9525">
            <a:noFill/>
            <a:miter lim="800000"/>
            <a:headEnd/>
            <a:tailEnd/>
          </a:ln>
        </p:spPr>
        <p:txBody>
          <a:bodyPr anchor="b"/>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47150" y="2200289"/>
            <a:ext cx="7347777" cy="1477327"/>
          </a:xfrm>
          <a:noFill/>
          <a:ln w="9525">
            <a:noFill/>
            <a:miter lim="800000"/>
            <a:headEnd/>
            <a:tailEnd/>
          </a:ln>
        </p:spPr>
        <p:txBody>
          <a:bodyPr/>
          <a:lstStyle>
            <a:lvl1pPr algn="l" defTabSz="1096242"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2712055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6_Divider Slide 2">
    <p:spTree>
      <p:nvGrpSpPr>
        <p:cNvPr id="1" name=""/>
        <p:cNvGrpSpPr/>
        <p:nvPr/>
      </p:nvGrpSpPr>
      <p:grpSpPr>
        <a:xfrm>
          <a:off x="0" y="0"/>
          <a:ext cx="0" cy="0"/>
          <a:chOff x="0" y="0"/>
          <a:chExt cx="0" cy="0"/>
        </a:xfrm>
      </p:grpSpPr>
      <p:pic>
        <p:nvPicPr>
          <p:cNvPr id="5" name="Picture 9" descr="ridge4.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ltGray">
          <a:xfrm>
            <a:off x="2116" y="1"/>
            <a:ext cx="5278576" cy="1443038"/>
          </a:xfrm>
          <a:prstGeom prst="rect">
            <a:avLst/>
          </a:prstGeom>
          <a:noFill/>
          <a:ln w="9525">
            <a:noFill/>
            <a:miter lim="800000"/>
            <a:headEnd/>
            <a:tailEnd/>
          </a:ln>
        </p:spPr>
      </p:pic>
      <p:sp>
        <p:nvSpPr>
          <p:cNvPr id="12" name="Picture Placeholder 22"/>
          <p:cNvSpPr>
            <a:spLocks noGrp="1"/>
          </p:cNvSpPr>
          <p:nvPr>
            <p:ph type="pic" sz="quarter" idx="13"/>
          </p:nvPr>
        </p:nvSpPr>
        <p:spPr bwMode="gray">
          <a:xfrm>
            <a:off x="639767" y="1971730"/>
            <a:ext cx="5455936" cy="4175125"/>
          </a:xfrm>
        </p:spPr>
        <p:txBody>
          <a:bodyPr rtlCol="0">
            <a:normAutofit/>
          </a:bodyPr>
          <a:lstStyle>
            <a:lvl1pPr>
              <a:buNone/>
              <a:defRPr>
                <a:latin typeface="Arial" pitchFamily="34" charset="0"/>
                <a:cs typeface="Arial" pitchFamily="34" charset="0"/>
              </a:defRPr>
            </a:lvl1pPr>
          </a:lstStyle>
          <a:p>
            <a:pPr lvl="0"/>
            <a:r>
              <a:rPr lang="en-US" noProof="0"/>
              <a:t>Click icon to add picture</a:t>
            </a:r>
          </a:p>
        </p:txBody>
      </p:sp>
      <p:sp>
        <p:nvSpPr>
          <p:cNvPr id="22" name="Subtitle 2"/>
          <p:cNvSpPr>
            <a:spLocks noGrp="1"/>
          </p:cNvSpPr>
          <p:nvPr>
            <p:ph type="subTitle" idx="1"/>
          </p:nvPr>
        </p:nvSpPr>
        <p:spPr bwMode="gray">
          <a:xfrm>
            <a:off x="6551769" y="4240489"/>
            <a:ext cx="5029425" cy="332399"/>
          </a:xfrm>
          <a:noFill/>
          <a:ln w="9525">
            <a:noFill/>
            <a:miter lim="800000"/>
            <a:headEnd/>
            <a:tailEnd/>
          </a:ln>
        </p:spPr>
        <p:txBody>
          <a:bodyPr anchor="b"/>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a:solidFill>
                  <a:schemeClr val="tx2"/>
                </a:solidFill>
                <a:latin typeface="Arial" pitchFamily="34" charset="0"/>
                <a:ea typeface="+mn-ea"/>
                <a:cs typeface="Arial" pitchFamily="34" charset="0"/>
              </a:defRPr>
            </a:lvl1pPr>
            <a:lvl2pPr marL="548120" indent="0" algn="ctr">
              <a:buNone/>
              <a:defRPr>
                <a:solidFill>
                  <a:schemeClr val="tx1">
                    <a:tint val="75000"/>
                  </a:schemeClr>
                </a:solidFill>
              </a:defRPr>
            </a:lvl2pPr>
            <a:lvl3pPr marL="1096242" indent="0" algn="ctr">
              <a:buNone/>
              <a:defRPr>
                <a:solidFill>
                  <a:schemeClr val="tx1">
                    <a:tint val="75000"/>
                  </a:schemeClr>
                </a:solidFill>
              </a:defRPr>
            </a:lvl3pPr>
            <a:lvl4pPr marL="1644360" indent="0" algn="ctr">
              <a:buNone/>
              <a:defRPr>
                <a:solidFill>
                  <a:schemeClr val="tx1">
                    <a:tint val="75000"/>
                  </a:schemeClr>
                </a:solidFill>
              </a:defRPr>
            </a:lvl4pPr>
            <a:lvl5pPr marL="2192482" indent="0" algn="ctr">
              <a:buNone/>
              <a:defRPr>
                <a:solidFill>
                  <a:schemeClr val="tx1">
                    <a:tint val="75000"/>
                  </a:schemeClr>
                </a:solidFill>
              </a:defRPr>
            </a:lvl5pPr>
            <a:lvl6pPr marL="2740601" indent="0" algn="ctr">
              <a:buNone/>
              <a:defRPr>
                <a:solidFill>
                  <a:schemeClr val="tx1">
                    <a:tint val="75000"/>
                  </a:schemeClr>
                </a:solidFill>
              </a:defRPr>
            </a:lvl6pPr>
            <a:lvl7pPr marL="3288722" indent="0" algn="ctr">
              <a:buNone/>
              <a:defRPr>
                <a:solidFill>
                  <a:schemeClr val="tx1">
                    <a:tint val="75000"/>
                  </a:schemeClr>
                </a:solidFill>
              </a:defRPr>
            </a:lvl7pPr>
            <a:lvl8pPr marL="3836840" indent="0" algn="ctr">
              <a:buNone/>
              <a:defRPr>
                <a:solidFill>
                  <a:schemeClr val="tx1">
                    <a:tint val="75000"/>
                  </a:schemeClr>
                </a:solidFill>
              </a:defRPr>
            </a:lvl8pPr>
            <a:lvl9pPr marL="4384962" indent="0" algn="ctr">
              <a:buNone/>
              <a:defRPr>
                <a:solidFill>
                  <a:schemeClr val="tx1">
                    <a:tint val="75000"/>
                  </a:schemeClr>
                </a:solidFill>
              </a:defRPr>
            </a:lvl9pPr>
          </a:lstStyle>
          <a:p>
            <a:r>
              <a:rPr lang="en-US"/>
              <a:t>Click to edit Master subtitle style</a:t>
            </a:r>
            <a:endParaRPr lang="en-US" dirty="0"/>
          </a:p>
        </p:txBody>
      </p:sp>
      <p:sp>
        <p:nvSpPr>
          <p:cNvPr id="23" name="Title 8"/>
          <p:cNvSpPr>
            <a:spLocks noGrp="1"/>
          </p:cNvSpPr>
          <p:nvPr>
            <p:ph type="title"/>
          </p:nvPr>
        </p:nvSpPr>
        <p:spPr bwMode="gray">
          <a:xfrm>
            <a:off x="6551773" y="1971695"/>
            <a:ext cx="5029425" cy="1477328"/>
          </a:xfrm>
          <a:noFill/>
          <a:ln w="9525">
            <a:noFill/>
            <a:miter lim="800000"/>
            <a:headEnd/>
            <a:tailEnd/>
          </a:ln>
        </p:spPr>
        <p:txBody>
          <a:bodyPr/>
          <a:lstStyle>
            <a:lvl1pPr algn="l" defTabSz="1096242" rtl="0" eaLnBrk="1" latinLnBrk="0" hangingPunct="1">
              <a:spcBef>
                <a:spcPct val="0"/>
              </a:spcBef>
              <a:buNone/>
              <a:defRPr lang="en-US" sz="4800" b="1" kern="1200" dirty="0">
                <a:solidFill>
                  <a:schemeClr val="bg2"/>
                </a:solidFill>
                <a:latin typeface="Arial" pitchFamily="34" charset="0"/>
                <a:ea typeface="+mj-ea"/>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9995009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6_Content 2">
    <p:spTree>
      <p:nvGrpSpPr>
        <p:cNvPr id="1" name=""/>
        <p:cNvGrpSpPr/>
        <p:nvPr/>
      </p:nvGrpSpPr>
      <p:grpSpPr>
        <a:xfrm>
          <a:off x="0" y="0"/>
          <a:ext cx="0" cy="0"/>
          <a:chOff x="0" y="0"/>
          <a:chExt cx="0" cy="0"/>
        </a:xfrm>
      </p:grpSpPr>
      <p:cxnSp>
        <p:nvCxnSpPr>
          <p:cNvPr id="8" name="Straight Connector 7"/>
          <p:cNvCxnSpPr/>
          <p:nvPr/>
        </p:nvCxnSpPr>
        <p:spPr bwMode="gray">
          <a:xfrm>
            <a:off x="639817" y="2344758"/>
            <a:ext cx="5196229"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49101" y="2344758"/>
            <a:ext cx="5196229"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4"/>
          <p:cNvSpPr>
            <a:spLocks noGrp="1"/>
          </p:cNvSpPr>
          <p:nvPr>
            <p:ph type="body" sz="quarter" idx="10"/>
          </p:nvPr>
        </p:nvSpPr>
        <p:spPr bwMode="gray">
          <a:xfrm>
            <a:off x="639801" y="2467001"/>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49103" y="2467001"/>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39801" y="1925550"/>
            <a:ext cx="5232124" cy="332399"/>
          </a:xfrm>
          <a:noFill/>
          <a:ln>
            <a:noFill/>
          </a:ln>
        </p:spPr>
        <p:txBody>
          <a:bodyPr anchor="b"/>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49103" y="1925550"/>
            <a:ext cx="5232124" cy="332399"/>
          </a:xfrm>
          <a:noFill/>
          <a:ln>
            <a:noFill/>
          </a:ln>
        </p:spPr>
        <p:txBody>
          <a:bodyPr anchor="b"/>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10"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494577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2_Content 4">
    <p:spTree>
      <p:nvGrpSpPr>
        <p:cNvPr id="1" name=""/>
        <p:cNvGrpSpPr/>
        <p:nvPr/>
      </p:nvGrpSpPr>
      <p:grpSpPr>
        <a:xfrm>
          <a:off x="0" y="0"/>
          <a:ext cx="0" cy="0"/>
          <a:chOff x="0" y="0"/>
          <a:chExt cx="0" cy="0"/>
        </a:xfrm>
      </p:grpSpPr>
      <p:cxnSp>
        <p:nvCxnSpPr>
          <p:cNvPr id="12" name="Straight Connector 11"/>
          <p:cNvCxnSpPr/>
          <p:nvPr/>
        </p:nvCxnSpPr>
        <p:spPr bwMode="gray">
          <a:xfrm>
            <a:off x="639817" y="2344758"/>
            <a:ext cx="5196229"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a:off x="6349101" y="2344758"/>
            <a:ext cx="5196229"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a:off x="639817" y="4581527"/>
            <a:ext cx="5196229"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a:off x="6349101" y="4581527"/>
            <a:ext cx="5196229"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39801" y="2467001"/>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49103" y="2467001"/>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39801" y="1925550"/>
            <a:ext cx="5232124" cy="332399"/>
          </a:xfrm>
          <a:noFill/>
          <a:ln>
            <a:noFill/>
          </a:ln>
        </p:spPr>
        <p:txBody>
          <a:bodyPr anchor="b"/>
          <a:lstStyle>
            <a:lvl1pPr marL="0" indent="0">
              <a:spcBef>
                <a:spcPts val="0"/>
              </a:spcBef>
              <a:spcAft>
                <a:spcPts val="0"/>
              </a:spcAft>
              <a:buNone/>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49103" y="1925550"/>
            <a:ext cx="5232124" cy="332399"/>
          </a:xfrm>
          <a:noFill/>
          <a:ln>
            <a:noFill/>
          </a:ln>
        </p:spPr>
        <p:txBody>
          <a:bodyPr anchor="b"/>
          <a:lstStyle>
            <a:lvl1pPr marL="0" indent="0">
              <a:spcBef>
                <a:spcPts val="0"/>
              </a:spcBef>
              <a:spcAft>
                <a:spcPts val="0"/>
              </a:spcAft>
              <a:buNone/>
              <a:tabLst/>
              <a:defRPr sz="2160" b="1">
                <a:solidFill>
                  <a:schemeClr val="bg2"/>
                </a:solidFill>
                <a:latin typeface="Arial" pitchFamily="34" charset="0"/>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39801" y="4703315"/>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49103" y="4703315"/>
            <a:ext cx="5232124" cy="1661994"/>
          </a:xfrm>
          <a:ln>
            <a:noFill/>
          </a:ln>
        </p:spPr>
        <p:txBody>
          <a:bodyPr/>
          <a:lstStyle>
            <a:lvl1pPr>
              <a:spcBef>
                <a:spcPts val="0"/>
              </a:spcBef>
              <a:spcAft>
                <a:spcPts val="0"/>
              </a:spcAft>
              <a:defRPr lang="en-US" sz="216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2160" b="0" kern="1200" baseline="0" dirty="0" smtClean="0">
                <a:solidFill>
                  <a:schemeClr val="tx1"/>
                </a:solidFill>
                <a:latin typeface="+mn-lt"/>
                <a:ea typeface="+mn-ea"/>
                <a:cs typeface="Arial" pitchFamily="34" charset="0"/>
              </a:defRPr>
            </a:lvl2pPr>
            <a:lvl3pPr>
              <a:spcBef>
                <a:spcPts val="0"/>
              </a:spcBef>
              <a:spcAft>
                <a:spcPts val="0"/>
              </a:spcAft>
              <a:defRPr lang="en-US" sz="216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216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2160" b="0" kern="1200" baseline="0" dirty="0" smtClean="0">
                <a:solidFill>
                  <a:schemeClr val="tx1"/>
                </a:solidFill>
                <a:latin typeface="Arial" pitchFamily="34" charset="0"/>
                <a:ea typeface="+mn-ea"/>
                <a:cs typeface="Arial" pitchFamily="34" charset="0"/>
              </a:defRPr>
            </a:lvl5pPr>
            <a:lvl6pPr marL="1370300" indent="-279770">
              <a:spcBef>
                <a:spcPts val="0"/>
              </a:spcBef>
              <a:spcAft>
                <a:spcPts val="0"/>
              </a:spcAft>
              <a:buSzPct val="70000"/>
              <a:defRPr lang="en-US" sz="2160" kern="1200" dirty="0" smtClean="0">
                <a:solidFill>
                  <a:schemeClr val="tx1"/>
                </a:solidFill>
                <a:latin typeface="Arial" pitchFamily="34" charset="0"/>
                <a:ea typeface="+mn-ea"/>
                <a:cs typeface="Arial" pitchFamily="34" charset="0"/>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39801" y="4161871"/>
            <a:ext cx="5232124" cy="332399"/>
          </a:xfrm>
          <a:noFill/>
          <a:ln>
            <a:noFill/>
          </a:ln>
        </p:spPr>
        <p:txBody>
          <a:bodyPr anchor="b"/>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49103" y="4161871"/>
            <a:ext cx="5232124" cy="332399"/>
          </a:xfrm>
          <a:noFill/>
          <a:ln>
            <a:noFill/>
          </a:ln>
        </p:spPr>
        <p:txBody>
          <a:bodyPr anchor="b"/>
          <a:lstStyle>
            <a:lvl1pPr>
              <a:spcBef>
                <a:spcPts val="0"/>
              </a:spcBef>
              <a:spcAft>
                <a:spcPts val="0"/>
              </a:spcAft>
              <a:buNone/>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sz="2160">
                <a:latin typeface="+mj-lt"/>
              </a:defRPr>
            </a:lvl2pPr>
            <a:lvl3pPr>
              <a:spcBef>
                <a:spcPts val="0"/>
              </a:spcBef>
              <a:spcAft>
                <a:spcPts val="0"/>
              </a:spcAft>
              <a:defRPr sz="2160">
                <a:latin typeface="+mj-lt"/>
              </a:defRPr>
            </a:lvl3pPr>
            <a:lvl4pPr>
              <a:spcBef>
                <a:spcPts val="0"/>
              </a:spcBef>
              <a:spcAft>
                <a:spcPts val="0"/>
              </a:spcAft>
              <a:defRPr sz="2160">
                <a:latin typeface="+mj-lt"/>
              </a:defRPr>
            </a:lvl4pPr>
            <a:lvl5pPr>
              <a:spcBef>
                <a:spcPts val="0"/>
              </a:spcBef>
              <a:spcAft>
                <a:spcPts val="0"/>
              </a:spcAft>
              <a:defRPr sz="2160">
                <a:latin typeface="+mj-lt"/>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1738124"/>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3_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43228" y="1971693"/>
            <a:ext cx="2717411" cy="1846660"/>
          </a:xfrm>
          <a:ln>
            <a:noFill/>
          </a:ln>
        </p:spPr>
        <p:txBody>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920">
                <a:latin typeface="Arial" pitchFamily="34" charset="0"/>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39801" y="1971697"/>
            <a:ext cx="2299347"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70180" y="1971693"/>
            <a:ext cx="2717411" cy="1846660"/>
          </a:xfrm>
          <a:ln>
            <a:noFill/>
          </a:ln>
        </p:spPr>
        <p:txBody>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66776" y="1971697"/>
            <a:ext cx="2299347"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p:nvPr>
        </p:nvSpPr>
        <p:spPr bwMode="gray">
          <a:xfrm>
            <a:off x="3243228" y="4241829"/>
            <a:ext cx="2717411" cy="1846660"/>
          </a:xfrm>
          <a:ln>
            <a:noFill/>
          </a:ln>
        </p:spPr>
        <p:txBody>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39801" y="4241826"/>
            <a:ext cx="2299347"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p:nvPr>
        </p:nvSpPr>
        <p:spPr bwMode="gray">
          <a:xfrm>
            <a:off x="8870180" y="4241829"/>
            <a:ext cx="2717411" cy="1846660"/>
          </a:xfrm>
          <a:ln>
            <a:noFill/>
          </a:ln>
        </p:spPr>
        <p:txBody>
          <a:bodyPr/>
          <a:lstStyle>
            <a:lvl1pPr marL="0" marR="0" indent="0" algn="l" defTabSz="1096242" rtl="0" eaLnBrk="1" fontAlgn="base" latinLnBrk="0" hangingPunct="1">
              <a:lnSpc>
                <a:spcPct val="100000"/>
              </a:lnSpc>
              <a:spcBef>
                <a:spcPts val="0"/>
              </a:spcBef>
              <a:spcAft>
                <a:spcPts val="0"/>
              </a:spcAft>
              <a:buClr>
                <a:schemeClr val="tx2"/>
              </a:buClr>
              <a:buSzTx/>
              <a:buFont typeface="Arial" pitchFamily="34" charset="0"/>
              <a:buNone/>
              <a:tabLst/>
              <a:defRPr lang="en-US" sz="216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920" b="0" kern="1200" baseline="0" dirty="0" smtClean="0">
                <a:solidFill>
                  <a:schemeClr val="tx1"/>
                </a:solidFill>
                <a:latin typeface="Arial" pitchFamily="34" charset="0"/>
                <a:ea typeface="+mn-ea"/>
                <a:cs typeface="Arial" pitchFamily="34" charset="0"/>
              </a:defRPr>
            </a:lvl2pPr>
            <a:lvl3pPr>
              <a:spcBef>
                <a:spcPts val="0"/>
              </a:spcBef>
              <a:spcAft>
                <a:spcPts val="0"/>
              </a:spcAft>
              <a:defRPr sz="1920">
                <a:latin typeface="Arial" pitchFamily="34" charset="0"/>
                <a:cs typeface="Arial" pitchFamily="34" charset="0"/>
              </a:defRPr>
            </a:lvl3pPr>
            <a:lvl4pPr>
              <a:spcBef>
                <a:spcPts val="0"/>
              </a:spcBef>
              <a:spcAft>
                <a:spcPts val="0"/>
              </a:spcAft>
              <a:defRPr sz="1920">
                <a:latin typeface="Arial" pitchFamily="34" charset="0"/>
                <a:cs typeface="Arial" pitchFamily="34" charset="0"/>
              </a:defRPr>
            </a:lvl4pPr>
            <a:lvl5pPr>
              <a:spcBef>
                <a:spcPts val="0"/>
              </a:spcBef>
              <a:spcAft>
                <a:spcPts val="0"/>
              </a:spcAft>
              <a:defRPr sz="1920">
                <a:latin typeface="Arial" pitchFamily="34" charset="0"/>
                <a:cs typeface="Arial" pitchFamily="34" charset="0"/>
              </a:defRPr>
            </a:lvl5pPr>
            <a:lvl6pPr marL="1370300" indent="-279770">
              <a:spcBef>
                <a:spcPts val="0"/>
              </a:spcBef>
              <a:spcAft>
                <a:spcPts val="0"/>
              </a:spcAft>
              <a:buSzPct val="70000"/>
              <a:defRPr sz="2160">
                <a:latin typeface="+mj-lt"/>
              </a:defRPr>
            </a:lvl6pPr>
            <a:lvl7pPr marL="1644360" indent="-274060">
              <a:spcBef>
                <a:spcPts val="0"/>
              </a:spcBef>
              <a:spcAft>
                <a:spcPts val="0"/>
              </a:spcAft>
              <a:buSzPct val="70000"/>
              <a:buFont typeface="Arial" pitchFamily="34" charset="0"/>
              <a:buChar char="–"/>
              <a:defRPr sz="2160" baseline="0">
                <a:latin typeface="+mj-lt"/>
              </a:defRPr>
            </a:lvl7pPr>
            <a:lvl8pPr marL="1918421" indent="-274060">
              <a:spcBef>
                <a:spcPts val="0"/>
              </a:spcBef>
              <a:spcAft>
                <a:spcPts val="0"/>
              </a:spcAft>
              <a:buSzPct val="70000"/>
              <a:defRPr sz="2160" baseline="0">
                <a:latin typeface="+mj-lt"/>
              </a:defRPr>
            </a:lvl8pPr>
            <a:lvl9pPr marL="2186771" indent="-268352">
              <a:spcBef>
                <a:spcPts val="0"/>
              </a:spcBef>
              <a:spcAft>
                <a:spcPts val="0"/>
              </a:spcAft>
              <a:buSzPct val="70000"/>
              <a:buFont typeface="Arial" pitchFamily="34" charset="0"/>
              <a:buChar char="–"/>
              <a:defRPr sz="216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66776" y="4241826"/>
            <a:ext cx="2299347"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39768" y="127048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1712316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6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39822" y="1971675"/>
            <a:ext cx="10941431" cy="4162426"/>
          </a:xfrm>
        </p:spPr>
        <p:txBody>
          <a:bodyPr>
            <a:noAutofit/>
          </a:bodyPr>
          <a:lstStyle>
            <a:lvl1pPr marL="0" indent="0">
              <a:buNone/>
              <a:defRPr>
                <a:latin typeface="Arial" pitchFamily="34" charset="0"/>
                <a:cs typeface="Arial" pitchFamily="34" charset="0"/>
              </a:defRPr>
            </a:lvl1pPr>
          </a:lstStyle>
          <a:p>
            <a:pPr lvl="0"/>
            <a:r>
              <a:rPr lang="en-US" noProof="0"/>
              <a:t>Click icon to add table</a:t>
            </a:r>
            <a:endParaRPr lang="en-US" noProof="0" dirty="0"/>
          </a:p>
        </p:txBody>
      </p:sp>
      <p:sp>
        <p:nvSpPr>
          <p:cNvPr id="4"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39768" y="1270481"/>
            <a:ext cx="10939321" cy="332399"/>
          </a:xfrm>
        </p:spPr>
        <p:txBody>
          <a:bodyPr/>
          <a:lstStyle>
            <a:lvl1pPr>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21204028"/>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6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39822" y="1971685"/>
            <a:ext cx="10941431" cy="4162426"/>
          </a:xfrm>
        </p:spPr>
        <p:txBody>
          <a:bodyPr>
            <a:noAutofit/>
          </a:bodyPr>
          <a:lstStyle>
            <a:lvl1pPr marL="0" indent="0">
              <a:buNone/>
              <a:defRPr>
                <a:latin typeface="Arial" pitchFamily="34" charset="0"/>
                <a:cs typeface="Arial" pitchFamily="34" charset="0"/>
              </a:defRPr>
            </a:lvl1pPr>
          </a:lstStyle>
          <a:p>
            <a:pPr lvl="0"/>
            <a:r>
              <a:rPr lang="en-US" noProof="0"/>
              <a:t>Click icon to add chart</a:t>
            </a:r>
            <a:endParaRPr lang="en-US" noProof="0" dirty="0"/>
          </a:p>
        </p:txBody>
      </p:sp>
      <p:sp>
        <p:nvSpPr>
          <p:cNvPr id="4" name="Title 1"/>
          <p:cNvSpPr>
            <a:spLocks noGrp="1"/>
          </p:cNvSpPr>
          <p:nvPr>
            <p:ph type="title"/>
          </p:nvPr>
        </p:nvSpPr>
        <p:spPr bwMode="gray">
          <a:xfrm>
            <a:off x="639778" y="727086"/>
            <a:ext cx="10941431"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39768" y="1270475"/>
            <a:ext cx="10939321"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8719172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7_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817942" y="3370267"/>
            <a:ext cx="8984135" cy="2601225"/>
          </a:xfrm>
          <a:prstGeom prst="rect">
            <a:avLst/>
          </a:prstGeom>
          <a:noFill/>
          <a:ln w="9525">
            <a:noFill/>
            <a:miter lim="800000"/>
            <a:headEnd/>
            <a:tailEnd/>
          </a:ln>
        </p:spPr>
        <p:txBody>
          <a:bodyPr lIns="0" tIns="0" rIns="0" bIns="0">
            <a:spAutoFit/>
          </a:bodyPr>
          <a:lstStyle/>
          <a:p>
            <a:pPr algn="just" defTabSz="1096242">
              <a:spcBef>
                <a:spcPts val="720"/>
              </a:spcBef>
              <a:defRPr/>
            </a:pPr>
            <a:r>
              <a:rPr lang="en-US" sz="1200" b="1" dirty="0">
                <a:solidFill>
                  <a:srgbClr val="6D6E71"/>
                </a:solidFill>
                <a:cs typeface="Arial" pitchFamily="34" charset="0"/>
              </a:rPr>
              <a:t>Disclaimer </a:t>
            </a:r>
          </a:p>
          <a:p>
            <a:pPr algn="just" defTabSz="1096242">
              <a:spcBef>
                <a:spcPts val="720"/>
              </a:spcBef>
              <a:defRPr/>
            </a:pPr>
            <a:r>
              <a:rPr lang="en-US" sz="1080" dirty="0">
                <a:solidFill>
                  <a:srgbClr val="6D6E71"/>
                </a:solidFill>
                <a:cs typeface="Arial" pitchFamily="34" charset="0"/>
              </a:rPr>
              <a:t>Tech Mahindra Limited, herein referred to as </a:t>
            </a:r>
            <a:r>
              <a:rPr lang="en-US" sz="1080" dirty="0" err="1">
                <a:solidFill>
                  <a:srgbClr val="6D6E71"/>
                </a:solidFill>
                <a:cs typeface="Arial" pitchFamily="34" charset="0"/>
              </a:rPr>
              <a:t>TechM</a:t>
            </a:r>
            <a:r>
              <a:rPr lang="en-US" sz="1080" dirty="0">
                <a:solidFill>
                  <a:srgbClr val="6D6E71"/>
                </a:solidFill>
                <a:cs typeface="Arial"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1080" dirty="0" err="1">
                <a:solidFill>
                  <a:srgbClr val="6D6E71"/>
                </a:solidFill>
                <a:cs typeface="Arial" pitchFamily="34" charset="0"/>
              </a:rPr>
              <a:t>TechM</a:t>
            </a:r>
            <a:r>
              <a:rPr lang="en-US" sz="1080" dirty="0">
                <a:solidFill>
                  <a:srgbClr val="6D6E71"/>
                </a:solidFill>
                <a:cs typeface="Arial" pitchFamily="34" charset="0"/>
              </a:rPr>
              <a:t> or its subsidiaries. Any unauthorized use, disclosure or public dissemination of information contained herein is prohibited. Unless specifically noted, </a:t>
            </a:r>
            <a:r>
              <a:rPr lang="en-US" sz="1080" dirty="0" err="1">
                <a:solidFill>
                  <a:srgbClr val="6D6E71"/>
                </a:solidFill>
                <a:cs typeface="Arial" pitchFamily="34" charset="0"/>
              </a:rPr>
              <a:t>TechM</a:t>
            </a:r>
            <a:r>
              <a:rPr lang="en-US" sz="1080" dirty="0">
                <a:solidFill>
                  <a:srgbClr val="6D6E71"/>
                </a:solidFill>
                <a:cs typeface="Arial"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1080" dirty="0" err="1">
                <a:solidFill>
                  <a:srgbClr val="6D6E71"/>
                </a:solidFill>
                <a:cs typeface="Arial" pitchFamily="34" charset="0"/>
              </a:rPr>
              <a:t>TechM</a:t>
            </a:r>
            <a:r>
              <a:rPr lang="en-US" sz="1080" dirty="0">
                <a:solidFill>
                  <a:srgbClr val="6D6E71"/>
                </a:solidFill>
                <a:cs typeface="Arial" pitchFamily="34" charset="0"/>
              </a:rPr>
              <a:t>. Information contained in a presentation hosted or promoted by </a:t>
            </a:r>
            <a:r>
              <a:rPr lang="en-US" sz="1080" dirty="0" err="1">
                <a:solidFill>
                  <a:srgbClr val="6D6E71"/>
                </a:solidFill>
                <a:cs typeface="Arial" pitchFamily="34" charset="0"/>
              </a:rPr>
              <a:t>TechM</a:t>
            </a:r>
            <a:r>
              <a:rPr lang="en-US" sz="1080" dirty="0">
                <a:solidFill>
                  <a:srgbClr val="6D6E71"/>
                </a:solidFill>
                <a:cs typeface="Arial" pitchFamily="34" charset="0"/>
              </a:rPr>
              <a:t> is provided “as is” without warranty of any kind, either expressed or implied, including any warranty of merchantability or fitness for a particular purpose. </a:t>
            </a:r>
            <a:r>
              <a:rPr lang="en-US" sz="1080" dirty="0" err="1">
                <a:solidFill>
                  <a:srgbClr val="6D6E71"/>
                </a:solidFill>
                <a:cs typeface="Arial" pitchFamily="34" charset="0"/>
              </a:rPr>
              <a:t>TechM</a:t>
            </a:r>
            <a:r>
              <a:rPr lang="en-US" sz="1080" dirty="0">
                <a:solidFill>
                  <a:srgbClr val="6D6E71"/>
                </a:solidFill>
                <a:cs typeface="Arial" pitchFamily="34" charset="0"/>
              </a:rPr>
              <a:t>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817945" y="1527312"/>
            <a:ext cx="8951113" cy="590932"/>
          </a:xfrm>
          <a:noFill/>
          <a:ln w="9525">
            <a:noFill/>
            <a:miter lim="800000"/>
            <a:headEnd/>
            <a:tailEnd/>
          </a:ln>
        </p:spPr>
        <p:txBody>
          <a:bodyPr/>
          <a:lstStyle>
            <a:lvl1pPr algn="l">
              <a:defRPr lang="en-US" sz="384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17996" y="2140199"/>
            <a:ext cx="8957288" cy="332399"/>
          </a:xfrm>
          <a:noFill/>
          <a:ln w="9525">
            <a:noFill/>
            <a:miter lim="800000"/>
            <a:headEnd/>
            <a:tailEnd/>
          </a:ln>
        </p:spPr>
        <p:txBody>
          <a:bodyPr/>
          <a:lstStyle>
            <a:lvl1pPr marL="0" indent="0" algn="l" defTabSz="1096242" rtl="0" eaLnBrk="1" fontAlgn="base" latinLnBrk="0" hangingPunct="1">
              <a:spcBef>
                <a:spcPts val="0"/>
              </a:spcBef>
              <a:spcAft>
                <a:spcPct val="0"/>
              </a:spcAft>
              <a:buClr>
                <a:schemeClr val="tx2"/>
              </a:buClr>
              <a:buFont typeface="Arial" pitchFamily="34" charset="0"/>
              <a:buNone/>
              <a:defRPr lang="en-US" sz="216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68242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p:nvSpPr>
        <p:spPr bwMode="gray">
          <a:xfrm>
            <a:off x="0" y="0"/>
            <a:ext cx="12161838"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9627" tIns="54814" rIns="109627" bIns="54814" anchor="ctr"/>
          <a:lstStyle/>
          <a:p>
            <a:pPr algn="ctr" defTabSz="1096242">
              <a:defRPr/>
            </a:pPr>
            <a:endParaRPr lang="en-US" sz="2160">
              <a:solidFill>
                <a:prstClr val="black"/>
              </a:solidFill>
            </a:endParaRPr>
          </a:p>
        </p:txBody>
      </p:sp>
      <p:pic>
        <p:nvPicPr>
          <p:cNvPr id="3" name="Picture 10" descr="Mahindra Logo.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gray">
          <a:xfrm>
            <a:off x="2616100" y="2717849"/>
            <a:ext cx="7180973" cy="1490663"/>
          </a:xfrm>
          <a:prstGeom prst="rect">
            <a:avLst/>
          </a:prstGeom>
          <a:noFill/>
          <a:ln w="9525">
            <a:noFill/>
            <a:miter lim="800000"/>
            <a:headEnd/>
            <a:tailEnd/>
          </a:ln>
        </p:spPr>
      </p:pic>
    </p:spTree>
    <p:extLst>
      <p:ext uri="{BB962C8B-B14F-4D97-AF65-F5344CB8AC3E}">
        <p14:creationId xmlns:p14="http://schemas.microsoft.com/office/powerpoint/2010/main" val="23737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image" Target="../media/image14.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13.jpeg"/><Relationship Id="rId2" Type="http://schemas.openxmlformats.org/officeDocument/2006/relationships/slideLayout" Target="../slideLayouts/slideLayout27.xml"/><Relationship Id="rId16" Type="http://schemas.openxmlformats.org/officeDocument/2006/relationships/theme" Target="../theme/theme3.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image" Target="../media/image10.png"/><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image" Target="../media/image10.pn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19" Type="http://schemas.openxmlformats.org/officeDocument/2006/relationships/theme" Target="../theme/theme5.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117" Type="http://schemas.openxmlformats.org/officeDocument/2006/relationships/slideLayout" Target="../slideLayouts/slideLayout188.xml"/><Relationship Id="rId21" Type="http://schemas.openxmlformats.org/officeDocument/2006/relationships/slideLayout" Target="../slideLayouts/slideLayout92.xml"/><Relationship Id="rId42" Type="http://schemas.openxmlformats.org/officeDocument/2006/relationships/slideLayout" Target="../slideLayouts/slideLayout113.xml"/><Relationship Id="rId63" Type="http://schemas.openxmlformats.org/officeDocument/2006/relationships/slideLayout" Target="../slideLayouts/slideLayout134.xml"/><Relationship Id="rId84" Type="http://schemas.openxmlformats.org/officeDocument/2006/relationships/slideLayout" Target="../slideLayouts/slideLayout155.xml"/><Relationship Id="rId16" Type="http://schemas.openxmlformats.org/officeDocument/2006/relationships/slideLayout" Target="../slideLayouts/slideLayout87.xml"/><Relationship Id="rId107" Type="http://schemas.openxmlformats.org/officeDocument/2006/relationships/slideLayout" Target="../slideLayouts/slideLayout178.xml"/><Relationship Id="rId11" Type="http://schemas.openxmlformats.org/officeDocument/2006/relationships/slideLayout" Target="../slideLayouts/slideLayout82.xml"/><Relationship Id="rId32" Type="http://schemas.openxmlformats.org/officeDocument/2006/relationships/slideLayout" Target="../slideLayouts/slideLayout103.xml"/><Relationship Id="rId37" Type="http://schemas.openxmlformats.org/officeDocument/2006/relationships/slideLayout" Target="../slideLayouts/slideLayout108.xml"/><Relationship Id="rId53" Type="http://schemas.openxmlformats.org/officeDocument/2006/relationships/slideLayout" Target="../slideLayouts/slideLayout124.xml"/><Relationship Id="rId58" Type="http://schemas.openxmlformats.org/officeDocument/2006/relationships/slideLayout" Target="../slideLayouts/slideLayout129.xml"/><Relationship Id="rId74" Type="http://schemas.openxmlformats.org/officeDocument/2006/relationships/slideLayout" Target="../slideLayouts/slideLayout145.xml"/><Relationship Id="rId79" Type="http://schemas.openxmlformats.org/officeDocument/2006/relationships/slideLayout" Target="../slideLayouts/slideLayout150.xml"/><Relationship Id="rId102" Type="http://schemas.openxmlformats.org/officeDocument/2006/relationships/slideLayout" Target="../slideLayouts/slideLayout173.xml"/><Relationship Id="rId123" Type="http://schemas.openxmlformats.org/officeDocument/2006/relationships/slideLayout" Target="../slideLayouts/slideLayout194.xml"/><Relationship Id="rId128" Type="http://schemas.openxmlformats.org/officeDocument/2006/relationships/slideLayout" Target="../slideLayouts/slideLayout199.xml"/><Relationship Id="rId5" Type="http://schemas.openxmlformats.org/officeDocument/2006/relationships/slideLayout" Target="../slideLayouts/slideLayout76.xml"/><Relationship Id="rId90" Type="http://schemas.openxmlformats.org/officeDocument/2006/relationships/slideLayout" Target="../slideLayouts/slideLayout161.xml"/><Relationship Id="rId95" Type="http://schemas.openxmlformats.org/officeDocument/2006/relationships/slideLayout" Target="../slideLayouts/slideLayout166.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43" Type="http://schemas.openxmlformats.org/officeDocument/2006/relationships/slideLayout" Target="../slideLayouts/slideLayout114.xml"/><Relationship Id="rId48" Type="http://schemas.openxmlformats.org/officeDocument/2006/relationships/slideLayout" Target="../slideLayouts/slideLayout119.xml"/><Relationship Id="rId64" Type="http://schemas.openxmlformats.org/officeDocument/2006/relationships/slideLayout" Target="../slideLayouts/slideLayout135.xml"/><Relationship Id="rId69" Type="http://schemas.openxmlformats.org/officeDocument/2006/relationships/slideLayout" Target="../slideLayouts/slideLayout140.xml"/><Relationship Id="rId113" Type="http://schemas.openxmlformats.org/officeDocument/2006/relationships/slideLayout" Target="../slideLayouts/slideLayout184.xml"/><Relationship Id="rId118" Type="http://schemas.openxmlformats.org/officeDocument/2006/relationships/slideLayout" Target="../slideLayouts/slideLayout189.xml"/><Relationship Id="rId134" Type="http://schemas.openxmlformats.org/officeDocument/2006/relationships/image" Target="../media/image29.png"/><Relationship Id="rId80" Type="http://schemas.openxmlformats.org/officeDocument/2006/relationships/slideLayout" Target="../slideLayouts/slideLayout151.xml"/><Relationship Id="rId85" Type="http://schemas.openxmlformats.org/officeDocument/2006/relationships/slideLayout" Target="../slideLayouts/slideLayout156.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33" Type="http://schemas.openxmlformats.org/officeDocument/2006/relationships/slideLayout" Target="../slideLayouts/slideLayout104.xml"/><Relationship Id="rId38" Type="http://schemas.openxmlformats.org/officeDocument/2006/relationships/slideLayout" Target="../slideLayouts/slideLayout109.xml"/><Relationship Id="rId59" Type="http://schemas.openxmlformats.org/officeDocument/2006/relationships/slideLayout" Target="../slideLayouts/slideLayout130.xml"/><Relationship Id="rId103" Type="http://schemas.openxmlformats.org/officeDocument/2006/relationships/slideLayout" Target="../slideLayouts/slideLayout174.xml"/><Relationship Id="rId108" Type="http://schemas.openxmlformats.org/officeDocument/2006/relationships/slideLayout" Target="../slideLayouts/slideLayout179.xml"/><Relationship Id="rId124" Type="http://schemas.openxmlformats.org/officeDocument/2006/relationships/slideLayout" Target="../slideLayouts/slideLayout195.xml"/><Relationship Id="rId129" Type="http://schemas.openxmlformats.org/officeDocument/2006/relationships/slideLayout" Target="../slideLayouts/slideLayout200.xml"/><Relationship Id="rId54" Type="http://schemas.openxmlformats.org/officeDocument/2006/relationships/slideLayout" Target="../slideLayouts/slideLayout125.xml"/><Relationship Id="rId70" Type="http://schemas.openxmlformats.org/officeDocument/2006/relationships/slideLayout" Target="../slideLayouts/slideLayout141.xml"/><Relationship Id="rId75" Type="http://schemas.openxmlformats.org/officeDocument/2006/relationships/slideLayout" Target="../slideLayouts/slideLayout146.xml"/><Relationship Id="rId91" Type="http://schemas.openxmlformats.org/officeDocument/2006/relationships/slideLayout" Target="../slideLayouts/slideLayout162.xml"/><Relationship Id="rId96" Type="http://schemas.openxmlformats.org/officeDocument/2006/relationships/slideLayout" Target="../slideLayouts/slideLayout167.xml"/><Relationship Id="rId1" Type="http://schemas.openxmlformats.org/officeDocument/2006/relationships/slideLayout" Target="../slideLayouts/slideLayout72.xml"/><Relationship Id="rId6" Type="http://schemas.openxmlformats.org/officeDocument/2006/relationships/slideLayout" Target="../slideLayouts/slideLayout77.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49" Type="http://schemas.openxmlformats.org/officeDocument/2006/relationships/slideLayout" Target="../slideLayouts/slideLayout120.xml"/><Relationship Id="rId114" Type="http://schemas.openxmlformats.org/officeDocument/2006/relationships/slideLayout" Target="../slideLayouts/slideLayout185.xml"/><Relationship Id="rId119" Type="http://schemas.openxmlformats.org/officeDocument/2006/relationships/slideLayout" Target="../slideLayouts/slideLayout190.xml"/><Relationship Id="rId44" Type="http://schemas.openxmlformats.org/officeDocument/2006/relationships/slideLayout" Target="../slideLayouts/slideLayout115.xml"/><Relationship Id="rId60" Type="http://schemas.openxmlformats.org/officeDocument/2006/relationships/slideLayout" Target="../slideLayouts/slideLayout131.xml"/><Relationship Id="rId65" Type="http://schemas.openxmlformats.org/officeDocument/2006/relationships/slideLayout" Target="../slideLayouts/slideLayout136.xml"/><Relationship Id="rId81" Type="http://schemas.openxmlformats.org/officeDocument/2006/relationships/slideLayout" Target="../slideLayouts/slideLayout152.xml"/><Relationship Id="rId86" Type="http://schemas.openxmlformats.org/officeDocument/2006/relationships/slideLayout" Target="../slideLayouts/slideLayout157.xml"/><Relationship Id="rId130" Type="http://schemas.openxmlformats.org/officeDocument/2006/relationships/slideLayout" Target="../slideLayouts/slideLayout201.xml"/><Relationship Id="rId13" Type="http://schemas.openxmlformats.org/officeDocument/2006/relationships/slideLayout" Target="../slideLayouts/slideLayout84.xml"/><Relationship Id="rId18" Type="http://schemas.openxmlformats.org/officeDocument/2006/relationships/slideLayout" Target="../slideLayouts/slideLayout89.xml"/><Relationship Id="rId39" Type="http://schemas.openxmlformats.org/officeDocument/2006/relationships/slideLayout" Target="../slideLayouts/slideLayout110.xml"/><Relationship Id="rId109" Type="http://schemas.openxmlformats.org/officeDocument/2006/relationships/slideLayout" Target="../slideLayouts/slideLayout180.xml"/><Relationship Id="rId34" Type="http://schemas.openxmlformats.org/officeDocument/2006/relationships/slideLayout" Target="../slideLayouts/slideLayout105.xml"/><Relationship Id="rId50" Type="http://schemas.openxmlformats.org/officeDocument/2006/relationships/slideLayout" Target="../slideLayouts/slideLayout121.xml"/><Relationship Id="rId55" Type="http://schemas.openxmlformats.org/officeDocument/2006/relationships/slideLayout" Target="../slideLayouts/slideLayout126.xml"/><Relationship Id="rId76" Type="http://schemas.openxmlformats.org/officeDocument/2006/relationships/slideLayout" Target="../slideLayouts/slideLayout147.xml"/><Relationship Id="rId97" Type="http://schemas.openxmlformats.org/officeDocument/2006/relationships/slideLayout" Target="../slideLayouts/slideLayout168.xml"/><Relationship Id="rId104" Type="http://schemas.openxmlformats.org/officeDocument/2006/relationships/slideLayout" Target="../slideLayouts/slideLayout175.xml"/><Relationship Id="rId120" Type="http://schemas.openxmlformats.org/officeDocument/2006/relationships/slideLayout" Target="../slideLayouts/slideLayout191.xml"/><Relationship Id="rId125" Type="http://schemas.openxmlformats.org/officeDocument/2006/relationships/slideLayout" Target="../slideLayouts/slideLayout196.xml"/><Relationship Id="rId7" Type="http://schemas.openxmlformats.org/officeDocument/2006/relationships/slideLayout" Target="../slideLayouts/slideLayout78.xml"/><Relationship Id="rId71" Type="http://schemas.openxmlformats.org/officeDocument/2006/relationships/slideLayout" Target="../slideLayouts/slideLayout142.xml"/><Relationship Id="rId92" Type="http://schemas.openxmlformats.org/officeDocument/2006/relationships/slideLayout" Target="../slideLayouts/slideLayout163.xml"/><Relationship Id="rId2" Type="http://schemas.openxmlformats.org/officeDocument/2006/relationships/slideLayout" Target="../slideLayouts/slideLayout73.xml"/><Relationship Id="rId29" Type="http://schemas.openxmlformats.org/officeDocument/2006/relationships/slideLayout" Target="../slideLayouts/slideLayout100.xml"/><Relationship Id="rId24" Type="http://schemas.openxmlformats.org/officeDocument/2006/relationships/slideLayout" Target="../slideLayouts/slideLayout95.xml"/><Relationship Id="rId40" Type="http://schemas.openxmlformats.org/officeDocument/2006/relationships/slideLayout" Target="../slideLayouts/slideLayout111.xml"/><Relationship Id="rId45" Type="http://schemas.openxmlformats.org/officeDocument/2006/relationships/slideLayout" Target="../slideLayouts/slideLayout116.xml"/><Relationship Id="rId66" Type="http://schemas.openxmlformats.org/officeDocument/2006/relationships/slideLayout" Target="../slideLayouts/slideLayout137.xml"/><Relationship Id="rId87" Type="http://schemas.openxmlformats.org/officeDocument/2006/relationships/slideLayout" Target="../slideLayouts/slideLayout158.xml"/><Relationship Id="rId110" Type="http://schemas.openxmlformats.org/officeDocument/2006/relationships/slideLayout" Target="../slideLayouts/slideLayout181.xml"/><Relationship Id="rId115" Type="http://schemas.openxmlformats.org/officeDocument/2006/relationships/slideLayout" Target="../slideLayouts/slideLayout186.xml"/><Relationship Id="rId131" Type="http://schemas.openxmlformats.org/officeDocument/2006/relationships/slideLayout" Target="../slideLayouts/slideLayout202.xml"/><Relationship Id="rId61" Type="http://schemas.openxmlformats.org/officeDocument/2006/relationships/slideLayout" Target="../slideLayouts/slideLayout132.xml"/><Relationship Id="rId82" Type="http://schemas.openxmlformats.org/officeDocument/2006/relationships/slideLayout" Target="../slideLayouts/slideLayout153.xml"/><Relationship Id="rId19" Type="http://schemas.openxmlformats.org/officeDocument/2006/relationships/slideLayout" Target="../slideLayouts/slideLayout90.xml"/><Relationship Id="rId14" Type="http://schemas.openxmlformats.org/officeDocument/2006/relationships/slideLayout" Target="../slideLayouts/slideLayout85.xml"/><Relationship Id="rId30" Type="http://schemas.openxmlformats.org/officeDocument/2006/relationships/slideLayout" Target="../slideLayouts/slideLayout101.xml"/><Relationship Id="rId35" Type="http://schemas.openxmlformats.org/officeDocument/2006/relationships/slideLayout" Target="../slideLayouts/slideLayout106.xml"/><Relationship Id="rId56" Type="http://schemas.openxmlformats.org/officeDocument/2006/relationships/slideLayout" Target="../slideLayouts/slideLayout127.xml"/><Relationship Id="rId77" Type="http://schemas.openxmlformats.org/officeDocument/2006/relationships/slideLayout" Target="../slideLayouts/slideLayout148.xml"/><Relationship Id="rId100" Type="http://schemas.openxmlformats.org/officeDocument/2006/relationships/slideLayout" Target="../slideLayouts/slideLayout171.xml"/><Relationship Id="rId105" Type="http://schemas.openxmlformats.org/officeDocument/2006/relationships/slideLayout" Target="../slideLayouts/slideLayout176.xml"/><Relationship Id="rId126" Type="http://schemas.openxmlformats.org/officeDocument/2006/relationships/slideLayout" Target="../slideLayouts/slideLayout197.xml"/><Relationship Id="rId8" Type="http://schemas.openxmlformats.org/officeDocument/2006/relationships/slideLayout" Target="../slideLayouts/slideLayout79.xml"/><Relationship Id="rId51" Type="http://schemas.openxmlformats.org/officeDocument/2006/relationships/slideLayout" Target="../slideLayouts/slideLayout122.xml"/><Relationship Id="rId72" Type="http://schemas.openxmlformats.org/officeDocument/2006/relationships/slideLayout" Target="../slideLayouts/slideLayout143.xml"/><Relationship Id="rId93" Type="http://schemas.openxmlformats.org/officeDocument/2006/relationships/slideLayout" Target="../slideLayouts/slideLayout164.xml"/><Relationship Id="rId98" Type="http://schemas.openxmlformats.org/officeDocument/2006/relationships/slideLayout" Target="../slideLayouts/slideLayout169.xml"/><Relationship Id="rId121" Type="http://schemas.openxmlformats.org/officeDocument/2006/relationships/slideLayout" Target="../slideLayouts/slideLayout192.xml"/><Relationship Id="rId3" Type="http://schemas.openxmlformats.org/officeDocument/2006/relationships/slideLayout" Target="../slideLayouts/slideLayout74.xml"/><Relationship Id="rId25" Type="http://schemas.openxmlformats.org/officeDocument/2006/relationships/slideLayout" Target="../slideLayouts/slideLayout96.xml"/><Relationship Id="rId46" Type="http://schemas.openxmlformats.org/officeDocument/2006/relationships/slideLayout" Target="../slideLayouts/slideLayout117.xml"/><Relationship Id="rId67" Type="http://schemas.openxmlformats.org/officeDocument/2006/relationships/slideLayout" Target="../slideLayouts/slideLayout138.xml"/><Relationship Id="rId116" Type="http://schemas.openxmlformats.org/officeDocument/2006/relationships/slideLayout" Target="../slideLayouts/slideLayout187.xml"/><Relationship Id="rId20" Type="http://schemas.openxmlformats.org/officeDocument/2006/relationships/slideLayout" Target="../slideLayouts/slideLayout91.xml"/><Relationship Id="rId41" Type="http://schemas.openxmlformats.org/officeDocument/2006/relationships/slideLayout" Target="../slideLayouts/slideLayout112.xml"/><Relationship Id="rId62" Type="http://schemas.openxmlformats.org/officeDocument/2006/relationships/slideLayout" Target="../slideLayouts/slideLayout133.xml"/><Relationship Id="rId83" Type="http://schemas.openxmlformats.org/officeDocument/2006/relationships/slideLayout" Target="../slideLayouts/slideLayout154.xml"/><Relationship Id="rId88" Type="http://schemas.openxmlformats.org/officeDocument/2006/relationships/slideLayout" Target="../slideLayouts/slideLayout159.xml"/><Relationship Id="rId111" Type="http://schemas.openxmlformats.org/officeDocument/2006/relationships/slideLayout" Target="../slideLayouts/slideLayout182.xml"/><Relationship Id="rId132" Type="http://schemas.openxmlformats.org/officeDocument/2006/relationships/theme" Target="../theme/theme6.xml"/><Relationship Id="rId15" Type="http://schemas.openxmlformats.org/officeDocument/2006/relationships/slideLayout" Target="../slideLayouts/slideLayout86.xml"/><Relationship Id="rId36" Type="http://schemas.openxmlformats.org/officeDocument/2006/relationships/slideLayout" Target="../slideLayouts/slideLayout107.xml"/><Relationship Id="rId57" Type="http://schemas.openxmlformats.org/officeDocument/2006/relationships/slideLayout" Target="../slideLayouts/slideLayout128.xml"/><Relationship Id="rId106" Type="http://schemas.openxmlformats.org/officeDocument/2006/relationships/slideLayout" Target="../slideLayouts/slideLayout177.xml"/><Relationship Id="rId127" Type="http://schemas.openxmlformats.org/officeDocument/2006/relationships/slideLayout" Target="../slideLayouts/slideLayout198.xml"/><Relationship Id="rId10" Type="http://schemas.openxmlformats.org/officeDocument/2006/relationships/slideLayout" Target="../slideLayouts/slideLayout81.xml"/><Relationship Id="rId31" Type="http://schemas.openxmlformats.org/officeDocument/2006/relationships/slideLayout" Target="../slideLayouts/slideLayout102.xml"/><Relationship Id="rId52" Type="http://schemas.openxmlformats.org/officeDocument/2006/relationships/slideLayout" Target="../slideLayouts/slideLayout123.xml"/><Relationship Id="rId73" Type="http://schemas.openxmlformats.org/officeDocument/2006/relationships/slideLayout" Target="../slideLayouts/slideLayout144.xml"/><Relationship Id="rId78" Type="http://schemas.openxmlformats.org/officeDocument/2006/relationships/slideLayout" Target="../slideLayouts/slideLayout149.xml"/><Relationship Id="rId94" Type="http://schemas.openxmlformats.org/officeDocument/2006/relationships/slideLayout" Target="../slideLayouts/slideLayout165.xml"/><Relationship Id="rId99" Type="http://schemas.openxmlformats.org/officeDocument/2006/relationships/slideLayout" Target="../slideLayouts/slideLayout170.xml"/><Relationship Id="rId101" Type="http://schemas.openxmlformats.org/officeDocument/2006/relationships/slideLayout" Target="../slideLayouts/slideLayout172.xml"/><Relationship Id="rId122" Type="http://schemas.openxmlformats.org/officeDocument/2006/relationships/slideLayout" Target="../slideLayouts/slideLayout193.xml"/><Relationship Id="rId4" Type="http://schemas.openxmlformats.org/officeDocument/2006/relationships/slideLayout" Target="../slideLayouts/slideLayout75.xml"/><Relationship Id="rId9" Type="http://schemas.openxmlformats.org/officeDocument/2006/relationships/slideLayout" Target="../slideLayouts/slideLayout80.xml"/><Relationship Id="rId26" Type="http://schemas.openxmlformats.org/officeDocument/2006/relationships/slideLayout" Target="../slideLayouts/slideLayout97.xml"/><Relationship Id="rId47" Type="http://schemas.openxmlformats.org/officeDocument/2006/relationships/slideLayout" Target="../slideLayouts/slideLayout118.xml"/><Relationship Id="rId68" Type="http://schemas.openxmlformats.org/officeDocument/2006/relationships/slideLayout" Target="../slideLayouts/slideLayout139.xml"/><Relationship Id="rId89" Type="http://schemas.openxmlformats.org/officeDocument/2006/relationships/slideLayout" Target="../slideLayouts/slideLayout160.xml"/><Relationship Id="rId112" Type="http://schemas.openxmlformats.org/officeDocument/2006/relationships/slideLayout" Target="../slideLayouts/slideLayout183.xml"/><Relationship Id="rId133" Type="http://schemas.openxmlformats.org/officeDocument/2006/relationships/image" Target="../media/image28.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3" cstate="email"/>
          <a:stretch>
            <a:fillRect/>
          </a:stretch>
        </p:blipFill>
        <p:spPr bwMode="ltGray">
          <a:xfrm>
            <a:off x="612" y="0"/>
            <a:ext cx="3019344" cy="825500"/>
          </a:xfrm>
          <a:prstGeom prst="rect">
            <a:avLst/>
          </a:prstGeom>
        </p:spPr>
      </p:pic>
      <p:sp>
        <p:nvSpPr>
          <p:cNvPr id="2" name="Title Placeholder 1"/>
          <p:cNvSpPr>
            <a:spLocks noGrp="1"/>
          </p:cNvSpPr>
          <p:nvPr>
            <p:ph type="title"/>
          </p:nvPr>
        </p:nvSpPr>
        <p:spPr>
          <a:xfrm>
            <a:off x="622875" y="711204"/>
            <a:ext cx="10922427"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39766" y="1971675"/>
            <a:ext cx="10922427"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86021" y="6614013"/>
            <a:ext cx="157094" cy="153888"/>
          </a:xfrm>
          <a:prstGeom prst="rect">
            <a:avLst/>
          </a:prstGeom>
          <a:noFill/>
          <a:ln w="9525">
            <a:noFill/>
            <a:miter lim="800000"/>
            <a:headEnd/>
            <a:tailEnd/>
          </a:ln>
        </p:spPr>
        <p:txBody>
          <a:bodyPr wrap="none" lIns="0" tIns="0" rIns="0" bIns="0" anchor="ctr">
            <a:spAutoFit/>
          </a:bodyPr>
          <a:lstStyle/>
          <a:p>
            <a:pPr algn="r" defTabSz="914400">
              <a:defRPr/>
            </a:pPr>
            <a:fld id="{6856ECDB-1CEE-4F69-ADCA-557460F2116E}" type="slidenum">
              <a:rPr lang="en-US" sz="1000">
                <a:solidFill>
                  <a:srgbClr val="6D6E71"/>
                </a:solidFill>
                <a:cs typeface="Arial" pitchFamily="34" charset="0"/>
              </a:rPr>
              <a:pPr algn="r" defTabSz="914400">
                <a:defRPr/>
              </a:pPr>
              <a:t>‹#›</a:t>
            </a:fld>
            <a:endParaRPr lang="en-US" sz="1000" dirty="0">
              <a:solidFill>
                <a:srgbClr val="6D6E71"/>
              </a:solidFill>
              <a:cs typeface="Arial" pitchFamily="34" charset="0"/>
            </a:endParaRPr>
          </a:p>
        </p:txBody>
      </p:sp>
      <p:sp>
        <p:nvSpPr>
          <p:cNvPr id="7" name="TextBox 20"/>
          <p:cNvSpPr txBox="1">
            <a:spLocks noChangeArrowheads="1"/>
          </p:cNvSpPr>
          <p:nvPr userDrawn="1"/>
        </p:nvSpPr>
        <p:spPr bwMode="gray">
          <a:xfrm>
            <a:off x="639766" y="6629498"/>
            <a:ext cx="2431756" cy="123111"/>
          </a:xfrm>
          <a:prstGeom prst="rect">
            <a:avLst/>
          </a:prstGeom>
          <a:noFill/>
          <a:ln w="9525">
            <a:noFill/>
            <a:miter lim="800000"/>
            <a:headEnd/>
            <a:tailEnd/>
          </a:ln>
        </p:spPr>
        <p:txBody>
          <a:bodyPr wrap="none" lIns="0" tIns="0" rIns="0" bIns="0">
            <a:spAutoFit/>
          </a:bodyPr>
          <a:lstStyle/>
          <a:p>
            <a:pPr defTabSz="914400">
              <a:defRPr/>
            </a:pPr>
            <a:r>
              <a:rPr lang="en-US" sz="800" dirty="0">
                <a:solidFill>
                  <a:srgbClr val="6D6E71"/>
                </a:solidFill>
                <a:cs typeface="Arial" pitchFamily="34" charset="0"/>
              </a:rPr>
              <a:t>Copyright © 2013 Tech Mahindra. All rights reserved.</a:t>
            </a:r>
          </a:p>
        </p:txBody>
      </p:sp>
    </p:spTree>
    <p:extLst>
      <p:ext uri="{BB962C8B-B14F-4D97-AF65-F5344CB8AC3E}">
        <p14:creationId xmlns:p14="http://schemas.microsoft.com/office/powerpoint/2010/main" val="1551558769"/>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6" r:id="rId7"/>
    <p:sldLayoutId id="2147483767" r:id="rId8"/>
    <p:sldLayoutId id="2147483768" r:id="rId9"/>
    <p:sldLayoutId id="2147483769" r:id="rId10"/>
    <p:sldLayoutId id="2147483770" r:id="rId11"/>
  </p:sldLayoutIdLst>
  <p:txStyles>
    <p:titleStyle>
      <a:lvl1pPr algn="l" defTabSz="91440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ltGray">
          <a:xfrm>
            <a:off x="99" y="72"/>
            <a:ext cx="3019345" cy="825501"/>
          </a:xfrm>
          <a:prstGeom prst="rect">
            <a:avLst/>
          </a:prstGeom>
          <a:noFill/>
          <a:ln w="9525">
            <a:noFill/>
            <a:miter lim="800000"/>
            <a:headEnd/>
            <a:tailEnd/>
          </a:ln>
        </p:spPr>
      </p:pic>
      <p:sp>
        <p:nvSpPr>
          <p:cNvPr id="1027" name="Title Placeholder 1"/>
          <p:cNvSpPr>
            <a:spLocks noGrp="1"/>
          </p:cNvSpPr>
          <p:nvPr>
            <p:ph type="title"/>
          </p:nvPr>
        </p:nvSpPr>
        <p:spPr bwMode="auto">
          <a:xfrm>
            <a:off x="622941" y="711243"/>
            <a:ext cx="10922429" cy="6154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39854" y="1971694"/>
            <a:ext cx="10922429" cy="16062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54725" y="6598245"/>
            <a:ext cx="187552" cy="184666"/>
          </a:xfrm>
          <a:prstGeom prst="rect">
            <a:avLst/>
          </a:prstGeom>
          <a:noFill/>
          <a:ln w="9525">
            <a:noFill/>
            <a:miter lim="800000"/>
            <a:headEnd/>
            <a:tailEnd/>
          </a:ln>
        </p:spPr>
        <p:txBody>
          <a:bodyPr wrap="none" lIns="0" tIns="0" rIns="0" bIns="0" anchor="ctr">
            <a:spAutoFit/>
          </a:bodyPr>
          <a:lstStyle/>
          <a:p>
            <a:pPr algn="r" defTabSz="1166294">
              <a:defRPr/>
            </a:pPr>
            <a:fld id="{E9B6AED2-E616-4CD5-862A-CB15F603EB39}" type="slidenum">
              <a:rPr lang="en-US" sz="1200">
                <a:solidFill>
                  <a:srgbClr val="6D6E71"/>
                </a:solidFill>
                <a:cs typeface="Arial" pitchFamily="34" charset="0"/>
              </a:rPr>
              <a:pPr algn="r" defTabSz="1166294">
                <a:defRPr/>
              </a:pPr>
              <a:t>‹#›</a:t>
            </a:fld>
            <a:endParaRPr lang="en-US" sz="1200" dirty="0">
              <a:solidFill>
                <a:srgbClr val="6D6E71"/>
              </a:solidFill>
              <a:cs typeface="Arial" pitchFamily="34" charset="0"/>
            </a:endParaRPr>
          </a:p>
        </p:txBody>
      </p:sp>
      <p:sp>
        <p:nvSpPr>
          <p:cNvPr id="7" name="TextBox 20"/>
          <p:cNvSpPr txBox="1">
            <a:spLocks noChangeArrowheads="1"/>
          </p:cNvSpPr>
          <p:nvPr/>
        </p:nvSpPr>
        <p:spPr bwMode="gray">
          <a:xfrm>
            <a:off x="639768" y="6629432"/>
            <a:ext cx="3323026" cy="169277"/>
          </a:xfrm>
          <a:prstGeom prst="rect">
            <a:avLst/>
          </a:prstGeom>
          <a:noFill/>
          <a:ln w="9525">
            <a:noFill/>
            <a:miter lim="800000"/>
            <a:headEnd/>
            <a:tailEnd/>
          </a:ln>
        </p:spPr>
        <p:txBody>
          <a:bodyPr wrap="none" lIns="0" tIns="0" rIns="0" bIns="0">
            <a:spAutoFit/>
          </a:bodyPr>
          <a:lstStyle/>
          <a:p>
            <a:pPr defTabSz="1166294">
              <a:defRPr/>
            </a:pPr>
            <a:r>
              <a:rPr lang="en-US" sz="110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3676894583"/>
      </p:ext>
    </p:extLst>
  </p:cSld>
  <p:clrMap bg1="lt1" tx1="dk1" bg2="lt2" tx2="dk2" accent1="accent1" accent2="accent2" accent3="accent3" accent4="accent4" accent5="accent5" accent6="accent6" hlink="hlink" folHlink="folHlink"/>
  <p:sldLayoutIdLst>
    <p:sldLayoutId id="2147484521" r:id="rId1"/>
    <p:sldLayoutId id="2147484522" r:id="rId2"/>
    <p:sldLayoutId id="2147484523" r:id="rId3"/>
    <p:sldLayoutId id="2147484524" r:id="rId4"/>
    <p:sldLayoutId id="2147484525" r:id="rId5"/>
    <p:sldLayoutId id="2147484527" r:id="rId6"/>
    <p:sldLayoutId id="2147484528" r:id="rId7"/>
    <p:sldLayoutId id="2147484529" r:id="rId8"/>
    <p:sldLayoutId id="2147484530" r:id="rId9"/>
    <p:sldLayoutId id="2147484531" r:id="rId10"/>
    <p:sldLayoutId id="2147484532" r:id="rId11"/>
    <p:sldLayoutId id="2147484533" r:id="rId12"/>
    <p:sldLayoutId id="2147484536" r:id="rId13"/>
    <p:sldLayoutId id="2147484538" r:id="rId14"/>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142" algn="l" rtl="0" eaLnBrk="1" fontAlgn="base" hangingPunct="1">
        <a:spcBef>
          <a:spcPct val="0"/>
        </a:spcBef>
        <a:spcAft>
          <a:spcPct val="0"/>
        </a:spcAft>
        <a:defRPr sz="4000" b="1">
          <a:solidFill>
            <a:schemeClr val="tx2"/>
          </a:solidFill>
          <a:latin typeface="Arial" charset="0"/>
          <a:cs typeface="Arial" charset="0"/>
        </a:defRPr>
      </a:lvl6pPr>
      <a:lvl7pPr marL="1166294" algn="l" rtl="0" eaLnBrk="1" fontAlgn="base" hangingPunct="1">
        <a:spcBef>
          <a:spcPct val="0"/>
        </a:spcBef>
        <a:spcAft>
          <a:spcPct val="0"/>
        </a:spcAft>
        <a:defRPr sz="4000" b="1">
          <a:solidFill>
            <a:schemeClr val="tx2"/>
          </a:solidFill>
          <a:latin typeface="Arial" charset="0"/>
          <a:cs typeface="Arial" charset="0"/>
        </a:defRPr>
      </a:lvl7pPr>
      <a:lvl8pPr marL="1749433" algn="l" rtl="0" eaLnBrk="1" fontAlgn="base" hangingPunct="1">
        <a:spcBef>
          <a:spcPct val="0"/>
        </a:spcBef>
        <a:spcAft>
          <a:spcPct val="0"/>
        </a:spcAft>
        <a:defRPr sz="4000" b="1">
          <a:solidFill>
            <a:schemeClr val="tx2"/>
          </a:solidFill>
          <a:latin typeface="Arial" charset="0"/>
          <a:cs typeface="Arial" charset="0"/>
        </a:defRPr>
      </a:lvl8pPr>
      <a:lvl9pPr marL="2332588" algn="l" rtl="0" eaLnBrk="1" fontAlgn="base" hangingPunct="1">
        <a:spcBef>
          <a:spcPct val="0"/>
        </a:spcBef>
        <a:spcAft>
          <a:spcPct val="0"/>
        </a:spcAft>
        <a:defRPr sz="4000" b="1">
          <a:solidFill>
            <a:schemeClr val="tx2"/>
          </a:solidFill>
          <a:latin typeface="Arial" charset="0"/>
          <a:cs typeface="Arial" charset="0"/>
        </a:defRPr>
      </a:lvl9pPr>
    </p:titleStyle>
    <p:bodyStyle>
      <a:lvl1pPr marL="370540" indent="-37054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464" indent="-36446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8937" indent="-35636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302" indent="-35636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49771" indent="-364464" algn="l" defTabSz="1190593"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49433" indent="-307780" algn="l" defTabSz="1166294"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0442"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3597"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6735"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294" rtl="0" eaLnBrk="1" latinLnBrk="0" hangingPunct="1">
        <a:defRPr sz="2300" kern="1200">
          <a:solidFill>
            <a:schemeClr val="tx1"/>
          </a:solidFill>
          <a:latin typeface="+mn-lt"/>
          <a:ea typeface="+mn-ea"/>
          <a:cs typeface="+mn-cs"/>
        </a:defRPr>
      </a:lvl1pPr>
      <a:lvl2pPr marL="583142" algn="l" defTabSz="1166294" rtl="0" eaLnBrk="1" latinLnBrk="0" hangingPunct="1">
        <a:defRPr sz="2300" kern="1200">
          <a:solidFill>
            <a:schemeClr val="tx1"/>
          </a:solidFill>
          <a:latin typeface="+mn-lt"/>
          <a:ea typeface="+mn-ea"/>
          <a:cs typeface="+mn-cs"/>
        </a:defRPr>
      </a:lvl2pPr>
      <a:lvl3pPr marL="1166294" algn="l" defTabSz="1166294" rtl="0" eaLnBrk="1" latinLnBrk="0" hangingPunct="1">
        <a:defRPr sz="2300" kern="1200">
          <a:solidFill>
            <a:schemeClr val="tx1"/>
          </a:solidFill>
          <a:latin typeface="+mn-lt"/>
          <a:ea typeface="+mn-ea"/>
          <a:cs typeface="+mn-cs"/>
        </a:defRPr>
      </a:lvl3pPr>
      <a:lvl4pPr marL="1749433" algn="l" defTabSz="1166294" rtl="0" eaLnBrk="1" latinLnBrk="0" hangingPunct="1">
        <a:defRPr sz="2300" kern="1200">
          <a:solidFill>
            <a:schemeClr val="tx1"/>
          </a:solidFill>
          <a:latin typeface="+mn-lt"/>
          <a:ea typeface="+mn-ea"/>
          <a:cs typeface="+mn-cs"/>
        </a:defRPr>
      </a:lvl4pPr>
      <a:lvl5pPr marL="2332588" algn="l" defTabSz="1166294" rtl="0" eaLnBrk="1" latinLnBrk="0" hangingPunct="1">
        <a:defRPr sz="2300" kern="1200">
          <a:solidFill>
            <a:schemeClr val="tx1"/>
          </a:solidFill>
          <a:latin typeface="+mn-lt"/>
          <a:ea typeface="+mn-ea"/>
          <a:cs typeface="+mn-cs"/>
        </a:defRPr>
      </a:lvl5pPr>
      <a:lvl6pPr marL="2915723" algn="l" defTabSz="1166294" rtl="0" eaLnBrk="1" latinLnBrk="0" hangingPunct="1">
        <a:defRPr sz="2300" kern="1200">
          <a:solidFill>
            <a:schemeClr val="tx1"/>
          </a:solidFill>
          <a:latin typeface="+mn-lt"/>
          <a:ea typeface="+mn-ea"/>
          <a:cs typeface="+mn-cs"/>
        </a:defRPr>
      </a:lvl6pPr>
      <a:lvl7pPr marL="3498876" algn="l" defTabSz="1166294" rtl="0" eaLnBrk="1" latinLnBrk="0" hangingPunct="1">
        <a:defRPr sz="2300" kern="1200">
          <a:solidFill>
            <a:schemeClr val="tx1"/>
          </a:solidFill>
          <a:latin typeface="+mn-lt"/>
          <a:ea typeface="+mn-ea"/>
          <a:cs typeface="+mn-cs"/>
        </a:defRPr>
      </a:lvl7pPr>
      <a:lvl8pPr marL="4082016" algn="l" defTabSz="1166294" rtl="0" eaLnBrk="1" latinLnBrk="0" hangingPunct="1">
        <a:defRPr sz="2300" kern="1200">
          <a:solidFill>
            <a:schemeClr val="tx1"/>
          </a:solidFill>
          <a:latin typeface="+mn-lt"/>
          <a:ea typeface="+mn-ea"/>
          <a:cs typeface="+mn-cs"/>
        </a:defRPr>
      </a:lvl8pPr>
      <a:lvl9pPr marL="4665164" algn="l" defTabSz="1166294"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bwMode="ltGray">
          <a:xfrm>
            <a:off x="612" y="0"/>
            <a:ext cx="3019344" cy="825500"/>
          </a:xfrm>
          <a:prstGeom prst="rect">
            <a:avLst/>
          </a:prstGeom>
        </p:spPr>
      </p:pic>
      <p:sp>
        <p:nvSpPr>
          <p:cNvPr id="2" name="Title Placeholder 1"/>
          <p:cNvSpPr>
            <a:spLocks noGrp="1"/>
          </p:cNvSpPr>
          <p:nvPr>
            <p:ph type="title"/>
          </p:nvPr>
        </p:nvSpPr>
        <p:spPr>
          <a:xfrm>
            <a:off x="622879" y="711204"/>
            <a:ext cx="10922429"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39774" y="1971675"/>
            <a:ext cx="10922429"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0474" marR="0" lvl="2" indent="-278899" algn="l" defTabSz="91275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86021" y="6614013"/>
            <a:ext cx="157094" cy="153888"/>
          </a:xfrm>
          <a:prstGeom prst="rect">
            <a:avLst/>
          </a:prstGeom>
          <a:noFill/>
          <a:ln w="9525">
            <a:noFill/>
            <a:miter lim="800000"/>
            <a:headEnd/>
            <a:tailEnd/>
          </a:ln>
        </p:spPr>
        <p:txBody>
          <a:bodyPr wrap="none" lIns="0" tIns="0" rIns="0" bIns="0" anchor="ctr">
            <a:spAutoFit/>
          </a:bodyPr>
          <a:lstStyle/>
          <a:p>
            <a:pPr algn="r" defTabSz="912750">
              <a:defRPr/>
            </a:pPr>
            <a:fld id="{6856ECDB-1CEE-4F69-ADCA-557460F2116E}" type="slidenum">
              <a:rPr lang="en-US" sz="1000">
                <a:solidFill>
                  <a:srgbClr val="6D6E71"/>
                </a:solidFill>
                <a:cs typeface="Arial" pitchFamily="34" charset="0"/>
              </a:rPr>
              <a:pPr algn="r" defTabSz="912750">
                <a:defRPr/>
              </a:pPr>
              <a:t>‹#›</a:t>
            </a:fld>
            <a:endParaRPr lang="en-US" sz="1000" dirty="0">
              <a:solidFill>
                <a:srgbClr val="6D6E71"/>
              </a:solidFill>
              <a:cs typeface="Arial" pitchFamily="34" charset="0"/>
            </a:endParaRPr>
          </a:p>
        </p:txBody>
      </p:sp>
      <p:sp>
        <p:nvSpPr>
          <p:cNvPr id="7" name="TextBox 20"/>
          <p:cNvSpPr txBox="1">
            <a:spLocks noChangeArrowheads="1"/>
          </p:cNvSpPr>
          <p:nvPr/>
        </p:nvSpPr>
        <p:spPr bwMode="gray">
          <a:xfrm>
            <a:off x="639765" y="6629436"/>
            <a:ext cx="2431756" cy="123111"/>
          </a:xfrm>
          <a:prstGeom prst="rect">
            <a:avLst/>
          </a:prstGeom>
          <a:noFill/>
          <a:ln w="9525">
            <a:noFill/>
            <a:miter lim="800000"/>
            <a:headEnd/>
            <a:tailEnd/>
          </a:ln>
        </p:spPr>
        <p:txBody>
          <a:bodyPr wrap="none" lIns="0" tIns="0" rIns="0" bIns="0">
            <a:spAutoFit/>
          </a:bodyPr>
          <a:lstStyle/>
          <a:p>
            <a:pPr defTabSz="912750">
              <a:defRPr/>
            </a:pPr>
            <a:r>
              <a:rPr lang="en-US" sz="800" dirty="0">
                <a:solidFill>
                  <a:srgbClr val="6D6E71"/>
                </a:solidFill>
                <a:cs typeface="Arial" pitchFamily="34" charset="0"/>
              </a:rPr>
              <a:t>Copyright © 2015 Tech Mahindra. All rights reserved.</a:t>
            </a:r>
          </a:p>
        </p:txBody>
      </p:sp>
    </p:spTree>
    <p:extLst>
      <p:ext uri="{BB962C8B-B14F-4D97-AF65-F5344CB8AC3E}">
        <p14:creationId xmlns:p14="http://schemas.microsoft.com/office/powerpoint/2010/main" val="1260559497"/>
      </p:ext>
    </p:extLst>
  </p:cSld>
  <p:clrMap bg1="lt1" tx1="dk1" bg2="lt2" tx2="dk2" accent1="accent1" accent2="accent2" accent3="accent3" accent4="accent4" accent5="accent5" accent6="accent6" hlink="hlink" folHlink="folHlink"/>
  <p:sldLayoutIdLst>
    <p:sldLayoutId id="2147484613" r:id="rId1"/>
    <p:sldLayoutId id="2147484614" r:id="rId2"/>
    <p:sldLayoutId id="2147484615" r:id="rId3"/>
    <p:sldLayoutId id="2147484616" r:id="rId4"/>
    <p:sldLayoutId id="2147484617" r:id="rId5"/>
    <p:sldLayoutId id="2147484618" r:id="rId6"/>
    <p:sldLayoutId id="2147484619" r:id="rId7"/>
    <p:sldLayoutId id="2147484620" r:id="rId8"/>
    <p:sldLayoutId id="2147484621" r:id="rId9"/>
    <p:sldLayoutId id="2147484622" r:id="rId10"/>
    <p:sldLayoutId id="2147484623" r:id="rId11"/>
    <p:sldLayoutId id="2147484624" r:id="rId12"/>
    <p:sldLayoutId id="2147484625" r:id="rId13"/>
    <p:sldLayoutId id="2147484626" r:id="rId14"/>
    <p:sldLayoutId id="2147484627" r:id="rId15"/>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defTabSz="91275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89988" indent="-289988" algn="l" defTabSz="91275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226" indent="-285226" algn="l" defTabSz="91275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0474" indent="-278899" algn="l" defTabSz="91275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49370" indent="-278899" algn="l" defTabSz="91275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4606" indent="-285226" algn="l" defTabSz="93177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69126" indent="-240865" algn="l" defTabSz="91275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66454" indent="-228188" algn="l" defTabSz="91275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2833" indent="-228188" algn="l" defTabSz="91275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9214" indent="-228188" algn="l" defTabSz="91275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750" rtl="0" eaLnBrk="1" latinLnBrk="0" hangingPunct="1">
        <a:defRPr sz="1800" kern="1200">
          <a:solidFill>
            <a:schemeClr val="tx1"/>
          </a:solidFill>
          <a:latin typeface="+mn-lt"/>
          <a:ea typeface="+mn-ea"/>
          <a:cs typeface="+mn-cs"/>
        </a:defRPr>
      </a:lvl1pPr>
      <a:lvl2pPr marL="456375" algn="l" defTabSz="912750" rtl="0" eaLnBrk="1" latinLnBrk="0" hangingPunct="1">
        <a:defRPr sz="1800" kern="1200">
          <a:solidFill>
            <a:schemeClr val="tx1"/>
          </a:solidFill>
          <a:latin typeface="+mn-lt"/>
          <a:ea typeface="+mn-ea"/>
          <a:cs typeface="+mn-cs"/>
        </a:defRPr>
      </a:lvl2pPr>
      <a:lvl3pPr marL="912750" algn="l" defTabSz="912750" rtl="0" eaLnBrk="1" latinLnBrk="0" hangingPunct="1">
        <a:defRPr sz="1800" kern="1200">
          <a:solidFill>
            <a:schemeClr val="tx1"/>
          </a:solidFill>
          <a:latin typeface="+mn-lt"/>
          <a:ea typeface="+mn-ea"/>
          <a:cs typeface="+mn-cs"/>
        </a:defRPr>
      </a:lvl3pPr>
      <a:lvl4pPr marL="1369126" algn="l" defTabSz="912750" rtl="0" eaLnBrk="1" latinLnBrk="0" hangingPunct="1">
        <a:defRPr sz="1800" kern="1200">
          <a:solidFill>
            <a:schemeClr val="tx1"/>
          </a:solidFill>
          <a:latin typeface="+mn-lt"/>
          <a:ea typeface="+mn-ea"/>
          <a:cs typeface="+mn-cs"/>
        </a:defRPr>
      </a:lvl4pPr>
      <a:lvl5pPr marL="1825506" algn="l" defTabSz="912750" rtl="0" eaLnBrk="1" latinLnBrk="0" hangingPunct="1">
        <a:defRPr sz="1800" kern="1200">
          <a:solidFill>
            <a:schemeClr val="tx1"/>
          </a:solidFill>
          <a:latin typeface="+mn-lt"/>
          <a:ea typeface="+mn-ea"/>
          <a:cs typeface="+mn-cs"/>
        </a:defRPr>
      </a:lvl5pPr>
      <a:lvl6pPr marL="2281887" algn="l" defTabSz="912750" rtl="0" eaLnBrk="1" latinLnBrk="0" hangingPunct="1">
        <a:defRPr sz="1800" kern="1200">
          <a:solidFill>
            <a:schemeClr val="tx1"/>
          </a:solidFill>
          <a:latin typeface="+mn-lt"/>
          <a:ea typeface="+mn-ea"/>
          <a:cs typeface="+mn-cs"/>
        </a:defRPr>
      </a:lvl6pPr>
      <a:lvl7pPr marL="2738266" algn="l" defTabSz="912750" rtl="0" eaLnBrk="1" latinLnBrk="0" hangingPunct="1">
        <a:defRPr sz="1800" kern="1200">
          <a:solidFill>
            <a:schemeClr val="tx1"/>
          </a:solidFill>
          <a:latin typeface="+mn-lt"/>
          <a:ea typeface="+mn-ea"/>
          <a:cs typeface="+mn-cs"/>
        </a:defRPr>
      </a:lvl7pPr>
      <a:lvl8pPr marL="3194644" algn="l" defTabSz="912750" rtl="0" eaLnBrk="1" latinLnBrk="0" hangingPunct="1">
        <a:defRPr sz="1800" kern="1200">
          <a:solidFill>
            <a:schemeClr val="tx1"/>
          </a:solidFill>
          <a:latin typeface="+mn-lt"/>
          <a:ea typeface="+mn-ea"/>
          <a:cs typeface="+mn-cs"/>
        </a:defRPr>
      </a:lvl8pPr>
      <a:lvl9pPr marL="3651023" algn="l" defTabSz="91275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5" cstate="email">
            <a:extLst>
              <a:ext uri="{28A0092B-C50C-407E-A947-70E740481C1C}">
                <a14:useLocalDpi xmlns:a14="http://schemas.microsoft.com/office/drawing/2010/main"/>
              </a:ext>
            </a:extLst>
          </a:blip>
          <a:srcRect/>
          <a:stretch>
            <a:fillRect/>
          </a:stretch>
        </p:blipFill>
        <p:spPr bwMode="ltGray">
          <a:xfrm>
            <a:off x="99" y="72"/>
            <a:ext cx="3019345" cy="825501"/>
          </a:xfrm>
          <a:prstGeom prst="rect">
            <a:avLst/>
          </a:prstGeom>
          <a:noFill/>
          <a:ln w="9525">
            <a:noFill/>
            <a:miter lim="800000"/>
            <a:headEnd/>
            <a:tailEnd/>
          </a:ln>
        </p:spPr>
      </p:pic>
      <p:sp>
        <p:nvSpPr>
          <p:cNvPr id="1027" name="Title Placeholder 1"/>
          <p:cNvSpPr>
            <a:spLocks noGrp="1"/>
          </p:cNvSpPr>
          <p:nvPr>
            <p:ph type="title"/>
          </p:nvPr>
        </p:nvSpPr>
        <p:spPr bwMode="auto">
          <a:xfrm>
            <a:off x="622941" y="711243"/>
            <a:ext cx="10922429" cy="6154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39854" y="1971694"/>
            <a:ext cx="10922429" cy="16062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54725" y="6598245"/>
            <a:ext cx="187552" cy="184666"/>
          </a:xfrm>
          <a:prstGeom prst="rect">
            <a:avLst/>
          </a:prstGeom>
          <a:noFill/>
          <a:ln w="9525">
            <a:noFill/>
            <a:miter lim="800000"/>
            <a:headEnd/>
            <a:tailEnd/>
          </a:ln>
        </p:spPr>
        <p:txBody>
          <a:bodyPr wrap="none" lIns="0" tIns="0" rIns="0" bIns="0" anchor="ctr">
            <a:spAutoFit/>
          </a:bodyPr>
          <a:lstStyle/>
          <a:p>
            <a:pPr algn="r" defTabSz="1166294">
              <a:defRPr/>
            </a:pPr>
            <a:fld id="{E9B6AED2-E616-4CD5-862A-CB15F603EB39}" type="slidenum">
              <a:rPr lang="en-US" sz="1200">
                <a:solidFill>
                  <a:srgbClr val="6D6E71"/>
                </a:solidFill>
                <a:cs typeface="Arial" pitchFamily="34" charset="0"/>
              </a:rPr>
              <a:pPr algn="r" defTabSz="1166294">
                <a:defRPr/>
              </a:pPr>
              <a:t>‹#›</a:t>
            </a:fld>
            <a:endParaRPr lang="en-US" sz="1200" dirty="0">
              <a:solidFill>
                <a:srgbClr val="6D6E71"/>
              </a:solidFill>
              <a:cs typeface="Arial" pitchFamily="34" charset="0"/>
            </a:endParaRPr>
          </a:p>
        </p:txBody>
      </p:sp>
      <p:sp>
        <p:nvSpPr>
          <p:cNvPr id="7" name="TextBox 20"/>
          <p:cNvSpPr txBox="1">
            <a:spLocks noChangeArrowheads="1"/>
          </p:cNvSpPr>
          <p:nvPr/>
        </p:nvSpPr>
        <p:spPr bwMode="gray">
          <a:xfrm>
            <a:off x="639768" y="6629432"/>
            <a:ext cx="3323026" cy="169277"/>
          </a:xfrm>
          <a:prstGeom prst="rect">
            <a:avLst/>
          </a:prstGeom>
          <a:noFill/>
          <a:ln w="9525">
            <a:noFill/>
            <a:miter lim="800000"/>
            <a:headEnd/>
            <a:tailEnd/>
          </a:ln>
        </p:spPr>
        <p:txBody>
          <a:bodyPr wrap="none" lIns="0" tIns="0" rIns="0" bIns="0">
            <a:spAutoFit/>
          </a:bodyPr>
          <a:lstStyle/>
          <a:p>
            <a:pPr defTabSz="1166294">
              <a:defRPr/>
            </a:pPr>
            <a:r>
              <a:rPr lang="en-US" sz="110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2858907417"/>
      </p:ext>
    </p:extLst>
  </p:cSld>
  <p:clrMap bg1="lt1" tx1="dk1" bg2="lt2" tx2="dk2" accent1="accent1" accent2="accent2" accent3="accent3" accent4="accent4" accent5="accent5" accent6="accent6" hlink="hlink" folHlink="folHlink"/>
  <p:sldLayoutIdLst>
    <p:sldLayoutId id="2147484630" r:id="rId1"/>
    <p:sldLayoutId id="2147484631" r:id="rId2"/>
    <p:sldLayoutId id="2147484632" r:id="rId3"/>
    <p:sldLayoutId id="2147484633" r:id="rId4"/>
    <p:sldLayoutId id="2147484634" r:id="rId5"/>
    <p:sldLayoutId id="2147484636" r:id="rId6"/>
    <p:sldLayoutId id="2147484637" r:id="rId7"/>
    <p:sldLayoutId id="2147484638" r:id="rId8"/>
    <p:sldLayoutId id="2147484639" r:id="rId9"/>
    <p:sldLayoutId id="2147484641" r:id="rId10"/>
    <p:sldLayoutId id="2147484642" r:id="rId11"/>
    <p:sldLayoutId id="2147484646" r:id="rId12"/>
    <p:sldLayoutId id="2147484784" r:id="rId13"/>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142" algn="l" rtl="0" eaLnBrk="1" fontAlgn="base" hangingPunct="1">
        <a:spcBef>
          <a:spcPct val="0"/>
        </a:spcBef>
        <a:spcAft>
          <a:spcPct val="0"/>
        </a:spcAft>
        <a:defRPr sz="4000" b="1">
          <a:solidFill>
            <a:schemeClr val="tx2"/>
          </a:solidFill>
          <a:latin typeface="Arial" charset="0"/>
          <a:cs typeface="Arial" charset="0"/>
        </a:defRPr>
      </a:lvl6pPr>
      <a:lvl7pPr marL="1166294" algn="l" rtl="0" eaLnBrk="1" fontAlgn="base" hangingPunct="1">
        <a:spcBef>
          <a:spcPct val="0"/>
        </a:spcBef>
        <a:spcAft>
          <a:spcPct val="0"/>
        </a:spcAft>
        <a:defRPr sz="4000" b="1">
          <a:solidFill>
            <a:schemeClr val="tx2"/>
          </a:solidFill>
          <a:latin typeface="Arial" charset="0"/>
          <a:cs typeface="Arial" charset="0"/>
        </a:defRPr>
      </a:lvl7pPr>
      <a:lvl8pPr marL="1749433" algn="l" rtl="0" eaLnBrk="1" fontAlgn="base" hangingPunct="1">
        <a:spcBef>
          <a:spcPct val="0"/>
        </a:spcBef>
        <a:spcAft>
          <a:spcPct val="0"/>
        </a:spcAft>
        <a:defRPr sz="4000" b="1">
          <a:solidFill>
            <a:schemeClr val="tx2"/>
          </a:solidFill>
          <a:latin typeface="Arial" charset="0"/>
          <a:cs typeface="Arial" charset="0"/>
        </a:defRPr>
      </a:lvl8pPr>
      <a:lvl9pPr marL="2332588" algn="l" rtl="0" eaLnBrk="1" fontAlgn="base" hangingPunct="1">
        <a:spcBef>
          <a:spcPct val="0"/>
        </a:spcBef>
        <a:spcAft>
          <a:spcPct val="0"/>
        </a:spcAft>
        <a:defRPr sz="4000" b="1">
          <a:solidFill>
            <a:schemeClr val="tx2"/>
          </a:solidFill>
          <a:latin typeface="Arial" charset="0"/>
          <a:cs typeface="Arial" charset="0"/>
        </a:defRPr>
      </a:lvl9pPr>
    </p:titleStyle>
    <p:bodyStyle>
      <a:lvl1pPr marL="370540" indent="-37054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464" indent="-36446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8937" indent="-35636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302" indent="-35636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49771" indent="-364464" algn="l" defTabSz="1190593"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49433" indent="-307780" algn="l" defTabSz="1166294"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0442"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3597"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6735"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294" rtl="0" eaLnBrk="1" latinLnBrk="0" hangingPunct="1">
        <a:defRPr sz="2300" kern="1200">
          <a:solidFill>
            <a:schemeClr val="tx1"/>
          </a:solidFill>
          <a:latin typeface="+mn-lt"/>
          <a:ea typeface="+mn-ea"/>
          <a:cs typeface="+mn-cs"/>
        </a:defRPr>
      </a:lvl1pPr>
      <a:lvl2pPr marL="583142" algn="l" defTabSz="1166294" rtl="0" eaLnBrk="1" latinLnBrk="0" hangingPunct="1">
        <a:defRPr sz="2300" kern="1200">
          <a:solidFill>
            <a:schemeClr val="tx1"/>
          </a:solidFill>
          <a:latin typeface="+mn-lt"/>
          <a:ea typeface="+mn-ea"/>
          <a:cs typeface="+mn-cs"/>
        </a:defRPr>
      </a:lvl2pPr>
      <a:lvl3pPr marL="1166294" algn="l" defTabSz="1166294" rtl="0" eaLnBrk="1" latinLnBrk="0" hangingPunct="1">
        <a:defRPr sz="2300" kern="1200">
          <a:solidFill>
            <a:schemeClr val="tx1"/>
          </a:solidFill>
          <a:latin typeface="+mn-lt"/>
          <a:ea typeface="+mn-ea"/>
          <a:cs typeface="+mn-cs"/>
        </a:defRPr>
      </a:lvl3pPr>
      <a:lvl4pPr marL="1749433" algn="l" defTabSz="1166294" rtl="0" eaLnBrk="1" latinLnBrk="0" hangingPunct="1">
        <a:defRPr sz="2300" kern="1200">
          <a:solidFill>
            <a:schemeClr val="tx1"/>
          </a:solidFill>
          <a:latin typeface="+mn-lt"/>
          <a:ea typeface="+mn-ea"/>
          <a:cs typeface="+mn-cs"/>
        </a:defRPr>
      </a:lvl4pPr>
      <a:lvl5pPr marL="2332588" algn="l" defTabSz="1166294" rtl="0" eaLnBrk="1" latinLnBrk="0" hangingPunct="1">
        <a:defRPr sz="2300" kern="1200">
          <a:solidFill>
            <a:schemeClr val="tx1"/>
          </a:solidFill>
          <a:latin typeface="+mn-lt"/>
          <a:ea typeface="+mn-ea"/>
          <a:cs typeface="+mn-cs"/>
        </a:defRPr>
      </a:lvl5pPr>
      <a:lvl6pPr marL="2915723" algn="l" defTabSz="1166294" rtl="0" eaLnBrk="1" latinLnBrk="0" hangingPunct="1">
        <a:defRPr sz="2300" kern="1200">
          <a:solidFill>
            <a:schemeClr val="tx1"/>
          </a:solidFill>
          <a:latin typeface="+mn-lt"/>
          <a:ea typeface="+mn-ea"/>
          <a:cs typeface="+mn-cs"/>
        </a:defRPr>
      </a:lvl6pPr>
      <a:lvl7pPr marL="3498876" algn="l" defTabSz="1166294" rtl="0" eaLnBrk="1" latinLnBrk="0" hangingPunct="1">
        <a:defRPr sz="2300" kern="1200">
          <a:solidFill>
            <a:schemeClr val="tx1"/>
          </a:solidFill>
          <a:latin typeface="+mn-lt"/>
          <a:ea typeface="+mn-ea"/>
          <a:cs typeface="+mn-cs"/>
        </a:defRPr>
      </a:lvl7pPr>
      <a:lvl8pPr marL="4082016" algn="l" defTabSz="1166294" rtl="0" eaLnBrk="1" latinLnBrk="0" hangingPunct="1">
        <a:defRPr sz="2300" kern="1200">
          <a:solidFill>
            <a:schemeClr val="tx1"/>
          </a:solidFill>
          <a:latin typeface="+mn-lt"/>
          <a:ea typeface="+mn-ea"/>
          <a:cs typeface="+mn-cs"/>
        </a:defRPr>
      </a:lvl8pPr>
      <a:lvl9pPr marL="4665164" algn="l" defTabSz="1166294" rtl="0" eaLnBrk="1" latinLnBrk="0" hangingPunct="1">
        <a:defRPr sz="2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20" cstate="email">
            <a:extLst>
              <a:ext uri="{28A0092B-C50C-407E-A947-70E740481C1C}">
                <a14:useLocalDpi xmlns:a14="http://schemas.microsoft.com/office/drawing/2010/main"/>
              </a:ext>
            </a:extLst>
          </a:blip>
          <a:srcRect/>
          <a:stretch>
            <a:fillRect/>
          </a:stretch>
        </p:blipFill>
        <p:spPr bwMode="ltGray">
          <a:xfrm>
            <a:off x="99" y="72"/>
            <a:ext cx="3019345" cy="825501"/>
          </a:xfrm>
          <a:prstGeom prst="rect">
            <a:avLst/>
          </a:prstGeom>
          <a:noFill/>
          <a:ln w="9525">
            <a:noFill/>
            <a:miter lim="800000"/>
            <a:headEnd/>
            <a:tailEnd/>
          </a:ln>
        </p:spPr>
      </p:pic>
      <p:sp>
        <p:nvSpPr>
          <p:cNvPr id="1027" name="Title Placeholder 1"/>
          <p:cNvSpPr>
            <a:spLocks noGrp="1"/>
          </p:cNvSpPr>
          <p:nvPr>
            <p:ph type="title"/>
          </p:nvPr>
        </p:nvSpPr>
        <p:spPr bwMode="auto">
          <a:xfrm>
            <a:off x="622941" y="711243"/>
            <a:ext cx="10922429" cy="6154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39854" y="1971694"/>
            <a:ext cx="10922429" cy="16062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54725" y="6598245"/>
            <a:ext cx="187552" cy="184666"/>
          </a:xfrm>
          <a:prstGeom prst="rect">
            <a:avLst/>
          </a:prstGeom>
          <a:noFill/>
          <a:ln w="9525">
            <a:noFill/>
            <a:miter lim="800000"/>
            <a:headEnd/>
            <a:tailEnd/>
          </a:ln>
        </p:spPr>
        <p:txBody>
          <a:bodyPr wrap="none" lIns="0" tIns="0" rIns="0" bIns="0" anchor="ctr">
            <a:spAutoFit/>
          </a:bodyPr>
          <a:lstStyle/>
          <a:p>
            <a:pPr algn="r" defTabSz="1166294">
              <a:defRPr/>
            </a:pPr>
            <a:fld id="{E9B6AED2-E616-4CD5-862A-CB15F603EB39}" type="slidenum">
              <a:rPr lang="en-US" sz="1200">
                <a:solidFill>
                  <a:srgbClr val="6D6E71"/>
                </a:solidFill>
                <a:cs typeface="Arial" pitchFamily="34" charset="0"/>
              </a:rPr>
              <a:pPr algn="r" defTabSz="1166294">
                <a:defRPr/>
              </a:pPr>
              <a:t>‹#›</a:t>
            </a:fld>
            <a:endParaRPr lang="en-US" sz="1200" dirty="0">
              <a:solidFill>
                <a:srgbClr val="6D6E71"/>
              </a:solidFill>
              <a:cs typeface="Arial" pitchFamily="34" charset="0"/>
            </a:endParaRPr>
          </a:p>
        </p:txBody>
      </p:sp>
      <p:sp>
        <p:nvSpPr>
          <p:cNvPr id="7" name="TextBox 20"/>
          <p:cNvSpPr txBox="1">
            <a:spLocks noChangeArrowheads="1"/>
          </p:cNvSpPr>
          <p:nvPr/>
        </p:nvSpPr>
        <p:spPr bwMode="gray">
          <a:xfrm>
            <a:off x="639768" y="6629432"/>
            <a:ext cx="3323026" cy="169277"/>
          </a:xfrm>
          <a:prstGeom prst="rect">
            <a:avLst/>
          </a:prstGeom>
          <a:noFill/>
          <a:ln w="9525">
            <a:noFill/>
            <a:miter lim="800000"/>
            <a:headEnd/>
            <a:tailEnd/>
          </a:ln>
        </p:spPr>
        <p:txBody>
          <a:bodyPr wrap="none" lIns="0" tIns="0" rIns="0" bIns="0">
            <a:spAutoFit/>
          </a:bodyPr>
          <a:lstStyle/>
          <a:p>
            <a:pPr defTabSz="1166294">
              <a:defRPr/>
            </a:pPr>
            <a:r>
              <a:rPr lang="en-US" sz="1100" dirty="0">
                <a:solidFill>
                  <a:srgbClr val="6D6E71"/>
                </a:solidFill>
                <a:cs typeface="Arial" pitchFamily="34" charset="0"/>
              </a:rPr>
              <a:t>Copyright © 2016 Tech Mahindra. All rights reserved.</a:t>
            </a:r>
          </a:p>
        </p:txBody>
      </p:sp>
    </p:spTree>
    <p:extLst>
      <p:ext uri="{BB962C8B-B14F-4D97-AF65-F5344CB8AC3E}">
        <p14:creationId xmlns:p14="http://schemas.microsoft.com/office/powerpoint/2010/main" val="2577675347"/>
      </p:ext>
    </p:extLst>
  </p:cSld>
  <p:clrMap bg1="lt1" tx1="dk1" bg2="lt2" tx2="dk2" accent1="accent1" accent2="accent2" accent3="accent3" accent4="accent4" accent5="accent5" accent6="accent6" hlink="hlink" folHlink="folHlink"/>
  <p:sldLayoutIdLst>
    <p:sldLayoutId id="2147484726" r:id="rId1"/>
    <p:sldLayoutId id="2147484727" r:id="rId2"/>
    <p:sldLayoutId id="2147484728" r:id="rId3"/>
    <p:sldLayoutId id="2147484729" r:id="rId4"/>
    <p:sldLayoutId id="2147484730" r:id="rId5"/>
    <p:sldLayoutId id="2147484731" r:id="rId6"/>
    <p:sldLayoutId id="2147484732" r:id="rId7"/>
    <p:sldLayoutId id="2147484733" r:id="rId8"/>
    <p:sldLayoutId id="2147484734" r:id="rId9"/>
    <p:sldLayoutId id="2147484735" r:id="rId10"/>
    <p:sldLayoutId id="2147484736" r:id="rId11"/>
    <p:sldLayoutId id="2147484737" r:id="rId12"/>
    <p:sldLayoutId id="2147484738" r:id="rId13"/>
    <p:sldLayoutId id="2147484739" r:id="rId14"/>
    <p:sldLayoutId id="2147484741" r:id="rId15"/>
    <p:sldLayoutId id="2147484742" r:id="rId16"/>
    <p:sldLayoutId id="2147484743" r:id="rId17"/>
    <p:sldLayoutId id="2147484744" r:id="rId18"/>
  </p:sldLayoutIdLst>
  <p:txStyles>
    <p:titleStyle>
      <a:lvl1pPr algn="l" rtl="0" eaLnBrk="1" fontAlgn="base" hangingPunct="1">
        <a:spcBef>
          <a:spcPct val="0"/>
        </a:spcBef>
        <a:spcAft>
          <a:spcPct val="0"/>
        </a:spcAft>
        <a:defRPr lang="en-US" sz="40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2"/>
          </a:solidFill>
          <a:latin typeface="Arial" charset="0"/>
          <a:cs typeface="Arial" charset="0"/>
        </a:defRPr>
      </a:lvl2pPr>
      <a:lvl3pPr algn="l" rtl="0" eaLnBrk="1" fontAlgn="base" hangingPunct="1">
        <a:spcBef>
          <a:spcPct val="0"/>
        </a:spcBef>
        <a:spcAft>
          <a:spcPct val="0"/>
        </a:spcAft>
        <a:defRPr sz="4000" b="1">
          <a:solidFill>
            <a:schemeClr val="tx2"/>
          </a:solidFill>
          <a:latin typeface="Arial" charset="0"/>
          <a:cs typeface="Arial" charset="0"/>
        </a:defRPr>
      </a:lvl3pPr>
      <a:lvl4pPr algn="l" rtl="0" eaLnBrk="1" fontAlgn="base" hangingPunct="1">
        <a:spcBef>
          <a:spcPct val="0"/>
        </a:spcBef>
        <a:spcAft>
          <a:spcPct val="0"/>
        </a:spcAft>
        <a:defRPr sz="4000" b="1">
          <a:solidFill>
            <a:schemeClr val="tx2"/>
          </a:solidFill>
          <a:latin typeface="Arial" charset="0"/>
          <a:cs typeface="Arial" charset="0"/>
        </a:defRPr>
      </a:lvl4pPr>
      <a:lvl5pPr algn="l" rtl="0" eaLnBrk="1" fontAlgn="base" hangingPunct="1">
        <a:spcBef>
          <a:spcPct val="0"/>
        </a:spcBef>
        <a:spcAft>
          <a:spcPct val="0"/>
        </a:spcAft>
        <a:defRPr sz="4000" b="1">
          <a:solidFill>
            <a:schemeClr val="tx2"/>
          </a:solidFill>
          <a:latin typeface="Arial" charset="0"/>
          <a:cs typeface="Arial" charset="0"/>
        </a:defRPr>
      </a:lvl5pPr>
      <a:lvl6pPr marL="583142" algn="l" rtl="0" eaLnBrk="1" fontAlgn="base" hangingPunct="1">
        <a:spcBef>
          <a:spcPct val="0"/>
        </a:spcBef>
        <a:spcAft>
          <a:spcPct val="0"/>
        </a:spcAft>
        <a:defRPr sz="4000" b="1">
          <a:solidFill>
            <a:schemeClr val="tx2"/>
          </a:solidFill>
          <a:latin typeface="Arial" charset="0"/>
          <a:cs typeface="Arial" charset="0"/>
        </a:defRPr>
      </a:lvl6pPr>
      <a:lvl7pPr marL="1166294" algn="l" rtl="0" eaLnBrk="1" fontAlgn="base" hangingPunct="1">
        <a:spcBef>
          <a:spcPct val="0"/>
        </a:spcBef>
        <a:spcAft>
          <a:spcPct val="0"/>
        </a:spcAft>
        <a:defRPr sz="4000" b="1">
          <a:solidFill>
            <a:schemeClr val="tx2"/>
          </a:solidFill>
          <a:latin typeface="Arial" charset="0"/>
          <a:cs typeface="Arial" charset="0"/>
        </a:defRPr>
      </a:lvl7pPr>
      <a:lvl8pPr marL="1749433" algn="l" rtl="0" eaLnBrk="1" fontAlgn="base" hangingPunct="1">
        <a:spcBef>
          <a:spcPct val="0"/>
        </a:spcBef>
        <a:spcAft>
          <a:spcPct val="0"/>
        </a:spcAft>
        <a:defRPr sz="4000" b="1">
          <a:solidFill>
            <a:schemeClr val="tx2"/>
          </a:solidFill>
          <a:latin typeface="Arial" charset="0"/>
          <a:cs typeface="Arial" charset="0"/>
        </a:defRPr>
      </a:lvl8pPr>
      <a:lvl9pPr marL="2332588" algn="l" rtl="0" eaLnBrk="1" fontAlgn="base" hangingPunct="1">
        <a:spcBef>
          <a:spcPct val="0"/>
        </a:spcBef>
        <a:spcAft>
          <a:spcPct val="0"/>
        </a:spcAft>
        <a:defRPr sz="4000" b="1">
          <a:solidFill>
            <a:schemeClr val="tx2"/>
          </a:solidFill>
          <a:latin typeface="Arial" charset="0"/>
          <a:cs typeface="Arial" charset="0"/>
        </a:defRPr>
      </a:lvl9pPr>
    </p:titleStyle>
    <p:bodyStyle>
      <a:lvl1pPr marL="370540" indent="-370540"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364464" indent="-364464"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728937" indent="-356366"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1085302" indent="-356366"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449771" indent="-364464" algn="l" defTabSz="1190593"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749433" indent="-307780" algn="l" defTabSz="1166294" rtl="0" eaLnBrk="1" latinLnBrk="0" hangingPunct="1">
        <a:spcBef>
          <a:spcPct val="20000"/>
        </a:spcBef>
        <a:buClr>
          <a:schemeClr val="bg2"/>
        </a:buClr>
        <a:buSzPct val="60000"/>
        <a:buFont typeface="Wingdings" pitchFamily="2" charset="2"/>
        <a:buChar char="§"/>
        <a:defRPr sz="2700" kern="1200">
          <a:solidFill>
            <a:schemeClr val="tx1"/>
          </a:solidFill>
          <a:latin typeface="Arial" pitchFamily="34" charset="0"/>
          <a:ea typeface="+mn-ea"/>
          <a:cs typeface="+mn-cs"/>
        </a:defRPr>
      </a:lvl6pPr>
      <a:lvl7pPr marL="3790442"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373597"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4956735" indent="-291572" algn="l" defTabSz="116629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166294" rtl="0" eaLnBrk="1" latinLnBrk="0" hangingPunct="1">
        <a:defRPr sz="2300" kern="1200">
          <a:solidFill>
            <a:schemeClr val="tx1"/>
          </a:solidFill>
          <a:latin typeface="+mn-lt"/>
          <a:ea typeface="+mn-ea"/>
          <a:cs typeface="+mn-cs"/>
        </a:defRPr>
      </a:lvl1pPr>
      <a:lvl2pPr marL="583142" algn="l" defTabSz="1166294" rtl="0" eaLnBrk="1" latinLnBrk="0" hangingPunct="1">
        <a:defRPr sz="2300" kern="1200">
          <a:solidFill>
            <a:schemeClr val="tx1"/>
          </a:solidFill>
          <a:latin typeface="+mn-lt"/>
          <a:ea typeface="+mn-ea"/>
          <a:cs typeface="+mn-cs"/>
        </a:defRPr>
      </a:lvl2pPr>
      <a:lvl3pPr marL="1166294" algn="l" defTabSz="1166294" rtl="0" eaLnBrk="1" latinLnBrk="0" hangingPunct="1">
        <a:defRPr sz="2300" kern="1200">
          <a:solidFill>
            <a:schemeClr val="tx1"/>
          </a:solidFill>
          <a:latin typeface="+mn-lt"/>
          <a:ea typeface="+mn-ea"/>
          <a:cs typeface="+mn-cs"/>
        </a:defRPr>
      </a:lvl3pPr>
      <a:lvl4pPr marL="1749433" algn="l" defTabSz="1166294" rtl="0" eaLnBrk="1" latinLnBrk="0" hangingPunct="1">
        <a:defRPr sz="2300" kern="1200">
          <a:solidFill>
            <a:schemeClr val="tx1"/>
          </a:solidFill>
          <a:latin typeface="+mn-lt"/>
          <a:ea typeface="+mn-ea"/>
          <a:cs typeface="+mn-cs"/>
        </a:defRPr>
      </a:lvl4pPr>
      <a:lvl5pPr marL="2332588" algn="l" defTabSz="1166294" rtl="0" eaLnBrk="1" latinLnBrk="0" hangingPunct="1">
        <a:defRPr sz="2300" kern="1200">
          <a:solidFill>
            <a:schemeClr val="tx1"/>
          </a:solidFill>
          <a:latin typeface="+mn-lt"/>
          <a:ea typeface="+mn-ea"/>
          <a:cs typeface="+mn-cs"/>
        </a:defRPr>
      </a:lvl5pPr>
      <a:lvl6pPr marL="2915723" algn="l" defTabSz="1166294" rtl="0" eaLnBrk="1" latinLnBrk="0" hangingPunct="1">
        <a:defRPr sz="2300" kern="1200">
          <a:solidFill>
            <a:schemeClr val="tx1"/>
          </a:solidFill>
          <a:latin typeface="+mn-lt"/>
          <a:ea typeface="+mn-ea"/>
          <a:cs typeface="+mn-cs"/>
        </a:defRPr>
      </a:lvl6pPr>
      <a:lvl7pPr marL="3498876" algn="l" defTabSz="1166294" rtl="0" eaLnBrk="1" latinLnBrk="0" hangingPunct="1">
        <a:defRPr sz="2300" kern="1200">
          <a:solidFill>
            <a:schemeClr val="tx1"/>
          </a:solidFill>
          <a:latin typeface="+mn-lt"/>
          <a:ea typeface="+mn-ea"/>
          <a:cs typeface="+mn-cs"/>
        </a:defRPr>
      </a:lvl7pPr>
      <a:lvl8pPr marL="4082016" algn="l" defTabSz="1166294" rtl="0" eaLnBrk="1" latinLnBrk="0" hangingPunct="1">
        <a:defRPr sz="2300" kern="1200">
          <a:solidFill>
            <a:schemeClr val="tx1"/>
          </a:solidFill>
          <a:latin typeface="+mn-lt"/>
          <a:ea typeface="+mn-ea"/>
          <a:cs typeface="+mn-cs"/>
        </a:defRPr>
      </a:lvl8pPr>
      <a:lvl9pPr marL="4665164" algn="l" defTabSz="1166294" rtl="0" eaLnBrk="1" latinLnBrk="0" hangingPunct="1">
        <a:defRPr sz="2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34" cstate="email">
            <a:extLst>
              <a:ext uri="{28A0092B-C50C-407E-A947-70E740481C1C}">
                <a14:useLocalDpi xmlns:a14="http://schemas.microsoft.com/office/drawing/2010/main"/>
              </a:ext>
            </a:extLst>
          </a:blip>
          <a:stretch>
            <a:fillRect/>
          </a:stretch>
        </p:blipFill>
        <p:spPr bwMode="ltGray">
          <a:xfrm>
            <a:off x="612" y="9"/>
            <a:ext cx="3019344" cy="825500"/>
          </a:xfrm>
          <a:prstGeom prst="rect">
            <a:avLst/>
          </a:prstGeom>
        </p:spPr>
      </p:pic>
      <p:sp>
        <p:nvSpPr>
          <p:cNvPr id="2" name="Title Placeholder 1"/>
          <p:cNvSpPr>
            <a:spLocks noGrp="1"/>
          </p:cNvSpPr>
          <p:nvPr>
            <p:ph type="title"/>
          </p:nvPr>
        </p:nvSpPr>
        <p:spPr>
          <a:xfrm>
            <a:off x="622893" y="711200"/>
            <a:ext cx="10922428" cy="49859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39777" y="1971678"/>
            <a:ext cx="10922428" cy="148470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1050" marR="0" lvl="2" indent="-279180" algn="l" defTabSz="913682"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73199" y="6607984"/>
            <a:ext cx="169918" cy="166199"/>
          </a:xfrm>
          <a:prstGeom prst="rect">
            <a:avLst/>
          </a:prstGeom>
          <a:noFill/>
          <a:ln w="9525">
            <a:noFill/>
            <a:miter lim="800000"/>
            <a:headEnd/>
            <a:tailEnd/>
          </a:ln>
        </p:spPr>
        <p:txBody>
          <a:bodyPr wrap="none" lIns="0" tIns="0" rIns="0" bIns="0" anchor="ctr">
            <a:spAutoFit/>
          </a:bodyPr>
          <a:lstStyle/>
          <a:p>
            <a:pPr algn="r" defTabSz="913682">
              <a:defRPr/>
            </a:pPr>
            <a:fld id="{6856ECDB-1CEE-4F69-ADCA-557460F2116E}" type="slidenum">
              <a:rPr lang="en-US" sz="1080">
                <a:solidFill>
                  <a:srgbClr val="6D6E71"/>
                </a:solidFill>
                <a:cs typeface="Arial" pitchFamily="34" charset="0"/>
              </a:rPr>
              <a:pPr algn="r" defTabSz="913682">
                <a:defRPr/>
              </a:pPr>
              <a:t>‹#›</a:t>
            </a:fld>
            <a:endParaRPr lang="en-US" sz="1080" dirty="0">
              <a:solidFill>
                <a:srgbClr val="6D6E71"/>
              </a:solidFill>
              <a:cs typeface="Arial" pitchFamily="34" charset="0"/>
            </a:endParaRPr>
          </a:p>
        </p:txBody>
      </p:sp>
      <p:sp>
        <p:nvSpPr>
          <p:cNvPr id="10" name="TextBox 20"/>
          <p:cNvSpPr txBox="1">
            <a:spLocks noChangeArrowheads="1"/>
          </p:cNvSpPr>
          <p:nvPr userDrawn="1"/>
        </p:nvSpPr>
        <p:spPr bwMode="gray">
          <a:xfrm>
            <a:off x="639798" y="6629464"/>
            <a:ext cx="2906245" cy="147733"/>
          </a:xfrm>
          <a:prstGeom prst="rect">
            <a:avLst/>
          </a:prstGeom>
          <a:noFill/>
          <a:ln w="9525">
            <a:noFill/>
            <a:miter lim="800000"/>
            <a:headEnd/>
            <a:tailEnd/>
          </a:ln>
        </p:spPr>
        <p:txBody>
          <a:bodyPr wrap="none" lIns="0" tIns="0" rIns="0" bIns="0">
            <a:spAutoFit/>
          </a:bodyPr>
          <a:lstStyle/>
          <a:p>
            <a:pPr defTabSz="1096465" fontAlgn="base">
              <a:spcBef>
                <a:spcPct val="0"/>
              </a:spcBef>
              <a:spcAft>
                <a:spcPct val="0"/>
              </a:spcAft>
              <a:defRPr/>
            </a:pPr>
            <a:r>
              <a:rPr lang="en-US" sz="960" dirty="0">
                <a:solidFill>
                  <a:srgbClr val="6D6E71"/>
                </a:solidFill>
                <a:cs typeface="Arial" pitchFamily="34" charset="0"/>
              </a:rPr>
              <a:t>Copyright © </a:t>
            </a:r>
            <a:r>
              <a:rPr lang="is-IS" sz="960" dirty="0">
                <a:solidFill>
                  <a:srgbClr val="6D6E71"/>
                </a:solidFill>
                <a:cs typeface="Arial" pitchFamily="34" charset="0"/>
              </a:rPr>
              <a:t>2016</a:t>
            </a:r>
            <a:r>
              <a:rPr lang="en-US" sz="960" dirty="0">
                <a:solidFill>
                  <a:srgbClr val="6D6E71"/>
                </a:solidFill>
                <a:cs typeface="Arial" pitchFamily="34" charset="0"/>
              </a:rPr>
              <a:t> Tech Mahindra. All rights reserved.</a:t>
            </a:r>
          </a:p>
        </p:txBody>
      </p:sp>
    </p:spTree>
    <p:extLst>
      <p:ext uri="{BB962C8B-B14F-4D97-AF65-F5344CB8AC3E}">
        <p14:creationId xmlns:p14="http://schemas.microsoft.com/office/powerpoint/2010/main" val="1866909736"/>
      </p:ext>
    </p:extLst>
  </p:cSld>
  <p:clrMap bg1="lt1" tx1="dk1" bg2="lt2" tx2="dk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794" r:id="rId5"/>
    <p:sldLayoutId id="2147484795" r:id="rId6"/>
    <p:sldLayoutId id="2147484796" r:id="rId7"/>
    <p:sldLayoutId id="2147484797" r:id="rId8"/>
    <p:sldLayoutId id="2147484798" r:id="rId9"/>
    <p:sldLayoutId id="2147484799" r:id="rId10"/>
    <p:sldLayoutId id="2147484800" r:id="rId11"/>
    <p:sldLayoutId id="2147484801" r:id="rId12"/>
    <p:sldLayoutId id="2147484802" r:id="rId13"/>
    <p:sldLayoutId id="2147484803" r:id="rId14"/>
    <p:sldLayoutId id="2147484804" r:id="rId15"/>
    <p:sldLayoutId id="2147484805" r:id="rId16"/>
    <p:sldLayoutId id="2147484806" r:id="rId17"/>
    <p:sldLayoutId id="2147484807" r:id="rId18"/>
    <p:sldLayoutId id="2147484808" r:id="rId19"/>
    <p:sldLayoutId id="2147484809" r:id="rId20"/>
    <p:sldLayoutId id="2147484810" r:id="rId21"/>
    <p:sldLayoutId id="2147484811" r:id="rId22"/>
    <p:sldLayoutId id="2147484812" r:id="rId23"/>
    <p:sldLayoutId id="2147484813" r:id="rId24"/>
    <p:sldLayoutId id="2147484814" r:id="rId25"/>
    <p:sldLayoutId id="2147484815" r:id="rId26"/>
    <p:sldLayoutId id="2147484816" r:id="rId27"/>
    <p:sldLayoutId id="2147484817" r:id="rId28"/>
    <p:sldLayoutId id="2147484818" r:id="rId29"/>
    <p:sldLayoutId id="2147484819" r:id="rId30"/>
    <p:sldLayoutId id="2147484820" r:id="rId31"/>
    <p:sldLayoutId id="2147484821" r:id="rId32"/>
    <p:sldLayoutId id="2147484822" r:id="rId33"/>
    <p:sldLayoutId id="2147484823" r:id="rId34"/>
    <p:sldLayoutId id="2147484824" r:id="rId35"/>
    <p:sldLayoutId id="2147484825" r:id="rId36"/>
    <p:sldLayoutId id="2147484826" r:id="rId37"/>
    <p:sldLayoutId id="2147484827" r:id="rId38"/>
    <p:sldLayoutId id="2147484828" r:id="rId39"/>
    <p:sldLayoutId id="2147484829" r:id="rId40"/>
    <p:sldLayoutId id="2147484830" r:id="rId41"/>
    <p:sldLayoutId id="2147484831" r:id="rId42"/>
    <p:sldLayoutId id="2147484832" r:id="rId43"/>
    <p:sldLayoutId id="2147484833" r:id="rId44"/>
    <p:sldLayoutId id="2147484834" r:id="rId45"/>
    <p:sldLayoutId id="2147484835" r:id="rId46"/>
    <p:sldLayoutId id="2147484836" r:id="rId47"/>
    <p:sldLayoutId id="2147484837" r:id="rId48"/>
    <p:sldLayoutId id="2147484838" r:id="rId49"/>
    <p:sldLayoutId id="2147484839" r:id="rId50"/>
    <p:sldLayoutId id="2147484840" r:id="rId51"/>
    <p:sldLayoutId id="2147484841" r:id="rId52"/>
    <p:sldLayoutId id="2147484842" r:id="rId53"/>
    <p:sldLayoutId id="2147484843" r:id="rId54"/>
    <p:sldLayoutId id="2147484844" r:id="rId55"/>
    <p:sldLayoutId id="2147484845" r:id="rId56"/>
    <p:sldLayoutId id="2147484846" r:id="rId57"/>
    <p:sldLayoutId id="2147484847" r:id="rId58"/>
    <p:sldLayoutId id="2147484848" r:id="rId59"/>
    <p:sldLayoutId id="2147484849" r:id="rId60"/>
    <p:sldLayoutId id="2147484850" r:id="rId61"/>
    <p:sldLayoutId id="2147484851" r:id="rId62"/>
    <p:sldLayoutId id="2147484852" r:id="rId63"/>
    <p:sldLayoutId id="2147484853" r:id="rId64"/>
    <p:sldLayoutId id="2147484854" r:id="rId65"/>
    <p:sldLayoutId id="2147484855" r:id="rId66"/>
    <p:sldLayoutId id="2147484856" r:id="rId67"/>
    <p:sldLayoutId id="2147484857" r:id="rId68"/>
    <p:sldLayoutId id="2147484858" r:id="rId69"/>
    <p:sldLayoutId id="2147484859" r:id="rId70"/>
    <p:sldLayoutId id="2147484860" r:id="rId71"/>
    <p:sldLayoutId id="2147484861" r:id="rId72"/>
    <p:sldLayoutId id="2147484862" r:id="rId73"/>
    <p:sldLayoutId id="2147484863" r:id="rId74"/>
    <p:sldLayoutId id="2147484864" r:id="rId75"/>
    <p:sldLayoutId id="2147484865" r:id="rId76"/>
    <p:sldLayoutId id="2147484866" r:id="rId77"/>
    <p:sldLayoutId id="2147484867" r:id="rId78"/>
    <p:sldLayoutId id="2147484868" r:id="rId79"/>
    <p:sldLayoutId id="2147484869" r:id="rId80"/>
    <p:sldLayoutId id="2147484870" r:id="rId81"/>
    <p:sldLayoutId id="2147484871" r:id="rId82"/>
    <p:sldLayoutId id="2147484872" r:id="rId83"/>
    <p:sldLayoutId id="2147484873" r:id="rId84"/>
    <p:sldLayoutId id="2147484874" r:id="rId85"/>
    <p:sldLayoutId id="2147484875" r:id="rId86"/>
    <p:sldLayoutId id="2147484876" r:id="rId87"/>
    <p:sldLayoutId id="2147484877" r:id="rId88"/>
    <p:sldLayoutId id="2147484878" r:id="rId89"/>
    <p:sldLayoutId id="2147484879" r:id="rId90"/>
    <p:sldLayoutId id="2147484880" r:id="rId91"/>
    <p:sldLayoutId id="2147484881" r:id="rId92"/>
    <p:sldLayoutId id="2147484882" r:id="rId93"/>
    <p:sldLayoutId id="2147484883" r:id="rId94"/>
    <p:sldLayoutId id="2147484884" r:id="rId95"/>
    <p:sldLayoutId id="2147484885" r:id="rId96"/>
    <p:sldLayoutId id="2147484886" r:id="rId97"/>
    <p:sldLayoutId id="2147484887" r:id="rId98"/>
    <p:sldLayoutId id="2147484888" r:id="rId99"/>
    <p:sldLayoutId id="2147484889" r:id="rId100"/>
    <p:sldLayoutId id="2147484890" r:id="rId101"/>
    <p:sldLayoutId id="2147484891" r:id="rId102"/>
    <p:sldLayoutId id="2147484892" r:id="rId103"/>
    <p:sldLayoutId id="2147484893" r:id="rId104"/>
    <p:sldLayoutId id="2147484894" r:id="rId105"/>
    <p:sldLayoutId id="2147484895" r:id="rId106"/>
    <p:sldLayoutId id="2147484896" r:id="rId107"/>
    <p:sldLayoutId id="2147484897" r:id="rId108"/>
    <p:sldLayoutId id="2147484898" r:id="rId109"/>
    <p:sldLayoutId id="2147484899" r:id="rId110"/>
    <p:sldLayoutId id="2147484900" r:id="rId111"/>
    <p:sldLayoutId id="2147484901" r:id="rId112"/>
    <p:sldLayoutId id="2147484902" r:id="rId113"/>
    <p:sldLayoutId id="2147484903" r:id="rId114"/>
    <p:sldLayoutId id="2147484904" r:id="rId115"/>
    <p:sldLayoutId id="2147484905" r:id="rId116"/>
    <p:sldLayoutId id="2147484906" r:id="rId117"/>
    <p:sldLayoutId id="2147484907" r:id="rId118"/>
    <p:sldLayoutId id="2147484908" r:id="rId119"/>
    <p:sldLayoutId id="2147484909" r:id="rId120"/>
    <p:sldLayoutId id="2147484910" r:id="rId121"/>
    <p:sldLayoutId id="2147484911" r:id="rId122"/>
    <p:sldLayoutId id="2147484912" r:id="rId123"/>
    <p:sldLayoutId id="2147484913" r:id="rId124"/>
    <p:sldLayoutId id="2147484914" r:id="rId125"/>
    <p:sldLayoutId id="2147484915" r:id="rId126"/>
    <p:sldLayoutId id="2147484916" r:id="rId127"/>
    <p:sldLayoutId id="2147484917" r:id="rId128"/>
    <p:sldLayoutId id="2147484918" r:id="rId129"/>
    <p:sldLayoutId id="2147484919" r:id="rId130"/>
    <p:sldLayoutId id="2147484920" r:id="rId131"/>
  </p:sldLayoutIdLst>
  <p:txStyles>
    <p:titleStyle>
      <a:lvl1pPr algn="l" defTabSz="913682" rtl="0" eaLnBrk="1" latinLnBrk="0" hangingPunct="1">
        <a:spcBef>
          <a:spcPct val="0"/>
        </a:spcBef>
        <a:buNone/>
        <a:defRPr lang="en-US" sz="3240" b="1" kern="1200" dirty="0" smtClean="0">
          <a:solidFill>
            <a:schemeClr val="tx2"/>
          </a:solidFill>
          <a:latin typeface="Arial" pitchFamily="34" charset="0"/>
          <a:ea typeface="+mj-ea"/>
          <a:cs typeface="Arial" pitchFamily="34" charset="0"/>
        </a:defRPr>
      </a:lvl1pPr>
    </p:titleStyle>
    <p:bodyStyle>
      <a:lvl1pPr marL="290286" indent="-290286" algn="l" defTabSz="913682"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527" indent="-285527" algn="l" defTabSz="913682"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050" indent="-279180" algn="l" defTabSz="913682"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232" indent="-279180" algn="l" defTabSz="913682"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5758" indent="-285527" algn="l" defTabSz="932718"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0524" indent="-241110" algn="l" defTabSz="913682" rtl="0" eaLnBrk="1" latinLnBrk="0" hangingPunct="1">
        <a:spcBef>
          <a:spcPct val="20000"/>
        </a:spcBef>
        <a:buClr>
          <a:schemeClr val="bg2"/>
        </a:buClr>
        <a:buSzPct val="60000"/>
        <a:buFont typeface="Wingdings" pitchFamily="2" charset="2"/>
        <a:buChar char="§"/>
        <a:defRPr sz="2040" kern="1200">
          <a:solidFill>
            <a:schemeClr val="tx1"/>
          </a:solidFill>
          <a:latin typeface="Arial" pitchFamily="34" charset="0"/>
          <a:ea typeface="+mn-ea"/>
          <a:cs typeface="+mn-cs"/>
        </a:defRPr>
      </a:lvl6pPr>
      <a:lvl7pPr marL="2969472" indent="-228420" algn="l" defTabSz="913682" rtl="0" eaLnBrk="1" latinLnBrk="0" hangingPunct="1">
        <a:spcBef>
          <a:spcPct val="20000"/>
        </a:spcBef>
        <a:buFont typeface="Arial" pitchFamily="34" charset="0"/>
        <a:buChar char="•"/>
        <a:defRPr sz="2040" kern="1200">
          <a:solidFill>
            <a:schemeClr val="tx1"/>
          </a:solidFill>
          <a:latin typeface="+mn-lt"/>
          <a:ea typeface="+mn-ea"/>
          <a:cs typeface="+mn-cs"/>
        </a:defRPr>
      </a:lvl7pPr>
      <a:lvl8pPr marL="3426314" indent="-228420" algn="l" defTabSz="913682" rtl="0" eaLnBrk="1" latinLnBrk="0" hangingPunct="1">
        <a:spcBef>
          <a:spcPct val="20000"/>
        </a:spcBef>
        <a:buFont typeface="Arial" pitchFamily="34" charset="0"/>
        <a:buChar char="•"/>
        <a:defRPr sz="2040" kern="1200">
          <a:solidFill>
            <a:schemeClr val="tx1"/>
          </a:solidFill>
          <a:latin typeface="+mn-lt"/>
          <a:ea typeface="+mn-ea"/>
          <a:cs typeface="+mn-cs"/>
        </a:defRPr>
      </a:lvl8pPr>
      <a:lvl9pPr marL="3883156" indent="-228420" algn="l" defTabSz="913682" rtl="0" eaLnBrk="1" latinLnBrk="0" hangingPunct="1">
        <a:spcBef>
          <a:spcPct val="20000"/>
        </a:spcBef>
        <a:buFont typeface="Arial" pitchFamily="34" charset="0"/>
        <a:buChar char="•"/>
        <a:defRPr sz="2040" kern="1200">
          <a:solidFill>
            <a:schemeClr val="tx1"/>
          </a:solidFill>
          <a:latin typeface="+mn-lt"/>
          <a:ea typeface="+mn-ea"/>
          <a:cs typeface="+mn-cs"/>
        </a:defRPr>
      </a:lvl9pPr>
    </p:bodyStyle>
    <p:otherStyle>
      <a:defPPr>
        <a:defRPr lang="en-US"/>
      </a:defPPr>
      <a:lvl1pPr marL="0" algn="l" defTabSz="913682" rtl="0" eaLnBrk="1" latinLnBrk="0" hangingPunct="1">
        <a:defRPr sz="1800" kern="1200">
          <a:solidFill>
            <a:schemeClr val="tx1"/>
          </a:solidFill>
          <a:latin typeface="+mn-lt"/>
          <a:ea typeface="+mn-ea"/>
          <a:cs typeface="+mn-cs"/>
        </a:defRPr>
      </a:lvl1pPr>
      <a:lvl2pPr marL="456842" algn="l" defTabSz="913682" rtl="0" eaLnBrk="1" latinLnBrk="0" hangingPunct="1">
        <a:defRPr sz="1800" kern="1200">
          <a:solidFill>
            <a:schemeClr val="tx1"/>
          </a:solidFill>
          <a:latin typeface="+mn-lt"/>
          <a:ea typeface="+mn-ea"/>
          <a:cs typeface="+mn-cs"/>
        </a:defRPr>
      </a:lvl2pPr>
      <a:lvl3pPr marL="913682" algn="l" defTabSz="913682" rtl="0" eaLnBrk="1" latinLnBrk="0" hangingPunct="1">
        <a:defRPr sz="1800" kern="1200">
          <a:solidFill>
            <a:schemeClr val="tx1"/>
          </a:solidFill>
          <a:latin typeface="+mn-lt"/>
          <a:ea typeface="+mn-ea"/>
          <a:cs typeface="+mn-cs"/>
        </a:defRPr>
      </a:lvl3pPr>
      <a:lvl4pPr marL="1370524" algn="l" defTabSz="913682" rtl="0" eaLnBrk="1" latinLnBrk="0" hangingPunct="1">
        <a:defRPr sz="1800" kern="1200">
          <a:solidFill>
            <a:schemeClr val="tx1"/>
          </a:solidFill>
          <a:latin typeface="+mn-lt"/>
          <a:ea typeface="+mn-ea"/>
          <a:cs typeface="+mn-cs"/>
        </a:defRPr>
      </a:lvl4pPr>
      <a:lvl5pPr marL="1827368" algn="l" defTabSz="913682" rtl="0" eaLnBrk="1" latinLnBrk="0" hangingPunct="1">
        <a:defRPr sz="1800" kern="1200">
          <a:solidFill>
            <a:schemeClr val="tx1"/>
          </a:solidFill>
          <a:latin typeface="+mn-lt"/>
          <a:ea typeface="+mn-ea"/>
          <a:cs typeface="+mn-cs"/>
        </a:defRPr>
      </a:lvl5pPr>
      <a:lvl6pPr marL="2284210" algn="l" defTabSz="913682" rtl="0" eaLnBrk="1" latinLnBrk="0" hangingPunct="1">
        <a:defRPr sz="1800" kern="1200">
          <a:solidFill>
            <a:schemeClr val="tx1"/>
          </a:solidFill>
          <a:latin typeface="+mn-lt"/>
          <a:ea typeface="+mn-ea"/>
          <a:cs typeface="+mn-cs"/>
        </a:defRPr>
      </a:lvl6pPr>
      <a:lvl7pPr marL="2741050" algn="l" defTabSz="913682" rtl="0" eaLnBrk="1" latinLnBrk="0" hangingPunct="1">
        <a:defRPr sz="1800" kern="1200">
          <a:solidFill>
            <a:schemeClr val="tx1"/>
          </a:solidFill>
          <a:latin typeface="+mn-lt"/>
          <a:ea typeface="+mn-ea"/>
          <a:cs typeface="+mn-cs"/>
        </a:defRPr>
      </a:lvl7pPr>
      <a:lvl8pPr marL="3197892" algn="l" defTabSz="913682" rtl="0" eaLnBrk="1" latinLnBrk="0" hangingPunct="1">
        <a:defRPr sz="1800" kern="1200">
          <a:solidFill>
            <a:schemeClr val="tx1"/>
          </a:solidFill>
          <a:latin typeface="+mn-lt"/>
          <a:ea typeface="+mn-ea"/>
          <a:cs typeface="+mn-cs"/>
        </a:defRPr>
      </a:lvl8pPr>
      <a:lvl9pPr marL="3654734" algn="l" defTabSz="9136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emf"/><Relationship Id="rId1" Type="http://schemas.openxmlformats.org/officeDocument/2006/relationships/slideLayout" Target="../slideLayouts/slideLayout52.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05891" y="1925917"/>
            <a:ext cx="1698018" cy="1477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a:spLocks noChangeArrowheads="1"/>
          </p:cNvSpPr>
          <p:nvPr/>
        </p:nvSpPr>
        <p:spPr bwMode="auto">
          <a:xfrm>
            <a:off x="5809819" y="2681245"/>
            <a:ext cx="5446880" cy="3912905"/>
          </a:xfrm>
          <a:prstGeom prst="rect">
            <a:avLst/>
          </a:prstGeom>
          <a:noFill/>
          <a:ln w="9525">
            <a:noFill/>
            <a:miter lim="800000"/>
            <a:headEnd/>
            <a:tailEnd/>
          </a:ln>
        </p:spPr>
        <p:txBody>
          <a:bodyPr lIns="101250" tIns="50622" rIns="101250" bIns="50622"/>
          <a:lstStyle/>
          <a:p>
            <a:pPr marL="210886" indent="-210886" defTabSz="1085677">
              <a:spcAft>
                <a:spcPts val="562"/>
              </a:spcAft>
              <a:buFont typeface="Arial" panose="020B0604020202020204" pitchFamily="34" charset="0"/>
              <a:buChar char="•"/>
            </a:pPr>
            <a:r>
              <a:rPr lang="en-US" sz="1440" dirty="0">
                <a:solidFill>
                  <a:prstClr val="black"/>
                </a:solidFill>
                <a:latin typeface="Calibri" panose="020F0502020204030204" pitchFamily="34" charset="0"/>
              </a:rPr>
              <a:t>Integration of Sensor &amp; Communication  device with large industrial rotatory equipment enabling real time remote equipment health monitoring and identifying any deviation in its routine working</a:t>
            </a:r>
          </a:p>
          <a:p>
            <a:pPr marL="210886" indent="-210886" defTabSz="1085677">
              <a:spcAft>
                <a:spcPts val="562"/>
              </a:spcAft>
              <a:buFont typeface="Arial" panose="020B0604020202020204" pitchFamily="34" charset="0"/>
              <a:buChar char="•"/>
            </a:pPr>
            <a:r>
              <a:rPr lang="en-US" sz="1440" dirty="0">
                <a:solidFill>
                  <a:prstClr val="black"/>
                </a:solidFill>
                <a:latin typeface="Calibri" panose="020F0502020204030204" pitchFamily="34" charset="0"/>
              </a:rPr>
              <a:t>Vibration based Predictive Analytics for failure prediction</a:t>
            </a:r>
          </a:p>
          <a:p>
            <a:pPr marL="210886" indent="-210886" defTabSz="1085677">
              <a:spcAft>
                <a:spcPts val="562"/>
              </a:spcAft>
              <a:buFont typeface="Arial" panose="020B0604020202020204" pitchFamily="34" charset="0"/>
              <a:buChar char="•"/>
            </a:pPr>
            <a:r>
              <a:rPr lang="en-US" sz="1440" dirty="0">
                <a:solidFill>
                  <a:prstClr val="black"/>
                </a:solidFill>
                <a:latin typeface="Calibri" panose="020F0502020204030204" pitchFamily="34" charset="0"/>
              </a:rPr>
              <a:t>Design and Development of Sensor Module to measure critical parameters to monitor like vibration, temperature, voltage, current etc.,</a:t>
            </a:r>
          </a:p>
          <a:p>
            <a:pPr marL="210886" indent="-210886" defTabSz="1085677">
              <a:spcAft>
                <a:spcPts val="562"/>
              </a:spcAft>
              <a:buFont typeface="Arial" panose="020B0604020202020204" pitchFamily="34" charset="0"/>
              <a:buChar char="•"/>
            </a:pPr>
            <a:r>
              <a:rPr lang="en-US" sz="1440" dirty="0">
                <a:solidFill>
                  <a:prstClr val="black"/>
                </a:solidFill>
                <a:latin typeface="Calibri" panose="020F0502020204030204" pitchFamily="34" charset="0"/>
              </a:rPr>
              <a:t>Development and optimization of Industrial Gateway  firmware to collect data from the sensor modules using RF  and Wi-Fi to push data to the cloud after performing edge analytics </a:t>
            </a:r>
          </a:p>
          <a:p>
            <a:pPr marL="210886" indent="-210886">
              <a:spcAft>
                <a:spcPts val="562"/>
              </a:spcAft>
              <a:buFont typeface="Arial" pitchFamily="34" charset="0"/>
              <a:buChar char="•"/>
            </a:pPr>
            <a:r>
              <a:rPr lang="en-IN" sz="1440" dirty="0">
                <a:solidFill>
                  <a:prstClr val="black"/>
                </a:solidFill>
                <a:latin typeface="Calibri" panose="020F0502020204030204" pitchFamily="34" charset="0"/>
              </a:rPr>
              <a:t>Leverages  machine learning component of Microsoft Azure and applied statistics  to understand behaviour patterns  and  forecast failures. </a:t>
            </a:r>
          </a:p>
          <a:p>
            <a:pPr marL="210886" indent="-210886">
              <a:spcAft>
                <a:spcPts val="562"/>
              </a:spcAft>
              <a:buFont typeface="Arial" pitchFamily="34" charset="0"/>
              <a:buChar char="•"/>
            </a:pPr>
            <a:r>
              <a:rPr lang="en-US" sz="1440" dirty="0">
                <a:solidFill>
                  <a:prstClr val="black"/>
                </a:solidFill>
                <a:latin typeface="Calibri" panose="020F0502020204030204" pitchFamily="34" charset="0"/>
              </a:rPr>
              <a:t>Dashboards  with status based on the measure &amp; target values for Health, Performance &amp; Operational Reporting</a:t>
            </a:r>
          </a:p>
          <a:p>
            <a:pPr marL="267323" indent="-267323">
              <a:spcAft>
                <a:spcPts val="281"/>
              </a:spcAft>
              <a:buFont typeface="Arial" pitchFamily="34" charset="0"/>
              <a:buChar char="•"/>
            </a:pPr>
            <a:endParaRPr lang="en-IN" sz="1440" dirty="0">
              <a:solidFill>
                <a:prstClr val="black"/>
              </a:solidFill>
              <a:latin typeface="Calibri" panose="020F0502020204030204" pitchFamily="34" charset="0"/>
            </a:endParaRPr>
          </a:p>
          <a:p>
            <a:pPr>
              <a:spcAft>
                <a:spcPts val="749"/>
              </a:spcAft>
              <a:buClr>
                <a:schemeClr val="bg1"/>
              </a:buClr>
            </a:pPr>
            <a:endParaRPr lang="en-US" sz="1440" dirty="0">
              <a:solidFill>
                <a:prstClr val="black"/>
              </a:solidFill>
              <a:latin typeface="Calibri" panose="020F0502020204030204" pitchFamily="34" charset="0"/>
            </a:endParaRPr>
          </a:p>
        </p:txBody>
      </p:sp>
      <p:sp>
        <p:nvSpPr>
          <p:cNvPr id="7" name="Text Box 12"/>
          <p:cNvSpPr txBox="1">
            <a:spLocks noChangeArrowheads="1"/>
          </p:cNvSpPr>
          <p:nvPr/>
        </p:nvSpPr>
        <p:spPr bwMode="auto">
          <a:xfrm>
            <a:off x="905892" y="909414"/>
            <a:ext cx="4717970" cy="379232"/>
          </a:xfrm>
          <a:prstGeom prst="rect">
            <a:avLst/>
          </a:prstGeom>
          <a:solidFill>
            <a:srgbClr val="CC0000"/>
          </a:solidFill>
          <a:ln w="9525">
            <a:noFill/>
            <a:miter lim="800000"/>
            <a:headEnd/>
            <a:tailEnd/>
          </a:ln>
        </p:spPr>
        <p:txBody>
          <a:bodyPr wrap="square" lIns="101250" tIns="50622" rIns="101250" bIns="50622">
            <a:spAutoFit/>
          </a:bodyPr>
          <a:lstStyle/>
          <a:p>
            <a:pPr defTabSz="1224648"/>
            <a:r>
              <a:rPr lang="en-US" b="1" dirty="0">
                <a:solidFill>
                  <a:prstClr val="white"/>
                </a:solidFill>
                <a:latin typeface="Calibri" panose="020F0502020204030204" pitchFamily="34" charset="0"/>
              </a:rPr>
              <a:t>Client</a:t>
            </a:r>
          </a:p>
        </p:txBody>
      </p:sp>
      <p:sp>
        <p:nvSpPr>
          <p:cNvPr id="8" name="Text Box 19"/>
          <p:cNvSpPr txBox="1">
            <a:spLocks noChangeArrowheads="1"/>
          </p:cNvSpPr>
          <p:nvPr/>
        </p:nvSpPr>
        <p:spPr bwMode="auto">
          <a:xfrm>
            <a:off x="5801209" y="2289827"/>
            <a:ext cx="5441749" cy="379232"/>
          </a:xfrm>
          <a:prstGeom prst="rect">
            <a:avLst/>
          </a:prstGeom>
          <a:solidFill>
            <a:srgbClr val="CC0000"/>
          </a:solidFill>
          <a:ln w="9525">
            <a:noFill/>
            <a:miter lim="800000"/>
            <a:headEnd/>
            <a:tailEnd/>
          </a:ln>
        </p:spPr>
        <p:txBody>
          <a:bodyPr wrap="square" lIns="101250" tIns="50622" rIns="101250" bIns="50622">
            <a:spAutoFit/>
          </a:bodyPr>
          <a:lstStyle/>
          <a:p>
            <a:pPr defTabSz="1224648"/>
            <a:r>
              <a:rPr lang="en-US" b="1" dirty="0">
                <a:solidFill>
                  <a:prstClr val="white"/>
                </a:solidFill>
                <a:latin typeface="Calibri" panose="020F0502020204030204" pitchFamily="34" charset="0"/>
              </a:rPr>
              <a:t>TechM</a:t>
            </a:r>
            <a:r>
              <a:rPr lang="en-US" dirty="0">
                <a:solidFill>
                  <a:prstClr val="black"/>
                </a:solidFill>
                <a:latin typeface="Calibri" panose="020F0502020204030204" pitchFamily="34" charset="0"/>
              </a:rPr>
              <a:t> </a:t>
            </a:r>
            <a:r>
              <a:rPr lang="en-US" b="1" dirty="0">
                <a:solidFill>
                  <a:prstClr val="white"/>
                </a:solidFill>
                <a:latin typeface="Calibri" panose="020F0502020204030204" pitchFamily="34" charset="0"/>
              </a:rPr>
              <a:t>Solution  (Real Time Monitoring &amp; Analytics)</a:t>
            </a:r>
          </a:p>
        </p:txBody>
      </p:sp>
      <p:sp>
        <p:nvSpPr>
          <p:cNvPr id="9" name="Text Box 21"/>
          <p:cNvSpPr txBox="1">
            <a:spLocks noChangeArrowheads="1"/>
          </p:cNvSpPr>
          <p:nvPr/>
        </p:nvSpPr>
        <p:spPr bwMode="auto">
          <a:xfrm>
            <a:off x="5801194" y="924401"/>
            <a:ext cx="5441749" cy="379232"/>
          </a:xfrm>
          <a:prstGeom prst="rect">
            <a:avLst/>
          </a:prstGeom>
          <a:solidFill>
            <a:srgbClr val="CC0000"/>
          </a:solidFill>
          <a:ln w="9525">
            <a:noFill/>
            <a:miter lim="800000"/>
            <a:headEnd/>
            <a:tailEnd/>
          </a:ln>
        </p:spPr>
        <p:txBody>
          <a:bodyPr wrap="square" lIns="101250" tIns="50622" rIns="101250" bIns="50622">
            <a:spAutoFit/>
          </a:bodyPr>
          <a:lstStyle/>
          <a:p>
            <a:pPr defTabSz="1224648"/>
            <a:r>
              <a:rPr lang="en-US" b="1" dirty="0">
                <a:solidFill>
                  <a:prstClr val="white"/>
                </a:solidFill>
                <a:latin typeface="Calibri" panose="020F0502020204030204" pitchFamily="34" charset="0"/>
              </a:rPr>
              <a:t>Business Scenario</a:t>
            </a:r>
          </a:p>
        </p:txBody>
      </p:sp>
      <p:sp>
        <p:nvSpPr>
          <p:cNvPr id="10" name="Rectangle 23"/>
          <p:cNvSpPr>
            <a:spLocks noChangeArrowheads="1"/>
          </p:cNvSpPr>
          <p:nvPr/>
        </p:nvSpPr>
        <p:spPr bwMode="auto">
          <a:xfrm>
            <a:off x="5805386" y="1291900"/>
            <a:ext cx="5437350" cy="1282670"/>
          </a:xfrm>
          <a:prstGeom prst="rect">
            <a:avLst/>
          </a:prstGeom>
          <a:noFill/>
          <a:ln w="9525">
            <a:noFill/>
            <a:miter lim="800000"/>
            <a:headEnd/>
            <a:tailEnd/>
          </a:ln>
        </p:spPr>
        <p:txBody>
          <a:bodyPr lIns="101250" tIns="50622" rIns="101250" bIns="50622"/>
          <a:lstStyle/>
          <a:p>
            <a:pPr marL="267323" indent="-267323">
              <a:buFont typeface="Arial" pitchFamily="34" charset="0"/>
              <a:buChar char="•"/>
            </a:pPr>
            <a:r>
              <a:rPr lang="en-US" dirty="0">
                <a:solidFill>
                  <a:prstClr val="black"/>
                </a:solidFill>
                <a:latin typeface="Calibri" panose="020F0502020204030204" pitchFamily="34" charset="0"/>
              </a:rPr>
              <a:t>To build, and host complete End to End Solution to offer Rotating Equipment Health Monitoring as a service to OEM’s customers </a:t>
            </a:r>
          </a:p>
        </p:txBody>
      </p:sp>
      <p:sp>
        <p:nvSpPr>
          <p:cNvPr id="11" name="Rectangle 23"/>
          <p:cNvSpPr>
            <a:spLocks noChangeArrowheads="1"/>
          </p:cNvSpPr>
          <p:nvPr/>
        </p:nvSpPr>
        <p:spPr bwMode="auto">
          <a:xfrm>
            <a:off x="904345" y="1275526"/>
            <a:ext cx="4719516" cy="657714"/>
          </a:xfrm>
          <a:prstGeom prst="rect">
            <a:avLst/>
          </a:prstGeom>
          <a:noFill/>
          <a:ln w="9525">
            <a:noFill/>
            <a:miter lim="800000"/>
            <a:headEnd/>
            <a:tailEnd/>
          </a:ln>
        </p:spPr>
        <p:txBody>
          <a:bodyPr lIns="101250" tIns="50622" rIns="101250" bIns="50622"/>
          <a:lstStyle/>
          <a:p>
            <a:pPr marL="256638" indent="-256638" defTabSz="1224648">
              <a:buClr>
                <a:srgbClr val="CC3300"/>
              </a:buClr>
              <a:buFontTx/>
              <a:buChar char="•"/>
            </a:pPr>
            <a:r>
              <a:rPr lang="en-US" dirty="0">
                <a:solidFill>
                  <a:prstClr val="black"/>
                </a:solidFill>
                <a:latin typeface="Calibri" panose="020F0502020204030204" pitchFamily="34" charset="0"/>
                <a:cs typeface="Times New Roman" pitchFamily="18" charset="0"/>
              </a:rPr>
              <a:t>Largest global manufacturer of Industrial Rotating equipment</a:t>
            </a:r>
          </a:p>
        </p:txBody>
      </p:sp>
      <p:sp>
        <p:nvSpPr>
          <p:cNvPr id="17" name="Rectangle 16"/>
          <p:cNvSpPr/>
          <p:nvPr/>
        </p:nvSpPr>
        <p:spPr>
          <a:xfrm>
            <a:off x="3521869" y="3403536"/>
            <a:ext cx="201697" cy="74713"/>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101411" tIns="50701" rIns="101411" bIns="50701" rtlCol="0" anchor="ctr"/>
          <a:lstStyle/>
          <a:p>
            <a:pPr algn="ctr" defTabSz="1224648"/>
            <a:endParaRPr lang="en-US" sz="1920" dirty="0">
              <a:solidFill>
                <a:prstClr val="black"/>
              </a:solidFill>
              <a:latin typeface="Calibri" panose="020F0502020204030204" pitchFamily="34" charset="0"/>
            </a:endParaRPr>
          </a:p>
        </p:txBody>
      </p:sp>
      <p:sp>
        <p:nvSpPr>
          <p:cNvPr id="29" name="Rectangle 28"/>
          <p:cNvSpPr/>
          <p:nvPr/>
        </p:nvSpPr>
        <p:spPr>
          <a:xfrm>
            <a:off x="811423" y="347304"/>
            <a:ext cx="10755896" cy="44319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defTabSz="913682" fontAlgn="base">
              <a:spcBef>
                <a:spcPct val="0"/>
              </a:spcBef>
              <a:spcAft>
                <a:spcPct val="0"/>
              </a:spcAft>
            </a:pPr>
            <a:r>
              <a:rPr lang="en-US" sz="2880" b="1" dirty="0">
                <a:solidFill>
                  <a:schemeClr val="tx2"/>
                </a:solidFill>
                <a:latin typeface="Arial" pitchFamily="34" charset="0"/>
                <a:ea typeface="+mj-ea"/>
                <a:cs typeface="Arial" pitchFamily="34" charset="0"/>
              </a:rPr>
              <a:t>Health Monitoring Solution for Rotating Equipment </a:t>
            </a:r>
          </a:p>
        </p:txBody>
      </p:sp>
      <p:pic>
        <p:nvPicPr>
          <p:cNvPr id="1026" name="Picture 2" descr="Related imag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966500" y="5516591"/>
            <a:ext cx="1657363" cy="125172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19688901">
            <a:off x="1162415" y="2707813"/>
            <a:ext cx="4447352" cy="2949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9391634"/>
      </p:ext>
    </p:extLst>
  </p:cSld>
  <p:clrMapOvr>
    <a:masterClrMapping/>
  </p:clrMapOvr>
</p:sld>
</file>

<file path=ppt/theme/theme1.xml><?xml version="1.0" encoding="utf-8"?>
<a:theme xmlns:a="http://schemas.openxmlformats.org/drawingml/2006/main" name="10_B2B Template (Arial)">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7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3.xml><?xml version="1.0" encoding="utf-8"?>
<a:theme xmlns:a="http://schemas.openxmlformats.org/drawingml/2006/main" name="3_Theme2">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4.xml><?xml version="1.0" encoding="utf-8"?>
<a:theme xmlns:a="http://schemas.openxmlformats.org/drawingml/2006/main" name="8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5.xml><?xml version="1.0" encoding="utf-8"?>
<a:theme xmlns:a="http://schemas.openxmlformats.org/drawingml/2006/main" name="9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6.xml><?xml version="1.0" encoding="utf-8"?>
<a:theme xmlns:a="http://schemas.openxmlformats.org/drawingml/2006/main" name="Theme2">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10511</TotalTime>
  <Words>165</Words>
  <Application>Microsoft Office PowerPoint</Application>
  <PresentationFormat>Custom</PresentationFormat>
  <Paragraphs>12</Paragraphs>
  <Slides>1</Slides>
  <Notes>0</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vt:i4>
      </vt:variant>
    </vt:vector>
  </HeadingPairs>
  <TitlesOfParts>
    <vt:vector size="15" baseType="lpstr">
      <vt:lpstr>Arial</vt:lpstr>
      <vt:lpstr>Calibri</vt:lpstr>
      <vt:lpstr>Century Gothic</vt:lpstr>
      <vt:lpstr>Facit</vt:lpstr>
      <vt:lpstr>Gill Sans Light</vt:lpstr>
      <vt:lpstr>Terminal Dosis</vt:lpstr>
      <vt:lpstr>Times New Roman</vt:lpstr>
      <vt:lpstr>Wingdings</vt:lpstr>
      <vt:lpstr>10_B2B Template (Arial)</vt:lpstr>
      <vt:lpstr>7_Tech Mahindra Powerpoint Template</vt:lpstr>
      <vt:lpstr>3_Theme2</vt:lpstr>
      <vt:lpstr>8_Tech Mahindra Powerpoint Template</vt:lpstr>
      <vt:lpstr>9_Tech Mahindra Powerpoint Template</vt:lpstr>
      <vt:lpstr>Theme2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Abhinav.Indana@TechMahindra.com</dc:creator>
  <cp:lastModifiedBy>Maddikunta Akhila</cp:lastModifiedBy>
  <cp:revision>2151</cp:revision>
  <dcterms:created xsi:type="dcterms:W3CDTF">2014-08-22T05:03:22Z</dcterms:created>
  <dcterms:modified xsi:type="dcterms:W3CDTF">2025-10-28T06:08:52Z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b519c6-9f13-416b-ad6c-a79673c31c3f_Enabled">
    <vt:lpwstr>true</vt:lpwstr>
  </property>
  <property fmtid="{D5CDD505-2E9C-101B-9397-08002B2CF9AE}" pid="3" name="MSIP_Label_1ab519c6-9f13-416b-ad6c-a79673c31c3f_SetDate">
    <vt:lpwstr>2025-10-28T06:08:12Z</vt:lpwstr>
  </property>
  <property fmtid="{D5CDD505-2E9C-101B-9397-08002B2CF9AE}" pid="4" name="MSIP_Label_1ab519c6-9f13-416b-ad6c-a79673c31c3f_Method">
    <vt:lpwstr>Privileged</vt:lpwstr>
  </property>
  <property fmtid="{D5CDD505-2E9C-101B-9397-08002B2CF9AE}" pid="5" name="MSIP_Label_1ab519c6-9f13-416b-ad6c-a79673c31c3f_Name">
    <vt:lpwstr>Company Confidential External Use</vt:lpwstr>
  </property>
  <property fmtid="{D5CDD505-2E9C-101B-9397-08002B2CF9AE}" pid="6" name="MSIP_Label_1ab519c6-9f13-416b-ad6c-a79673c31c3f_SiteId">
    <vt:lpwstr>edf442f5-b994-4c86-a131-b42b03a16c95</vt:lpwstr>
  </property>
  <property fmtid="{D5CDD505-2E9C-101B-9397-08002B2CF9AE}" pid="7" name="MSIP_Label_1ab519c6-9f13-416b-ad6c-a79673c31c3f_ActionId">
    <vt:lpwstr>3cf57f66-c215-4d4c-8015-11f65d8b8778</vt:lpwstr>
  </property>
  <property fmtid="{D5CDD505-2E9C-101B-9397-08002B2CF9AE}" pid="8" name="MSIP_Label_1ab519c6-9f13-416b-ad6c-a79673c31c3f_ContentBits">
    <vt:lpwstr>0</vt:lpwstr>
  </property>
  <property fmtid="{D5CDD505-2E9C-101B-9397-08002B2CF9AE}" pid="9" name="MSIP_Label_1ab519c6-9f13-416b-ad6c-a79673c31c3f_Tag">
    <vt:lpwstr>10, 0, 1, 1</vt:lpwstr>
  </property>
</Properties>
</file>