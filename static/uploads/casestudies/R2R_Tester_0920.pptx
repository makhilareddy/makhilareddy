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 id="2147483705" r:id="rId2"/>
  </p:sldMasterIdLst>
  <p:notesMasterIdLst>
    <p:notesMasterId r:id="rId4"/>
  </p:notesMasterIdLst>
  <p:sldIdLst>
    <p:sldId id="463" r:id="rId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CCFF"/>
    <a:srgbClr val="DC41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67" autoAdjust="0"/>
    <p:restoredTop sz="92832" autoAdjust="0"/>
  </p:normalViewPr>
  <p:slideViewPr>
    <p:cSldViewPr>
      <p:cViewPr varScale="1">
        <p:scale>
          <a:sx n="79" d="100"/>
          <a:sy n="79" d="100"/>
        </p:scale>
        <p:origin x="1392" y="90"/>
      </p:cViewPr>
      <p:guideLst>
        <p:guide orient="horz" pos="2160"/>
        <p:guide pos="2880"/>
      </p:guideLst>
    </p:cSldViewPr>
  </p:slideViewPr>
  <p:notesTextViewPr>
    <p:cViewPr>
      <p:scale>
        <a:sx n="100" d="100"/>
        <a:sy n="100" d="100"/>
      </p:scale>
      <p:origin x="0" y="0"/>
    </p:cViewPr>
  </p:notesTextViewPr>
  <p:sorterViewPr>
    <p:cViewPr>
      <p:scale>
        <a:sx n="90" d="100"/>
        <a:sy n="90" d="100"/>
      </p:scale>
      <p:origin x="0" y="119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3A56B3-0170-4778-B3A4-D9ABD0D76A25}" type="datetimeFigureOut">
              <a:rPr lang="en-US" smtClean="0"/>
              <a:pPr/>
              <a:t>9/7/2020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F76912-D25D-49B9-AAB1-BAB3C740ADA8}"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jpeg"/><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5.jpeg"/><Relationship Id="rId2" Type="http://schemas.openxmlformats.org/officeDocument/2006/relationships/image" Target="../media/image8.gif"/><Relationship Id="rId1" Type="http://schemas.openxmlformats.org/officeDocument/2006/relationships/slideMaster" Target="../slideMasters/slideMaster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gif"/><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8" name="Picture 7" descr="small.png"/>
          <p:cNvPicPr>
            <a:picLocks noChangeAspect="1"/>
          </p:cNvPicPr>
          <p:nvPr/>
        </p:nvPicPr>
        <p:blipFill>
          <a:blip r:embed="rId2" cstate="email"/>
          <a:stretch>
            <a:fillRect/>
          </a:stretch>
        </p:blipFill>
        <p:spPr>
          <a:xfrm>
            <a:off x="6320292" y="404815"/>
            <a:ext cx="2525258" cy="204213"/>
          </a:xfrm>
          <a:prstGeom prst="rect">
            <a:avLst/>
          </a:prstGeom>
        </p:spPr>
      </p:pic>
      <p:sp>
        <p:nvSpPr>
          <p:cNvPr id="11" name="TextBox 20"/>
          <p:cNvSpPr txBox="1">
            <a:spLocks noChangeArrowheads="1"/>
          </p:cNvSpPr>
          <p:nvPr/>
        </p:nvSpPr>
        <p:spPr bwMode="auto">
          <a:xfrm>
            <a:off x="76200" y="6642100"/>
            <a:ext cx="3124200" cy="123111"/>
          </a:xfrm>
          <a:prstGeom prst="rect">
            <a:avLst/>
          </a:prstGeom>
          <a:noFill/>
          <a:ln w="9525">
            <a:noFill/>
            <a:miter lim="800000"/>
            <a:headEnd/>
            <a:tailEnd/>
          </a:ln>
        </p:spPr>
        <p:txBody>
          <a:bodyPr wrap="square" lIns="0" tIns="0" rIns="0" bIns="0">
            <a:spAutoFit/>
          </a:bodyPr>
          <a:lstStyle/>
          <a:p>
            <a:pPr marL="0" algn="l" defTabSz="914400" rtl="0" eaLnBrk="1" latinLnBrk="0" hangingPunct="1">
              <a:defRPr/>
            </a:pPr>
            <a:r>
              <a:rPr lang="en-US" sz="800" kern="1200" dirty="0">
                <a:solidFill>
                  <a:schemeClr val="accent3"/>
                </a:solidFill>
                <a:latin typeface="+mn-lt"/>
                <a:ea typeface="+mn-ea"/>
                <a:cs typeface="+mn-cs"/>
              </a:rPr>
              <a:t>© </a:t>
            </a:r>
            <a:r>
              <a:rPr lang="en-US" sz="800" kern="1200" dirty="0" smtClean="0">
                <a:solidFill>
                  <a:schemeClr val="accent3"/>
                </a:solidFill>
                <a:latin typeface="+mn-lt"/>
                <a:ea typeface="+mn-ea"/>
                <a:cs typeface="+mn-cs"/>
              </a:rPr>
              <a:t>Tech Mahindra &amp; Mahindra Satyam 2012</a:t>
            </a:r>
            <a:endParaRPr lang="en-US" sz="800" kern="1200" dirty="0">
              <a:solidFill>
                <a:schemeClr val="accent3"/>
              </a:solidFill>
              <a:latin typeface="+mn-lt"/>
              <a:ea typeface="+mn-ea"/>
              <a:cs typeface="+mn-cs"/>
            </a:endParaRPr>
          </a:p>
        </p:txBody>
      </p:sp>
      <p:sp>
        <p:nvSpPr>
          <p:cNvPr id="12" name="Rectangle 11"/>
          <p:cNvSpPr/>
          <p:nvPr/>
        </p:nvSpPr>
        <p:spPr>
          <a:xfrm>
            <a:off x="0" y="0"/>
            <a:ext cx="9144000" cy="1508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9"/>
          <p:cNvSpPr>
            <a:spLocks noChangeArrowheads="1"/>
          </p:cNvSpPr>
          <p:nvPr userDrawn="1"/>
        </p:nvSpPr>
        <p:spPr bwMode="gray">
          <a:xfrm>
            <a:off x="0" y="2149475"/>
            <a:ext cx="9144000" cy="2498725"/>
          </a:xfrm>
          <a:prstGeom prst="rect">
            <a:avLst/>
          </a:prstGeom>
          <a:solidFill>
            <a:schemeClr val="accent3"/>
          </a:solidFill>
          <a:ln w="9525">
            <a:noFill/>
            <a:miter lim="800000"/>
            <a:headEnd/>
            <a:tailEnd/>
          </a:ln>
          <a:effectLst/>
        </p:spPr>
        <p:txBody>
          <a:bodyPr wrap="none" anchor="ctr"/>
          <a:lstStyle/>
          <a:p>
            <a:endParaRPr lang="en-US" dirty="0"/>
          </a:p>
        </p:txBody>
      </p:sp>
      <p:sp>
        <p:nvSpPr>
          <p:cNvPr id="14" name="Freeform 20"/>
          <p:cNvSpPr>
            <a:spLocks/>
          </p:cNvSpPr>
          <p:nvPr userDrawn="1"/>
        </p:nvSpPr>
        <p:spPr bwMode="gray">
          <a:xfrm>
            <a:off x="-9525" y="2138363"/>
            <a:ext cx="8015288" cy="22717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rgbClr val="DC4128">
              <a:alpha val="72941"/>
            </a:srgbClr>
          </a:solidFill>
          <a:ln w="9525">
            <a:noFill/>
            <a:round/>
            <a:headEnd/>
            <a:tailEnd/>
          </a:ln>
          <a:effectLst/>
        </p:spPr>
        <p:txBody>
          <a:bodyPr/>
          <a:lstStyle/>
          <a:p>
            <a:endParaRPr lang="en-US" dirty="0"/>
          </a:p>
        </p:txBody>
      </p:sp>
      <p:grpSp>
        <p:nvGrpSpPr>
          <p:cNvPr id="15" name="Group 116"/>
          <p:cNvGrpSpPr>
            <a:grpSpLocks/>
          </p:cNvGrpSpPr>
          <p:nvPr userDrawn="1"/>
        </p:nvGrpSpPr>
        <p:grpSpPr bwMode="auto">
          <a:xfrm>
            <a:off x="190500" y="2324100"/>
            <a:ext cx="3276600" cy="3314700"/>
            <a:chOff x="120" y="1464"/>
            <a:chExt cx="2064" cy="2088"/>
          </a:xfrm>
        </p:grpSpPr>
        <p:sp>
          <p:nvSpPr>
            <p:cNvPr id="16"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3" cstate="email"/>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lgn="ctr" eaLnBrk="0" hangingPunct="0"/>
              <a:endParaRPr lang="ko-KR" altLang="en-US">
                <a:latin typeface="Times New Roman" pitchFamily="18" charset="0"/>
                <a:ea typeface="Gulim" pitchFamily="34" charset="-127"/>
              </a:endParaRPr>
            </a:p>
          </p:txBody>
        </p:sp>
        <p:sp>
          <p:nvSpPr>
            <p:cNvPr id="17"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4" cstate="email"/>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lgn="ctr" eaLnBrk="0" hangingPunct="0"/>
              <a:endParaRPr lang="ko-KR" altLang="en-US">
                <a:latin typeface="Times New Roman" pitchFamily="18" charset="0"/>
                <a:ea typeface="Gulim" pitchFamily="34" charset="-127"/>
              </a:endParaRPr>
            </a:p>
          </p:txBody>
        </p:sp>
        <p:sp>
          <p:nvSpPr>
            <p:cNvPr id="18"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5" cstate="email"/>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lgn="ctr" eaLnBrk="0" hangingPunct="0"/>
              <a:endParaRPr lang="ko-KR" altLang="en-US">
                <a:latin typeface="Times New Roman" pitchFamily="18" charset="0"/>
                <a:ea typeface="Gulim" pitchFamily="34" charset="-127"/>
              </a:endParaRPr>
            </a:p>
          </p:txBody>
        </p:sp>
      </p:grpSp>
      <p:sp>
        <p:nvSpPr>
          <p:cNvPr id="19" name="AutoShape 21"/>
          <p:cNvSpPr>
            <a:spLocks noChangeArrowheads="1"/>
          </p:cNvSpPr>
          <p:nvPr userDrawn="1"/>
        </p:nvSpPr>
        <p:spPr bwMode="gray">
          <a:xfrm>
            <a:off x="7696200" y="5943600"/>
            <a:ext cx="609600" cy="533400"/>
          </a:xfrm>
          <a:prstGeom prst="hexagon">
            <a:avLst>
              <a:gd name="adj" fmla="val 28571"/>
              <a:gd name="vf" fmla="val 115470"/>
            </a:avLst>
          </a:prstGeom>
          <a:solidFill>
            <a:schemeClr val="accent3"/>
          </a:solidFill>
          <a:ln w="9525">
            <a:noFill/>
            <a:miter lim="800000"/>
            <a:headEnd/>
            <a:tailEnd/>
          </a:ln>
          <a:effectLst/>
        </p:spPr>
        <p:txBody>
          <a:bodyPr wrap="none" anchor="ctr"/>
          <a:lstStyle/>
          <a:p>
            <a:endParaRPr lang="en-US" dirty="0"/>
          </a:p>
        </p:txBody>
      </p:sp>
      <p:sp>
        <p:nvSpPr>
          <p:cNvPr id="20" name="AutoShape 22"/>
          <p:cNvSpPr>
            <a:spLocks noChangeArrowheads="1"/>
          </p:cNvSpPr>
          <p:nvPr userDrawn="1"/>
        </p:nvSpPr>
        <p:spPr bwMode="gray">
          <a:xfrm>
            <a:off x="8229600" y="56388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endParaRPr lang="en-US" dirty="0"/>
          </a:p>
        </p:txBody>
      </p:sp>
      <p:sp>
        <p:nvSpPr>
          <p:cNvPr id="21" name="AutoShape 23"/>
          <p:cNvSpPr>
            <a:spLocks noChangeArrowheads="1"/>
          </p:cNvSpPr>
          <p:nvPr userDrawn="1"/>
        </p:nvSpPr>
        <p:spPr bwMode="gray">
          <a:xfrm>
            <a:off x="8220075" y="6229350"/>
            <a:ext cx="609600" cy="533400"/>
          </a:xfrm>
          <a:prstGeom prst="hexagon">
            <a:avLst>
              <a:gd name="adj" fmla="val 28571"/>
              <a:gd name="vf" fmla="val 115470"/>
            </a:avLst>
          </a:prstGeom>
          <a:solidFill>
            <a:schemeClr val="accent3">
              <a:lumMod val="40000"/>
              <a:lumOff val="60000"/>
            </a:schemeClr>
          </a:solidFill>
          <a:ln w="9525">
            <a:noFill/>
            <a:miter lim="800000"/>
            <a:headEnd/>
            <a:tailEnd/>
          </a:ln>
          <a:effectLst/>
        </p:spPr>
        <p:txBody>
          <a:bodyPr wrap="none" anchor="ctr"/>
          <a:lstStyle/>
          <a:p>
            <a:endParaRPr lang="en-US" dirty="0"/>
          </a:p>
        </p:txBody>
      </p:sp>
      <p:sp>
        <p:nvSpPr>
          <p:cNvPr id="9" name="Title 8"/>
          <p:cNvSpPr>
            <a:spLocks noGrp="1"/>
          </p:cNvSpPr>
          <p:nvPr>
            <p:ph type="title" hasCustomPrompt="1"/>
          </p:nvPr>
        </p:nvSpPr>
        <p:spPr>
          <a:xfrm>
            <a:off x="3581400" y="2590800"/>
            <a:ext cx="4495800" cy="369332"/>
          </a:xfrm>
        </p:spPr>
        <p:txBody>
          <a:bodyPr wrap="square">
            <a:spAutoFit/>
          </a:bodyPr>
          <a:lstStyle>
            <a:lvl1pPr algn="l">
              <a:defRPr sz="24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hasCustomPrompt="1"/>
          </p:nvPr>
        </p:nvSpPr>
        <p:spPr>
          <a:xfrm>
            <a:off x="914400" y="3810000"/>
            <a:ext cx="8529637" cy="276999"/>
          </a:xfrm>
        </p:spPr>
        <p:txBody>
          <a:bodyPr anchor="b" anchorCtr="0">
            <a:noAutofit/>
          </a:bodyPr>
          <a:lstStyle>
            <a:lvl1pPr marL="0" indent="0" algn="ctr">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a:xfrm>
            <a:off x="302931" y="1465507"/>
            <a:ext cx="8544207" cy="1938992"/>
          </a:xfrm>
        </p:spPr>
        <p:txBody>
          <a:bodyPr wrap="square">
            <a:sp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435100" indent="-285750">
              <a:spcBef>
                <a:spcPts val="0"/>
              </a:spcBef>
              <a:spcAft>
                <a:spcPts val="0"/>
              </a:spcAft>
              <a:buClr>
                <a:schemeClr val="tx2"/>
              </a:buClr>
              <a:buSzPct val="70000"/>
              <a:buFont typeface="Wingdings" pitchFamily="2" charset="2"/>
              <a:buChar char="§"/>
              <a:defRPr sz="1800">
                <a:latin typeface="Arial" pitchFamily="34" charset="0"/>
                <a:cs typeface="Arial" pitchFamily="34" charset="0"/>
              </a:defRPr>
            </a:lvl6pPr>
            <a:lvl7pPr marL="1714500" indent="-273050">
              <a:spcBef>
                <a:spcPts val="0"/>
              </a:spcBef>
              <a:spcAft>
                <a:spcPts val="0"/>
              </a:spcAft>
              <a:buClr>
                <a:srgbClr val="C00000"/>
              </a:buClr>
              <a:buSzPct val="70000"/>
              <a:buFont typeface="Arial" pitchFamily="34" charset="0"/>
              <a:buChar char="–"/>
              <a:defRPr sz="1800" baseline="0">
                <a:latin typeface="Arial" pitchFamily="34" charset="0"/>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 </a:t>
            </a:r>
          </a:p>
        </p:txBody>
      </p:sp>
      <p:sp>
        <p:nvSpPr>
          <p:cNvPr id="5" name="Rectangle 4"/>
          <p:cNvSpPr/>
          <p:nvPr/>
        </p:nvSpPr>
        <p:spPr>
          <a:xfrm>
            <a:off x="0" y="0"/>
            <a:ext cx="9144000" cy="1508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Placeholder 1"/>
          <p:cNvSpPr>
            <a:spLocks noGrp="1"/>
          </p:cNvSpPr>
          <p:nvPr>
            <p:ph type="title"/>
          </p:nvPr>
        </p:nvSpPr>
        <p:spPr>
          <a:xfrm>
            <a:off x="304799" y="588322"/>
            <a:ext cx="8539163" cy="33855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smtClean="0"/>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Divider Slide">
    <p:spTree>
      <p:nvGrpSpPr>
        <p:cNvPr id="1" name=""/>
        <p:cNvGrpSpPr/>
        <p:nvPr/>
      </p:nvGrpSpPr>
      <p:grpSpPr>
        <a:xfrm>
          <a:off x="0" y="0"/>
          <a:ext cx="0" cy="0"/>
          <a:chOff x="0" y="0"/>
          <a:chExt cx="0" cy="0"/>
        </a:xfrm>
      </p:grpSpPr>
      <p:pic>
        <p:nvPicPr>
          <p:cNvPr id="12" name="Picture 11" descr="Title.jpg"/>
          <p:cNvPicPr>
            <a:picLocks noChangeAspect="1"/>
          </p:cNvPicPr>
          <p:nvPr/>
        </p:nvPicPr>
        <p:blipFill>
          <a:blip r:embed="rId2" cstate="email"/>
          <a:stretch>
            <a:fillRect/>
          </a:stretch>
        </p:blipFill>
        <p:spPr>
          <a:xfrm>
            <a:off x="7883" y="0"/>
            <a:ext cx="9128234" cy="6858000"/>
          </a:xfrm>
          <a:prstGeom prst="rect">
            <a:avLst/>
          </a:prstGeom>
        </p:spPr>
      </p:pic>
      <p:sp>
        <p:nvSpPr>
          <p:cNvPr id="13" name="Subtitle 2"/>
          <p:cNvSpPr>
            <a:spLocks noGrp="1"/>
          </p:cNvSpPr>
          <p:nvPr>
            <p:ph type="subTitle" idx="1" hasCustomPrompt="1"/>
          </p:nvPr>
        </p:nvSpPr>
        <p:spPr>
          <a:xfrm>
            <a:off x="315912" y="1935522"/>
            <a:ext cx="8529637" cy="276999"/>
          </a:xfrm>
        </p:spPr>
        <p:txBody>
          <a:bodyPr anchor="b" anchorCtr="0">
            <a:noAutofit/>
          </a:bodyPr>
          <a:lstStyle>
            <a:lvl1pPr marL="0" indent="0" algn="ctr">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4" name="Title 8"/>
          <p:cNvSpPr>
            <a:spLocks noGrp="1"/>
          </p:cNvSpPr>
          <p:nvPr>
            <p:ph type="title" hasCustomPrompt="1"/>
          </p:nvPr>
        </p:nvSpPr>
        <p:spPr>
          <a:xfrm>
            <a:off x="315912" y="1267505"/>
            <a:ext cx="8529637" cy="430887"/>
          </a:xfrm>
        </p:spPr>
        <p:txBody>
          <a:bodyPr wrap="square">
            <a:spAutoFit/>
          </a:bodyPr>
          <a:lstStyle>
            <a:lvl1pPr algn="ctr">
              <a:defRPr sz="2800">
                <a:solidFill>
                  <a:schemeClr val="tx2"/>
                </a:solidFill>
              </a:defRPr>
            </a:lvl1pPr>
          </a:lstStyle>
          <a:p>
            <a:r>
              <a:rPr lang="en-US" dirty="0" smtClean="0"/>
              <a:t>Click to Edit Master Title Style</a:t>
            </a:r>
            <a:endParaRPr lang="en-US" dirty="0"/>
          </a:p>
        </p:txBody>
      </p:sp>
      <p:sp>
        <p:nvSpPr>
          <p:cNvPr id="6" name="Rectangle 5"/>
          <p:cNvSpPr/>
          <p:nvPr/>
        </p:nvSpPr>
        <p:spPr>
          <a:xfrm>
            <a:off x="0" y="0"/>
            <a:ext cx="9144000" cy="1508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small.png"/>
          <p:cNvPicPr>
            <a:picLocks noChangeAspect="1"/>
          </p:cNvPicPr>
          <p:nvPr/>
        </p:nvPicPr>
        <p:blipFill>
          <a:blip r:embed="rId3" cstate="email"/>
          <a:stretch>
            <a:fillRect/>
          </a:stretch>
        </p:blipFill>
        <p:spPr>
          <a:xfrm>
            <a:off x="6320292" y="404815"/>
            <a:ext cx="2525258" cy="204213"/>
          </a:xfrm>
          <a:prstGeom prst="rect">
            <a:avLst/>
          </a:prstGeom>
        </p:spPr>
      </p:pic>
      <p:pic>
        <p:nvPicPr>
          <p:cNvPr id="11" name="Picture 10" descr="small.png"/>
          <p:cNvPicPr>
            <a:picLocks noChangeAspect="1"/>
          </p:cNvPicPr>
          <p:nvPr/>
        </p:nvPicPr>
        <p:blipFill>
          <a:blip r:embed="rId4" cstate="email"/>
          <a:stretch>
            <a:fillRect/>
          </a:stretch>
        </p:blipFill>
        <p:spPr>
          <a:xfrm>
            <a:off x="277813" y="309563"/>
            <a:ext cx="1625448" cy="401637"/>
          </a:xfrm>
          <a:prstGeom prst="rect">
            <a:avLst/>
          </a:prstGeom>
        </p:spPr>
      </p:pic>
      <p:sp>
        <p:nvSpPr>
          <p:cNvPr id="15" name="TextBox 20"/>
          <p:cNvSpPr txBox="1">
            <a:spLocks noChangeArrowheads="1"/>
          </p:cNvSpPr>
          <p:nvPr/>
        </p:nvSpPr>
        <p:spPr bwMode="auto">
          <a:xfrm>
            <a:off x="0" y="6705005"/>
            <a:ext cx="9144000" cy="123111"/>
          </a:xfrm>
          <a:prstGeom prst="rect">
            <a:avLst/>
          </a:prstGeom>
          <a:noFill/>
          <a:ln w="9525">
            <a:noFill/>
            <a:miter lim="800000"/>
            <a:headEnd/>
            <a:tailEnd/>
          </a:ln>
        </p:spPr>
        <p:txBody>
          <a:bodyPr wrap="square" lIns="0" tIns="0" rIns="0" bIns="0">
            <a:spAutoFit/>
          </a:bodyPr>
          <a:lstStyle/>
          <a:p>
            <a:pPr marL="0" algn="ctr" defTabSz="914400" rtl="0" eaLnBrk="1" latinLnBrk="0" hangingPunct="1">
              <a:defRPr/>
            </a:pPr>
            <a:r>
              <a:rPr lang="en-US" sz="800" kern="1200" dirty="0">
                <a:solidFill>
                  <a:schemeClr val="accent3"/>
                </a:solidFill>
                <a:latin typeface="+mn-lt"/>
                <a:ea typeface="+mn-ea"/>
                <a:cs typeface="+mn-cs"/>
              </a:rPr>
              <a:t>© </a:t>
            </a:r>
            <a:r>
              <a:rPr lang="en-US" sz="800" kern="1200" dirty="0" smtClean="0">
                <a:solidFill>
                  <a:schemeClr val="accent3"/>
                </a:solidFill>
                <a:latin typeface="+mn-lt"/>
                <a:ea typeface="+mn-ea"/>
                <a:cs typeface="+mn-cs"/>
              </a:rPr>
              <a:t>Tech Mahindra &amp; Mahindra Satyam 2012</a:t>
            </a:r>
            <a:endParaRPr lang="en-US" sz="800" kern="1200" dirty="0">
              <a:solidFill>
                <a:schemeClr val="accent3"/>
              </a:solidFill>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Text Placeholder 4"/>
          <p:cNvSpPr>
            <a:spLocks noGrp="1"/>
          </p:cNvSpPr>
          <p:nvPr>
            <p:ph type="body" sz="quarter" idx="10" hasCustomPrompt="1"/>
          </p:nvPr>
        </p:nvSpPr>
        <p:spPr>
          <a:xfrm>
            <a:off x="302931" y="960438"/>
            <a:ext cx="4170595" cy="5303838"/>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4" name="Text Placeholder 4"/>
          <p:cNvSpPr>
            <a:spLocks noGrp="1"/>
          </p:cNvSpPr>
          <p:nvPr>
            <p:ph type="body" sz="quarter" idx="11" hasCustomPrompt="1"/>
          </p:nvPr>
        </p:nvSpPr>
        <p:spPr>
          <a:xfrm>
            <a:off x="4648200" y="960438"/>
            <a:ext cx="4170595" cy="5303838"/>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5" name="Text Placeholder 4"/>
          <p:cNvSpPr>
            <a:spLocks noGrp="1"/>
          </p:cNvSpPr>
          <p:nvPr>
            <p:ph type="body" sz="quarter" idx="12" hasCustomPrompt="1"/>
          </p:nvPr>
        </p:nvSpPr>
        <p:spPr>
          <a:xfrm>
            <a:off x="302931" y="960437"/>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6" name="Text Placeholder 4"/>
          <p:cNvSpPr>
            <a:spLocks noGrp="1"/>
          </p:cNvSpPr>
          <p:nvPr>
            <p:ph type="body" sz="quarter" idx="13" hasCustomPrompt="1"/>
          </p:nvPr>
        </p:nvSpPr>
        <p:spPr>
          <a:xfrm>
            <a:off x="4648200" y="960437"/>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9" name="Title 1"/>
          <p:cNvSpPr>
            <a:spLocks noGrp="1"/>
          </p:cNvSpPr>
          <p:nvPr>
            <p:ph type="title"/>
          </p:nvPr>
        </p:nvSpPr>
        <p:spPr>
          <a:xfrm>
            <a:off x="304799" y="469484"/>
            <a:ext cx="8539163" cy="338554"/>
          </a:xfrm>
        </p:spPr>
        <p:txBody>
          <a:bodyPr/>
          <a:lstStyle>
            <a:lvl1pPr algn="l">
              <a:defRPr/>
            </a:lvl1pPr>
          </a:lstStyle>
          <a:p>
            <a:r>
              <a:rPr lang="en-US" smtClean="0"/>
              <a:t>Click to edit Master title style</a:t>
            </a:r>
            <a:endParaRPr lang="en-US" dirty="0"/>
          </a:p>
        </p:txBody>
      </p:sp>
      <p:sp>
        <p:nvSpPr>
          <p:cNvPr id="11" name="Text Placeholder 4"/>
          <p:cNvSpPr>
            <a:spLocks noGrp="1"/>
          </p:cNvSpPr>
          <p:nvPr>
            <p:ph type="body" sz="quarter" idx="10" hasCustomPrompt="1"/>
          </p:nvPr>
        </p:nvSpPr>
        <p:spPr>
          <a:xfrm>
            <a:off x="302931" y="961415"/>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2" name="Text Placeholder 4"/>
          <p:cNvSpPr>
            <a:spLocks noGrp="1"/>
          </p:cNvSpPr>
          <p:nvPr>
            <p:ph type="body" sz="quarter" idx="11" hasCustomPrompt="1"/>
          </p:nvPr>
        </p:nvSpPr>
        <p:spPr>
          <a:xfrm>
            <a:off x="4648200" y="961415"/>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3" name="Text Placeholder 4"/>
          <p:cNvSpPr>
            <a:spLocks noGrp="1"/>
          </p:cNvSpPr>
          <p:nvPr>
            <p:ph type="body" sz="quarter" idx="12" hasCustomPrompt="1"/>
          </p:nvPr>
        </p:nvSpPr>
        <p:spPr>
          <a:xfrm>
            <a:off x="302931" y="961415"/>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14" name="Text Placeholder 4"/>
          <p:cNvSpPr>
            <a:spLocks noGrp="1"/>
          </p:cNvSpPr>
          <p:nvPr>
            <p:ph type="body" sz="quarter" idx="13" hasCustomPrompt="1"/>
          </p:nvPr>
        </p:nvSpPr>
        <p:spPr>
          <a:xfrm>
            <a:off x="4648200" y="961415"/>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sp>
        <p:nvSpPr>
          <p:cNvPr id="15" name="Text Placeholder 4"/>
          <p:cNvSpPr>
            <a:spLocks noGrp="1"/>
          </p:cNvSpPr>
          <p:nvPr>
            <p:ph type="body" sz="quarter" idx="14" hasCustomPrompt="1"/>
          </p:nvPr>
        </p:nvSpPr>
        <p:spPr>
          <a:xfrm>
            <a:off x="302931" y="3702856"/>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6" name="Text Placeholder 4"/>
          <p:cNvSpPr>
            <a:spLocks noGrp="1"/>
          </p:cNvSpPr>
          <p:nvPr>
            <p:ph type="body" sz="quarter" idx="15" hasCustomPrompt="1"/>
          </p:nvPr>
        </p:nvSpPr>
        <p:spPr>
          <a:xfrm>
            <a:off x="4648200" y="3702856"/>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7" name="Text Placeholder 4"/>
          <p:cNvSpPr>
            <a:spLocks noGrp="1"/>
          </p:cNvSpPr>
          <p:nvPr>
            <p:ph type="body" sz="quarter" idx="16" hasCustomPrompt="1"/>
          </p:nvPr>
        </p:nvSpPr>
        <p:spPr>
          <a:xfrm>
            <a:off x="302931" y="3702856"/>
            <a:ext cx="4170595" cy="471520"/>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3</a:t>
            </a:r>
          </a:p>
        </p:txBody>
      </p:sp>
      <p:sp>
        <p:nvSpPr>
          <p:cNvPr id="18" name="Text Placeholder 4"/>
          <p:cNvSpPr>
            <a:spLocks noGrp="1"/>
          </p:cNvSpPr>
          <p:nvPr>
            <p:ph type="body" sz="quarter" idx="17" hasCustomPrompt="1"/>
          </p:nvPr>
        </p:nvSpPr>
        <p:spPr>
          <a:xfrm>
            <a:off x="4648200" y="3702856"/>
            <a:ext cx="4170595" cy="471520"/>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4</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66838" y="1367641"/>
            <a:ext cx="6729984" cy="338554"/>
          </a:xfrm>
        </p:spPr>
        <p:txBody>
          <a:bodyPr/>
          <a:lstStyle>
            <a:lvl1pPr algn="l">
              <a:defRPr/>
            </a:lvl1pPr>
          </a:lstStyle>
          <a:p>
            <a:r>
              <a:rPr lang="en-US" dirty="0" smtClean="0"/>
              <a:t>Click to edit master title style</a:t>
            </a:r>
            <a:endParaRPr lang="en-US" dirty="0"/>
          </a:p>
        </p:txBody>
      </p:sp>
      <p:sp>
        <p:nvSpPr>
          <p:cNvPr id="9" name="TextBox 8"/>
          <p:cNvSpPr txBox="1">
            <a:spLocks noChangeArrowheads="1"/>
          </p:cNvSpPr>
          <p:nvPr/>
        </p:nvSpPr>
        <p:spPr bwMode="gray">
          <a:xfrm>
            <a:off x="1366839" y="4233113"/>
            <a:ext cx="6291261" cy="1000274"/>
          </a:xfrm>
          <a:prstGeom prst="rect">
            <a:avLst/>
          </a:prstGeom>
          <a:noFill/>
          <a:ln w="9525">
            <a:noFill/>
            <a:miter lim="800000"/>
            <a:headEnd/>
            <a:tailEnd/>
          </a:ln>
        </p:spPr>
        <p:txBody>
          <a:bodyPr wrap="square" lIns="0" tIns="0" rIns="0" bIns="0">
            <a:spAutoFit/>
          </a:bodyPr>
          <a:lstStyle/>
          <a:p>
            <a:pPr algn="just">
              <a:spcBef>
                <a:spcPts val="600"/>
              </a:spcBef>
            </a:pPr>
            <a:r>
              <a:rPr lang="en-US" sz="1000" b="1" dirty="0" smtClean="0">
                <a:solidFill>
                  <a:schemeClr val="bg2"/>
                </a:solidFill>
              </a:rPr>
              <a:t>Safe Harbor</a:t>
            </a:r>
          </a:p>
          <a:p>
            <a:pPr algn="just">
              <a:spcBef>
                <a:spcPts val="600"/>
              </a:spcBef>
            </a:pPr>
            <a:r>
              <a:rPr lang="en-US" sz="1000" dirty="0" smtClean="0">
                <a:solidFill>
                  <a:schemeClr val="bg2"/>
                </a:solidFill>
              </a:rPr>
              <a:t>This document contains forward-looking statements within the meaning of Section 27A of the Securities Act of 1933, as amended, and Section 21E of the Securities Exchange Act of 1934, as amended. The forward-looking statements contained herein are subject to certain risks and uncertainties that could cause actual results to differ materially from those reflected in the forward-looking statements. Tech Mahindra and Mahindra Satyam undertakes no duty to update any forward-looking statements.</a:t>
            </a:r>
            <a:endParaRPr lang="en-US" sz="1000" b="1" dirty="0">
              <a:solidFill>
                <a:schemeClr val="bg2"/>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pSp>
        <p:nvGrpSpPr>
          <p:cNvPr id="2" name="Group 12"/>
          <p:cNvGrpSpPr/>
          <p:nvPr/>
        </p:nvGrpSpPr>
        <p:grpSpPr>
          <a:xfrm>
            <a:off x="0" y="0"/>
            <a:ext cx="9144000" cy="6858000"/>
            <a:chOff x="0" y="0"/>
            <a:chExt cx="9144000" cy="6858000"/>
          </a:xfrm>
        </p:grpSpPr>
        <p:pic>
          <p:nvPicPr>
            <p:cNvPr id="64517" name="Picture 5" descr="C:\Documents and Settings\pk95810\Local Settings\Temporary Internet Files\Content.Outlook\VC0E5Q1M\LT_GlobalConnect_co_13.gif"/>
            <p:cNvPicPr>
              <a:picLocks noChangeAspect="1" noChangeArrowheads="1" noCrop="1"/>
            </p:cNvPicPr>
            <p:nvPr userDrawn="1"/>
          </p:nvPicPr>
          <p:blipFill>
            <a:blip r:embed="rId2" cstate="email">
              <a:duotone>
                <a:schemeClr val="accent5">
                  <a:shade val="45000"/>
                  <a:satMod val="135000"/>
                </a:schemeClr>
                <a:prstClr val="white"/>
              </a:duotone>
            </a:blip>
            <a:srcRect/>
            <a:stretch>
              <a:fillRect/>
            </a:stretch>
          </p:blipFill>
          <p:spPr bwMode="auto">
            <a:xfrm>
              <a:off x="0" y="0"/>
              <a:ext cx="9144000" cy="6858000"/>
            </a:xfrm>
            <a:prstGeom prst="rect">
              <a:avLst/>
            </a:prstGeom>
            <a:noFill/>
          </p:spPr>
        </p:pic>
        <p:pic>
          <p:nvPicPr>
            <p:cNvPr id="64518" name="Picture 6"/>
            <p:cNvPicPr>
              <a:picLocks noChangeAspect="1" noChangeArrowheads="1"/>
            </p:cNvPicPr>
            <p:nvPr userDrawn="1"/>
          </p:nvPicPr>
          <p:blipFill>
            <a:blip r:embed="rId3" cstate="email">
              <a:duotone>
                <a:schemeClr val="accent5">
                  <a:shade val="45000"/>
                  <a:satMod val="135000"/>
                </a:schemeClr>
                <a:prstClr val="white"/>
              </a:duotone>
            </a:blip>
            <a:srcRect/>
            <a:stretch>
              <a:fillRect/>
            </a:stretch>
          </p:blipFill>
          <p:spPr bwMode="auto">
            <a:xfrm>
              <a:off x="0" y="0"/>
              <a:ext cx="9144000" cy="1676400"/>
            </a:xfrm>
            <a:prstGeom prst="rect">
              <a:avLst/>
            </a:prstGeom>
            <a:noFill/>
            <a:ln w="9525">
              <a:noFill/>
              <a:miter lim="800000"/>
              <a:headEnd/>
              <a:tailEnd/>
            </a:ln>
            <a:effectLst/>
          </p:spPr>
        </p:pic>
      </p:grpSp>
      <p:sp>
        <p:nvSpPr>
          <p:cNvPr id="6" name="Rectangle 5"/>
          <p:cNvSpPr/>
          <p:nvPr/>
        </p:nvSpPr>
        <p:spPr>
          <a:xfrm>
            <a:off x="0" y="6675120"/>
            <a:ext cx="7315200" cy="1828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 name="Subtitle 2"/>
          <p:cNvSpPr>
            <a:spLocks noGrp="1"/>
          </p:cNvSpPr>
          <p:nvPr>
            <p:ph type="subTitle" idx="1" hasCustomPrompt="1"/>
          </p:nvPr>
        </p:nvSpPr>
        <p:spPr>
          <a:xfrm>
            <a:off x="1366839" y="4580751"/>
            <a:ext cx="5341936" cy="276999"/>
          </a:xfrm>
        </p:spPr>
        <p:txBody>
          <a:bodyPr anchor="b" anchorCtr="0">
            <a:noAutofit/>
          </a:bodyPr>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a:xfrm>
            <a:off x="1366839" y="2214563"/>
            <a:ext cx="5341936" cy="1231106"/>
          </a:xfrm>
        </p:spPr>
        <p:txBody>
          <a:bodyPr wrap="square">
            <a:spAutoFit/>
          </a:bodyPr>
          <a:lstStyle>
            <a:lvl1pPr algn="l">
              <a:defRPr sz="4000">
                <a:solidFill>
                  <a:schemeClr val="tx2"/>
                </a:solidFill>
              </a:defRPr>
            </a:lvl1pPr>
          </a:lstStyle>
          <a:p>
            <a:r>
              <a:rPr lang="en-US" dirty="0" smtClean="0"/>
              <a:t>Click to Edit Master Title Style</a:t>
            </a:r>
            <a:endParaRPr lang="en-US" dirty="0"/>
          </a:p>
        </p:txBody>
      </p:sp>
      <p:sp>
        <p:nvSpPr>
          <p:cNvPr id="7" name="TextBox 20"/>
          <p:cNvSpPr txBox="1">
            <a:spLocks noChangeArrowheads="1"/>
          </p:cNvSpPr>
          <p:nvPr/>
        </p:nvSpPr>
        <p:spPr bwMode="auto">
          <a:xfrm>
            <a:off x="304799" y="6516993"/>
            <a:ext cx="1412489" cy="123111"/>
          </a:xfrm>
          <a:prstGeom prst="rect">
            <a:avLst/>
          </a:prstGeom>
          <a:noFill/>
          <a:ln w="9525">
            <a:noFill/>
            <a:miter lim="800000"/>
            <a:headEnd/>
            <a:tailEnd/>
          </a:ln>
        </p:spPr>
        <p:txBody>
          <a:bodyPr wrap="square" lIns="0" tIns="0" rIns="0" bIns="0">
            <a:spAutoFit/>
          </a:bodyPr>
          <a:lstStyle/>
          <a:p>
            <a:pPr>
              <a:defRPr/>
            </a:pPr>
            <a:r>
              <a:rPr lang="en-US" sz="800" dirty="0">
                <a:solidFill>
                  <a:srgbClr val="625753"/>
                </a:solidFill>
              </a:rPr>
              <a:t>© </a:t>
            </a:r>
            <a:r>
              <a:rPr lang="en-US" sz="800" dirty="0" smtClean="0">
                <a:solidFill>
                  <a:srgbClr val="625753"/>
                </a:solidFill>
              </a:rPr>
              <a:t>Mahindra Satyam 2011</a:t>
            </a:r>
            <a:endParaRPr lang="en-US" sz="800" dirty="0">
              <a:solidFill>
                <a:srgbClr val="625753"/>
              </a:solidFill>
            </a:endParaRPr>
          </a:p>
        </p:txBody>
      </p:sp>
      <p:pic>
        <p:nvPicPr>
          <p:cNvPr id="12" name="Picture 11" descr="small.png"/>
          <p:cNvPicPr>
            <a:picLocks noChangeAspect="1"/>
          </p:cNvPicPr>
          <p:nvPr/>
        </p:nvPicPr>
        <p:blipFill>
          <a:blip r:embed="rId4" cstate="email"/>
          <a:stretch>
            <a:fillRect/>
          </a:stretch>
        </p:blipFill>
        <p:spPr>
          <a:xfrm>
            <a:off x="6749430" y="153990"/>
            <a:ext cx="2061195" cy="166685"/>
          </a:xfrm>
          <a:prstGeom prst="rect">
            <a:avLst/>
          </a:prstGeom>
        </p:spPr>
      </p:pic>
      <p:sp>
        <p:nvSpPr>
          <p:cNvPr id="10" name="Rectangle 19"/>
          <p:cNvSpPr>
            <a:spLocks noChangeArrowheads="1"/>
          </p:cNvSpPr>
          <p:nvPr userDrawn="1"/>
        </p:nvSpPr>
        <p:spPr bwMode="gray">
          <a:xfrm>
            <a:off x="0" y="2149475"/>
            <a:ext cx="9144000" cy="2498725"/>
          </a:xfrm>
          <a:prstGeom prst="rect">
            <a:avLst/>
          </a:prstGeom>
          <a:solidFill>
            <a:schemeClr val="accent3"/>
          </a:solidFill>
          <a:ln w="9525">
            <a:noFill/>
            <a:miter lim="800000"/>
            <a:headEnd/>
            <a:tailEnd/>
          </a:ln>
          <a:effectLst/>
        </p:spPr>
        <p:txBody>
          <a:bodyPr wrap="none" anchor="ctr"/>
          <a:lstStyle/>
          <a:p>
            <a:endParaRPr lang="en-US" dirty="0"/>
          </a:p>
        </p:txBody>
      </p:sp>
      <p:sp>
        <p:nvSpPr>
          <p:cNvPr id="11" name="Freeform 20"/>
          <p:cNvSpPr>
            <a:spLocks/>
          </p:cNvSpPr>
          <p:nvPr userDrawn="1"/>
        </p:nvSpPr>
        <p:spPr bwMode="gray">
          <a:xfrm>
            <a:off x="-9525" y="2138363"/>
            <a:ext cx="8015288" cy="22717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rgbClr val="DC4128">
              <a:alpha val="72941"/>
            </a:srgbClr>
          </a:solidFill>
          <a:ln w="9525">
            <a:noFill/>
            <a:round/>
            <a:headEnd/>
            <a:tailEnd/>
          </a:ln>
          <a:effectLst/>
        </p:spPr>
        <p:txBody>
          <a:bodyPr/>
          <a:lstStyle/>
          <a:p>
            <a:endParaRPr lang="en-US" dirty="0"/>
          </a:p>
        </p:txBody>
      </p:sp>
      <p:grpSp>
        <p:nvGrpSpPr>
          <p:cNvPr id="13" name="Group 116"/>
          <p:cNvGrpSpPr>
            <a:grpSpLocks/>
          </p:cNvGrpSpPr>
          <p:nvPr userDrawn="1"/>
        </p:nvGrpSpPr>
        <p:grpSpPr bwMode="auto">
          <a:xfrm>
            <a:off x="190500" y="2324100"/>
            <a:ext cx="3276600" cy="3314700"/>
            <a:chOff x="120" y="1464"/>
            <a:chExt cx="2064" cy="2088"/>
          </a:xfrm>
        </p:grpSpPr>
        <p:sp>
          <p:nvSpPr>
            <p:cNvPr id="14"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5" cstate="email"/>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lgn="ctr" eaLnBrk="0" hangingPunct="0"/>
              <a:endParaRPr lang="ko-KR" altLang="en-US">
                <a:latin typeface="Times New Roman" pitchFamily="18" charset="0"/>
                <a:ea typeface="Gulim" pitchFamily="34" charset="-127"/>
              </a:endParaRPr>
            </a:p>
          </p:txBody>
        </p:sp>
        <p:sp>
          <p:nvSpPr>
            <p:cNvPr id="15"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6" cstate="email"/>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lgn="ctr" eaLnBrk="0" hangingPunct="0"/>
              <a:endParaRPr lang="ko-KR" altLang="en-US">
                <a:latin typeface="Times New Roman" pitchFamily="18" charset="0"/>
                <a:ea typeface="Gulim" pitchFamily="34" charset="-127"/>
              </a:endParaRPr>
            </a:p>
          </p:txBody>
        </p:sp>
        <p:sp>
          <p:nvSpPr>
            <p:cNvPr id="16"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7" cstate="email"/>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lgn="ctr" eaLnBrk="0" hangingPunct="0"/>
              <a:endParaRPr lang="ko-KR" altLang="en-US">
                <a:latin typeface="Times New Roman" pitchFamily="18" charset="0"/>
                <a:ea typeface="Gulim" pitchFamily="34" charset="-127"/>
              </a:endParaRPr>
            </a:p>
          </p:txBody>
        </p:sp>
      </p:grpSp>
      <p:sp>
        <p:nvSpPr>
          <p:cNvPr id="17" name="AutoShape 21"/>
          <p:cNvSpPr>
            <a:spLocks noChangeArrowheads="1"/>
          </p:cNvSpPr>
          <p:nvPr userDrawn="1"/>
        </p:nvSpPr>
        <p:spPr bwMode="gray">
          <a:xfrm>
            <a:off x="7696200" y="5943600"/>
            <a:ext cx="609600" cy="533400"/>
          </a:xfrm>
          <a:prstGeom prst="hexagon">
            <a:avLst>
              <a:gd name="adj" fmla="val 28571"/>
              <a:gd name="vf" fmla="val 115470"/>
            </a:avLst>
          </a:prstGeom>
          <a:solidFill>
            <a:schemeClr val="accent3"/>
          </a:solidFill>
          <a:ln w="9525">
            <a:noFill/>
            <a:miter lim="800000"/>
            <a:headEnd/>
            <a:tailEnd/>
          </a:ln>
          <a:effectLst/>
        </p:spPr>
        <p:txBody>
          <a:bodyPr wrap="none" anchor="ctr"/>
          <a:lstStyle/>
          <a:p>
            <a:endParaRPr lang="en-US" dirty="0"/>
          </a:p>
        </p:txBody>
      </p:sp>
      <p:sp>
        <p:nvSpPr>
          <p:cNvPr id="18" name="AutoShape 22"/>
          <p:cNvSpPr>
            <a:spLocks noChangeArrowheads="1"/>
          </p:cNvSpPr>
          <p:nvPr userDrawn="1"/>
        </p:nvSpPr>
        <p:spPr bwMode="gray">
          <a:xfrm>
            <a:off x="8229600" y="56388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endParaRPr lang="en-US" dirty="0"/>
          </a:p>
        </p:txBody>
      </p:sp>
      <p:sp>
        <p:nvSpPr>
          <p:cNvPr id="19" name="AutoShape 23"/>
          <p:cNvSpPr>
            <a:spLocks noChangeArrowheads="1"/>
          </p:cNvSpPr>
          <p:nvPr userDrawn="1"/>
        </p:nvSpPr>
        <p:spPr bwMode="gray">
          <a:xfrm>
            <a:off x="8220075" y="6229350"/>
            <a:ext cx="609600" cy="533400"/>
          </a:xfrm>
          <a:prstGeom prst="hexagon">
            <a:avLst>
              <a:gd name="adj" fmla="val 28571"/>
              <a:gd name="vf" fmla="val 115470"/>
            </a:avLst>
          </a:prstGeom>
          <a:solidFill>
            <a:schemeClr val="accent3">
              <a:lumMod val="40000"/>
              <a:lumOff val="60000"/>
            </a:schemeClr>
          </a:solidFill>
          <a:ln w="9525">
            <a:noFill/>
            <a:miter lim="800000"/>
            <a:headEnd/>
            <a:tailEnd/>
          </a:ln>
          <a:effectLst/>
        </p:spPr>
        <p:txBody>
          <a:bodyPr wrap="none" anchor="ct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smtClean="0"/>
              <a:t>Click to edit Master title style</a:t>
            </a:r>
            <a:endParaRPr lang="en-US" dirty="0"/>
          </a:p>
        </p:txBody>
      </p:sp>
      <p:sp>
        <p:nvSpPr>
          <p:cNvPr id="3" name="Text Placeholder 4"/>
          <p:cNvSpPr>
            <a:spLocks noGrp="1"/>
          </p:cNvSpPr>
          <p:nvPr>
            <p:ph type="body" sz="quarter" idx="10" hasCustomPrompt="1"/>
          </p:nvPr>
        </p:nvSpPr>
        <p:spPr>
          <a:xfrm>
            <a:off x="302931" y="1465507"/>
            <a:ext cx="8544207" cy="1938992"/>
          </a:xfrm>
        </p:spPr>
        <p:txBody>
          <a:bodyPr wrap="square">
            <a:sp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435100" indent="-285750">
              <a:spcBef>
                <a:spcPts val="0"/>
              </a:spcBef>
              <a:spcAft>
                <a:spcPts val="0"/>
              </a:spcAft>
              <a:buClr>
                <a:schemeClr val="tx2"/>
              </a:buClr>
              <a:buSzPct val="70000"/>
              <a:buFont typeface="Wingdings" pitchFamily="2" charset="2"/>
              <a:buChar char="§"/>
              <a:defRPr sz="1800">
                <a:latin typeface="Arial" pitchFamily="34" charset="0"/>
                <a:cs typeface="Arial" pitchFamily="34" charset="0"/>
              </a:defRPr>
            </a:lvl6pPr>
            <a:lvl7pPr marL="1714500" indent="-273050">
              <a:spcBef>
                <a:spcPts val="0"/>
              </a:spcBef>
              <a:spcAft>
                <a:spcPts val="0"/>
              </a:spcAft>
              <a:buClr>
                <a:srgbClr val="C00000"/>
              </a:buClr>
              <a:buSzPct val="70000"/>
              <a:buFont typeface="Arial" pitchFamily="34" charset="0"/>
              <a:buChar char="–"/>
              <a:defRPr sz="1800" baseline="0">
                <a:latin typeface="Arial" pitchFamily="34" charset="0"/>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Content slide">
    <p:spTree>
      <p:nvGrpSpPr>
        <p:cNvPr id="1" name=""/>
        <p:cNvGrpSpPr/>
        <p:nvPr/>
      </p:nvGrpSpPr>
      <p:grpSpPr>
        <a:xfrm>
          <a:off x="0" y="0"/>
          <a:ext cx="0" cy="0"/>
          <a:chOff x="0" y="0"/>
          <a:chExt cx="0" cy="0"/>
        </a:xfrm>
      </p:grpSpPr>
      <p:grpSp>
        <p:nvGrpSpPr>
          <p:cNvPr id="4" name="Group 3"/>
          <p:cNvGrpSpPr/>
          <p:nvPr/>
        </p:nvGrpSpPr>
        <p:grpSpPr>
          <a:xfrm>
            <a:off x="0" y="0"/>
            <a:ext cx="9144000" cy="6858000"/>
            <a:chOff x="0" y="0"/>
            <a:chExt cx="9144000" cy="6858000"/>
          </a:xfrm>
        </p:grpSpPr>
        <p:pic>
          <p:nvPicPr>
            <p:cNvPr id="5" name="Picture 5" descr="C:\Documents and Settings\pk95810\Local Settings\Temporary Internet Files\Content.Outlook\VC0E5Q1M\LT_GlobalConnect_co_13.gif"/>
            <p:cNvPicPr>
              <a:picLocks noChangeAspect="1" noChangeArrowheads="1" noCrop="1"/>
            </p:cNvPicPr>
            <p:nvPr userDrawn="1"/>
          </p:nvPicPr>
          <p:blipFill>
            <a:blip r:embed="rId2" cstate="email">
              <a:duotone>
                <a:schemeClr val="accent1">
                  <a:shade val="45000"/>
                  <a:satMod val="135000"/>
                </a:schemeClr>
                <a:prstClr val="white"/>
              </a:duotone>
              <a:lum/>
            </a:blip>
            <a:srcRect/>
            <a:stretch>
              <a:fillRect/>
            </a:stretch>
          </p:blipFill>
          <p:spPr bwMode="auto">
            <a:xfrm>
              <a:off x="0" y="0"/>
              <a:ext cx="9144000" cy="6858000"/>
            </a:xfrm>
            <a:prstGeom prst="rect">
              <a:avLst/>
            </a:prstGeom>
            <a:noFill/>
          </p:spPr>
        </p:pic>
        <p:pic>
          <p:nvPicPr>
            <p:cNvPr id="6" name="Picture 6"/>
            <p:cNvPicPr>
              <a:picLocks noChangeAspect="1" noChangeArrowheads="1"/>
            </p:cNvPicPr>
            <p:nvPr userDrawn="1"/>
          </p:nvPicPr>
          <p:blipFill>
            <a:blip r:embed="rId3" cstate="email">
              <a:duotone>
                <a:schemeClr val="accent1">
                  <a:shade val="45000"/>
                  <a:satMod val="135000"/>
                </a:schemeClr>
                <a:prstClr val="white"/>
              </a:duotone>
              <a:lum/>
            </a:blip>
            <a:srcRect/>
            <a:stretch>
              <a:fillRect/>
            </a:stretch>
          </p:blipFill>
          <p:spPr bwMode="auto">
            <a:xfrm>
              <a:off x="0" y="0"/>
              <a:ext cx="9144000" cy="1676400"/>
            </a:xfrm>
            <a:prstGeom prst="rect">
              <a:avLst/>
            </a:prstGeom>
            <a:noFill/>
            <a:ln w="9525">
              <a:noFill/>
              <a:miter lim="800000"/>
              <a:headEnd/>
              <a:tailEnd/>
            </a:ln>
            <a:effectLst/>
          </p:spPr>
        </p:pic>
      </p:grpSp>
      <p:sp>
        <p:nvSpPr>
          <p:cNvPr id="2" name="Title 1"/>
          <p:cNvSpPr>
            <a:spLocks noGrp="1"/>
          </p:cNvSpPr>
          <p:nvPr>
            <p:ph type="title"/>
          </p:nvPr>
        </p:nvSpPr>
        <p:spPr/>
        <p:txBody>
          <a:bodyPr/>
          <a:lstStyle>
            <a:lvl1pPr algn="l">
              <a:defRPr>
                <a:solidFill>
                  <a:schemeClr val="tx2"/>
                </a:solidFill>
              </a:defRPr>
            </a:lvl1pPr>
          </a:lstStyle>
          <a:p>
            <a:r>
              <a:rPr lang="en-US" smtClean="0"/>
              <a:t>Click to edit Master title style</a:t>
            </a:r>
            <a:endParaRPr lang="en-US" dirty="0"/>
          </a:p>
        </p:txBody>
      </p:sp>
      <p:sp>
        <p:nvSpPr>
          <p:cNvPr id="3" name="Text Placeholder 4"/>
          <p:cNvSpPr>
            <a:spLocks noGrp="1"/>
          </p:cNvSpPr>
          <p:nvPr>
            <p:ph type="body" sz="quarter" idx="10" hasCustomPrompt="1"/>
          </p:nvPr>
        </p:nvSpPr>
        <p:spPr>
          <a:xfrm>
            <a:off x="302931" y="1465507"/>
            <a:ext cx="8544207" cy="1938992"/>
          </a:xfrm>
        </p:spPr>
        <p:txBody>
          <a:bodyPr wrap="square">
            <a:sp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435100" indent="-285750">
              <a:spcBef>
                <a:spcPts val="0"/>
              </a:spcBef>
              <a:spcAft>
                <a:spcPts val="0"/>
              </a:spcAft>
              <a:buClr>
                <a:schemeClr val="tx2"/>
              </a:buClr>
              <a:buSzPct val="70000"/>
              <a:buFont typeface="Wingdings" pitchFamily="2" charset="2"/>
              <a:buChar char="§"/>
              <a:defRPr sz="1800">
                <a:latin typeface="Arial" pitchFamily="34" charset="0"/>
                <a:cs typeface="Arial" pitchFamily="34" charset="0"/>
              </a:defRPr>
            </a:lvl6pPr>
            <a:lvl7pPr marL="1714500" indent="-273050">
              <a:spcBef>
                <a:spcPts val="0"/>
              </a:spcBef>
              <a:spcAft>
                <a:spcPts val="0"/>
              </a:spcAft>
              <a:buClr>
                <a:srgbClr val="C00000"/>
              </a:buClr>
              <a:buSzPct val="70000"/>
              <a:buFont typeface="Arial" pitchFamily="34" charset="0"/>
              <a:buChar char="–"/>
              <a:defRPr sz="1800" baseline="0">
                <a:latin typeface="Arial" pitchFamily="34" charset="0"/>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 </a:t>
            </a:r>
          </a:p>
        </p:txBody>
      </p:sp>
      <p:pic>
        <p:nvPicPr>
          <p:cNvPr id="7" name="Picture 6" descr="small.png"/>
          <p:cNvPicPr>
            <a:picLocks noChangeAspect="1"/>
          </p:cNvPicPr>
          <p:nvPr/>
        </p:nvPicPr>
        <p:blipFill>
          <a:blip r:embed="rId4" cstate="email"/>
          <a:stretch>
            <a:fillRect/>
          </a:stretch>
        </p:blipFill>
        <p:spPr>
          <a:xfrm>
            <a:off x="6749430" y="153990"/>
            <a:ext cx="2061195" cy="166685"/>
          </a:xfrm>
          <a:prstGeom prst="rect">
            <a:avLst/>
          </a:prstGeom>
        </p:spPr>
      </p:pic>
      <p:sp>
        <p:nvSpPr>
          <p:cNvPr id="8" name="Rectangle 7"/>
          <p:cNvSpPr/>
          <p:nvPr/>
        </p:nvSpPr>
        <p:spPr>
          <a:xfrm>
            <a:off x="0" y="6675120"/>
            <a:ext cx="7315200" cy="1828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9" name="Slide Number Placeholder 5"/>
          <p:cNvSpPr txBox="1">
            <a:spLocks/>
          </p:cNvSpPr>
          <p:nvPr/>
        </p:nvSpPr>
        <p:spPr bwMode="auto">
          <a:xfrm>
            <a:off x="8718928" y="6705005"/>
            <a:ext cx="125034" cy="123111"/>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800">
                <a:solidFill>
                  <a:srgbClr val="625753"/>
                </a:solidFill>
              </a:rPr>
              <a:pPr algn="r">
                <a:defRPr/>
              </a:pPr>
              <a:t>‹#›</a:t>
            </a:fld>
            <a:endParaRPr lang="en-US" sz="800" dirty="0">
              <a:solidFill>
                <a:srgbClr val="625753"/>
              </a:solidFill>
            </a:endParaRPr>
          </a:p>
        </p:txBody>
      </p:sp>
      <p:sp>
        <p:nvSpPr>
          <p:cNvPr id="10" name="TextBox 20"/>
          <p:cNvSpPr txBox="1">
            <a:spLocks noChangeArrowheads="1"/>
          </p:cNvSpPr>
          <p:nvPr/>
        </p:nvSpPr>
        <p:spPr bwMode="auto">
          <a:xfrm>
            <a:off x="304799" y="6516993"/>
            <a:ext cx="1412489" cy="123111"/>
          </a:xfrm>
          <a:prstGeom prst="rect">
            <a:avLst/>
          </a:prstGeom>
          <a:noFill/>
          <a:ln w="9525">
            <a:noFill/>
            <a:miter lim="800000"/>
            <a:headEnd/>
            <a:tailEnd/>
          </a:ln>
        </p:spPr>
        <p:txBody>
          <a:bodyPr wrap="square" lIns="0" tIns="0" rIns="0" bIns="0">
            <a:spAutoFit/>
          </a:bodyPr>
          <a:lstStyle/>
          <a:p>
            <a:pPr>
              <a:defRPr/>
            </a:pPr>
            <a:r>
              <a:rPr lang="en-US" sz="800" dirty="0">
                <a:solidFill>
                  <a:srgbClr val="625753"/>
                </a:solidFill>
              </a:rPr>
              <a:t>© </a:t>
            </a:r>
            <a:r>
              <a:rPr lang="en-US" sz="800" dirty="0" smtClean="0">
                <a:solidFill>
                  <a:srgbClr val="625753"/>
                </a:solidFill>
              </a:rPr>
              <a:t>Mahindra Satyam 2011</a:t>
            </a:r>
            <a:endParaRPr lang="en-US" sz="800" dirty="0">
              <a:solidFill>
                <a:srgbClr val="625753"/>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1366839" y="4580751"/>
            <a:ext cx="5341936" cy="276999"/>
          </a:xfrm>
        </p:spPr>
        <p:txBody>
          <a:bodyPr anchor="b" anchorCtr="0">
            <a:noAutofit/>
          </a:bodyPr>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a:xfrm>
            <a:off x="1366839" y="2214563"/>
            <a:ext cx="5341936" cy="1231106"/>
          </a:xfrm>
        </p:spPr>
        <p:txBody>
          <a:bodyPr wrap="square">
            <a:spAutoFit/>
          </a:bodyPr>
          <a:lstStyle>
            <a:lvl1pPr algn="l">
              <a:defRPr sz="4000">
                <a:solidFill>
                  <a:schemeClr val="tx2"/>
                </a:solidFill>
              </a:defRPr>
            </a:lvl1pPr>
          </a:lstStyle>
          <a:p>
            <a:r>
              <a:rPr lang="en-US" dirty="0" smtClean="0"/>
              <a:t>Click to Edit Master Title Style</a:t>
            </a:r>
            <a:endParaRPr lang="en-US" dirty="0"/>
          </a:p>
        </p:txBody>
      </p:sp>
      <p:sp>
        <p:nvSpPr>
          <p:cNvPr id="5" name="Rectangle 4"/>
          <p:cNvSpPr/>
          <p:nvPr/>
        </p:nvSpPr>
        <p:spPr>
          <a:xfrm>
            <a:off x="0" y="6675120"/>
            <a:ext cx="7315200" cy="1828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7" name="Picture 6" descr="PPT.jpg"/>
          <p:cNvPicPr>
            <a:picLocks noChangeAspect="1"/>
          </p:cNvPicPr>
          <p:nvPr/>
        </p:nvPicPr>
        <p:blipFill>
          <a:blip r:embed="rId2" cstate="email"/>
          <a:srcRect/>
          <a:stretch>
            <a:fillRect/>
          </a:stretch>
        </p:blipFill>
        <p:spPr>
          <a:xfrm>
            <a:off x="0" y="0"/>
            <a:ext cx="9144000" cy="752030"/>
          </a:xfrm>
          <a:prstGeom prst="rect">
            <a:avLst/>
          </a:prstGeom>
        </p:spPr>
      </p:pic>
      <p:sp>
        <p:nvSpPr>
          <p:cNvPr id="8" name="TextBox 20"/>
          <p:cNvSpPr txBox="1">
            <a:spLocks noChangeArrowheads="1"/>
          </p:cNvSpPr>
          <p:nvPr/>
        </p:nvSpPr>
        <p:spPr bwMode="auto">
          <a:xfrm>
            <a:off x="304799" y="6516993"/>
            <a:ext cx="1412489" cy="123111"/>
          </a:xfrm>
          <a:prstGeom prst="rect">
            <a:avLst/>
          </a:prstGeom>
          <a:noFill/>
          <a:ln w="9525">
            <a:noFill/>
            <a:miter lim="800000"/>
            <a:headEnd/>
            <a:tailEnd/>
          </a:ln>
        </p:spPr>
        <p:txBody>
          <a:bodyPr wrap="square" lIns="0" tIns="0" rIns="0" bIns="0">
            <a:spAutoFit/>
          </a:bodyPr>
          <a:lstStyle/>
          <a:p>
            <a:pPr>
              <a:defRPr/>
            </a:pPr>
            <a:r>
              <a:rPr lang="en-US" sz="800" dirty="0">
                <a:solidFill>
                  <a:srgbClr val="625753"/>
                </a:solidFill>
              </a:rPr>
              <a:t>© </a:t>
            </a:r>
            <a:r>
              <a:rPr lang="en-US" sz="800" dirty="0" smtClean="0">
                <a:solidFill>
                  <a:srgbClr val="625753"/>
                </a:solidFill>
              </a:rPr>
              <a:t>Mahindra Satyam 2011</a:t>
            </a:r>
            <a:endParaRPr lang="en-US" sz="800" dirty="0">
              <a:solidFill>
                <a:srgbClr val="625753"/>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Text Placeholder 4"/>
          <p:cNvSpPr>
            <a:spLocks noGrp="1"/>
          </p:cNvSpPr>
          <p:nvPr>
            <p:ph type="body" sz="quarter" idx="10" hasCustomPrompt="1"/>
          </p:nvPr>
        </p:nvSpPr>
        <p:spPr>
          <a:xfrm>
            <a:off x="302931" y="960438"/>
            <a:ext cx="4170595" cy="5303838"/>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4" name="Text Placeholder 4"/>
          <p:cNvSpPr>
            <a:spLocks noGrp="1"/>
          </p:cNvSpPr>
          <p:nvPr>
            <p:ph type="body" sz="quarter" idx="11" hasCustomPrompt="1"/>
          </p:nvPr>
        </p:nvSpPr>
        <p:spPr>
          <a:xfrm>
            <a:off x="4648200" y="960438"/>
            <a:ext cx="4170595" cy="5303838"/>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5" name="Text Placeholder 4"/>
          <p:cNvSpPr>
            <a:spLocks noGrp="1"/>
          </p:cNvSpPr>
          <p:nvPr>
            <p:ph type="body" sz="quarter" idx="12" hasCustomPrompt="1"/>
          </p:nvPr>
        </p:nvSpPr>
        <p:spPr>
          <a:xfrm>
            <a:off x="302931" y="960437"/>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6" name="Text Placeholder 4"/>
          <p:cNvSpPr>
            <a:spLocks noGrp="1"/>
          </p:cNvSpPr>
          <p:nvPr>
            <p:ph type="body" sz="quarter" idx="13" hasCustomPrompt="1"/>
          </p:nvPr>
        </p:nvSpPr>
        <p:spPr>
          <a:xfrm>
            <a:off x="4648200" y="960437"/>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9" name="Title 1"/>
          <p:cNvSpPr>
            <a:spLocks noGrp="1"/>
          </p:cNvSpPr>
          <p:nvPr>
            <p:ph type="title"/>
          </p:nvPr>
        </p:nvSpPr>
        <p:spPr>
          <a:xfrm>
            <a:off x="304799" y="469484"/>
            <a:ext cx="8539163" cy="338554"/>
          </a:xfrm>
        </p:spPr>
        <p:txBody>
          <a:bodyPr/>
          <a:lstStyle>
            <a:lvl1pPr algn="l">
              <a:defRPr/>
            </a:lvl1pPr>
          </a:lstStyle>
          <a:p>
            <a:r>
              <a:rPr lang="en-US" smtClean="0"/>
              <a:t>Click to edit Master title style</a:t>
            </a:r>
            <a:endParaRPr lang="en-US" dirty="0"/>
          </a:p>
        </p:txBody>
      </p:sp>
      <p:sp>
        <p:nvSpPr>
          <p:cNvPr id="11" name="Text Placeholder 4"/>
          <p:cNvSpPr>
            <a:spLocks noGrp="1"/>
          </p:cNvSpPr>
          <p:nvPr>
            <p:ph type="body" sz="quarter" idx="10" hasCustomPrompt="1"/>
          </p:nvPr>
        </p:nvSpPr>
        <p:spPr>
          <a:xfrm>
            <a:off x="302931" y="961415"/>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2" name="Text Placeholder 4"/>
          <p:cNvSpPr>
            <a:spLocks noGrp="1"/>
          </p:cNvSpPr>
          <p:nvPr>
            <p:ph type="body" sz="quarter" idx="11" hasCustomPrompt="1"/>
          </p:nvPr>
        </p:nvSpPr>
        <p:spPr>
          <a:xfrm>
            <a:off x="4648200" y="961415"/>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3" name="Text Placeholder 4"/>
          <p:cNvSpPr>
            <a:spLocks noGrp="1"/>
          </p:cNvSpPr>
          <p:nvPr>
            <p:ph type="body" sz="quarter" idx="12" hasCustomPrompt="1"/>
          </p:nvPr>
        </p:nvSpPr>
        <p:spPr>
          <a:xfrm>
            <a:off x="302931" y="961415"/>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14" name="Text Placeholder 4"/>
          <p:cNvSpPr>
            <a:spLocks noGrp="1"/>
          </p:cNvSpPr>
          <p:nvPr>
            <p:ph type="body" sz="quarter" idx="13" hasCustomPrompt="1"/>
          </p:nvPr>
        </p:nvSpPr>
        <p:spPr>
          <a:xfrm>
            <a:off x="4648200" y="961415"/>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sp>
        <p:nvSpPr>
          <p:cNvPr id="15" name="Text Placeholder 4"/>
          <p:cNvSpPr>
            <a:spLocks noGrp="1"/>
          </p:cNvSpPr>
          <p:nvPr>
            <p:ph type="body" sz="quarter" idx="14" hasCustomPrompt="1"/>
          </p:nvPr>
        </p:nvSpPr>
        <p:spPr>
          <a:xfrm>
            <a:off x="302931" y="3702856"/>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6" name="Text Placeholder 4"/>
          <p:cNvSpPr>
            <a:spLocks noGrp="1"/>
          </p:cNvSpPr>
          <p:nvPr>
            <p:ph type="body" sz="quarter" idx="15" hasCustomPrompt="1"/>
          </p:nvPr>
        </p:nvSpPr>
        <p:spPr>
          <a:xfrm>
            <a:off x="4648200" y="3702856"/>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7" name="Text Placeholder 4"/>
          <p:cNvSpPr>
            <a:spLocks noGrp="1"/>
          </p:cNvSpPr>
          <p:nvPr>
            <p:ph type="body" sz="quarter" idx="16" hasCustomPrompt="1"/>
          </p:nvPr>
        </p:nvSpPr>
        <p:spPr>
          <a:xfrm>
            <a:off x="302931" y="3702856"/>
            <a:ext cx="4170595" cy="471520"/>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3</a:t>
            </a:r>
          </a:p>
        </p:txBody>
      </p:sp>
      <p:sp>
        <p:nvSpPr>
          <p:cNvPr id="18" name="Text Placeholder 4"/>
          <p:cNvSpPr>
            <a:spLocks noGrp="1"/>
          </p:cNvSpPr>
          <p:nvPr>
            <p:ph type="body" sz="quarter" idx="17" hasCustomPrompt="1"/>
          </p:nvPr>
        </p:nvSpPr>
        <p:spPr>
          <a:xfrm>
            <a:off x="4648200" y="3702856"/>
            <a:ext cx="4170595" cy="471520"/>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4</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Content 4">
    <p:spTree>
      <p:nvGrpSpPr>
        <p:cNvPr id="1" name=""/>
        <p:cNvGrpSpPr/>
        <p:nvPr/>
      </p:nvGrpSpPr>
      <p:grpSpPr>
        <a:xfrm>
          <a:off x="0" y="0"/>
          <a:ext cx="0" cy="0"/>
          <a:chOff x="0" y="0"/>
          <a:chExt cx="0" cy="0"/>
        </a:xfrm>
      </p:grpSpPr>
      <p:sp>
        <p:nvSpPr>
          <p:cNvPr id="9" name="Title 1"/>
          <p:cNvSpPr>
            <a:spLocks noGrp="1"/>
          </p:cNvSpPr>
          <p:nvPr>
            <p:ph type="title"/>
          </p:nvPr>
        </p:nvSpPr>
        <p:spPr>
          <a:xfrm>
            <a:off x="304799" y="469484"/>
            <a:ext cx="8539163" cy="338554"/>
          </a:xfrm>
        </p:spPr>
        <p:txBody>
          <a:bodyPr/>
          <a:lstStyle>
            <a:lvl1pPr algn="l">
              <a:defRPr/>
            </a:lvl1pPr>
          </a:lstStyle>
          <a:p>
            <a:r>
              <a:rPr lang="en-US" smtClean="0"/>
              <a:t>Click to edit Master title style</a:t>
            </a:r>
            <a:endParaRPr lang="en-US" dirty="0"/>
          </a:p>
        </p:txBody>
      </p:sp>
      <p:sp>
        <p:nvSpPr>
          <p:cNvPr id="11" name="Text Placeholder 4"/>
          <p:cNvSpPr>
            <a:spLocks noGrp="1"/>
          </p:cNvSpPr>
          <p:nvPr>
            <p:ph type="body" sz="quarter" idx="10" hasCustomPrompt="1"/>
          </p:nvPr>
        </p:nvSpPr>
        <p:spPr>
          <a:xfrm>
            <a:off x="302931" y="961415"/>
            <a:ext cx="2732369"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2" name="Text Placeholder 4"/>
          <p:cNvSpPr>
            <a:spLocks noGrp="1"/>
          </p:cNvSpPr>
          <p:nvPr>
            <p:ph type="body" sz="quarter" idx="11" hasCustomPrompt="1"/>
          </p:nvPr>
        </p:nvSpPr>
        <p:spPr>
          <a:xfrm>
            <a:off x="3238501" y="961415"/>
            <a:ext cx="2732369"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3" name="Text Placeholder 4"/>
          <p:cNvSpPr>
            <a:spLocks noGrp="1"/>
          </p:cNvSpPr>
          <p:nvPr>
            <p:ph type="body" sz="quarter" idx="12" hasCustomPrompt="1"/>
          </p:nvPr>
        </p:nvSpPr>
        <p:spPr>
          <a:xfrm>
            <a:off x="302931" y="961415"/>
            <a:ext cx="2732369"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14" name="Text Placeholder 4"/>
          <p:cNvSpPr>
            <a:spLocks noGrp="1"/>
          </p:cNvSpPr>
          <p:nvPr>
            <p:ph type="body" sz="quarter" idx="13" hasCustomPrompt="1"/>
          </p:nvPr>
        </p:nvSpPr>
        <p:spPr>
          <a:xfrm>
            <a:off x="3238501" y="961415"/>
            <a:ext cx="2732369"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sp>
        <p:nvSpPr>
          <p:cNvPr id="19" name="Text Placeholder 4"/>
          <p:cNvSpPr>
            <a:spLocks noGrp="1"/>
          </p:cNvSpPr>
          <p:nvPr>
            <p:ph type="body" sz="quarter" idx="18" hasCustomPrompt="1"/>
          </p:nvPr>
        </p:nvSpPr>
        <p:spPr>
          <a:xfrm>
            <a:off x="6174071" y="961415"/>
            <a:ext cx="2732369"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20" name="Text Placeholder 4"/>
          <p:cNvSpPr>
            <a:spLocks noGrp="1"/>
          </p:cNvSpPr>
          <p:nvPr>
            <p:ph type="body" sz="quarter" idx="19" hasCustomPrompt="1"/>
          </p:nvPr>
        </p:nvSpPr>
        <p:spPr>
          <a:xfrm>
            <a:off x="6174071" y="961415"/>
            <a:ext cx="2732369"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3</a:t>
            </a:r>
          </a:p>
        </p:txBody>
      </p:sp>
      <p:sp>
        <p:nvSpPr>
          <p:cNvPr id="21" name="Text Placeholder 4"/>
          <p:cNvSpPr>
            <a:spLocks noGrp="1"/>
          </p:cNvSpPr>
          <p:nvPr>
            <p:ph type="body" sz="quarter" idx="20" hasCustomPrompt="1"/>
          </p:nvPr>
        </p:nvSpPr>
        <p:spPr>
          <a:xfrm>
            <a:off x="302931" y="3755415"/>
            <a:ext cx="2732369"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22" name="Text Placeholder 4"/>
          <p:cNvSpPr>
            <a:spLocks noGrp="1"/>
          </p:cNvSpPr>
          <p:nvPr>
            <p:ph type="body" sz="quarter" idx="21" hasCustomPrompt="1"/>
          </p:nvPr>
        </p:nvSpPr>
        <p:spPr>
          <a:xfrm>
            <a:off x="3238501" y="3755415"/>
            <a:ext cx="2732369"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23" name="Text Placeholder 4"/>
          <p:cNvSpPr>
            <a:spLocks noGrp="1"/>
          </p:cNvSpPr>
          <p:nvPr>
            <p:ph type="body" sz="quarter" idx="22" hasCustomPrompt="1"/>
          </p:nvPr>
        </p:nvSpPr>
        <p:spPr>
          <a:xfrm>
            <a:off x="302931" y="3755415"/>
            <a:ext cx="2732369"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4</a:t>
            </a:r>
          </a:p>
        </p:txBody>
      </p:sp>
      <p:sp>
        <p:nvSpPr>
          <p:cNvPr id="24" name="Text Placeholder 4"/>
          <p:cNvSpPr>
            <a:spLocks noGrp="1"/>
          </p:cNvSpPr>
          <p:nvPr>
            <p:ph type="body" sz="quarter" idx="23" hasCustomPrompt="1"/>
          </p:nvPr>
        </p:nvSpPr>
        <p:spPr>
          <a:xfrm>
            <a:off x="3238501" y="3755415"/>
            <a:ext cx="2732369"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5</a:t>
            </a:r>
          </a:p>
        </p:txBody>
      </p:sp>
      <p:sp>
        <p:nvSpPr>
          <p:cNvPr id="25" name="Text Placeholder 4"/>
          <p:cNvSpPr>
            <a:spLocks noGrp="1"/>
          </p:cNvSpPr>
          <p:nvPr>
            <p:ph type="body" sz="quarter" idx="24" hasCustomPrompt="1"/>
          </p:nvPr>
        </p:nvSpPr>
        <p:spPr>
          <a:xfrm>
            <a:off x="6174071" y="3755415"/>
            <a:ext cx="2732369"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26" name="Text Placeholder 4"/>
          <p:cNvSpPr>
            <a:spLocks noGrp="1"/>
          </p:cNvSpPr>
          <p:nvPr>
            <p:ph type="body" sz="quarter" idx="25" hasCustomPrompt="1"/>
          </p:nvPr>
        </p:nvSpPr>
        <p:spPr>
          <a:xfrm>
            <a:off x="6174071" y="3755415"/>
            <a:ext cx="2732369"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6</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66838" y="1367641"/>
            <a:ext cx="6729984" cy="338554"/>
          </a:xfrm>
        </p:spPr>
        <p:txBody>
          <a:bodyPr/>
          <a:lstStyle>
            <a:lvl1pPr algn="l">
              <a:defRPr/>
            </a:lvl1pPr>
          </a:lstStyle>
          <a:p>
            <a:r>
              <a:rPr lang="en-US" dirty="0" smtClean="0"/>
              <a:t>Click to edit master title style</a:t>
            </a:r>
            <a:endParaRPr lang="en-US" dirty="0"/>
          </a:p>
        </p:txBody>
      </p:sp>
      <p:sp>
        <p:nvSpPr>
          <p:cNvPr id="8" name="TextBox 7"/>
          <p:cNvSpPr txBox="1">
            <a:spLocks noChangeArrowheads="1"/>
          </p:cNvSpPr>
          <p:nvPr/>
        </p:nvSpPr>
        <p:spPr bwMode="gray">
          <a:xfrm>
            <a:off x="1366839" y="3517604"/>
            <a:ext cx="2372444" cy="276999"/>
          </a:xfrm>
          <a:prstGeom prst="rect">
            <a:avLst/>
          </a:prstGeom>
          <a:noFill/>
          <a:ln w="9525">
            <a:noFill/>
            <a:miter lim="800000"/>
            <a:headEnd/>
            <a:tailEnd/>
          </a:ln>
        </p:spPr>
        <p:txBody>
          <a:bodyPr wrap="none" lIns="0" tIns="0" rIns="0" bIns="0" anchor="b" anchorCtr="0">
            <a:spAutoFit/>
          </a:bodyPr>
          <a:lstStyle/>
          <a:p>
            <a:r>
              <a:rPr lang="en-US" b="1" dirty="0" smtClean="0">
                <a:solidFill>
                  <a:srgbClr val="625756"/>
                </a:solidFill>
                <a:cs typeface="Arial" pitchFamily="34" charset="0"/>
              </a:rPr>
              <a:t>mahindrasatyam.com</a:t>
            </a:r>
            <a:endParaRPr lang="en-US" b="1" dirty="0">
              <a:solidFill>
                <a:srgbClr val="625756"/>
              </a:solidFill>
              <a:cs typeface="Arial" pitchFamily="34" charset="0"/>
            </a:endParaRPr>
          </a:p>
        </p:txBody>
      </p:sp>
      <p:sp>
        <p:nvSpPr>
          <p:cNvPr id="9" name="TextBox 8"/>
          <p:cNvSpPr txBox="1">
            <a:spLocks noChangeArrowheads="1"/>
          </p:cNvSpPr>
          <p:nvPr/>
        </p:nvSpPr>
        <p:spPr bwMode="gray">
          <a:xfrm>
            <a:off x="1366839" y="4233113"/>
            <a:ext cx="6729412" cy="1184940"/>
          </a:xfrm>
          <a:prstGeom prst="rect">
            <a:avLst/>
          </a:prstGeom>
          <a:noFill/>
          <a:ln w="9525">
            <a:noFill/>
            <a:miter lim="800000"/>
            <a:headEnd/>
            <a:tailEnd/>
          </a:ln>
        </p:spPr>
        <p:txBody>
          <a:bodyPr wrap="square" lIns="0" tIns="0" rIns="0" bIns="0">
            <a:spAutoFit/>
          </a:bodyPr>
          <a:lstStyle/>
          <a:p>
            <a:pPr algn="just">
              <a:spcBef>
                <a:spcPts val="600"/>
              </a:spcBef>
            </a:pPr>
            <a:r>
              <a:rPr lang="en-US" sz="900" b="1" dirty="0" smtClean="0">
                <a:solidFill>
                  <a:srgbClr val="625756"/>
                </a:solidFill>
              </a:rPr>
              <a:t>Safe Harbor</a:t>
            </a:r>
          </a:p>
          <a:p>
            <a:pPr algn="just">
              <a:spcBef>
                <a:spcPts val="600"/>
              </a:spcBef>
            </a:pPr>
            <a:r>
              <a:rPr lang="en-US" sz="900" dirty="0" smtClean="0">
                <a:solidFill>
                  <a:srgbClr val="625756"/>
                </a:solidFill>
              </a:rPr>
              <a:t>This document contains forward-looking statements within the meaning of section 27A of Securities Act of 1933, as amended, and section 21E of the Securities Exchange Act of 1934, as amended. The forward-looking statements contained herein are subject to certain risks and uncertainties that could cause actual results to differ materially from those reflected in the forward-looking statements. Satyam undertakes no duty to update any forward-looking statements. For a discussion of the risks associated with our business, please see the discussions under the heading “Risk Factors” in our report on Form 6-K concerning the quarter ended September 30, 2008, furnished to the Securities and Exchange Commission on 07 November, 2008, and the other reports filed with the Securities and Exchange Commission from time to time. These filings are available at http://www.sec.gov</a:t>
            </a:r>
            <a:endParaRPr lang="en-US" sz="900" b="1" dirty="0">
              <a:solidFill>
                <a:srgbClr val="625756"/>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image" Target="../media/image1.png"/><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theme" Target="../theme/theme2.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descr="small.png"/>
          <p:cNvPicPr>
            <a:picLocks noChangeAspect="1"/>
          </p:cNvPicPr>
          <p:nvPr/>
        </p:nvPicPr>
        <p:blipFill>
          <a:blip r:embed="rId9" cstate="email"/>
          <a:stretch>
            <a:fillRect/>
          </a:stretch>
        </p:blipFill>
        <p:spPr>
          <a:xfrm>
            <a:off x="6749430" y="261942"/>
            <a:ext cx="2061195" cy="166685"/>
          </a:xfrm>
          <a:prstGeom prst="rect">
            <a:avLst/>
          </a:prstGeom>
        </p:spPr>
      </p:pic>
      <p:sp>
        <p:nvSpPr>
          <p:cNvPr id="2" name="Title Placeholder 1"/>
          <p:cNvSpPr>
            <a:spLocks noGrp="1"/>
          </p:cNvSpPr>
          <p:nvPr>
            <p:ph type="title"/>
          </p:nvPr>
        </p:nvSpPr>
        <p:spPr>
          <a:xfrm>
            <a:off x="304799" y="588322"/>
            <a:ext cx="8539163" cy="33855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smtClean="0"/>
              <a:t>Click to edit Master title style</a:t>
            </a:r>
            <a:endParaRPr lang="en-US" dirty="0"/>
          </a:p>
        </p:txBody>
      </p:sp>
      <p:sp>
        <p:nvSpPr>
          <p:cNvPr id="3" name="Text Placeholder 2"/>
          <p:cNvSpPr>
            <a:spLocks noGrp="1"/>
          </p:cNvSpPr>
          <p:nvPr>
            <p:ph type="body" idx="1"/>
          </p:nvPr>
        </p:nvSpPr>
        <p:spPr>
          <a:xfrm>
            <a:off x="304799" y="1381406"/>
            <a:ext cx="8539164" cy="138499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text styles</a:t>
            </a:r>
          </a:p>
          <a:p>
            <a:pPr lvl="1"/>
            <a:r>
              <a:rPr lang="en-US" dirty="0" smtClean="0"/>
              <a:t>First level</a:t>
            </a:r>
          </a:p>
          <a:p>
            <a:pPr lvl="2"/>
            <a:r>
              <a:rPr lang="en-US" dirty="0" smtClean="0"/>
              <a:t>Second level</a:t>
            </a:r>
          </a:p>
          <a:p>
            <a:pPr lvl="3"/>
            <a:r>
              <a:rPr lang="en-US" dirty="0" smtClean="0"/>
              <a:t>Third level</a:t>
            </a:r>
          </a:p>
          <a:p>
            <a:pPr lvl="4"/>
            <a:r>
              <a:rPr lang="en-US" dirty="0" smtClean="0"/>
              <a:t>Fifth level</a:t>
            </a:r>
            <a:endParaRPr lang="en-US" dirty="0"/>
          </a:p>
        </p:txBody>
      </p:sp>
      <p:sp>
        <p:nvSpPr>
          <p:cNvPr id="10" name="Slide Number Placeholder 5"/>
          <p:cNvSpPr txBox="1">
            <a:spLocks/>
          </p:cNvSpPr>
          <p:nvPr/>
        </p:nvSpPr>
        <p:spPr bwMode="auto">
          <a:xfrm>
            <a:off x="8718928" y="6705005"/>
            <a:ext cx="125034" cy="123111"/>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800">
                <a:solidFill>
                  <a:schemeClr val="accent3"/>
                </a:solidFill>
              </a:rPr>
              <a:pPr algn="r">
                <a:defRPr/>
              </a:pPr>
              <a:t>‹#›</a:t>
            </a:fld>
            <a:endParaRPr lang="en-US" sz="800" dirty="0">
              <a:solidFill>
                <a:schemeClr val="accent3"/>
              </a:solidFill>
            </a:endParaRPr>
          </a:p>
        </p:txBody>
      </p:sp>
      <p:sp>
        <p:nvSpPr>
          <p:cNvPr id="9" name="Rectangle 8"/>
          <p:cNvSpPr/>
          <p:nvPr/>
        </p:nvSpPr>
        <p:spPr>
          <a:xfrm>
            <a:off x="0" y="0"/>
            <a:ext cx="9144000" cy="1508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20"/>
          <p:cNvSpPr txBox="1">
            <a:spLocks noChangeArrowheads="1"/>
          </p:cNvSpPr>
          <p:nvPr/>
        </p:nvSpPr>
        <p:spPr bwMode="auto">
          <a:xfrm>
            <a:off x="152400" y="6629400"/>
            <a:ext cx="4419600" cy="123111"/>
          </a:xfrm>
          <a:prstGeom prst="rect">
            <a:avLst/>
          </a:prstGeom>
          <a:noFill/>
          <a:ln w="9525">
            <a:noFill/>
            <a:miter lim="800000"/>
            <a:headEnd/>
            <a:tailEnd/>
          </a:ln>
        </p:spPr>
        <p:txBody>
          <a:bodyPr wrap="square" lIns="0" tIns="0" rIns="0" bIns="0">
            <a:spAutoFit/>
          </a:bodyPr>
          <a:lstStyle/>
          <a:p>
            <a:pPr marL="0" algn="l" defTabSz="914400" rtl="0" eaLnBrk="1" latinLnBrk="0" hangingPunct="1">
              <a:defRPr/>
            </a:pPr>
            <a:r>
              <a:rPr lang="en-US" sz="800" kern="1200" dirty="0">
                <a:solidFill>
                  <a:schemeClr val="accent3"/>
                </a:solidFill>
                <a:latin typeface="+mn-lt"/>
                <a:ea typeface="+mn-ea"/>
                <a:cs typeface="+mn-cs"/>
              </a:rPr>
              <a:t>© </a:t>
            </a:r>
            <a:r>
              <a:rPr lang="en-US" sz="800" kern="1200" dirty="0" smtClean="0">
                <a:solidFill>
                  <a:schemeClr val="accent3"/>
                </a:solidFill>
                <a:latin typeface="+mn-lt"/>
                <a:ea typeface="+mn-ea"/>
                <a:cs typeface="+mn-cs"/>
              </a:rPr>
              <a:t>Tech Mahindra &amp; Mahindra Satyam 2012</a:t>
            </a:r>
            <a:endParaRPr lang="en-US" sz="800" kern="1200" dirty="0">
              <a:solidFill>
                <a:schemeClr val="accent3"/>
              </a:solidFill>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716" r:id="rId7"/>
  </p:sldLayoutIdLst>
  <p:txStyles>
    <p:titleStyle>
      <a:lvl1pPr algn="l" defTabSz="914400" rtl="0" eaLnBrk="1" latinLnBrk="0" hangingPunct="1">
        <a:spcBef>
          <a:spcPct val="0"/>
        </a:spcBef>
        <a:buNone/>
        <a:defRPr lang="en-US" sz="2200" b="1" kern="1200" dirty="0" smtClean="0">
          <a:solidFill>
            <a:schemeClr val="tx2"/>
          </a:solidFill>
          <a:latin typeface="Arial" pitchFamily="34" charset="0"/>
          <a:ea typeface="+mj-ea"/>
          <a:cs typeface="+mj-cs"/>
        </a:defRPr>
      </a:lvl1pPr>
    </p:titleStyle>
    <p:bodyStyle>
      <a:lvl1pPr marL="0" indent="0" algn="l" defTabSz="914400" rtl="0" eaLnBrk="1" fontAlgn="base" latinLnBrk="0" hangingPunct="1">
        <a:spcBef>
          <a:spcPts val="0"/>
        </a:spcBef>
        <a:spcAft>
          <a:spcPct val="0"/>
        </a:spcAft>
        <a:buFont typeface="Arial" pitchFamily="34" charset="0"/>
        <a:buNone/>
        <a:defRPr lang="en-US" sz="1800" b="0" kern="1200" baseline="0" dirty="0" smtClean="0">
          <a:solidFill>
            <a:schemeClr val="tx1"/>
          </a:solidFill>
          <a:latin typeface="Arial" pitchFamily="34" charset="0"/>
          <a:ea typeface="+mn-ea"/>
          <a:cs typeface="+mn-cs"/>
        </a:defRPr>
      </a:lvl1pPr>
      <a:lvl2pPr marL="285750" indent="-285750" algn="l" defTabSz="914400" rtl="0" eaLnBrk="1" fontAlgn="base" latinLnBrk="0" hangingPunct="1">
        <a:spcBef>
          <a:spcPts val="0"/>
        </a:spcBef>
        <a:spcAft>
          <a:spcPct val="0"/>
        </a:spcAft>
        <a:buClr>
          <a:schemeClr val="tx2"/>
        </a:buClr>
        <a:buSzPct val="120000"/>
        <a:buFont typeface="Wingdings" pitchFamily="2" charset="2"/>
        <a:buChar char="§"/>
        <a:defRPr lang="en-US" sz="1800" b="0" kern="1200" baseline="0" dirty="0" smtClean="0">
          <a:solidFill>
            <a:schemeClr val="tx1"/>
          </a:solidFill>
          <a:latin typeface="Arial" pitchFamily="34" charset="0"/>
          <a:ea typeface="+mn-ea"/>
          <a:cs typeface="+mn-cs"/>
        </a:defRPr>
      </a:lvl2pPr>
      <a:lvl3pPr marL="571500" indent="-279400" algn="l" defTabSz="914400" rtl="0" eaLnBrk="1" fontAlgn="base" latinLnBrk="0" hangingPunct="1">
        <a:spcBef>
          <a:spcPts val="0"/>
        </a:spcBef>
        <a:spcAft>
          <a:spcPct val="0"/>
        </a:spcAft>
        <a:buClr>
          <a:schemeClr val="tx2"/>
        </a:buClr>
        <a:buSzPct val="110000"/>
        <a:buFont typeface="Arial" pitchFamily="34" charset="0"/>
        <a:buChar char="–"/>
        <a:defRPr lang="en-US" sz="1800" b="0" kern="1200" baseline="0" dirty="0" smtClean="0">
          <a:solidFill>
            <a:schemeClr val="tx1"/>
          </a:solidFill>
          <a:latin typeface="Arial" pitchFamily="34" charset="0"/>
          <a:ea typeface="+mn-ea"/>
          <a:cs typeface="+mn-cs"/>
        </a:defRPr>
      </a:lvl3pPr>
      <a:lvl4pPr marL="850900" indent="-279400" algn="l" defTabSz="914400" rtl="0" eaLnBrk="1" fontAlgn="base" latinLnBrk="0" hangingPunct="1">
        <a:spcBef>
          <a:spcPts val="0"/>
        </a:spcBef>
        <a:spcAft>
          <a:spcPct val="0"/>
        </a:spcAft>
        <a:buClr>
          <a:schemeClr val="tx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tx2"/>
        </a:buClr>
        <a:buSzPct val="80000"/>
        <a:buFont typeface="Arial" pitchFamily="34" charset="0"/>
        <a:buChar char="–"/>
        <a:defRPr lang="en-US" sz="1800" b="0" kern="1200" baseline="0" dirty="0" smtClean="0">
          <a:solidFill>
            <a:schemeClr val="tx1"/>
          </a:solidFill>
          <a:latin typeface="Arial"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40000"/>
                <a:lumOff val="60000"/>
              </a:schemeClr>
            </a:gs>
            <a:gs pos="50000">
              <a:schemeClr val="accent5">
                <a:lumMod val="20000"/>
                <a:lumOff val="80000"/>
              </a:schemeClr>
            </a:gs>
            <a:gs pos="100000">
              <a:schemeClr val="bg1">
                <a:lumMod val="95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pic>
        <p:nvPicPr>
          <p:cNvPr id="11" name="Picture 10" descr="small.png"/>
          <p:cNvPicPr>
            <a:picLocks noChangeAspect="1"/>
          </p:cNvPicPr>
          <p:nvPr/>
        </p:nvPicPr>
        <p:blipFill>
          <a:blip r:embed="rId12" cstate="email"/>
          <a:stretch>
            <a:fillRect/>
          </a:stretch>
        </p:blipFill>
        <p:spPr>
          <a:xfrm>
            <a:off x="6749430" y="153990"/>
            <a:ext cx="2061195" cy="166685"/>
          </a:xfrm>
          <a:prstGeom prst="rect">
            <a:avLst/>
          </a:prstGeom>
        </p:spPr>
      </p:pic>
      <p:sp>
        <p:nvSpPr>
          <p:cNvPr id="9" name="Rectangle 8"/>
          <p:cNvSpPr/>
          <p:nvPr/>
        </p:nvSpPr>
        <p:spPr>
          <a:xfrm>
            <a:off x="0" y="6675120"/>
            <a:ext cx="7315200" cy="1828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2" name="Title Placeholder 1"/>
          <p:cNvSpPr>
            <a:spLocks noGrp="1"/>
          </p:cNvSpPr>
          <p:nvPr>
            <p:ph type="title"/>
          </p:nvPr>
        </p:nvSpPr>
        <p:spPr>
          <a:xfrm>
            <a:off x="304799" y="469484"/>
            <a:ext cx="8539163" cy="33855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smtClean="0"/>
              <a:t>Click to edit Master title style</a:t>
            </a:r>
            <a:endParaRPr lang="en-US" dirty="0"/>
          </a:p>
        </p:txBody>
      </p:sp>
      <p:sp>
        <p:nvSpPr>
          <p:cNvPr id="3" name="Text Placeholder 2"/>
          <p:cNvSpPr>
            <a:spLocks noGrp="1"/>
          </p:cNvSpPr>
          <p:nvPr>
            <p:ph type="body" idx="1"/>
          </p:nvPr>
        </p:nvSpPr>
        <p:spPr>
          <a:xfrm>
            <a:off x="304799" y="1262568"/>
            <a:ext cx="8539164" cy="138499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text styles</a:t>
            </a:r>
          </a:p>
          <a:p>
            <a:pPr lvl="1"/>
            <a:r>
              <a:rPr lang="en-US" dirty="0" smtClean="0"/>
              <a:t>First level</a:t>
            </a:r>
          </a:p>
          <a:p>
            <a:pPr lvl="2"/>
            <a:r>
              <a:rPr lang="en-US" dirty="0" smtClean="0"/>
              <a:t>Second level</a:t>
            </a:r>
          </a:p>
          <a:p>
            <a:pPr lvl="3"/>
            <a:r>
              <a:rPr lang="en-US" dirty="0" smtClean="0"/>
              <a:t>Third level</a:t>
            </a:r>
          </a:p>
          <a:p>
            <a:pPr lvl="4"/>
            <a:r>
              <a:rPr lang="en-US" dirty="0" smtClean="0"/>
              <a:t>Fifth level</a:t>
            </a:r>
            <a:endParaRPr lang="en-US" dirty="0"/>
          </a:p>
        </p:txBody>
      </p:sp>
      <p:sp>
        <p:nvSpPr>
          <p:cNvPr id="10" name="Slide Number Placeholder 5"/>
          <p:cNvSpPr txBox="1">
            <a:spLocks/>
          </p:cNvSpPr>
          <p:nvPr/>
        </p:nvSpPr>
        <p:spPr bwMode="auto">
          <a:xfrm>
            <a:off x="8718928" y="6705005"/>
            <a:ext cx="125034" cy="123111"/>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800">
                <a:solidFill>
                  <a:srgbClr val="625753"/>
                </a:solidFill>
              </a:rPr>
              <a:pPr algn="r">
                <a:defRPr/>
              </a:pPr>
              <a:t>‹#›</a:t>
            </a:fld>
            <a:endParaRPr lang="en-US" sz="800" dirty="0">
              <a:solidFill>
                <a:srgbClr val="625753"/>
              </a:solidFill>
            </a:endParaRPr>
          </a:p>
        </p:txBody>
      </p:sp>
      <p:sp>
        <p:nvSpPr>
          <p:cNvPr id="8" name="TextBox 20"/>
          <p:cNvSpPr txBox="1">
            <a:spLocks noChangeArrowheads="1"/>
          </p:cNvSpPr>
          <p:nvPr/>
        </p:nvSpPr>
        <p:spPr bwMode="auto">
          <a:xfrm>
            <a:off x="304799" y="6516993"/>
            <a:ext cx="1412489" cy="123111"/>
          </a:xfrm>
          <a:prstGeom prst="rect">
            <a:avLst/>
          </a:prstGeom>
          <a:noFill/>
          <a:ln w="9525">
            <a:noFill/>
            <a:miter lim="800000"/>
            <a:headEnd/>
            <a:tailEnd/>
          </a:ln>
        </p:spPr>
        <p:txBody>
          <a:bodyPr wrap="square" lIns="0" tIns="0" rIns="0" bIns="0">
            <a:spAutoFit/>
          </a:bodyPr>
          <a:lstStyle/>
          <a:p>
            <a:pPr>
              <a:defRPr/>
            </a:pPr>
            <a:r>
              <a:rPr lang="en-US" sz="800" dirty="0">
                <a:solidFill>
                  <a:srgbClr val="625753"/>
                </a:solidFill>
              </a:rPr>
              <a:t>© </a:t>
            </a:r>
            <a:r>
              <a:rPr lang="en-US" sz="800" dirty="0" smtClean="0">
                <a:solidFill>
                  <a:srgbClr val="625753"/>
                </a:solidFill>
              </a:rPr>
              <a:t>Mahindra Satyam 2011</a:t>
            </a:r>
            <a:endParaRPr lang="en-US" sz="800" dirty="0">
              <a:solidFill>
                <a:srgbClr val="625753"/>
              </a:solidFill>
            </a:endParaRPr>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Lst>
  <p:txStyles>
    <p:titleStyle>
      <a:lvl1pPr algn="l" defTabSz="914400" rtl="0" eaLnBrk="1" latinLnBrk="0" hangingPunct="1">
        <a:spcBef>
          <a:spcPct val="0"/>
        </a:spcBef>
        <a:buNone/>
        <a:defRPr lang="en-US" sz="2200" b="1" kern="1200" dirty="0" smtClean="0">
          <a:solidFill>
            <a:schemeClr val="tx2"/>
          </a:solidFill>
          <a:latin typeface="Arial" pitchFamily="34" charset="0"/>
          <a:ea typeface="+mj-ea"/>
          <a:cs typeface="+mj-cs"/>
        </a:defRPr>
      </a:lvl1pPr>
    </p:titleStyle>
    <p:bodyStyle>
      <a:lvl1pPr marL="0" indent="0" algn="l" defTabSz="914400" rtl="0" eaLnBrk="1" fontAlgn="base" latinLnBrk="0" hangingPunct="1">
        <a:spcBef>
          <a:spcPts val="0"/>
        </a:spcBef>
        <a:spcAft>
          <a:spcPct val="0"/>
        </a:spcAft>
        <a:buFont typeface="Arial" pitchFamily="34" charset="0"/>
        <a:buNone/>
        <a:defRPr lang="en-US" sz="1800" b="0" kern="1200" baseline="0" dirty="0" smtClean="0">
          <a:solidFill>
            <a:schemeClr val="tx1"/>
          </a:solidFill>
          <a:latin typeface="Arial" pitchFamily="34" charset="0"/>
          <a:ea typeface="+mn-ea"/>
          <a:cs typeface="+mn-cs"/>
        </a:defRPr>
      </a:lvl1pPr>
      <a:lvl2pPr marL="285750" indent="-285750" algn="l" defTabSz="914400" rtl="0" eaLnBrk="1" fontAlgn="base" latinLnBrk="0" hangingPunct="1">
        <a:spcBef>
          <a:spcPts val="0"/>
        </a:spcBef>
        <a:spcAft>
          <a:spcPct val="0"/>
        </a:spcAft>
        <a:buClr>
          <a:schemeClr val="tx2"/>
        </a:buClr>
        <a:buSzPct val="120000"/>
        <a:buFont typeface="Wingdings" pitchFamily="2" charset="2"/>
        <a:buChar char="§"/>
        <a:defRPr lang="en-US" sz="1800" b="0" kern="1200" baseline="0" dirty="0" smtClean="0">
          <a:solidFill>
            <a:schemeClr val="tx1"/>
          </a:solidFill>
          <a:latin typeface="Arial" pitchFamily="34" charset="0"/>
          <a:ea typeface="+mn-ea"/>
          <a:cs typeface="+mn-cs"/>
        </a:defRPr>
      </a:lvl2pPr>
      <a:lvl3pPr marL="571500" indent="-279400" algn="l" defTabSz="914400" rtl="0" eaLnBrk="1" fontAlgn="base" latinLnBrk="0" hangingPunct="1">
        <a:spcBef>
          <a:spcPts val="0"/>
        </a:spcBef>
        <a:spcAft>
          <a:spcPct val="0"/>
        </a:spcAft>
        <a:buClr>
          <a:schemeClr val="tx2"/>
        </a:buClr>
        <a:buSzPct val="110000"/>
        <a:buFont typeface="Arial" pitchFamily="34" charset="0"/>
        <a:buChar char="–"/>
        <a:defRPr lang="en-US" sz="1800" b="0" kern="1200" baseline="0" dirty="0" smtClean="0">
          <a:solidFill>
            <a:schemeClr val="tx1"/>
          </a:solidFill>
          <a:latin typeface="Arial" pitchFamily="34" charset="0"/>
          <a:ea typeface="+mn-ea"/>
          <a:cs typeface="+mn-cs"/>
        </a:defRPr>
      </a:lvl3pPr>
      <a:lvl4pPr marL="850900" indent="-279400" algn="l" defTabSz="914400" rtl="0" eaLnBrk="1" fontAlgn="base" latinLnBrk="0" hangingPunct="1">
        <a:spcBef>
          <a:spcPts val="0"/>
        </a:spcBef>
        <a:spcAft>
          <a:spcPct val="0"/>
        </a:spcAft>
        <a:buClr>
          <a:schemeClr val="tx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tx2"/>
        </a:buClr>
        <a:buSzPct val="80000"/>
        <a:buFont typeface="Arial" pitchFamily="34" charset="0"/>
        <a:buChar char="–"/>
        <a:defRPr lang="en-US" sz="1800" b="0" kern="1200" baseline="0" dirty="0" smtClean="0">
          <a:solidFill>
            <a:schemeClr val="tx1"/>
          </a:solidFill>
          <a:latin typeface="Arial"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screen"/>
          <a:srcRect/>
          <a:stretch>
            <a:fillRect/>
          </a:stretch>
        </p:blipFill>
        <p:spPr bwMode="auto">
          <a:xfrm>
            <a:off x="5029200" y="1088185"/>
            <a:ext cx="3212535" cy="2411182"/>
          </a:xfrm>
          <a:prstGeom prst="rect">
            <a:avLst/>
          </a:prstGeom>
          <a:noFill/>
          <a:ln w="9525">
            <a:noFill/>
            <a:miter lim="800000"/>
            <a:headEnd/>
            <a:tailEnd/>
          </a:ln>
        </p:spPr>
      </p:pic>
      <p:pic>
        <p:nvPicPr>
          <p:cNvPr id="67586" name="Picture 2"/>
          <p:cNvPicPr>
            <a:picLocks noChangeAspect="1" noChangeArrowheads="1"/>
          </p:cNvPicPr>
          <p:nvPr/>
        </p:nvPicPr>
        <p:blipFill>
          <a:blip r:embed="rId3" cstate="print"/>
          <a:srcRect t="7317"/>
          <a:stretch>
            <a:fillRect/>
          </a:stretch>
        </p:blipFill>
        <p:spPr bwMode="auto">
          <a:xfrm>
            <a:off x="152401" y="3581400"/>
            <a:ext cx="6717734" cy="3048001"/>
          </a:xfrm>
          <a:prstGeom prst="rect">
            <a:avLst/>
          </a:prstGeom>
          <a:noFill/>
          <a:ln w="9525">
            <a:solidFill>
              <a:schemeClr val="tx1"/>
            </a:solidFill>
            <a:miter lim="800000"/>
            <a:headEnd/>
            <a:tailEnd/>
          </a:ln>
        </p:spPr>
      </p:pic>
      <p:sp>
        <p:nvSpPr>
          <p:cNvPr id="6" name="Title 2"/>
          <p:cNvSpPr txBox="1">
            <a:spLocks/>
          </p:cNvSpPr>
          <p:nvPr/>
        </p:nvSpPr>
        <p:spPr>
          <a:xfrm>
            <a:off x="76200" y="118646"/>
            <a:ext cx="8539163" cy="338554"/>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2200" b="1" dirty="0" smtClean="0">
                <a:solidFill>
                  <a:schemeClr val="tx2"/>
                </a:solidFill>
                <a:latin typeface="Arial" pitchFamily="34" charset="0"/>
                <a:ea typeface="+mj-ea"/>
                <a:cs typeface="+mj-cs"/>
              </a:rPr>
              <a:t>Power Steering</a:t>
            </a:r>
            <a:r>
              <a:rPr kumimoji="0" lang="en-US" sz="2200" b="1" i="0" u="none" strike="noStrike" kern="1200" cap="none" spc="0" normalizeH="0" noProof="0" smtClean="0">
                <a:ln>
                  <a:noFill/>
                </a:ln>
                <a:solidFill>
                  <a:schemeClr val="tx2"/>
                </a:solidFill>
                <a:effectLst/>
                <a:uLnTx/>
                <a:uFillTx/>
                <a:latin typeface="Arial" pitchFamily="34" charset="0"/>
                <a:ea typeface="+mj-ea"/>
                <a:cs typeface="+mj-cs"/>
              </a:rPr>
              <a:t> test rig</a:t>
            </a:r>
            <a:endParaRPr kumimoji="0" lang="en-US" sz="2200" b="1" i="0" u="none" strike="noStrike" kern="1200" cap="none" spc="0" normalizeH="0" baseline="0" noProof="0" dirty="0">
              <a:ln>
                <a:noFill/>
              </a:ln>
              <a:solidFill>
                <a:schemeClr val="tx2"/>
              </a:solidFill>
              <a:effectLst/>
              <a:uLnTx/>
              <a:uFillTx/>
              <a:latin typeface="Arial" pitchFamily="34" charset="0"/>
              <a:ea typeface="+mj-ea"/>
              <a:cs typeface="+mj-cs"/>
            </a:endParaRPr>
          </a:p>
        </p:txBody>
      </p:sp>
      <p:sp>
        <p:nvSpPr>
          <p:cNvPr id="7" name="TextBox 6"/>
          <p:cNvSpPr txBox="1"/>
          <p:nvPr/>
        </p:nvSpPr>
        <p:spPr>
          <a:xfrm>
            <a:off x="228600" y="457200"/>
            <a:ext cx="8458200" cy="73866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buFont typeface="Arial" pitchFamily="34" charset="0"/>
            </a:pPr>
            <a:r>
              <a:rPr lang="en-US" sz="1200" dirty="0" smtClean="0">
                <a:latin typeface="+mj-lt"/>
              </a:rPr>
              <a:t>Rack to Rack test involves running the DUT in simulated vehicle environment where vehicle speed, Engine speed, Steering wheel angle and torque fed to DUT in controlled ambient temperature. This test mainly simulates the parking scenario where Driver steers vehicle extreme ends on both left and right directions. During running these profiles ECU performance is recorded as shown below.</a:t>
            </a:r>
          </a:p>
        </p:txBody>
      </p:sp>
      <p:pic>
        <p:nvPicPr>
          <p:cNvPr id="67592" name="Picture 8"/>
          <p:cNvPicPr>
            <a:picLocks noChangeAspect="1" noChangeArrowheads="1"/>
          </p:cNvPicPr>
          <p:nvPr/>
        </p:nvPicPr>
        <p:blipFill>
          <a:blip r:embed="rId4" cstate="print"/>
          <a:srcRect/>
          <a:stretch>
            <a:fillRect/>
          </a:stretch>
        </p:blipFill>
        <p:spPr bwMode="auto">
          <a:xfrm>
            <a:off x="889266" y="1359932"/>
            <a:ext cx="2768334" cy="2057400"/>
          </a:xfrm>
          <a:prstGeom prst="rect">
            <a:avLst/>
          </a:prstGeom>
          <a:noFill/>
          <a:ln w="9525">
            <a:noFill/>
            <a:miter lim="800000"/>
            <a:headEnd/>
            <a:tailEnd/>
          </a:ln>
        </p:spPr>
      </p:pic>
      <p:cxnSp>
        <p:nvCxnSpPr>
          <p:cNvPr id="12" name="Straight Arrow Connector 11"/>
          <p:cNvCxnSpPr/>
          <p:nvPr/>
        </p:nvCxnSpPr>
        <p:spPr>
          <a:xfrm flipV="1">
            <a:off x="685800" y="2743200"/>
            <a:ext cx="1066800" cy="76200"/>
          </a:xfrm>
          <a:prstGeom prst="straightConnector1">
            <a:avLst/>
          </a:prstGeom>
          <a:ln w="285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8280073" y="3106579"/>
            <a:ext cx="559127" cy="246221"/>
          </a:xfrm>
          <a:prstGeom prst="rect">
            <a:avLst/>
          </a:prstGeom>
          <a:solidFill>
            <a:srgbClr val="FFFF00"/>
          </a:solidFill>
          <a:ln w="9525">
            <a:noFill/>
            <a:miter lim="800000"/>
            <a:headEnd/>
            <a:tailEnd/>
          </a:ln>
        </p:spPr>
        <p:txBody>
          <a:bodyPr vert="horz" wrap="none" lIns="0" tIns="0" rIns="0" bIns="0" numCol="1" rtlCol="0" anchor="t" anchorCtr="0" compatLnSpc="1">
            <a:prstTxWarp prst="textNoShape">
              <a:avLst/>
            </a:prstTxWarp>
            <a:spAutoFit/>
          </a:bodyPr>
          <a:lstStyle/>
          <a:p>
            <a:pPr fontAlgn="base">
              <a:buFont typeface="Arial" pitchFamily="34" charset="0"/>
            </a:pPr>
            <a:r>
              <a:rPr lang="en-US" sz="1600" dirty="0" smtClean="0">
                <a:latin typeface="+mj-lt"/>
              </a:rPr>
              <a:t>Tester</a:t>
            </a:r>
          </a:p>
        </p:txBody>
      </p:sp>
      <p:sp>
        <p:nvSpPr>
          <p:cNvPr id="21" name="TextBox 20"/>
          <p:cNvSpPr txBox="1"/>
          <p:nvPr/>
        </p:nvSpPr>
        <p:spPr>
          <a:xfrm>
            <a:off x="6934200" y="4038600"/>
            <a:ext cx="2057400" cy="1508105"/>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buFont typeface="Arial" pitchFamily="34" charset="0"/>
            </a:pPr>
            <a:r>
              <a:rPr lang="en-US" sz="1400" dirty="0" smtClean="0">
                <a:latin typeface="+mj-lt"/>
              </a:rPr>
              <a:t>Recorded test results.</a:t>
            </a:r>
          </a:p>
          <a:p>
            <a:pPr fontAlgn="base">
              <a:buFont typeface="Arial" pitchFamily="34" charset="0"/>
            </a:pPr>
            <a:r>
              <a:rPr lang="en-US" sz="1400" dirty="0" smtClean="0">
                <a:latin typeface="+mj-lt"/>
              </a:rPr>
              <a:t>These results gives insights of DUT performance – Electrical, Thermal. Also givers system behavior details during this test profile.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Sat_TechM">
  <a:themeElements>
    <a:clrScheme name="Custom 1">
      <a:dk1>
        <a:sysClr val="windowText" lastClr="000000"/>
      </a:dk1>
      <a:lt1>
        <a:sysClr val="window" lastClr="FFFFFF"/>
      </a:lt1>
      <a:dk2>
        <a:srgbClr val="DC4128"/>
      </a:dk2>
      <a:lt2>
        <a:srgbClr val="625756"/>
      </a:lt2>
      <a:accent1>
        <a:srgbClr val="E6E3E2"/>
      </a:accent1>
      <a:accent2>
        <a:srgbClr val="A092B4"/>
      </a:accent2>
      <a:accent3>
        <a:srgbClr val="625753"/>
      </a:accent3>
      <a:accent4>
        <a:srgbClr val="DC4128"/>
      </a:accent4>
      <a:accent5>
        <a:srgbClr val="FFC000"/>
      </a:accent5>
      <a:accent6>
        <a:srgbClr val="00B050"/>
      </a:accent6>
      <a:hlink>
        <a:srgbClr val="625753"/>
      </a:hlink>
      <a:folHlink>
        <a:srgbClr val="DC412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w="9525">
          <a:noFill/>
          <a:miter lim="800000"/>
          <a:headEnd/>
          <a:tailEnd/>
        </a:ln>
      </a:spPr>
      <a:bodyPr vert="horz" wrap="square" lIns="0" tIns="0" rIns="0" bIns="0" numCol="1" anchor="t" anchorCtr="0" compatLnSpc="1">
        <a:prstTxWarp prst="textNoShape">
          <a:avLst/>
        </a:prstTxWarp>
        <a:spAutoFit/>
      </a:bodyPr>
      <a:lstStyle>
        <a:defPPr fontAlgn="base">
          <a:buFont typeface="Arial" pitchFamily="34" charset="0"/>
          <a:defRPr dirty="0" smtClean="0">
            <a:latin typeface="+mj-lt"/>
          </a:defRPr>
        </a:defPPr>
      </a:lstStyle>
    </a:txDef>
  </a:objectDefaults>
  <a:extraClrSchemeLst/>
</a:theme>
</file>

<file path=ppt/theme/theme2.xml><?xml version="1.0" encoding="utf-8"?>
<a:theme xmlns:a="http://schemas.openxmlformats.org/drawingml/2006/main" name="IES_PPT_Template">
  <a:themeElements>
    <a:clrScheme name="Satyam_New_Template_2009">
      <a:dk1>
        <a:sysClr val="windowText" lastClr="000000"/>
      </a:dk1>
      <a:lt1>
        <a:sysClr val="window" lastClr="FFFFFF"/>
      </a:lt1>
      <a:dk2>
        <a:srgbClr val="C0504D"/>
      </a:dk2>
      <a:lt2>
        <a:srgbClr val="625756"/>
      </a:lt2>
      <a:accent1>
        <a:srgbClr val="E6E3E2"/>
      </a:accent1>
      <a:accent2>
        <a:srgbClr val="A092B4"/>
      </a:accent2>
      <a:accent3>
        <a:srgbClr val="625753"/>
      </a:accent3>
      <a:accent4>
        <a:srgbClr val="BE3A3A"/>
      </a:accent4>
      <a:accent5>
        <a:srgbClr val="FFC000"/>
      </a:accent5>
      <a:accent6>
        <a:srgbClr val="00B050"/>
      </a:accent6>
      <a:hlink>
        <a:srgbClr val="625753"/>
      </a:hlink>
      <a:folHlink>
        <a:srgbClr val="BE3A3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w="9525">
          <a:noFill/>
          <a:miter lim="800000"/>
          <a:headEnd/>
          <a:tailEnd/>
        </a:ln>
      </a:spPr>
      <a:bodyPr vert="horz" wrap="square" lIns="0" tIns="0" rIns="0" bIns="0" numCol="1" anchor="t" anchorCtr="0" compatLnSpc="1">
        <a:prstTxWarp prst="textNoShape">
          <a:avLst/>
        </a:prstTxWarp>
        <a:spAutoFit/>
      </a:bodyPr>
      <a:lstStyle>
        <a:defPPr fontAlgn="base">
          <a:buFont typeface="Arial" pitchFamily="34" charset="0"/>
          <a:defRPr dirty="0" smtClean="0">
            <a:latin typeface="+mj-lt"/>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55782</TotalTime>
  <Words>95</Words>
  <Application>Microsoft Office PowerPoint</Application>
  <PresentationFormat>On-screen Show (4:3)</PresentationFormat>
  <Paragraphs>5</Paragraphs>
  <Slides>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Calibri</vt:lpstr>
      <vt:lpstr>Gulim</vt:lpstr>
      <vt:lpstr>Times New Roman</vt:lpstr>
      <vt:lpstr>Wingdings</vt:lpstr>
      <vt:lpstr>MSat_TechM</vt:lpstr>
      <vt:lpstr>IES_PPT_Template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Mahindra Satyam</dc:title>
  <dc:creator>Msat</dc:creator>
  <cp:lastModifiedBy>Sekar Rathinam</cp:lastModifiedBy>
  <cp:revision>661</cp:revision>
  <dcterms:created xsi:type="dcterms:W3CDTF">2012-02-23T06:22:18Z</dcterms:created>
  <dcterms:modified xsi:type="dcterms:W3CDTF">2020-09-07T06:32:04Z</dcterms:modified>
</cp:coreProperties>
</file>