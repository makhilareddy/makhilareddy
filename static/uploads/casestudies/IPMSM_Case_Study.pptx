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1298" r:id="rId2"/>
    <p:sldId id="1335" r:id="rId3"/>
    <p:sldId id="1300" r:id="rId4"/>
    <p:sldId id="130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7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6D0BAC-EE1D-4C56-9676-E9CCFAD6C157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2D05CC6-7463-446B-8CE7-50072CEC4A9B}">
      <dgm:prSet phldrT="[Text]" custT="1"/>
      <dgm:spPr>
        <a:xfrm>
          <a:off x="1837441" y="529"/>
          <a:ext cx="1731841" cy="865920"/>
        </a:xfrm>
        <a:prstGeom prst="roundRect">
          <a:avLst/>
        </a:prstGeom>
        <a:solidFill>
          <a:srgbClr val="D9D9D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pPr algn="ctr"/>
          <a:r>
            <a:rPr lang="en-US" sz="1200" dirty="0">
              <a:solidFill>
                <a:sysClr val="windowText" lastClr="000000"/>
              </a:solidFill>
              <a:latin typeface="Bookman Old Style" panose="02050604050505020204" pitchFamily="18" charset="0"/>
              <a:ea typeface="+mn-ea"/>
              <a:cs typeface="+mn-cs"/>
            </a:rPr>
            <a:t>Requirement</a:t>
          </a:r>
          <a:r>
            <a:rPr lang="en-US" sz="1200" dirty="0">
              <a:solidFill>
                <a:sysClr val="window" lastClr="FFFFFF"/>
              </a:solidFill>
              <a:latin typeface="Bookman Old Style" panose="02050604050505020204" pitchFamily="18" charset="0"/>
              <a:ea typeface="+mn-ea"/>
              <a:cs typeface="+mn-cs"/>
            </a:rPr>
            <a:t> </a:t>
          </a:r>
          <a:r>
            <a:rPr lang="en-US" sz="1200" dirty="0">
              <a:solidFill>
                <a:sysClr val="windowText" lastClr="000000"/>
              </a:solidFill>
              <a:latin typeface="Bookman Old Style" panose="02050604050505020204" pitchFamily="18" charset="0"/>
              <a:ea typeface="+mn-ea"/>
              <a:cs typeface="+mn-cs"/>
            </a:rPr>
            <a:t>Analysis</a:t>
          </a:r>
        </a:p>
      </dgm:t>
    </dgm:pt>
    <dgm:pt modelId="{0299C0F9-EDF4-4EB7-A3A0-2FA1A006D096}" type="parTrans" cxnId="{62116AE4-ECAD-4C59-9C82-3A150AA3CEA5}">
      <dgm:prSet/>
      <dgm:spPr/>
      <dgm:t>
        <a:bodyPr/>
        <a:lstStyle/>
        <a:p>
          <a:pPr algn="ctr"/>
          <a:endParaRPr lang="en-US"/>
        </a:p>
      </dgm:t>
    </dgm:pt>
    <dgm:pt modelId="{CEF2E267-3FE3-4E08-8A9A-2531D7994FC5}" type="sibTrans" cxnId="{62116AE4-ECAD-4C59-9C82-3A150AA3CEA5}">
      <dgm:prSet/>
      <dgm:spPr>
        <a:xfrm>
          <a:off x="771976" y="-20592"/>
          <a:ext cx="3806212" cy="3806212"/>
        </a:xfrm>
        <a:prstGeom prst="circularArrow">
          <a:avLst>
            <a:gd name="adj1" fmla="val 5544"/>
            <a:gd name="adj2" fmla="val 330680"/>
            <a:gd name="adj3" fmla="val 13841248"/>
            <a:gd name="adj4" fmla="val 17346336"/>
            <a:gd name="adj5" fmla="val 5757"/>
          </a:avLst>
        </a:prstGeom>
        <a:solidFill>
          <a:srgbClr val="E31837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ctr"/>
          <a:endParaRPr lang="en-US"/>
        </a:p>
      </dgm:t>
    </dgm:pt>
    <dgm:pt modelId="{A776F04F-EF15-4232-AB25-BFEC0B548D71}">
      <dgm:prSet phldrT="[Text]" custT="1"/>
      <dgm:spPr>
        <a:xfrm>
          <a:off x="3381118" y="1122076"/>
          <a:ext cx="1731841" cy="865920"/>
        </a:xfrm>
        <a:prstGeom prst="roundRect">
          <a:avLst/>
        </a:prstGeom>
        <a:solidFill>
          <a:srgbClr val="D9D9D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pPr algn="ctr"/>
          <a:r>
            <a:rPr lang="en-US" sz="1200" dirty="0">
              <a:solidFill>
                <a:sysClr val="windowText" lastClr="000000"/>
              </a:solidFill>
              <a:latin typeface="Bookman Old Style" panose="02050604050505020204" pitchFamily="18" charset="0"/>
              <a:ea typeface="+mn-ea"/>
              <a:cs typeface="+mn-cs"/>
            </a:rPr>
            <a:t>Design</a:t>
          </a:r>
          <a:r>
            <a:rPr lang="en-US" sz="1800" dirty="0">
              <a:solidFill>
                <a:sysClr val="windowText" lastClr="000000"/>
              </a:solidFill>
              <a:latin typeface="Bookman Old Style" panose="02050604050505020204" pitchFamily="18" charset="0"/>
              <a:ea typeface="+mn-ea"/>
              <a:cs typeface="+mn-cs"/>
            </a:rPr>
            <a:t> </a:t>
          </a:r>
        </a:p>
      </dgm:t>
    </dgm:pt>
    <dgm:pt modelId="{CE9E6F3A-2A2C-4196-AFA0-E0DAD1E113C2}" type="parTrans" cxnId="{605B03C9-FE54-440F-A4CA-7E76EC12F147}">
      <dgm:prSet/>
      <dgm:spPr/>
      <dgm:t>
        <a:bodyPr/>
        <a:lstStyle/>
        <a:p>
          <a:pPr algn="ctr"/>
          <a:endParaRPr lang="en-US"/>
        </a:p>
      </dgm:t>
    </dgm:pt>
    <dgm:pt modelId="{6E0A2C3B-7EB2-4671-90A6-3FB09A276D17}" type="sibTrans" cxnId="{605B03C9-FE54-440F-A4CA-7E76EC12F147}">
      <dgm:prSet/>
      <dgm:spPr/>
      <dgm:t>
        <a:bodyPr/>
        <a:lstStyle/>
        <a:p>
          <a:pPr algn="ctr"/>
          <a:endParaRPr lang="en-US"/>
        </a:p>
      </dgm:t>
    </dgm:pt>
    <dgm:pt modelId="{2F1FC168-21E9-4683-8DE1-7F1795018BFD}">
      <dgm:prSet phldrT="[Text]" custT="1"/>
      <dgm:spPr>
        <a:xfrm>
          <a:off x="2569816" y="2937307"/>
          <a:ext cx="1731841" cy="865920"/>
        </a:xfrm>
        <a:prstGeom prst="roundRect">
          <a:avLst/>
        </a:prstGeom>
        <a:solidFill>
          <a:srgbClr val="D9D9D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pPr algn="ctr"/>
          <a:r>
            <a:rPr lang="en-US" sz="1200" dirty="0">
              <a:solidFill>
                <a:sysClr val="windowText" lastClr="000000"/>
              </a:solidFill>
              <a:latin typeface="Bookman Old Style" panose="02050604050505020204" pitchFamily="18" charset="0"/>
              <a:ea typeface="+mn-ea"/>
              <a:cs typeface="+mn-cs"/>
            </a:rPr>
            <a:t>Development</a:t>
          </a:r>
        </a:p>
      </dgm:t>
    </dgm:pt>
    <dgm:pt modelId="{DFDCD3E4-E46D-4FE4-9BE1-33C2C1111709}" type="parTrans" cxnId="{110D7092-7A59-49B0-9D57-630D1814ED4B}">
      <dgm:prSet/>
      <dgm:spPr/>
      <dgm:t>
        <a:bodyPr/>
        <a:lstStyle/>
        <a:p>
          <a:pPr algn="ctr"/>
          <a:endParaRPr lang="en-US"/>
        </a:p>
      </dgm:t>
    </dgm:pt>
    <dgm:pt modelId="{A320C3EE-D33F-44EC-B3AF-47538D1B008C}" type="sibTrans" cxnId="{110D7092-7A59-49B0-9D57-630D1814ED4B}">
      <dgm:prSet/>
      <dgm:spPr/>
      <dgm:t>
        <a:bodyPr/>
        <a:lstStyle/>
        <a:p>
          <a:pPr algn="ctr"/>
          <a:endParaRPr lang="en-US"/>
        </a:p>
      </dgm:t>
    </dgm:pt>
    <dgm:pt modelId="{B8F31EEC-4941-4DC5-BAEF-17DA4FA1806F}">
      <dgm:prSet phldrT="[Text]" custT="1"/>
      <dgm:spPr>
        <a:xfrm>
          <a:off x="883396" y="2936777"/>
          <a:ext cx="1731841" cy="865920"/>
        </a:xfrm>
        <a:prstGeom prst="roundRect">
          <a:avLst/>
        </a:prstGeom>
        <a:solidFill>
          <a:srgbClr val="D9D9D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pPr algn="ctr"/>
          <a:r>
            <a:rPr lang="en-US" sz="1200" dirty="0">
              <a:solidFill>
                <a:sysClr val="windowText" lastClr="000000"/>
              </a:solidFill>
              <a:latin typeface="Bookman Old Style" panose="02050604050505020204" pitchFamily="18" charset="0"/>
              <a:ea typeface="+mn-ea"/>
              <a:cs typeface="+mn-cs"/>
            </a:rPr>
            <a:t>Testing</a:t>
          </a:r>
          <a:r>
            <a:rPr lang="en-US" sz="1200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 </a:t>
          </a:r>
        </a:p>
      </dgm:t>
    </dgm:pt>
    <dgm:pt modelId="{0E5F7789-F8DC-410A-96C5-88C897F2F2A0}" type="parTrans" cxnId="{315B4C7F-0841-4469-9522-44E7A567B934}">
      <dgm:prSet/>
      <dgm:spPr/>
      <dgm:t>
        <a:bodyPr/>
        <a:lstStyle/>
        <a:p>
          <a:pPr algn="ctr"/>
          <a:endParaRPr lang="en-US"/>
        </a:p>
      </dgm:t>
    </dgm:pt>
    <dgm:pt modelId="{F46C6282-B330-4D50-A4A8-3E9C929E9C81}" type="sibTrans" cxnId="{315B4C7F-0841-4469-9522-44E7A567B934}">
      <dgm:prSet/>
      <dgm:spPr/>
      <dgm:t>
        <a:bodyPr/>
        <a:lstStyle/>
        <a:p>
          <a:pPr algn="ctr"/>
          <a:endParaRPr lang="en-US"/>
        </a:p>
      </dgm:t>
    </dgm:pt>
    <dgm:pt modelId="{B7757EA8-47FD-470E-8B8D-6BD08EE6E209}">
      <dgm:prSet phldrT="[Text]" custT="1"/>
      <dgm:spPr>
        <a:xfrm>
          <a:off x="293764" y="1122076"/>
          <a:ext cx="1731841" cy="865920"/>
        </a:xfrm>
        <a:prstGeom prst="roundRect">
          <a:avLst/>
        </a:prstGeom>
        <a:solidFill>
          <a:srgbClr val="D9D9D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pPr algn="ctr"/>
          <a:r>
            <a:rPr lang="en-US" sz="1200" dirty="0">
              <a:solidFill>
                <a:sysClr val="windowText" lastClr="000000"/>
              </a:solidFill>
              <a:latin typeface="Bookman Old Style" panose="02050604050505020204" pitchFamily="18" charset="0"/>
              <a:ea typeface="+mn-ea"/>
              <a:cs typeface="+mn-cs"/>
            </a:rPr>
            <a:t>Evaluation</a:t>
          </a:r>
        </a:p>
      </dgm:t>
    </dgm:pt>
    <dgm:pt modelId="{D7662610-F8F5-4403-86D3-F6D0F9BA920C}" type="parTrans" cxnId="{8F4CDD91-E103-4F1D-AD8D-EBF01337A285}">
      <dgm:prSet/>
      <dgm:spPr/>
      <dgm:t>
        <a:bodyPr/>
        <a:lstStyle/>
        <a:p>
          <a:pPr algn="ctr"/>
          <a:endParaRPr lang="en-US"/>
        </a:p>
      </dgm:t>
    </dgm:pt>
    <dgm:pt modelId="{E8A8DBBC-8D26-48E7-9AA2-94DB91D63E79}" type="sibTrans" cxnId="{8F4CDD91-E103-4F1D-AD8D-EBF01337A285}">
      <dgm:prSet/>
      <dgm:spPr/>
      <dgm:t>
        <a:bodyPr/>
        <a:lstStyle/>
        <a:p>
          <a:pPr algn="ctr"/>
          <a:endParaRPr lang="en-US"/>
        </a:p>
      </dgm:t>
    </dgm:pt>
    <dgm:pt modelId="{9AC94A2E-8A57-4ECF-BE35-588E29D4DB4C}" type="pres">
      <dgm:prSet presAssocID="{346D0BAC-EE1D-4C56-9676-E9CCFAD6C157}" presName="Name0" presStyleCnt="0">
        <dgm:presLayoutVars>
          <dgm:dir/>
          <dgm:resizeHandles val="exact"/>
        </dgm:presLayoutVars>
      </dgm:prSet>
      <dgm:spPr/>
    </dgm:pt>
    <dgm:pt modelId="{DC8871D2-B0E7-4BC3-B00E-3DD257939B4F}" type="pres">
      <dgm:prSet presAssocID="{346D0BAC-EE1D-4C56-9676-E9CCFAD6C157}" presName="cycle" presStyleCnt="0"/>
      <dgm:spPr/>
    </dgm:pt>
    <dgm:pt modelId="{D432B9EC-CBD3-4BB2-A400-F46B04C010C6}" type="pres">
      <dgm:prSet presAssocID="{52D05CC6-7463-446B-8CE7-50072CEC4A9B}" presName="nodeFirstNode" presStyleLbl="node1" presStyleIdx="0" presStyleCnt="5" custScaleX="148680" custRadScaleRad="115966" custRadScaleInc="-1304">
        <dgm:presLayoutVars>
          <dgm:bulletEnabled val="1"/>
        </dgm:presLayoutVars>
      </dgm:prSet>
      <dgm:spPr/>
    </dgm:pt>
    <dgm:pt modelId="{F7D6F1E7-D002-4641-A12B-D14AF43CDB4A}" type="pres">
      <dgm:prSet presAssocID="{CEF2E267-3FE3-4E08-8A9A-2531D7994FC5}" presName="sibTransFirstNode" presStyleLbl="bgShp" presStyleIdx="0" presStyleCnt="1" custLinFactNeighborX="-743"/>
      <dgm:spPr/>
    </dgm:pt>
    <dgm:pt modelId="{9212D3BD-55CD-481C-AB7D-7BF636BF8CC1}" type="pres">
      <dgm:prSet presAssocID="{A776F04F-EF15-4232-AB25-BFEC0B548D71}" presName="nodeFollowingNodes" presStyleLbl="node1" presStyleIdx="1" presStyleCnt="5">
        <dgm:presLayoutVars>
          <dgm:bulletEnabled val="1"/>
        </dgm:presLayoutVars>
      </dgm:prSet>
      <dgm:spPr/>
    </dgm:pt>
    <dgm:pt modelId="{960D7A23-C58B-4862-BB04-92D8D08AF585}" type="pres">
      <dgm:prSet presAssocID="{2F1FC168-21E9-4683-8DE1-7F1795018BFD}" presName="nodeFollowingNodes" presStyleLbl="node1" presStyleIdx="2" presStyleCnt="5" custScaleX="140872" custRadScaleRad="107970" custRadScaleInc="-33291">
        <dgm:presLayoutVars>
          <dgm:bulletEnabled val="1"/>
        </dgm:presLayoutVars>
      </dgm:prSet>
      <dgm:spPr/>
    </dgm:pt>
    <dgm:pt modelId="{CCBA7B0E-A166-4D8C-89BF-83C27884BD2C}" type="pres">
      <dgm:prSet presAssocID="{B8F31EEC-4941-4DC5-BAEF-17DA4FA1806F}" presName="nodeFollowingNodes" presStyleLbl="node1" presStyleIdx="3" presStyleCnt="5" custRadScaleRad="107212" custRadScaleInc="33488">
        <dgm:presLayoutVars>
          <dgm:bulletEnabled val="1"/>
        </dgm:presLayoutVars>
      </dgm:prSet>
      <dgm:spPr/>
    </dgm:pt>
    <dgm:pt modelId="{DBD1963D-3204-4D8D-87FB-E3A35A29B162}" type="pres">
      <dgm:prSet presAssocID="{B7757EA8-47FD-470E-8B8D-6BD08EE6E209}" presName="nodeFollowingNodes" presStyleLbl="node1" presStyleIdx="4" presStyleCnt="5" custScaleX="111800">
        <dgm:presLayoutVars>
          <dgm:bulletEnabled val="1"/>
        </dgm:presLayoutVars>
      </dgm:prSet>
      <dgm:spPr/>
    </dgm:pt>
  </dgm:ptLst>
  <dgm:cxnLst>
    <dgm:cxn modelId="{3E13A616-0599-4ED4-B939-F8B1DC2AB46C}" type="presOf" srcId="{346D0BAC-EE1D-4C56-9676-E9CCFAD6C157}" destId="{9AC94A2E-8A57-4ECF-BE35-588E29D4DB4C}" srcOrd="0" destOrd="0" presId="urn:microsoft.com/office/officeart/2005/8/layout/cycle3"/>
    <dgm:cxn modelId="{AD12F829-60A5-4AC5-ABFA-4800996DD906}" type="presOf" srcId="{B8F31EEC-4941-4DC5-BAEF-17DA4FA1806F}" destId="{CCBA7B0E-A166-4D8C-89BF-83C27884BD2C}" srcOrd="0" destOrd="0" presId="urn:microsoft.com/office/officeart/2005/8/layout/cycle3"/>
    <dgm:cxn modelId="{2420DB2E-90E1-4298-B3D3-A922442315BF}" type="presOf" srcId="{52D05CC6-7463-446B-8CE7-50072CEC4A9B}" destId="{D432B9EC-CBD3-4BB2-A400-F46B04C010C6}" srcOrd="0" destOrd="0" presId="urn:microsoft.com/office/officeart/2005/8/layout/cycle3"/>
    <dgm:cxn modelId="{4A839175-6661-45C6-BFF5-61FF9FADCBF2}" type="presOf" srcId="{2F1FC168-21E9-4683-8DE1-7F1795018BFD}" destId="{960D7A23-C58B-4862-BB04-92D8D08AF585}" srcOrd="0" destOrd="0" presId="urn:microsoft.com/office/officeart/2005/8/layout/cycle3"/>
    <dgm:cxn modelId="{315B4C7F-0841-4469-9522-44E7A567B934}" srcId="{346D0BAC-EE1D-4C56-9676-E9CCFAD6C157}" destId="{B8F31EEC-4941-4DC5-BAEF-17DA4FA1806F}" srcOrd="3" destOrd="0" parTransId="{0E5F7789-F8DC-410A-96C5-88C897F2F2A0}" sibTransId="{F46C6282-B330-4D50-A4A8-3E9C929E9C81}"/>
    <dgm:cxn modelId="{8F4CDD91-E103-4F1D-AD8D-EBF01337A285}" srcId="{346D0BAC-EE1D-4C56-9676-E9CCFAD6C157}" destId="{B7757EA8-47FD-470E-8B8D-6BD08EE6E209}" srcOrd="4" destOrd="0" parTransId="{D7662610-F8F5-4403-86D3-F6D0F9BA920C}" sibTransId="{E8A8DBBC-8D26-48E7-9AA2-94DB91D63E79}"/>
    <dgm:cxn modelId="{110D7092-7A59-49B0-9D57-630D1814ED4B}" srcId="{346D0BAC-EE1D-4C56-9676-E9CCFAD6C157}" destId="{2F1FC168-21E9-4683-8DE1-7F1795018BFD}" srcOrd="2" destOrd="0" parTransId="{DFDCD3E4-E46D-4FE4-9BE1-33C2C1111709}" sibTransId="{A320C3EE-D33F-44EC-B3AF-47538D1B008C}"/>
    <dgm:cxn modelId="{D89FBC96-9CE5-437A-BE8A-E1791B12A1F7}" type="presOf" srcId="{B7757EA8-47FD-470E-8B8D-6BD08EE6E209}" destId="{DBD1963D-3204-4D8D-87FB-E3A35A29B162}" srcOrd="0" destOrd="0" presId="urn:microsoft.com/office/officeart/2005/8/layout/cycle3"/>
    <dgm:cxn modelId="{605B03C9-FE54-440F-A4CA-7E76EC12F147}" srcId="{346D0BAC-EE1D-4C56-9676-E9CCFAD6C157}" destId="{A776F04F-EF15-4232-AB25-BFEC0B548D71}" srcOrd="1" destOrd="0" parTransId="{CE9E6F3A-2A2C-4196-AFA0-E0DAD1E113C2}" sibTransId="{6E0A2C3B-7EB2-4671-90A6-3FB09A276D17}"/>
    <dgm:cxn modelId="{477AAAD3-40EE-4DE1-8218-0522F2E89702}" type="presOf" srcId="{A776F04F-EF15-4232-AB25-BFEC0B548D71}" destId="{9212D3BD-55CD-481C-AB7D-7BF636BF8CC1}" srcOrd="0" destOrd="0" presId="urn:microsoft.com/office/officeart/2005/8/layout/cycle3"/>
    <dgm:cxn modelId="{CC33DCDF-0621-4641-BD76-8E29E6CFC94B}" type="presOf" srcId="{CEF2E267-3FE3-4E08-8A9A-2531D7994FC5}" destId="{F7D6F1E7-D002-4641-A12B-D14AF43CDB4A}" srcOrd="0" destOrd="0" presId="urn:microsoft.com/office/officeart/2005/8/layout/cycle3"/>
    <dgm:cxn modelId="{62116AE4-ECAD-4C59-9C82-3A150AA3CEA5}" srcId="{346D0BAC-EE1D-4C56-9676-E9CCFAD6C157}" destId="{52D05CC6-7463-446B-8CE7-50072CEC4A9B}" srcOrd="0" destOrd="0" parTransId="{0299C0F9-EDF4-4EB7-A3A0-2FA1A006D096}" sibTransId="{CEF2E267-3FE3-4E08-8A9A-2531D7994FC5}"/>
    <dgm:cxn modelId="{2EE3CE9B-A5CD-478C-BA59-1C30F31FC3AA}" type="presParOf" srcId="{9AC94A2E-8A57-4ECF-BE35-588E29D4DB4C}" destId="{DC8871D2-B0E7-4BC3-B00E-3DD257939B4F}" srcOrd="0" destOrd="0" presId="urn:microsoft.com/office/officeart/2005/8/layout/cycle3"/>
    <dgm:cxn modelId="{5A71EEDD-E301-4B48-A11C-3EA5FCE708E2}" type="presParOf" srcId="{DC8871D2-B0E7-4BC3-B00E-3DD257939B4F}" destId="{D432B9EC-CBD3-4BB2-A400-F46B04C010C6}" srcOrd="0" destOrd="0" presId="urn:microsoft.com/office/officeart/2005/8/layout/cycle3"/>
    <dgm:cxn modelId="{B630FC4E-D15B-4814-AE91-FC469F51AA65}" type="presParOf" srcId="{DC8871D2-B0E7-4BC3-B00E-3DD257939B4F}" destId="{F7D6F1E7-D002-4641-A12B-D14AF43CDB4A}" srcOrd="1" destOrd="0" presId="urn:microsoft.com/office/officeart/2005/8/layout/cycle3"/>
    <dgm:cxn modelId="{B70E0DDA-79B0-4C18-833A-F219471765E8}" type="presParOf" srcId="{DC8871D2-B0E7-4BC3-B00E-3DD257939B4F}" destId="{9212D3BD-55CD-481C-AB7D-7BF636BF8CC1}" srcOrd="2" destOrd="0" presId="urn:microsoft.com/office/officeart/2005/8/layout/cycle3"/>
    <dgm:cxn modelId="{59FEBE7D-DA32-48D4-ACBC-61865D7BE598}" type="presParOf" srcId="{DC8871D2-B0E7-4BC3-B00E-3DD257939B4F}" destId="{960D7A23-C58B-4862-BB04-92D8D08AF585}" srcOrd="3" destOrd="0" presId="urn:microsoft.com/office/officeart/2005/8/layout/cycle3"/>
    <dgm:cxn modelId="{E72CC516-F558-4CA6-9D1B-3B64F924E440}" type="presParOf" srcId="{DC8871D2-B0E7-4BC3-B00E-3DD257939B4F}" destId="{CCBA7B0E-A166-4D8C-89BF-83C27884BD2C}" srcOrd="4" destOrd="0" presId="urn:microsoft.com/office/officeart/2005/8/layout/cycle3"/>
    <dgm:cxn modelId="{CF8C1629-9BFB-4424-B93A-2D0F0F123441}" type="presParOf" srcId="{DC8871D2-B0E7-4BC3-B00E-3DD257939B4F}" destId="{DBD1963D-3204-4D8D-87FB-E3A35A29B162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78EDC7-31FA-4F0E-B1E4-0187E79A3AF1}" type="doc">
      <dgm:prSet loTypeId="urn:microsoft.com/office/officeart/2005/8/layout/hList7" loCatId="list" qsTypeId="urn:microsoft.com/office/officeart/2005/8/quickstyle/simple1" qsCatId="simple" csTypeId="urn:microsoft.com/office/officeart/2005/8/colors/accent1_2" csCatId="accent1" phldr="1"/>
      <dgm:spPr/>
    </dgm:pt>
    <dgm:pt modelId="{B7E6BDF8-C03F-4FA8-AA87-7ED1ED7044BE}">
      <dgm:prSet phldrT="[Text]" custT="1"/>
      <dgm:spPr>
        <a:xfrm>
          <a:off x="0" y="0"/>
          <a:ext cx="1266312" cy="4119717"/>
        </a:xfrm>
        <a:prstGeom prst="roundRect">
          <a:avLst>
            <a:gd name="adj" fmla="val 10000"/>
          </a:avLst>
        </a:prstGeom>
        <a:solidFill>
          <a:srgbClr val="D9D9D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>
              <a:solidFill>
                <a:sysClr val="windowText" lastClr="000000"/>
              </a:solidFill>
              <a:latin typeface="+mj-lt"/>
              <a:ea typeface="+mn-ea"/>
              <a:cs typeface="+mn-cs"/>
            </a:rPr>
            <a:t>Define Architecture</a:t>
          </a:r>
        </a:p>
      </dgm:t>
    </dgm:pt>
    <dgm:pt modelId="{3D76E5FC-7CE5-4C3C-B6AF-01A15BE8790A}" type="parTrans" cxnId="{892F372B-EDF4-4885-BCDA-F856B7AAB07C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A639F908-564A-473C-BB24-4B1F2D0F7D60}" type="sibTrans" cxnId="{892F372B-EDF4-4885-BCDA-F856B7AAB07C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858221E3-FAD7-4EDB-8BF9-4A414DC0C84C}">
      <dgm:prSet phldrT="[Text]"/>
      <dgm:spPr>
        <a:xfrm>
          <a:off x="1285738" y="0"/>
          <a:ext cx="1266312" cy="4119717"/>
        </a:xfrm>
        <a:prstGeom prst="roundRect">
          <a:avLst>
            <a:gd name="adj" fmla="val 10000"/>
          </a:avLst>
        </a:prstGeom>
        <a:solidFill>
          <a:srgbClr val="D9D9D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dirty="0">
              <a:solidFill>
                <a:sysClr val="windowText" lastClr="000000"/>
              </a:solidFill>
              <a:latin typeface="+mj-lt"/>
              <a:ea typeface="+mn-ea"/>
              <a:cs typeface="+mn-cs"/>
            </a:rPr>
            <a:t>Select Key Components</a:t>
          </a:r>
        </a:p>
      </dgm:t>
    </dgm:pt>
    <dgm:pt modelId="{6DE4A8AC-A3A4-446D-97E9-1632B3752266}" type="parTrans" cxnId="{AA336A4B-1539-47D0-97A6-84B80A0EB959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6E35B8B6-D4B8-4CA0-8C3C-81DB1B72610E}" type="sibTrans" cxnId="{AA336A4B-1539-47D0-97A6-84B80A0EB959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60378AF5-2C4B-4680-A486-2C7D99C59CF6}">
      <dgm:prSet phldrT="[Text]" custT="1"/>
      <dgm:spPr>
        <a:xfrm>
          <a:off x="2571476" y="0"/>
          <a:ext cx="1266312" cy="4119717"/>
        </a:xfrm>
        <a:prstGeom prst="roundRect">
          <a:avLst>
            <a:gd name="adj" fmla="val 10000"/>
          </a:avLst>
        </a:prstGeom>
        <a:solidFill>
          <a:srgbClr val="D9D9D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400" dirty="0">
              <a:solidFill>
                <a:sysClr val="windowText" lastClr="000000"/>
              </a:solidFill>
              <a:latin typeface="+mj-lt"/>
              <a:ea typeface="+mn-ea"/>
              <a:cs typeface="+mn-cs"/>
            </a:rPr>
            <a:t>Schematic Design</a:t>
          </a:r>
        </a:p>
      </dgm:t>
    </dgm:pt>
    <dgm:pt modelId="{3B4CFAF2-61E4-4348-8B13-8E3BE018BB10}" type="parTrans" cxnId="{C8C3EC74-1CC3-4EC6-8978-96E03A3A70D0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B5A0ACA5-45F5-4F68-AFC9-879359B43390}" type="sibTrans" cxnId="{C8C3EC74-1CC3-4EC6-8978-96E03A3A70D0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B80C5B58-E3DD-40CB-8659-3AE3372AC675}">
      <dgm:prSet phldrT="[Text]"/>
      <dgm:spPr>
        <a:xfrm>
          <a:off x="3857227" y="0"/>
          <a:ext cx="1266312" cy="4119717"/>
        </a:xfrm>
        <a:prstGeom prst="roundRect">
          <a:avLst>
            <a:gd name="adj" fmla="val 10000"/>
          </a:avLst>
        </a:prstGeom>
        <a:solidFill>
          <a:srgbClr val="D9D9D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dirty="0">
              <a:solidFill>
                <a:sysClr val="windowText" lastClr="000000"/>
              </a:solidFill>
              <a:latin typeface="+mj-lt"/>
              <a:ea typeface="+mn-ea"/>
              <a:cs typeface="+mn-cs"/>
            </a:rPr>
            <a:t>PCB Layout</a:t>
          </a:r>
        </a:p>
      </dgm:t>
    </dgm:pt>
    <dgm:pt modelId="{E9DE9770-6949-4EC5-ADFE-2DFF634D670F}" type="parTrans" cxnId="{3A53DA09-F0AF-4AF6-9E44-DC586B966E98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EEAB00B4-7325-4B45-89DC-04AAA1011398}" type="sibTrans" cxnId="{3A53DA09-F0AF-4AF6-9E44-DC586B966E98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2837A6D8-4CBC-4CEC-BA17-0A19C4E16CB4}">
      <dgm:prSet phldrT="[Text]"/>
      <dgm:spPr>
        <a:xfrm>
          <a:off x="5155906" y="0"/>
          <a:ext cx="1266312" cy="4119717"/>
        </a:xfrm>
        <a:prstGeom prst="roundRect">
          <a:avLst>
            <a:gd name="adj" fmla="val 10000"/>
          </a:avLst>
        </a:prstGeom>
        <a:solidFill>
          <a:srgbClr val="D9D9D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dirty="0">
              <a:solidFill>
                <a:sysClr val="windowText" lastClr="000000"/>
              </a:solidFill>
              <a:latin typeface="+mj-lt"/>
              <a:ea typeface="+mn-ea"/>
              <a:cs typeface="+mn-cs"/>
            </a:rPr>
            <a:t>Assemble, Test &amp; Debug</a:t>
          </a:r>
        </a:p>
        <a:p>
          <a:r>
            <a:rPr lang="en-US" dirty="0">
              <a:solidFill>
                <a:sysClr val="windowText" lastClr="000000"/>
              </a:solidFill>
              <a:latin typeface="+mj-lt"/>
              <a:ea typeface="+mn-ea"/>
              <a:cs typeface="+mn-cs"/>
            </a:rPr>
            <a:t>EMI/EMC Conformance Test</a:t>
          </a:r>
        </a:p>
      </dgm:t>
    </dgm:pt>
    <dgm:pt modelId="{27F19271-1AB1-485A-9914-14724222BD59}" type="parTrans" cxnId="{EE1D7E21-4591-4778-922E-BE26CBC37F77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273B54BD-97BD-48C2-ABF2-165DB60E4630}" type="sibTrans" cxnId="{EE1D7E21-4591-4778-922E-BE26CBC37F77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3690DF90-4A64-4538-BB81-D5E7A6012EFB}" type="pres">
      <dgm:prSet presAssocID="{AA78EDC7-31FA-4F0E-B1E4-0187E79A3AF1}" presName="Name0" presStyleCnt="0">
        <dgm:presLayoutVars>
          <dgm:dir/>
          <dgm:resizeHandles val="exact"/>
        </dgm:presLayoutVars>
      </dgm:prSet>
      <dgm:spPr/>
    </dgm:pt>
    <dgm:pt modelId="{AC19FC3C-472D-4FE0-AC91-44964182B953}" type="pres">
      <dgm:prSet presAssocID="{AA78EDC7-31FA-4F0E-B1E4-0187E79A3AF1}" presName="fgShape" presStyleLbl="fgShp" presStyleIdx="0" presStyleCnt="1" custScaleY="68138" custLinFactNeighborX="311" custLinFactNeighborY="-32828"/>
      <dgm:spPr>
        <a:xfrm>
          <a:off x="277891" y="3191357"/>
          <a:ext cx="5964840" cy="421063"/>
        </a:xfrm>
        <a:prstGeom prst="leftRightArrow">
          <a:avLst/>
        </a:prstGeom>
        <a:solidFill>
          <a:srgbClr val="9966FF"/>
        </a:solidFill>
        <a:ln w="12700" cap="flat" cmpd="sng" algn="ctr">
          <a:solidFill>
            <a:sysClr val="windowText" lastClr="000000"/>
          </a:solidFill>
          <a:prstDash val="solid"/>
        </a:ln>
        <a:effectLst/>
      </dgm:spPr>
    </dgm:pt>
    <dgm:pt modelId="{A8AE4DF1-5108-48CA-A672-7A906D6B056D}" type="pres">
      <dgm:prSet presAssocID="{AA78EDC7-31FA-4F0E-B1E4-0187E79A3AF1}" presName="linComp" presStyleCnt="0"/>
      <dgm:spPr/>
    </dgm:pt>
    <dgm:pt modelId="{F367CBCE-7963-425B-AF32-C0EBE813F449}" type="pres">
      <dgm:prSet presAssocID="{B7E6BDF8-C03F-4FA8-AA87-7ED1ED7044BE}" presName="compNode" presStyleCnt="0"/>
      <dgm:spPr/>
    </dgm:pt>
    <dgm:pt modelId="{F4ACD5CC-8EFE-4855-93B6-25EFD1A370CD}" type="pres">
      <dgm:prSet presAssocID="{B7E6BDF8-C03F-4FA8-AA87-7ED1ED7044BE}" presName="bkgdShape" presStyleLbl="node1" presStyleIdx="0" presStyleCnt="5"/>
      <dgm:spPr/>
    </dgm:pt>
    <dgm:pt modelId="{CB674B90-D4E9-444C-9FA7-CBC0A3BE6428}" type="pres">
      <dgm:prSet presAssocID="{B7E6BDF8-C03F-4FA8-AA87-7ED1ED7044BE}" presName="nodeTx" presStyleLbl="node1" presStyleIdx="0" presStyleCnt="5">
        <dgm:presLayoutVars>
          <dgm:bulletEnabled val="1"/>
        </dgm:presLayoutVars>
      </dgm:prSet>
      <dgm:spPr/>
    </dgm:pt>
    <dgm:pt modelId="{48A7F70C-FC92-499B-B976-92ABFD2BF408}" type="pres">
      <dgm:prSet presAssocID="{B7E6BDF8-C03F-4FA8-AA87-7ED1ED7044BE}" presName="invisiNode" presStyleLbl="node1" presStyleIdx="0" presStyleCnt="5"/>
      <dgm:spPr/>
    </dgm:pt>
    <dgm:pt modelId="{E199F37B-8994-4B46-9155-A924434D3E4F}" type="pres">
      <dgm:prSet presAssocID="{B7E6BDF8-C03F-4FA8-AA87-7ED1ED7044BE}" presName="imagNode" presStyleLbl="fgImgPlace1" presStyleIdx="0" presStyleCnt="5" custLinFactNeighborX="0"/>
      <dgm:spPr>
        <a:xfrm>
          <a:off x="37989" y="247183"/>
          <a:ext cx="1190334" cy="1371865"/>
        </a:xfrm>
        <a:prstGeom prst="ellipse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6350" cap="flat" cmpd="sng" algn="ctr">
          <a:solidFill>
            <a:sysClr val="windowText" lastClr="000000"/>
          </a:solidFill>
          <a:prstDash val="solid"/>
        </a:ln>
        <a:effectLst/>
      </dgm:spPr>
    </dgm:pt>
    <dgm:pt modelId="{9054D921-5A0E-4E5E-81C7-654C1B256615}" type="pres">
      <dgm:prSet presAssocID="{A639F908-564A-473C-BB24-4B1F2D0F7D60}" presName="sibTrans" presStyleLbl="sibTrans2D1" presStyleIdx="0" presStyleCnt="0"/>
      <dgm:spPr/>
    </dgm:pt>
    <dgm:pt modelId="{5744C169-A22B-4CF6-80D4-245D0AEC2BA9}" type="pres">
      <dgm:prSet presAssocID="{858221E3-FAD7-4EDB-8BF9-4A414DC0C84C}" presName="compNode" presStyleCnt="0"/>
      <dgm:spPr/>
    </dgm:pt>
    <dgm:pt modelId="{EFF7F906-A446-4BFA-AAEC-D93D7D3DB2E7}" type="pres">
      <dgm:prSet presAssocID="{858221E3-FAD7-4EDB-8BF9-4A414DC0C84C}" presName="bkgdShape" presStyleLbl="node1" presStyleIdx="1" presStyleCnt="5" custLinFactNeighborX="-1466"/>
      <dgm:spPr/>
    </dgm:pt>
    <dgm:pt modelId="{2B6DA813-A1FB-455E-AA5E-D369EFD4BBF6}" type="pres">
      <dgm:prSet presAssocID="{858221E3-FAD7-4EDB-8BF9-4A414DC0C84C}" presName="nodeTx" presStyleLbl="node1" presStyleIdx="1" presStyleCnt="5">
        <dgm:presLayoutVars>
          <dgm:bulletEnabled val="1"/>
        </dgm:presLayoutVars>
      </dgm:prSet>
      <dgm:spPr/>
    </dgm:pt>
    <dgm:pt modelId="{12B7BE99-7EE1-4705-8DC3-08592F019D98}" type="pres">
      <dgm:prSet presAssocID="{858221E3-FAD7-4EDB-8BF9-4A414DC0C84C}" presName="invisiNode" presStyleLbl="node1" presStyleIdx="1" presStyleCnt="5"/>
      <dgm:spPr/>
    </dgm:pt>
    <dgm:pt modelId="{F361920E-FC1A-43F7-8DB3-79683E1BE24F}" type="pres">
      <dgm:prSet presAssocID="{858221E3-FAD7-4EDB-8BF9-4A414DC0C84C}" presName="imagNode" presStyleLbl="fgImgPlace1" presStyleIdx="1" presStyleCnt="5" custLinFactNeighborX="-780"/>
      <dgm:spPr>
        <a:xfrm>
          <a:off x="1333007" y="247183"/>
          <a:ext cx="1190334" cy="1371865"/>
        </a:xfrm>
        <a:prstGeom prst="ellipse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6350" cap="flat" cmpd="sng" algn="ctr">
          <a:solidFill>
            <a:sysClr val="windowText" lastClr="000000"/>
          </a:solidFill>
          <a:prstDash val="solid"/>
        </a:ln>
        <a:effectLst/>
      </dgm:spPr>
    </dgm:pt>
    <dgm:pt modelId="{DF27AC77-6E7E-463A-980B-FEBCA1E1387A}" type="pres">
      <dgm:prSet presAssocID="{6E35B8B6-D4B8-4CA0-8C3C-81DB1B72610E}" presName="sibTrans" presStyleLbl="sibTrans2D1" presStyleIdx="0" presStyleCnt="0"/>
      <dgm:spPr/>
    </dgm:pt>
    <dgm:pt modelId="{91864BA6-BC77-4DAC-A1DD-EFE11F46826F}" type="pres">
      <dgm:prSet presAssocID="{60378AF5-2C4B-4680-A486-2C7D99C59CF6}" presName="compNode" presStyleCnt="0"/>
      <dgm:spPr/>
    </dgm:pt>
    <dgm:pt modelId="{753BEF7E-0B1F-4CF9-8014-F391450D68C7}" type="pres">
      <dgm:prSet presAssocID="{60378AF5-2C4B-4680-A486-2C7D99C59CF6}" presName="bkgdShape" presStyleLbl="node1" presStyleIdx="2" presStyleCnt="5" custLinFactNeighborX="-2932"/>
      <dgm:spPr/>
    </dgm:pt>
    <dgm:pt modelId="{8200BD16-9C79-4701-A54A-E0CCF012CAD2}" type="pres">
      <dgm:prSet presAssocID="{60378AF5-2C4B-4680-A486-2C7D99C59CF6}" presName="nodeTx" presStyleLbl="node1" presStyleIdx="2" presStyleCnt="5">
        <dgm:presLayoutVars>
          <dgm:bulletEnabled val="1"/>
        </dgm:presLayoutVars>
      </dgm:prSet>
      <dgm:spPr/>
    </dgm:pt>
    <dgm:pt modelId="{BE9ACF9D-F103-43DC-BD3D-7C8B6174157A}" type="pres">
      <dgm:prSet presAssocID="{60378AF5-2C4B-4680-A486-2C7D99C59CF6}" presName="invisiNode" presStyleLbl="node1" presStyleIdx="2" presStyleCnt="5"/>
      <dgm:spPr/>
    </dgm:pt>
    <dgm:pt modelId="{7A2CF20E-014B-4D09-8D3B-4EE488567D0D}" type="pres">
      <dgm:prSet presAssocID="{60378AF5-2C4B-4680-A486-2C7D99C59CF6}" presName="imagNode" presStyleLbl="fgImgPlace1" presStyleIdx="2" presStyleCnt="5" custLinFactNeighborX="-3120"/>
      <dgm:spPr>
        <a:xfrm>
          <a:off x="2609455" y="247183"/>
          <a:ext cx="1190334" cy="1371865"/>
        </a:xfrm>
        <a:prstGeom prst="ellipse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9525" cap="flat" cmpd="sng" algn="ctr">
          <a:solidFill>
            <a:sysClr val="windowText" lastClr="000000"/>
          </a:solidFill>
          <a:prstDash val="solid"/>
        </a:ln>
        <a:effectLst/>
      </dgm:spPr>
    </dgm:pt>
    <dgm:pt modelId="{E7BFDC3E-8B3B-4111-B288-0E8E50CE4E28}" type="pres">
      <dgm:prSet presAssocID="{B5A0ACA5-45F5-4F68-AFC9-879359B43390}" presName="sibTrans" presStyleLbl="sibTrans2D1" presStyleIdx="0" presStyleCnt="0"/>
      <dgm:spPr/>
    </dgm:pt>
    <dgm:pt modelId="{1368E212-83B4-415C-B5CF-5943D087BC27}" type="pres">
      <dgm:prSet presAssocID="{B80C5B58-E3DD-40CB-8659-3AE3372AC675}" presName="compNode" presStyleCnt="0"/>
      <dgm:spPr/>
    </dgm:pt>
    <dgm:pt modelId="{CC3931E1-4DA1-469C-B2B0-A1755CAC83B1}" type="pres">
      <dgm:prSet presAssocID="{B80C5B58-E3DD-40CB-8659-3AE3372AC675}" presName="bkgdShape" presStyleLbl="node1" presStyleIdx="3" presStyleCnt="5" custLinFactNeighborX="-4397"/>
      <dgm:spPr/>
    </dgm:pt>
    <dgm:pt modelId="{31450B40-7A02-4023-9FD1-D95DA2FF8C92}" type="pres">
      <dgm:prSet presAssocID="{B80C5B58-E3DD-40CB-8659-3AE3372AC675}" presName="nodeTx" presStyleLbl="node1" presStyleIdx="3" presStyleCnt="5">
        <dgm:presLayoutVars>
          <dgm:bulletEnabled val="1"/>
        </dgm:presLayoutVars>
      </dgm:prSet>
      <dgm:spPr/>
    </dgm:pt>
    <dgm:pt modelId="{0C46724A-C156-4BD9-97BC-0D0A54E690D5}" type="pres">
      <dgm:prSet presAssocID="{B80C5B58-E3DD-40CB-8659-3AE3372AC675}" presName="invisiNode" presStyleLbl="node1" presStyleIdx="3" presStyleCnt="5"/>
      <dgm:spPr/>
    </dgm:pt>
    <dgm:pt modelId="{796B67C5-EE24-495E-A76D-60042EBC1FAE}" type="pres">
      <dgm:prSet presAssocID="{B80C5B58-E3DD-40CB-8659-3AE3372AC675}" presName="imagNode" presStyleLbl="fgImgPlace1" presStyleIdx="3" presStyleCnt="5" custLinFactNeighborX="-5460"/>
      <dgm:spPr>
        <a:xfrm>
          <a:off x="3885903" y="247183"/>
          <a:ext cx="1190334" cy="1371865"/>
        </a:xfrm>
        <a:prstGeom prst="ellipse">
          <a:avLst/>
        </a:prstGeom>
        <a:blipFill rotWithShape="1">
          <a:blip xmlns:r="http://schemas.openxmlformats.org/officeDocument/2006/relationships" r:embed="rId4"/>
          <a:stretch>
            <a:fillRect/>
          </a:stretch>
        </a:blipFill>
        <a:ln w="12700" cap="flat" cmpd="sng" algn="ctr">
          <a:solidFill>
            <a:srgbClr val="6D6E71"/>
          </a:solidFill>
          <a:prstDash val="solid"/>
        </a:ln>
        <a:effectLst/>
      </dgm:spPr>
    </dgm:pt>
    <dgm:pt modelId="{D6CAAF4E-0EF9-4C69-9EEB-85C352743E4C}" type="pres">
      <dgm:prSet presAssocID="{EEAB00B4-7325-4B45-89DC-04AAA1011398}" presName="sibTrans" presStyleLbl="sibTrans2D1" presStyleIdx="0" presStyleCnt="0"/>
      <dgm:spPr/>
    </dgm:pt>
    <dgm:pt modelId="{1A509EB2-4119-4128-A9D9-AA2F6590534E}" type="pres">
      <dgm:prSet presAssocID="{2837A6D8-4CBC-4CEC-BA17-0A19C4E16CB4}" presName="compNode" presStyleCnt="0"/>
      <dgm:spPr/>
    </dgm:pt>
    <dgm:pt modelId="{200F1DD1-A076-4CE0-8369-76FF0B9F5874}" type="pres">
      <dgm:prSet presAssocID="{2837A6D8-4CBC-4CEC-BA17-0A19C4E16CB4}" presName="bkgdShape" presStyleLbl="node1" presStyleIdx="4" presStyleCnt="5" custLinFactNeighborX="-4841"/>
      <dgm:spPr/>
    </dgm:pt>
    <dgm:pt modelId="{D45C4565-F083-4D45-B96E-E6B29AB281CC}" type="pres">
      <dgm:prSet presAssocID="{2837A6D8-4CBC-4CEC-BA17-0A19C4E16CB4}" presName="nodeTx" presStyleLbl="node1" presStyleIdx="4" presStyleCnt="5">
        <dgm:presLayoutVars>
          <dgm:bulletEnabled val="1"/>
        </dgm:presLayoutVars>
      </dgm:prSet>
      <dgm:spPr/>
    </dgm:pt>
    <dgm:pt modelId="{82780FB0-9684-4096-9A66-D0BFCA16DB2D}" type="pres">
      <dgm:prSet presAssocID="{2837A6D8-4CBC-4CEC-BA17-0A19C4E16CB4}" presName="invisiNode" presStyleLbl="node1" presStyleIdx="4" presStyleCnt="5"/>
      <dgm:spPr/>
    </dgm:pt>
    <dgm:pt modelId="{9E3CEB43-7CC6-4FEF-9E7F-6B44B52CEC3F}" type="pres">
      <dgm:prSet presAssocID="{2837A6D8-4CBC-4CEC-BA17-0A19C4E16CB4}" presName="imagNode" presStyleLbl="fgImgPlace1" presStyleIdx="4" presStyleCnt="5" custLinFactNeighborX="-6240"/>
      <dgm:spPr>
        <a:xfrm>
          <a:off x="5180921" y="247183"/>
          <a:ext cx="1190334" cy="1371865"/>
        </a:xfrm>
        <a:prstGeom prst="ellipse">
          <a:avLst/>
        </a:prstGeom>
        <a:blipFill rotWithShape="1">
          <a:blip xmlns:r="http://schemas.openxmlformats.org/officeDocument/2006/relationships" r:embed="rId5"/>
          <a:stretch>
            <a:fillRect/>
          </a:stretch>
        </a:blipFill>
        <a:ln w="12700" cap="flat" cmpd="sng" algn="ctr">
          <a:solidFill>
            <a:srgbClr val="6D6E71"/>
          </a:solidFill>
          <a:prstDash val="solid"/>
        </a:ln>
        <a:effectLst/>
      </dgm:spPr>
    </dgm:pt>
  </dgm:ptLst>
  <dgm:cxnLst>
    <dgm:cxn modelId="{3A53DA09-F0AF-4AF6-9E44-DC586B966E98}" srcId="{AA78EDC7-31FA-4F0E-B1E4-0187E79A3AF1}" destId="{B80C5B58-E3DD-40CB-8659-3AE3372AC675}" srcOrd="3" destOrd="0" parTransId="{E9DE9770-6949-4EC5-ADFE-2DFF634D670F}" sibTransId="{EEAB00B4-7325-4B45-89DC-04AAA1011398}"/>
    <dgm:cxn modelId="{EE1D7E21-4591-4778-922E-BE26CBC37F77}" srcId="{AA78EDC7-31FA-4F0E-B1E4-0187E79A3AF1}" destId="{2837A6D8-4CBC-4CEC-BA17-0A19C4E16CB4}" srcOrd="4" destOrd="0" parTransId="{27F19271-1AB1-485A-9914-14724222BD59}" sibTransId="{273B54BD-97BD-48C2-ABF2-165DB60E4630}"/>
    <dgm:cxn modelId="{892F372B-EDF4-4885-BCDA-F856B7AAB07C}" srcId="{AA78EDC7-31FA-4F0E-B1E4-0187E79A3AF1}" destId="{B7E6BDF8-C03F-4FA8-AA87-7ED1ED7044BE}" srcOrd="0" destOrd="0" parTransId="{3D76E5FC-7CE5-4C3C-B6AF-01A15BE8790A}" sibTransId="{A639F908-564A-473C-BB24-4B1F2D0F7D60}"/>
    <dgm:cxn modelId="{51A7E42D-468E-451D-9138-893DAB6792F6}" type="presOf" srcId="{B7E6BDF8-C03F-4FA8-AA87-7ED1ED7044BE}" destId="{F4ACD5CC-8EFE-4855-93B6-25EFD1A370CD}" srcOrd="0" destOrd="0" presId="urn:microsoft.com/office/officeart/2005/8/layout/hList7"/>
    <dgm:cxn modelId="{3130053A-498A-44B3-8130-95D24C1BA9FD}" type="presOf" srcId="{B80C5B58-E3DD-40CB-8659-3AE3372AC675}" destId="{CC3931E1-4DA1-469C-B2B0-A1755CAC83B1}" srcOrd="0" destOrd="0" presId="urn:microsoft.com/office/officeart/2005/8/layout/hList7"/>
    <dgm:cxn modelId="{43D06E5B-2FAA-4C12-BDAF-F35A48C44D66}" type="presOf" srcId="{60378AF5-2C4B-4680-A486-2C7D99C59CF6}" destId="{8200BD16-9C79-4701-A54A-E0CCF012CAD2}" srcOrd="1" destOrd="0" presId="urn:microsoft.com/office/officeart/2005/8/layout/hList7"/>
    <dgm:cxn modelId="{78269143-8790-4FE9-AC4A-371925025BCE}" type="presOf" srcId="{EEAB00B4-7325-4B45-89DC-04AAA1011398}" destId="{D6CAAF4E-0EF9-4C69-9EEB-85C352743E4C}" srcOrd="0" destOrd="0" presId="urn:microsoft.com/office/officeart/2005/8/layout/hList7"/>
    <dgm:cxn modelId="{FB472C44-F17A-42FD-BB19-8DD8ADFBA301}" type="presOf" srcId="{60378AF5-2C4B-4680-A486-2C7D99C59CF6}" destId="{753BEF7E-0B1F-4CF9-8014-F391450D68C7}" srcOrd="0" destOrd="0" presId="urn:microsoft.com/office/officeart/2005/8/layout/hList7"/>
    <dgm:cxn modelId="{51A89346-3D8D-45CB-A9DE-2EBC3AEED02F}" type="presOf" srcId="{2837A6D8-4CBC-4CEC-BA17-0A19C4E16CB4}" destId="{200F1DD1-A076-4CE0-8369-76FF0B9F5874}" srcOrd="0" destOrd="0" presId="urn:microsoft.com/office/officeart/2005/8/layout/hList7"/>
    <dgm:cxn modelId="{AA336A4B-1539-47D0-97A6-84B80A0EB959}" srcId="{AA78EDC7-31FA-4F0E-B1E4-0187E79A3AF1}" destId="{858221E3-FAD7-4EDB-8BF9-4A414DC0C84C}" srcOrd="1" destOrd="0" parTransId="{6DE4A8AC-A3A4-446D-97E9-1632B3752266}" sibTransId="{6E35B8B6-D4B8-4CA0-8C3C-81DB1B72610E}"/>
    <dgm:cxn modelId="{C8C3EC74-1CC3-4EC6-8978-96E03A3A70D0}" srcId="{AA78EDC7-31FA-4F0E-B1E4-0187E79A3AF1}" destId="{60378AF5-2C4B-4680-A486-2C7D99C59CF6}" srcOrd="2" destOrd="0" parTransId="{3B4CFAF2-61E4-4348-8B13-8E3BE018BB10}" sibTransId="{B5A0ACA5-45F5-4F68-AFC9-879359B43390}"/>
    <dgm:cxn modelId="{107A927E-DAA7-46BF-9670-ED053D96D816}" type="presOf" srcId="{6E35B8B6-D4B8-4CA0-8C3C-81DB1B72610E}" destId="{DF27AC77-6E7E-463A-980B-FEBCA1E1387A}" srcOrd="0" destOrd="0" presId="urn:microsoft.com/office/officeart/2005/8/layout/hList7"/>
    <dgm:cxn modelId="{6570619A-39BC-4C0E-A02C-E9F9F8E6AE90}" type="presOf" srcId="{B7E6BDF8-C03F-4FA8-AA87-7ED1ED7044BE}" destId="{CB674B90-D4E9-444C-9FA7-CBC0A3BE6428}" srcOrd="1" destOrd="0" presId="urn:microsoft.com/office/officeart/2005/8/layout/hList7"/>
    <dgm:cxn modelId="{9E7F71B3-B473-4FD6-9821-2DC2E8CD9340}" type="presOf" srcId="{858221E3-FAD7-4EDB-8BF9-4A414DC0C84C}" destId="{EFF7F906-A446-4BFA-AAEC-D93D7D3DB2E7}" srcOrd="0" destOrd="0" presId="urn:microsoft.com/office/officeart/2005/8/layout/hList7"/>
    <dgm:cxn modelId="{01EC9DC3-9349-4D5B-A455-55B80B98D4F1}" type="presOf" srcId="{2837A6D8-4CBC-4CEC-BA17-0A19C4E16CB4}" destId="{D45C4565-F083-4D45-B96E-E6B29AB281CC}" srcOrd="1" destOrd="0" presId="urn:microsoft.com/office/officeart/2005/8/layout/hList7"/>
    <dgm:cxn modelId="{4C1E7DC9-97A6-46CD-B90F-754EB4EE83DD}" type="presOf" srcId="{AA78EDC7-31FA-4F0E-B1E4-0187E79A3AF1}" destId="{3690DF90-4A64-4538-BB81-D5E7A6012EFB}" srcOrd="0" destOrd="0" presId="urn:microsoft.com/office/officeart/2005/8/layout/hList7"/>
    <dgm:cxn modelId="{749608CB-51B4-49E4-A9FE-435273A8635B}" type="presOf" srcId="{B5A0ACA5-45F5-4F68-AFC9-879359B43390}" destId="{E7BFDC3E-8B3B-4111-B288-0E8E50CE4E28}" srcOrd="0" destOrd="0" presId="urn:microsoft.com/office/officeart/2005/8/layout/hList7"/>
    <dgm:cxn modelId="{4D25B3D5-8EC1-4BAE-AC93-EAF6C8D2C93E}" type="presOf" srcId="{A639F908-564A-473C-BB24-4B1F2D0F7D60}" destId="{9054D921-5A0E-4E5E-81C7-654C1B256615}" srcOrd="0" destOrd="0" presId="urn:microsoft.com/office/officeart/2005/8/layout/hList7"/>
    <dgm:cxn modelId="{8BEC5FD6-63FC-4629-B3CF-A2F98558EABE}" type="presOf" srcId="{858221E3-FAD7-4EDB-8BF9-4A414DC0C84C}" destId="{2B6DA813-A1FB-455E-AA5E-D369EFD4BBF6}" srcOrd="1" destOrd="0" presId="urn:microsoft.com/office/officeart/2005/8/layout/hList7"/>
    <dgm:cxn modelId="{6E5136FB-B6D3-4FED-8493-CC3756024528}" type="presOf" srcId="{B80C5B58-E3DD-40CB-8659-3AE3372AC675}" destId="{31450B40-7A02-4023-9FD1-D95DA2FF8C92}" srcOrd="1" destOrd="0" presId="urn:microsoft.com/office/officeart/2005/8/layout/hList7"/>
    <dgm:cxn modelId="{9A96B0F4-9621-4D84-B656-A7235EEDC914}" type="presParOf" srcId="{3690DF90-4A64-4538-BB81-D5E7A6012EFB}" destId="{AC19FC3C-472D-4FE0-AC91-44964182B953}" srcOrd="0" destOrd="0" presId="urn:microsoft.com/office/officeart/2005/8/layout/hList7"/>
    <dgm:cxn modelId="{17E7F624-685A-4DEC-8452-63F980DAABDE}" type="presParOf" srcId="{3690DF90-4A64-4538-BB81-D5E7A6012EFB}" destId="{A8AE4DF1-5108-48CA-A672-7A906D6B056D}" srcOrd="1" destOrd="0" presId="urn:microsoft.com/office/officeart/2005/8/layout/hList7"/>
    <dgm:cxn modelId="{C03689B9-FCC8-404F-BAD7-1123F3252B0B}" type="presParOf" srcId="{A8AE4DF1-5108-48CA-A672-7A906D6B056D}" destId="{F367CBCE-7963-425B-AF32-C0EBE813F449}" srcOrd="0" destOrd="0" presId="urn:microsoft.com/office/officeart/2005/8/layout/hList7"/>
    <dgm:cxn modelId="{38AE78E3-9DAB-4A98-B94E-117272C0F82C}" type="presParOf" srcId="{F367CBCE-7963-425B-AF32-C0EBE813F449}" destId="{F4ACD5CC-8EFE-4855-93B6-25EFD1A370CD}" srcOrd="0" destOrd="0" presId="urn:microsoft.com/office/officeart/2005/8/layout/hList7"/>
    <dgm:cxn modelId="{B318DFF8-5446-4A51-8A15-7907FFE65428}" type="presParOf" srcId="{F367CBCE-7963-425B-AF32-C0EBE813F449}" destId="{CB674B90-D4E9-444C-9FA7-CBC0A3BE6428}" srcOrd="1" destOrd="0" presId="urn:microsoft.com/office/officeart/2005/8/layout/hList7"/>
    <dgm:cxn modelId="{21C9891F-C8CF-4741-A1E4-D65CE86E4E6E}" type="presParOf" srcId="{F367CBCE-7963-425B-AF32-C0EBE813F449}" destId="{48A7F70C-FC92-499B-B976-92ABFD2BF408}" srcOrd="2" destOrd="0" presId="urn:microsoft.com/office/officeart/2005/8/layout/hList7"/>
    <dgm:cxn modelId="{5E3ACF3E-7695-4136-BFE5-A99C51BDE3D4}" type="presParOf" srcId="{F367CBCE-7963-425B-AF32-C0EBE813F449}" destId="{E199F37B-8994-4B46-9155-A924434D3E4F}" srcOrd="3" destOrd="0" presId="urn:microsoft.com/office/officeart/2005/8/layout/hList7"/>
    <dgm:cxn modelId="{828F5249-4B81-452D-9FBF-36074A7181D8}" type="presParOf" srcId="{A8AE4DF1-5108-48CA-A672-7A906D6B056D}" destId="{9054D921-5A0E-4E5E-81C7-654C1B256615}" srcOrd="1" destOrd="0" presId="urn:microsoft.com/office/officeart/2005/8/layout/hList7"/>
    <dgm:cxn modelId="{A6BC6C0C-C0CE-4E32-A2FF-B3D2573E4C61}" type="presParOf" srcId="{A8AE4DF1-5108-48CA-A672-7A906D6B056D}" destId="{5744C169-A22B-4CF6-80D4-245D0AEC2BA9}" srcOrd="2" destOrd="0" presId="urn:microsoft.com/office/officeart/2005/8/layout/hList7"/>
    <dgm:cxn modelId="{0A0F9144-C39F-4933-9DC0-BCB3199A9DE5}" type="presParOf" srcId="{5744C169-A22B-4CF6-80D4-245D0AEC2BA9}" destId="{EFF7F906-A446-4BFA-AAEC-D93D7D3DB2E7}" srcOrd="0" destOrd="0" presId="urn:microsoft.com/office/officeart/2005/8/layout/hList7"/>
    <dgm:cxn modelId="{76A66283-5BC9-4427-904D-81F40A391126}" type="presParOf" srcId="{5744C169-A22B-4CF6-80D4-245D0AEC2BA9}" destId="{2B6DA813-A1FB-455E-AA5E-D369EFD4BBF6}" srcOrd="1" destOrd="0" presId="urn:microsoft.com/office/officeart/2005/8/layout/hList7"/>
    <dgm:cxn modelId="{6B03DA12-0CF6-4EEA-9113-930A263353D4}" type="presParOf" srcId="{5744C169-A22B-4CF6-80D4-245D0AEC2BA9}" destId="{12B7BE99-7EE1-4705-8DC3-08592F019D98}" srcOrd="2" destOrd="0" presId="urn:microsoft.com/office/officeart/2005/8/layout/hList7"/>
    <dgm:cxn modelId="{2D8A7A1A-A25C-4400-AF7B-347DD292DAD5}" type="presParOf" srcId="{5744C169-A22B-4CF6-80D4-245D0AEC2BA9}" destId="{F361920E-FC1A-43F7-8DB3-79683E1BE24F}" srcOrd="3" destOrd="0" presId="urn:microsoft.com/office/officeart/2005/8/layout/hList7"/>
    <dgm:cxn modelId="{6327031D-962F-4A67-8AC8-DD0EB5C1CE80}" type="presParOf" srcId="{A8AE4DF1-5108-48CA-A672-7A906D6B056D}" destId="{DF27AC77-6E7E-463A-980B-FEBCA1E1387A}" srcOrd="3" destOrd="0" presId="urn:microsoft.com/office/officeart/2005/8/layout/hList7"/>
    <dgm:cxn modelId="{3B6A7E16-3895-4EE7-BC1E-F9DF95AFB626}" type="presParOf" srcId="{A8AE4DF1-5108-48CA-A672-7A906D6B056D}" destId="{91864BA6-BC77-4DAC-A1DD-EFE11F46826F}" srcOrd="4" destOrd="0" presId="urn:microsoft.com/office/officeart/2005/8/layout/hList7"/>
    <dgm:cxn modelId="{2CD18B44-6366-4583-AB04-6EBCC1AB2B64}" type="presParOf" srcId="{91864BA6-BC77-4DAC-A1DD-EFE11F46826F}" destId="{753BEF7E-0B1F-4CF9-8014-F391450D68C7}" srcOrd="0" destOrd="0" presId="urn:microsoft.com/office/officeart/2005/8/layout/hList7"/>
    <dgm:cxn modelId="{BBE722FC-AE4C-4862-ADCD-56DF2ACD783D}" type="presParOf" srcId="{91864BA6-BC77-4DAC-A1DD-EFE11F46826F}" destId="{8200BD16-9C79-4701-A54A-E0CCF012CAD2}" srcOrd="1" destOrd="0" presId="urn:microsoft.com/office/officeart/2005/8/layout/hList7"/>
    <dgm:cxn modelId="{768CAC0A-E063-470B-8AF9-BD543A86A8C4}" type="presParOf" srcId="{91864BA6-BC77-4DAC-A1DD-EFE11F46826F}" destId="{BE9ACF9D-F103-43DC-BD3D-7C8B6174157A}" srcOrd="2" destOrd="0" presId="urn:microsoft.com/office/officeart/2005/8/layout/hList7"/>
    <dgm:cxn modelId="{53DFA6E5-5E19-4992-A4F8-1799E979A74B}" type="presParOf" srcId="{91864BA6-BC77-4DAC-A1DD-EFE11F46826F}" destId="{7A2CF20E-014B-4D09-8D3B-4EE488567D0D}" srcOrd="3" destOrd="0" presId="urn:microsoft.com/office/officeart/2005/8/layout/hList7"/>
    <dgm:cxn modelId="{D6B9ABF2-5A78-41FC-8FE6-7E70549E1ACA}" type="presParOf" srcId="{A8AE4DF1-5108-48CA-A672-7A906D6B056D}" destId="{E7BFDC3E-8B3B-4111-B288-0E8E50CE4E28}" srcOrd="5" destOrd="0" presId="urn:microsoft.com/office/officeart/2005/8/layout/hList7"/>
    <dgm:cxn modelId="{B27671AA-0EB3-4B66-8F1B-EE0AA02CA6B2}" type="presParOf" srcId="{A8AE4DF1-5108-48CA-A672-7A906D6B056D}" destId="{1368E212-83B4-415C-B5CF-5943D087BC27}" srcOrd="6" destOrd="0" presId="urn:microsoft.com/office/officeart/2005/8/layout/hList7"/>
    <dgm:cxn modelId="{ADD4ED2D-4C64-4E3D-AAFB-554AEF0EED38}" type="presParOf" srcId="{1368E212-83B4-415C-B5CF-5943D087BC27}" destId="{CC3931E1-4DA1-469C-B2B0-A1755CAC83B1}" srcOrd="0" destOrd="0" presId="urn:microsoft.com/office/officeart/2005/8/layout/hList7"/>
    <dgm:cxn modelId="{B5BB8EAF-E83E-4724-9F0F-387E958B09CE}" type="presParOf" srcId="{1368E212-83B4-415C-B5CF-5943D087BC27}" destId="{31450B40-7A02-4023-9FD1-D95DA2FF8C92}" srcOrd="1" destOrd="0" presId="urn:microsoft.com/office/officeart/2005/8/layout/hList7"/>
    <dgm:cxn modelId="{451E58CB-4D9B-4CFA-8AFC-5F2053242968}" type="presParOf" srcId="{1368E212-83B4-415C-B5CF-5943D087BC27}" destId="{0C46724A-C156-4BD9-97BC-0D0A54E690D5}" srcOrd="2" destOrd="0" presId="urn:microsoft.com/office/officeart/2005/8/layout/hList7"/>
    <dgm:cxn modelId="{08F8E926-2FE6-454A-8769-A56B5981B45F}" type="presParOf" srcId="{1368E212-83B4-415C-B5CF-5943D087BC27}" destId="{796B67C5-EE24-495E-A76D-60042EBC1FAE}" srcOrd="3" destOrd="0" presId="urn:microsoft.com/office/officeart/2005/8/layout/hList7"/>
    <dgm:cxn modelId="{49FD97EA-F6ED-498D-BED1-5B9EB2223BD4}" type="presParOf" srcId="{A8AE4DF1-5108-48CA-A672-7A906D6B056D}" destId="{D6CAAF4E-0EF9-4C69-9EEB-85C352743E4C}" srcOrd="7" destOrd="0" presId="urn:microsoft.com/office/officeart/2005/8/layout/hList7"/>
    <dgm:cxn modelId="{782B0514-23D4-4E5F-8B44-11FDDB7E364C}" type="presParOf" srcId="{A8AE4DF1-5108-48CA-A672-7A906D6B056D}" destId="{1A509EB2-4119-4128-A9D9-AA2F6590534E}" srcOrd="8" destOrd="0" presId="urn:microsoft.com/office/officeart/2005/8/layout/hList7"/>
    <dgm:cxn modelId="{4C43B170-9382-419F-9F15-CFDD99C70924}" type="presParOf" srcId="{1A509EB2-4119-4128-A9D9-AA2F6590534E}" destId="{200F1DD1-A076-4CE0-8369-76FF0B9F5874}" srcOrd="0" destOrd="0" presId="urn:microsoft.com/office/officeart/2005/8/layout/hList7"/>
    <dgm:cxn modelId="{A005147F-CA4C-4FA9-9187-9CB98BA2A025}" type="presParOf" srcId="{1A509EB2-4119-4128-A9D9-AA2F6590534E}" destId="{D45C4565-F083-4D45-B96E-E6B29AB281CC}" srcOrd="1" destOrd="0" presId="urn:microsoft.com/office/officeart/2005/8/layout/hList7"/>
    <dgm:cxn modelId="{6D16EA17-DD0A-4DAC-999D-759F21CE6295}" type="presParOf" srcId="{1A509EB2-4119-4128-A9D9-AA2F6590534E}" destId="{82780FB0-9684-4096-9A66-D0BFCA16DB2D}" srcOrd="2" destOrd="0" presId="urn:microsoft.com/office/officeart/2005/8/layout/hList7"/>
    <dgm:cxn modelId="{010B7521-270A-4CED-9C1E-0397E15DB3AC}" type="presParOf" srcId="{1A509EB2-4119-4128-A9D9-AA2F6590534E}" destId="{9E3CEB43-7CC6-4FEF-9E7F-6B44B52CEC3F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D6F1E7-D002-4641-A12B-D14AF43CDB4A}">
      <dsp:nvSpPr>
        <dsp:cNvPr id="0" name=""/>
        <dsp:cNvSpPr/>
      </dsp:nvSpPr>
      <dsp:spPr>
        <a:xfrm>
          <a:off x="974298" y="-187244"/>
          <a:ext cx="2050507" cy="2050507"/>
        </a:xfrm>
        <a:prstGeom prst="circularArrow">
          <a:avLst>
            <a:gd name="adj1" fmla="val 5544"/>
            <a:gd name="adj2" fmla="val 330680"/>
            <a:gd name="adj3" fmla="val 13841248"/>
            <a:gd name="adj4" fmla="val 17346336"/>
            <a:gd name="adj5" fmla="val 5757"/>
          </a:avLst>
        </a:prstGeom>
        <a:solidFill>
          <a:srgbClr val="E31837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32B9EC-CBD3-4BB2-A400-F46B04C010C6}">
      <dsp:nvSpPr>
        <dsp:cNvPr id="0" name=""/>
        <dsp:cNvSpPr/>
      </dsp:nvSpPr>
      <dsp:spPr>
        <a:xfrm>
          <a:off x="1341883" y="0"/>
          <a:ext cx="1345807" cy="452585"/>
        </a:xfrm>
        <a:prstGeom prst="roundRect">
          <a:avLst/>
        </a:prstGeom>
        <a:solidFill>
          <a:srgbClr val="D9D9D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ysClr val="windowText" lastClr="000000"/>
              </a:solidFill>
              <a:latin typeface="Bookman Old Style" panose="02050604050505020204" pitchFamily="18" charset="0"/>
              <a:ea typeface="+mn-ea"/>
              <a:cs typeface="+mn-cs"/>
            </a:rPr>
            <a:t>Requirement</a:t>
          </a:r>
          <a:r>
            <a:rPr lang="en-US" sz="1200" kern="1200" dirty="0">
              <a:solidFill>
                <a:sysClr val="window" lastClr="FFFFFF"/>
              </a:solidFill>
              <a:latin typeface="Bookman Old Style" panose="02050604050505020204" pitchFamily="18" charset="0"/>
              <a:ea typeface="+mn-ea"/>
              <a:cs typeface="+mn-cs"/>
            </a:rPr>
            <a:t> </a:t>
          </a:r>
          <a:r>
            <a:rPr lang="en-US" sz="1200" kern="1200" dirty="0">
              <a:solidFill>
                <a:sysClr val="windowText" lastClr="000000"/>
              </a:solidFill>
              <a:latin typeface="Bookman Old Style" panose="02050604050505020204" pitchFamily="18" charset="0"/>
              <a:ea typeface="+mn-ea"/>
              <a:cs typeface="+mn-cs"/>
            </a:rPr>
            <a:t>Analysis</a:t>
          </a:r>
        </a:p>
      </dsp:txBody>
      <dsp:txXfrm>
        <a:off x="1363976" y="22093"/>
        <a:ext cx="1301621" cy="408399"/>
      </dsp:txXfrm>
    </dsp:sp>
    <dsp:sp modelId="{9212D3BD-55CD-481C-AB7D-7BF636BF8CC1}">
      <dsp:nvSpPr>
        <dsp:cNvPr id="0" name=""/>
        <dsp:cNvSpPr/>
      </dsp:nvSpPr>
      <dsp:spPr>
        <a:xfrm>
          <a:off x="2407668" y="605180"/>
          <a:ext cx="905170" cy="452585"/>
        </a:xfrm>
        <a:prstGeom prst="roundRect">
          <a:avLst/>
        </a:prstGeom>
        <a:solidFill>
          <a:srgbClr val="D9D9D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ysClr val="windowText" lastClr="000000"/>
              </a:solidFill>
              <a:latin typeface="Bookman Old Style" panose="02050604050505020204" pitchFamily="18" charset="0"/>
              <a:ea typeface="+mn-ea"/>
              <a:cs typeface="+mn-cs"/>
            </a:rPr>
            <a:t>Design</a:t>
          </a:r>
          <a:r>
            <a:rPr lang="en-US" sz="1800" kern="1200" dirty="0">
              <a:solidFill>
                <a:sysClr val="windowText" lastClr="000000"/>
              </a:solidFill>
              <a:latin typeface="Bookman Old Style" panose="02050604050505020204" pitchFamily="18" charset="0"/>
              <a:ea typeface="+mn-ea"/>
              <a:cs typeface="+mn-cs"/>
            </a:rPr>
            <a:t> </a:t>
          </a:r>
        </a:p>
      </dsp:txBody>
      <dsp:txXfrm>
        <a:off x="2429761" y="627273"/>
        <a:ext cx="860984" cy="408399"/>
      </dsp:txXfrm>
    </dsp:sp>
    <dsp:sp modelId="{960D7A23-C58B-4862-BB04-92D8D08AF585}">
      <dsp:nvSpPr>
        <dsp:cNvPr id="0" name=""/>
        <dsp:cNvSpPr/>
      </dsp:nvSpPr>
      <dsp:spPr>
        <a:xfrm>
          <a:off x="2173535" y="1403675"/>
          <a:ext cx="1275131" cy="452585"/>
        </a:xfrm>
        <a:prstGeom prst="roundRect">
          <a:avLst/>
        </a:prstGeom>
        <a:solidFill>
          <a:srgbClr val="D9D9D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ysClr val="windowText" lastClr="000000"/>
              </a:solidFill>
              <a:latin typeface="Bookman Old Style" panose="02050604050505020204" pitchFamily="18" charset="0"/>
              <a:ea typeface="+mn-ea"/>
              <a:cs typeface="+mn-cs"/>
            </a:rPr>
            <a:t>Development</a:t>
          </a:r>
        </a:p>
      </dsp:txBody>
      <dsp:txXfrm>
        <a:off x="2195628" y="1425768"/>
        <a:ext cx="1230945" cy="408399"/>
      </dsp:txXfrm>
    </dsp:sp>
    <dsp:sp modelId="{CCBA7B0E-A166-4D8C-89BF-83C27884BD2C}">
      <dsp:nvSpPr>
        <dsp:cNvPr id="0" name=""/>
        <dsp:cNvSpPr/>
      </dsp:nvSpPr>
      <dsp:spPr>
        <a:xfrm>
          <a:off x="797994" y="1398362"/>
          <a:ext cx="905170" cy="452585"/>
        </a:xfrm>
        <a:prstGeom prst="roundRect">
          <a:avLst/>
        </a:prstGeom>
        <a:solidFill>
          <a:srgbClr val="D9D9D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ysClr val="windowText" lastClr="000000"/>
              </a:solidFill>
              <a:latin typeface="Bookman Old Style" panose="02050604050505020204" pitchFamily="18" charset="0"/>
              <a:ea typeface="+mn-ea"/>
              <a:cs typeface="+mn-cs"/>
            </a:rPr>
            <a:t>Testing</a:t>
          </a:r>
          <a:r>
            <a:rPr lang="en-US" sz="1200" kern="1200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 </a:t>
          </a:r>
        </a:p>
      </dsp:txBody>
      <dsp:txXfrm>
        <a:off x="820087" y="1420455"/>
        <a:ext cx="860984" cy="408399"/>
      </dsp:txXfrm>
    </dsp:sp>
    <dsp:sp modelId="{DBD1963D-3204-4D8D-87FB-E3A35A29B162}">
      <dsp:nvSpPr>
        <dsp:cNvPr id="0" name=""/>
        <dsp:cNvSpPr/>
      </dsp:nvSpPr>
      <dsp:spPr>
        <a:xfrm>
          <a:off x="691023" y="605180"/>
          <a:ext cx="1011980" cy="452585"/>
        </a:xfrm>
        <a:prstGeom prst="roundRect">
          <a:avLst/>
        </a:prstGeom>
        <a:solidFill>
          <a:srgbClr val="D9D9D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ysClr val="windowText" lastClr="000000"/>
              </a:solidFill>
              <a:latin typeface="Bookman Old Style" panose="02050604050505020204" pitchFamily="18" charset="0"/>
              <a:ea typeface="+mn-ea"/>
              <a:cs typeface="+mn-cs"/>
            </a:rPr>
            <a:t>Evaluation</a:t>
          </a:r>
        </a:p>
      </dsp:txBody>
      <dsp:txXfrm>
        <a:off x="713116" y="627273"/>
        <a:ext cx="967794" cy="4083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ACD5CC-8EFE-4855-93B6-25EFD1A370CD}">
      <dsp:nvSpPr>
        <dsp:cNvPr id="0" name=""/>
        <dsp:cNvSpPr/>
      </dsp:nvSpPr>
      <dsp:spPr>
        <a:xfrm>
          <a:off x="0" y="0"/>
          <a:ext cx="947469" cy="2749672"/>
        </a:xfrm>
        <a:prstGeom prst="roundRect">
          <a:avLst>
            <a:gd name="adj" fmla="val 10000"/>
          </a:avLst>
        </a:prstGeom>
        <a:solidFill>
          <a:srgbClr val="D9D9D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ysClr val="windowText" lastClr="000000"/>
              </a:solidFill>
              <a:latin typeface="+mj-lt"/>
              <a:ea typeface="+mn-ea"/>
              <a:cs typeface="+mn-cs"/>
            </a:rPr>
            <a:t>Define Architecture</a:t>
          </a:r>
        </a:p>
      </dsp:txBody>
      <dsp:txXfrm>
        <a:off x="27750" y="1127619"/>
        <a:ext cx="891969" cy="1044369"/>
      </dsp:txXfrm>
    </dsp:sp>
    <dsp:sp modelId="{E199F37B-8994-4B46-9155-A924434D3E4F}">
      <dsp:nvSpPr>
        <dsp:cNvPr id="0" name=""/>
        <dsp:cNvSpPr/>
      </dsp:nvSpPr>
      <dsp:spPr>
        <a:xfrm>
          <a:off x="28424" y="164980"/>
          <a:ext cx="890621" cy="915641"/>
        </a:xfrm>
        <a:prstGeom prst="ellipse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6350" cap="flat" cmpd="sng" algn="ctr">
          <a:solidFill>
            <a:sysClr val="windowText" lastClr="0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F7F906-A446-4BFA-AAEC-D93D7D3DB2E7}">
      <dsp:nvSpPr>
        <dsp:cNvPr id="0" name=""/>
        <dsp:cNvSpPr/>
      </dsp:nvSpPr>
      <dsp:spPr>
        <a:xfrm>
          <a:off x="962004" y="0"/>
          <a:ext cx="947469" cy="2749672"/>
        </a:xfrm>
        <a:prstGeom prst="roundRect">
          <a:avLst>
            <a:gd name="adj" fmla="val 10000"/>
          </a:avLst>
        </a:prstGeom>
        <a:solidFill>
          <a:srgbClr val="D9D9D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ysClr val="windowText" lastClr="000000"/>
              </a:solidFill>
              <a:latin typeface="+mj-lt"/>
              <a:ea typeface="+mn-ea"/>
              <a:cs typeface="+mn-cs"/>
            </a:rPr>
            <a:t>Select Key Components</a:t>
          </a:r>
        </a:p>
      </dsp:txBody>
      <dsp:txXfrm>
        <a:off x="989754" y="1127619"/>
        <a:ext cx="891969" cy="1044369"/>
      </dsp:txXfrm>
    </dsp:sp>
    <dsp:sp modelId="{F361920E-FC1A-43F7-8DB3-79683E1BE24F}">
      <dsp:nvSpPr>
        <dsp:cNvPr id="0" name=""/>
        <dsp:cNvSpPr/>
      </dsp:nvSpPr>
      <dsp:spPr>
        <a:xfrm>
          <a:off x="997371" y="164980"/>
          <a:ext cx="890621" cy="915641"/>
        </a:xfrm>
        <a:prstGeom prst="ellipse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6350" cap="flat" cmpd="sng" algn="ctr">
          <a:solidFill>
            <a:sysClr val="windowText" lastClr="0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3BEF7E-0B1F-4CF9-8014-F391450D68C7}">
      <dsp:nvSpPr>
        <dsp:cNvPr id="0" name=""/>
        <dsp:cNvSpPr/>
      </dsp:nvSpPr>
      <dsp:spPr>
        <a:xfrm>
          <a:off x="1924008" y="0"/>
          <a:ext cx="947469" cy="2749672"/>
        </a:xfrm>
        <a:prstGeom prst="roundRect">
          <a:avLst>
            <a:gd name="adj" fmla="val 10000"/>
          </a:avLst>
        </a:prstGeom>
        <a:solidFill>
          <a:srgbClr val="D9D9D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ysClr val="windowText" lastClr="000000"/>
              </a:solidFill>
              <a:latin typeface="+mj-lt"/>
              <a:ea typeface="+mn-ea"/>
              <a:cs typeface="+mn-cs"/>
            </a:rPr>
            <a:t>Schematic Design</a:t>
          </a:r>
        </a:p>
      </dsp:txBody>
      <dsp:txXfrm>
        <a:off x="1951758" y="1127619"/>
        <a:ext cx="891969" cy="1044369"/>
      </dsp:txXfrm>
    </dsp:sp>
    <dsp:sp modelId="{7A2CF20E-014B-4D09-8D3B-4EE488567D0D}">
      <dsp:nvSpPr>
        <dsp:cNvPr id="0" name=""/>
        <dsp:cNvSpPr/>
      </dsp:nvSpPr>
      <dsp:spPr>
        <a:xfrm>
          <a:off x="1952424" y="164980"/>
          <a:ext cx="890621" cy="915641"/>
        </a:xfrm>
        <a:prstGeom prst="ellipse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9525" cap="flat" cmpd="sng" algn="ctr">
          <a:solidFill>
            <a:sysClr val="windowText" lastClr="0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3931E1-4DA1-469C-B2B0-A1755CAC83B1}">
      <dsp:nvSpPr>
        <dsp:cNvPr id="0" name=""/>
        <dsp:cNvSpPr/>
      </dsp:nvSpPr>
      <dsp:spPr>
        <a:xfrm>
          <a:off x="2886021" y="0"/>
          <a:ext cx="947469" cy="2749672"/>
        </a:xfrm>
        <a:prstGeom prst="roundRect">
          <a:avLst>
            <a:gd name="adj" fmla="val 10000"/>
          </a:avLst>
        </a:prstGeom>
        <a:solidFill>
          <a:srgbClr val="D9D9D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ysClr val="windowText" lastClr="000000"/>
              </a:solidFill>
              <a:latin typeface="+mj-lt"/>
              <a:ea typeface="+mn-ea"/>
              <a:cs typeface="+mn-cs"/>
            </a:rPr>
            <a:t>PCB Layout</a:t>
          </a:r>
        </a:p>
      </dsp:txBody>
      <dsp:txXfrm>
        <a:off x="2913771" y="1127619"/>
        <a:ext cx="891969" cy="1044369"/>
      </dsp:txXfrm>
    </dsp:sp>
    <dsp:sp modelId="{796B67C5-EE24-495E-A76D-60042EBC1FAE}">
      <dsp:nvSpPr>
        <dsp:cNvPr id="0" name=""/>
        <dsp:cNvSpPr/>
      </dsp:nvSpPr>
      <dsp:spPr>
        <a:xfrm>
          <a:off x="2907478" y="164980"/>
          <a:ext cx="890621" cy="915641"/>
        </a:xfrm>
        <a:prstGeom prst="ellipse">
          <a:avLst/>
        </a:prstGeom>
        <a:blipFill rotWithShape="1">
          <a:blip xmlns:r="http://schemas.openxmlformats.org/officeDocument/2006/relationships" r:embed="rId4"/>
          <a:stretch>
            <a:fillRect/>
          </a:stretch>
        </a:blipFill>
        <a:ln w="12700" cap="flat" cmpd="sng" algn="ctr">
          <a:solidFill>
            <a:srgbClr val="6D6E7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0F1DD1-A076-4CE0-8369-76FF0B9F5874}">
      <dsp:nvSpPr>
        <dsp:cNvPr id="0" name=""/>
        <dsp:cNvSpPr/>
      </dsp:nvSpPr>
      <dsp:spPr>
        <a:xfrm>
          <a:off x="3857709" y="0"/>
          <a:ext cx="947469" cy="2749672"/>
        </a:xfrm>
        <a:prstGeom prst="roundRect">
          <a:avLst>
            <a:gd name="adj" fmla="val 10000"/>
          </a:avLst>
        </a:prstGeom>
        <a:solidFill>
          <a:srgbClr val="D9D9D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ysClr val="windowText" lastClr="000000"/>
              </a:solidFill>
              <a:latin typeface="+mj-lt"/>
              <a:ea typeface="+mn-ea"/>
              <a:cs typeface="+mn-cs"/>
            </a:rPr>
            <a:t>Assemble, Test &amp; Debug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ysClr val="windowText" lastClr="000000"/>
              </a:solidFill>
              <a:latin typeface="+mj-lt"/>
              <a:ea typeface="+mn-ea"/>
              <a:cs typeface="+mn-cs"/>
            </a:rPr>
            <a:t>EMI/EMC Conformance Test</a:t>
          </a:r>
        </a:p>
      </dsp:txBody>
      <dsp:txXfrm>
        <a:off x="3885459" y="1127619"/>
        <a:ext cx="891969" cy="1044369"/>
      </dsp:txXfrm>
    </dsp:sp>
    <dsp:sp modelId="{9E3CEB43-7CC6-4FEF-9E7F-6B44B52CEC3F}">
      <dsp:nvSpPr>
        <dsp:cNvPr id="0" name=""/>
        <dsp:cNvSpPr/>
      </dsp:nvSpPr>
      <dsp:spPr>
        <a:xfrm>
          <a:off x="3876425" y="164980"/>
          <a:ext cx="890621" cy="915641"/>
        </a:xfrm>
        <a:prstGeom prst="ellipse">
          <a:avLst/>
        </a:prstGeom>
        <a:blipFill rotWithShape="1">
          <a:blip xmlns:r="http://schemas.openxmlformats.org/officeDocument/2006/relationships" r:embed="rId5"/>
          <a:stretch>
            <a:fillRect/>
          </a:stretch>
        </a:blipFill>
        <a:ln w="12700" cap="flat" cmpd="sng" algn="ctr">
          <a:solidFill>
            <a:srgbClr val="6D6E7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19FC3C-472D-4FE0-AC91-44964182B953}">
      <dsp:nvSpPr>
        <dsp:cNvPr id="0" name=""/>
        <dsp:cNvSpPr/>
      </dsp:nvSpPr>
      <dsp:spPr>
        <a:xfrm>
          <a:off x="207921" y="2130046"/>
          <a:ext cx="4462962" cy="281035"/>
        </a:xfrm>
        <a:prstGeom prst="leftRightArrow">
          <a:avLst/>
        </a:prstGeom>
        <a:solidFill>
          <a:srgbClr val="9966FF"/>
        </a:solidFill>
        <a:ln w="12700" cap="flat" cmpd="sng" algn="ctr">
          <a:solidFill>
            <a:sysClr val="windowText" lastClr="0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5FE55-ADCD-486F-9B38-1EAA6225AEE0}" type="datetimeFigureOut">
              <a:rPr lang="en-GB" smtClean="0"/>
              <a:t>21/12/2020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CA4F0-E2DE-4084-A347-475A22F164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374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EA6ED6C-BA13-49B9-B015-616AFA71EA76}" type="datetime1">
              <a:rPr lang="en-US" altLang="en-US" smtClean="0"/>
              <a:pPr>
                <a:defRPr/>
              </a:pPr>
              <a:t>12/21/2020</a:t>
            </a:fld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14F57F0-924F-4D01-AC6B-B637D74E52DF}" type="slidenum">
              <a:rPr lang="en-US" altLang="en-US" smtClean="0"/>
              <a:pPr>
                <a:defRPr/>
              </a:pPr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3528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977F5-D380-4782-9BA1-60193173D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7B981E-6529-4CFE-AE8C-DAB7D1EDE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39879-A391-4390-85D1-9528DFDAE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7682-7F38-4A89-B41A-094B6EE23688}" type="datetimeFigureOut">
              <a:rPr lang="en-GB" smtClean="0"/>
              <a:t>21/12/2020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83ABC-5F9D-4435-B5D1-6F1DE0445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3DB58-2AAC-47B2-9EF2-FDE0FA7EE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1E36-1FDC-4B15-9AD2-8F0CF19A24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95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88323-A951-4434-87E6-9C32F9CDD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96B2B-7665-441B-9CA6-6D7E2CCE5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09650-2AA2-4872-8D76-1FB62490E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7682-7F38-4A89-B41A-094B6EE23688}" type="datetimeFigureOut">
              <a:rPr lang="en-GB" smtClean="0"/>
              <a:t>21/12/2020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E3B09-FCD9-4193-9091-3BC381D32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FDC30-7102-4820-B6B7-4EAD0EE6F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1E36-1FDC-4B15-9AD2-8F0CF19A24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009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72CD5-0A91-4C8C-9C01-B7CBE5E4C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4DEED-08E1-44AD-8A2D-7B252B443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61721-DA5F-43B4-AB20-642D00FF6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7682-7F38-4A89-B41A-094B6EE23688}" type="datetimeFigureOut">
              <a:rPr lang="en-GB" smtClean="0"/>
              <a:t>21/12/2020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4D55C-B8EE-4DF5-9AC4-6A690B27C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3F88D-4F76-4010-A62C-4DF0762B4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1E36-1FDC-4B15-9AD2-8F0CF19A24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65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9E341-4B0E-48F6-A3B8-FDF7A90EC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CA993-B473-4704-9A44-4351314B4B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8F107-E01A-42FF-B6F7-0771EBE8E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6634B-33E9-4E24-B87A-1FF8BC65C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7682-7F38-4A89-B41A-094B6EE23688}" type="datetimeFigureOut">
              <a:rPr lang="en-GB" smtClean="0"/>
              <a:t>21/12/2020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4FCCD-8F29-48AB-A36B-2EE48C906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D373CC-EF4D-491B-8E7F-174D5B1B6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1E36-1FDC-4B15-9AD2-8F0CF19A24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568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5207E-A528-4FC1-B9F6-D1897B603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92629-7BCB-448C-BA4B-78BC133F0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27F52-6A7B-4AA7-9383-00B5C569E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6BE92A-FEC7-432D-AB86-BF974AD53E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845D0F-9873-4526-B0BB-EDD81E3784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A8D14D-DBD0-4CCA-A049-0133E98C0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7682-7F38-4A89-B41A-094B6EE23688}" type="datetimeFigureOut">
              <a:rPr lang="en-GB" smtClean="0"/>
              <a:t>21/12/2020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004AAA-BFCB-4524-9D68-5966D75F0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C8F32F-3D5F-4A89-9FCC-B3E674234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1E36-1FDC-4B15-9AD2-8F0CF19A24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607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5944E-5022-4D36-BB57-9B9AD8CC0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ABFFDD-AC96-4DB3-BE88-B030E35ED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7682-7F38-4A89-B41A-094B6EE23688}" type="datetimeFigureOut">
              <a:rPr lang="en-GB" smtClean="0"/>
              <a:t>21/12/2020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459245-F36A-432C-A038-2B0CF0B65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A38176-6BE9-49A8-BC5D-40501BDFD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1E36-1FDC-4B15-9AD2-8F0CF19A24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931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7E2D14-A2F1-415A-B354-5C3BFEFF2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7682-7F38-4A89-B41A-094B6EE23688}" type="datetimeFigureOut">
              <a:rPr lang="en-GB" smtClean="0"/>
              <a:t>21/12/2020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6C491-C623-413A-8AA3-B5C8E8A90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BBC6F-AD23-47EB-8227-644F49B79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1E36-1FDC-4B15-9AD2-8F0CF19A24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1782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542C6-B7E7-4A20-BDC6-C85C02C50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AEF78-8E35-43C0-8D7A-7DCB41F1C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63CE20-4F26-4280-BD49-6AF0F5611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588EC2-6018-4BC0-90B9-F8C0FB986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7682-7F38-4A89-B41A-094B6EE23688}" type="datetimeFigureOut">
              <a:rPr lang="en-GB" smtClean="0"/>
              <a:t>21/12/2020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8DB6EF-5D24-426D-9944-EB62D587A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E02A6-4D61-4508-8244-27E45DAAB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1E36-1FDC-4B15-9AD2-8F0CF19A24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1968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E775E-41D8-4A3B-A9F5-67E931156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901092-D265-4B38-A566-9A7906A14E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E293DE-9714-4D44-8ABE-7BEB9F79B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83631-2A36-4ABD-A10C-7D03E6A73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7682-7F38-4A89-B41A-094B6EE23688}" type="datetimeFigureOut">
              <a:rPr lang="en-GB" smtClean="0"/>
              <a:t>21/12/2020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D3966-7958-4850-961F-2FF18DD0E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77DE55-6B1D-4C5C-8120-093086C8F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1E36-1FDC-4B15-9AD2-8F0CF19A24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2063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17FEE-1BF8-479D-95F6-2B018E767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2A9131-123A-4F61-90C9-EA3231B10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12658-FD87-4D95-8531-9FCA3B1EF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7682-7F38-4A89-B41A-094B6EE23688}" type="datetimeFigureOut">
              <a:rPr lang="en-GB" smtClean="0"/>
              <a:t>21/12/2020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45B13-8EA6-4F04-8E78-8B69F3CD3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FCB14-E6D3-4C8E-8B11-272CA7F47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1E36-1FDC-4B15-9AD2-8F0CF19A24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2784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C0263A-DF0C-4F5D-B857-A725E49D94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7BE079-1FF8-4F0A-B183-F690FAFA78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8414D-AF84-4237-B856-D22E9586A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7682-7F38-4A89-B41A-094B6EE23688}" type="datetimeFigureOut">
              <a:rPr lang="en-GB" smtClean="0"/>
              <a:t>21/12/2020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98ECC-6BF3-407A-9A56-9065E2CDF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158F0-C349-4A53-8A8E-604295798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1E36-1FDC-4B15-9AD2-8F0CF19A24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52386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flipH="1">
            <a:off x="-5" y="247650"/>
            <a:ext cx="10582280" cy="7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5968" y="377985"/>
            <a:ext cx="104407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257" y="968082"/>
            <a:ext cx="10566593" cy="232634"/>
          </a:xfrm>
          <a:prstGeom prst="rect">
            <a:avLst/>
          </a:prstGeom>
        </p:spPr>
      </p:pic>
      <p:sp>
        <p:nvSpPr>
          <p:cNvPr id="20" name="Title 1"/>
          <p:cNvSpPr>
            <a:spLocks noGrp="1"/>
          </p:cNvSpPr>
          <p:nvPr>
            <p:ph type="title"/>
          </p:nvPr>
        </p:nvSpPr>
        <p:spPr bwMode="gray">
          <a:xfrm>
            <a:off x="530182" y="393373"/>
            <a:ext cx="9823494" cy="430887"/>
          </a:xfr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>
            <a:lvl1pPr algn="l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Arial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6C96D009-BD9B-4C2A-8352-92EEEC2860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8810" y="484047"/>
            <a:ext cx="935990" cy="265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446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CFEB17-7F2B-456D-98E9-4BFEB3D1E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74F30-AF87-41A1-B6C0-BD86A7835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C4037-7A9E-4CC8-9E21-69F5B21F7B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67682-7F38-4A89-B41A-094B6EE23688}" type="datetimeFigureOut">
              <a:rPr lang="en-GB" smtClean="0"/>
              <a:t>21/12/2020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AAC6D-826B-4A6B-A6D8-5BC3BAC142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5839-2D83-4E7C-8AFF-9A69F0182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F51E36-1FDC-4B15-9AD2-8F0CF19A24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2302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diagramColors" Target="../diagrams/colors1.xml"/><Relationship Id="rId12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11.png"/><Relationship Id="rId5" Type="http://schemas.openxmlformats.org/officeDocument/2006/relationships/diagramLayout" Target="../diagrams/layout1.xml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diagramData" Target="../diagrams/data1.xml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11" Type="http://schemas.openxmlformats.org/officeDocument/2006/relationships/image" Target="../media/image25.png"/><Relationship Id="rId5" Type="http://schemas.openxmlformats.org/officeDocument/2006/relationships/diagramColors" Target="../diagrams/colors2.xml"/><Relationship Id="rId10" Type="http://schemas.openxmlformats.org/officeDocument/2006/relationships/image" Target="../media/image24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48V Systems - Power Inverter (Motor Control ECU)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41115" y="1205260"/>
            <a:ext cx="2937088" cy="661169"/>
            <a:chOff x="741115" y="1385375"/>
            <a:chExt cx="2937088" cy="66116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F715BCC-1A82-40ED-A767-28EB0F078199}"/>
                </a:ext>
              </a:extLst>
            </p:cNvPr>
            <p:cNvGrpSpPr/>
            <p:nvPr/>
          </p:nvGrpSpPr>
          <p:grpSpPr>
            <a:xfrm>
              <a:off x="741115" y="1402722"/>
              <a:ext cx="2937088" cy="643822"/>
              <a:chOff x="8921977" y="1559058"/>
              <a:chExt cx="2937088" cy="643822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4262C7-5B57-4226-AD11-6BC8E50FACD1}"/>
                  </a:ext>
                </a:extLst>
              </p:cNvPr>
              <p:cNvSpPr txBox="1"/>
              <p:nvPr/>
            </p:nvSpPr>
            <p:spPr>
              <a:xfrm>
                <a:off x="8921977" y="1559058"/>
                <a:ext cx="2937088" cy="369332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all" spc="0" normalizeH="0" baseline="0" noProof="0" dirty="0">
                    <a:ln>
                      <a:noFill/>
                    </a:ln>
                    <a:solidFill>
                      <a:srgbClr val="160A47"/>
                    </a:solidFill>
                    <a:effectLst/>
                    <a:uLnTx/>
                    <a:uFillTx/>
                    <a:latin typeface="Arial Narrow"/>
                    <a:ea typeface="+mn-ea"/>
                    <a:cs typeface="Arial" charset="0"/>
                  </a:rPr>
                  <a:t>Our Understanding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95EA22-6BE2-4521-9EF5-A177E1FD9BED}"/>
                  </a:ext>
                </a:extLst>
              </p:cNvPr>
              <p:cNvSpPr txBox="1"/>
              <p:nvPr/>
            </p:nvSpPr>
            <p:spPr>
              <a:xfrm>
                <a:off x="8929772" y="1925881"/>
                <a:ext cx="2929293" cy="276999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 Narrow"/>
                  <a:ea typeface="+mn-ea"/>
                  <a:cs typeface="Arial" charset="0"/>
                </a:endParaRPr>
              </a:p>
            </p:txBody>
          </p:sp>
        </p:grpSp>
        <p:sp>
          <p:nvSpPr>
            <p:cNvPr id="12" name="Freeform: Shape 35">
              <a:extLst>
                <a:ext uri="{FF2B5EF4-FFF2-40B4-BE49-F238E27FC236}">
                  <a16:creationId xmlns:a16="http://schemas.microsoft.com/office/drawing/2014/main" id="{8161BF2B-9026-48CE-957C-FBB3B3A37B37}"/>
                </a:ext>
              </a:extLst>
            </p:cNvPr>
            <p:cNvSpPr/>
            <p:nvPr/>
          </p:nvSpPr>
          <p:spPr>
            <a:xfrm>
              <a:off x="3052040" y="1385375"/>
              <a:ext cx="618368" cy="309184"/>
            </a:xfrm>
            <a:custGeom>
              <a:avLst/>
              <a:gdLst>
                <a:gd name="connsiteX0" fmla="*/ 647700 w 838200"/>
                <a:gd name="connsiteY0" fmla="*/ 266700 h 419100"/>
                <a:gd name="connsiteX1" fmla="*/ 723900 w 838200"/>
                <a:gd name="connsiteY1" fmla="*/ 342900 h 419100"/>
                <a:gd name="connsiteX2" fmla="*/ 647700 w 838200"/>
                <a:gd name="connsiteY2" fmla="*/ 419100 h 419100"/>
                <a:gd name="connsiteX3" fmla="*/ 571500 w 838200"/>
                <a:gd name="connsiteY3" fmla="*/ 342900 h 419100"/>
                <a:gd name="connsiteX4" fmla="*/ 647700 w 838200"/>
                <a:gd name="connsiteY4" fmla="*/ 266700 h 419100"/>
                <a:gd name="connsiteX5" fmla="*/ 190500 w 838200"/>
                <a:gd name="connsiteY5" fmla="*/ 266700 h 419100"/>
                <a:gd name="connsiteX6" fmla="*/ 266700 w 838200"/>
                <a:gd name="connsiteY6" fmla="*/ 342900 h 419100"/>
                <a:gd name="connsiteX7" fmla="*/ 190500 w 838200"/>
                <a:gd name="connsiteY7" fmla="*/ 419100 h 419100"/>
                <a:gd name="connsiteX8" fmla="*/ 114300 w 838200"/>
                <a:gd name="connsiteY8" fmla="*/ 342900 h 419100"/>
                <a:gd name="connsiteX9" fmla="*/ 190500 w 838200"/>
                <a:gd name="connsiteY9" fmla="*/ 266700 h 419100"/>
                <a:gd name="connsiteX10" fmla="*/ 333375 w 838200"/>
                <a:gd name="connsiteY10" fmla="*/ 38100 h 419100"/>
                <a:gd name="connsiteX11" fmla="*/ 333375 w 838200"/>
                <a:gd name="connsiteY11" fmla="*/ 152400 h 419100"/>
                <a:gd name="connsiteX12" fmla="*/ 593407 w 838200"/>
                <a:gd name="connsiteY12" fmla="*/ 152400 h 419100"/>
                <a:gd name="connsiteX13" fmla="*/ 490537 w 838200"/>
                <a:gd name="connsiteY13" fmla="*/ 49530 h 419100"/>
                <a:gd name="connsiteX14" fmla="*/ 463867 w 838200"/>
                <a:gd name="connsiteY14" fmla="*/ 38100 h 419100"/>
                <a:gd name="connsiteX15" fmla="*/ 183832 w 838200"/>
                <a:gd name="connsiteY15" fmla="*/ 38100 h 419100"/>
                <a:gd name="connsiteX16" fmla="*/ 157162 w 838200"/>
                <a:gd name="connsiteY16" fmla="*/ 49530 h 419100"/>
                <a:gd name="connsiteX17" fmla="*/ 54292 w 838200"/>
                <a:gd name="connsiteY17" fmla="*/ 152400 h 419100"/>
                <a:gd name="connsiteX18" fmla="*/ 295275 w 838200"/>
                <a:gd name="connsiteY18" fmla="*/ 152400 h 419100"/>
                <a:gd name="connsiteX19" fmla="*/ 295275 w 838200"/>
                <a:gd name="connsiteY19" fmla="*/ 38100 h 419100"/>
                <a:gd name="connsiteX20" fmla="*/ 183832 w 838200"/>
                <a:gd name="connsiteY20" fmla="*/ 0 h 419100"/>
                <a:gd name="connsiteX21" fmla="*/ 462915 w 838200"/>
                <a:gd name="connsiteY21" fmla="*/ 0 h 419100"/>
                <a:gd name="connsiteX22" fmla="*/ 517207 w 838200"/>
                <a:gd name="connsiteY22" fmla="*/ 21907 h 419100"/>
                <a:gd name="connsiteX23" fmla="*/ 637222 w 838200"/>
                <a:gd name="connsiteY23" fmla="*/ 140970 h 419100"/>
                <a:gd name="connsiteX24" fmla="*/ 663892 w 838200"/>
                <a:gd name="connsiteY24" fmla="*/ 152400 h 419100"/>
                <a:gd name="connsiteX25" fmla="*/ 742950 w 838200"/>
                <a:gd name="connsiteY25" fmla="*/ 152400 h 419100"/>
                <a:gd name="connsiteX26" fmla="*/ 838200 w 838200"/>
                <a:gd name="connsiteY26" fmla="*/ 247650 h 419100"/>
                <a:gd name="connsiteX27" fmla="*/ 838200 w 838200"/>
                <a:gd name="connsiteY27" fmla="*/ 304800 h 419100"/>
                <a:gd name="connsiteX28" fmla="*/ 800100 w 838200"/>
                <a:gd name="connsiteY28" fmla="*/ 342900 h 419100"/>
                <a:gd name="connsiteX29" fmla="*/ 752475 w 838200"/>
                <a:gd name="connsiteY29" fmla="*/ 342900 h 419100"/>
                <a:gd name="connsiteX30" fmla="*/ 647700 w 838200"/>
                <a:gd name="connsiteY30" fmla="*/ 238125 h 419100"/>
                <a:gd name="connsiteX31" fmla="*/ 542925 w 838200"/>
                <a:gd name="connsiteY31" fmla="*/ 342900 h 419100"/>
                <a:gd name="connsiteX32" fmla="*/ 295275 w 838200"/>
                <a:gd name="connsiteY32" fmla="*/ 342900 h 419100"/>
                <a:gd name="connsiteX33" fmla="*/ 190500 w 838200"/>
                <a:gd name="connsiteY33" fmla="*/ 238125 h 419100"/>
                <a:gd name="connsiteX34" fmla="*/ 85725 w 838200"/>
                <a:gd name="connsiteY34" fmla="*/ 342900 h 419100"/>
                <a:gd name="connsiteX35" fmla="*/ 76200 w 838200"/>
                <a:gd name="connsiteY35" fmla="*/ 342900 h 419100"/>
                <a:gd name="connsiteX36" fmla="*/ 0 w 838200"/>
                <a:gd name="connsiteY36" fmla="*/ 266700 h 419100"/>
                <a:gd name="connsiteX37" fmla="*/ 0 w 838200"/>
                <a:gd name="connsiteY37" fmla="*/ 168592 h 419100"/>
                <a:gd name="connsiteX38" fmla="*/ 11430 w 838200"/>
                <a:gd name="connsiteY38" fmla="*/ 140970 h 419100"/>
                <a:gd name="connsiteX39" fmla="*/ 129540 w 838200"/>
                <a:gd name="connsiteY39" fmla="*/ 21907 h 419100"/>
                <a:gd name="connsiteX40" fmla="*/ 183832 w 838200"/>
                <a:gd name="connsiteY40" fmla="*/ 0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838200" h="419100">
                  <a:moveTo>
                    <a:pt x="647700" y="266700"/>
                  </a:moveTo>
                  <a:cubicBezTo>
                    <a:pt x="689784" y="266700"/>
                    <a:pt x="723900" y="300816"/>
                    <a:pt x="723900" y="342900"/>
                  </a:cubicBezTo>
                  <a:cubicBezTo>
                    <a:pt x="723900" y="384984"/>
                    <a:pt x="689784" y="419100"/>
                    <a:pt x="647700" y="419100"/>
                  </a:cubicBezTo>
                  <a:cubicBezTo>
                    <a:pt x="605616" y="419100"/>
                    <a:pt x="571500" y="384984"/>
                    <a:pt x="571500" y="342900"/>
                  </a:cubicBezTo>
                  <a:cubicBezTo>
                    <a:pt x="571500" y="300816"/>
                    <a:pt x="605616" y="266700"/>
                    <a:pt x="647700" y="266700"/>
                  </a:cubicBezTo>
                  <a:close/>
                  <a:moveTo>
                    <a:pt x="190500" y="266700"/>
                  </a:moveTo>
                  <a:cubicBezTo>
                    <a:pt x="232584" y="266700"/>
                    <a:pt x="266700" y="300816"/>
                    <a:pt x="266700" y="342900"/>
                  </a:cubicBezTo>
                  <a:cubicBezTo>
                    <a:pt x="266700" y="384984"/>
                    <a:pt x="232584" y="419100"/>
                    <a:pt x="190500" y="419100"/>
                  </a:cubicBezTo>
                  <a:cubicBezTo>
                    <a:pt x="148416" y="419100"/>
                    <a:pt x="114300" y="384984"/>
                    <a:pt x="114300" y="342900"/>
                  </a:cubicBezTo>
                  <a:cubicBezTo>
                    <a:pt x="114300" y="300816"/>
                    <a:pt x="148416" y="266700"/>
                    <a:pt x="190500" y="266700"/>
                  </a:cubicBezTo>
                  <a:close/>
                  <a:moveTo>
                    <a:pt x="333375" y="38100"/>
                  </a:moveTo>
                  <a:lnTo>
                    <a:pt x="333375" y="152400"/>
                  </a:lnTo>
                  <a:lnTo>
                    <a:pt x="593407" y="152400"/>
                  </a:lnTo>
                  <a:lnTo>
                    <a:pt x="490537" y="49530"/>
                  </a:lnTo>
                  <a:cubicBezTo>
                    <a:pt x="483870" y="41910"/>
                    <a:pt x="474345" y="38100"/>
                    <a:pt x="463867" y="38100"/>
                  </a:cubicBezTo>
                  <a:close/>
                  <a:moveTo>
                    <a:pt x="183832" y="38100"/>
                  </a:moveTo>
                  <a:cubicBezTo>
                    <a:pt x="174307" y="38100"/>
                    <a:pt x="164782" y="41910"/>
                    <a:pt x="157162" y="49530"/>
                  </a:cubicBezTo>
                  <a:lnTo>
                    <a:pt x="54292" y="152400"/>
                  </a:lnTo>
                  <a:lnTo>
                    <a:pt x="295275" y="152400"/>
                  </a:lnTo>
                  <a:lnTo>
                    <a:pt x="295275" y="38100"/>
                  </a:lnTo>
                  <a:close/>
                  <a:moveTo>
                    <a:pt x="183832" y="0"/>
                  </a:moveTo>
                  <a:lnTo>
                    <a:pt x="462915" y="0"/>
                  </a:lnTo>
                  <a:cubicBezTo>
                    <a:pt x="483870" y="0"/>
                    <a:pt x="502920" y="7620"/>
                    <a:pt x="517207" y="21907"/>
                  </a:cubicBezTo>
                  <a:lnTo>
                    <a:pt x="637222" y="140970"/>
                  </a:lnTo>
                  <a:cubicBezTo>
                    <a:pt x="643890" y="148590"/>
                    <a:pt x="653415" y="152400"/>
                    <a:pt x="663892" y="152400"/>
                  </a:cubicBezTo>
                  <a:lnTo>
                    <a:pt x="742950" y="152400"/>
                  </a:lnTo>
                  <a:cubicBezTo>
                    <a:pt x="795337" y="152400"/>
                    <a:pt x="838200" y="195262"/>
                    <a:pt x="838200" y="247650"/>
                  </a:cubicBezTo>
                  <a:lnTo>
                    <a:pt x="838200" y="304800"/>
                  </a:lnTo>
                  <a:cubicBezTo>
                    <a:pt x="838200" y="325755"/>
                    <a:pt x="821055" y="342900"/>
                    <a:pt x="800100" y="342900"/>
                  </a:cubicBezTo>
                  <a:lnTo>
                    <a:pt x="752475" y="342900"/>
                  </a:lnTo>
                  <a:cubicBezTo>
                    <a:pt x="752475" y="284797"/>
                    <a:pt x="705802" y="238125"/>
                    <a:pt x="647700" y="238125"/>
                  </a:cubicBezTo>
                  <a:cubicBezTo>
                    <a:pt x="589597" y="238125"/>
                    <a:pt x="542925" y="284797"/>
                    <a:pt x="542925" y="342900"/>
                  </a:cubicBezTo>
                  <a:lnTo>
                    <a:pt x="295275" y="342900"/>
                  </a:lnTo>
                  <a:cubicBezTo>
                    <a:pt x="295275" y="284797"/>
                    <a:pt x="248602" y="238125"/>
                    <a:pt x="190500" y="238125"/>
                  </a:cubicBezTo>
                  <a:cubicBezTo>
                    <a:pt x="132397" y="238125"/>
                    <a:pt x="85725" y="284797"/>
                    <a:pt x="85725" y="342900"/>
                  </a:cubicBezTo>
                  <a:lnTo>
                    <a:pt x="76200" y="342900"/>
                  </a:lnTo>
                  <a:cubicBezTo>
                    <a:pt x="34290" y="342900"/>
                    <a:pt x="0" y="308610"/>
                    <a:pt x="0" y="266700"/>
                  </a:cubicBezTo>
                  <a:lnTo>
                    <a:pt x="0" y="168592"/>
                  </a:lnTo>
                  <a:cubicBezTo>
                    <a:pt x="0" y="158115"/>
                    <a:pt x="3810" y="148590"/>
                    <a:pt x="11430" y="140970"/>
                  </a:cubicBezTo>
                  <a:lnTo>
                    <a:pt x="129540" y="21907"/>
                  </a:lnTo>
                  <a:cubicBezTo>
                    <a:pt x="143827" y="7620"/>
                    <a:pt x="163830" y="0"/>
                    <a:pt x="183832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845017" y="1205260"/>
            <a:ext cx="2937088" cy="369332"/>
            <a:chOff x="4845017" y="1385375"/>
            <a:chExt cx="2937088" cy="3693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1883FBE-D7D4-4CC0-991C-DCCAB81113C2}"/>
                </a:ext>
              </a:extLst>
            </p:cNvPr>
            <p:cNvSpPr txBox="1"/>
            <p:nvPr/>
          </p:nvSpPr>
          <p:spPr>
            <a:xfrm>
              <a:off x="4845017" y="1385375"/>
              <a:ext cx="2937088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all" spc="0" normalizeH="0" baseline="0" noProof="0" dirty="0">
                  <a:ln>
                    <a:noFill/>
                  </a:ln>
                  <a:solidFill>
                    <a:srgbClr val="60047A"/>
                  </a:solidFill>
                  <a:effectLst/>
                  <a:uLnTx/>
                  <a:uFillTx/>
                  <a:latin typeface="Arial Narrow"/>
                  <a:ea typeface="+mn-ea"/>
                  <a:cs typeface="Arial" charset="0"/>
                </a:rPr>
                <a:t>Experience </a:t>
              </a:r>
            </a:p>
          </p:txBody>
        </p:sp>
        <p:sp>
          <p:nvSpPr>
            <p:cNvPr id="25" name="Freeform: Shape 36">
              <a:extLst>
                <a:ext uri="{FF2B5EF4-FFF2-40B4-BE49-F238E27FC236}">
                  <a16:creationId xmlns:a16="http://schemas.microsoft.com/office/drawing/2014/main" id="{08DB0F22-5610-4E26-89DA-C6F1E135E331}"/>
                </a:ext>
              </a:extLst>
            </p:cNvPr>
            <p:cNvSpPr/>
            <p:nvPr/>
          </p:nvSpPr>
          <p:spPr>
            <a:xfrm>
              <a:off x="6676398" y="1402722"/>
              <a:ext cx="618368" cy="309184"/>
            </a:xfrm>
            <a:custGeom>
              <a:avLst/>
              <a:gdLst>
                <a:gd name="connsiteX0" fmla="*/ 647700 w 838200"/>
                <a:gd name="connsiteY0" fmla="*/ 266700 h 419100"/>
                <a:gd name="connsiteX1" fmla="*/ 723900 w 838200"/>
                <a:gd name="connsiteY1" fmla="*/ 342900 h 419100"/>
                <a:gd name="connsiteX2" fmla="*/ 647700 w 838200"/>
                <a:gd name="connsiteY2" fmla="*/ 419100 h 419100"/>
                <a:gd name="connsiteX3" fmla="*/ 571500 w 838200"/>
                <a:gd name="connsiteY3" fmla="*/ 342900 h 419100"/>
                <a:gd name="connsiteX4" fmla="*/ 647700 w 838200"/>
                <a:gd name="connsiteY4" fmla="*/ 266700 h 419100"/>
                <a:gd name="connsiteX5" fmla="*/ 190500 w 838200"/>
                <a:gd name="connsiteY5" fmla="*/ 266700 h 419100"/>
                <a:gd name="connsiteX6" fmla="*/ 266700 w 838200"/>
                <a:gd name="connsiteY6" fmla="*/ 342900 h 419100"/>
                <a:gd name="connsiteX7" fmla="*/ 190500 w 838200"/>
                <a:gd name="connsiteY7" fmla="*/ 419100 h 419100"/>
                <a:gd name="connsiteX8" fmla="*/ 114300 w 838200"/>
                <a:gd name="connsiteY8" fmla="*/ 342900 h 419100"/>
                <a:gd name="connsiteX9" fmla="*/ 190500 w 838200"/>
                <a:gd name="connsiteY9" fmla="*/ 266700 h 419100"/>
                <a:gd name="connsiteX10" fmla="*/ 333375 w 838200"/>
                <a:gd name="connsiteY10" fmla="*/ 38100 h 419100"/>
                <a:gd name="connsiteX11" fmla="*/ 333375 w 838200"/>
                <a:gd name="connsiteY11" fmla="*/ 152400 h 419100"/>
                <a:gd name="connsiteX12" fmla="*/ 593407 w 838200"/>
                <a:gd name="connsiteY12" fmla="*/ 152400 h 419100"/>
                <a:gd name="connsiteX13" fmla="*/ 490537 w 838200"/>
                <a:gd name="connsiteY13" fmla="*/ 49530 h 419100"/>
                <a:gd name="connsiteX14" fmla="*/ 463867 w 838200"/>
                <a:gd name="connsiteY14" fmla="*/ 38100 h 419100"/>
                <a:gd name="connsiteX15" fmla="*/ 183832 w 838200"/>
                <a:gd name="connsiteY15" fmla="*/ 38100 h 419100"/>
                <a:gd name="connsiteX16" fmla="*/ 157162 w 838200"/>
                <a:gd name="connsiteY16" fmla="*/ 49530 h 419100"/>
                <a:gd name="connsiteX17" fmla="*/ 54292 w 838200"/>
                <a:gd name="connsiteY17" fmla="*/ 152400 h 419100"/>
                <a:gd name="connsiteX18" fmla="*/ 295275 w 838200"/>
                <a:gd name="connsiteY18" fmla="*/ 152400 h 419100"/>
                <a:gd name="connsiteX19" fmla="*/ 295275 w 838200"/>
                <a:gd name="connsiteY19" fmla="*/ 38100 h 419100"/>
                <a:gd name="connsiteX20" fmla="*/ 183832 w 838200"/>
                <a:gd name="connsiteY20" fmla="*/ 0 h 419100"/>
                <a:gd name="connsiteX21" fmla="*/ 462915 w 838200"/>
                <a:gd name="connsiteY21" fmla="*/ 0 h 419100"/>
                <a:gd name="connsiteX22" fmla="*/ 517207 w 838200"/>
                <a:gd name="connsiteY22" fmla="*/ 21907 h 419100"/>
                <a:gd name="connsiteX23" fmla="*/ 637222 w 838200"/>
                <a:gd name="connsiteY23" fmla="*/ 140970 h 419100"/>
                <a:gd name="connsiteX24" fmla="*/ 663892 w 838200"/>
                <a:gd name="connsiteY24" fmla="*/ 152400 h 419100"/>
                <a:gd name="connsiteX25" fmla="*/ 742950 w 838200"/>
                <a:gd name="connsiteY25" fmla="*/ 152400 h 419100"/>
                <a:gd name="connsiteX26" fmla="*/ 838200 w 838200"/>
                <a:gd name="connsiteY26" fmla="*/ 247650 h 419100"/>
                <a:gd name="connsiteX27" fmla="*/ 838200 w 838200"/>
                <a:gd name="connsiteY27" fmla="*/ 304800 h 419100"/>
                <a:gd name="connsiteX28" fmla="*/ 800100 w 838200"/>
                <a:gd name="connsiteY28" fmla="*/ 342900 h 419100"/>
                <a:gd name="connsiteX29" fmla="*/ 752475 w 838200"/>
                <a:gd name="connsiteY29" fmla="*/ 342900 h 419100"/>
                <a:gd name="connsiteX30" fmla="*/ 647700 w 838200"/>
                <a:gd name="connsiteY30" fmla="*/ 238125 h 419100"/>
                <a:gd name="connsiteX31" fmla="*/ 542925 w 838200"/>
                <a:gd name="connsiteY31" fmla="*/ 342900 h 419100"/>
                <a:gd name="connsiteX32" fmla="*/ 295275 w 838200"/>
                <a:gd name="connsiteY32" fmla="*/ 342900 h 419100"/>
                <a:gd name="connsiteX33" fmla="*/ 190500 w 838200"/>
                <a:gd name="connsiteY33" fmla="*/ 238125 h 419100"/>
                <a:gd name="connsiteX34" fmla="*/ 85725 w 838200"/>
                <a:gd name="connsiteY34" fmla="*/ 342900 h 419100"/>
                <a:gd name="connsiteX35" fmla="*/ 76200 w 838200"/>
                <a:gd name="connsiteY35" fmla="*/ 342900 h 419100"/>
                <a:gd name="connsiteX36" fmla="*/ 0 w 838200"/>
                <a:gd name="connsiteY36" fmla="*/ 266700 h 419100"/>
                <a:gd name="connsiteX37" fmla="*/ 0 w 838200"/>
                <a:gd name="connsiteY37" fmla="*/ 168592 h 419100"/>
                <a:gd name="connsiteX38" fmla="*/ 11430 w 838200"/>
                <a:gd name="connsiteY38" fmla="*/ 140970 h 419100"/>
                <a:gd name="connsiteX39" fmla="*/ 129540 w 838200"/>
                <a:gd name="connsiteY39" fmla="*/ 21907 h 419100"/>
                <a:gd name="connsiteX40" fmla="*/ 183832 w 838200"/>
                <a:gd name="connsiteY40" fmla="*/ 0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838200" h="419100">
                  <a:moveTo>
                    <a:pt x="647700" y="266700"/>
                  </a:moveTo>
                  <a:cubicBezTo>
                    <a:pt x="689784" y="266700"/>
                    <a:pt x="723900" y="300816"/>
                    <a:pt x="723900" y="342900"/>
                  </a:cubicBezTo>
                  <a:cubicBezTo>
                    <a:pt x="723900" y="384984"/>
                    <a:pt x="689784" y="419100"/>
                    <a:pt x="647700" y="419100"/>
                  </a:cubicBezTo>
                  <a:cubicBezTo>
                    <a:pt x="605616" y="419100"/>
                    <a:pt x="571500" y="384984"/>
                    <a:pt x="571500" y="342900"/>
                  </a:cubicBezTo>
                  <a:cubicBezTo>
                    <a:pt x="571500" y="300816"/>
                    <a:pt x="605616" y="266700"/>
                    <a:pt x="647700" y="266700"/>
                  </a:cubicBezTo>
                  <a:close/>
                  <a:moveTo>
                    <a:pt x="190500" y="266700"/>
                  </a:moveTo>
                  <a:cubicBezTo>
                    <a:pt x="232584" y="266700"/>
                    <a:pt x="266700" y="300816"/>
                    <a:pt x="266700" y="342900"/>
                  </a:cubicBezTo>
                  <a:cubicBezTo>
                    <a:pt x="266700" y="384984"/>
                    <a:pt x="232584" y="419100"/>
                    <a:pt x="190500" y="419100"/>
                  </a:cubicBezTo>
                  <a:cubicBezTo>
                    <a:pt x="148416" y="419100"/>
                    <a:pt x="114300" y="384984"/>
                    <a:pt x="114300" y="342900"/>
                  </a:cubicBezTo>
                  <a:cubicBezTo>
                    <a:pt x="114300" y="300816"/>
                    <a:pt x="148416" y="266700"/>
                    <a:pt x="190500" y="266700"/>
                  </a:cubicBezTo>
                  <a:close/>
                  <a:moveTo>
                    <a:pt x="333375" y="38100"/>
                  </a:moveTo>
                  <a:lnTo>
                    <a:pt x="333375" y="152400"/>
                  </a:lnTo>
                  <a:lnTo>
                    <a:pt x="593407" y="152400"/>
                  </a:lnTo>
                  <a:lnTo>
                    <a:pt x="490537" y="49530"/>
                  </a:lnTo>
                  <a:cubicBezTo>
                    <a:pt x="483870" y="41910"/>
                    <a:pt x="474345" y="38100"/>
                    <a:pt x="463867" y="38100"/>
                  </a:cubicBezTo>
                  <a:close/>
                  <a:moveTo>
                    <a:pt x="183832" y="38100"/>
                  </a:moveTo>
                  <a:cubicBezTo>
                    <a:pt x="174307" y="38100"/>
                    <a:pt x="164782" y="41910"/>
                    <a:pt x="157162" y="49530"/>
                  </a:cubicBezTo>
                  <a:lnTo>
                    <a:pt x="54292" y="152400"/>
                  </a:lnTo>
                  <a:lnTo>
                    <a:pt x="295275" y="152400"/>
                  </a:lnTo>
                  <a:lnTo>
                    <a:pt x="295275" y="38100"/>
                  </a:lnTo>
                  <a:close/>
                  <a:moveTo>
                    <a:pt x="183832" y="0"/>
                  </a:moveTo>
                  <a:lnTo>
                    <a:pt x="462915" y="0"/>
                  </a:lnTo>
                  <a:cubicBezTo>
                    <a:pt x="483870" y="0"/>
                    <a:pt x="502920" y="7620"/>
                    <a:pt x="517207" y="21907"/>
                  </a:cubicBezTo>
                  <a:lnTo>
                    <a:pt x="637222" y="140970"/>
                  </a:lnTo>
                  <a:cubicBezTo>
                    <a:pt x="643890" y="148590"/>
                    <a:pt x="653415" y="152400"/>
                    <a:pt x="663892" y="152400"/>
                  </a:cubicBezTo>
                  <a:lnTo>
                    <a:pt x="742950" y="152400"/>
                  </a:lnTo>
                  <a:cubicBezTo>
                    <a:pt x="795337" y="152400"/>
                    <a:pt x="838200" y="195262"/>
                    <a:pt x="838200" y="247650"/>
                  </a:cubicBezTo>
                  <a:lnTo>
                    <a:pt x="838200" y="304800"/>
                  </a:lnTo>
                  <a:cubicBezTo>
                    <a:pt x="838200" y="325755"/>
                    <a:pt x="821055" y="342900"/>
                    <a:pt x="800100" y="342900"/>
                  </a:cubicBezTo>
                  <a:lnTo>
                    <a:pt x="752475" y="342900"/>
                  </a:lnTo>
                  <a:cubicBezTo>
                    <a:pt x="752475" y="284797"/>
                    <a:pt x="705802" y="238125"/>
                    <a:pt x="647700" y="238125"/>
                  </a:cubicBezTo>
                  <a:cubicBezTo>
                    <a:pt x="589597" y="238125"/>
                    <a:pt x="542925" y="284797"/>
                    <a:pt x="542925" y="342900"/>
                  </a:cubicBezTo>
                  <a:lnTo>
                    <a:pt x="295275" y="342900"/>
                  </a:lnTo>
                  <a:cubicBezTo>
                    <a:pt x="295275" y="284797"/>
                    <a:pt x="248602" y="238125"/>
                    <a:pt x="190500" y="238125"/>
                  </a:cubicBezTo>
                  <a:cubicBezTo>
                    <a:pt x="132397" y="238125"/>
                    <a:pt x="85725" y="284797"/>
                    <a:pt x="85725" y="342900"/>
                  </a:cubicBezTo>
                  <a:lnTo>
                    <a:pt x="76200" y="342900"/>
                  </a:lnTo>
                  <a:cubicBezTo>
                    <a:pt x="34290" y="342900"/>
                    <a:pt x="0" y="308610"/>
                    <a:pt x="0" y="266700"/>
                  </a:cubicBezTo>
                  <a:lnTo>
                    <a:pt x="0" y="168592"/>
                  </a:lnTo>
                  <a:cubicBezTo>
                    <a:pt x="0" y="158115"/>
                    <a:pt x="3810" y="148590"/>
                    <a:pt x="11430" y="140970"/>
                  </a:cubicBezTo>
                  <a:lnTo>
                    <a:pt x="129540" y="21907"/>
                  </a:lnTo>
                  <a:cubicBezTo>
                    <a:pt x="143827" y="7620"/>
                    <a:pt x="163830" y="0"/>
                    <a:pt x="18383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16AC66E-1238-4B0E-ABDC-B69F5C770A14}"/>
              </a:ext>
            </a:extLst>
          </p:cNvPr>
          <p:cNvGrpSpPr/>
          <p:nvPr/>
        </p:nvGrpSpPr>
        <p:grpSpPr>
          <a:xfrm>
            <a:off x="8956714" y="1205260"/>
            <a:ext cx="2937088" cy="643822"/>
            <a:chOff x="8921977" y="4165719"/>
            <a:chExt cx="2937088" cy="64382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A010AA5-F134-4817-8A77-60F32775BF3D}"/>
                </a:ext>
              </a:extLst>
            </p:cNvPr>
            <p:cNvSpPr txBox="1"/>
            <p:nvPr/>
          </p:nvSpPr>
          <p:spPr>
            <a:xfrm>
              <a:off x="8921977" y="4165719"/>
              <a:ext cx="2937088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all" spc="0" normalizeH="0" baseline="0" noProof="0" dirty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Arial Narrow"/>
                  <a:ea typeface="+mn-ea"/>
                  <a:cs typeface="Arial" charset="0"/>
                </a:rPr>
                <a:t>Strength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B03A6B2-AE07-47E9-ABD0-B5B92D5B44ED}"/>
                </a:ext>
              </a:extLst>
            </p:cNvPr>
            <p:cNvSpPr txBox="1"/>
            <p:nvPr/>
          </p:nvSpPr>
          <p:spPr>
            <a:xfrm>
              <a:off x="8929772" y="4532542"/>
              <a:ext cx="2929293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endParaRPr>
            </a:p>
          </p:txBody>
        </p:sp>
      </p:grp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C57204B-5E9C-45B0-8731-50613907FD8D}"/>
              </a:ext>
            </a:extLst>
          </p:cNvPr>
          <p:cNvSpPr/>
          <p:nvPr/>
        </p:nvSpPr>
        <p:spPr>
          <a:xfrm>
            <a:off x="10656888" y="1235334"/>
            <a:ext cx="618368" cy="309184"/>
          </a:xfrm>
          <a:custGeom>
            <a:avLst/>
            <a:gdLst>
              <a:gd name="connsiteX0" fmla="*/ 647700 w 838200"/>
              <a:gd name="connsiteY0" fmla="*/ 266700 h 419100"/>
              <a:gd name="connsiteX1" fmla="*/ 723900 w 838200"/>
              <a:gd name="connsiteY1" fmla="*/ 342900 h 419100"/>
              <a:gd name="connsiteX2" fmla="*/ 647700 w 838200"/>
              <a:gd name="connsiteY2" fmla="*/ 419100 h 419100"/>
              <a:gd name="connsiteX3" fmla="*/ 571500 w 838200"/>
              <a:gd name="connsiteY3" fmla="*/ 342900 h 419100"/>
              <a:gd name="connsiteX4" fmla="*/ 647700 w 838200"/>
              <a:gd name="connsiteY4" fmla="*/ 266700 h 419100"/>
              <a:gd name="connsiteX5" fmla="*/ 190500 w 838200"/>
              <a:gd name="connsiteY5" fmla="*/ 266700 h 419100"/>
              <a:gd name="connsiteX6" fmla="*/ 266700 w 838200"/>
              <a:gd name="connsiteY6" fmla="*/ 342900 h 419100"/>
              <a:gd name="connsiteX7" fmla="*/ 190500 w 838200"/>
              <a:gd name="connsiteY7" fmla="*/ 419100 h 419100"/>
              <a:gd name="connsiteX8" fmla="*/ 114300 w 838200"/>
              <a:gd name="connsiteY8" fmla="*/ 342900 h 419100"/>
              <a:gd name="connsiteX9" fmla="*/ 190500 w 838200"/>
              <a:gd name="connsiteY9" fmla="*/ 266700 h 419100"/>
              <a:gd name="connsiteX10" fmla="*/ 333375 w 838200"/>
              <a:gd name="connsiteY10" fmla="*/ 38100 h 419100"/>
              <a:gd name="connsiteX11" fmla="*/ 333375 w 838200"/>
              <a:gd name="connsiteY11" fmla="*/ 152400 h 419100"/>
              <a:gd name="connsiteX12" fmla="*/ 593407 w 838200"/>
              <a:gd name="connsiteY12" fmla="*/ 152400 h 419100"/>
              <a:gd name="connsiteX13" fmla="*/ 490537 w 838200"/>
              <a:gd name="connsiteY13" fmla="*/ 49530 h 419100"/>
              <a:gd name="connsiteX14" fmla="*/ 463867 w 838200"/>
              <a:gd name="connsiteY14" fmla="*/ 38100 h 419100"/>
              <a:gd name="connsiteX15" fmla="*/ 183832 w 838200"/>
              <a:gd name="connsiteY15" fmla="*/ 38100 h 419100"/>
              <a:gd name="connsiteX16" fmla="*/ 157162 w 838200"/>
              <a:gd name="connsiteY16" fmla="*/ 49530 h 419100"/>
              <a:gd name="connsiteX17" fmla="*/ 54292 w 838200"/>
              <a:gd name="connsiteY17" fmla="*/ 152400 h 419100"/>
              <a:gd name="connsiteX18" fmla="*/ 295275 w 838200"/>
              <a:gd name="connsiteY18" fmla="*/ 152400 h 419100"/>
              <a:gd name="connsiteX19" fmla="*/ 295275 w 838200"/>
              <a:gd name="connsiteY19" fmla="*/ 38100 h 419100"/>
              <a:gd name="connsiteX20" fmla="*/ 183832 w 838200"/>
              <a:gd name="connsiteY20" fmla="*/ 0 h 419100"/>
              <a:gd name="connsiteX21" fmla="*/ 462915 w 838200"/>
              <a:gd name="connsiteY21" fmla="*/ 0 h 419100"/>
              <a:gd name="connsiteX22" fmla="*/ 517207 w 838200"/>
              <a:gd name="connsiteY22" fmla="*/ 21907 h 419100"/>
              <a:gd name="connsiteX23" fmla="*/ 637222 w 838200"/>
              <a:gd name="connsiteY23" fmla="*/ 140970 h 419100"/>
              <a:gd name="connsiteX24" fmla="*/ 663892 w 838200"/>
              <a:gd name="connsiteY24" fmla="*/ 152400 h 419100"/>
              <a:gd name="connsiteX25" fmla="*/ 742950 w 838200"/>
              <a:gd name="connsiteY25" fmla="*/ 152400 h 419100"/>
              <a:gd name="connsiteX26" fmla="*/ 838200 w 838200"/>
              <a:gd name="connsiteY26" fmla="*/ 247650 h 419100"/>
              <a:gd name="connsiteX27" fmla="*/ 838200 w 838200"/>
              <a:gd name="connsiteY27" fmla="*/ 304800 h 419100"/>
              <a:gd name="connsiteX28" fmla="*/ 800100 w 838200"/>
              <a:gd name="connsiteY28" fmla="*/ 342900 h 419100"/>
              <a:gd name="connsiteX29" fmla="*/ 752475 w 838200"/>
              <a:gd name="connsiteY29" fmla="*/ 342900 h 419100"/>
              <a:gd name="connsiteX30" fmla="*/ 647700 w 838200"/>
              <a:gd name="connsiteY30" fmla="*/ 238125 h 419100"/>
              <a:gd name="connsiteX31" fmla="*/ 542925 w 838200"/>
              <a:gd name="connsiteY31" fmla="*/ 342900 h 419100"/>
              <a:gd name="connsiteX32" fmla="*/ 295275 w 838200"/>
              <a:gd name="connsiteY32" fmla="*/ 342900 h 419100"/>
              <a:gd name="connsiteX33" fmla="*/ 190500 w 838200"/>
              <a:gd name="connsiteY33" fmla="*/ 238125 h 419100"/>
              <a:gd name="connsiteX34" fmla="*/ 85725 w 838200"/>
              <a:gd name="connsiteY34" fmla="*/ 342900 h 419100"/>
              <a:gd name="connsiteX35" fmla="*/ 76200 w 838200"/>
              <a:gd name="connsiteY35" fmla="*/ 342900 h 419100"/>
              <a:gd name="connsiteX36" fmla="*/ 0 w 838200"/>
              <a:gd name="connsiteY36" fmla="*/ 266700 h 419100"/>
              <a:gd name="connsiteX37" fmla="*/ 0 w 838200"/>
              <a:gd name="connsiteY37" fmla="*/ 168592 h 419100"/>
              <a:gd name="connsiteX38" fmla="*/ 11430 w 838200"/>
              <a:gd name="connsiteY38" fmla="*/ 140970 h 419100"/>
              <a:gd name="connsiteX39" fmla="*/ 129540 w 838200"/>
              <a:gd name="connsiteY39" fmla="*/ 21907 h 419100"/>
              <a:gd name="connsiteX40" fmla="*/ 183832 w 838200"/>
              <a:gd name="connsiteY40" fmla="*/ 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838200" h="419100">
                <a:moveTo>
                  <a:pt x="647700" y="266700"/>
                </a:moveTo>
                <a:cubicBezTo>
                  <a:pt x="689784" y="266700"/>
                  <a:pt x="723900" y="300816"/>
                  <a:pt x="723900" y="342900"/>
                </a:cubicBezTo>
                <a:cubicBezTo>
                  <a:pt x="723900" y="384984"/>
                  <a:pt x="689784" y="419100"/>
                  <a:pt x="647700" y="419100"/>
                </a:cubicBezTo>
                <a:cubicBezTo>
                  <a:pt x="605616" y="419100"/>
                  <a:pt x="571500" y="384984"/>
                  <a:pt x="571500" y="342900"/>
                </a:cubicBezTo>
                <a:cubicBezTo>
                  <a:pt x="571500" y="300816"/>
                  <a:pt x="605616" y="266700"/>
                  <a:pt x="647700" y="266700"/>
                </a:cubicBezTo>
                <a:close/>
                <a:moveTo>
                  <a:pt x="190500" y="266700"/>
                </a:moveTo>
                <a:cubicBezTo>
                  <a:pt x="232584" y="266700"/>
                  <a:pt x="266700" y="300816"/>
                  <a:pt x="266700" y="342900"/>
                </a:cubicBezTo>
                <a:cubicBezTo>
                  <a:pt x="266700" y="384984"/>
                  <a:pt x="232584" y="419100"/>
                  <a:pt x="190500" y="419100"/>
                </a:cubicBezTo>
                <a:cubicBezTo>
                  <a:pt x="148416" y="419100"/>
                  <a:pt x="114300" y="384984"/>
                  <a:pt x="114300" y="342900"/>
                </a:cubicBezTo>
                <a:cubicBezTo>
                  <a:pt x="114300" y="300816"/>
                  <a:pt x="148416" y="266700"/>
                  <a:pt x="190500" y="266700"/>
                </a:cubicBezTo>
                <a:close/>
                <a:moveTo>
                  <a:pt x="333375" y="38100"/>
                </a:moveTo>
                <a:lnTo>
                  <a:pt x="333375" y="152400"/>
                </a:lnTo>
                <a:lnTo>
                  <a:pt x="593407" y="152400"/>
                </a:lnTo>
                <a:lnTo>
                  <a:pt x="490537" y="49530"/>
                </a:lnTo>
                <a:cubicBezTo>
                  <a:pt x="483870" y="41910"/>
                  <a:pt x="474345" y="38100"/>
                  <a:pt x="463867" y="38100"/>
                </a:cubicBezTo>
                <a:close/>
                <a:moveTo>
                  <a:pt x="183832" y="38100"/>
                </a:moveTo>
                <a:cubicBezTo>
                  <a:pt x="174307" y="38100"/>
                  <a:pt x="164782" y="41910"/>
                  <a:pt x="157162" y="49530"/>
                </a:cubicBezTo>
                <a:lnTo>
                  <a:pt x="54292" y="152400"/>
                </a:lnTo>
                <a:lnTo>
                  <a:pt x="295275" y="152400"/>
                </a:lnTo>
                <a:lnTo>
                  <a:pt x="295275" y="38100"/>
                </a:lnTo>
                <a:close/>
                <a:moveTo>
                  <a:pt x="183832" y="0"/>
                </a:moveTo>
                <a:lnTo>
                  <a:pt x="462915" y="0"/>
                </a:lnTo>
                <a:cubicBezTo>
                  <a:pt x="483870" y="0"/>
                  <a:pt x="502920" y="7620"/>
                  <a:pt x="517207" y="21907"/>
                </a:cubicBezTo>
                <a:lnTo>
                  <a:pt x="637222" y="140970"/>
                </a:lnTo>
                <a:cubicBezTo>
                  <a:pt x="643890" y="148590"/>
                  <a:pt x="653415" y="152400"/>
                  <a:pt x="663892" y="152400"/>
                </a:cubicBezTo>
                <a:lnTo>
                  <a:pt x="742950" y="152400"/>
                </a:lnTo>
                <a:cubicBezTo>
                  <a:pt x="795337" y="152400"/>
                  <a:pt x="838200" y="195262"/>
                  <a:pt x="838200" y="247650"/>
                </a:cubicBezTo>
                <a:lnTo>
                  <a:pt x="838200" y="304800"/>
                </a:lnTo>
                <a:cubicBezTo>
                  <a:pt x="838200" y="325755"/>
                  <a:pt x="821055" y="342900"/>
                  <a:pt x="800100" y="342900"/>
                </a:cubicBezTo>
                <a:lnTo>
                  <a:pt x="752475" y="342900"/>
                </a:lnTo>
                <a:cubicBezTo>
                  <a:pt x="752475" y="284797"/>
                  <a:pt x="705802" y="238125"/>
                  <a:pt x="647700" y="238125"/>
                </a:cubicBezTo>
                <a:cubicBezTo>
                  <a:pt x="589597" y="238125"/>
                  <a:pt x="542925" y="284797"/>
                  <a:pt x="542925" y="342900"/>
                </a:cubicBezTo>
                <a:lnTo>
                  <a:pt x="295275" y="342900"/>
                </a:lnTo>
                <a:cubicBezTo>
                  <a:pt x="295275" y="284797"/>
                  <a:pt x="248602" y="238125"/>
                  <a:pt x="190500" y="238125"/>
                </a:cubicBezTo>
                <a:cubicBezTo>
                  <a:pt x="132397" y="238125"/>
                  <a:pt x="85725" y="284797"/>
                  <a:pt x="85725" y="342900"/>
                </a:cubicBezTo>
                <a:lnTo>
                  <a:pt x="76200" y="342900"/>
                </a:lnTo>
                <a:cubicBezTo>
                  <a:pt x="34290" y="342900"/>
                  <a:pt x="0" y="308610"/>
                  <a:pt x="0" y="266700"/>
                </a:cubicBezTo>
                <a:lnTo>
                  <a:pt x="0" y="168592"/>
                </a:lnTo>
                <a:cubicBezTo>
                  <a:pt x="0" y="158115"/>
                  <a:pt x="3810" y="148590"/>
                  <a:pt x="11430" y="140970"/>
                </a:cubicBezTo>
                <a:lnTo>
                  <a:pt x="129540" y="21907"/>
                </a:lnTo>
                <a:cubicBezTo>
                  <a:pt x="143827" y="7620"/>
                  <a:pt x="163830" y="0"/>
                  <a:pt x="183832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+mn-ea"/>
              <a:cs typeface="Arial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28882A-AB5A-44BA-B67C-ADAB57FFCEB6}"/>
              </a:ext>
            </a:extLst>
          </p:cNvPr>
          <p:cNvSpPr txBox="1"/>
          <p:nvPr/>
        </p:nvSpPr>
        <p:spPr>
          <a:xfrm>
            <a:off x="795469" y="3606505"/>
            <a:ext cx="2668909" cy="2308324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marL="171450" marR="0" lvl="0" indent="-1714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/>
              </a:rPr>
              <a:t>Design and Development of  Power Inverter (Motor Control ECU)  for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/>
              </a:rPr>
              <a:t>48V Mild Electric Vehicle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/>
              </a:rPr>
              <a:t>Functional</a:t>
            </a: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/>
              </a:rPr>
              <a:t> Safety – ISO 26262 Compliance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/>
              </a:rPr>
              <a:t> </a:t>
            </a:r>
          </a:p>
          <a:p>
            <a:pPr marL="171450" indent="-171450" algn="just">
              <a:buFont typeface="Arial" panose="020B0604020202020204" pitchFamily="34" charset="0"/>
              <a:buChar char="•"/>
              <a:defRPr/>
            </a:pPr>
            <a:r>
              <a:rPr lang="en-US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 Narrow"/>
              </a:rPr>
              <a:t>AutoSAR</a:t>
            </a: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/>
              </a:rPr>
              <a:t> Compliant Architecture </a:t>
            </a:r>
          </a:p>
          <a:p>
            <a:pPr marL="171450" indent="-17145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/>
              </a:rPr>
              <a:t>Validation and Testing – Dyno Testing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28882A-AB5A-44BA-B67C-ADAB57FFCEB6}"/>
              </a:ext>
            </a:extLst>
          </p:cNvPr>
          <p:cNvSpPr txBox="1"/>
          <p:nvPr/>
        </p:nvSpPr>
        <p:spPr>
          <a:xfrm>
            <a:off x="8948919" y="1805490"/>
            <a:ext cx="2929293" cy="12003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marR="0" lvl="0" indent="0" algn="just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 kumimoji="0" sz="2000" b="1" i="0" u="none" strike="noStrike" cap="none" spc="0" normalizeH="0" baseline="0">
                <a:ln>
                  <a:noFill/>
                </a:ln>
                <a:solidFill>
                  <a:srgbClr val="9C0F5F"/>
                </a:solidFill>
                <a:effectLst/>
                <a:uLnTx/>
                <a:uFillTx/>
                <a:latin typeface="Arial Narrow"/>
              </a:defRPr>
            </a:lvl1pPr>
          </a:lstStyle>
          <a:p>
            <a:r>
              <a:rPr lang="en-US" dirty="0"/>
              <a:t>No of Resources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b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20+ Resources 	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b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2+ SMEs</a:t>
            </a:r>
          </a:p>
          <a:p>
            <a:endParaRPr lang="en-US" dirty="0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700" y="1805490"/>
            <a:ext cx="2355834" cy="167367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714872" y="1805490"/>
            <a:ext cx="3205173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C0F5F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Solutions / offerings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Integrated Power Inverter (Motor Control ECU)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High Performance Motor Control Algorithm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Model Based Development  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Liquid Cooled Thermal Management 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Safety Compliance – ISO 26262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EMI / EMC Compliance </a:t>
            </a:r>
          </a:p>
        </p:txBody>
      </p:sp>
      <p:sp>
        <p:nvSpPr>
          <p:cNvPr id="4" name="Rectangle 3"/>
          <p:cNvSpPr/>
          <p:nvPr/>
        </p:nvSpPr>
        <p:spPr>
          <a:xfrm>
            <a:off x="8948919" y="2990430"/>
            <a:ext cx="258412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C0F5F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Partner Eco System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Hardware Fabrication and Components Assembly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EMI / EMC Testing 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5017" y="4369623"/>
            <a:ext cx="241632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C0F5F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Challenges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9C0F5F"/>
              </a:solidFill>
              <a:effectLst/>
              <a:uLnTx/>
              <a:uFillTx/>
              <a:latin typeface="Arial Narrow"/>
              <a:ea typeface="+mn-ea"/>
              <a:cs typeface="Arial" charset="0"/>
            </a:endParaRPr>
          </a:p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High Efficiency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Safety and Reliability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Thermal Management 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Compact Design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48919" y="4369623"/>
            <a:ext cx="2584122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C0F5F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Case Study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/>
              </a:rPr>
              <a:t>Design and Development of an Integrated Motor Control Unit for Interior Permanent Magnet Synchronous Motor for Mild Hybrid Electric Vehicle</a:t>
            </a:r>
          </a:p>
        </p:txBody>
      </p:sp>
    </p:spTree>
    <p:extLst>
      <p:ext uri="{BB962C8B-B14F-4D97-AF65-F5344CB8AC3E}">
        <p14:creationId xmlns:p14="http://schemas.microsoft.com/office/powerpoint/2010/main" val="2114888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1: 48V Power Inverter (Motor Control ECU) for HEV (1/6)</a:t>
            </a:r>
          </a:p>
        </p:txBody>
      </p:sp>
      <p:sp>
        <p:nvSpPr>
          <p:cNvPr id="3" name="Rectangle 2"/>
          <p:cNvSpPr/>
          <p:nvPr/>
        </p:nvSpPr>
        <p:spPr>
          <a:xfrm>
            <a:off x="396753" y="1419311"/>
            <a:ext cx="490538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IN" b="1" dirty="0">
                <a:solidFill>
                  <a:srgbClr val="9C0F5F"/>
                </a:solidFill>
                <a:latin typeface="Arial Narrow"/>
              </a:rPr>
              <a:t>Objective:</a:t>
            </a:r>
          </a:p>
          <a:p>
            <a:pPr lvl="0">
              <a:defRPr/>
            </a:pPr>
            <a:r>
              <a:rPr lang="en-IN" sz="1400" dirty="0">
                <a:solidFill>
                  <a:prstClr val="black"/>
                </a:solidFill>
                <a:latin typeface="Arial Narrow"/>
              </a:rPr>
              <a:t>Design and Development of an Integrated Motor Control Unit for Interior Permanent Magnet Synchronous Motor for Hybrid Electric Vehicle</a:t>
            </a:r>
            <a:endParaRPr lang="en-IN" sz="1200" dirty="0">
              <a:solidFill>
                <a:prstClr val="black"/>
              </a:solidFill>
              <a:latin typeface="Arial Narrow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7748389" y="3026866"/>
            <a:ext cx="2461262" cy="1914547"/>
            <a:chOff x="296241" y="3661987"/>
            <a:chExt cx="3040916" cy="2911328"/>
          </a:xfrm>
        </p:grpSpPr>
        <p:sp>
          <p:nvSpPr>
            <p:cNvPr id="5" name="Rectangle 4"/>
            <p:cNvSpPr/>
            <p:nvPr/>
          </p:nvSpPr>
          <p:spPr>
            <a:xfrm>
              <a:off x="1588808" y="6327979"/>
              <a:ext cx="1748349" cy="2453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Integrated ECU </a:t>
              </a: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6241" y="3661987"/>
              <a:ext cx="1735513" cy="2582433"/>
            </a:xfrm>
            <a:prstGeom prst="rect">
              <a:avLst/>
            </a:prstGeom>
          </p:spPr>
        </p:pic>
      </p:grpSp>
      <p:grpSp>
        <p:nvGrpSpPr>
          <p:cNvPr id="80" name="Group 79"/>
          <p:cNvGrpSpPr/>
          <p:nvPr/>
        </p:nvGrpSpPr>
        <p:grpSpPr>
          <a:xfrm>
            <a:off x="6737765" y="1376841"/>
            <a:ext cx="1471826" cy="1390364"/>
            <a:chOff x="5423353" y="3792640"/>
            <a:chExt cx="1471826" cy="1390364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28976" y="3792640"/>
              <a:ext cx="1235923" cy="1115829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5423353" y="4915589"/>
              <a:ext cx="1471826" cy="2674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 Thermal  Model</a:t>
              </a: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5630640" y="3045252"/>
            <a:ext cx="2045200" cy="2020322"/>
            <a:chOff x="6398468" y="2785046"/>
            <a:chExt cx="1447732" cy="1317974"/>
          </a:xfrm>
        </p:grpSpPr>
        <p:pic>
          <p:nvPicPr>
            <p:cNvPr id="10" name="Picture 9"/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7619" y="2785046"/>
              <a:ext cx="1197475" cy="923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Rectangle 10"/>
            <p:cNvSpPr/>
            <p:nvPr/>
          </p:nvSpPr>
          <p:spPr>
            <a:xfrm>
              <a:off x="6398468" y="3835605"/>
              <a:ext cx="1447732" cy="267415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 Dyno Testing </a:t>
              </a:r>
            </a:p>
          </p:txBody>
        </p:sp>
      </p:grpSp>
      <p:sp>
        <p:nvSpPr>
          <p:cNvPr id="9" name="Rectangle 8"/>
          <p:cNvSpPr/>
          <p:nvPr/>
        </p:nvSpPr>
        <p:spPr>
          <a:xfrm>
            <a:off x="9756458" y="6541140"/>
            <a:ext cx="1731366" cy="29981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rPr>
              <a:t>Safety Architecture 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965230" y="5249692"/>
            <a:ext cx="3016627" cy="1242281"/>
            <a:chOff x="4427418" y="785367"/>
            <a:chExt cx="4580395" cy="4083229"/>
          </a:xfrm>
        </p:grpSpPr>
        <p:sp>
          <p:nvSpPr>
            <p:cNvPr id="13" name="Rounded Rectangle 12"/>
            <p:cNvSpPr/>
            <p:nvPr/>
          </p:nvSpPr>
          <p:spPr>
            <a:xfrm>
              <a:off x="4842542" y="1803222"/>
              <a:ext cx="1004434" cy="593328"/>
            </a:xfrm>
            <a:prstGeom prst="roundRect">
              <a:avLst/>
            </a:prstGeom>
            <a:solidFill>
              <a:srgbClr val="E31837">
                <a:lumMod val="20000"/>
                <a:lumOff val="80000"/>
              </a:srgbClr>
            </a:solidFill>
            <a:ln w="9525" cap="flat" cmpd="sng" algn="ctr">
              <a:solidFill>
                <a:srgbClr val="6D6E7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Control Processor</a:t>
              </a:r>
              <a:endPara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endParaRP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842542" y="3287298"/>
              <a:ext cx="1004434" cy="593328"/>
            </a:xfrm>
            <a:prstGeom prst="roundRect">
              <a:avLst/>
            </a:prstGeom>
            <a:solidFill>
              <a:srgbClr val="92D050"/>
            </a:solidFill>
            <a:ln w="9525" cap="flat" cmpd="sng" algn="ctr">
              <a:solidFill>
                <a:srgbClr val="6D6E7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Monitor Processor</a:t>
              </a:r>
              <a:endPara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endParaRPr>
            </a:p>
          </p:txBody>
        </p:sp>
        <p:cxnSp>
          <p:nvCxnSpPr>
            <p:cNvPr id="15" name="Elbow Connector 14"/>
            <p:cNvCxnSpPr/>
            <p:nvPr/>
          </p:nvCxnSpPr>
          <p:spPr>
            <a:xfrm flipV="1">
              <a:off x="5576021" y="3002994"/>
              <a:ext cx="712568" cy="270887"/>
            </a:xfrm>
            <a:prstGeom prst="bentConnector3">
              <a:avLst>
                <a:gd name="adj1" fmla="val 2064"/>
              </a:avLst>
            </a:prstGeom>
            <a:noFill/>
            <a:ln w="9525" cap="flat" cmpd="sng" algn="ctr">
              <a:solidFill>
                <a:srgbClr val="E31837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sp>
          <p:nvSpPr>
            <p:cNvPr id="16" name="Rectangle 15"/>
            <p:cNvSpPr/>
            <p:nvPr/>
          </p:nvSpPr>
          <p:spPr>
            <a:xfrm>
              <a:off x="6289026" y="2842693"/>
              <a:ext cx="658649" cy="677460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solidFill>
                <a:srgbClr val="6D6E7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HW Protection Logic</a:t>
              </a:r>
            </a:p>
          </p:txBody>
        </p:sp>
        <p:cxnSp>
          <p:nvCxnSpPr>
            <p:cNvPr id="17" name="Elbow Connector 16"/>
            <p:cNvCxnSpPr>
              <a:stCxn id="14" idx="3"/>
            </p:cNvCxnSpPr>
            <p:nvPr/>
          </p:nvCxnSpPr>
          <p:spPr>
            <a:xfrm flipV="1">
              <a:off x="5846976" y="3421352"/>
              <a:ext cx="455346" cy="162610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rgbClr val="E31837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sp>
          <p:nvSpPr>
            <p:cNvPr id="18" name="TextBox 17"/>
            <p:cNvSpPr txBox="1"/>
            <p:nvPr/>
          </p:nvSpPr>
          <p:spPr>
            <a:xfrm>
              <a:off x="5637329" y="3069358"/>
              <a:ext cx="511135" cy="2529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D6E71"/>
                </a:buClr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MP Heart beat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 rot="16200000">
              <a:off x="5047716" y="2806781"/>
              <a:ext cx="1001088" cy="1168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D6E71"/>
                </a:buClr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PWM Enable</a:t>
              </a:r>
            </a:p>
          </p:txBody>
        </p:sp>
        <p:cxnSp>
          <p:nvCxnSpPr>
            <p:cNvPr id="20" name="Elbow Connector 19"/>
            <p:cNvCxnSpPr>
              <a:endCxn id="16" idx="1"/>
            </p:cNvCxnSpPr>
            <p:nvPr/>
          </p:nvCxnSpPr>
          <p:spPr>
            <a:xfrm flipV="1">
              <a:off x="5833680" y="3181423"/>
              <a:ext cx="455347" cy="173272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rgbClr val="E31837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sp>
          <p:nvSpPr>
            <p:cNvPr id="21" name="TextBox 20"/>
            <p:cNvSpPr txBox="1"/>
            <p:nvPr/>
          </p:nvSpPr>
          <p:spPr>
            <a:xfrm>
              <a:off x="5856909" y="3462994"/>
              <a:ext cx="460021" cy="5058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D6E71"/>
                </a:buClr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Phase cutoff </a:t>
              </a:r>
            </a:p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D6E71"/>
                </a:buClr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Initial 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 rot="16200000">
              <a:off x="5849914" y="2013029"/>
              <a:ext cx="1459480" cy="1168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D6E71"/>
                </a:buClr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Phase cutoff Final  </a:t>
              </a:r>
            </a:p>
          </p:txBody>
        </p:sp>
        <p:cxnSp>
          <p:nvCxnSpPr>
            <p:cNvPr id="23" name="Elbow Connector 22"/>
            <p:cNvCxnSpPr/>
            <p:nvPr/>
          </p:nvCxnSpPr>
          <p:spPr>
            <a:xfrm rot="10800000">
              <a:off x="5622398" y="3880634"/>
              <a:ext cx="1791007" cy="262493"/>
            </a:xfrm>
            <a:prstGeom prst="bentConnector3">
              <a:avLst>
                <a:gd name="adj1" fmla="val 100112"/>
              </a:avLst>
            </a:prstGeom>
            <a:noFill/>
            <a:ln w="9525" cap="flat" cmpd="sng" algn="ctr">
              <a:solidFill>
                <a:srgbClr val="E31837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sp>
          <p:nvSpPr>
            <p:cNvPr id="24" name="TextBox 23"/>
            <p:cNvSpPr txBox="1"/>
            <p:nvPr/>
          </p:nvSpPr>
          <p:spPr>
            <a:xfrm>
              <a:off x="6841219" y="3976527"/>
              <a:ext cx="491663" cy="2529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D6E71"/>
                </a:buClr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Phase current</a:t>
              </a:r>
            </a:p>
          </p:txBody>
        </p:sp>
        <p:cxnSp>
          <p:nvCxnSpPr>
            <p:cNvPr id="25" name="Elbow Connector 24"/>
            <p:cNvCxnSpPr>
              <a:endCxn id="14" idx="2"/>
            </p:cNvCxnSpPr>
            <p:nvPr/>
          </p:nvCxnSpPr>
          <p:spPr>
            <a:xfrm rot="10800000" flipV="1">
              <a:off x="5344759" y="787712"/>
              <a:ext cx="3233971" cy="3092913"/>
            </a:xfrm>
            <a:prstGeom prst="bentConnector4">
              <a:avLst>
                <a:gd name="adj1" fmla="val -13111"/>
                <a:gd name="adj2" fmla="val 115883"/>
              </a:avLst>
            </a:prstGeom>
            <a:noFill/>
            <a:ln w="9525" cap="flat" cmpd="sng" algn="ctr">
              <a:solidFill>
                <a:srgbClr val="E31837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sp>
          <p:nvSpPr>
            <p:cNvPr id="26" name="TextBox 25"/>
            <p:cNvSpPr txBox="1"/>
            <p:nvPr/>
          </p:nvSpPr>
          <p:spPr>
            <a:xfrm>
              <a:off x="6835654" y="4201122"/>
              <a:ext cx="498965" cy="2529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D6E71"/>
                </a:buClr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Phase voltage</a:t>
              </a:r>
            </a:p>
          </p:txBody>
        </p:sp>
        <p:cxnSp>
          <p:nvCxnSpPr>
            <p:cNvPr id="27" name="Elbow Connector 26"/>
            <p:cNvCxnSpPr>
              <a:stCxn id="37" idx="2"/>
              <a:endCxn id="14" idx="1"/>
            </p:cNvCxnSpPr>
            <p:nvPr/>
          </p:nvCxnSpPr>
          <p:spPr>
            <a:xfrm rot="5400000">
              <a:off x="5660524" y="1159577"/>
              <a:ext cx="1606404" cy="3242367"/>
            </a:xfrm>
            <a:prstGeom prst="bentConnector4">
              <a:avLst>
                <a:gd name="adj1" fmla="val 171566"/>
                <a:gd name="adj2" fmla="val 107050"/>
              </a:avLst>
            </a:prstGeom>
            <a:noFill/>
            <a:ln w="9525" cap="flat" cmpd="sng" algn="ctr">
              <a:solidFill>
                <a:srgbClr val="E31837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sp>
          <p:nvSpPr>
            <p:cNvPr id="28" name="TextBox 27"/>
            <p:cNvSpPr txBox="1"/>
            <p:nvPr/>
          </p:nvSpPr>
          <p:spPr>
            <a:xfrm>
              <a:off x="6835654" y="4433564"/>
              <a:ext cx="895702" cy="2529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D6E71"/>
                </a:buClr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Motor, board temperature</a:t>
              </a:r>
            </a:p>
          </p:txBody>
        </p:sp>
        <p:cxnSp>
          <p:nvCxnSpPr>
            <p:cNvPr id="29" name="Elbow Connector 28"/>
            <p:cNvCxnSpPr/>
            <p:nvPr/>
          </p:nvCxnSpPr>
          <p:spPr>
            <a:xfrm rot="16200000" flipV="1">
              <a:off x="5217323" y="2634477"/>
              <a:ext cx="610703" cy="127678"/>
            </a:xfrm>
            <a:prstGeom prst="bentConnector3">
              <a:avLst>
                <a:gd name="adj1" fmla="val 78672"/>
              </a:avLst>
            </a:prstGeom>
            <a:noFill/>
            <a:ln w="9525" cap="flat" cmpd="sng" algn="ctr">
              <a:solidFill>
                <a:srgbClr val="E31837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0" name="Elbow Connector 29"/>
            <p:cNvCxnSpPr/>
            <p:nvPr/>
          </p:nvCxnSpPr>
          <p:spPr>
            <a:xfrm>
              <a:off x="5843500" y="2331530"/>
              <a:ext cx="444680" cy="547243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rgbClr val="E31837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sp>
          <p:nvSpPr>
            <p:cNvPr id="31" name="TextBox 30"/>
            <p:cNvSpPr txBox="1"/>
            <p:nvPr/>
          </p:nvSpPr>
          <p:spPr>
            <a:xfrm>
              <a:off x="7016584" y="3219476"/>
              <a:ext cx="387002" cy="2529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D6E71"/>
                </a:buClr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PWM Final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833681" y="2390903"/>
              <a:ext cx="399171" cy="2529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D6E71"/>
                </a:buClr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PWM Initial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451202" y="3661736"/>
              <a:ext cx="662041" cy="2529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D6E71"/>
                </a:buClr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Driver Diagnostics 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842465" y="4615690"/>
              <a:ext cx="516003" cy="2529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D6E71"/>
                </a:buClr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Motor position 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690520" y="2501497"/>
              <a:ext cx="503833" cy="2529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D6E71"/>
                </a:buClr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CP Heart beat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6963835" y="2390906"/>
              <a:ext cx="615719" cy="593328"/>
            </a:xfrm>
            <a:prstGeom prst="roundRect">
              <a:avLst/>
            </a:prstGeom>
            <a:solidFill>
              <a:srgbClr val="92D050"/>
            </a:solidFill>
            <a:ln w="9525" cap="flat" cmpd="sng" algn="ctr">
              <a:solidFill>
                <a:srgbClr val="6D6E7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Motor Driver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827560" y="1384230"/>
              <a:ext cx="514700" cy="593328"/>
            </a:xfrm>
            <a:prstGeom prst="roundRect">
              <a:avLst/>
            </a:prstGeom>
            <a:solidFill>
              <a:srgbClr val="E31837">
                <a:lumMod val="20000"/>
                <a:lumOff val="80000"/>
              </a:srgbClr>
            </a:solidFill>
            <a:ln w="9525" cap="flat" cmpd="sng" algn="ctr">
              <a:solidFill>
                <a:srgbClr val="6D6E7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Motor</a:t>
              </a:r>
              <a:endPara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endParaRP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6911283" y="1362308"/>
              <a:ext cx="600316" cy="593328"/>
            </a:xfrm>
            <a:prstGeom prst="roundRect">
              <a:avLst/>
            </a:prstGeom>
            <a:solidFill>
              <a:srgbClr val="92D050"/>
            </a:solidFill>
            <a:ln w="9525" cap="flat" cmpd="sng" algn="ctr">
              <a:solidFill>
                <a:srgbClr val="6D6E7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Phase cut off circuit</a:t>
              </a:r>
            </a:p>
          </p:txBody>
        </p:sp>
        <p:cxnSp>
          <p:nvCxnSpPr>
            <p:cNvPr id="39" name="Elbow Connector 38"/>
            <p:cNvCxnSpPr>
              <a:endCxn id="13" idx="1"/>
            </p:cNvCxnSpPr>
            <p:nvPr/>
          </p:nvCxnSpPr>
          <p:spPr>
            <a:xfrm rot="5400000" flipH="1" flipV="1">
              <a:off x="4431759" y="2210118"/>
              <a:ext cx="521013" cy="300551"/>
            </a:xfrm>
            <a:prstGeom prst="bentConnector2">
              <a:avLst/>
            </a:prstGeom>
            <a:noFill/>
            <a:ln w="9525" cap="flat" cmpd="sng" algn="ctr">
              <a:solidFill>
                <a:srgbClr val="E31837">
                  <a:shade val="95000"/>
                  <a:satMod val="105000"/>
                </a:srgbClr>
              </a:solidFill>
              <a:prstDash val="solid"/>
              <a:headEnd type="triangle" w="med" len="med"/>
              <a:tailEnd type="triangle" w="med" len="med"/>
            </a:ln>
            <a:effectLst/>
          </p:spPr>
        </p:cxnSp>
        <p:cxnSp>
          <p:nvCxnSpPr>
            <p:cNvPr id="40" name="Elbow Connector 39"/>
            <p:cNvCxnSpPr>
              <a:stCxn id="36" idx="3"/>
            </p:cNvCxnSpPr>
            <p:nvPr/>
          </p:nvCxnSpPr>
          <p:spPr>
            <a:xfrm flipH="1">
              <a:off x="5880886" y="2687570"/>
              <a:ext cx="1698669" cy="1094147"/>
            </a:xfrm>
            <a:prstGeom prst="bentConnector3">
              <a:avLst>
                <a:gd name="adj1" fmla="val -15100"/>
              </a:avLst>
            </a:prstGeom>
            <a:noFill/>
            <a:ln w="9525" cap="flat" cmpd="sng" algn="ctr">
              <a:solidFill>
                <a:srgbClr val="E31837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1" name="Elbow Connector 40"/>
            <p:cNvCxnSpPr/>
            <p:nvPr/>
          </p:nvCxnSpPr>
          <p:spPr>
            <a:xfrm rot="10800000">
              <a:off x="5374599" y="1803014"/>
              <a:ext cx="2068645" cy="2339905"/>
            </a:xfrm>
            <a:prstGeom prst="bentConnector4">
              <a:avLst>
                <a:gd name="adj1" fmla="val -65216"/>
                <a:gd name="adj2" fmla="val 134005"/>
              </a:avLst>
            </a:prstGeom>
            <a:noFill/>
            <a:ln w="9525" cap="flat" cmpd="sng" algn="ctr">
              <a:solidFill>
                <a:srgbClr val="E31837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2" name="Elbow Connector 41"/>
            <p:cNvCxnSpPr/>
            <p:nvPr/>
          </p:nvCxnSpPr>
          <p:spPr>
            <a:xfrm rot="10800000" flipV="1">
              <a:off x="5082205" y="785367"/>
              <a:ext cx="3496527" cy="1017645"/>
            </a:xfrm>
            <a:prstGeom prst="bentConnector3">
              <a:avLst>
                <a:gd name="adj1" fmla="val 99799"/>
              </a:avLst>
            </a:prstGeom>
            <a:noFill/>
            <a:ln w="9525" cap="flat" cmpd="sng" algn="ctr">
              <a:solidFill>
                <a:srgbClr val="E31837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3" name="Elbow Connector 42"/>
            <p:cNvCxnSpPr>
              <a:stCxn id="37" idx="0"/>
            </p:cNvCxnSpPr>
            <p:nvPr/>
          </p:nvCxnSpPr>
          <p:spPr>
            <a:xfrm rot="16200000" flipH="1" flipV="1">
              <a:off x="6625284" y="334968"/>
              <a:ext cx="410365" cy="2508887"/>
            </a:xfrm>
            <a:prstGeom prst="bentConnector4">
              <a:avLst>
                <a:gd name="adj1" fmla="val -55707"/>
                <a:gd name="adj2" fmla="val 100105"/>
              </a:avLst>
            </a:prstGeom>
            <a:noFill/>
            <a:ln w="9525" cap="flat" cmpd="sng" algn="ctr">
              <a:solidFill>
                <a:srgbClr val="E31837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sp>
          <p:nvSpPr>
            <p:cNvPr id="44" name="TextBox 43"/>
            <p:cNvSpPr txBox="1"/>
            <p:nvPr/>
          </p:nvSpPr>
          <p:spPr>
            <a:xfrm>
              <a:off x="6990817" y="1138753"/>
              <a:ext cx="503833" cy="2529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D6E71"/>
                </a:buClr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Motor Position</a:t>
              </a:r>
            </a:p>
          </p:txBody>
        </p:sp>
        <p:grpSp>
          <p:nvGrpSpPr>
            <p:cNvPr id="45" name="Group 44"/>
            <p:cNvGrpSpPr/>
            <p:nvPr/>
          </p:nvGrpSpPr>
          <p:grpSpPr>
            <a:xfrm>
              <a:off x="4427418" y="2396553"/>
              <a:ext cx="932021" cy="890748"/>
              <a:chOff x="1192922" y="1905376"/>
              <a:chExt cx="1406764" cy="740494"/>
            </a:xfrm>
          </p:grpSpPr>
          <p:cxnSp>
            <p:nvCxnSpPr>
              <p:cNvPr id="57" name="Elbow Connector 56"/>
              <p:cNvCxnSpPr>
                <a:endCxn id="58" idx="2"/>
              </p:cNvCxnSpPr>
              <p:nvPr/>
            </p:nvCxnSpPr>
            <p:spPr>
              <a:xfrm rot="10800000">
                <a:off x="1321503" y="2321975"/>
                <a:ext cx="667468" cy="312771"/>
              </a:xfrm>
              <a:prstGeom prst="bentConnector2">
                <a:avLst/>
              </a:prstGeom>
              <a:noFill/>
              <a:ln w="9525" cap="flat" cmpd="sng" algn="ctr">
                <a:solidFill>
                  <a:srgbClr val="E31837">
                    <a:shade val="95000"/>
                    <a:satMod val="105000"/>
                  </a:srgbClr>
                </a:solidFill>
                <a:prstDash val="solid"/>
                <a:headEnd type="triangle" w="med" len="med"/>
                <a:tailEnd type="none" w="med" len="med"/>
              </a:ln>
              <a:effectLst/>
            </p:spPr>
          </p:cxnSp>
          <p:sp>
            <p:nvSpPr>
              <p:cNvPr id="58" name="TextBox 57"/>
              <p:cNvSpPr txBox="1"/>
              <p:nvPr/>
            </p:nvSpPr>
            <p:spPr>
              <a:xfrm>
                <a:off x="1192922" y="2111730"/>
                <a:ext cx="257163" cy="210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6D6E71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  <a:cs typeface="Calibri" panose="020F0502020204030204" pitchFamily="34" charset="0"/>
                  </a:rPr>
                  <a:t>CAN</a:t>
                </a:r>
              </a:p>
            </p:txBody>
          </p:sp>
          <p:cxnSp>
            <p:nvCxnSpPr>
              <p:cNvPr id="59" name="Elbow Connector 58"/>
              <p:cNvCxnSpPr>
                <a:stCxn id="13" idx="2"/>
                <a:endCxn id="14" idx="0"/>
              </p:cNvCxnSpPr>
              <p:nvPr/>
            </p:nvCxnSpPr>
            <p:spPr>
              <a:xfrm rot="16200000" flipH="1">
                <a:off x="2207280" y="2275622"/>
                <a:ext cx="740494" cy="2"/>
              </a:xfrm>
              <a:prstGeom prst="bentConnector3">
                <a:avLst/>
              </a:prstGeom>
              <a:noFill/>
              <a:ln w="9525" cap="flat" cmpd="sng" algn="ctr">
                <a:solidFill>
                  <a:srgbClr val="E31837">
                    <a:shade val="95000"/>
                    <a:satMod val="105000"/>
                  </a:srgbClr>
                </a:solidFill>
                <a:prstDash val="solid"/>
                <a:headEnd type="none" w="med" len="med"/>
                <a:tailEnd type="triangle" w="med" len="med"/>
              </a:ln>
              <a:effectLst/>
            </p:spPr>
          </p:cxnSp>
          <p:sp>
            <p:nvSpPr>
              <p:cNvPr id="60" name="TextBox 59"/>
              <p:cNvSpPr txBox="1"/>
              <p:nvPr/>
            </p:nvSpPr>
            <p:spPr>
              <a:xfrm rot="16200000">
                <a:off x="2395442" y="2278016"/>
                <a:ext cx="232148" cy="1763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6D6E71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  <a:cs typeface="Calibri" panose="020F0502020204030204" pitchFamily="34" charset="0"/>
                  </a:rPr>
                  <a:t>SPI</a:t>
                </a:r>
              </a:p>
            </p:txBody>
          </p:sp>
        </p:grpSp>
        <p:cxnSp>
          <p:nvCxnSpPr>
            <p:cNvPr id="46" name="Elbow Connector 45"/>
            <p:cNvCxnSpPr/>
            <p:nvPr/>
          </p:nvCxnSpPr>
          <p:spPr>
            <a:xfrm rot="16200000" flipH="1">
              <a:off x="4654544" y="2758003"/>
              <a:ext cx="894337" cy="164251"/>
            </a:xfrm>
            <a:prstGeom prst="bentConnector3">
              <a:avLst/>
            </a:prstGeom>
            <a:noFill/>
            <a:ln w="9525" cap="flat" cmpd="sng" algn="ctr">
              <a:solidFill>
                <a:srgbClr val="E31837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7" name="Elbow Connector 46"/>
            <p:cNvCxnSpPr>
              <a:stCxn id="16" idx="0"/>
              <a:endCxn id="38" idx="1"/>
            </p:cNvCxnSpPr>
            <p:nvPr/>
          </p:nvCxnSpPr>
          <p:spPr>
            <a:xfrm rot="5400000" flipH="1" flipV="1">
              <a:off x="6172957" y="2104367"/>
              <a:ext cx="1183721" cy="292932"/>
            </a:xfrm>
            <a:prstGeom prst="bentConnector2">
              <a:avLst/>
            </a:prstGeom>
            <a:noFill/>
            <a:ln w="9525" cap="flat" cmpd="sng" algn="ctr">
              <a:solidFill>
                <a:srgbClr val="E31837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8" name="Elbow Connector 47"/>
            <p:cNvCxnSpPr>
              <a:stCxn id="16" idx="3"/>
              <a:endCxn id="36" idx="2"/>
            </p:cNvCxnSpPr>
            <p:nvPr/>
          </p:nvCxnSpPr>
          <p:spPr>
            <a:xfrm flipV="1">
              <a:off x="6947675" y="2984234"/>
              <a:ext cx="324020" cy="197189"/>
            </a:xfrm>
            <a:prstGeom prst="bentConnector2">
              <a:avLst/>
            </a:prstGeom>
            <a:noFill/>
            <a:ln w="9525" cap="flat" cmpd="sng" algn="ctr">
              <a:solidFill>
                <a:srgbClr val="E31837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9" name="Elbow Connector 48"/>
            <p:cNvCxnSpPr/>
            <p:nvPr/>
          </p:nvCxnSpPr>
          <p:spPr>
            <a:xfrm>
              <a:off x="7511598" y="1464837"/>
              <a:ext cx="315962" cy="23499"/>
            </a:xfrm>
            <a:prstGeom prst="bentConnector3">
              <a:avLst/>
            </a:prstGeom>
            <a:noFill/>
            <a:ln w="9525" cap="flat" cmpd="sng" algn="ctr">
              <a:solidFill>
                <a:srgbClr val="E31837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50" name="Elbow Connector 49"/>
            <p:cNvCxnSpPr/>
            <p:nvPr/>
          </p:nvCxnSpPr>
          <p:spPr>
            <a:xfrm flipV="1">
              <a:off x="7511598" y="1815255"/>
              <a:ext cx="370181" cy="30646"/>
            </a:xfrm>
            <a:prstGeom prst="bentConnector3">
              <a:avLst/>
            </a:prstGeom>
            <a:noFill/>
            <a:ln w="9525" cap="flat" cmpd="sng" algn="ctr">
              <a:solidFill>
                <a:srgbClr val="E31837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51" name="Elbow Connector 50"/>
            <p:cNvCxnSpPr>
              <a:stCxn id="38" idx="3"/>
              <a:endCxn id="37" idx="1"/>
            </p:cNvCxnSpPr>
            <p:nvPr/>
          </p:nvCxnSpPr>
          <p:spPr>
            <a:xfrm>
              <a:off x="7511599" y="1658972"/>
              <a:ext cx="315960" cy="21922"/>
            </a:xfrm>
            <a:prstGeom prst="bentConnector3">
              <a:avLst/>
            </a:prstGeom>
            <a:noFill/>
            <a:ln w="9525" cap="flat" cmpd="sng" algn="ctr">
              <a:solidFill>
                <a:srgbClr val="E31837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52" name="Elbow Connector 51"/>
            <p:cNvCxnSpPr>
              <a:stCxn id="36" idx="0"/>
              <a:endCxn id="38" idx="2"/>
            </p:cNvCxnSpPr>
            <p:nvPr/>
          </p:nvCxnSpPr>
          <p:spPr>
            <a:xfrm rot="16200000" flipV="1">
              <a:off x="7023933" y="2143144"/>
              <a:ext cx="435270" cy="60254"/>
            </a:xfrm>
            <a:prstGeom prst="bentConnector3">
              <a:avLst/>
            </a:prstGeom>
            <a:noFill/>
            <a:ln w="9525" cap="flat" cmpd="sng" algn="ctr">
              <a:solidFill>
                <a:srgbClr val="E31837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53" name="Elbow Connector 52"/>
            <p:cNvCxnSpPr/>
            <p:nvPr/>
          </p:nvCxnSpPr>
          <p:spPr>
            <a:xfrm rot="5400000" flipH="1" flipV="1">
              <a:off x="7164567" y="2165812"/>
              <a:ext cx="470992" cy="8414"/>
            </a:xfrm>
            <a:prstGeom prst="bentConnector3">
              <a:avLst/>
            </a:prstGeom>
            <a:noFill/>
            <a:ln w="9525" cap="flat" cmpd="sng" algn="ctr">
              <a:solidFill>
                <a:srgbClr val="E31837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54" name="Elbow Connector 53"/>
            <p:cNvCxnSpPr/>
            <p:nvPr/>
          </p:nvCxnSpPr>
          <p:spPr>
            <a:xfrm rot="5400000" flipH="1" flipV="1">
              <a:off x="6854730" y="2148420"/>
              <a:ext cx="464225" cy="66766"/>
            </a:xfrm>
            <a:prstGeom prst="bentConnector3">
              <a:avLst/>
            </a:prstGeom>
            <a:noFill/>
            <a:ln w="9525" cap="flat" cmpd="sng" algn="ctr">
              <a:solidFill>
                <a:srgbClr val="E31837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55" name="Elbow Connector 54"/>
            <p:cNvCxnSpPr>
              <a:stCxn id="37" idx="3"/>
            </p:cNvCxnSpPr>
            <p:nvPr/>
          </p:nvCxnSpPr>
          <p:spPr>
            <a:xfrm flipV="1">
              <a:off x="8342259" y="1488336"/>
              <a:ext cx="665554" cy="192558"/>
            </a:xfrm>
            <a:prstGeom prst="bentConnector3">
              <a:avLst/>
            </a:prstGeom>
            <a:noFill/>
            <a:ln w="9525" cap="flat" cmpd="sng" algn="ctr">
              <a:solidFill>
                <a:srgbClr val="E31837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56" name="Elbow Connector 55"/>
            <p:cNvCxnSpPr/>
            <p:nvPr/>
          </p:nvCxnSpPr>
          <p:spPr>
            <a:xfrm flipV="1">
              <a:off x="8342259" y="1805885"/>
              <a:ext cx="429696" cy="128637"/>
            </a:xfrm>
            <a:prstGeom prst="bentConnector3">
              <a:avLst/>
            </a:prstGeom>
            <a:noFill/>
            <a:ln w="9525" cap="flat" cmpd="sng" algn="ctr">
              <a:solidFill>
                <a:srgbClr val="E31837">
                  <a:shade val="95000"/>
                  <a:satMod val="105000"/>
                </a:srgbClr>
              </a:solidFill>
              <a:prstDash val="solid"/>
            </a:ln>
            <a:effectLst/>
          </p:spPr>
        </p:cxnSp>
      </p:grpSp>
      <p:pic>
        <p:nvPicPr>
          <p:cNvPr id="61" name="Picture 6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632" y="3026866"/>
            <a:ext cx="2472678" cy="1533669"/>
          </a:xfrm>
          <a:prstGeom prst="rect">
            <a:avLst/>
          </a:prstGeom>
        </p:spPr>
      </p:pic>
      <p:grpSp>
        <p:nvGrpSpPr>
          <p:cNvPr id="63" name="Group 62"/>
          <p:cNvGrpSpPr/>
          <p:nvPr/>
        </p:nvGrpSpPr>
        <p:grpSpPr>
          <a:xfrm>
            <a:off x="9721692" y="1376841"/>
            <a:ext cx="1939636" cy="1038502"/>
            <a:chOff x="8125978" y="608816"/>
            <a:chExt cx="1997241" cy="1156884"/>
          </a:xfrm>
        </p:grpSpPr>
        <p:grpSp>
          <p:nvGrpSpPr>
            <p:cNvPr id="64" name="Group 63"/>
            <p:cNvGrpSpPr/>
            <p:nvPr/>
          </p:nvGrpSpPr>
          <p:grpSpPr>
            <a:xfrm>
              <a:off x="8130459" y="608816"/>
              <a:ext cx="1961545" cy="1100482"/>
              <a:chOff x="275903" y="1193534"/>
              <a:chExt cx="5350197" cy="3434168"/>
            </a:xfrm>
            <a:solidFill>
              <a:schemeClr val="tx2">
                <a:lumMod val="25000"/>
                <a:lumOff val="75000"/>
              </a:schemeClr>
            </a:solidFill>
          </p:grpSpPr>
          <p:sp>
            <p:nvSpPr>
              <p:cNvPr id="75" name="Parallelogram 74"/>
              <p:cNvSpPr/>
              <p:nvPr/>
            </p:nvSpPr>
            <p:spPr>
              <a:xfrm>
                <a:off x="2957112" y="1193534"/>
                <a:ext cx="2668988" cy="3434168"/>
              </a:xfrm>
              <a:prstGeom prst="parallelogram">
                <a:avLst>
                  <a:gd name="adj" fmla="val 61063"/>
                </a:avLst>
              </a:prstGeom>
              <a:grpFill/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1218896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Narrow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76" name="Parallelogram 75"/>
              <p:cNvSpPr/>
              <p:nvPr/>
            </p:nvSpPr>
            <p:spPr>
              <a:xfrm flipH="1">
                <a:off x="275903" y="1193534"/>
                <a:ext cx="2668988" cy="3434168"/>
              </a:xfrm>
              <a:prstGeom prst="parallelogram">
                <a:avLst>
                  <a:gd name="adj" fmla="val 61063"/>
                </a:avLst>
              </a:prstGeom>
              <a:grpFill/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1218896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Narrow"/>
                  <a:ea typeface="+mn-ea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65" name="Rectangle 64"/>
            <p:cNvSpPr/>
            <p:nvPr/>
          </p:nvSpPr>
          <p:spPr>
            <a:xfrm>
              <a:off x="8125978" y="654496"/>
              <a:ext cx="495508" cy="159727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rPr>
                <a:t>ENG2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8265315" y="886891"/>
              <a:ext cx="495508" cy="159727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rPr>
                <a:t>ENG4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8404652" y="1109249"/>
              <a:ext cx="495508" cy="159727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rPr>
                <a:t>ENG5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8543989" y="1348081"/>
              <a:ext cx="495508" cy="159727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rPr>
                <a:t>ENG5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8640489" y="1605973"/>
              <a:ext cx="495508" cy="159727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rPr>
                <a:t>ENG6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9118492" y="1605973"/>
              <a:ext cx="495508" cy="159727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rPr>
                <a:t>ENG6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9261704" y="1348081"/>
              <a:ext cx="495508" cy="159727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rPr>
                <a:t>ENG7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9383184" y="1109249"/>
              <a:ext cx="495508" cy="159727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rPr>
                <a:t>ENG8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9522559" y="886891"/>
              <a:ext cx="495508" cy="159727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rPr>
                <a:t>ENG9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9627711" y="654496"/>
              <a:ext cx="495508" cy="159727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rPr>
                <a:t>ENG10</a:t>
              </a:r>
            </a:p>
          </p:txBody>
        </p:sp>
      </p:grpSp>
      <p:sp>
        <p:nvSpPr>
          <p:cNvPr id="77" name="Rectangle 76"/>
          <p:cNvSpPr/>
          <p:nvPr/>
        </p:nvSpPr>
        <p:spPr>
          <a:xfrm>
            <a:off x="5907834" y="5266906"/>
            <a:ext cx="2777069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IN" b="1" dirty="0">
                <a:solidFill>
                  <a:srgbClr val="9C0F5F"/>
                </a:solidFill>
                <a:latin typeface="Arial Narrow"/>
              </a:rPr>
              <a:t>High Level Specifications: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IN" sz="1400" dirty="0">
                <a:solidFill>
                  <a:prstClr val="black"/>
                </a:solidFill>
                <a:latin typeface="Arial Narrow"/>
              </a:rPr>
              <a:t>System Voltage: 48V  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IN" sz="1400" dirty="0">
                <a:solidFill>
                  <a:prstClr val="black"/>
                </a:solidFill>
                <a:latin typeface="Arial Narrow"/>
              </a:rPr>
              <a:t>Motor Capacity: 18 kW, 65 Nm, 18,000 RPM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IN" sz="1400" dirty="0">
                <a:solidFill>
                  <a:prstClr val="black"/>
                </a:solidFill>
                <a:latin typeface="Arial Narrow"/>
              </a:rPr>
              <a:t>Motor Type: IPMSM</a:t>
            </a:r>
            <a:endParaRPr lang="en-IN" sz="1200" dirty="0">
              <a:solidFill>
                <a:prstClr val="black"/>
              </a:solidFill>
              <a:latin typeface="Arial Narrow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397278" y="1007509"/>
            <a:ext cx="18844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  <a:latin typeface="+mj-lt"/>
              </a:rPr>
              <a:t>For European Tier-1</a:t>
            </a:r>
            <a:endParaRPr lang="en-IN" sz="18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8142046" y="1015918"/>
            <a:ext cx="2874018" cy="3954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  <a:t>48V 18kW 65Nm IPMSM for Mild HEV 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96753" y="4019673"/>
            <a:ext cx="4979227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IN" b="1" dirty="0">
                <a:solidFill>
                  <a:srgbClr val="9C0F5F"/>
                </a:solidFill>
                <a:latin typeface="Arial Narrow"/>
              </a:rPr>
              <a:t>Features:</a:t>
            </a:r>
          </a:p>
          <a:p>
            <a:pPr marL="285744" lvl="0" indent="-285744">
              <a:buFont typeface="Arial" panose="020B0604020202020204" pitchFamily="34" charset="0"/>
              <a:buChar char="•"/>
              <a:defRPr/>
            </a:pPr>
            <a:r>
              <a:rPr lang="en-IN" sz="1400" dirty="0">
                <a:solidFill>
                  <a:prstClr val="black"/>
                </a:solidFill>
                <a:latin typeface="Arial Narrow"/>
              </a:rPr>
              <a:t>Motor Control Algorithm: </a:t>
            </a:r>
            <a:r>
              <a:rPr lang="en-IN" sz="1400" dirty="0" err="1">
                <a:solidFill>
                  <a:prstClr val="black"/>
                </a:solidFill>
                <a:latin typeface="Arial Narrow"/>
              </a:rPr>
              <a:t>Sensored</a:t>
            </a:r>
            <a:r>
              <a:rPr lang="en-IN" sz="1400" dirty="0">
                <a:solidFill>
                  <a:prstClr val="black"/>
                </a:solidFill>
                <a:latin typeface="Arial Narrow"/>
              </a:rPr>
              <a:t> Vector Control : FOC</a:t>
            </a:r>
          </a:p>
          <a:p>
            <a:pPr marL="285744" lvl="0" indent="-285744">
              <a:buFont typeface="Arial" panose="020B0604020202020204" pitchFamily="34" charset="0"/>
              <a:buChar char="•"/>
              <a:defRPr/>
            </a:pPr>
            <a:r>
              <a:rPr lang="en-IN" sz="1400" dirty="0">
                <a:solidFill>
                  <a:prstClr val="black"/>
                </a:solidFill>
                <a:latin typeface="Arial Narrow"/>
              </a:rPr>
              <a:t>Inverter: Two Level Voltage Source Inverter: </a:t>
            </a:r>
            <a:r>
              <a:rPr lang="en-IN" sz="1400" dirty="0">
                <a:latin typeface="Arial Narrow"/>
              </a:rPr>
              <a:t>Full Bridge </a:t>
            </a:r>
            <a:r>
              <a:rPr lang="en-IN" sz="1400" dirty="0" err="1">
                <a:latin typeface="Arial Narrow"/>
              </a:rPr>
              <a:t>SiC</a:t>
            </a:r>
            <a:r>
              <a:rPr lang="en-IN" sz="1400" dirty="0">
                <a:latin typeface="Arial Narrow"/>
              </a:rPr>
              <a:t> based MOSFET</a:t>
            </a:r>
          </a:p>
          <a:p>
            <a:pPr marL="285744" lvl="0" indent="-285744">
              <a:buFont typeface="Arial" panose="020B0604020202020204" pitchFamily="34" charset="0"/>
              <a:buChar char="•"/>
              <a:defRPr/>
            </a:pPr>
            <a:r>
              <a:rPr lang="en-IN" sz="1400" dirty="0">
                <a:solidFill>
                  <a:prstClr val="black"/>
                </a:solidFill>
                <a:latin typeface="Arial Narrow"/>
              </a:rPr>
              <a:t>PWM Topology: Space Vector PWM </a:t>
            </a:r>
          </a:p>
          <a:p>
            <a:pPr marL="285744" lvl="0" indent="-285744">
              <a:buFont typeface="Arial" panose="020B0604020202020204" pitchFamily="34" charset="0"/>
              <a:buChar char="•"/>
              <a:defRPr/>
            </a:pPr>
            <a:r>
              <a:rPr lang="en-IN" sz="1400" dirty="0">
                <a:solidFill>
                  <a:prstClr val="black"/>
                </a:solidFill>
                <a:latin typeface="Arial Narrow"/>
              </a:rPr>
              <a:t>Model Based Development </a:t>
            </a:r>
          </a:p>
          <a:p>
            <a:pPr marL="285744" lvl="0" indent="-285744">
              <a:buFont typeface="Arial" panose="020B0604020202020204" pitchFamily="34" charset="0"/>
              <a:buChar char="•"/>
              <a:defRPr/>
            </a:pPr>
            <a:r>
              <a:rPr lang="en-IN" sz="1400" dirty="0">
                <a:solidFill>
                  <a:prstClr val="black"/>
                </a:solidFill>
                <a:latin typeface="Arial Narrow"/>
              </a:rPr>
              <a:t>Regenerative Braking Capability</a:t>
            </a:r>
          </a:p>
          <a:p>
            <a:pPr marL="285744" lvl="0" indent="-285744">
              <a:buFont typeface="Arial" panose="020B0604020202020204" pitchFamily="34" charset="0"/>
              <a:buChar char="•"/>
              <a:defRPr/>
            </a:pPr>
            <a:r>
              <a:rPr lang="en-IN" sz="1400" dirty="0">
                <a:solidFill>
                  <a:prstClr val="black"/>
                </a:solidFill>
                <a:latin typeface="Arial Narrow"/>
              </a:rPr>
              <a:t>Fault Management: Over Voltage, Over Current and Over Temperature etc. </a:t>
            </a:r>
          </a:p>
          <a:p>
            <a:pPr marL="285744" lvl="0" indent="-285744">
              <a:buFont typeface="Arial" panose="020B0604020202020204" pitchFamily="34" charset="0"/>
              <a:buChar char="•"/>
              <a:defRPr/>
            </a:pPr>
            <a:r>
              <a:rPr lang="en-IN" sz="1400" dirty="0">
                <a:solidFill>
                  <a:prstClr val="black"/>
                </a:solidFill>
                <a:latin typeface="Arial Narrow"/>
              </a:rPr>
              <a:t>Diagnostics and Network Management </a:t>
            </a:r>
          </a:p>
          <a:p>
            <a:pPr marL="285744" lvl="0" indent="-285744">
              <a:buFont typeface="Arial" panose="020B0604020202020204" pitchFamily="34" charset="0"/>
              <a:buChar char="•"/>
              <a:defRPr/>
            </a:pPr>
            <a:r>
              <a:rPr lang="en-IN" sz="1400" dirty="0">
                <a:solidFill>
                  <a:prstClr val="black"/>
                </a:solidFill>
                <a:latin typeface="Arial Narrow"/>
              </a:rPr>
              <a:t>Liquid Cooled Thermal Management 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96753" y="2207059"/>
            <a:ext cx="5233362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IN" b="1" dirty="0">
                <a:solidFill>
                  <a:srgbClr val="9C0F5F"/>
                </a:solidFill>
                <a:latin typeface="Arial Narrow"/>
              </a:rPr>
              <a:t>Scope:</a:t>
            </a:r>
          </a:p>
          <a:p>
            <a:pPr lvl="0">
              <a:defRPr/>
            </a:pPr>
            <a:r>
              <a:rPr lang="en-IN" sz="1400" b="1" dirty="0">
                <a:solidFill>
                  <a:prstClr val="black"/>
                </a:solidFill>
                <a:latin typeface="Arial Narrow"/>
              </a:rPr>
              <a:t>End to End Product Development Include</a:t>
            </a:r>
          </a:p>
          <a:p>
            <a:pPr marL="285744" lvl="0" indent="-285744">
              <a:buFont typeface="Arial" panose="020B0604020202020204" pitchFamily="34" charset="0"/>
              <a:buChar char="•"/>
              <a:defRPr/>
            </a:pPr>
            <a:r>
              <a:rPr lang="en-IN" sz="1400" dirty="0">
                <a:solidFill>
                  <a:prstClr val="black"/>
                </a:solidFill>
                <a:latin typeface="Arial Narrow"/>
              </a:rPr>
              <a:t>System Level Design </a:t>
            </a:r>
          </a:p>
          <a:p>
            <a:pPr marL="285744" lvl="0" indent="-285744">
              <a:buFont typeface="Arial" panose="020B0604020202020204" pitchFamily="34" charset="0"/>
              <a:buChar char="•"/>
              <a:defRPr/>
            </a:pPr>
            <a:r>
              <a:rPr lang="en-IN" sz="1400" dirty="0">
                <a:solidFill>
                  <a:prstClr val="black"/>
                </a:solidFill>
                <a:latin typeface="Arial Narrow"/>
              </a:rPr>
              <a:t>Software Design and Development: </a:t>
            </a:r>
          </a:p>
          <a:p>
            <a:pPr marL="285744" lvl="0" indent="-285744">
              <a:buFont typeface="Arial" panose="020B0604020202020204" pitchFamily="34" charset="0"/>
              <a:buChar char="•"/>
              <a:defRPr/>
            </a:pPr>
            <a:r>
              <a:rPr lang="en-IN" sz="1400" dirty="0">
                <a:solidFill>
                  <a:prstClr val="black"/>
                </a:solidFill>
                <a:latin typeface="Arial Narrow"/>
              </a:rPr>
              <a:t>Hardware Design and Development </a:t>
            </a:r>
          </a:p>
          <a:p>
            <a:pPr marL="285744" lvl="0" indent="-285744">
              <a:buFont typeface="Arial" panose="020B0604020202020204" pitchFamily="34" charset="0"/>
              <a:buChar char="•"/>
              <a:defRPr/>
            </a:pPr>
            <a:r>
              <a:rPr lang="en-IN" sz="1400" dirty="0">
                <a:solidFill>
                  <a:prstClr val="black"/>
                </a:solidFill>
                <a:latin typeface="Arial Narrow"/>
              </a:rPr>
              <a:t>Testing: Software, Hardware, System and Dyno Testing </a:t>
            </a:r>
          </a:p>
          <a:p>
            <a:pPr marL="285744" lvl="0" indent="-285744">
              <a:buFont typeface="Arial" panose="020B0604020202020204" pitchFamily="34" charset="0"/>
              <a:buChar char="•"/>
              <a:defRPr/>
            </a:pPr>
            <a:r>
              <a:rPr lang="en-IN" sz="1400" dirty="0" err="1">
                <a:solidFill>
                  <a:prstClr val="black"/>
                </a:solidFill>
                <a:latin typeface="Arial Narrow"/>
              </a:rPr>
              <a:t>AutoSAR</a:t>
            </a:r>
            <a:r>
              <a:rPr lang="en-IN" sz="1400" dirty="0">
                <a:solidFill>
                  <a:prstClr val="black"/>
                </a:solidFill>
                <a:latin typeface="Arial Narrow"/>
              </a:rPr>
              <a:t> Compliance</a:t>
            </a:r>
          </a:p>
          <a:p>
            <a:pPr marL="285744" lvl="0" indent="-285744">
              <a:buFont typeface="Arial" panose="020B0604020202020204" pitchFamily="34" charset="0"/>
              <a:buChar char="•"/>
              <a:defRPr/>
            </a:pPr>
            <a:r>
              <a:rPr lang="en-IN" sz="1400" dirty="0">
                <a:solidFill>
                  <a:prstClr val="black"/>
                </a:solidFill>
                <a:latin typeface="Arial Narrow"/>
              </a:rPr>
              <a:t>Functional Safety Compliance : ISO 26262 – ASIL-C</a:t>
            </a:r>
            <a:endParaRPr lang="en-IN" sz="1200" dirty="0">
              <a:solidFill>
                <a:prstClr val="black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306824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Case Study 1: Motor Control Algorithm Development Flow – Model Based Development (2/6)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23" y="1432976"/>
            <a:ext cx="5235949" cy="2291550"/>
          </a:xfrm>
          <a:prstGeom prst="rect">
            <a:avLst/>
          </a:prstGeom>
        </p:spPr>
      </p:pic>
      <p:pic>
        <p:nvPicPr>
          <p:cNvPr id="5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62" y="4201051"/>
            <a:ext cx="2691220" cy="2227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Diagram 6"/>
          <p:cNvGraphicFramePr/>
          <p:nvPr/>
        </p:nvGraphicFramePr>
        <p:xfrm>
          <a:off x="5514210" y="1177889"/>
          <a:ext cx="4003863" cy="2036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Rectangle 7"/>
          <p:cNvSpPr/>
          <p:nvPr/>
        </p:nvSpPr>
        <p:spPr>
          <a:xfrm>
            <a:off x="608897" y="6359236"/>
            <a:ext cx="1344594" cy="2305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Space Vector &amp; Sectors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38028" y="1124091"/>
            <a:ext cx="932875" cy="2960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FOC 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034643" y="3304524"/>
            <a:ext cx="2125683" cy="3484201"/>
            <a:chOff x="5824117" y="678924"/>
            <a:chExt cx="2673840" cy="4330398"/>
          </a:xfrm>
        </p:grpSpPr>
        <p:pic>
          <p:nvPicPr>
            <p:cNvPr id="12" name="Picture 11"/>
            <p:cNvPicPr/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4117" y="678924"/>
              <a:ext cx="2666740" cy="1465632"/>
            </a:xfrm>
            <a:prstGeom prst="rect">
              <a:avLst/>
            </a:prstGeom>
          </p:spPr>
        </p:pic>
        <p:pic>
          <p:nvPicPr>
            <p:cNvPr id="13" name="Picture 12"/>
            <p:cNvPicPr/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4117" y="2195878"/>
              <a:ext cx="2673840" cy="1385207"/>
            </a:xfrm>
            <a:prstGeom prst="rect">
              <a:avLst/>
            </a:prstGeom>
          </p:spPr>
        </p:pic>
        <p:pic>
          <p:nvPicPr>
            <p:cNvPr id="14" name="Picture 13" descr="C:\Users\aa0c80114\Desktop\reverse park.PNG"/>
            <p:cNvPicPr/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24117" y="3597964"/>
              <a:ext cx="2673840" cy="14113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Rectangle 14"/>
            <p:cNvSpPr/>
            <p:nvPr/>
          </p:nvSpPr>
          <p:spPr>
            <a:xfrm>
              <a:off x="6859796" y="1502687"/>
              <a:ext cx="1421008" cy="3291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Clark Transform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026760" y="2877459"/>
              <a:ext cx="1351928" cy="4225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Park Transform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342139" y="4417202"/>
              <a:ext cx="1036551" cy="2946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Inverse Park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068033" y="3968337"/>
            <a:ext cx="2692126" cy="1265040"/>
            <a:chOff x="6019051" y="892628"/>
            <a:chExt cx="2692126" cy="1265040"/>
          </a:xfrm>
        </p:grpSpPr>
        <p:pic>
          <p:nvPicPr>
            <p:cNvPr id="19" name="Picture 18"/>
            <p:cNvPicPr/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9051" y="892628"/>
              <a:ext cx="2692126" cy="126504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>
            <a:xfrm>
              <a:off x="7624689" y="1683517"/>
              <a:ext cx="710697" cy="2808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Sector</a:t>
              </a:r>
            </a:p>
          </p:txBody>
        </p:sp>
      </p:grpSp>
      <p:pic>
        <p:nvPicPr>
          <p:cNvPr id="24" name="Picture 23"/>
          <p:cNvPicPr/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3153" y="5389383"/>
            <a:ext cx="2654175" cy="134034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962400" y="6151419"/>
            <a:ext cx="1717963" cy="2770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457200" marR="0" lvl="0" indent="4572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Vu, Vv, Vw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 descr="C:\Users\aa0c80114\Desktop\torque.PNG"/>
          <p:cNvPicPr/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7174" y="5237018"/>
            <a:ext cx="2999807" cy="1510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Picture 26" descr="C:\Users\aa0c80114\Desktop\flux.PNG"/>
          <p:cNvPicPr/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823" y="3563765"/>
            <a:ext cx="2893888" cy="161783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Rectangle 27"/>
          <p:cNvSpPr/>
          <p:nvPr/>
        </p:nvSpPr>
        <p:spPr>
          <a:xfrm>
            <a:off x="9873223" y="4506365"/>
            <a:ext cx="1279236" cy="257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Flux Response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47113" y="6168507"/>
            <a:ext cx="1279236" cy="257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Torque Response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9338" y="3742600"/>
            <a:ext cx="932875" cy="2960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SVPWM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25568" y="1497184"/>
            <a:ext cx="2876381" cy="803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MBD : Mat lab / Simulink / State flow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Auto code Generation: Target link </a:t>
            </a:r>
          </a:p>
        </p:txBody>
      </p:sp>
    </p:spTree>
    <p:extLst>
      <p:ext uri="{BB962C8B-B14F-4D97-AF65-F5344CB8AC3E}">
        <p14:creationId xmlns:p14="http://schemas.microsoft.com/office/powerpoint/2010/main" val="1011210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Case Study 1: Hardware Development Workflow &amp; Thermal Management of Power Inverter (3/6) 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315755" y="1346255"/>
          <a:ext cx="4851046" cy="274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527932" y="4139475"/>
            <a:ext cx="4544473" cy="41327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Arial" charset="0"/>
              </a:rPr>
              <a:t>Hardware Design Tools: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Arial" charset="0"/>
              </a:rPr>
              <a:t>Mentor Graphics,OrCAD,Simetrix, pSpice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527932" y="4596298"/>
            <a:ext cx="4957696" cy="2119731"/>
            <a:chOff x="7089711" y="1195270"/>
            <a:chExt cx="7040078" cy="388923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F0492E2-146C-E449-96D8-2A2E507F96F6}"/>
                </a:ext>
              </a:extLst>
            </p:cNvPr>
            <p:cNvSpPr txBox="1"/>
            <p:nvPr/>
          </p:nvSpPr>
          <p:spPr>
            <a:xfrm>
              <a:off x="11138673" y="4626132"/>
              <a:ext cx="2991116" cy="45836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Arial" charset="0"/>
                </a:rPr>
                <a:t>Motor Controller ECU</a:t>
              </a:r>
            </a:p>
          </p:txBody>
        </p:sp>
        <p:grpSp>
          <p:nvGrpSpPr>
            <p:cNvPr id="19" name="Group 18"/>
            <p:cNvGrpSpPr/>
            <p:nvPr/>
          </p:nvGrpSpPr>
          <p:grpSpPr>
            <a:xfrm>
              <a:off x="7089711" y="1195270"/>
              <a:ext cx="6392653" cy="3757850"/>
              <a:chOff x="7089711" y="1195270"/>
              <a:chExt cx="6392653" cy="3757850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0492E2-146C-E449-96D8-2A2E507F96F6}"/>
                  </a:ext>
                </a:extLst>
              </p:cNvPr>
              <p:cNvSpPr txBox="1"/>
              <p:nvPr/>
            </p:nvSpPr>
            <p:spPr>
              <a:xfrm>
                <a:off x="11742843" y="2812093"/>
                <a:ext cx="1739521" cy="33545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  <a:ea typeface="+mn-ea"/>
                    <a:cs typeface="Arial" charset="0"/>
                  </a:rPr>
                  <a:t>Main Controller</a:t>
                </a:r>
              </a:p>
            </p:txBody>
          </p:sp>
          <p:grpSp>
            <p:nvGrpSpPr>
              <p:cNvPr id="18" name="Group 17"/>
              <p:cNvGrpSpPr/>
              <p:nvPr/>
            </p:nvGrpSpPr>
            <p:grpSpPr>
              <a:xfrm>
                <a:off x="7089711" y="1195270"/>
                <a:ext cx="6392653" cy="3757850"/>
                <a:chOff x="7089711" y="1195270"/>
                <a:chExt cx="6392653" cy="3757850"/>
              </a:xfrm>
            </p:grpSpPr>
            <p:pic>
              <p:nvPicPr>
                <p:cNvPr id="5" name="Picture 4"/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546575" y="1214831"/>
                  <a:ext cx="1669620" cy="1553772"/>
                </a:xfrm>
                <a:prstGeom prst="rect">
                  <a:avLst/>
                </a:prstGeom>
              </p:spPr>
            </p:pic>
            <p:pic>
              <p:nvPicPr>
                <p:cNvPr id="6" name="Picture 5"/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770804" y="1221325"/>
                  <a:ext cx="1711559" cy="1678171"/>
                </a:xfrm>
                <a:prstGeom prst="rect">
                  <a:avLst/>
                </a:prstGeom>
              </p:spPr>
            </p:pic>
            <p:pic>
              <p:nvPicPr>
                <p:cNvPr id="7" name="Picture 6"/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580834" y="3006405"/>
                  <a:ext cx="1663325" cy="1624698"/>
                </a:xfrm>
                <a:prstGeom prst="rect">
                  <a:avLst/>
                </a:prstGeom>
              </p:spPr>
            </p:pic>
            <p:pic>
              <p:nvPicPr>
                <p:cNvPr id="8" name="Picture 7"/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089711" y="2979819"/>
                  <a:ext cx="1739523" cy="1664717"/>
                </a:xfrm>
                <a:prstGeom prst="rect">
                  <a:avLst/>
                </a:prstGeom>
              </p:spPr>
            </p:pic>
            <p:pic>
              <p:nvPicPr>
                <p:cNvPr id="9" name="Picture 8"/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15733" y="1195270"/>
                  <a:ext cx="1713501" cy="1586767"/>
                </a:xfrm>
                <a:prstGeom prst="rect">
                  <a:avLst/>
                </a:prstGeom>
              </p:spPr>
            </p:pic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F0492E2-146C-E449-96D8-2A2E507F96F6}"/>
                    </a:ext>
                  </a:extLst>
                </p:cNvPr>
                <p:cNvSpPr txBox="1"/>
                <p:nvPr/>
              </p:nvSpPr>
              <p:spPr>
                <a:xfrm>
                  <a:off x="7089715" y="2751435"/>
                  <a:ext cx="1739520" cy="33545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j-lt"/>
                      <a:ea typeface="+mn-ea"/>
                      <a:cs typeface="Arial" charset="0"/>
                    </a:rPr>
                    <a:t>Current Sensor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F0492E2-146C-E449-96D8-2A2E507F96F6}"/>
                    </a:ext>
                  </a:extLst>
                </p:cNvPr>
                <p:cNvSpPr txBox="1"/>
                <p:nvPr/>
              </p:nvSpPr>
              <p:spPr>
                <a:xfrm>
                  <a:off x="9560555" y="2751435"/>
                  <a:ext cx="1683606" cy="33545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j-lt"/>
                      <a:ea typeface="+mn-ea"/>
                      <a:cs typeface="Arial" charset="0"/>
                    </a:rPr>
                    <a:t>Capacitor 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F0492E2-146C-E449-96D8-2A2E507F96F6}"/>
                    </a:ext>
                  </a:extLst>
                </p:cNvPr>
                <p:cNvSpPr txBox="1"/>
                <p:nvPr/>
              </p:nvSpPr>
              <p:spPr>
                <a:xfrm>
                  <a:off x="7089715" y="4609283"/>
                  <a:ext cx="1739520" cy="33545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j-lt"/>
                      <a:ea typeface="+mn-ea"/>
                      <a:cs typeface="Arial" charset="0"/>
                    </a:rPr>
                    <a:t>Power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F0492E2-146C-E449-96D8-2A2E507F96F6}"/>
                    </a:ext>
                  </a:extLst>
                </p:cNvPr>
                <p:cNvSpPr txBox="1"/>
                <p:nvPr/>
              </p:nvSpPr>
              <p:spPr>
                <a:xfrm>
                  <a:off x="9566853" y="4617670"/>
                  <a:ext cx="1677305" cy="33545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j-lt"/>
                      <a:ea typeface="+mn-ea"/>
                      <a:cs typeface="Arial" charset="0"/>
                    </a:rPr>
                    <a:t>Isolation</a:t>
                  </a:r>
                </a:p>
              </p:txBody>
            </p:sp>
            <p:pic>
              <p:nvPicPr>
                <p:cNvPr id="17" name="Picture 16"/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826728" y="3150906"/>
                  <a:ext cx="1655636" cy="1571078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87678" y="1346255"/>
            <a:ext cx="5380867" cy="285839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458394" y="1024568"/>
            <a:ext cx="256576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+mj-lt"/>
              </a:rPr>
              <a:t>Hardware Development Workflow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9451" y="4288449"/>
            <a:ext cx="576776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IN" sz="1400" dirty="0">
                <a:solidFill>
                  <a:prstClr val="black"/>
                </a:solidFill>
                <a:latin typeface="Arial Narrow"/>
              </a:rPr>
              <a:t>Liquid Cooling based Thermal Management of Power Inverter had been done to study the temperature in MOSFET junctions and to control the liquid flow rate accordingly 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IN" sz="1400" dirty="0">
                <a:solidFill>
                  <a:prstClr val="black"/>
                </a:solidFill>
                <a:latin typeface="Arial Narrow"/>
              </a:rPr>
              <a:t>Inputs for the modelling</a:t>
            </a:r>
          </a:p>
          <a:p>
            <a:pPr lvl="0">
              <a:defRPr/>
            </a:pPr>
            <a:r>
              <a:rPr lang="en-IN" sz="1400" dirty="0">
                <a:solidFill>
                  <a:prstClr val="black"/>
                </a:solidFill>
                <a:latin typeface="Arial Narrow"/>
              </a:rPr>
              <a:t>    -  3D Geometry of the model</a:t>
            </a:r>
          </a:p>
          <a:p>
            <a:pPr lvl="0">
              <a:defRPr/>
            </a:pPr>
            <a:r>
              <a:rPr lang="en-IN" sz="1400" dirty="0">
                <a:solidFill>
                  <a:prstClr val="black"/>
                </a:solidFill>
                <a:latin typeface="Arial Narrow"/>
              </a:rPr>
              <a:t>    -  Boundary Conditions like inlet mass flow rates and Power  </a:t>
            </a:r>
          </a:p>
          <a:p>
            <a:pPr lvl="0">
              <a:defRPr/>
            </a:pPr>
            <a:r>
              <a:rPr lang="en-IN" sz="1400" dirty="0">
                <a:solidFill>
                  <a:prstClr val="black"/>
                </a:solidFill>
                <a:latin typeface="Arial Narrow"/>
              </a:rPr>
              <a:t>       dissipation of MOSFETS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IN" sz="1400" dirty="0">
                <a:solidFill>
                  <a:prstClr val="black"/>
                </a:solidFill>
                <a:latin typeface="Arial Narrow"/>
              </a:rPr>
              <a:t>Thermal Modelling and  Simulations were performed with the given Ambient conditions, MOSFET junction temperature and flow rate 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IN" sz="1400" dirty="0">
                <a:solidFill>
                  <a:prstClr val="black"/>
                </a:solidFill>
                <a:latin typeface="Arial Narrow"/>
              </a:rPr>
              <a:t>SW Tools used :</a:t>
            </a:r>
          </a:p>
          <a:p>
            <a:pPr lvl="0">
              <a:defRPr/>
            </a:pPr>
            <a:r>
              <a:rPr lang="en-IN" sz="1400" dirty="0">
                <a:solidFill>
                  <a:prstClr val="black"/>
                </a:solidFill>
                <a:latin typeface="Arial Narrow"/>
              </a:rPr>
              <a:t>        Meshing &amp; analysis: ICEM CFD &amp; Fluent 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endParaRPr lang="en-IN" sz="1400" dirty="0">
              <a:solidFill>
                <a:prstClr val="black"/>
              </a:solidFill>
              <a:latin typeface="Arial Narrow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788674" y="1024567"/>
            <a:ext cx="23647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+mj-lt"/>
              </a:rPr>
              <a:t>Thermal Management of Power</a:t>
            </a:r>
          </a:p>
        </p:txBody>
      </p:sp>
    </p:spTree>
    <p:extLst>
      <p:ext uri="{BB962C8B-B14F-4D97-AF65-F5344CB8AC3E}">
        <p14:creationId xmlns:p14="http://schemas.microsoft.com/office/powerpoint/2010/main" val="370783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575</Words>
  <Application>Microsoft Office PowerPoint</Application>
  <PresentationFormat>Widescreen</PresentationFormat>
  <Paragraphs>136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 Narrow</vt:lpstr>
      <vt:lpstr>Bookman Old Style</vt:lpstr>
      <vt:lpstr>Calibri</vt:lpstr>
      <vt:lpstr>Calibri Light</vt:lpstr>
      <vt:lpstr>Office Theme</vt:lpstr>
      <vt:lpstr>48V Systems - Power Inverter (Motor Control ECU)</vt:lpstr>
      <vt:lpstr>Case Study 1: 48V Power Inverter (Motor Control ECU) for HEV (1/6)</vt:lpstr>
      <vt:lpstr>Case Study 1: Motor Control Algorithm Development Flow – Model Based Development (2/6) </vt:lpstr>
      <vt:lpstr>Case Study 1: Hardware Development Workflow &amp; Thermal Management of Power Inverter (3/6)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48V Systems - Power Inverter (Motor Control ECU)</dc:title>
  <dc:creator>Nagesh Bantwal Toledar Shenoy</dc:creator>
  <cp:lastModifiedBy>Nagesh Bantwal Toledar Shenoy</cp:lastModifiedBy>
  <cp:revision>1</cp:revision>
  <dcterms:created xsi:type="dcterms:W3CDTF">2020-12-21T14:52:24Z</dcterms:created>
  <dcterms:modified xsi:type="dcterms:W3CDTF">2020-12-21T14:52:46Z</dcterms:modified>
</cp:coreProperties>
</file>