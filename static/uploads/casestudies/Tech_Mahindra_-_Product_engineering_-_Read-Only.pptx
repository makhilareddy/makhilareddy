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ags/tag1.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media/image20.jpg" ContentType="image/jpeg"/>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4.xml" ContentType="application/vnd.openxmlformats-officedocument.theme+xml"/>
  <Override PartName="/ppt/tags/tag3.xml" ContentType="application/vnd.openxmlformats-officedocument.presentationml.tags+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5.xml" ContentType="application/vnd.openxmlformats-officedocument.theme+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6.xml" ContentType="application/vnd.openxmlformats-officedocument.theme+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7.xml" ContentType="application/vnd.openxmlformats-officedocument.theme+xml"/>
  <Override PartName="/ppt/media/image32.jpg" ContentType="image/jpeg"/>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8.xml" ContentType="application/vnd.openxmlformats-officedocument.theme+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9.xml" ContentType="application/vnd.openxmlformats-officedocument.theme+xml"/>
  <Override PartName="/ppt/media/image36.jpg" ContentType="image/jpeg"/>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media/image73.jpg" ContentType="image/jpeg"/>
  <Override PartName="/ppt/media/image74.jpg" ContentType="image/jpeg"/>
  <Override PartName="/ppt/media/image75.jpg" ContentType="image/jpeg"/>
  <Override PartName="/ppt/media/image76.jpg" ContentType="image/jpeg"/>
  <Override PartName="/ppt/media/image77.jpg" ContentType="image/jpeg"/>
  <Override PartName="/ppt/media/image78.jpg" ContentType="image/jpeg"/>
  <Override PartName="/ppt/media/image80.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537" r:id="rId4"/>
    <p:sldMasterId id="2147484751" r:id="rId5"/>
    <p:sldMasterId id="2147484838" r:id="rId6"/>
    <p:sldMasterId id="2147484900" r:id="rId7"/>
    <p:sldMasterId id="2147484928" r:id="rId8"/>
    <p:sldMasterId id="2147484933" r:id="rId9"/>
    <p:sldMasterId id="2147485032" r:id="rId10"/>
    <p:sldMasterId id="2147485040" r:id="rId11"/>
    <p:sldMasterId id="2147485050" r:id="rId12"/>
  </p:sldMasterIdLst>
  <p:notesMasterIdLst>
    <p:notesMasterId r:id="rId24"/>
  </p:notesMasterIdLst>
  <p:handoutMasterIdLst>
    <p:handoutMasterId r:id="rId25"/>
  </p:handoutMasterIdLst>
  <p:sldIdLst>
    <p:sldId id="797" r:id="rId13"/>
    <p:sldId id="767" r:id="rId14"/>
    <p:sldId id="768" r:id="rId15"/>
    <p:sldId id="769" r:id="rId16"/>
    <p:sldId id="827" r:id="rId17"/>
    <p:sldId id="824" r:id="rId18"/>
    <p:sldId id="825" r:id="rId19"/>
    <p:sldId id="841" r:id="rId20"/>
    <p:sldId id="756" r:id="rId21"/>
    <p:sldId id="815" r:id="rId22"/>
    <p:sldId id="755" r:id="rId2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1DAC42D-23BC-466D-A9DA-362DEE4AEB83}">
          <p14:sldIdLst>
            <p14:sldId id="797"/>
            <p14:sldId id="767"/>
            <p14:sldId id="768"/>
            <p14:sldId id="769"/>
            <p14:sldId id="827"/>
            <p14:sldId id="824"/>
            <p14:sldId id="825"/>
            <p14:sldId id="841"/>
            <p14:sldId id="756"/>
            <p14:sldId id="815"/>
            <p14:sldId id="755"/>
          </p14:sldIdLst>
        </p14:section>
      </p14:sectionLst>
    </p:ext>
    <p:ext uri="{EFAFB233-063F-42B5-8137-9DF3F51BA10A}">
      <p15:sldGuideLst xmlns:p15="http://schemas.microsoft.com/office/powerpoint/2012/main">
        <p15:guide id="1" orient="horz">
          <p15:clr>
            <a:srgbClr val="A4A3A4"/>
          </p15:clr>
        </p15:guide>
        <p15:guide id="2" orient="horz" pos="6">
          <p15:clr>
            <a:srgbClr val="A4A3A4"/>
          </p15:clr>
        </p15:guide>
        <p15:guide id="4" pos="5511" userDrawn="1">
          <p15:clr>
            <a:srgbClr val="A4A3A4"/>
          </p15:clr>
        </p15:guide>
        <p15:guide id="6" orient="horz" pos="3239">
          <p15:clr>
            <a:srgbClr val="A4A3A4"/>
          </p15:clr>
        </p15:guide>
        <p15:guide id="7" pos="30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BDFF"/>
    <a:srgbClr val="8CC2EE"/>
    <a:srgbClr val="FFCC99"/>
    <a:srgbClr val="B3CDD5"/>
    <a:srgbClr val="8BE1FF"/>
    <a:srgbClr val="71DAFF"/>
    <a:srgbClr val="FFCCCC"/>
    <a:srgbClr val="7DE1DF"/>
    <a:srgbClr val="FFCCFF"/>
    <a:srgbClr val="FED5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69" autoAdjust="0"/>
    <p:restoredTop sz="98579" autoAdjust="0"/>
  </p:normalViewPr>
  <p:slideViewPr>
    <p:cSldViewPr snapToGrid="0" showGuides="1">
      <p:cViewPr varScale="1">
        <p:scale>
          <a:sx n="140" d="100"/>
          <a:sy n="140" d="100"/>
        </p:scale>
        <p:origin x="978" y="126"/>
      </p:cViewPr>
      <p:guideLst>
        <p:guide orient="horz"/>
        <p:guide orient="horz" pos="6"/>
        <p:guide pos="5511"/>
        <p:guide orient="horz" pos="3239"/>
        <p:guide pos="302"/>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2622"/>
    </p:cViewPr>
  </p:sorterViewPr>
  <p:notesViewPr>
    <p:cSldViewPr snapToGrid="0" showGuides="1">
      <p:cViewPr varScale="1">
        <p:scale>
          <a:sx n="53" d="100"/>
          <a:sy n="53" d="100"/>
        </p:scale>
        <p:origin x="-286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9.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theme" Target="theme/theme1.xml"/><Relationship Id="rId10" Type="http://schemas.openxmlformats.org/officeDocument/2006/relationships/slideMaster" Target="slideMasters/slideMaster7.xml"/><Relationship Id="rId19" Type="http://schemas.openxmlformats.org/officeDocument/2006/relationships/slide" Target="slides/slide7.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46.png"/><Relationship Id="rId5" Type="http://schemas.openxmlformats.org/officeDocument/2006/relationships/image" Target="../media/image50.png"/><Relationship Id="rId4" Type="http://schemas.openxmlformats.org/officeDocument/2006/relationships/image" Target="../media/image49.png"/></Relationships>
</file>

<file path=ppt/diagrams/_rels/drawing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46.png"/><Relationship Id="rId5" Type="http://schemas.openxmlformats.org/officeDocument/2006/relationships/image" Target="../media/image50.png"/><Relationship Id="rId4" Type="http://schemas.openxmlformats.org/officeDocument/2006/relationships/image" Target="../media/image49.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6D0BAC-EE1D-4C56-9676-E9CCFAD6C157}" type="doc">
      <dgm:prSet loTypeId="urn:microsoft.com/office/officeart/2005/8/layout/cycle3" loCatId="cycle" qsTypeId="urn:microsoft.com/office/officeart/2005/8/quickstyle/simple1" qsCatId="simple" csTypeId="urn:microsoft.com/office/officeart/2005/8/colors/colorful1" csCatId="colorful" phldr="1"/>
      <dgm:spPr/>
      <dgm:t>
        <a:bodyPr/>
        <a:lstStyle/>
        <a:p>
          <a:endParaRPr lang="en-US"/>
        </a:p>
      </dgm:t>
    </dgm:pt>
    <dgm:pt modelId="{52D05CC6-7463-446B-8CE7-50072CEC4A9B}">
      <dgm:prSet phldrT="[Text]" custT="1"/>
      <dgm:spPr/>
      <dgm:t>
        <a:bodyPr/>
        <a:lstStyle/>
        <a:p>
          <a:pPr algn="ctr"/>
          <a:r>
            <a:rPr lang="en-US" sz="1200">
              <a:latin typeface="Century Gothic" panose="020B0502020202020204" pitchFamily="34" charset="0"/>
            </a:rPr>
            <a:t>Requirement Analysis</a:t>
          </a:r>
          <a:endParaRPr lang="en-US" sz="1200" dirty="0">
            <a:latin typeface="Century Gothic" panose="020B0502020202020204" pitchFamily="34" charset="0"/>
          </a:endParaRPr>
        </a:p>
      </dgm:t>
    </dgm:pt>
    <dgm:pt modelId="{0299C0F9-EDF4-4EB7-A3A0-2FA1A006D096}" type="parTrans" cxnId="{62116AE4-ECAD-4C59-9C82-3A150AA3CEA5}">
      <dgm:prSet/>
      <dgm:spPr/>
      <dgm:t>
        <a:bodyPr/>
        <a:lstStyle/>
        <a:p>
          <a:pPr algn="ctr"/>
          <a:endParaRPr lang="en-US"/>
        </a:p>
      </dgm:t>
    </dgm:pt>
    <dgm:pt modelId="{CEF2E267-3FE3-4E08-8A9A-2531D7994FC5}" type="sibTrans" cxnId="{62116AE4-ECAD-4C59-9C82-3A150AA3CEA5}">
      <dgm:prSet/>
      <dgm:spPr/>
      <dgm:t>
        <a:bodyPr/>
        <a:lstStyle/>
        <a:p>
          <a:pPr algn="ctr"/>
          <a:endParaRPr lang="en-US"/>
        </a:p>
      </dgm:t>
    </dgm:pt>
    <dgm:pt modelId="{A776F04F-EF15-4232-AB25-BFEC0B548D71}">
      <dgm:prSet phldrT="[Text]" custT="1"/>
      <dgm:spPr/>
      <dgm:t>
        <a:bodyPr/>
        <a:lstStyle/>
        <a:p>
          <a:pPr algn="ctr"/>
          <a:r>
            <a:rPr lang="en-US" sz="1200">
              <a:latin typeface="Century Gothic" panose="020B0502020202020204" pitchFamily="34" charset="0"/>
            </a:rPr>
            <a:t>Design </a:t>
          </a:r>
          <a:endParaRPr lang="en-US" sz="1200" dirty="0">
            <a:latin typeface="Century Gothic" panose="020B0502020202020204" pitchFamily="34" charset="0"/>
          </a:endParaRPr>
        </a:p>
      </dgm:t>
    </dgm:pt>
    <dgm:pt modelId="{CE9E6F3A-2A2C-4196-AFA0-E0DAD1E113C2}" type="parTrans" cxnId="{605B03C9-FE54-440F-A4CA-7E76EC12F147}">
      <dgm:prSet/>
      <dgm:spPr/>
      <dgm:t>
        <a:bodyPr/>
        <a:lstStyle/>
        <a:p>
          <a:pPr algn="ctr"/>
          <a:endParaRPr lang="en-US"/>
        </a:p>
      </dgm:t>
    </dgm:pt>
    <dgm:pt modelId="{6E0A2C3B-7EB2-4671-90A6-3FB09A276D17}" type="sibTrans" cxnId="{605B03C9-FE54-440F-A4CA-7E76EC12F147}">
      <dgm:prSet/>
      <dgm:spPr/>
      <dgm:t>
        <a:bodyPr/>
        <a:lstStyle/>
        <a:p>
          <a:pPr algn="ctr"/>
          <a:endParaRPr lang="en-US"/>
        </a:p>
      </dgm:t>
    </dgm:pt>
    <dgm:pt modelId="{2F1FC168-21E9-4683-8DE1-7F1795018BFD}">
      <dgm:prSet phldrT="[Text]" custT="1"/>
      <dgm:spPr/>
      <dgm:t>
        <a:bodyPr/>
        <a:lstStyle/>
        <a:p>
          <a:pPr algn="ctr"/>
          <a:r>
            <a:rPr lang="en-US" sz="1100" dirty="0">
              <a:latin typeface="Century Gothic" panose="020B0502020202020204" pitchFamily="34" charset="0"/>
            </a:rPr>
            <a:t>Development</a:t>
          </a:r>
        </a:p>
      </dgm:t>
    </dgm:pt>
    <dgm:pt modelId="{DFDCD3E4-E46D-4FE4-9BE1-33C2C1111709}" type="parTrans" cxnId="{110D7092-7A59-49B0-9D57-630D1814ED4B}">
      <dgm:prSet/>
      <dgm:spPr/>
      <dgm:t>
        <a:bodyPr/>
        <a:lstStyle/>
        <a:p>
          <a:pPr algn="ctr"/>
          <a:endParaRPr lang="en-US"/>
        </a:p>
      </dgm:t>
    </dgm:pt>
    <dgm:pt modelId="{A320C3EE-D33F-44EC-B3AF-47538D1B008C}" type="sibTrans" cxnId="{110D7092-7A59-49B0-9D57-630D1814ED4B}">
      <dgm:prSet/>
      <dgm:spPr/>
      <dgm:t>
        <a:bodyPr/>
        <a:lstStyle/>
        <a:p>
          <a:pPr algn="ctr"/>
          <a:endParaRPr lang="en-US"/>
        </a:p>
      </dgm:t>
    </dgm:pt>
    <dgm:pt modelId="{B8F31EEC-4941-4DC5-BAEF-17DA4FA1806F}">
      <dgm:prSet phldrT="[Text]" custT="1"/>
      <dgm:spPr/>
      <dgm:t>
        <a:bodyPr/>
        <a:lstStyle/>
        <a:p>
          <a:pPr algn="ctr"/>
          <a:r>
            <a:rPr lang="en-US" sz="1200" dirty="0">
              <a:latin typeface="Century Gothic" panose="020B0502020202020204" pitchFamily="34" charset="0"/>
            </a:rPr>
            <a:t>Testing </a:t>
          </a:r>
        </a:p>
      </dgm:t>
    </dgm:pt>
    <dgm:pt modelId="{0E5F7789-F8DC-410A-96C5-88C897F2F2A0}" type="parTrans" cxnId="{315B4C7F-0841-4469-9522-44E7A567B934}">
      <dgm:prSet/>
      <dgm:spPr/>
      <dgm:t>
        <a:bodyPr/>
        <a:lstStyle/>
        <a:p>
          <a:pPr algn="ctr"/>
          <a:endParaRPr lang="en-US"/>
        </a:p>
      </dgm:t>
    </dgm:pt>
    <dgm:pt modelId="{F46C6282-B330-4D50-A4A8-3E9C929E9C81}" type="sibTrans" cxnId="{315B4C7F-0841-4469-9522-44E7A567B934}">
      <dgm:prSet/>
      <dgm:spPr/>
      <dgm:t>
        <a:bodyPr/>
        <a:lstStyle/>
        <a:p>
          <a:pPr algn="ctr"/>
          <a:endParaRPr lang="en-US"/>
        </a:p>
      </dgm:t>
    </dgm:pt>
    <dgm:pt modelId="{B7757EA8-47FD-470E-8B8D-6BD08EE6E209}">
      <dgm:prSet phldrT="[Text]" custT="1"/>
      <dgm:spPr/>
      <dgm:t>
        <a:bodyPr/>
        <a:lstStyle/>
        <a:p>
          <a:pPr algn="ctr"/>
          <a:r>
            <a:rPr lang="en-US" sz="1200">
              <a:latin typeface="Century Gothic" panose="020B0502020202020204" pitchFamily="34" charset="0"/>
            </a:rPr>
            <a:t>Evaluation</a:t>
          </a:r>
          <a:endParaRPr lang="en-US" sz="1200" dirty="0">
            <a:latin typeface="Century Gothic" panose="020B0502020202020204" pitchFamily="34" charset="0"/>
          </a:endParaRPr>
        </a:p>
      </dgm:t>
    </dgm:pt>
    <dgm:pt modelId="{D7662610-F8F5-4403-86D3-F6D0F9BA920C}" type="parTrans" cxnId="{8F4CDD91-E103-4F1D-AD8D-EBF01337A285}">
      <dgm:prSet/>
      <dgm:spPr/>
      <dgm:t>
        <a:bodyPr/>
        <a:lstStyle/>
        <a:p>
          <a:pPr algn="ctr"/>
          <a:endParaRPr lang="en-US"/>
        </a:p>
      </dgm:t>
    </dgm:pt>
    <dgm:pt modelId="{E8A8DBBC-8D26-48E7-9AA2-94DB91D63E79}" type="sibTrans" cxnId="{8F4CDD91-E103-4F1D-AD8D-EBF01337A285}">
      <dgm:prSet/>
      <dgm:spPr/>
      <dgm:t>
        <a:bodyPr/>
        <a:lstStyle/>
        <a:p>
          <a:pPr algn="ctr"/>
          <a:endParaRPr lang="en-US"/>
        </a:p>
      </dgm:t>
    </dgm:pt>
    <dgm:pt modelId="{9AC94A2E-8A57-4ECF-BE35-588E29D4DB4C}" type="pres">
      <dgm:prSet presAssocID="{346D0BAC-EE1D-4C56-9676-E9CCFAD6C157}" presName="Name0" presStyleCnt="0">
        <dgm:presLayoutVars>
          <dgm:dir/>
          <dgm:resizeHandles val="exact"/>
        </dgm:presLayoutVars>
      </dgm:prSet>
      <dgm:spPr/>
    </dgm:pt>
    <dgm:pt modelId="{DC8871D2-B0E7-4BC3-B00E-3DD257939B4F}" type="pres">
      <dgm:prSet presAssocID="{346D0BAC-EE1D-4C56-9676-E9CCFAD6C157}" presName="cycle" presStyleCnt="0"/>
      <dgm:spPr/>
    </dgm:pt>
    <dgm:pt modelId="{D432B9EC-CBD3-4BB2-A400-F46B04C010C6}" type="pres">
      <dgm:prSet presAssocID="{52D05CC6-7463-446B-8CE7-50072CEC4A9B}" presName="nodeFirstNode" presStyleLbl="node1" presStyleIdx="0" presStyleCnt="5">
        <dgm:presLayoutVars>
          <dgm:bulletEnabled val="1"/>
        </dgm:presLayoutVars>
      </dgm:prSet>
      <dgm:spPr/>
    </dgm:pt>
    <dgm:pt modelId="{F7D6F1E7-D002-4641-A12B-D14AF43CDB4A}" type="pres">
      <dgm:prSet presAssocID="{CEF2E267-3FE3-4E08-8A9A-2531D7994FC5}" presName="sibTransFirstNode" presStyleLbl="bgShp" presStyleIdx="0" presStyleCnt="1" custLinFactNeighborX="-743"/>
      <dgm:spPr/>
    </dgm:pt>
    <dgm:pt modelId="{9212D3BD-55CD-481C-AB7D-7BF636BF8CC1}" type="pres">
      <dgm:prSet presAssocID="{A776F04F-EF15-4232-AB25-BFEC0B548D71}" presName="nodeFollowingNodes" presStyleLbl="node1" presStyleIdx="1" presStyleCnt="5">
        <dgm:presLayoutVars>
          <dgm:bulletEnabled val="1"/>
        </dgm:presLayoutVars>
      </dgm:prSet>
      <dgm:spPr/>
    </dgm:pt>
    <dgm:pt modelId="{960D7A23-C58B-4862-BB04-92D8D08AF585}" type="pres">
      <dgm:prSet presAssocID="{2F1FC168-21E9-4683-8DE1-7F1795018BFD}" presName="nodeFollowingNodes" presStyleLbl="node1" presStyleIdx="2" presStyleCnt="5" custRadScaleRad="97627" custRadScaleInc="14120">
        <dgm:presLayoutVars>
          <dgm:bulletEnabled val="1"/>
        </dgm:presLayoutVars>
      </dgm:prSet>
      <dgm:spPr/>
    </dgm:pt>
    <dgm:pt modelId="{CCBA7B0E-A166-4D8C-89BF-83C27884BD2C}" type="pres">
      <dgm:prSet presAssocID="{B8F31EEC-4941-4DC5-BAEF-17DA4FA1806F}" presName="nodeFollowingNodes" presStyleLbl="node1" presStyleIdx="3" presStyleCnt="5">
        <dgm:presLayoutVars>
          <dgm:bulletEnabled val="1"/>
        </dgm:presLayoutVars>
      </dgm:prSet>
      <dgm:spPr/>
    </dgm:pt>
    <dgm:pt modelId="{DBD1963D-3204-4D8D-87FB-E3A35A29B162}" type="pres">
      <dgm:prSet presAssocID="{B7757EA8-47FD-470E-8B8D-6BD08EE6E209}" presName="nodeFollowingNodes" presStyleLbl="node1" presStyleIdx="4" presStyleCnt="5">
        <dgm:presLayoutVars>
          <dgm:bulletEnabled val="1"/>
        </dgm:presLayoutVars>
      </dgm:prSet>
      <dgm:spPr/>
    </dgm:pt>
  </dgm:ptLst>
  <dgm:cxnLst>
    <dgm:cxn modelId="{3E13A616-0599-4ED4-B939-F8B1DC2AB46C}" type="presOf" srcId="{346D0BAC-EE1D-4C56-9676-E9CCFAD6C157}" destId="{9AC94A2E-8A57-4ECF-BE35-588E29D4DB4C}" srcOrd="0" destOrd="0" presId="urn:microsoft.com/office/officeart/2005/8/layout/cycle3"/>
    <dgm:cxn modelId="{AD12F829-60A5-4AC5-ABFA-4800996DD906}" type="presOf" srcId="{B8F31EEC-4941-4DC5-BAEF-17DA4FA1806F}" destId="{CCBA7B0E-A166-4D8C-89BF-83C27884BD2C}" srcOrd="0" destOrd="0" presId="urn:microsoft.com/office/officeart/2005/8/layout/cycle3"/>
    <dgm:cxn modelId="{2420DB2E-90E1-4298-B3D3-A922442315BF}" type="presOf" srcId="{52D05CC6-7463-446B-8CE7-50072CEC4A9B}" destId="{D432B9EC-CBD3-4BB2-A400-F46B04C010C6}" srcOrd="0" destOrd="0" presId="urn:microsoft.com/office/officeart/2005/8/layout/cycle3"/>
    <dgm:cxn modelId="{4A839175-6661-45C6-BFF5-61FF9FADCBF2}" type="presOf" srcId="{2F1FC168-21E9-4683-8DE1-7F1795018BFD}" destId="{960D7A23-C58B-4862-BB04-92D8D08AF585}" srcOrd="0" destOrd="0" presId="urn:microsoft.com/office/officeart/2005/8/layout/cycle3"/>
    <dgm:cxn modelId="{315B4C7F-0841-4469-9522-44E7A567B934}" srcId="{346D0BAC-EE1D-4C56-9676-E9CCFAD6C157}" destId="{B8F31EEC-4941-4DC5-BAEF-17DA4FA1806F}" srcOrd="3" destOrd="0" parTransId="{0E5F7789-F8DC-410A-96C5-88C897F2F2A0}" sibTransId="{F46C6282-B330-4D50-A4A8-3E9C929E9C81}"/>
    <dgm:cxn modelId="{8F4CDD91-E103-4F1D-AD8D-EBF01337A285}" srcId="{346D0BAC-EE1D-4C56-9676-E9CCFAD6C157}" destId="{B7757EA8-47FD-470E-8B8D-6BD08EE6E209}" srcOrd="4" destOrd="0" parTransId="{D7662610-F8F5-4403-86D3-F6D0F9BA920C}" sibTransId="{E8A8DBBC-8D26-48E7-9AA2-94DB91D63E79}"/>
    <dgm:cxn modelId="{110D7092-7A59-49B0-9D57-630D1814ED4B}" srcId="{346D0BAC-EE1D-4C56-9676-E9CCFAD6C157}" destId="{2F1FC168-21E9-4683-8DE1-7F1795018BFD}" srcOrd="2" destOrd="0" parTransId="{DFDCD3E4-E46D-4FE4-9BE1-33C2C1111709}" sibTransId="{A320C3EE-D33F-44EC-B3AF-47538D1B008C}"/>
    <dgm:cxn modelId="{D89FBC96-9CE5-437A-BE8A-E1791B12A1F7}" type="presOf" srcId="{B7757EA8-47FD-470E-8B8D-6BD08EE6E209}" destId="{DBD1963D-3204-4D8D-87FB-E3A35A29B162}" srcOrd="0" destOrd="0" presId="urn:microsoft.com/office/officeart/2005/8/layout/cycle3"/>
    <dgm:cxn modelId="{605B03C9-FE54-440F-A4CA-7E76EC12F147}" srcId="{346D0BAC-EE1D-4C56-9676-E9CCFAD6C157}" destId="{A776F04F-EF15-4232-AB25-BFEC0B548D71}" srcOrd="1" destOrd="0" parTransId="{CE9E6F3A-2A2C-4196-AFA0-E0DAD1E113C2}" sibTransId="{6E0A2C3B-7EB2-4671-90A6-3FB09A276D17}"/>
    <dgm:cxn modelId="{477AAAD3-40EE-4DE1-8218-0522F2E89702}" type="presOf" srcId="{A776F04F-EF15-4232-AB25-BFEC0B548D71}" destId="{9212D3BD-55CD-481C-AB7D-7BF636BF8CC1}" srcOrd="0" destOrd="0" presId="urn:microsoft.com/office/officeart/2005/8/layout/cycle3"/>
    <dgm:cxn modelId="{CC33DCDF-0621-4641-BD76-8E29E6CFC94B}" type="presOf" srcId="{CEF2E267-3FE3-4E08-8A9A-2531D7994FC5}" destId="{F7D6F1E7-D002-4641-A12B-D14AF43CDB4A}" srcOrd="0" destOrd="0" presId="urn:microsoft.com/office/officeart/2005/8/layout/cycle3"/>
    <dgm:cxn modelId="{62116AE4-ECAD-4C59-9C82-3A150AA3CEA5}" srcId="{346D0BAC-EE1D-4C56-9676-E9CCFAD6C157}" destId="{52D05CC6-7463-446B-8CE7-50072CEC4A9B}" srcOrd="0" destOrd="0" parTransId="{0299C0F9-EDF4-4EB7-A3A0-2FA1A006D096}" sibTransId="{CEF2E267-3FE3-4E08-8A9A-2531D7994FC5}"/>
    <dgm:cxn modelId="{2EE3CE9B-A5CD-478C-BA59-1C30F31FC3AA}" type="presParOf" srcId="{9AC94A2E-8A57-4ECF-BE35-588E29D4DB4C}" destId="{DC8871D2-B0E7-4BC3-B00E-3DD257939B4F}" srcOrd="0" destOrd="0" presId="urn:microsoft.com/office/officeart/2005/8/layout/cycle3"/>
    <dgm:cxn modelId="{5A71EEDD-E301-4B48-A11C-3EA5FCE708E2}" type="presParOf" srcId="{DC8871D2-B0E7-4BC3-B00E-3DD257939B4F}" destId="{D432B9EC-CBD3-4BB2-A400-F46B04C010C6}" srcOrd="0" destOrd="0" presId="urn:microsoft.com/office/officeart/2005/8/layout/cycle3"/>
    <dgm:cxn modelId="{B630FC4E-D15B-4814-AE91-FC469F51AA65}" type="presParOf" srcId="{DC8871D2-B0E7-4BC3-B00E-3DD257939B4F}" destId="{F7D6F1E7-D002-4641-A12B-D14AF43CDB4A}" srcOrd="1" destOrd="0" presId="urn:microsoft.com/office/officeart/2005/8/layout/cycle3"/>
    <dgm:cxn modelId="{B70E0DDA-79B0-4C18-833A-F219471765E8}" type="presParOf" srcId="{DC8871D2-B0E7-4BC3-B00E-3DD257939B4F}" destId="{9212D3BD-55CD-481C-AB7D-7BF636BF8CC1}" srcOrd="2" destOrd="0" presId="urn:microsoft.com/office/officeart/2005/8/layout/cycle3"/>
    <dgm:cxn modelId="{59FEBE7D-DA32-48D4-ACBC-61865D7BE598}" type="presParOf" srcId="{DC8871D2-B0E7-4BC3-B00E-3DD257939B4F}" destId="{960D7A23-C58B-4862-BB04-92D8D08AF585}" srcOrd="3" destOrd="0" presId="urn:microsoft.com/office/officeart/2005/8/layout/cycle3"/>
    <dgm:cxn modelId="{E72CC516-F558-4CA6-9D1B-3B64F924E440}" type="presParOf" srcId="{DC8871D2-B0E7-4BC3-B00E-3DD257939B4F}" destId="{CCBA7B0E-A166-4D8C-89BF-83C27884BD2C}" srcOrd="4" destOrd="0" presId="urn:microsoft.com/office/officeart/2005/8/layout/cycle3"/>
    <dgm:cxn modelId="{CF8C1629-9BFB-4424-B93A-2D0F0F123441}" type="presParOf" srcId="{DC8871D2-B0E7-4BC3-B00E-3DD257939B4F}" destId="{DBD1963D-3204-4D8D-87FB-E3A35A29B162}" srcOrd="5" destOrd="0" presId="urn:microsoft.com/office/officeart/2005/8/layout/cycle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78EDC7-31FA-4F0E-B1E4-0187E79A3AF1}" type="doc">
      <dgm:prSet loTypeId="urn:microsoft.com/office/officeart/2005/8/layout/hList7" loCatId="list" qsTypeId="urn:microsoft.com/office/officeart/2005/8/quickstyle/simple1" qsCatId="simple" csTypeId="urn:microsoft.com/office/officeart/2005/8/colors/colorful1" csCatId="colorful" phldr="1"/>
      <dgm:spPr/>
    </dgm:pt>
    <dgm:pt modelId="{B7E6BDF8-C03F-4FA8-AA87-7ED1ED7044BE}">
      <dgm:prSet phldrT="[Text]" custT="1"/>
      <dgm:spPr/>
      <dgm:t>
        <a:bodyPr/>
        <a:lstStyle/>
        <a:p>
          <a:r>
            <a:rPr lang="en-US" sz="800" b="1">
              <a:solidFill>
                <a:schemeClr val="tx1">
                  <a:lumMod val="50000"/>
                  <a:lumOff val="50000"/>
                </a:schemeClr>
              </a:solidFill>
              <a:latin typeface="Century Gothic" panose="020B0502020202020204" pitchFamily="34" charset="0"/>
            </a:rPr>
            <a:t>Define Architecture</a:t>
          </a:r>
          <a:endParaRPr lang="en-US" sz="800" b="1" dirty="0">
            <a:solidFill>
              <a:schemeClr val="tx1">
                <a:lumMod val="50000"/>
                <a:lumOff val="50000"/>
              </a:schemeClr>
            </a:solidFill>
            <a:latin typeface="Century Gothic" panose="020B0502020202020204" pitchFamily="34" charset="0"/>
          </a:endParaRPr>
        </a:p>
      </dgm:t>
    </dgm:pt>
    <dgm:pt modelId="{3D76E5FC-7CE5-4C3C-B6AF-01A15BE8790A}" type="parTrans" cxnId="{892F372B-EDF4-4885-BCDA-F856B7AAB07C}">
      <dgm:prSet/>
      <dgm:spPr/>
      <dgm:t>
        <a:bodyPr/>
        <a:lstStyle/>
        <a:p>
          <a:endParaRPr lang="en-US"/>
        </a:p>
      </dgm:t>
    </dgm:pt>
    <dgm:pt modelId="{A639F908-564A-473C-BB24-4B1F2D0F7D60}" type="sibTrans" cxnId="{892F372B-EDF4-4885-BCDA-F856B7AAB07C}">
      <dgm:prSet/>
      <dgm:spPr/>
      <dgm:t>
        <a:bodyPr/>
        <a:lstStyle/>
        <a:p>
          <a:endParaRPr lang="en-US"/>
        </a:p>
      </dgm:t>
    </dgm:pt>
    <dgm:pt modelId="{858221E3-FAD7-4EDB-8BF9-4A414DC0C84C}">
      <dgm:prSet phldrT="[Text]" custT="1"/>
      <dgm:spPr>
        <a:solidFill>
          <a:schemeClr val="accent6">
            <a:lumMod val="20000"/>
            <a:lumOff val="80000"/>
          </a:schemeClr>
        </a:solidFill>
      </dgm:spPr>
      <dgm:t>
        <a:bodyPr/>
        <a:lstStyle/>
        <a:p>
          <a:r>
            <a:rPr lang="en-US" sz="800" b="1">
              <a:solidFill>
                <a:schemeClr val="tx1">
                  <a:lumMod val="50000"/>
                  <a:lumOff val="50000"/>
                </a:schemeClr>
              </a:solidFill>
              <a:latin typeface="Century Gothic" panose="020B0502020202020204" pitchFamily="34" charset="0"/>
            </a:rPr>
            <a:t>Select Key Components</a:t>
          </a:r>
          <a:endParaRPr lang="en-US" sz="800" b="1" dirty="0">
            <a:solidFill>
              <a:schemeClr val="tx1">
                <a:lumMod val="50000"/>
                <a:lumOff val="50000"/>
              </a:schemeClr>
            </a:solidFill>
            <a:latin typeface="Century Gothic" panose="020B0502020202020204" pitchFamily="34" charset="0"/>
          </a:endParaRPr>
        </a:p>
      </dgm:t>
    </dgm:pt>
    <dgm:pt modelId="{6DE4A8AC-A3A4-446D-97E9-1632B3752266}" type="parTrans" cxnId="{AA336A4B-1539-47D0-97A6-84B80A0EB959}">
      <dgm:prSet/>
      <dgm:spPr/>
      <dgm:t>
        <a:bodyPr/>
        <a:lstStyle/>
        <a:p>
          <a:endParaRPr lang="en-US"/>
        </a:p>
      </dgm:t>
    </dgm:pt>
    <dgm:pt modelId="{6E35B8B6-D4B8-4CA0-8C3C-81DB1B72610E}" type="sibTrans" cxnId="{AA336A4B-1539-47D0-97A6-84B80A0EB959}">
      <dgm:prSet/>
      <dgm:spPr/>
      <dgm:t>
        <a:bodyPr/>
        <a:lstStyle/>
        <a:p>
          <a:endParaRPr lang="en-US"/>
        </a:p>
      </dgm:t>
    </dgm:pt>
    <dgm:pt modelId="{60378AF5-2C4B-4680-A486-2C7D99C59CF6}">
      <dgm:prSet phldrT="[Text]" custT="1"/>
      <dgm:spPr/>
      <dgm:t>
        <a:bodyPr/>
        <a:lstStyle/>
        <a:p>
          <a:r>
            <a:rPr lang="en-US" sz="800" b="1" dirty="0">
              <a:solidFill>
                <a:schemeClr val="tx1">
                  <a:lumMod val="50000"/>
                  <a:lumOff val="50000"/>
                </a:schemeClr>
              </a:solidFill>
              <a:latin typeface="Century Gothic" panose="020B0502020202020204" pitchFamily="34" charset="0"/>
            </a:rPr>
            <a:t>Schematic Design</a:t>
          </a:r>
        </a:p>
      </dgm:t>
    </dgm:pt>
    <dgm:pt modelId="{3B4CFAF2-61E4-4348-8B13-8E3BE018BB10}" type="parTrans" cxnId="{C8C3EC74-1CC3-4EC6-8978-96E03A3A70D0}">
      <dgm:prSet/>
      <dgm:spPr/>
      <dgm:t>
        <a:bodyPr/>
        <a:lstStyle/>
        <a:p>
          <a:endParaRPr lang="en-US"/>
        </a:p>
      </dgm:t>
    </dgm:pt>
    <dgm:pt modelId="{B5A0ACA5-45F5-4F68-AFC9-879359B43390}" type="sibTrans" cxnId="{C8C3EC74-1CC3-4EC6-8978-96E03A3A70D0}">
      <dgm:prSet/>
      <dgm:spPr/>
      <dgm:t>
        <a:bodyPr/>
        <a:lstStyle/>
        <a:p>
          <a:endParaRPr lang="en-US"/>
        </a:p>
      </dgm:t>
    </dgm:pt>
    <dgm:pt modelId="{B80C5B58-E3DD-40CB-8659-3AE3372AC675}">
      <dgm:prSet phldrT="[Text]" custT="1"/>
      <dgm:spPr>
        <a:solidFill>
          <a:srgbClr val="B3CDD5"/>
        </a:solidFill>
      </dgm:spPr>
      <dgm:t>
        <a:bodyPr/>
        <a:lstStyle/>
        <a:p>
          <a:r>
            <a:rPr lang="en-US" sz="800" b="1">
              <a:solidFill>
                <a:schemeClr val="tx1">
                  <a:lumMod val="50000"/>
                  <a:lumOff val="50000"/>
                </a:schemeClr>
              </a:solidFill>
              <a:latin typeface="Century Gothic" panose="020B0502020202020204" pitchFamily="34" charset="0"/>
            </a:rPr>
            <a:t>PCB Layout</a:t>
          </a:r>
          <a:endParaRPr lang="en-US" sz="800" b="1" dirty="0">
            <a:solidFill>
              <a:schemeClr val="tx1">
                <a:lumMod val="50000"/>
                <a:lumOff val="50000"/>
              </a:schemeClr>
            </a:solidFill>
            <a:latin typeface="Century Gothic" panose="020B0502020202020204" pitchFamily="34" charset="0"/>
          </a:endParaRPr>
        </a:p>
      </dgm:t>
    </dgm:pt>
    <dgm:pt modelId="{E9DE9770-6949-4EC5-ADFE-2DFF634D670F}" type="parTrans" cxnId="{3A53DA09-F0AF-4AF6-9E44-DC586B966E98}">
      <dgm:prSet/>
      <dgm:spPr/>
      <dgm:t>
        <a:bodyPr/>
        <a:lstStyle/>
        <a:p>
          <a:endParaRPr lang="en-US"/>
        </a:p>
      </dgm:t>
    </dgm:pt>
    <dgm:pt modelId="{EEAB00B4-7325-4B45-89DC-04AAA1011398}" type="sibTrans" cxnId="{3A53DA09-F0AF-4AF6-9E44-DC586B966E98}">
      <dgm:prSet/>
      <dgm:spPr/>
      <dgm:t>
        <a:bodyPr/>
        <a:lstStyle/>
        <a:p>
          <a:endParaRPr lang="en-US"/>
        </a:p>
      </dgm:t>
    </dgm:pt>
    <dgm:pt modelId="{2837A6D8-4CBC-4CEC-BA17-0A19C4E16CB4}">
      <dgm:prSet phldrT="[Text]" custT="1"/>
      <dgm:spPr>
        <a:solidFill>
          <a:srgbClr val="8CC2EE"/>
        </a:solidFill>
      </dgm:spPr>
      <dgm:t>
        <a:bodyPr/>
        <a:lstStyle/>
        <a:p>
          <a:r>
            <a:rPr lang="en-US" sz="800" b="1" dirty="0">
              <a:solidFill>
                <a:schemeClr val="tx1">
                  <a:lumMod val="50000"/>
                  <a:lumOff val="50000"/>
                </a:schemeClr>
              </a:solidFill>
              <a:latin typeface="Century Gothic" panose="020B0502020202020204" pitchFamily="34" charset="0"/>
            </a:rPr>
            <a:t>Assemble, Test &amp; Debug</a:t>
          </a:r>
        </a:p>
        <a:p>
          <a:r>
            <a:rPr lang="en-US" sz="800" b="1" dirty="0">
              <a:solidFill>
                <a:schemeClr val="tx1">
                  <a:lumMod val="50000"/>
                  <a:lumOff val="50000"/>
                </a:schemeClr>
              </a:solidFill>
              <a:latin typeface="Century Gothic" panose="020B0502020202020204" pitchFamily="34" charset="0"/>
            </a:rPr>
            <a:t>EMI/EMC Conformance Test</a:t>
          </a:r>
        </a:p>
      </dgm:t>
    </dgm:pt>
    <dgm:pt modelId="{27F19271-1AB1-485A-9914-14724222BD59}" type="parTrans" cxnId="{EE1D7E21-4591-4778-922E-BE26CBC37F77}">
      <dgm:prSet/>
      <dgm:spPr/>
      <dgm:t>
        <a:bodyPr/>
        <a:lstStyle/>
        <a:p>
          <a:endParaRPr lang="en-US"/>
        </a:p>
      </dgm:t>
    </dgm:pt>
    <dgm:pt modelId="{273B54BD-97BD-48C2-ABF2-165DB60E4630}" type="sibTrans" cxnId="{EE1D7E21-4591-4778-922E-BE26CBC37F77}">
      <dgm:prSet/>
      <dgm:spPr/>
      <dgm:t>
        <a:bodyPr/>
        <a:lstStyle/>
        <a:p>
          <a:endParaRPr lang="en-US"/>
        </a:p>
      </dgm:t>
    </dgm:pt>
    <dgm:pt modelId="{3690DF90-4A64-4538-BB81-D5E7A6012EFB}" type="pres">
      <dgm:prSet presAssocID="{AA78EDC7-31FA-4F0E-B1E4-0187E79A3AF1}" presName="Name0" presStyleCnt="0">
        <dgm:presLayoutVars>
          <dgm:dir/>
          <dgm:resizeHandles val="exact"/>
        </dgm:presLayoutVars>
      </dgm:prSet>
      <dgm:spPr/>
    </dgm:pt>
    <dgm:pt modelId="{AC19FC3C-472D-4FE0-AC91-44964182B953}" type="pres">
      <dgm:prSet presAssocID="{AA78EDC7-31FA-4F0E-B1E4-0187E79A3AF1}" presName="fgShape" presStyleLbl="fgShp" presStyleIdx="0" presStyleCnt="1" custScaleY="68138" custLinFactNeighborX="311" custLinFactNeighborY="-32828"/>
      <dgm:spPr/>
    </dgm:pt>
    <dgm:pt modelId="{A8AE4DF1-5108-48CA-A672-7A906D6B056D}" type="pres">
      <dgm:prSet presAssocID="{AA78EDC7-31FA-4F0E-B1E4-0187E79A3AF1}" presName="linComp" presStyleCnt="0"/>
      <dgm:spPr/>
    </dgm:pt>
    <dgm:pt modelId="{F367CBCE-7963-425B-AF32-C0EBE813F449}" type="pres">
      <dgm:prSet presAssocID="{B7E6BDF8-C03F-4FA8-AA87-7ED1ED7044BE}" presName="compNode" presStyleCnt="0"/>
      <dgm:spPr/>
    </dgm:pt>
    <dgm:pt modelId="{F4ACD5CC-8EFE-4855-93B6-25EFD1A370CD}" type="pres">
      <dgm:prSet presAssocID="{B7E6BDF8-C03F-4FA8-AA87-7ED1ED7044BE}" presName="bkgdShape" presStyleLbl="node1" presStyleIdx="0" presStyleCnt="5"/>
      <dgm:spPr/>
    </dgm:pt>
    <dgm:pt modelId="{CB674B90-D4E9-444C-9FA7-CBC0A3BE6428}" type="pres">
      <dgm:prSet presAssocID="{B7E6BDF8-C03F-4FA8-AA87-7ED1ED7044BE}" presName="nodeTx" presStyleLbl="node1" presStyleIdx="0" presStyleCnt="5">
        <dgm:presLayoutVars>
          <dgm:bulletEnabled val="1"/>
        </dgm:presLayoutVars>
      </dgm:prSet>
      <dgm:spPr/>
    </dgm:pt>
    <dgm:pt modelId="{48A7F70C-FC92-499B-B976-92ABFD2BF408}" type="pres">
      <dgm:prSet presAssocID="{B7E6BDF8-C03F-4FA8-AA87-7ED1ED7044BE}" presName="invisiNode" presStyleLbl="node1" presStyleIdx="0" presStyleCnt="5"/>
      <dgm:spPr/>
    </dgm:pt>
    <dgm:pt modelId="{E199F37B-8994-4B46-9155-A924434D3E4F}" type="pres">
      <dgm:prSet presAssocID="{B7E6BDF8-C03F-4FA8-AA87-7ED1ED7044BE}" presName="imagNode" presStyleLbl="fgImgPlace1" presStyleIdx="0" presStyleCnt="5" custLinFactNeighborX="0"/>
      <dgm:spPr>
        <a:blipFill rotWithShape="1">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9054D921-5A0E-4E5E-81C7-654C1B256615}" type="pres">
      <dgm:prSet presAssocID="{A639F908-564A-473C-BB24-4B1F2D0F7D60}" presName="sibTrans" presStyleLbl="sibTrans2D1" presStyleIdx="0" presStyleCnt="0"/>
      <dgm:spPr/>
    </dgm:pt>
    <dgm:pt modelId="{5744C169-A22B-4CF6-80D4-245D0AEC2BA9}" type="pres">
      <dgm:prSet presAssocID="{858221E3-FAD7-4EDB-8BF9-4A414DC0C84C}" presName="compNode" presStyleCnt="0"/>
      <dgm:spPr/>
    </dgm:pt>
    <dgm:pt modelId="{EFF7F906-A446-4BFA-AAEC-D93D7D3DB2E7}" type="pres">
      <dgm:prSet presAssocID="{858221E3-FAD7-4EDB-8BF9-4A414DC0C84C}" presName="bkgdShape" presStyleLbl="node1" presStyleIdx="1" presStyleCnt="5" custLinFactNeighborX="-1466"/>
      <dgm:spPr/>
    </dgm:pt>
    <dgm:pt modelId="{2B6DA813-A1FB-455E-AA5E-D369EFD4BBF6}" type="pres">
      <dgm:prSet presAssocID="{858221E3-FAD7-4EDB-8BF9-4A414DC0C84C}" presName="nodeTx" presStyleLbl="node1" presStyleIdx="1" presStyleCnt="5">
        <dgm:presLayoutVars>
          <dgm:bulletEnabled val="1"/>
        </dgm:presLayoutVars>
      </dgm:prSet>
      <dgm:spPr/>
    </dgm:pt>
    <dgm:pt modelId="{12B7BE99-7EE1-4705-8DC3-08592F019D98}" type="pres">
      <dgm:prSet presAssocID="{858221E3-FAD7-4EDB-8BF9-4A414DC0C84C}" presName="invisiNode" presStyleLbl="node1" presStyleIdx="1" presStyleCnt="5"/>
      <dgm:spPr/>
    </dgm:pt>
    <dgm:pt modelId="{F361920E-FC1A-43F7-8DB3-79683E1BE24F}" type="pres">
      <dgm:prSet presAssocID="{858221E3-FAD7-4EDB-8BF9-4A414DC0C84C}" presName="imagNode" presStyleLbl="fgImgPlace1" presStyleIdx="1" presStyleCnt="5" custLinFactNeighborX="-780"/>
      <dgm:spPr>
        <a:blipFill rotWithShape="1">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F27AC77-6E7E-463A-980B-FEBCA1E1387A}" type="pres">
      <dgm:prSet presAssocID="{6E35B8B6-D4B8-4CA0-8C3C-81DB1B72610E}" presName="sibTrans" presStyleLbl="sibTrans2D1" presStyleIdx="0" presStyleCnt="0"/>
      <dgm:spPr/>
    </dgm:pt>
    <dgm:pt modelId="{91864BA6-BC77-4DAC-A1DD-EFE11F46826F}" type="pres">
      <dgm:prSet presAssocID="{60378AF5-2C4B-4680-A486-2C7D99C59CF6}" presName="compNode" presStyleCnt="0"/>
      <dgm:spPr/>
    </dgm:pt>
    <dgm:pt modelId="{753BEF7E-0B1F-4CF9-8014-F391450D68C7}" type="pres">
      <dgm:prSet presAssocID="{60378AF5-2C4B-4680-A486-2C7D99C59CF6}" presName="bkgdShape" presStyleLbl="node1" presStyleIdx="2" presStyleCnt="5" custLinFactNeighborX="-2932"/>
      <dgm:spPr/>
    </dgm:pt>
    <dgm:pt modelId="{8200BD16-9C79-4701-A54A-E0CCF012CAD2}" type="pres">
      <dgm:prSet presAssocID="{60378AF5-2C4B-4680-A486-2C7D99C59CF6}" presName="nodeTx" presStyleLbl="node1" presStyleIdx="2" presStyleCnt="5">
        <dgm:presLayoutVars>
          <dgm:bulletEnabled val="1"/>
        </dgm:presLayoutVars>
      </dgm:prSet>
      <dgm:spPr/>
    </dgm:pt>
    <dgm:pt modelId="{BE9ACF9D-F103-43DC-BD3D-7C8B6174157A}" type="pres">
      <dgm:prSet presAssocID="{60378AF5-2C4B-4680-A486-2C7D99C59CF6}" presName="invisiNode" presStyleLbl="node1" presStyleIdx="2" presStyleCnt="5"/>
      <dgm:spPr/>
    </dgm:pt>
    <dgm:pt modelId="{7A2CF20E-014B-4D09-8D3B-4EE488567D0D}" type="pres">
      <dgm:prSet presAssocID="{60378AF5-2C4B-4680-A486-2C7D99C59CF6}" presName="imagNode" presStyleLbl="fgImgPlace1" presStyleIdx="2" presStyleCnt="5" custLinFactNeighborX="-3120"/>
      <dgm:spPr>
        <a:blipFill rotWithShape="1">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 modelId="{E7BFDC3E-8B3B-4111-B288-0E8E50CE4E28}" type="pres">
      <dgm:prSet presAssocID="{B5A0ACA5-45F5-4F68-AFC9-879359B43390}" presName="sibTrans" presStyleLbl="sibTrans2D1" presStyleIdx="0" presStyleCnt="0"/>
      <dgm:spPr/>
    </dgm:pt>
    <dgm:pt modelId="{1368E212-83B4-415C-B5CF-5943D087BC27}" type="pres">
      <dgm:prSet presAssocID="{B80C5B58-E3DD-40CB-8659-3AE3372AC675}" presName="compNode" presStyleCnt="0"/>
      <dgm:spPr/>
    </dgm:pt>
    <dgm:pt modelId="{CC3931E1-4DA1-469C-B2B0-A1755CAC83B1}" type="pres">
      <dgm:prSet presAssocID="{B80C5B58-E3DD-40CB-8659-3AE3372AC675}" presName="bkgdShape" presStyleLbl="node1" presStyleIdx="3" presStyleCnt="5" custLinFactNeighborX="-4397"/>
      <dgm:spPr/>
    </dgm:pt>
    <dgm:pt modelId="{31450B40-7A02-4023-9FD1-D95DA2FF8C92}" type="pres">
      <dgm:prSet presAssocID="{B80C5B58-E3DD-40CB-8659-3AE3372AC675}" presName="nodeTx" presStyleLbl="node1" presStyleIdx="3" presStyleCnt="5">
        <dgm:presLayoutVars>
          <dgm:bulletEnabled val="1"/>
        </dgm:presLayoutVars>
      </dgm:prSet>
      <dgm:spPr/>
    </dgm:pt>
    <dgm:pt modelId="{0C46724A-C156-4BD9-97BC-0D0A54E690D5}" type="pres">
      <dgm:prSet presAssocID="{B80C5B58-E3DD-40CB-8659-3AE3372AC675}" presName="invisiNode" presStyleLbl="node1" presStyleIdx="3" presStyleCnt="5"/>
      <dgm:spPr/>
    </dgm:pt>
    <dgm:pt modelId="{796B67C5-EE24-495E-A76D-60042EBC1FAE}" type="pres">
      <dgm:prSet presAssocID="{B80C5B58-E3DD-40CB-8659-3AE3372AC675}" presName="imagNode" presStyleLbl="fgImgPlace1" presStyleIdx="3" presStyleCnt="5" custLinFactNeighborX="-5460"/>
      <dgm:spPr>
        <a:blipFill rotWithShape="1">
          <a:blip xmlns:r="http://schemas.openxmlformats.org/officeDocument/2006/relationships" r:embed="rId4" cstate="screen">
            <a:extLst>
              <a:ext uri="{28A0092B-C50C-407E-A947-70E740481C1C}">
                <a14:useLocalDpi xmlns:a14="http://schemas.microsoft.com/office/drawing/2010/main"/>
              </a:ext>
            </a:extLst>
          </a:blip>
          <a:stretch>
            <a:fillRect/>
          </a:stretch>
        </a:blipFill>
      </dgm:spPr>
    </dgm:pt>
    <dgm:pt modelId="{D6CAAF4E-0EF9-4C69-9EEB-85C352743E4C}" type="pres">
      <dgm:prSet presAssocID="{EEAB00B4-7325-4B45-89DC-04AAA1011398}" presName="sibTrans" presStyleLbl="sibTrans2D1" presStyleIdx="0" presStyleCnt="0"/>
      <dgm:spPr/>
    </dgm:pt>
    <dgm:pt modelId="{1A509EB2-4119-4128-A9D9-AA2F6590534E}" type="pres">
      <dgm:prSet presAssocID="{2837A6D8-4CBC-4CEC-BA17-0A19C4E16CB4}" presName="compNode" presStyleCnt="0"/>
      <dgm:spPr/>
    </dgm:pt>
    <dgm:pt modelId="{200F1DD1-A076-4CE0-8369-76FF0B9F5874}" type="pres">
      <dgm:prSet presAssocID="{2837A6D8-4CBC-4CEC-BA17-0A19C4E16CB4}" presName="bkgdShape" presStyleLbl="node1" presStyleIdx="4" presStyleCnt="5" custLinFactNeighborX="-4841"/>
      <dgm:spPr/>
    </dgm:pt>
    <dgm:pt modelId="{D45C4565-F083-4D45-B96E-E6B29AB281CC}" type="pres">
      <dgm:prSet presAssocID="{2837A6D8-4CBC-4CEC-BA17-0A19C4E16CB4}" presName="nodeTx" presStyleLbl="node1" presStyleIdx="4" presStyleCnt="5">
        <dgm:presLayoutVars>
          <dgm:bulletEnabled val="1"/>
        </dgm:presLayoutVars>
      </dgm:prSet>
      <dgm:spPr/>
    </dgm:pt>
    <dgm:pt modelId="{82780FB0-9684-4096-9A66-D0BFCA16DB2D}" type="pres">
      <dgm:prSet presAssocID="{2837A6D8-4CBC-4CEC-BA17-0A19C4E16CB4}" presName="invisiNode" presStyleLbl="node1" presStyleIdx="4" presStyleCnt="5"/>
      <dgm:spPr/>
    </dgm:pt>
    <dgm:pt modelId="{9E3CEB43-7CC6-4FEF-9E7F-6B44B52CEC3F}" type="pres">
      <dgm:prSet presAssocID="{2837A6D8-4CBC-4CEC-BA17-0A19C4E16CB4}" presName="imagNode" presStyleLbl="fgImgPlace1" presStyleIdx="4" presStyleCnt="5" custLinFactNeighborX="-6240"/>
      <dgm:spPr>
        <a:blipFill rotWithShape="1">
          <a:blip xmlns:r="http://schemas.openxmlformats.org/officeDocument/2006/relationships" r:embed="rId5" cstate="screen">
            <a:extLst>
              <a:ext uri="{28A0092B-C50C-407E-A947-70E740481C1C}">
                <a14:useLocalDpi xmlns:a14="http://schemas.microsoft.com/office/drawing/2010/main"/>
              </a:ext>
            </a:extLst>
          </a:blip>
          <a:stretch>
            <a:fillRect/>
          </a:stretch>
        </a:blipFill>
      </dgm:spPr>
    </dgm:pt>
  </dgm:ptLst>
  <dgm:cxnLst>
    <dgm:cxn modelId="{3A53DA09-F0AF-4AF6-9E44-DC586B966E98}" srcId="{AA78EDC7-31FA-4F0E-B1E4-0187E79A3AF1}" destId="{B80C5B58-E3DD-40CB-8659-3AE3372AC675}" srcOrd="3" destOrd="0" parTransId="{E9DE9770-6949-4EC5-ADFE-2DFF634D670F}" sibTransId="{EEAB00B4-7325-4B45-89DC-04AAA1011398}"/>
    <dgm:cxn modelId="{EE1D7E21-4591-4778-922E-BE26CBC37F77}" srcId="{AA78EDC7-31FA-4F0E-B1E4-0187E79A3AF1}" destId="{2837A6D8-4CBC-4CEC-BA17-0A19C4E16CB4}" srcOrd="4" destOrd="0" parTransId="{27F19271-1AB1-485A-9914-14724222BD59}" sibTransId="{273B54BD-97BD-48C2-ABF2-165DB60E4630}"/>
    <dgm:cxn modelId="{892F372B-EDF4-4885-BCDA-F856B7AAB07C}" srcId="{AA78EDC7-31FA-4F0E-B1E4-0187E79A3AF1}" destId="{B7E6BDF8-C03F-4FA8-AA87-7ED1ED7044BE}" srcOrd="0" destOrd="0" parTransId="{3D76E5FC-7CE5-4C3C-B6AF-01A15BE8790A}" sibTransId="{A639F908-564A-473C-BB24-4B1F2D0F7D60}"/>
    <dgm:cxn modelId="{51A7E42D-468E-451D-9138-893DAB6792F6}" type="presOf" srcId="{B7E6BDF8-C03F-4FA8-AA87-7ED1ED7044BE}" destId="{F4ACD5CC-8EFE-4855-93B6-25EFD1A370CD}" srcOrd="0" destOrd="0" presId="urn:microsoft.com/office/officeart/2005/8/layout/hList7"/>
    <dgm:cxn modelId="{3130053A-498A-44B3-8130-95D24C1BA9FD}" type="presOf" srcId="{B80C5B58-E3DD-40CB-8659-3AE3372AC675}" destId="{CC3931E1-4DA1-469C-B2B0-A1755CAC83B1}" srcOrd="0" destOrd="0" presId="urn:microsoft.com/office/officeart/2005/8/layout/hList7"/>
    <dgm:cxn modelId="{43D06E5B-2FAA-4C12-BDAF-F35A48C44D66}" type="presOf" srcId="{60378AF5-2C4B-4680-A486-2C7D99C59CF6}" destId="{8200BD16-9C79-4701-A54A-E0CCF012CAD2}" srcOrd="1" destOrd="0" presId="urn:microsoft.com/office/officeart/2005/8/layout/hList7"/>
    <dgm:cxn modelId="{78269143-8790-4FE9-AC4A-371925025BCE}" type="presOf" srcId="{EEAB00B4-7325-4B45-89DC-04AAA1011398}" destId="{D6CAAF4E-0EF9-4C69-9EEB-85C352743E4C}" srcOrd="0" destOrd="0" presId="urn:microsoft.com/office/officeart/2005/8/layout/hList7"/>
    <dgm:cxn modelId="{FB472C44-F17A-42FD-BB19-8DD8ADFBA301}" type="presOf" srcId="{60378AF5-2C4B-4680-A486-2C7D99C59CF6}" destId="{753BEF7E-0B1F-4CF9-8014-F391450D68C7}" srcOrd="0" destOrd="0" presId="urn:microsoft.com/office/officeart/2005/8/layout/hList7"/>
    <dgm:cxn modelId="{51A89346-3D8D-45CB-A9DE-2EBC3AEED02F}" type="presOf" srcId="{2837A6D8-4CBC-4CEC-BA17-0A19C4E16CB4}" destId="{200F1DD1-A076-4CE0-8369-76FF0B9F5874}" srcOrd="0" destOrd="0" presId="urn:microsoft.com/office/officeart/2005/8/layout/hList7"/>
    <dgm:cxn modelId="{AA336A4B-1539-47D0-97A6-84B80A0EB959}" srcId="{AA78EDC7-31FA-4F0E-B1E4-0187E79A3AF1}" destId="{858221E3-FAD7-4EDB-8BF9-4A414DC0C84C}" srcOrd="1" destOrd="0" parTransId="{6DE4A8AC-A3A4-446D-97E9-1632B3752266}" sibTransId="{6E35B8B6-D4B8-4CA0-8C3C-81DB1B72610E}"/>
    <dgm:cxn modelId="{C8C3EC74-1CC3-4EC6-8978-96E03A3A70D0}" srcId="{AA78EDC7-31FA-4F0E-B1E4-0187E79A3AF1}" destId="{60378AF5-2C4B-4680-A486-2C7D99C59CF6}" srcOrd="2" destOrd="0" parTransId="{3B4CFAF2-61E4-4348-8B13-8E3BE018BB10}" sibTransId="{B5A0ACA5-45F5-4F68-AFC9-879359B43390}"/>
    <dgm:cxn modelId="{107A927E-DAA7-46BF-9670-ED053D96D816}" type="presOf" srcId="{6E35B8B6-D4B8-4CA0-8C3C-81DB1B72610E}" destId="{DF27AC77-6E7E-463A-980B-FEBCA1E1387A}" srcOrd="0" destOrd="0" presId="urn:microsoft.com/office/officeart/2005/8/layout/hList7"/>
    <dgm:cxn modelId="{6570619A-39BC-4C0E-A02C-E9F9F8E6AE90}" type="presOf" srcId="{B7E6BDF8-C03F-4FA8-AA87-7ED1ED7044BE}" destId="{CB674B90-D4E9-444C-9FA7-CBC0A3BE6428}" srcOrd="1" destOrd="0" presId="urn:microsoft.com/office/officeart/2005/8/layout/hList7"/>
    <dgm:cxn modelId="{9E7F71B3-B473-4FD6-9821-2DC2E8CD9340}" type="presOf" srcId="{858221E3-FAD7-4EDB-8BF9-4A414DC0C84C}" destId="{EFF7F906-A446-4BFA-AAEC-D93D7D3DB2E7}" srcOrd="0" destOrd="0" presId="urn:microsoft.com/office/officeart/2005/8/layout/hList7"/>
    <dgm:cxn modelId="{01EC9DC3-9349-4D5B-A455-55B80B98D4F1}" type="presOf" srcId="{2837A6D8-4CBC-4CEC-BA17-0A19C4E16CB4}" destId="{D45C4565-F083-4D45-B96E-E6B29AB281CC}" srcOrd="1" destOrd="0" presId="urn:microsoft.com/office/officeart/2005/8/layout/hList7"/>
    <dgm:cxn modelId="{4C1E7DC9-97A6-46CD-B90F-754EB4EE83DD}" type="presOf" srcId="{AA78EDC7-31FA-4F0E-B1E4-0187E79A3AF1}" destId="{3690DF90-4A64-4538-BB81-D5E7A6012EFB}" srcOrd="0" destOrd="0" presId="urn:microsoft.com/office/officeart/2005/8/layout/hList7"/>
    <dgm:cxn modelId="{749608CB-51B4-49E4-A9FE-435273A8635B}" type="presOf" srcId="{B5A0ACA5-45F5-4F68-AFC9-879359B43390}" destId="{E7BFDC3E-8B3B-4111-B288-0E8E50CE4E28}" srcOrd="0" destOrd="0" presId="urn:microsoft.com/office/officeart/2005/8/layout/hList7"/>
    <dgm:cxn modelId="{4D25B3D5-8EC1-4BAE-AC93-EAF6C8D2C93E}" type="presOf" srcId="{A639F908-564A-473C-BB24-4B1F2D0F7D60}" destId="{9054D921-5A0E-4E5E-81C7-654C1B256615}" srcOrd="0" destOrd="0" presId="urn:microsoft.com/office/officeart/2005/8/layout/hList7"/>
    <dgm:cxn modelId="{8BEC5FD6-63FC-4629-B3CF-A2F98558EABE}" type="presOf" srcId="{858221E3-FAD7-4EDB-8BF9-4A414DC0C84C}" destId="{2B6DA813-A1FB-455E-AA5E-D369EFD4BBF6}" srcOrd="1" destOrd="0" presId="urn:microsoft.com/office/officeart/2005/8/layout/hList7"/>
    <dgm:cxn modelId="{6E5136FB-B6D3-4FED-8493-CC3756024528}" type="presOf" srcId="{B80C5B58-E3DD-40CB-8659-3AE3372AC675}" destId="{31450B40-7A02-4023-9FD1-D95DA2FF8C92}" srcOrd="1" destOrd="0" presId="urn:microsoft.com/office/officeart/2005/8/layout/hList7"/>
    <dgm:cxn modelId="{9A96B0F4-9621-4D84-B656-A7235EEDC914}" type="presParOf" srcId="{3690DF90-4A64-4538-BB81-D5E7A6012EFB}" destId="{AC19FC3C-472D-4FE0-AC91-44964182B953}" srcOrd="0" destOrd="0" presId="urn:microsoft.com/office/officeart/2005/8/layout/hList7"/>
    <dgm:cxn modelId="{17E7F624-685A-4DEC-8452-63F980DAABDE}" type="presParOf" srcId="{3690DF90-4A64-4538-BB81-D5E7A6012EFB}" destId="{A8AE4DF1-5108-48CA-A672-7A906D6B056D}" srcOrd="1" destOrd="0" presId="urn:microsoft.com/office/officeart/2005/8/layout/hList7"/>
    <dgm:cxn modelId="{C03689B9-FCC8-404F-BAD7-1123F3252B0B}" type="presParOf" srcId="{A8AE4DF1-5108-48CA-A672-7A906D6B056D}" destId="{F367CBCE-7963-425B-AF32-C0EBE813F449}" srcOrd="0" destOrd="0" presId="urn:microsoft.com/office/officeart/2005/8/layout/hList7"/>
    <dgm:cxn modelId="{38AE78E3-9DAB-4A98-B94E-117272C0F82C}" type="presParOf" srcId="{F367CBCE-7963-425B-AF32-C0EBE813F449}" destId="{F4ACD5CC-8EFE-4855-93B6-25EFD1A370CD}" srcOrd="0" destOrd="0" presId="urn:microsoft.com/office/officeart/2005/8/layout/hList7"/>
    <dgm:cxn modelId="{B318DFF8-5446-4A51-8A15-7907FFE65428}" type="presParOf" srcId="{F367CBCE-7963-425B-AF32-C0EBE813F449}" destId="{CB674B90-D4E9-444C-9FA7-CBC0A3BE6428}" srcOrd="1" destOrd="0" presId="urn:microsoft.com/office/officeart/2005/8/layout/hList7"/>
    <dgm:cxn modelId="{21C9891F-C8CF-4741-A1E4-D65CE86E4E6E}" type="presParOf" srcId="{F367CBCE-7963-425B-AF32-C0EBE813F449}" destId="{48A7F70C-FC92-499B-B976-92ABFD2BF408}" srcOrd="2" destOrd="0" presId="urn:microsoft.com/office/officeart/2005/8/layout/hList7"/>
    <dgm:cxn modelId="{5E3ACF3E-7695-4136-BFE5-A99C51BDE3D4}" type="presParOf" srcId="{F367CBCE-7963-425B-AF32-C0EBE813F449}" destId="{E199F37B-8994-4B46-9155-A924434D3E4F}" srcOrd="3" destOrd="0" presId="urn:microsoft.com/office/officeart/2005/8/layout/hList7"/>
    <dgm:cxn modelId="{828F5249-4B81-452D-9FBF-36074A7181D8}" type="presParOf" srcId="{A8AE4DF1-5108-48CA-A672-7A906D6B056D}" destId="{9054D921-5A0E-4E5E-81C7-654C1B256615}" srcOrd="1" destOrd="0" presId="urn:microsoft.com/office/officeart/2005/8/layout/hList7"/>
    <dgm:cxn modelId="{A6BC6C0C-C0CE-4E32-A2FF-B3D2573E4C61}" type="presParOf" srcId="{A8AE4DF1-5108-48CA-A672-7A906D6B056D}" destId="{5744C169-A22B-4CF6-80D4-245D0AEC2BA9}" srcOrd="2" destOrd="0" presId="urn:microsoft.com/office/officeart/2005/8/layout/hList7"/>
    <dgm:cxn modelId="{0A0F9144-C39F-4933-9DC0-BCB3199A9DE5}" type="presParOf" srcId="{5744C169-A22B-4CF6-80D4-245D0AEC2BA9}" destId="{EFF7F906-A446-4BFA-AAEC-D93D7D3DB2E7}" srcOrd="0" destOrd="0" presId="urn:microsoft.com/office/officeart/2005/8/layout/hList7"/>
    <dgm:cxn modelId="{76A66283-5BC9-4427-904D-81F40A391126}" type="presParOf" srcId="{5744C169-A22B-4CF6-80D4-245D0AEC2BA9}" destId="{2B6DA813-A1FB-455E-AA5E-D369EFD4BBF6}" srcOrd="1" destOrd="0" presId="urn:microsoft.com/office/officeart/2005/8/layout/hList7"/>
    <dgm:cxn modelId="{6B03DA12-0CF6-4EEA-9113-930A263353D4}" type="presParOf" srcId="{5744C169-A22B-4CF6-80D4-245D0AEC2BA9}" destId="{12B7BE99-7EE1-4705-8DC3-08592F019D98}" srcOrd="2" destOrd="0" presId="urn:microsoft.com/office/officeart/2005/8/layout/hList7"/>
    <dgm:cxn modelId="{2D8A7A1A-A25C-4400-AF7B-347DD292DAD5}" type="presParOf" srcId="{5744C169-A22B-4CF6-80D4-245D0AEC2BA9}" destId="{F361920E-FC1A-43F7-8DB3-79683E1BE24F}" srcOrd="3" destOrd="0" presId="urn:microsoft.com/office/officeart/2005/8/layout/hList7"/>
    <dgm:cxn modelId="{6327031D-962F-4A67-8AC8-DD0EB5C1CE80}" type="presParOf" srcId="{A8AE4DF1-5108-48CA-A672-7A906D6B056D}" destId="{DF27AC77-6E7E-463A-980B-FEBCA1E1387A}" srcOrd="3" destOrd="0" presId="urn:microsoft.com/office/officeart/2005/8/layout/hList7"/>
    <dgm:cxn modelId="{3B6A7E16-3895-4EE7-BC1E-F9DF95AFB626}" type="presParOf" srcId="{A8AE4DF1-5108-48CA-A672-7A906D6B056D}" destId="{91864BA6-BC77-4DAC-A1DD-EFE11F46826F}" srcOrd="4" destOrd="0" presId="urn:microsoft.com/office/officeart/2005/8/layout/hList7"/>
    <dgm:cxn modelId="{2CD18B44-6366-4583-AB04-6EBCC1AB2B64}" type="presParOf" srcId="{91864BA6-BC77-4DAC-A1DD-EFE11F46826F}" destId="{753BEF7E-0B1F-4CF9-8014-F391450D68C7}" srcOrd="0" destOrd="0" presId="urn:microsoft.com/office/officeart/2005/8/layout/hList7"/>
    <dgm:cxn modelId="{BBE722FC-AE4C-4862-ADCD-56DF2ACD783D}" type="presParOf" srcId="{91864BA6-BC77-4DAC-A1DD-EFE11F46826F}" destId="{8200BD16-9C79-4701-A54A-E0CCF012CAD2}" srcOrd="1" destOrd="0" presId="urn:microsoft.com/office/officeart/2005/8/layout/hList7"/>
    <dgm:cxn modelId="{768CAC0A-E063-470B-8AF9-BD543A86A8C4}" type="presParOf" srcId="{91864BA6-BC77-4DAC-A1DD-EFE11F46826F}" destId="{BE9ACF9D-F103-43DC-BD3D-7C8B6174157A}" srcOrd="2" destOrd="0" presId="urn:microsoft.com/office/officeart/2005/8/layout/hList7"/>
    <dgm:cxn modelId="{53DFA6E5-5E19-4992-A4F8-1799E979A74B}" type="presParOf" srcId="{91864BA6-BC77-4DAC-A1DD-EFE11F46826F}" destId="{7A2CF20E-014B-4D09-8D3B-4EE488567D0D}" srcOrd="3" destOrd="0" presId="urn:microsoft.com/office/officeart/2005/8/layout/hList7"/>
    <dgm:cxn modelId="{D6B9ABF2-5A78-41FC-8FE6-7E70549E1ACA}" type="presParOf" srcId="{A8AE4DF1-5108-48CA-A672-7A906D6B056D}" destId="{E7BFDC3E-8B3B-4111-B288-0E8E50CE4E28}" srcOrd="5" destOrd="0" presId="urn:microsoft.com/office/officeart/2005/8/layout/hList7"/>
    <dgm:cxn modelId="{B27671AA-0EB3-4B66-8F1B-EE0AA02CA6B2}" type="presParOf" srcId="{A8AE4DF1-5108-48CA-A672-7A906D6B056D}" destId="{1368E212-83B4-415C-B5CF-5943D087BC27}" srcOrd="6" destOrd="0" presId="urn:microsoft.com/office/officeart/2005/8/layout/hList7"/>
    <dgm:cxn modelId="{ADD4ED2D-4C64-4E3D-AAFB-554AEF0EED38}" type="presParOf" srcId="{1368E212-83B4-415C-B5CF-5943D087BC27}" destId="{CC3931E1-4DA1-469C-B2B0-A1755CAC83B1}" srcOrd="0" destOrd="0" presId="urn:microsoft.com/office/officeart/2005/8/layout/hList7"/>
    <dgm:cxn modelId="{B5BB8EAF-E83E-4724-9F0F-387E958B09CE}" type="presParOf" srcId="{1368E212-83B4-415C-B5CF-5943D087BC27}" destId="{31450B40-7A02-4023-9FD1-D95DA2FF8C92}" srcOrd="1" destOrd="0" presId="urn:microsoft.com/office/officeart/2005/8/layout/hList7"/>
    <dgm:cxn modelId="{451E58CB-4D9B-4CFA-8AFC-5F2053242968}" type="presParOf" srcId="{1368E212-83B4-415C-B5CF-5943D087BC27}" destId="{0C46724A-C156-4BD9-97BC-0D0A54E690D5}" srcOrd="2" destOrd="0" presId="urn:microsoft.com/office/officeart/2005/8/layout/hList7"/>
    <dgm:cxn modelId="{08F8E926-2FE6-454A-8769-A56B5981B45F}" type="presParOf" srcId="{1368E212-83B4-415C-B5CF-5943D087BC27}" destId="{796B67C5-EE24-495E-A76D-60042EBC1FAE}" srcOrd="3" destOrd="0" presId="urn:microsoft.com/office/officeart/2005/8/layout/hList7"/>
    <dgm:cxn modelId="{49FD97EA-F6ED-498D-BED1-5B9EB2223BD4}" type="presParOf" srcId="{A8AE4DF1-5108-48CA-A672-7A906D6B056D}" destId="{D6CAAF4E-0EF9-4C69-9EEB-85C352743E4C}" srcOrd="7" destOrd="0" presId="urn:microsoft.com/office/officeart/2005/8/layout/hList7"/>
    <dgm:cxn modelId="{782B0514-23D4-4E5F-8B44-11FDDB7E364C}" type="presParOf" srcId="{A8AE4DF1-5108-48CA-A672-7A906D6B056D}" destId="{1A509EB2-4119-4128-A9D9-AA2F6590534E}" srcOrd="8" destOrd="0" presId="urn:microsoft.com/office/officeart/2005/8/layout/hList7"/>
    <dgm:cxn modelId="{4C43B170-9382-419F-9F15-CFDD99C70924}" type="presParOf" srcId="{1A509EB2-4119-4128-A9D9-AA2F6590534E}" destId="{200F1DD1-A076-4CE0-8369-76FF0B9F5874}" srcOrd="0" destOrd="0" presId="urn:microsoft.com/office/officeart/2005/8/layout/hList7"/>
    <dgm:cxn modelId="{A005147F-CA4C-4FA9-9187-9CB98BA2A025}" type="presParOf" srcId="{1A509EB2-4119-4128-A9D9-AA2F6590534E}" destId="{D45C4565-F083-4D45-B96E-E6B29AB281CC}" srcOrd="1" destOrd="0" presId="urn:microsoft.com/office/officeart/2005/8/layout/hList7"/>
    <dgm:cxn modelId="{6D16EA17-DD0A-4DAC-999D-759F21CE6295}" type="presParOf" srcId="{1A509EB2-4119-4128-A9D9-AA2F6590534E}" destId="{82780FB0-9684-4096-9A66-D0BFCA16DB2D}" srcOrd="2" destOrd="0" presId="urn:microsoft.com/office/officeart/2005/8/layout/hList7"/>
    <dgm:cxn modelId="{010B7521-270A-4CED-9C1E-0397E15DB3AC}" type="presParOf" srcId="{1A509EB2-4119-4128-A9D9-AA2F6590534E}" destId="{9E3CEB43-7CC6-4FEF-9E7F-6B44B52CEC3F}" srcOrd="3" destOrd="0" presId="urn:microsoft.com/office/officeart/2005/8/layout/hList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D6F1E7-D002-4641-A12B-D14AF43CDB4A}">
      <dsp:nvSpPr>
        <dsp:cNvPr id="0" name=""/>
        <dsp:cNvSpPr/>
      </dsp:nvSpPr>
      <dsp:spPr>
        <a:xfrm>
          <a:off x="425489" y="-11975"/>
          <a:ext cx="2604774" cy="2604774"/>
        </a:xfrm>
        <a:prstGeom prst="circularArrow">
          <a:avLst>
            <a:gd name="adj1" fmla="val 5544"/>
            <a:gd name="adj2" fmla="val 330680"/>
            <a:gd name="adj3" fmla="val 13945162"/>
            <a:gd name="adj4" fmla="val 17283806"/>
            <a:gd name="adj5" fmla="val 5757"/>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32B9EC-CBD3-4BB2-A400-F46B04C010C6}">
      <dsp:nvSpPr>
        <dsp:cNvPr id="0" name=""/>
        <dsp:cNvSpPr/>
      </dsp:nvSpPr>
      <dsp:spPr>
        <a:xfrm>
          <a:off x="1182451" y="285"/>
          <a:ext cx="1129557" cy="564778"/>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latin typeface="Century Gothic" panose="020B0502020202020204" pitchFamily="34" charset="0"/>
            </a:rPr>
            <a:t>Requirement Analysis</a:t>
          </a:r>
          <a:endParaRPr lang="en-US" sz="1200" kern="1200" dirty="0">
            <a:latin typeface="Century Gothic" panose="020B0502020202020204" pitchFamily="34" charset="0"/>
          </a:endParaRPr>
        </a:p>
      </dsp:txBody>
      <dsp:txXfrm>
        <a:off x="1210021" y="27855"/>
        <a:ext cx="1074417" cy="509638"/>
      </dsp:txXfrm>
    </dsp:sp>
    <dsp:sp modelId="{9212D3BD-55CD-481C-AB7D-7BF636BF8CC1}">
      <dsp:nvSpPr>
        <dsp:cNvPr id="0" name=""/>
        <dsp:cNvSpPr/>
      </dsp:nvSpPr>
      <dsp:spPr>
        <a:xfrm>
          <a:off x="2238864" y="767814"/>
          <a:ext cx="1129557" cy="564778"/>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latin typeface="Century Gothic" panose="020B0502020202020204" pitchFamily="34" charset="0"/>
            </a:rPr>
            <a:t>Design </a:t>
          </a:r>
          <a:endParaRPr lang="en-US" sz="1200" kern="1200" dirty="0">
            <a:latin typeface="Century Gothic" panose="020B0502020202020204" pitchFamily="34" charset="0"/>
          </a:endParaRPr>
        </a:p>
      </dsp:txBody>
      <dsp:txXfrm>
        <a:off x="2266434" y="795384"/>
        <a:ext cx="1074417" cy="509638"/>
      </dsp:txXfrm>
    </dsp:sp>
    <dsp:sp modelId="{960D7A23-C58B-4862-BB04-92D8D08AF585}">
      <dsp:nvSpPr>
        <dsp:cNvPr id="0" name=""/>
        <dsp:cNvSpPr/>
      </dsp:nvSpPr>
      <dsp:spPr>
        <a:xfrm>
          <a:off x="1683651" y="2009987"/>
          <a:ext cx="1129557" cy="564778"/>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Century Gothic" panose="020B0502020202020204" pitchFamily="34" charset="0"/>
            </a:rPr>
            <a:t>Development</a:t>
          </a:r>
        </a:p>
      </dsp:txBody>
      <dsp:txXfrm>
        <a:off x="1711221" y="2037557"/>
        <a:ext cx="1074417" cy="509638"/>
      </dsp:txXfrm>
    </dsp:sp>
    <dsp:sp modelId="{CCBA7B0E-A166-4D8C-89BF-83C27884BD2C}">
      <dsp:nvSpPr>
        <dsp:cNvPr id="0" name=""/>
        <dsp:cNvSpPr/>
      </dsp:nvSpPr>
      <dsp:spPr>
        <a:xfrm>
          <a:off x="529552" y="2009701"/>
          <a:ext cx="1129557" cy="564778"/>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Century Gothic" panose="020B0502020202020204" pitchFamily="34" charset="0"/>
            </a:rPr>
            <a:t>Testing </a:t>
          </a:r>
        </a:p>
      </dsp:txBody>
      <dsp:txXfrm>
        <a:off x="557122" y="2037271"/>
        <a:ext cx="1074417" cy="509638"/>
      </dsp:txXfrm>
    </dsp:sp>
    <dsp:sp modelId="{DBD1963D-3204-4D8D-87FB-E3A35A29B162}">
      <dsp:nvSpPr>
        <dsp:cNvPr id="0" name=""/>
        <dsp:cNvSpPr/>
      </dsp:nvSpPr>
      <dsp:spPr>
        <a:xfrm>
          <a:off x="126039" y="767814"/>
          <a:ext cx="1129557" cy="564778"/>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latin typeface="Century Gothic" panose="020B0502020202020204" pitchFamily="34" charset="0"/>
            </a:rPr>
            <a:t>Evaluation</a:t>
          </a:r>
          <a:endParaRPr lang="en-US" sz="1200" kern="1200" dirty="0">
            <a:latin typeface="Century Gothic" panose="020B0502020202020204" pitchFamily="34" charset="0"/>
          </a:endParaRPr>
        </a:p>
      </dsp:txBody>
      <dsp:txXfrm>
        <a:off x="153609" y="795384"/>
        <a:ext cx="1074417" cy="5096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ACD5CC-8EFE-4855-93B6-25EFD1A370CD}">
      <dsp:nvSpPr>
        <dsp:cNvPr id="0" name=""/>
        <dsp:cNvSpPr/>
      </dsp:nvSpPr>
      <dsp:spPr>
        <a:xfrm>
          <a:off x="0" y="0"/>
          <a:ext cx="825933" cy="2590885"/>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en-US" sz="800" b="1" kern="1200">
              <a:solidFill>
                <a:schemeClr val="tx1">
                  <a:lumMod val="50000"/>
                  <a:lumOff val="50000"/>
                </a:schemeClr>
              </a:solidFill>
              <a:latin typeface="Century Gothic" panose="020B0502020202020204" pitchFamily="34" charset="0"/>
            </a:rPr>
            <a:t>Define Architecture</a:t>
          </a:r>
          <a:endParaRPr lang="en-US" sz="800" b="1" kern="1200" dirty="0">
            <a:solidFill>
              <a:schemeClr val="tx1">
                <a:lumMod val="50000"/>
                <a:lumOff val="50000"/>
              </a:schemeClr>
            </a:solidFill>
            <a:latin typeface="Century Gothic" panose="020B0502020202020204" pitchFamily="34" charset="0"/>
          </a:endParaRPr>
        </a:p>
      </dsp:txBody>
      <dsp:txXfrm>
        <a:off x="0" y="1036354"/>
        <a:ext cx="825933" cy="1036354"/>
      </dsp:txXfrm>
    </dsp:sp>
    <dsp:sp modelId="{E199F37B-8994-4B46-9155-A924434D3E4F}">
      <dsp:nvSpPr>
        <dsp:cNvPr id="0" name=""/>
        <dsp:cNvSpPr/>
      </dsp:nvSpPr>
      <dsp:spPr>
        <a:xfrm>
          <a:off x="24778" y="155453"/>
          <a:ext cx="776377" cy="862764"/>
        </a:xfrm>
        <a:prstGeom prst="ellipse">
          <a:avLst/>
        </a:prstGeom>
        <a:blipFill rotWithShape="1">
          <a:blip xmlns:r="http://schemas.openxmlformats.org/officeDocument/2006/relationships" r:embed="rId1" cstate="screen">
            <a:extLst>
              <a:ext uri="{28A0092B-C50C-407E-A947-70E740481C1C}">
                <a14:useLocalDpi xmlns:a14="http://schemas.microsoft.com/office/drawing/2010/main"/>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FF7F906-A446-4BFA-AAEC-D93D7D3DB2E7}">
      <dsp:nvSpPr>
        <dsp:cNvPr id="0" name=""/>
        <dsp:cNvSpPr/>
      </dsp:nvSpPr>
      <dsp:spPr>
        <a:xfrm>
          <a:off x="838603" y="0"/>
          <a:ext cx="825933" cy="2590885"/>
        </a:xfrm>
        <a:prstGeom prst="roundRect">
          <a:avLst>
            <a:gd name="adj" fmla="val 10000"/>
          </a:avLst>
        </a:prstGeom>
        <a:solidFill>
          <a:schemeClr val="accent6">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en-US" sz="800" b="1" kern="1200">
              <a:solidFill>
                <a:schemeClr val="tx1">
                  <a:lumMod val="50000"/>
                  <a:lumOff val="50000"/>
                </a:schemeClr>
              </a:solidFill>
              <a:latin typeface="Century Gothic" panose="020B0502020202020204" pitchFamily="34" charset="0"/>
            </a:rPr>
            <a:t>Select Key Components</a:t>
          </a:r>
          <a:endParaRPr lang="en-US" sz="800" b="1" kern="1200" dirty="0">
            <a:solidFill>
              <a:schemeClr val="tx1">
                <a:lumMod val="50000"/>
                <a:lumOff val="50000"/>
              </a:schemeClr>
            </a:solidFill>
            <a:latin typeface="Century Gothic" panose="020B0502020202020204" pitchFamily="34" charset="0"/>
          </a:endParaRPr>
        </a:p>
      </dsp:txBody>
      <dsp:txXfrm>
        <a:off x="838603" y="1036354"/>
        <a:ext cx="825933" cy="1036354"/>
      </dsp:txXfrm>
    </dsp:sp>
    <dsp:sp modelId="{F361920E-FC1A-43F7-8DB3-79683E1BE24F}">
      <dsp:nvSpPr>
        <dsp:cNvPr id="0" name=""/>
        <dsp:cNvSpPr/>
      </dsp:nvSpPr>
      <dsp:spPr>
        <a:xfrm>
          <a:off x="869433" y="155453"/>
          <a:ext cx="776377" cy="862764"/>
        </a:xfrm>
        <a:prstGeom prst="ellipse">
          <a:avLst/>
        </a:prstGeom>
        <a:blipFill rotWithShape="1">
          <a:blip xmlns:r="http://schemas.openxmlformats.org/officeDocument/2006/relationships" r:embed="rId2" cstate="screen">
            <a:extLst>
              <a:ext uri="{28A0092B-C50C-407E-A947-70E740481C1C}">
                <a14:useLocalDpi xmlns:a14="http://schemas.microsoft.com/office/drawing/2010/main"/>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53BEF7E-0B1F-4CF9-8014-F391450D68C7}">
      <dsp:nvSpPr>
        <dsp:cNvPr id="0" name=""/>
        <dsp:cNvSpPr/>
      </dsp:nvSpPr>
      <dsp:spPr>
        <a:xfrm>
          <a:off x="1677206" y="0"/>
          <a:ext cx="825933" cy="2590885"/>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lumMod val="50000"/>
                  <a:lumOff val="50000"/>
                </a:schemeClr>
              </a:solidFill>
              <a:latin typeface="Century Gothic" panose="020B0502020202020204" pitchFamily="34" charset="0"/>
            </a:rPr>
            <a:t>Schematic Design</a:t>
          </a:r>
        </a:p>
      </dsp:txBody>
      <dsp:txXfrm>
        <a:off x="1677206" y="1036354"/>
        <a:ext cx="825933" cy="1036354"/>
      </dsp:txXfrm>
    </dsp:sp>
    <dsp:sp modelId="{7A2CF20E-014B-4D09-8D3B-4EE488567D0D}">
      <dsp:nvSpPr>
        <dsp:cNvPr id="0" name=""/>
        <dsp:cNvSpPr/>
      </dsp:nvSpPr>
      <dsp:spPr>
        <a:xfrm>
          <a:off x="1701978" y="155453"/>
          <a:ext cx="776377" cy="862764"/>
        </a:xfrm>
        <a:prstGeom prst="ellipse">
          <a:avLst/>
        </a:prstGeom>
        <a:blipFill rotWithShape="1">
          <a:blip xmlns:r="http://schemas.openxmlformats.org/officeDocument/2006/relationships" r:embed="rId3" cstate="screen">
            <a:extLst>
              <a:ext uri="{28A0092B-C50C-407E-A947-70E740481C1C}">
                <a14:useLocalDpi xmlns:a14="http://schemas.microsoft.com/office/drawing/2010/main"/>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C3931E1-4DA1-469C-B2B0-A1755CAC83B1}">
      <dsp:nvSpPr>
        <dsp:cNvPr id="0" name=""/>
        <dsp:cNvSpPr/>
      </dsp:nvSpPr>
      <dsp:spPr>
        <a:xfrm>
          <a:off x="2515818" y="0"/>
          <a:ext cx="825933" cy="2590885"/>
        </a:xfrm>
        <a:prstGeom prst="roundRect">
          <a:avLst>
            <a:gd name="adj" fmla="val 10000"/>
          </a:avLst>
        </a:prstGeom>
        <a:solidFill>
          <a:srgbClr val="B3CDD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en-US" sz="800" b="1" kern="1200">
              <a:solidFill>
                <a:schemeClr val="tx1">
                  <a:lumMod val="50000"/>
                  <a:lumOff val="50000"/>
                </a:schemeClr>
              </a:solidFill>
              <a:latin typeface="Century Gothic" panose="020B0502020202020204" pitchFamily="34" charset="0"/>
            </a:rPr>
            <a:t>PCB Layout</a:t>
          </a:r>
          <a:endParaRPr lang="en-US" sz="800" b="1" kern="1200" dirty="0">
            <a:solidFill>
              <a:schemeClr val="tx1">
                <a:lumMod val="50000"/>
                <a:lumOff val="50000"/>
              </a:schemeClr>
            </a:solidFill>
            <a:latin typeface="Century Gothic" panose="020B0502020202020204" pitchFamily="34" charset="0"/>
          </a:endParaRPr>
        </a:p>
      </dsp:txBody>
      <dsp:txXfrm>
        <a:off x="2515818" y="1036354"/>
        <a:ext cx="825933" cy="1036354"/>
      </dsp:txXfrm>
    </dsp:sp>
    <dsp:sp modelId="{796B67C5-EE24-495E-A76D-60042EBC1FAE}">
      <dsp:nvSpPr>
        <dsp:cNvPr id="0" name=""/>
        <dsp:cNvSpPr/>
      </dsp:nvSpPr>
      <dsp:spPr>
        <a:xfrm>
          <a:off x="2534522" y="155453"/>
          <a:ext cx="776377" cy="862764"/>
        </a:xfrm>
        <a:prstGeom prst="ellipse">
          <a:avLst/>
        </a:prstGeom>
        <a:blipFill rotWithShape="1">
          <a:blip xmlns:r="http://schemas.openxmlformats.org/officeDocument/2006/relationships" r:embed="rId4" cstate="screen">
            <a:extLst>
              <a:ext uri="{28A0092B-C50C-407E-A947-70E740481C1C}">
                <a14:useLocalDpi xmlns:a14="http://schemas.microsoft.com/office/drawing/2010/main"/>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0F1DD1-A076-4CE0-8369-76FF0B9F5874}">
      <dsp:nvSpPr>
        <dsp:cNvPr id="0" name=""/>
        <dsp:cNvSpPr/>
      </dsp:nvSpPr>
      <dsp:spPr>
        <a:xfrm>
          <a:off x="3362862" y="0"/>
          <a:ext cx="825933" cy="2590885"/>
        </a:xfrm>
        <a:prstGeom prst="roundRect">
          <a:avLst>
            <a:gd name="adj" fmla="val 10000"/>
          </a:avLst>
        </a:prstGeom>
        <a:solidFill>
          <a:srgbClr val="8CC2EE"/>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lumMod val="50000"/>
                  <a:lumOff val="50000"/>
                </a:schemeClr>
              </a:solidFill>
              <a:latin typeface="Century Gothic" panose="020B0502020202020204" pitchFamily="34" charset="0"/>
            </a:rPr>
            <a:t>Assemble, Test &amp; Debug</a:t>
          </a:r>
        </a:p>
        <a:p>
          <a:pPr marL="0" lvl="0" indent="0" algn="ctr" defTabSz="355600">
            <a:lnSpc>
              <a:spcPct val="90000"/>
            </a:lnSpc>
            <a:spcBef>
              <a:spcPct val="0"/>
            </a:spcBef>
            <a:spcAft>
              <a:spcPct val="35000"/>
            </a:spcAft>
            <a:buNone/>
          </a:pPr>
          <a:r>
            <a:rPr lang="en-US" sz="800" b="1" kern="1200" dirty="0">
              <a:solidFill>
                <a:schemeClr val="tx1">
                  <a:lumMod val="50000"/>
                  <a:lumOff val="50000"/>
                </a:schemeClr>
              </a:solidFill>
              <a:latin typeface="Century Gothic" panose="020B0502020202020204" pitchFamily="34" charset="0"/>
            </a:rPr>
            <a:t>EMI/EMC Conformance Test</a:t>
          </a:r>
        </a:p>
      </dsp:txBody>
      <dsp:txXfrm>
        <a:off x="3362862" y="1036354"/>
        <a:ext cx="825933" cy="1036354"/>
      </dsp:txXfrm>
    </dsp:sp>
    <dsp:sp modelId="{9E3CEB43-7CC6-4FEF-9E7F-6B44B52CEC3F}">
      <dsp:nvSpPr>
        <dsp:cNvPr id="0" name=""/>
        <dsp:cNvSpPr/>
      </dsp:nvSpPr>
      <dsp:spPr>
        <a:xfrm>
          <a:off x="3379178" y="155453"/>
          <a:ext cx="776377" cy="862764"/>
        </a:xfrm>
        <a:prstGeom prst="ellipse">
          <a:avLst/>
        </a:prstGeom>
        <a:blipFill rotWithShape="1">
          <a:blip xmlns:r="http://schemas.openxmlformats.org/officeDocument/2006/relationships" r:embed="rId5" cstate="screen">
            <a:extLst>
              <a:ext uri="{28A0092B-C50C-407E-A947-70E740481C1C}">
                <a14:useLocalDpi xmlns:a14="http://schemas.microsoft.com/office/drawing/2010/main"/>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C19FC3C-472D-4FE0-AC91-44964182B953}">
      <dsp:nvSpPr>
        <dsp:cNvPr id="0" name=""/>
        <dsp:cNvSpPr/>
      </dsp:nvSpPr>
      <dsp:spPr>
        <a:xfrm>
          <a:off x="181250" y="2007040"/>
          <a:ext cx="3890477" cy="264806"/>
        </a:xfrm>
        <a:prstGeom prst="leftRightArrow">
          <a:avLst/>
        </a:prstGeom>
        <a:solidFill>
          <a:schemeClr val="accent2">
            <a:tint val="4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497A77E-3099-4376-AF1E-3DB3B64FF05E}" type="datetimeFigureOut">
              <a:rPr lang="en-IN" smtClean="0"/>
              <a:t>27-10-2025</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95393FC-7572-4134-9B44-EE6BC5751DC4}" type="slidenum">
              <a:rPr lang="en-IN" smtClean="0"/>
              <a:t>‹#›</a:t>
            </a:fld>
            <a:endParaRPr lang="en-IN"/>
          </a:p>
        </p:txBody>
      </p:sp>
    </p:spTree>
    <p:extLst>
      <p:ext uri="{BB962C8B-B14F-4D97-AF65-F5344CB8AC3E}">
        <p14:creationId xmlns:p14="http://schemas.microsoft.com/office/powerpoint/2010/main" val="5945273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83E211-F7A7-4317-892B-28769BDE5747}" type="datetimeFigureOut">
              <a:rPr lang="en-US" smtClean="0"/>
              <a:pPr/>
              <a:t>10/27/2025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63A218D-F311-4799-90C5-974E162849B4}" type="slidenum">
              <a:rPr lang="en-US" smtClean="0"/>
              <a:pPr/>
              <a:t>‹#›</a:t>
            </a:fld>
            <a:endParaRPr lang="en-US" dirty="0"/>
          </a:p>
        </p:txBody>
      </p:sp>
    </p:spTree>
    <p:extLst>
      <p:ext uri="{BB962C8B-B14F-4D97-AF65-F5344CB8AC3E}">
        <p14:creationId xmlns:p14="http://schemas.microsoft.com/office/powerpoint/2010/main" val="982170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pPr marL="0" marR="0" lvl="0" indent="0" algn="r" defTabSz="931863" rtl="0" eaLnBrk="1" fontAlgn="base" latinLnBrk="0" hangingPunct="1">
              <a:lnSpc>
                <a:spcPct val="100000"/>
              </a:lnSpc>
              <a:spcBef>
                <a:spcPct val="0"/>
              </a:spcBef>
              <a:spcAft>
                <a:spcPct val="0"/>
              </a:spcAft>
              <a:buClrTx/>
              <a:buSzTx/>
              <a:buFontTx/>
              <a:buNone/>
              <a:tabLst/>
              <a:defRPr/>
            </a:pPr>
            <a:fld id="{0EA6ED6C-BA13-49B9-B015-616AFA71EA76}" type="datetime1">
              <a:rPr kumimoji="0" lang="en-US" altLang="en-US" sz="12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31863" rtl="0" eaLnBrk="1" fontAlgn="base" latinLnBrk="0" hangingPunct="1">
                <a:lnSpc>
                  <a:spcPct val="100000"/>
                </a:lnSpc>
                <a:spcBef>
                  <a:spcPct val="0"/>
                </a:spcBef>
                <a:spcAft>
                  <a:spcPct val="0"/>
                </a:spcAft>
                <a:buClrTx/>
                <a:buSzTx/>
                <a:buFontTx/>
                <a:buNone/>
                <a:tabLst/>
                <a:defRPr/>
              </a:pPr>
              <a:t>10/27/2025</a:t>
            </a:fld>
            <a:endParaRPr kumimoji="0" lang="en-US" altLang="en-US" sz="12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sp>
        <p:nvSpPr>
          <p:cNvPr id="5" name="Slide Number Placeholder 4"/>
          <p:cNvSpPr>
            <a:spLocks noGrp="1"/>
          </p:cNvSpPr>
          <p:nvPr>
            <p:ph type="sldNum" sz="quarter" idx="11"/>
          </p:nvPr>
        </p:nvSpPr>
        <p:spPr/>
        <p:txBody>
          <a:bodyPr/>
          <a:lstStyle/>
          <a:p>
            <a:pPr marL="0" marR="0" lvl="0" indent="0" algn="r" defTabSz="931863" rtl="0" eaLnBrk="1" fontAlgn="base" latinLnBrk="0" hangingPunct="1">
              <a:lnSpc>
                <a:spcPct val="100000"/>
              </a:lnSpc>
              <a:spcBef>
                <a:spcPct val="0"/>
              </a:spcBef>
              <a:spcAft>
                <a:spcPct val="0"/>
              </a:spcAft>
              <a:buClrTx/>
              <a:buSzTx/>
              <a:buFontTx/>
              <a:buNone/>
              <a:tabLst/>
              <a:defRPr/>
            </a:pPr>
            <a:fld id="{714F57F0-924F-4D01-AC6B-B637D74E52DF}" type="slidenum">
              <a:rPr kumimoji="0" lang="en-US" altLang="en-US" sz="12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31863"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2964853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3.xml"/><Relationship Id="rId1" Type="http://schemas.openxmlformats.org/officeDocument/2006/relationships/tags" Target="../tags/tag2.xml"/><Relationship Id="rId4" Type="http://schemas.openxmlformats.org/officeDocument/2006/relationships/image" Target="../media/image4.emf"/></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jp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4.xml"/><Relationship Id="rId1" Type="http://schemas.openxmlformats.org/officeDocument/2006/relationships/tags" Target="../tags/tag3.xml"/><Relationship Id="rId4" Type="http://schemas.openxmlformats.org/officeDocument/2006/relationships/image" Target="../media/image4.emf"/></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3.jpe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6.xml"/><Relationship Id="rId4" Type="http://schemas.openxmlformats.org/officeDocument/2006/relationships/image" Target="../media/image27.pn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6.xml"/><Relationship Id="rId4" Type="http://schemas.openxmlformats.org/officeDocument/2006/relationships/image" Target="../media/image27.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jpeg"/><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jpg"/><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jpg"/><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jpg"/><Relationship Id="rId1" Type="http://schemas.openxmlformats.org/officeDocument/2006/relationships/slideMaster" Target="../slideMasters/slideMaster7.xml"/><Relationship Id="rId4" Type="http://schemas.openxmlformats.org/officeDocument/2006/relationships/image" Target="../media/image33.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8.jpeg"/><Relationship Id="rId1" Type="http://schemas.openxmlformats.org/officeDocument/2006/relationships/slideMaster" Target="../slideMasters/slideMaster7.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4.jpeg"/><Relationship Id="rId1" Type="http://schemas.openxmlformats.org/officeDocument/2006/relationships/slideMaster" Target="../slideMasters/slideMaster7.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8.xml"/><Relationship Id="rId4" Type="http://schemas.openxmlformats.org/officeDocument/2006/relationships/image" Target="../media/image27.png"/></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8.xml"/><Relationship Id="rId4" Type="http://schemas.openxmlformats.org/officeDocument/2006/relationships/image" Target="../media/image27.png"/></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jpeg"/><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jpg"/><Relationship Id="rId1" Type="http://schemas.openxmlformats.org/officeDocument/2006/relationships/slideMaster" Target="../slideMasters/slideMaster9.xml"/><Relationship Id="rId5" Type="http://schemas.openxmlformats.org/officeDocument/2006/relationships/image" Target="../media/image38.png"/><Relationship Id="rId4" Type="http://schemas.openxmlformats.org/officeDocument/2006/relationships/image" Target="../media/image14.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5.jpe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UIT">
    <p:spTree>
      <p:nvGrpSpPr>
        <p:cNvPr id="1" name=""/>
        <p:cNvGrpSpPr/>
        <p:nvPr/>
      </p:nvGrpSpPr>
      <p:grpSpPr>
        <a:xfrm>
          <a:off x="0" y="0"/>
          <a:ext cx="0" cy="0"/>
          <a:chOff x="0" y="0"/>
          <a:chExt cx="0" cy="0"/>
        </a:xfrm>
      </p:grpSpPr>
      <p:sp>
        <p:nvSpPr>
          <p:cNvPr id="5" name="Title Placeholder 1"/>
          <p:cNvSpPr>
            <a:spLocks noGrp="1"/>
          </p:cNvSpPr>
          <p:nvPr>
            <p:ph type="title"/>
          </p:nvPr>
        </p:nvSpPr>
        <p:spPr bwMode="auto">
          <a:xfrm>
            <a:off x="537208" y="172436"/>
            <a:ext cx="8212137" cy="30777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title style</a:t>
            </a:r>
          </a:p>
        </p:txBody>
      </p:sp>
    </p:spTree>
    <p:extLst>
      <p:ext uri="{BB962C8B-B14F-4D97-AF65-F5344CB8AC3E}">
        <p14:creationId xmlns:p14="http://schemas.microsoft.com/office/powerpoint/2010/main" val="208444938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8_Title Slide">
    <p:spTree>
      <p:nvGrpSpPr>
        <p:cNvPr id="1" name=""/>
        <p:cNvGrpSpPr/>
        <p:nvPr/>
      </p:nvGrpSpPr>
      <p:grpSpPr>
        <a:xfrm>
          <a:off x="0" y="0"/>
          <a:ext cx="0" cy="0"/>
          <a:chOff x="0" y="0"/>
          <a:chExt cx="0" cy="0"/>
        </a:xfrm>
      </p:grpSpPr>
      <p:pic>
        <p:nvPicPr>
          <p:cNvPr id="8" name="Picture 7"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805" y="18"/>
            <a:ext cx="3968824" cy="1298888"/>
          </a:xfrm>
          <a:prstGeom prst="rect">
            <a:avLst/>
          </a:prstGeom>
        </p:spPr>
      </p:pic>
      <p:sp>
        <p:nvSpPr>
          <p:cNvPr id="4" name="object 2"/>
          <p:cNvSpPr/>
          <p:nvPr userDrawn="1"/>
        </p:nvSpPr>
        <p:spPr>
          <a:xfrm>
            <a:off x="1017485" y="1161117"/>
            <a:ext cx="7169042" cy="2895318"/>
          </a:xfrm>
          <a:prstGeom prst="rect">
            <a:avLst/>
          </a:prstGeom>
          <a:blipFill>
            <a:blip r:embed="rId3" cstate="print"/>
            <a:stretch>
              <a:fillRect/>
            </a:stretch>
          </a:blipFill>
        </p:spPr>
        <p:txBody>
          <a:bodyPr wrap="square" lIns="0" tIns="0" rIns="0" bIns="0" rtlCol="0"/>
          <a:lstStyle/>
          <a:p>
            <a:endParaRPr dirty="0">
              <a:latin typeface="Calibri" panose="020F0502020204030204" pitchFamily="34" charset="0"/>
            </a:endParaRPr>
          </a:p>
        </p:txBody>
      </p:sp>
    </p:spTree>
    <p:extLst>
      <p:ext uri="{BB962C8B-B14F-4D97-AF65-F5344CB8AC3E}">
        <p14:creationId xmlns:p14="http://schemas.microsoft.com/office/powerpoint/2010/main" val="128140235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cSld name="Content slide with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481019" y="602417"/>
            <a:ext cx="8224837"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alibri" panose="020F0502020204030204" pitchFamily="34" charset="0"/>
                <a:ea typeface="+mj-ea"/>
                <a:cs typeface="Calibri" panose="020F0502020204030204" pitchFamily="34" charset="0"/>
              </a:defRPr>
            </a:lvl1pPr>
          </a:lstStyle>
          <a:p>
            <a:pPr lvl="0" algn="l" defTabSz="914262" rtl="0" eaLnBrk="1" fontAlgn="base" latinLnBrk="0" hangingPunct="1">
              <a:spcBef>
                <a:spcPct val="0"/>
              </a:spcBef>
              <a:spcAft>
                <a:spcPct val="0"/>
              </a:spcAft>
              <a:buNone/>
            </a:pPr>
            <a:r>
              <a:rPr lang="en-US" dirty="0"/>
              <a:t>CLICK TO EDIT MASTER TITLE STYLE</a:t>
            </a:r>
          </a:p>
        </p:txBody>
      </p:sp>
      <p:sp>
        <p:nvSpPr>
          <p:cNvPr id="3" name="Text Placeholder 4"/>
          <p:cNvSpPr>
            <a:spLocks noGrp="1"/>
          </p:cNvSpPr>
          <p:nvPr>
            <p:ph type="body" sz="quarter" idx="10" hasCustomPrompt="1"/>
          </p:nvPr>
        </p:nvSpPr>
        <p:spPr bwMode="gray">
          <a:xfrm>
            <a:off x="481012" y="1478757"/>
            <a:ext cx="8224838" cy="1261884"/>
          </a:xfrm>
          <a:prstGeom prst="rect">
            <a:avLst/>
          </a:prstGeom>
        </p:spPr>
        <p:txBody>
          <a:bodyPr wrap="square">
            <a:spAutoFit/>
          </a:bodyPr>
          <a:lstStyle>
            <a:lvl1pPr algn="l" rtl="0" eaLnBrk="1" latinLnBrk="0" hangingPunct="1">
              <a:spcBef>
                <a:spcPts val="0"/>
              </a:spcBef>
              <a:spcAft>
                <a:spcPts val="0"/>
              </a:spcAft>
              <a:buClr>
                <a:schemeClr val="bg2"/>
              </a:buClr>
              <a:buSzPct val="120000"/>
              <a:defRPr lang="en-US" sz="1600" b="0" kern="1200" baseline="0" dirty="0" smtClean="0">
                <a:solidFill>
                  <a:schemeClr val="tx1"/>
                </a:solidFill>
                <a:latin typeface="Calibri" panose="020F0502020204030204" pitchFamily="34" charset="0"/>
                <a:ea typeface="+mn-ea"/>
                <a:cs typeface="Calibri" panose="020F0502020204030204"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600" b="0" kern="1200" baseline="0" dirty="0" smtClean="0">
                <a:solidFill>
                  <a:schemeClr val="tx1"/>
                </a:solidFill>
                <a:latin typeface="Calibri" panose="020F0502020204030204" pitchFamily="34" charset="0"/>
                <a:ea typeface="+mn-ea"/>
                <a:cs typeface="Calibri" panose="020F0502020204030204" pitchFamily="34" charset="0"/>
              </a:defRPr>
            </a:lvl3pPr>
            <a:lvl4pPr algn="l" rtl="0" eaLnBrk="1" latinLnBrk="0" hangingPunct="1">
              <a:spcBef>
                <a:spcPts val="0"/>
              </a:spcBef>
              <a:spcAft>
                <a:spcPts val="0"/>
              </a:spcAft>
              <a:buClr>
                <a:schemeClr val="bg2"/>
              </a:buClr>
              <a:defRPr lang="en-US" sz="1600" b="0" kern="1200" baseline="0" dirty="0" smtClean="0">
                <a:solidFill>
                  <a:schemeClr val="tx1"/>
                </a:solidFill>
                <a:latin typeface="Calibri" panose="020F0502020204030204" pitchFamily="34" charset="0"/>
                <a:ea typeface="+mn-ea"/>
                <a:cs typeface="Calibri" panose="020F0502020204030204" pitchFamily="34" charset="0"/>
              </a:defRPr>
            </a:lvl4pPr>
            <a:lvl5pPr algn="l" rtl="0" eaLnBrk="1" latinLnBrk="0" hangingPunct="1">
              <a:spcBef>
                <a:spcPts val="0"/>
              </a:spcBef>
              <a:spcAft>
                <a:spcPts val="0"/>
              </a:spcAft>
              <a:buClr>
                <a:schemeClr val="bg2"/>
              </a:buClr>
              <a:defRPr lang="en-US" sz="1600" b="0" kern="1200" baseline="0" dirty="0" smtClean="0">
                <a:solidFill>
                  <a:schemeClr val="tx1"/>
                </a:solidFill>
                <a:latin typeface="Calibri" panose="020F0502020204030204" pitchFamily="34" charset="0"/>
                <a:ea typeface="+mn-ea"/>
                <a:cs typeface="Calibri" panose="020F0502020204030204" pitchFamily="34" charset="0"/>
              </a:defRPr>
            </a:lvl5pPr>
            <a:lvl6pPr marL="1434884" indent="-285708">
              <a:spcBef>
                <a:spcPts val="0"/>
              </a:spcBef>
              <a:spcAft>
                <a:spcPts val="0"/>
              </a:spcAft>
              <a:buClr>
                <a:schemeClr val="tx2"/>
              </a:buClr>
              <a:buSzPct val="70000"/>
              <a:buFont typeface="Wingdings" pitchFamily="2" charset="2"/>
              <a:buChar char="§"/>
              <a:defRPr lang="en-US" sz="1600" kern="1200" dirty="0" smtClean="0">
                <a:solidFill>
                  <a:schemeClr val="tx1"/>
                </a:solidFill>
                <a:latin typeface="Calibri" panose="020F0502020204030204" pitchFamily="34" charset="0"/>
                <a:ea typeface="+mn-ea"/>
                <a:cs typeface="Calibri" panose="020F0502020204030204" pitchFamily="34" charset="0"/>
              </a:defRPr>
            </a:lvl6pPr>
            <a:lvl7pPr marL="1714242" indent="-273008">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599960" indent="-228564">
              <a:spcBef>
                <a:spcPts val="0"/>
              </a:spcBef>
              <a:spcAft>
                <a:spcPts val="0"/>
              </a:spcAft>
              <a:buSzPct val="70000"/>
              <a:defRPr sz="1800" baseline="0">
                <a:latin typeface="Arial" pitchFamily="34" charset="0"/>
                <a:cs typeface="Arial" pitchFamily="34" charset="0"/>
              </a:defRPr>
            </a:lvl8pPr>
            <a:lvl9pPr marL="1823768" indent="-223802">
              <a:spcBef>
                <a:spcPts val="0"/>
              </a:spcBef>
              <a:spcAft>
                <a:spcPts val="0"/>
              </a:spcAft>
              <a:buSzPct val="70000"/>
              <a:buFont typeface="Arial" pitchFamily="34" charset="0"/>
              <a:buChar char="–"/>
              <a:defRPr sz="1800">
                <a:latin typeface="Arial" pitchFamily="34" charset="0"/>
                <a:cs typeface="Arial" pitchFamily="34" charset="0"/>
              </a:defRPr>
            </a:lvl9pPr>
          </a:lstStyle>
          <a:p>
            <a:pPr marL="290471" lvl="0" indent="-290471" algn="l" defTabSz="91426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416" lvl="2" indent="-279358" algn="l" defTabSz="91426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774" lvl="3" indent="-279358" algn="l" defTabSz="91426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482" lvl="4" indent="-285708" algn="l" defTabSz="93331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4884" lvl="5" indent="-285708" algn="l" defTabSz="91426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481012" y="922388"/>
            <a:ext cx="8224838" cy="246221"/>
          </a:xfrm>
          <a:prstGeom prst="rect">
            <a:avLst/>
          </a:prstGeom>
        </p:spPr>
        <p:txBody>
          <a:bodyPr/>
          <a:lstStyle>
            <a:lvl1pPr marL="0" indent="0">
              <a:buNone/>
              <a:defRPr sz="1600" b="0">
                <a:solidFill>
                  <a:schemeClr val="bg2"/>
                </a:solidFill>
                <a:latin typeface="Calibri" panose="020F0502020204030204" pitchFamily="34" charset="0"/>
                <a:cs typeface="Calibri" panose="020F0502020204030204" pitchFamily="34" charset="0"/>
              </a:defRPr>
            </a:lvl1pPr>
          </a:lstStyle>
          <a:p>
            <a:pPr lvl="0"/>
            <a:r>
              <a:rPr lang="en-US" dirty="0"/>
              <a:t>Click to edit Master text styles</a:t>
            </a:r>
          </a:p>
        </p:txBody>
      </p:sp>
    </p:spTree>
    <p:extLst>
      <p:ext uri="{BB962C8B-B14F-4D97-AF65-F5344CB8AC3E}">
        <p14:creationId xmlns:p14="http://schemas.microsoft.com/office/powerpoint/2010/main" val="746149773"/>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Conten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425262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el und Text">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C1181822-5483-42EE-9F27-1920ACBE9D4E}"/>
              </a:ext>
            </a:extLst>
          </p:cNvPr>
          <p:cNvGraphicFramePr>
            <a:graphicFrameLocks noChangeAspect="1"/>
          </p:cNvGraphicFramePr>
          <p:nvPr userDrawn="1">
            <p:custDataLst>
              <p:tags r:id="rId1"/>
            </p:custDataLst>
          </p:nvPr>
        </p:nvGraphicFramePr>
        <p:xfrm>
          <a:off x="1589" y="1193"/>
          <a:ext cx="1587" cy="1190"/>
        </p:xfrm>
        <a:graphic>
          <a:graphicData uri="http://schemas.openxmlformats.org/presentationml/2006/ole">
            <mc:AlternateContent xmlns:mc="http://schemas.openxmlformats.org/markup-compatibility/2006">
              <mc:Choice xmlns:v="urn:schemas-microsoft-com:vml" Requires="v">
                <p:oleObj name="think-cell Folie" r:id="rId3" imgW="530" imgH="531" progId="TCLayout.ActiveDocument.1">
                  <p:embed/>
                </p:oleObj>
              </mc:Choice>
              <mc:Fallback>
                <p:oleObj name="think-cell Folie" r:id="rId3" imgW="530" imgH="531" progId="TCLayout.ActiveDocument.1">
                  <p:embed/>
                  <p:pic>
                    <p:nvPicPr>
                      <p:cNvPr id="0" name=""/>
                      <p:cNvPicPr/>
                      <p:nvPr/>
                    </p:nvPicPr>
                    <p:blipFill>
                      <a:blip r:embed="rId4"/>
                      <a:stretch>
                        <a:fillRect/>
                      </a:stretch>
                    </p:blipFill>
                    <p:spPr>
                      <a:xfrm>
                        <a:off x="1589" y="1193"/>
                        <a:ext cx="1587" cy="1190"/>
                      </a:xfrm>
                      <a:prstGeom prst="rect">
                        <a:avLst/>
                      </a:prstGeom>
                    </p:spPr>
                  </p:pic>
                </p:oleObj>
              </mc:Fallback>
            </mc:AlternateContent>
          </a:graphicData>
        </a:graphic>
      </p:graphicFrame>
      <p:sp>
        <p:nvSpPr>
          <p:cNvPr id="6" name="Text Placeholder 5"/>
          <p:cNvSpPr>
            <a:spLocks noGrp="1"/>
          </p:cNvSpPr>
          <p:nvPr>
            <p:ph type="body" sz="quarter" idx="10"/>
          </p:nvPr>
        </p:nvSpPr>
        <p:spPr>
          <a:xfrm>
            <a:off x="54428" y="57150"/>
            <a:ext cx="7674429" cy="400050"/>
          </a:xfrm>
          <a:prstGeom prst="rect">
            <a:avLst/>
          </a:prstGeom>
        </p:spPr>
        <p:txBody>
          <a:bodyPr/>
          <a:lstStyle>
            <a:lvl1pPr marL="0" indent="0">
              <a:buFontTx/>
              <a:buNone/>
              <a:defRPr lang="de-DE" sz="1714" b="1" kern="1200" dirty="0">
                <a:solidFill>
                  <a:srgbClr val="3B8809"/>
                </a:solidFill>
                <a:latin typeface="Calibri" panose="020F0502020204030204" pitchFamily="34" charset="0"/>
                <a:ea typeface="+mj-ea"/>
                <a:cs typeface="Calibri" panose="020F0502020204030204" pitchFamily="34" charset="0"/>
              </a:defRPr>
            </a:lvl1pPr>
            <a:lvl2pPr marL="326578" indent="0">
              <a:buFontTx/>
              <a:buNone/>
              <a:defRPr/>
            </a:lvl2pPr>
            <a:lvl3pPr marL="653156" indent="0">
              <a:buFontTx/>
              <a:buNone/>
              <a:defRPr/>
            </a:lvl3pPr>
            <a:lvl4pPr marL="979734" indent="0">
              <a:buFontTx/>
              <a:buNone/>
              <a:defRPr/>
            </a:lvl4pPr>
            <a:lvl5pPr marL="1306312" indent="0">
              <a:buFontTx/>
              <a:buNone/>
              <a:defRPr/>
            </a:lvl5pPr>
          </a:lstStyle>
          <a:p>
            <a:pPr lvl="0"/>
            <a:r>
              <a:rPr lang="en-US" dirty="0"/>
              <a:t>Click to edit Master text styles</a:t>
            </a:r>
            <a:endParaRPr lang="de-DE" dirty="0"/>
          </a:p>
        </p:txBody>
      </p:sp>
      <p:sp>
        <p:nvSpPr>
          <p:cNvPr id="8" name="Text Placeholder 7"/>
          <p:cNvSpPr>
            <a:spLocks noGrp="1"/>
          </p:cNvSpPr>
          <p:nvPr>
            <p:ph type="body" sz="quarter" idx="11" hasCustomPrompt="1"/>
          </p:nvPr>
        </p:nvSpPr>
        <p:spPr>
          <a:xfrm>
            <a:off x="0" y="4229100"/>
            <a:ext cx="816429" cy="228600"/>
          </a:xfrm>
          <a:prstGeom prst="rect">
            <a:avLst/>
          </a:prstGeom>
        </p:spPr>
        <p:txBody>
          <a:bodyPr/>
          <a:lstStyle>
            <a:lvl1pPr marL="0" indent="0">
              <a:buFontTx/>
              <a:buNone/>
              <a:defRPr sz="714" baseline="0"/>
            </a:lvl1pPr>
            <a:lvl2pPr marL="326578" indent="0">
              <a:buFontTx/>
              <a:buNone/>
              <a:defRPr sz="714"/>
            </a:lvl2pPr>
            <a:lvl3pPr marL="653156" indent="0">
              <a:buFontTx/>
              <a:buNone/>
              <a:defRPr sz="714"/>
            </a:lvl3pPr>
            <a:lvl4pPr marL="979734" indent="0">
              <a:buFontTx/>
              <a:buNone/>
              <a:defRPr sz="714"/>
            </a:lvl4pPr>
            <a:lvl5pPr marL="1306312" indent="0">
              <a:buFontTx/>
              <a:buNone/>
              <a:defRPr sz="714"/>
            </a:lvl5pPr>
          </a:lstStyle>
          <a:p>
            <a:pPr lvl="0"/>
            <a:r>
              <a:rPr lang="de-DE" dirty="0"/>
              <a:t>Insert Text Here</a:t>
            </a:r>
          </a:p>
        </p:txBody>
      </p:sp>
      <p:sp>
        <p:nvSpPr>
          <p:cNvPr id="10" name="Text Placeholder 9"/>
          <p:cNvSpPr>
            <a:spLocks noGrp="1"/>
          </p:cNvSpPr>
          <p:nvPr>
            <p:ph type="body" sz="quarter" idx="12"/>
          </p:nvPr>
        </p:nvSpPr>
        <p:spPr>
          <a:xfrm>
            <a:off x="163286" y="4629150"/>
            <a:ext cx="8817429" cy="342900"/>
          </a:xfrm>
          <a:prstGeom prst="rect">
            <a:avLst/>
          </a:prstGeom>
        </p:spPr>
        <p:txBody>
          <a:bodyPr/>
          <a:lstStyle>
            <a:lvl1pPr marL="0" indent="0" algn="ctr">
              <a:buFontTx/>
              <a:buNone/>
              <a:defRPr sz="1286" b="1">
                <a:solidFill>
                  <a:schemeClr val="bg1"/>
                </a:solidFill>
              </a:defRPr>
            </a:lvl1pPr>
            <a:lvl2pPr marL="326578" indent="0">
              <a:buFontTx/>
              <a:buNone/>
              <a:defRPr/>
            </a:lvl2pPr>
            <a:lvl3pPr marL="653156" indent="0">
              <a:buFontTx/>
              <a:buNone/>
              <a:defRPr/>
            </a:lvl3pPr>
            <a:lvl4pPr marL="979734" indent="0">
              <a:buFontTx/>
              <a:buNone/>
              <a:defRPr/>
            </a:lvl4pPr>
            <a:lvl5pPr marL="1306312" indent="0">
              <a:buFontTx/>
              <a:buNone/>
              <a:defRPr/>
            </a:lvl5pPr>
          </a:lstStyle>
          <a:p>
            <a:pPr lvl="0"/>
            <a:r>
              <a:rPr lang="en-US" dirty="0"/>
              <a:t>Click to edit Master text styles</a:t>
            </a:r>
            <a:endParaRPr lang="de-DE" dirty="0"/>
          </a:p>
        </p:txBody>
      </p:sp>
    </p:spTree>
    <p:extLst>
      <p:ext uri="{BB962C8B-B14F-4D97-AF65-F5344CB8AC3E}">
        <p14:creationId xmlns:p14="http://schemas.microsoft.com/office/powerpoint/2010/main" val="23082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Pls. use">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52167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8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7" y="539378"/>
            <a:ext cx="8224837" cy="40350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622" b="1" kern="1200" dirty="0">
                <a:solidFill>
                  <a:schemeClr val="tx2"/>
                </a:solidFill>
                <a:latin typeface="Arial" pitchFamily="34" charset="0"/>
                <a:ea typeface="+mj-ea"/>
                <a:cs typeface="Arial" pitchFamily="34" charset="0"/>
              </a:defRPr>
            </a:lvl1pPr>
          </a:lstStyle>
          <a:p>
            <a:pPr lvl="0" algn="l" defTabSz="728928" rtl="0" eaLnBrk="1" fontAlgn="base" latinLnBrk="0" hangingPunct="1">
              <a:spcBef>
                <a:spcPct val="0"/>
              </a:spcBef>
              <a:spcAft>
                <a:spcPct val="0"/>
              </a:spcAft>
              <a:buNone/>
            </a:pPr>
            <a:r>
              <a:rPr lang="en-US"/>
              <a:t>Click to edit Master title style</a:t>
            </a:r>
            <a:endParaRPr lang="en-US" dirty="0"/>
          </a:p>
        </p:txBody>
      </p:sp>
      <p:pic>
        <p:nvPicPr>
          <p:cNvPr id="7" name="Picture 6" descr="Ridge.pdf"/>
          <p:cNvPicPr>
            <a:picLocks noChangeAspect="1"/>
          </p:cNvPicPr>
          <p:nvPr userDrawn="1"/>
        </p:nvPicPr>
        <p:blipFill>
          <a:blip r:embed="rId2" cstate="email"/>
          <a:stretch>
            <a:fillRect/>
          </a:stretch>
        </p:blipFill>
        <p:spPr bwMode="ltGray">
          <a:xfrm>
            <a:off x="459" y="18"/>
            <a:ext cx="2270124" cy="619126"/>
          </a:xfrm>
          <a:prstGeom prst="rect">
            <a:avLst/>
          </a:prstGeom>
        </p:spPr>
      </p:pic>
      <p:sp>
        <p:nvSpPr>
          <p:cNvPr id="9" name="Slide Number Placeholder 5"/>
          <p:cNvSpPr txBox="1">
            <a:spLocks/>
          </p:cNvSpPr>
          <p:nvPr userDrawn="1"/>
        </p:nvSpPr>
        <p:spPr bwMode="auto">
          <a:xfrm>
            <a:off x="8863729" y="4959350"/>
            <a:ext cx="115416" cy="117083"/>
          </a:xfrm>
          <a:prstGeom prst="rect">
            <a:avLst/>
          </a:prstGeom>
          <a:noFill/>
          <a:ln w="9525">
            <a:noFill/>
            <a:miter lim="800000"/>
            <a:headEnd/>
            <a:tailEnd/>
          </a:ln>
        </p:spPr>
        <p:txBody>
          <a:bodyPr wrap="none" lIns="0" tIns="0" rIns="0" bIns="0" anchor="ctr">
            <a:spAutoFit/>
          </a:bodyPr>
          <a:lstStyle/>
          <a:p>
            <a:pPr marL="0" marR="0" lvl="0" indent="0" algn="r" defTabSz="651923" rtl="0" eaLnBrk="1" fontAlgn="auto" latinLnBrk="0" hangingPunct="1">
              <a:lnSpc>
                <a:spcPct val="100000"/>
              </a:lnSpc>
              <a:spcBef>
                <a:spcPts val="0"/>
              </a:spcBef>
              <a:spcAft>
                <a:spcPts val="0"/>
              </a:spcAft>
              <a:buClrTx/>
              <a:buSzTx/>
              <a:buFontTx/>
              <a:buNone/>
              <a:tabLst/>
              <a:defRPr/>
            </a:pPr>
            <a:fld id="{CAC89EE9-4FEA-4F09-8979-C1E97E48BFBE}" type="slidenum">
              <a:rPr kumimoji="0" lang="en-US" sz="761" b="0" i="0" u="none" strike="noStrike" kern="1200" cap="none" spc="0" normalizeH="0" baseline="0" noProof="0">
                <a:ln>
                  <a:noFill/>
                </a:ln>
                <a:solidFill>
                  <a:srgbClr val="6D6E71"/>
                </a:solidFill>
                <a:effectLst/>
                <a:uLnTx/>
                <a:uFillTx/>
                <a:latin typeface="Calibri"/>
                <a:ea typeface="+mn-ea"/>
                <a:cs typeface="Calibri" panose="020F0502020204030204" pitchFamily="34" charset="0"/>
              </a:rPr>
              <a:pPr marL="0" marR="0" lvl="0" indent="0" algn="r" defTabSz="651923" rtl="0" eaLnBrk="1" fontAlgn="auto" latinLnBrk="0" hangingPunct="1">
                <a:lnSpc>
                  <a:spcPct val="100000"/>
                </a:lnSpc>
                <a:spcBef>
                  <a:spcPts val="0"/>
                </a:spcBef>
                <a:spcAft>
                  <a:spcPts val="0"/>
                </a:spcAft>
                <a:buClrTx/>
                <a:buSzTx/>
                <a:buFontTx/>
                <a:buNone/>
                <a:tabLst/>
                <a:defRPr/>
              </a:pPr>
              <a:t>‹#›</a:t>
            </a:fld>
            <a:endParaRPr kumimoji="0" lang="en-US" sz="761" b="0" i="0" u="none" strike="noStrike" kern="1200" cap="none" spc="0" normalizeH="0" baseline="0" noProof="0" dirty="0">
              <a:ln>
                <a:noFill/>
              </a:ln>
              <a:solidFill>
                <a:srgbClr val="6D6E71"/>
              </a:solidFill>
              <a:effectLst/>
              <a:uLnTx/>
              <a:uFillTx/>
              <a:latin typeface="Calibri"/>
              <a:ea typeface="+mn-ea"/>
              <a:cs typeface="Calibri" panose="020F0502020204030204" pitchFamily="34" charset="0"/>
            </a:endParaRPr>
          </a:p>
        </p:txBody>
      </p:sp>
    </p:spTree>
    <p:extLst>
      <p:ext uri="{BB962C8B-B14F-4D97-AF65-F5344CB8AC3E}">
        <p14:creationId xmlns:p14="http://schemas.microsoft.com/office/powerpoint/2010/main" val="3866818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5" y="539374"/>
            <a:ext cx="8224837" cy="44999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924" b="1" kern="1200" dirty="0">
                <a:solidFill>
                  <a:schemeClr val="tx1">
                    <a:lumMod val="75000"/>
                    <a:lumOff val="25000"/>
                  </a:schemeClr>
                </a:solidFill>
                <a:latin typeface="Arial" pitchFamily="34" charset="0"/>
                <a:ea typeface="+mj-ea"/>
                <a:cs typeface="Arial" pitchFamily="34" charset="0"/>
              </a:defRPr>
            </a:lvl1pPr>
          </a:lstStyle>
          <a:p>
            <a:pPr lvl="0" algn="l" defTabSz="814001" rtl="0" eaLnBrk="1" fontAlgn="base" latinLnBrk="0" hangingPunct="1">
              <a:spcBef>
                <a:spcPct val="0"/>
              </a:spcBef>
              <a:spcAft>
                <a:spcPct val="0"/>
              </a:spcAft>
              <a:buNone/>
            </a:pPr>
            <a:r>
              <a:rPr lang="en-US" dirty="0"/>
              <a:t>Click to edit Master title style</a:t>
            </a:r>
          </a:p>
        </p:txBody>
      </p:sp>
      <p:sp>
        <p:nvSpPr>
          <p:cNvPr id="3" name="Text Placeholder 4"/>
          <p:cNvSpPr>
            <a:spLocks noGrp="1"/>
          </p:cNvSpPr>
          <p:nvPr>
            <p:ph type="body" sz="quarter" idx="10" hasCustomPrompt="1"/>
          </p:nvPr>
        </p:nvSpPr>
        <p:spPr bwMode="gray">
          <a:xfrm>
            <a:off x="481012" y="1478772"/>
            <a:ext cx="8224838" cy="1231106"/>
          </a:xfrm>
        </p:spPr>
        <p:txBody>
          <a:bodyPr wrap="square">
            <a:spAutoFit/>
          </a:bodyPr>
          <a:lstStyle>
            <a:lvl1pPr algn="l" rtl="0" eaLnBrk="1" latinLnBrk="0" hangingPunct="1">
              <a:spcBef>
                <a:spcPts val="0"/>
              </a:spcBef>
              <a:spcAft>
                <a:spcPts val="0"/>
              </a:spcAft>
              <a:buClr>
                <a:schemeClr val="bg2"/>
              </a:buClr>
              <a:buSzPct val="120000"/>
              <a:defRPr lang="en-US" sz="1575"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575"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575"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575"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575" b="0" kern="1200" baseline="0" dirty="0" smtClean="0">
                <a:solidFill>
                  <a:schemeClr val="tx1"/>
                </a:solidFill>
                <a:latin typeface="Arial" pitchFamily="34" charset="0"/>
                <a:ea typeface="+mn-ea"/>
                <a:cs typeface="Arial" pitchFamily="34" charset="0"/>
              </a:defRPr>
            </a:lvl5pPr>
            <a:lvl6pPr marL="1277522" indent="-254377">
              <a:spcBef>
                <a:spcPts val="0"/>
              </a:spcBef>
              <a:spcAft>
                <a:spcPts val="0"/>
              </a:spcAft>
              <a:buClr>
                <a:schemeClr val="tx2"/>
              </a:buClr>
              <a:buSzPct val="70000"/>
              <a:buFont typeface="Wingdings" pitchFamily="2" charset="2"/>
              <a:buChar char="§"/>
              <a:defRPr lang="en-US" sz="1575" kern="1200" dirty="0" smtClean="0">
                <a:solidFill>
                  <a:schemeClr val="tx1"/>
                </a:solidFill>
                <a:latin typeface="Arial" pitchFamily="34" charset="0"/>
                <a:ea typeface="+mn-ea"/>
                <a:cs typeface="Arial" pitchFamily="34" charset="0"/>
              </a:defRPr>
            </a:lvl6pPr>
            <a:lvl7pPr marL="1526245" indent="-243068">
              <a:spcBef>
                <a:spcPts val="0"/>
              </a:spcBef>
              <a:spcAft>
                <a:spcPts val="0"/>
              </a:spcAft>
              <a:buClr>
                <a:schemeClr val="tx2"/>
              </a:buClr>
              <a:buSzPct val="70000"/>
              <a:buFont typeface="Arial" pitchFamily="34" charset="0"/>
              <a:buChar char="–"/>
              <a:defRPr sz="1575" baseline="0">
                <a:solidFill>
                  <a:schemeClr val="tx1"/>
                </a:solidFill>
                <a:latin typeface="+mn-lt"/>
                <a:cs typeface="Arial" pitchFamily="34" charset="0"/>
              </a:defRPr>
            </a:lvl7pPr>
            <a:lvl8pPr marL="1424495" indent="-203499">
              <a:spcBef>
                <a:spcPts val="0"/>
              </a:spcBef>
              <a:spcAft>
                <a:spcPts val="0"/>
              </a:spcAft>
              <a:buSzPct val="70000"/>
              <a:defRPr sz="1575" baseline="0">
                <a:latin typeface="Arial" pitchFamily="34" charset="0"/>
                <a:cs typeface="Arial" pitchFamily="34" charset="0"/>
              </a:defRPr>
            </a:lvl8pPr>
            <a:lvl9pPr marL="1623760" indent="-199260">
              <a:spcBef>
                <a:spcPts val="0"/>
              </a:spcBef>
              <a:spcAft>
                <a:spcPts val="0"/>
              </a:spcAft>
              <a:buSzPct val="70000"/>
              <a:buFont typeface="Arial" pitchFamily="34" charset="0"/>
              <a:buChar char="–"/>
              <a:defRPr sz="1575">
                <a:latin typeface="Arial" pitchFamily="34" charset="0"/>
                <a:cs typeface="Arial" pitchFamily="34" charset="0"/>
              </a:defRPr>
            </a:lvl9pPr>
          </a:lstStyle>
          <a:p>
            <a:pPr marL="258618" lvl="0" indent="-258618" algn="l" defTabSz="814001"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08749" lvl="2" indent="-248723" algn="l" defTabSz="814001"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757469" lvl="3" indent="-248723" algn="l" defTabSz="814001"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011848" lvl="4" indent="-254377" algn="l" defTabSz="830959"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277522" lvl="5" indent="-254377" algn="l" defTabSz="814001"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10183626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cSld name="16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4" y="539354"/>
            <a:ext cx="8224837"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481012" y="1478757"/>
            <a:ext cx="8224838" cy="1038746"/>
          </a:xfrm>
        </p:spPr>
        <p:txBody>
          <a:bodyPr wrap="square">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481012" y="859319"/>
            <a:ext cx="8224838" cy="212783"/>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02644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Standard tex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1422401" y="114300"/>
            <a:ext cx="6451600" cy="384576"/>
          </a:xfrm>
          <a:prstGeom prst="rect">
            <a:avLst/>
          </a:prstGeom>
        </p:spPr>
        <p:txBody>
          <a:bodyPr lIns="0" tIns="0" rIns="0" bIns="0"/>
          <a:lstStyle>
            <a:lvl1pPr marL="0" indent="0" algn="ctr">
              <a:spcBef>
                <a:spcPts val="0"/>
              </a:spcBef>
              <a:buFontTx/>
              <a:buNone/>
              <a:defRPr sz="2000" b="1" baseline="0">
                <a:solidFill>
                  <a:schemeClr val="tx1"/>
                </a:solidFill>
              </a:defRPr>
            </a:lvl1pPr>
          </a:lstStyle>
          <a:p>
            <a:pPr lvl="0"/>
            <a:r>
              <a:rPr lang="de-DE" dirty="0"/>
              <a:t>Click to add title</a:t>
            </a:r>
          </a:p>
        </p:txBody>
      </p:sp>
      <p:sp>
        <p:nvSpPr>
          <p:cNvPr id="4" name="Textplatzhalter 3"/>
          <p:cNvSpPr>
            <a:spLocks noGrp="1"/>
          </p:cNvSpPr>
          <p:nvPr>
            <p:ph type="body" sz="quarter" idx="12" hasCustomPrompt="1"/>
          </p:nvPr>
        </p:nvSpPr>
        <p:spPr>
          <a:xfrm>
            <a:off x="828000" y="1026001"/>
            <a:ext cx="7488000" cy="280800"/>
          </a:xfrm>
          <a:prstGeom prst="rect">
            <a:avLst/>
          </a:prstGeom>
        </p:spPr>
        <p:txBody>
          <a:bodyPr lIns="0" tIns="0" rIns="0" bIns="0"/>
          <a:lstStyle>
            <a:lvl1pPr marL="0" indent="0">
              <a:spcBef>
                <a:spcPts val="0"/>
              </a:spcBef>
              <a:buFontTx/>
              <a:buNone/>
              <a:defRPr sz="1500"/>
            </a:lvl1pPr>
          </a:lstStyle>
          <a:p>
            <a:pPr lvl="0"/>
            <a:r>
              <a:rPr lang="de-DE" dirty="0"/>
              <a:t>Click </a:t>
            </a:r>
            <a:r>
              <a:rPr lang="de-DE" dirty="0" err="1"/>
              <a:t>to</a:t>
            </a:r>
            <a:r>
              <a:rPr lang="de-DE" dirty="0"/>
              <a:t> </a:t>
            </a:r>
            <a:r>
              <a:rPr lang="de-DE" dirty="0" err="1"/>
              <a:t>add</a:t>
            </a:r>
            <a:r>
              <a:rPr lang="de-DE" dirty="0"/>
              <a:t> </a:t>
            </a:r>
            <a:r>
              <a:rPr lang="de-DE" dirty="0" err="1"/>
              <a:t>subtitle</a:t>
            </a:r>
            <a:endParaRPr lang="de-DE" dirty="0"/>
          </a:p>
        </p:txBody>
      </p:sp>
      <p:sp>
        <p:nvSpPr>
          <p:cNvPr id="5" name="Textplatzhalter 4"/>
          <p:cNvSpPr>
            <a:spLocks noGrp="1"/>
          </p:cNvSpPr>
          <p:nvPr>
            <p:ph type="body" sz="quarter" idx="13"/>
          </p:nvPr>
        </p:nvSpPr>
        <p:spPr>
          <a:xfrm>
            <a:off x="828673" y="1593001"/>
            <a:ext cx="7488000" cy="2970000"/>
          </a:xfrm>
          <a:prstGeom prst="rect">
            <a:avLst/>
          </a:prstGeom>
        </p:spPr>
        <p:txBody>
          <a:bodyPr lIns="0" tIns="0" rIns="0" bIns="0" spcCol="324000"/>
          <a:lstStyle>
            <a:lvl1pPr marL="144002" indent="-144002">
              <a:spcBef>
                <a:spcPts val="0"/>
              </a:spcBef>
              <a:defRPr sz="1200"/>
            </a:lvl1pPr>
            <a:lvl2pPr marL="288004" indent="-144002">
              <a:spcBef>
                <a:spcPts val="0"/>
              </a:spcBef>
              <a:defRPr sz="1200"/>
            </a:lvl2pPr>
            <a:lvl3pPr marL="432005" indent="-144002">
              <a:spcBef>
                <a:spcPts val="0"/>
              </a:spcBef>
              <a:buFont typeface="Wingdings" panose="05000000000000000000" pitchFamily="2" charset="2"/>
              <a:buChar char="§"/>
              <a:defRPr sz="1200"/>
            </a:lvl3pPr>
            <a:lvl4pPr marL="576008" indent="-144002">
              <a:spcBef>
                <a:spcPts val="0"/>
              </a:spcBef>
              <a:buFont typeface="Arial" panose="020B0604020202020204" pitchFamily="34" charset="0"/>
              <a:buChar char="•"/>
              <a:defRPr sz="1200"/>
            </a:lvl4pPr>
            <a:lvl5pPr marL="720009" indent="-152402">
              <a:spcBef>
                <a:spcPts val="0"/>
              </a:spcBef>
              <a:buFont typeface="Calibri" panose="020F0502020204030204" pitchFamily="34" charset="0"/>
              <a:buChar char="─"/>
              <a:defRPr sz="1200"/>
            </a:lvl5pPr>
            <a:lvl6pPr marL="864011" indent="-152402">
              <a:spcBef>
                <a:spcPts val="0"/>
              </a:spcBef>
              <a:buFont typeface="Calibri" panose="020F0502020204030204" pitchFamily="34" charset="0"/>
              <a:buChar char="─"/>
              <a:defRPr sz="1200"/>
            </a:lvl6pPr>
            <a:lvl7pPr marL="1008013" indent="-144002">
              <a:spcBef>
                <a:spcPts val="0"/>
              </a:spcBef>
              <a:buFont typeface="Calibri" panose="020F0502020204030204" pitchFamily="34" charset="0"/>
              <a:buChar char="─"/>
              <a:defRPr sz="1200"/>
            </a:lvl7pPr>
            <a:lvl8pPr marL="1152014" indent="-144002">
              <a:spcBef>
                <a:spcPts val="0"/>
              </a:spcBef>
              <a:buFont typeface="Calibri" panose="020F0502020204030204" pitchFamily="34" charset="0"/>
              <a:buChar char="─"/>
              <a:defRPr sz="1200"/>
            </a:lvl8pPr>
            <a:lvl9pPr marL="1296017" indent="-144002">
              <a:spcBef>
                <a:spcPts val="0"/>
              </a:spcBef>
              <a:buFont typeface="Calibri" panose="020F0502020204030204" pitchFamily="34" charset="0"/>
              <a:buChar cha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13817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Content slide with subtitle">
    <p:spTree>
      <p:nvGrpSpPr>
        <p:cNvPr id="1" name=""/>
        <p:cNvGrpSpPr/>
        <p:nvPr/>
      </p:nvGrpSpPr>
      <p:grpSpPr>
        <a:xfrm>
          <a:off x="0" y="0"/>
          <a:ext cx="0" cy="0"/>
          <a:chOff x="0" y="0"/>
          <a:chExt cx="0" cy="0"/>
        </a:xfrm>
      </p:grpSpPr>
      <p:sp>
        <p:nvSpPr>
          <p:cNvPr id="8" name="Title 1"/>
          <p:cNvSpPr>
            <a:spLocks noGrp="1"/>
          </p:cNvSpPr>
          <p:nvPr>
            <p:ph type="title"/>
          </p:nvPr>
        </p:nvSpPr>
        <p:spPr bwMode="gray">
          <a:xfrm>
            <a:off x="481019" y="539385"/>
            <a:ext cx="8224837" cy="30777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000" b="1" kern="1200" dirty="0">
                <a:solidFill>
                  <a:schemeClr val="tx2"/>
                </a:solidFill>
                <a:latin typeface="Arial" panose="020B0604020202020204" pitchFamily="34" charset="0"/>
                <a:ea typeface="+mj-ea"/>
                <a:cs typeface="Arial" panose="020B0604020202020204" pitchFamily="34" charset="0"/>
              </a:defRPr>
            </a:lvl1pPr>
          </a:lstStyle>
          <a:p>
            <a:pPr lvl="0" algn="l" defTabSz="559445" rtl="0" eaLnBrk="1" fontAlgn="base" latinLnBrk="0" hangingPunct="1">
              <a:spcBef>
                <a:spcPct val="0"/>
              </a:spcBef>
              <a:spcAft>
                <a:spcPct val="0"/>
              </a:spcAft>
              <a:buNone/>
            </a:pPr>
            <a:r>
              <a:rPr lang="en-US" dirty="0"/>
              <a:t>Click to edit Master title style</a:t>
            </a:r>
          </a:p>
        </p:txBody>
      </p:sp>
      <p:sp>
        <p:nvSpPr>
          <p:cNvPr id="9" name="Slide Number Placeholder 5"/>
          <p:cNvSpPr txBox="1">
            <a:spLocks/>
          </p:cNvSpPr>
          <p:nvPr userDrawn="1"/>
        </p:nvSpPr>
        <p:spPr bwMode="auto">
          <a:xfrm>
            <a:off x="8949774" y="4980460"/>
            <a:ext cx="110608" cy="107722"/>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00" smtClean="0">
                <a:solidFill>
                  <a:srgbClr val="6D6E71"/>
                </a:solidFill>
                <a:latin typeface="Arial" panose="020B0604020202020204" pitchFamily="34" charset="0"/>
                <a:cs typeface="Arial" panose="020B0604020202020204" pitchFamily="34" charset="0"/>
              </a:rPr>
              <a:pPr algn="r">
                <a:defRPr/>
              </a:pPr>
              <a:t>‹#›</a:t>
            </a:fld>
            <a:endParaRPr lang="en-US" sz="700" dirty="0">
              <a:solidFill>
                <a:srgbClr val="6D6E7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2750682"/>
      </p:ext>
    </p:extLst>
  </p:cSld>
  <p:clrMapOvr>
    <a:masterClrMapping/>
  </p:clrMapOvr>
  <mc:AlternateContent xmlns:mc="http://schemas.openxmlformats.org/markup-compatibility/2006" xmlns:p14="http://schemas.microsoft.com/office/powerpoint/2010/main">
    <mc:Choice Requires="p14">
      <p:transition spd="slow" p14:dur="1200" advClick="0" advTm="6000">
        <p14:prism/>
      </p:transition>
    </mc:Choice>
    <mc:Fallback xmlns="">
      <p:transition spd="slow" advClick="0" advTm="6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ontent slide with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481019" y="602417"/>
            <a:ext cx="8224837"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entury Gothic" pitchFamily="34" charset="0"/>
                <a:ea typeface="+mj-ea"/>
                <a:cs typeface="Arial" pitchFamily="34" charset="0"/>
              </a:defRPr>
            </a:lvl1pPr>
          </a:lstStyle>
          <a:p>
            <a:pPr lvl="0" algn="l" defTabSz="914262" rtl="0" eaLnBrk="1" fontAlgn="base" latinLnBrk="0" hangingPunct="1">
              <a:spcBef>
                <a:spcPct val="0"/>
              </a:spcBef>
              <a:spcAft>
                <a:spcPct val="0"/>
              </a:spcAft>
              <a:buNone/>
            </a:pPr>
            <a:r>
              <a:rPr lang="en-US" dirty="0"/>
              <a:t>CLICK TO EDIT MASTER TITLE STYLE</a:t>
            </a:r>
          </a:p>
        </p:txBody>
      </p:sp>
      <p:sp>
        <p:nvSpPr>
          <p:cNvPr id="4" name="Text Placeholder 41"/>
          <p:cNvSpPr>
            <a:spLocks noGrp="1"/>
          </p:cNvSpPr>
          <p:nvPr>
            <p:ph type="body" sz="quarter" idx="13"/>
          </p:nvPr>
        </p:nvSpPr>
        <p:spPr bwMode="gray">
          <a:xfrm>
            <a:off x="481012" y="922388"/>
            <a:ext cx="8224838" cy="246221"/>
          </a:xfrm>
          <a:prstGeom prst="rect">
            <a:avLst/>
          </a:prstGeom>
        </p:spPr>
        <p:txBody>
          <a:bodyPr/>
          <a:lstStyle>
            <a:lvl1pPr marL="0" indent="0">
              <a:buNone/>
              <a:defRPr sz="1600" b="0">
                <a:solidFill>
                  <a:schemeClr val="bg2"/>
                </a:solidFill>
                <a:latin typeface="Century Gothic"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23738347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stretch>
            <a:fillRect/>
          </a:stretch>
        </p:blipFill>
        <p:spPr bwMode="ltGray">
          <a:xfrm>
            <a:off x="803" y="1"/>
            <a:ext cx="3968824" cy="1082407"/>
          </a:xfrm>
          <a:prstGeom prst="rect">
            <a:avLst/>
          </a:prstGeom>
        </p:spPr>
      </p:pic>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6957391" y="287910"/>
            <a:ext cx="1873625" cy="373931"/>
          </a:xfrm>
          <a:prstGeom prst="rect">
            <a:avLst/>
          </a:prstGeom>
        </p:spPr>
      </p:pic>
    </p:spTree>
    <p:extLst>
      <p:ext uri="{BB962C8B-B14F-4D97-AF65-F5344CB8AC3E}">
        <p14:creationId xmlns:p14="http://schemas.microsoft.com/office/powerpoint/2010/main" val="89385650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7_Conten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27211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8" y="539368"/>
            <a:ext cx="8224838" cy="3231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100" b="1" kern="1200" dirty="0">
                <a:solidFill>
                  <a:schemeClr val="tx1">
                    <a:lumMod val="75000"/>
                    <a:lumOff val="25000"/>
                  </a:schemeClr>
                </a:solidFill>
                <a:latin typeface="Oswald Stencil" panose="02000506000000020004" pitchFamily="2" charset="0"/>
                <a:ea typeface="+mj-ea"/>
                <a:cs typeface="Arial" pitchFamily="34" charset="0"/>
              </a:defRPr>
            </a:lvl1pPr>
          </a:lstStyle>
          <a:p>
            <a:pPr lvl="0" algn="l" defTabSz="685733" rtl="0" eaLnBrk="1" fontAlgn="base" latinLnBrk="0" hangingPunct="1">
              <a:spcBef>
                <a:spcPct val="0"/>
              </a:spcBef>
              <a:spcAft>
                <a:spcPct val="0"/>
              </a:spcAft>
              <a:buNone/>
            </a:pPr>
            <a:r>
              <a:rPr lang="en-US" dirty="0"/>
              <a:t>Click to edit Master title style</a:t>
            </a:r>
          </a:p>
        </p:txBody>
      </p:sp>
    </p:spTree>
    <p:extLst>
      <p:ext uri="{BB962C8B-B14F-4D97-AF65-F5344CB8AC3E}">
        <p14:creationId xmlns:p14="http://schemas.microsoft.com/office/powerpoint/2010/main" val="18899800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ltGray">
          <a:xfrm>
            <a:off x="806" y="3"/>
            <a:ext cx="3968823" cy="1082407"/>
          </a:xfrm>
          <a:prstGeom prst="rect">
            <a:avLst/>
          </a:prstGeom>
        </p:spPr>
      </p:pic>
    </p:spTree>
    <p:extLst>
      <p:ext uri="{BB962C8B-B14F-4D97-AF65-F5344CB8AC3E}">
        <p14:creationId xmlns:p14="http://schemas.microsoft.com/office/powerpoint/2010/main" val="181181147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1827215" y="3040282"/>
            <a:ext cx="5511800" cy="207749"/>
          </a:xfrm>
          <a:prstGeom prst="rect">
            <a:avLst/>
          </a:prstGeom>
        </p:spPr>
        <p:txBody>
          <a:bodyPr anchor="b" anchorCtr="0">
            <a:noAutofit/>
          </a:bodyPr>
          <a:lstStyle>
            <a:lvl1pPr marL="0" indent="0" algn="l">
              <a:buNone/>
              <a:defRPr b="1">
                <a:solidFill>
                  <a:schemeClr val="tx2"/>
                </a:solidFill>
                <a:latin typeface="Arial" pitchFamily="34" charset="0"/>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1827215" y="1638302"/>
            <a:ext cx="5511800" cy="461665"/>
          </a:xfrm>
        </p:spPr>
        <p:txBody>
          <a:bodyPr wrap="square">
            <a:spAutoFit/>
          </a:bodyPr>
          <a:lstStyle>
            <a:lvl1pPr algn="l">
              <a:defRPr sz="3000" b="1">
                <a:solidFill>
                  <a:schemeClr val="bg2"/>
                </a:solidFill>
                <a:latin typeface="Arial" pitchFamily="34" charset="0"/>
                <a:cs typeface="Arial" pitchFamily="34" charset="0"/>
              </a:defRPr>
            </a:lvl1pPr>
          </a:lstStyle>
          <a:p>
            <a:r>
              <a:rPr lang="en-US" dirty="0"/>
              <a:t>Click to Edit Master Title Style</a:t>
            </a:r>
          </a:p>
        </p:txBody>
      </p:sp>
      <p:pic>
        <p:nvPicPr>
          <p:cNvPr id="12" name="Picture 11" descr="ridge4.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ltGray">
          <a:xfrm>
            <a:off x="806" y="3"/>
            <a:ext cx="3968823" cy="1082407"/>
          </a:xfrm>
          <a:prstGeom prst="rect">
            <a:avLst/>
          </a:prstGeom>
        </p:spPr>
      </p:pic>
    </p:spTree>
    <p:extLst>
      <p:ext uri="{BB962C8B-B14F-4D97-AF65-F5344CB8AC3E}">
        <p14:creationId xmlns:p14="http://schemas.microsoft.com/office/powerpoint/2010/main" val="41307035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6" y="539357"/>
            <a:ext cx="8224837"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481013" y="1478761"/>
            <a:ext cx="8224838" cy="1038746"/>
          </a:xfrm>
          <a:prstGeom prst="rect">
            <a:avLst/>
          </a:prstGeom>
        </p:spPr>
        <p:txBody>
          <a:bodyPr wrap="square">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72882696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6" y="539357"/>
            <a:ext cx="8224837"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481013" y="1478761"/>
            <a:ext cx="8224838" cy="1038746"/>
          </a:xfrm>
          <a:prstGeom prst="rect">
            <a:avLst/>
          </a:prstGeom>
        </p:spPr>
        <p:txBody>
          <a:bodyPr wrap="square">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481013" y="952856"/>
            <a:ext cx="8224838" cy="207749"/>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94213406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481022" y="545310"/>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481013" y="1478759"/>
            <a:ext cx="8224838" cy="1384995"/>
          </a:xfrm>
          <a:prstGeom prst="rect">
            <a:avLst/>
          </a:prstGeom>
        </p:spPr>
        <p:txBody>
          <a:bodyPr wrap="square">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85583485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481015" y="1478759"/>
            <a:ext cx="4078288" cy="3121819"/>
          </a:xfrm>
          <a:prstGeom prst="rect">
            <a:avLst/>
          </a:prstGeo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4838704" y="1478761"/>
            <a:ext cx="3846512"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481022" y="545310"/>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481013" y="952856"/>
            <a:ext cx="8224838" cy="207749"/>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6009889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1839916" y="3050385"/>
            <a:ext cx="5524500" cy="207749"/>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685800" rtl="0" eaLnBrk="1" fontAlgn="base" latinLnBrk="0" hangingPunct="1">
              <a:spcBef>
                <a:spcPts val="0"/>
              </a:spcBef>
              <a:spcAft>
                <a:spcPct val="0"/>
              </a:spcAft>
              <a:buClr>
                <a:schemeClr val="tx2"/>
              </a:buClr>
              <a:buFont typeface="Arial" pitchFamily="34" charset="0"/>
              <a:buNone/>
              <a:defRPr lang="en-US" sz="1350" b="1" kern="1200" baseline="0" dirty="0">
                <a:solidFill>
                  <a:schemeClr val="tx2"/>
                </a:solidFill>
                <a:latin typeface="Arial" pitchFamily="34" charset="0"/>
                <a:ea typeface="+mn-ea"/>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1839917" y="1650208"/>
            <a:ext cx="5524500" cy="461665"/>
          </a:xfrm>
          <a:noFill/>
          <a:ln w="9525">
            <a:noFill/>
            <a:miter lim="800000"/>
            <a:headEnd/>
            <a:tailEnd/>
          </a:ln>
        </p:spPr>
        <p:txBody>
          <a:bodyPr vert="horz" wrap="square" lIns="0" tIns="0" rIns="0" bIns="0" numCol="1" anchor="t" anchorCtr="0" compatLnSpc="1">
            <a:prstTxWarp prst="textNoShape">
              <a:avLst/>
            </a:prstTxWarp>
            <a:spAutoFit/>
          </a:bodyPr>
          <a:lstStyle>
            <a:lvl1pPr algn="l" defTabSz="685800" rtl="0" eaLnBrk="1" latinLnBrk="0" hangingPunct="1">
              <a:spcBef>
                <a:spcPct val="0"/>
              </a:spcBef>
              <a:buNone/>
              <a:defRPr lang="en-US" sz="30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ltGray">
          <a:xfrm>
            <a:off x="806" y="3"/>
            <a:ext cx="3968823" cy="1082407"/>
          </a:xfrm>
          <a:prstGeom prst="rect">
            <a:avLst/>
          </a:prstGeom>
        </p:spPr>
      </p:pic>
      <p:pic>
        <p:nvPicPr>
          <p:cNvPr id="6" name="Picture 5" descr="Mahindra Logo.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gray">
          <a:xfrm>
            <a:off x="6329908" y="357482"/>
            <a:ext cx="2377538" cy="492416"/>
          </a:xfrm>
          <a:prstGeom prst="rect">
            <a:avLst/>
          </a:prstGeom>
        </p:spPr>
      </p:pic>
    </p:spTree>
    <p:extLst>
      <p:ext uri="{BB962C8B-B14F-4D97-AF65-F5344CB8AC3E}">
        <p14:creationId xmlns:p14="http://schemas.microsoft.com/office/powerpoint/2010/main" val="244509789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481017" y="1478757"/>
            <a:ext cx="4102101" cy="3131344"/>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2" name="Subtitle 2"/>
          <p:cNvSpPr>
            <a:spLocks noGrp="1"/>
          </p:cNvSpPr>
          <p:nvPr>
            <p:ph type="subTitle" idx="1" hasCustomPrompt="1"/>
          </p:nvPr>
        </p:nvSpPr>
        <p:spPr bwMode="gray">
          <a:xfrm>
            <a:off x="4926018" y="3221848"/>
            <a:ext cx="3781426" cy="207749"/>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685800" rtl="0" eaLnBrk="1" fontAlgn="base" latinLnBrk="0" hangingPunct="1">
              <a:spcBef>
                <a:spcPts val="0"/>
              </a:spcBef>
              <a:spcAft>
                <a:spcPct val="0"/>
              </a:spcAft>
              <a:buClr>
                <a:schemeClr val="tx2"/>
              </a:buClr>
              <a:buFont typeface="Arial" pitchFamily="34" charset="0"/>
              <a:buNone/>
              <a:defRPr lang="en-US" sz="1350" b="1" kern="1200" baseline="0" dirty="0">
                <a:solidFill>
                  <a:schemeClr val="tx2"/>
                </a:solidFill>
                <a:latin typeface="Arial" pitchFamily="34" charset="0"/>
                <a:ea typeface="+mn-ea"/>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4926021" y="1478758"/>
            <a:ext cx="3781426" cy="923330"/>
          </a:xfrm>
          <a:noFill/>
          <a:ln w="9525">
            <a:noFill/>
            <a:miter lim="800000"/>
            <a:headEnd/>
            <a:tailEnd/>
          </a:ln>
        </p:spPr>
        <p:txBody>
          <a:bodyPr vert="horz" wrap="square" lIns="0" tIns="0" rIns="0" bIns="0" numCol="1" anchor="t" anchorCtr="0" compatLnSpc="1">
            <a:prstTxWarp prst="textNoShape">
              <a:avLst/>
            </a:prstTxWarp>
            <a:spAutoFit/>
          </a:bodyPr>
          <a:lstStyle>
            <a:lvl1pPr algn="l" defTabSz="685800" rtl="0" eaLnBrk="1" latinLnBrk="0" hangingPunct="1">
              <a:spcBef>
                <a:spcPct val="0"/>
              </a:spcBef>
              <a:buNone/>
              <a:defRPr lang="en-US" sz="30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ltGray">
          <a:xfrm>
            <a:off x="806" y="3"/>
            <a:ext cx="3968823" cy="1082407"/>
          </a:xfrm>
          <a:prstGeom prst="rect">
            <a:avLst/>
          </a:prstGeom>
        </p:spPr>
      </p:pic>
      <p:pic>
        <p:nvPicPr>
          <p:cNvPr id="7" name="Picture 6" descr="Mahindra Logo.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gray">
          <a:xfrm>
            <a:off x="6329908" y="357482"/>
            <a:ext cx="2377538" cy="492416"/>
          </a:xfrm>
          <a:prstGeom prst="rect">
            <a:avLst/>
          </a:prstGeom>
        </p:spPr>
      </p:pic>
    </p:spTree>
    <p:extLst>
      <p:ext uri="{BB962C8B-B14F-4D97-AF65-F5344CB8AC3E}">
        <p14:creationId xmlns:p14="http://schemas.microsoft.com/office/powerpoint/2010/main" val="40473633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481015" y="1850247"/>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4773613" y="1850247"/>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481015" y="1485631"/>
            <a:ext cx="3933827" cy="207749"/>
          </a:xfrm>
          <a:prstGeom prst="rect">
            <a:avLst/>
          </a:prstGeom>
          <a:noFill/>
          <a:ln>
            <a:noFill/>
          </a:ln>
        </p:spPr>
        <p:txBody>
          <a:bodyPr wrap="square" lIns="0" tIns="0" rIns="0" bIns="0" anchor="b" anchorCtr="0">
            <a:spAutoFit/>
          </a:bodyPr>
          <a:lstStyle>
            <a:lvl1pPr marL="0" indent="0">
              <a:spcBef>
                <a:spcPts val="0"/>
              </a:spcBef>
              <a:spcAft>
                <a:spcPts val="0"/>
              </a:spcAft>
              <a:buNone/>
              <a:defRPr sz="1350" b="1">
                <a:solidFill>
                  <a:schemeClr val="bg2"/>
                </a:solidFill>
                <a:latin typeface="Arial" pitchFamily="34" charset="0"/>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4773613" y="1485631"/>
            <a:ext cx="3933827" cy="207749"/>
          </a:xfrm>
          <a:prstGeom prst="rect">
            <a:avLst/>
          </a:prstGeom>
          <a:noFill/>
          <a:ln>
            <a:noFill/>
          </a:ln>
        </p:spPr>
        <p:txBody>
          <a:bodyPr wrap="square" lIns="0" tIns="0" rIns="0" bIns="0" anchor="b" anchorCtr="0">
            <a:spAutoFit/>
          </a:bodyPr>
          <a:lstStyle>
            <a:lvl1pPr marL="0" indent="0">
              <a:spcBef>
                <a:spcPts val="0"/>
              </a:spcBef>
              <a:spcAft>
                <a:spcPts val="0"/>
              </a:spcAft>
              <a:buNone/>
              <a:defRPr sz="1350" b="1">
                <a:solidFill>
                  <a:schemeClr val="bg2"/>
                </a:solidFill>
                <a:latin typeface="Arial" pitchFamily="34" charset="0"/>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lvl="0"/>
            <a:r>
              <a:rPr lang="en-US" dirty="0"/>
              <a:t>Heading 2</a:t>
            </a:r>
          </a:p>
        </p:txBody>
      </p:sp>
      <p:cxnSp>
        <p:nvCxnSpPr>
          <p:cNvPr id="8" name="Straight Connector 7"/>
          <p:cNvCxnSpPr/>
          <p:nvPr userDrawn="1"/>
        </p:nvCxnSpPr>
        <p:spPr bwMode="gray">
          <a:xfrm>
            <a:off x="481018" y="175855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4773616" y="175855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481022" y="545310"/>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481013" y="952856"/>
            <a:ext cx="8224838" cy="207749"/>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6258622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481022" y="545310"/>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481015" y="1850247"/>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4773613" y="1850247"/>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481015" y="1485631"/>
            <a:ext cx="3933827" cy="207749"/>
          </a:xfrm>
          <a:prstGeom prst="rect">
            <a:avLst/>
          </a:prstGeom>
          <a:noFill/>
          <a:ln>
            <a:noFill/>
          </a:ln>
        </p:spPr>
        <p:txBody>
          <a:bodyPr wrap="square" lIns="0" tIns="0" rIns="0" bIns="0" anchor="b" anchorCtr="0">
            <a:spAutoFit/>
          </a:bodyPr>
          <a:lstStyle>
            <a:lvl1pPr marL="0" indent="0">
              <a:spcBef>
                <a:spcPts val="0"/>
              </a:spcBef>
              <a:spcAft>
                <a:spcPts val="0"/>
              </a:spcAft>
              <a:buNone/>
              <a:defRPr sz="1350" b="1">
                <a:solidFill>
                  <a:schemeClr val="bg2"/>
                </a:solidFill>
                <a:latin typeface="Arial" pitchFamily="34" charset="0"/>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4773613" y="1485631"/>
            <a:ext cx="3933827" cy="207749"/>
          </a:xfrm>
          <a:prstGeom prst="rect">
            <a:avLst/>
          </a:prstGeom>
          <a:noFill/>
          <a:ln>
            <a:noFill/>
          </a:ln>
        </p:spPr>
        <p:txBody>
          <a:bodyPr wrap="square" lIns="0" tIns="0" rIns="0" bIns="0" anchor="b" anchorCtr="0">
            <a:spAutoFit/>
          </a:bodyPr>
          <a:lstStyle>
            <a:lvl1pPr marL="0" indent="0">
              <a:spcBef>
                <a:spcPts val="0"/>
              </a:spcBef>
              <a:spcAft>
                <a:spcPts val="0"/>
              </a:spcAft>
              <a:buNone/>
              <a:tabLst/>
              <a:defRPr sz="1350" b="1">
                <a:solidFill>
                  <a:schemeClr val="bg2"/>
                </a:solidFill>
                <a:latin typeface="Arial" pitchFamily="34" charset="0"/>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lvl="0"/>
            <a:r>
              <a:rPr lang="en-US" dirty="0"/>
              <a:t>Heading 2</a:t>
            </a:r>
          </a:p>
        </p:txBody>
      </p:sp>
      <p:cxnSp>
        <p:nvCxnSpPr>
          <p:cNvPr id="33" name="Straight Connector 32"/>
          <p:cNvCxnSpPr/>
          <p:nvPr userDrawn="1"/>
        </p:nvCxnSpPr>
        <p:spPr bwMode="gray">
          <a:xfrm>
            <a:off x="481018" y="175855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4773616" y="175855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481015" y="3527487"/>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4773613" y="3527487"/>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481015" y="3162885"/>
            <a:ext cx="3933827" cy="207749"/>
          </a:xfrm>
          <a:prstGeom prst="rect">
            <a:avLst/>
          </a:prstGeom>
          <a:noFill/>
          <a:ln>
            <a:noFill/>
          </a:ln>
        </p:spPr>
        <p:txBody>
          <a:bodyPr wrap="square" lIns="0" tIns="0" rIns="0" bIns="0" anchor="b" anchorCtr="0">
            <a:spAutoFit/>
          </a:bodyPr>
          <a:lstStyle>
            <a:lvl1pPr>
              <a:spcBef>
                <a:spcPts val="0"/>
              </a:spcBef>
              <a:spcAft>
                <a:spcPts val="0"/>
              </a:spcAft>
              <a:buNone/>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lvl="0" indent="0" algn="l" defTabSz="685800"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4773613" y="3162885"/>
            <a:ext cx="3933827" cy="207749"/>
          </a:xfrm>
          <a:prstGeom prst="rect">
            <a:avLst/>
          </a:prstGeom>
          <a:noFill/>
          <a:ln>
            <a:noFill/>
          </a:ln>
        </p:spPr>
        <p:txBody>
          <a:bodyPr wrap="square" lIns="0" tIns="0" rIns="0" bIns="0" anchor="b" anchorCtr="0">
            <a:spAutoFit/>
          </a:bodyPr>
          <a:lstStyle>
            <a:lvl1pPr>
              <a:spcBef>
                <a:spcPts val="0"/>
              </a:spcBef>
              <a:spcAft>
                <a:spcPts val="0"/>
              </a:spcAft>
              <a:buNone/>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lvl="0" indent="0" algn="l" defTabSz="685800"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481018" y="343579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4773616" y="343579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481013" y="952856"/>
            <a:ext cx="8224838" cy="207749"/>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48881563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2438402" y="1478757"/>
            <a:ext cx="2043114" cy="946413"/>
          </a:xfrm>
          <a:prstGeom prst="rect">
            <a:avLst/>
          </a:prstGeom>
          <a:ln>
            <a:noFill/>
          </a:ln>
        </p:spPr>
        <p:txBody>
          <a:bodyPr wrap="square" lIns="0" tIns="0" rIns="0" bIns="0">
            <a:spAutoFit/>
          </a:bodyPr>
          <a:lstStyle>
            <a:lvl1pPr marL="0" marR="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200">
                <a:latin typeface="Arial" pitchFamily="34" charset="0"/>
                <a:cs typeface="Arial" pitchFamily="34" charset="0"/>
              </a:defRPr>
            </a:lvl2pPr>
            <a:lvl3pPr>
              <a:spcBef>
                <a:spcPts val="0"/>
              </a:spcBef>
              <a:spcAft>
                <a:spcPts val="0"/>
              </a:spcAft>
              <a:defRPr sz="1200">
                <a:latin typeface="Arial" pitchFamily="34" charset="0"/>
                <a:cs typeface="Arial" pitchFamily="34" charset="0"/>
              </a:defRPr>
            </a:lvl3pPr>
            <a:lvl4pPr>
              <a:spcBef>
                <a:spcPts val="0"/>
              </a:spcBef>
              <a:spcAft>
                <a:spcPts val="0"/>
              </a:spcAft>
              <a:defRPr sz="1200">
                <a:latin typeface="Arial" pitchFamily="34" charset="0"/>
                <a:cs typeface="Arial" pitchFamily="34" charset="0"/>
              </a:defRPr>
            </a:lvl4pPr>
            <a:lvl5pPr>
              <a:spcBef>
                <a:spcPts val="0"/>
              </a:spcBef>
              <a:spcAft>
                <a:spcPts val="0"/>
              </a:spcAft>
              <a:defRPr sz="1200">
                <a:latin typeface="Arial" pitchFamily="34" charset="0"/>
                <a:cs typeface="Arial" pitchFamily="34" charset="0"/>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marR="0" lvl="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481019" y="1478761"/>
            <a:ext cx="1728786" cy="1419224"/>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0" name="Title 1"/>
          <p:cNvSpPr>
            <a:spLocks noGrp="1"/>
          </p:cNvSpPr>
          <p:nvPr>
            <p:ph type="title"/>
          </p:nvPr>
        </p:nvSpPr>
        <p:spPr bwMode="gray">
          <a:xfrm>
            <a:off x="481022" y="545310"/>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6669092" y="1478757"/>
            <a:ext cx="2043114" cy="946413"/>
          </a:xfrm>
          <a:prstGeom prst="rect">
            <a:avLst/>
          </a:prstGeom>
          <a:ln>
            <a:noFill/>
          </a:ln>
        </p:spPr>
        <p:txBody>
          <a:bodyPr wrap="square" lIns="0" tIns="0" rIns="0" bIns="0">
            <a:spAutoFit/>
          </a:bodyPr>
          <a:lstStyle>
            <a:lvl1pPr marL="0" marR="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200" b="0" kern="1200" baseline="0" dirty="0" smtClean="0">
                <a:solidFill>
                  <a:schemeClr val="tx1"/>
                </a:solidFill>
                <a:latin typeface="Arial" pitchFamily="34" charset="0"/>
                <a:ea typeface="+mn-ea"/>
                <a:cs typeface="Arial" pitchFamily="34" charset="0"/>
              </a:defRPr>
            </a:lvl2pPr>
            <a:lvl3pPr>
              <a:spcBef>
                <a:spcPts val="0"/>
              </a:spcBef>
              <a:spcAft>
                <a:spcPts val="0"/>
              </a:spcAft>
              <a:defRPr sz="1200">
                <a:latin typeface="Arial" pitchFamily="34" charset="0"/>
                <a:cs typeface="Arial" pitchFamily="34" charset="0"/>
              </a:defRPr>
            </a:lvl3pPr>
            <a:lvl4pPr>
              <a:spcBef>
                <a:spcPts val="0"/>
              </a:spcBef>
              <a:spcAft>
                <a:spcPts val="0"/>
              </a:spcAft>
              <a:defRPr sz="1200">
                <a:latin typeface="Arial" pitchFamily="34" charset="0"/>
                <a:cs typeface="Arial" pitchFamily="34" charset="0"/>
              </a:defRPr>
            </a:lvl4pPr>
            <a:lvl5pPr>
              <a:spcBef>
                <a:spcPts val="0"/>
              </a:spcBef>
              <a:spcAft>
                <a:spcPts val="0"/>
              </a:spcAft>
              <a:defRPr sz="1200">
                <a:latin typeface="Arial" pitchFamily="34" charset="0"/>
                <a:cs typeface="Arial" pitchFamily="34" charset="0"/>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marR="0" lvl="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214313" lvl="1" indent="-214313" algn="l" defTabSz="68580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4711705" y="1478761"/>
            <a:ext cx="1728786" cy="1419224"/>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5" name="Text Placeholder 4"/>
          <p:cNvSpPr>
            <a:spLocks noGrp="1"/>
          </p:cNvSpPr>
          <p:nvPr>
            <p:ph type="body" sz="quarter" idx="21" hasCustomPrompt="1"/>
          </p:nvPr>
        </p:nvSpPr>
        <p:spPr bwMode="gray">
          <a:xfrm>
            <a:off x="2438402" y="3181359"/>
            <a:ext cx="2043114" cy="946413"/>
          </a:xfrm>
          <a:prstGeom prst="rect">
            <a:avLst/>
          </a:prstGeom>
          <a:ln>
            <a:noFill/>
          </a:ln>
        </p:spPr>
        <p:txBody>
          <a:bodyPr wrap="square" lIns="0" tIns="0" rIns="0" bIns="0">
            <a:spAutoFit/>
          </a:bodyPr>
          <a:lstStyle>
            <a:lvl1pPr marL="0" marR="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200" b="0" kern="1200" baseline="0" dirty="0" smtClean="0">
                <a:solidFill>
                  <a:schemeClr val="tx1"/>
                </a:solidFill>
                <a:latin typeface="Arial" pitchFamily="34" charset="0"/>
                <a:ea typeface="+mn-ea"/>
                <a:cs typeface="Arial" pitchFamily="34" charset="0"/>
              </a:defRPr>
            </a:lvl2pPr>
            <a:lvl3pPr>
              <a:spcBef>
                <a:spcPts val="0"/>
              </a:spcBef>
              <a:spcAft>
                <a:spcPts val="0"/>
              </a:spcAft>
              <a:defRPr sz="1200">
                <a:latin typeface="Arial" pitchFamily="34" charset="0"/>
                <a:cs typeface="Arial" pitchFamily="34" charset="0"/>
              </a:defRPr>
            </a:lvl3pPr>
            <a:lvl4pPr>
              <a:spcBef>
                <a:spcPts val="0"/>
              </a:spcBef>
              <a:spcAft>
                <a:spcPts val="0"/>
              </a:spcAft>
              <a:defRPr sz="1200">
                <a:latin typeface="Arial" pitchFamily="34" charset="0"/>
                <a:cs typeface="Arial" pitchFamily="34" charset="0"/>
              </a:defRPr>
            </a:lvl4pPr>
            <a:lvl5pPr>
              <a:spcBef>
                <a:spcPts val="0"/>
              </a:spcBef>
              <a:spcAft>
                <a:spcPts val="0"/>
              </a:spcAft>
              <a:defRPr sz="1200">
                <a:latin typeface="Arial" pitchFamily="34" charset="0"/>
                <a:cs typeface="Arial" pitchFamily="34" charset="0"/>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marR="0" lvl="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214313" lvl="1" indent="-214313" algn="l" defTabSz="68580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481019" y="3181368"/>
            <a:ext cx="1728786" cy="1419224"/>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8" name="Text Placeholder 4"/>
          <p:cNvSpPr>
            <a:spLocks noGrp="1"/>
          </p:cNvSpPr>
          <p:nvPr>
            <p:ph type="body" sz="quarter" idx="23" hasCustomPrompt="1"/>
          </p:nvPr>
        </p:nvSpPr>
        <p:spPr bwMode="gray">
          <a:xfrm>
            <a:off x="6669092" y="3181359"/>
            <a:ext cx="2043114" cy="946413"/>
          </a:xfrm>
          <a:prstGeom prst="rect">
            <a:avLst/>
          </a:prstGeom>
          <a:ln>
            <a:noFill/>
          </a:ln>
        </p:spPr>
        <p:txBody>
          <a:bodyPr wrap="square" lIns="0" tIns="0" rIns="0" bIns="0">
            <a:spAutoFit/>
          </a:bodyPr>
          <a:lstStyle>
            <a:lvl1pPr marL="0" marR="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200" b="0" kern="1200" baseline="0" dirty="0" smtClean="0">
                <a:solidFill>
                  <a:schemeClr val="tx1"/>
                </a:solidFill>
                <a:latin typeface="Arial" pitchFamily="34" charset="0"/>
                <a:ea typeface="+mn-ea"/>
                <a:cs typeface="Arial" pitchFamily="34" charset="0"/>
              </a:defRPr>
            </a:lvl2pPr>
            <a:lvl3pPr>
              <a:spcBef>
                <a:spcPts val="0"/>
              </a:spcBef>
              <a:spcAft>
                <a:spcPts val="0"/>
              </a:spcAft>
              <a:defRPr sz="1200">
                <a:latin typeface="Arial" pitchFamily="34" charset="0"/>
                <a:cs typeface="Arial" pitchFamily="34" charset="0"/>
              </a:defRPr>
            </a:lvl3pPr>
            <a:lvl4pPr>
              <a:spcBef>
                <a:spcPts val="0"/>
              </a:spcBef>
              <a:spcAft>
                <a:spcPts val="0"/>
              </a:spcAft>
              <a:defRPr sz="1200">
                <a:latin typeface="Arial" pitchFamily="34" charset="0"/>
                <a:cs typeface="Arial" pitchFamily="34" charset="0"/>
              </a:defRPr>
            </a:lvl4pPr>
            <a:lvl5pPr>
              <a:spcBef>
                <a:spcPts val="0"/>
              </a:spcBef>
              <a:spcAft>
                <a:spcPts val="0"/>
              </a:spcAft>
              <a:defRPr sz="1200">
                <a:latin typeface="Arial" pitchFamily="34" charset="0"/>
                <a:cs typeface="Arial" pitchFamily="34" charset="0"/>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marR="0" lvl="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214313" lvl="1" indent="-214313" algn="l" defTabSz="68580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4711705" y="3181368"/>
            <a:ext cx="1728786" cy="1419224"/>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51" name="Text Placeholder 41"/>
          <p:cNvSpPr>
            <a:spLocks noGrp="1"/>
          </p:cNvSpPr>
          <p:nvPr>
            <p:ph type="body" sz="quarter" idx="25"/>
          </p:nvPr>
        </p:nvSpPr>
        <p:spPr bwMode="gray">
          <a:xfrm>
            <a:off x="481013" y="952856"/>
            <a:ext cx="8224838" cy="207749"/>
          </a:xfrm>
          <a:prstGeom prst="rect">
            <a:avLst/>
          </a:prstGeom>
        </p:spPr>
        <p:txBody>
          <a:bodyPr/>
          <a:lstStyle>
            <a:lvl1pPr>
              <a:buNone/>
              <a:defRPr lang="en-US" sz="1350" b="1" kern="1200" baseline="0" dirty="0" smtClean="0">
                <a:solidFill>
                  <a:schemeClr val="bg2"/>
                </a:solidFill>
                <a:latin typeface="Arial" pitchFamily="34" charset="0"/>
                <a:ea typeface="+mn-ea"/>
                <a:cs typeface="Arial" pitchFamily="34" charset="0"/>
              </a:defRPr>
            </a:lvl1pPr>
          </a:lstStyle>
          <a:p>
            <a:pPr marL="0" lvl="0" indent="0" algn="l" defTabSz="68580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7202819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481022" y="1478756"/>
            <a:ext cx="8226425" cy="3121820"/>
          </a:xfrm>
          <a:prstGeom prst="rect">
            <a:avLst/>
          </a:prstGeom>
        </p:spPr>
        <p:txBody>
          <a:bodyPr>
            <a:noAutofit/>
          </a:bodyPr>
          <a:lstStyle>
            <a:lvl1pPr marL="0" indent="0">
              <a:buNone/>
              <a:defRPr>
                <a:latin typeface="Arial" pitchFamily="34" charset="0"/>
                <a:cs typeface="Arial" pitchFamily="34" charset="0"/>
              </a:defRPr>
            </a:lvl1pPr>
          </a:lstStyle>
          <a:p>
            <a:r>
              <a:rPr lang="en-US" dirty="0"/>
              <a:t>Click icon to add table</a:t>
            </a:r>
          </a:p>
        </p:txBody>
      </p:sp>
      <p:sp>
        <p:nvSpPr>
          <p:cNvPr id="4" name="Title 1"/>
          <p:cNvSpPr>
            <a:spLocks noGrp="1"/>
          </p:cNvSpPr>
          <p:nvPr>
            <p:ph type="title"/>
          </p:nvPr>
        </p:nvSpPr>
        <p:spPr bwMode="gray">
          <a:xfrm>
            <a:off x="481022" y="545310"/>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481013" y="952856"/>
            <a:ext cx="8224838" cy="207749"/>
          </a:xfrm>
          <a:prstGeom prst="rect">
            <a:avLst/>
          </a:prstGeom>
        </p:spPr>
        <p:txBody>
          <a:bodyPr/>
          <a:lstStyle>
            <a:lvl1pPr>
              <a:buNone/>
              <a:defRPr lang="en-US" sz="1350" b="1" kern="1200" baseline="0" dirty="0" smtClean="0">
                <a:solidFill>
                  <a:schemeClr val="bg2"/>
                </a:solidFill>
                <a:latin typeface="Arial" pitchFamily="34" charset="0"/>
                <a:ea typeface="+mn-ea"/>
                <a:cs typeface="Arial" pitchFamily="34" charset="0"/>
              </a:defRPr>
            </a:lvl1pPr>
          </a:lstStyle>
          <a:p>
            <a:pPr marL="0" lvl="0" indent="0" algn="l" defTabSz="68580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375497523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481022" y="1478759"/>
            <a:ext cx="8226425" cy="3121819"/>
          </a:xfrm>
          <a:prstGeom prst="rect">
            <a:avLst/>
          </a:prstGeom>
        </p:spPr>
        <p:txBody>
          <a:bodyPr>
            <a:noAutofit/>
          </a:bodyPr>
          <a:lstStyle>
            <a:lvl1pPr marL="0" indent="0">
              <a:buNone/>
              <a:defRPr>
                <a:latin typeface="Arial" pitchFamily="34" charset="0"/>
                <a:cs typeface="Arial" pitchFamily="34" charset="0"/>
              </a:defRPr>
            </a:lvl1pPr>
          </a:lstStyle>
          <a:p>
            <a:r>
              <a:rPr lang="en-US" dirty="0"/>
              <a:t>Click icon to add chart</a:t>
            </a:r>
          </a:p>
        </p:txBody>
      </p:sp>
      <p:sp>
        <p:nvSpPr>
          <p:cNvPr id="4" name="Title 1"/>
          <p:cNvSpPr>
            <a:spLocks noGrp="1"/>
          </p:cNvSpPr>
          <p:nvPr>
            <p:ph type="title"/>
          </p:nvPr>
        </p:nvSpPr>
        <p:spPr bwMode="gray">
          <a:xfrm>
            <a:off x="481022" y="545310"/>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481013" y="952856"/>
            <a:ext cx="8224838" cy="207749"/>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6814934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366842" y="1145473"/>
            <a:ext cx="6729983"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366841" y="2527135"/>
            <a:ext cx="6754810" cy="1426031"/>
          </a:xfrm>
          <a:prstGeom prst="rect">
            <a:avLst/>
          </a:prstGeom>
          <a:noFill/>
          <a:ln w="9525">
            <a:noFill/>
            <a:miter lim="800000"/>
            <a:headEnd/>
            <a:tailEnd/>
          </a:ln>
        </p:spPr>
        <p:txBody>
          <a:bodyPr wrap="square" lIns="0" tIns="0" rIns="0" bIns="0">
            <a:spAutoFit/>
          </a:bodyPr>
          <a:lstStyle/>
          <a:p>
            <a:pPr algn="just" rtl="0">
              <a:spcBef>
                <a:spcPts val="450"/>
              </a:spcBef>
            </a:pPr>
            <a:r>
              <a:rPr lang="en-US" sz="750" b="1" kern="1200" dirty="0">
                <a:solidFill>
                  <a:srgbClr val="6D6E71"/>
                </a:solidFill>
                <a:latin typeface="Arial"/>
                <a:ea typeface="+mn-ea"/>
                <a:cs typeface="Arial" pitchFamily="34" charset="0"/>
              </a:rPr>
              <a:t>Disclaimer </a:t>
            </a:r>
          </a:p>
          <a:p>
            <a:pPr algn="just" rtl="0">
              <a:spcBef>
                <a:spcPts val="450"/>
              </a:spcBef>
            </a:pPr>
            <a:r>
              <a:rPr lang="en-US" sz="675" kern="1200" dirty="0">
                <a:solidFill>
                  <a:srgbClr val="6D6E71"/>
                </a:solidFill>
                <a:latin typeface="Arial"/>
                <a:ea typeface="+mn-ea"/>
                <a:cs typeface="Arial" pitchFamily="34" charset="0"/>
              </a:rPr>
              <a:t>Tech Mahindra Limited,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366840" y="1605143"/>
            <a:ext cx="6734627" cy="20774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685800" rtl="0" eaLnBrk="1" fontAlgn="base" latinLnBrk="0" hangingPunct="1">
              <a:spcBef>
                <a:spcPts val="0"/>
              </a:spcBef>
              <a:spcAft>
                <a:spcPct val="0"/>
              </a:spcAft>
              <a:buClr>
                <a:schemeClr val="tx2"/>
              </a:buClr>
              <a:buFont typeface="Arial" pitchFamily="34" charset="0"/>
              <a:buNone/>
              <a:defRPr lang="en-US" sz="135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8927014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p:cNvSpPr/>
          <p:nvPr userDrawn="1"/>
        </p:nvSpPr>
        <p:spPr bwMode="gray">
          <a:xfrm>
            <a:off x="0" y="0"/>
            <a:ext cx="9144000" cy="51435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sz="1350" kern="1200" dirty="0">
              <a:solidFill>
                <a:prstClr val="black"/>
              </a:solidFill>
              <a:latin typeface="Arial"/>
              <a:ea typeface="+mn-ea"/>
              <a:cs typeface="+mn-cs"/>
            </a:endParaRPr>
          </a:p>
        </p:txBody>
      </p:sp>
      <p:pic>
        <p:nvPicPr>
          <p:cNvPr id="4" name="Picture 3" descr="Mahindra Logo.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1966219" y="2037924"/>
            <a:ext cx="5399348" cy="1118267"/>
          </a:xfrm>
          <a:prstGeom prst="rect">
            <a:avLst/>
          </a:prstGeom>
        </p:spPr>
      </p:pic>
    </p:spTree>
    <p:extLst>
      <p:ext uri="{BB962C8B-B14F-4D97-AF65-F5344CB8AC3E}">
        <p14:creationId xmlns:p14="http://schemas.microsoft.com/office/powerpoint/2010/main" val="294675340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stretch>
            <a:fillRect/>
          </a:stretch>
        </p:blipFill>
        <p:spPr bwMode="ltGray">
          <a:xfrm>
            <a:off x="806" y="1"/>
            <a:ext cx="3968823" cy="1082407"/>
          </a:xfrm>
          <a:prstGeom prst="rect">
            <a:avLst/>
          </a:prstGeom>
        </p:spPr>
      </p:pic>
      <p:sp>
        <p:nvSpPr>
          <p:cNvPr id="20" name="TextBox 20"/>
          <p:cNvSpPr txBox="1">
            <a:spLocks noChangeArrowheads="1"/>
          </p:cNvSpPr>
          <p:nvPr userDrawn="1"/>
        </p:nvSpPr>
        <p:spPr bwMode="gray">
          <a:xfrm>
            <a:off x="481014" y="4972074"/>
            <a:ext cx="1821011" cy="92333"/>
          </a:xfrm>
          <a:prstGeom prst="rect">
            <a:avLst/>
          </a:prstGeom>
          <a:noFill/>
          <a:ln w="9525">
            <a:noFill/>
            <a:miter lim="800000"/>
            <a:headEnd/>
            <a:tailEnd/>
          </a:ln>
        </p:spPr>
        <p:txBody>
          <a:bodyPr wrap="none" lIns="0" tIns="0" rIns="0" bIns="0">
            <a:spAutoFit/>
          </a:bodyPr>
          <a:lstStyle/>
          <a:p>
            <a:pPr>
              <a:defRPr/>
            </a:pPr>
            <a:r>
              <a:rPr lang="en-US" sz="600" dirty="0">
                <a:solidFill>
                  <a:srgbClr val="6D6E71"/>
                </a:solidFill>
                <a:cs typeface="Arial" pitchFamily="34" charset="0"/>
              </a:rPr>
              <a:t>Copyright © 2014 Tech Mahindra. All rights reserved.</a:t>
            </a:r>
          </a:p>
        </p:txBody>
      </p:sp>
      <p:pic>
        <p:nvPicPr>
          <p:cNvPr id="7" name="Picture 6" descr="Mahindra Logo.png"/>
          <p:cNvPicPr>
            <a:picLocks noChangeAspect="1"/>
          </p:cNvPicPr>
          <p:nvPr userDrawn="1"/>
        </p:nvPicPr>
        <p:blipFill>
          <a:blip r:embed="rId3" cstate="email"/>
          <a:stretch>
            <a:fillRect/>
          </a:stretch>
        </p:blipFill>
        <p:spPr bwMode="gray">
          <a:xfrm>
            <a:off x="6058914" y="357482"/>
            <a:ext cx="2467304" cy="492416"/>
          </a:xfrm>
          <a:prstGeom prst="rect">
            <a:avLst/>
          </a:prstGeom>
        </p:spPr>
      </p:pic>
    </p:spTree>
    <p:extLst>
      <p:ext uri="{BB962C8B-B14F-4D97-AF65-F5344CB8AC3E}">
        <p14:creationId xmlns:p14="http://schemas.microsoft.com/office/powerpoint/2010/main" val="105622119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9" y="539357"/>
            <a:ext cx="8224837"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481013" y="1478758"/>
            <a:ext cx="8224838" cy="1038746"/>
          </a:xfrm>
          <a:prstGeom prst="rect">
            <a:avLst/>
          </a:prstGeom>
        </p:spPr>
        <p:txBody>
          <a:bodyPr wrap="square">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82385428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9" y="539357"/>
            <a:ext cx="8224837"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481013" y="1478758"/>
            <a:ext cx="8224838" cy="1038746"/>
          </a:xfrm>
          <a:prstGeom prst="rect">
            <a:avLst/>
          </a:prstGeom>
        </p:spPr>
        <p:txBody>
          <a:bodyPr wrap="square">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481013" y="952863"/>
            <a:ext cx="8224838" cy="212783"/>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1022435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481027" y="545306"/>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481013" y="1478759"/>
            <a:ext cx="8224838" cy="1384995"/>
          </a:xfrm>
          <a:prstGeom prst="rect">
            <a:avLst/>
          </a:prstGeom>
        </p:spPr>
        <p:txBody>
          <a:bodyPr wrap="square">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21151234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481015" y="1478759"/>
            <a:ext cx="4078288" cy="3121819"/>
          </a:xfrm>
          <a:prstGeom prst="rect">
            <a:avLst/>
          </a:prstGeo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4838701" y="1478758"/>
            <a:ext cx="3846512"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481027" y="545306"/>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481013" y="952863"/>
            <a:ext cx="8224838" cy="212783"/>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01904356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1839916" y="3050385"/>
            <a:ext cx="5524500" cy="207749"/>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685800" rtl="0" eaLnBrk="1" fontAlgn="base" latinLnBrk="0" hangingPunct="1">
              <a:spcBef>
                <a:spcPts val="0"/>
              </a:spcBef>
              <a:spcAft>
                <a:spcPct val="0"/>
              </a:spcAft>
              <a:buClr>
                <a:schemeClr val="tx2"/>
              </a:buClr>
              <a:buFont typeface="Arial" pitchFamily="34" charset="0"/>
              <a:buNone/>
              <a:defRPr lang="en-US" sz="1350" b="1" kern="1200" baseline="0" dirty="0">
                <a:solidFill>
                  <a:schemeClr val="tx2"/>
                </a:solidFill>
                <a:latin typeface="Arial" pitchFamily="34" charset="0"/>
                <a:ea typeface="+mn-ea"/>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1839916" y="1650212"/>
            <a:ext cx="5524500" cy="461665"/>
          </a:xfrm>
          <a:noFill/>
          <a:ln w="9525">
            <a:noFill/>
            <a:miter lim="800000"/>
            <a:headEnd/>
            <a:tailEnd/>
          </a:ln>
        </p:spPr>
        <p:txBody>
          <a:bodyPr vert="horz" wrap="square" lIns="0" tIns="0" rIns="0" bIns="0" numCol="1" anchor="t" anchorCtr="0" compatLnSpc="1">
            <a:prstTxWarp prst="textNoShape">
              <a:avLst/>
            </a:prstTxWarp>
            <a:spAutoFit/>
          </a:bodyPr>
          <a:lstStyle>
            <a:lvl1pPr algn="l" defTabSz="685800" rtl="0" eaLnBrk="1" latinLnBrk="0" hangingPunct="1">
              <a:spcBef>
                <a:spcPct val="0"/>
              </a:spcBef>
              <a:buNone/>
              <a:defRPr lang="en-US" sz="30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stretch>
            <a:fillRect/>
          </a:stretch>
        </p:blipFill>
        <p:spPr bwMode="ltGray">
          <a:xfrm>
            <a:off x="806" y="1"/>
            <a:ext cx="3968823" cy="1082407"/>
          </a:xfrm>
          <a:prstGeom prst="rect">
            <a:avLst/>
          </a:prstGeom>
        </p:spPr>
      </p:pic>
      <p:pic>
        <p:nvPicPr>
          <p:cNvPr id="12" name="Picture 11" descr="Mahindra Logo.png"/>
          <p:cNvPicPr>
            <a:picLocks noChangeAspect="1"/>
          </p:cNvPicPr>
          <p:nvPr userDrawn="1"/>
        </p:nvPicPr>
        <p:blipFill>
          <a:blip r:embed="rId3" cstate="email"/>
          <a:stretch>
            <a:fillRect/>
          </a:stretch>
        </p:blipFill>
        <p:spPr bwMode="gray">
          <a:xfrm>
            <a:off x="6058914" y="357482"/>
            <a:ext cx="2467304" cy="492416"/>
          </a:xfrm>
          <a:prstGeom prst="rect">
            <a:avLst/>
          </a:prstGeom>
        </p:spPr>
      </p:pic>
    </p:spTree>
    <p:extLst>
      <p:ext uri="{BB962C8B-B14F-4D97-AF65-F5344CB8AC3E}">
        <p14:creationId xmlns:p14="http://schemas.microsoft.com/office/powerpoint/2010/main" val="61212015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481017" y="1478757"/>
            <a:ext cx="4102101" cy="3131344"/>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2" name="Subtitle 2"/>
          <p:cNvSpPr>
            <a:spLocks noGrp="1"/>
          </p:cNvSpPr>
          <p:nvPr>
            <p:ph type="subTitle" idx="1" hasCustomPrompt="1"/>
          </p:nvPr>
        </p:nvSpPr>
        <p:spPr bwMode="gray">
          <a:xfrm>
            <a:off x="4926018" y="3221855"/>
            <a:ext cx="3781424" cy="207749"/>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685800" rtl="0" eaLnBrk="1" fontAlgn="base" latinLnBrk="0" hangingPunct="1">
              <a:spcBef>
                <a:spcPts val="0"/>
              </a:spcBef>
              <a:spcAft>
                <a:spcPct val="0"/>
              </a:spcAft>
              <a:buClr>
                <a:schemeClr val="tx2"/>
              </a:buClr>
              <a:buFont typeface="Arial" pitchFamily="34" charset="0"/>
              <a:buNone/>
              <a:defRPr lang="en-US" sz="1350" b="1" kern="1200" baseline="0" dirty="0">
                <a:solidFill>
                  <a:schemeClr val="tx2"/>
                </a:solidFill>
                <a:latin typeface="Arial" pitchFamily="34" charset="0"/>
                <a:ea typeface="+mn-ea"/>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4926018" y="1478758"/>
            <a:ext cx="3781424" cy="923330"/>
          </a:xfrm>
          <a:noFill/>
          <a:ln w="9525">
            <a:noFill/>
            <a:miter lim="800000"/>
            <a:headEnd/>
            <a:tailEnd/>
          </a:ln>
        </p:spPr>
        <p:txBody>
          <a:bodyPr vert="horz" wrap="square" lIns="0" tIns="0" rIns="0" bIns="0" numCol="1" anchor="t" anchorCtr="0" compatLnSpc="1">
            <a:prstTxWarp prst="textNoShape">
              <a:avLst/>
            </a:prstTxWarp>
            <a:spAutoFit/>
          </a:bodyPr>
          <a:lstStyle>
            <a:lvl1pPr algn="l" defTabSz="685800" rtl="0" eaLnBrk="1" latinLnBrk="0" hangingPunct="1">
              <a:spcBef>
                <a:spcPct val="0"/>
              </a:spcBef>
              <a:buNone/>
              <a:defRPr lang="en-US" sz="30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stretch>
            <a:fillRect/>
          </a:stretch>
        </p:blipFill>
        <p:spPr bwMode="ltGray">
          <a:xfrm>
            <a:off x="806" y="1"/>
            <a:ext cx="3968823" cy="1082407"/>
          </a:xfrm>
          <a:prstGeom prst="rect">
            <a:avLst/>
          </a:prstGeom>
        </p:spPr>
      </p:pic>
      <p:pic>
        <p:nvPicPr>
          <p:cNvPr id="7" name="Picture 6" descr="Mahindra Logo.png"/>
          <p:cNvPicPr>
            <a:picLocks noChangeAspect="1"/>
          </p:cNvPicPr>
          <p:nvPr userDrawn="1"/>
        </p:nvPicPr>
        <p:blipFill>
          <a:blip r:embed="rId3" cstate="email"/>
          <a:stretch>
            <a:fillRect/>
          </a:stretch>
        </p:blipFill>
        <p:spPr bwMode="gray">
          <a:xfrm>
            <a:off x="6058914" y="357482"/>
            <a:ext cx="2467304" cy="492416"/>
          </a:xfrm>
          <a:prstGeom prst="rect">
            <a:avLst/>
          </a:prstGeom>
        </p:spPr>
      </p:pic>
    </p:spTree>
    <p:extLst>
      <p:ext uri="{BB962C8B-B14F-4D97-AF65-F5344CB8AC3E}">
        <p14:creationId xmlns:p14="http://schemas.microsoft.com/office/powerpoint/2010/main" val="238564205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481016" y="1850232"/>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4773617" y="1850232"/>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481016" y="1478760"/>
            <a:ext cx="3933827" cy="214621"/>
          </a:xfrm>
          <a:prstGeom prst="rect">
            <a:avLst/>
          </a:prstGeom>
          <a:noFill/>
          <a:ln>
            <a:noFill/>
          </a:ln>
        </p:spPr>
        <p:txBody>
          <a:bodyPr wrap="square" lIns="0" tIns="0" rIns="0" bIns="0" anchor="b" anchorCtr="0">
            <a:spAutoFit/>
          </a:bodyPr>
          <a:lstStyle>
            <a:lvl1pPr marL="0" indent="0">
              <a:spcBef>
                <a:spcPts val="0"/>
              </a:spcBef>
              <a:spcAft>
                <a:spcPts val="0"/>
              </a:spcAft>
              <a:buNone/>
              <a:defRPr sz="1350" b="1">
                <a:solidFill>
                  <a:schemeClr val="bg2"/>
                </a:solidFill>
                <a:latin typeface="Arial" pitchFamily="34" charset="0"/>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4773617" y="1478760"/>
            <a:ext cx="3933827" cy="214621"/>
          </a:xfrm>
          <a:prstGeom prst="rect">
            <a:avLst/>
          </a:prstGeom>
          <a:noFill/>
          <a:ln>
            <a:noFill/>
          </a:ln>
        </p:spPr>
        <p:txBody>
          <a:bodyPr wrap="square" lIns="0" tIns="0" rIns="0" bIns="0" anchor="b" anchorCtr="0">
            <a:spAutoFit/>
          </a:bodyPr>
          <a:lstStyle>
            <a:lvl1pPr marL="0" indent="0">
              <a:spcBef>
                <a:spcPts val="0"/>
              </a:spcBef>
              <a:spcAft>
                <a:spcPts val="0"/>
              </a:spcAft>
              <a:buNone/>
              <a:defRPr sz="1350" b="1">
                <a:solidFill>
                  <a:schemeClr val="bg2"/>
                </a:solidFill>
                <a:latin typeface="Arial" pitchFamily="34" charset="0"/>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lvl="0"/>
            <a:r>
              <a:rPr lang="en-US" dirty="0"/>
              <a:t>Heading 2</a:t>
            </a:r>
          </a:p>
        </p:txBody>
      </p:sp>
      <p:cxnSp>
        <p:nvCxnSpPr>
          <p:cNvPr id="8" name="Straight Connector 7"/>
          <p:cNvCxnSpPr/>
          <p:nvPr userDrawn="1"/>
        </p:nvCxnSpPr>
        <p:spPr bwMode="gray">
          <a:xfrm>
            <a:off x="481015" y="175855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4773613" y="175855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481027" y="545306"/>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481013" y="952863"/>
            <a:ext cx="8224838" cy="212783"/>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735215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481027" y="545306"/>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481016" y="1850232"/>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4773617" y="1850232"/>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481016" y="1478760"/>
            <a:ext cx="3933827" cy="214621"/>
          </a:xfrm>
          <a:prstGeom prst="rect">
            <a:avLst/>
          </a:prstGeom>
          <a:noFill/>
          <a:ln>
            <a:noFill/>
          </a:ln>
        </p:spPr>
        <p:txBody>
          <a:bodyPr wrap="square" lIns="0" tIns="0" rIns="0" bIns="0" anchor="b" anchorCtr="0">
            <a:spAutoFit/>
          </a:bodyPr>
          <a:lstStyle>
            <a:lvl1pPr marL="0" indent="0">
              <a:spcBef>
                <a:spcPts val="0"/>
              </a:spcBef>
              <a:spcAft>
                <a:spcPts val="0"/>
              </a:spcAft>
              <a:buNone/>
              <a:defRPr sz="1350" b="1">
                <a:solidFill>
                  <a:schemeClr val="bg2"/>
                </a:solidFill>
                <a:latin typeface="Arial" pitchFamily="34" charset="0"/>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4773617" y="1478760"/>
            <a:ext cx="3933827" cy="214621"/>
          </a:xfrm>
          <a:prstGeom prst="rect">
            <a:avLst/>
          </a:prstGeom>
          <a:noFill/>
          <a:ln>
            <a:noFill/>
          </a:ln>
        </p:spPr>
        <p:txBody>
          <a:bodyPr wrap="square" lIns="0" tIns="0" rIns="0" bIns="0" anchor="b" anchorCtr="0">
            <a:spAutoFit/>
          </a:bodyPr>
          <a:lstStyle>
            <a:lvl1pPr marL="0" indent="0">
              <a:spcBef>
                <a:spcPts val="0"/>
              </a:spcBef>
              <a:spcAft>
                <a:spcPts val="0"/>
              </a:spcAft>
              <a:buNone/>
              <a:tabLst/>
              <a:defRPr sz="1350" b="1">
                <a:solidFill>
                  <a:schemeClr val="bg2"/>
                </a:solidFill>
                <a:latin typeface="Arial" pitchFamily="34" charset="0"/>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lvl="0"/>
            <a:r>
              <a:rPr lang="en-US" dirty="0"/>
              <a:t>Heading 2</a:t>
            </a:r>
          </a:p>
        </p:txBody>
      </p:sp>
      <p:cxnSp>
        <p:nvCxnSpPr>
          <p:cNvPr id="33" name="Straight Connector 32"/>
          <p:cNvCxnSpPr/>
          <p:nvPr userDrawn="1"/>
        </p:nvCxnSpPr>
        <p:spPr bwMode="gray">
          <a:xfrm>
            <a:off x="481015" y="175855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4773613" y="175855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481016" y="3527472"/>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4773617" y="3527472"/>
            <a:ext cx="3933827" cy="1038746"/>
          </a:xfrm>
          <a:prstGeom prst="rect">
            <a:avLst/>
          </a:prstGeom>
          <a:ln>
            <a:noFill/>
          </a:ln>
        </p:spPr>
        <p:txBody>
          <a:bodyPr wrap="square" lIns="0" tIns="0" rIns="0" bIns="0">
            <a:spAutoFit/>
          </a:bodyPr>
          <a:lstStyle>
            <a:lvl1pPr>
              <a:spcBef>
                <a:spcPts val="0"/>
              </a:spcBef>
              <a:spcAft>
                <a:spcPts val="0"/>
              </a:spcAft>
              <a:defRPr lang="en-US" sz="135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350" b="0" kern="1200" baseline="0" dirty="0" smtClean="0">
                <a:solidFill>
                  <a:schemeClr val="tx1"/>
                </a:solidFill>
                <a:latin typeface="+mn-lt"/>
                <a:ea typeface="+mn-ea"/>
                <a:cs typeface="Arial" pitchFamily="34" charset="0"/>
              </a:defRPr>
            </a:lvl2pPr>
            <a:lvl3pPr>
              <a:spcBef>
                <a:spcPts val="0"/>
              </a:spcBef>
              <a:spcAft>
                <a:spcPts val="0"/>
              </a:spcAft>
              <a:defRPr lang="en-US" sz="135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35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350" b="0" kern="1200" baseline="0" dirty="0" smtClean="0">
                <a:solidFill>
                  <a:schemeClr val="tx1"/>
                </a:solidFill>
                <a:latin typeface="Arial" pitchFamily="34" charset="0"/>
                <a:ea typeface="+mn-ea"/>
                <a:cs typeface="Arial" pitchFamily="34" charset="0"/>
              </a:defRPr>
            </a:lvl5pPr>
            <a:lvl6pPr marL="857250" indent="-175022">
              <a:spcBef>
                <a:spcPts val="0"/>
              </a:spcBef>
              <a:spcAft>
                <a:spcPts val="0"/>
              </a:spcAft>
              <a:buSzPct val="70000"/>
              <a:defRPr lang="en-US" sz="1350" kern="1200" dirty="0" smtClean="0">
                <a:solidFill>
                  <a:schemeClr val="tx1"/>
                </a:solidFill>
                <a:latin typeface="Arial" pitchFamily="34" charset="0"/>
                <a:ea typeface="+mn-ea"/>
                <a:cs typeface="Arial" pitchFamily="34" charset="0"/>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481016" y="3162892"/>
            <a:ext cx="3933827" cy="207749"/>
          </a:xfrm>
          <a:prstGeom prst="rect">
            <a:avLst/>
          </a:prstGeom>
          <a:noFill/>
          <a:ln>
            <a:noFill/>
          </a:ln>
        </p:spPr>
        <p:txBody>
          <a:bodyPr wrap="square" lIns="0" tIns="0" rIns="0" bIns="0" anchor="b" anchorCtr="0">
            <a:spAutoFit/>
          </a:bodyPr>
          <a:lstStyle>
            <a:lvl1pPr>
              <a:spcBef>
                <a:spcPts val="0"/>
              </a:spcBef>
              <a:spcAft>
                <a:spcPts val="0"/>
              </a:spcAft>
              <a:buNone/>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lvl="0" indent="0" algn="l" defTabSz="685800"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4773617" y="3162892"/>
            <a:ext cx="3933827" cy="207749"/>
          </a:xfrm>
          <a:prstGeom prst="rect">
            <a:avLst/>
          </a:prstGeom>
          <a:noFill/>
          <a:ln>
            <a:noFill/>
          </a:ln>
        </p:spPr>
        <p:txBody>
          <a:bodyPr wrap="square" lIns="0" tIns="0" rIns="0" bIns="0" anchor="b" anchorCtr="0">
            <a:spAutoFit/>
          </a:bodyPr>
          <a:lstStyle>
            <a:lvl1pPr>
              <a:spcBef>
                <a:spcPts val="0"/>
              </a:spcBef>
              <a:spcAft>
                <a:spcPts val="0"/>
              </a:spcAft>
              <a:buNone/>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defRPr sz="1350">
                <a:latin typeface="+mj-lt"/>
              </a:defRPr>
            </a:lvl2pPr>
            <a:lvl3pPr>
              <a:spcBef>
                <a:spcPts val="0"/>
              </a:spcBef>
              <a:spcAft>
                <a:spcPts val="0"/>
              </a:spcAft>
              <a:defRPr sz="1350">
                <a:latin typeface="+mj-lt"/>
              </a:defRPr>
            </a:lvl3pPr>
            <a:lvl4pPr>
              <a:spcBef>
                <a:spcPts val="0"/>
              </a:spcBef>
              <a:spcAft>
                <a:spcPts val="0"/>
              </a:spcAft>
              <a:defRPr sz="1350">
                <a:latin typeface="+mj-lt"/>
              </a:defRPr>
            </a:lvl4pPr>
            <a:lvl5pPr>
              <a:spcBef>
                <a:spcPts val="0"/>
              </a:spcBef>
              <a:spcAft>
                <a:spcPts val="0"/>
              </a:spcAft>
              <a:defRPr sz="1350">
                <a:latin typeface="+mj-lt"/>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lvl="0" indent="0" algn="l" defTabSz="685800"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481015" y="343579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4773613" y="3435793"/>
            <a:ext cx="3906653" cy="17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481013" y="952863"/>
            <a:ext cx="8224838" cy="212783"/>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6603853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_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2438411" y="1478757"/>
            <a:ext cx="2043113" cy="946413"/>
          </a:xfrm>
          <a:prstGeom prst="rect">
            <a:avLst/>
          </a:prstGeom>
          <a:ln>
            <a:noFill/>
          </a:ln>
        </p:spPr>
        <p:txBody>
          <a:bodyPr wrap="square" lIns="0" tIns="0" rIns="0" bIns="0">
            <a:spAutoFit/>
          </a:bodyPr>
          <a:lstStyle>
            <a:lvl1pPr marL="0" marR="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200">
                <a:latin typeface="Arial" pitchFamily="34" charset="0"/>
                <a:cs typeface="Arial" pitchFamily="34" charset="0"/>
              </a:defRPr>
            </a:lvl2pPr>
            <a:lvl3pPr>
              <a:spcBef>
                <a:spcPts val="0"/>
              </a:spcBef>
              <a:spcAft>
                <a:spcPts val="0"/>
              </a:spcAft>
              <a:defRPr sz="1200">
                <a:latin typeface="Arial" pitchFamily="34" charset="0"/>
                <a:cs typeface="Arial" pitchFamily="34" charset="0"/>
              </a:defRPr>
            </a:lvl3pPr>
            <a:lvl4pPr>
              <a:spcBef>
                <a:spcPts val="0"/>
              </a:spcBef>
              <a:spcAft>
                <a:spcPts val="0"/>
              </a:spcAft>
              <a:defRPr sz="1200">
                <a:latin typeface="Arial" pitchFamily="34" charset="0"/>
                <a:cs typeface="Arial" pitchFamily="34" charset="0"/>
              </a:defRPr>
            </a:lvl4pPr>
            <a:lvl5pPr>
              <a:spcBef>
                <a:spcPts val="0"/>
              </a:spcBef>
              <a:spcAft>
                <a:spcPts val="0"/>
              </a:spcAft>
              <a:defRPr sz="1200">
                <a:latin typeface="Arial" pitchFamily="34" charset="0"/>
                <a:cs typeface="Arial" pitchFamily="34" charset="0"/>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marR="0" lvl="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481024" y="1478761"/>
            <a:ext cx="1728787" cy="1419224"/>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0" name="Title 1"/>
          <p:cNvSpPr>
            <a:spLocks noGrp="1"/>
          </p:cNvSpPr>
          <p:nvPr>
            <p:ph type="title"/>
          </p:nvPr>
        </p:nvSpPr>
        <p:spPr bwMode="gray">
          <a:xfrm>
            <a:off x="481027" y="545306"/>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6669098" y="1478757"/>
            <a:ext cx="2043113" cy="946413"/>
          </a:xfrm>
          <a:prstGeom prst="rect">
            <a:avLst/>
          </a:prstGeom>
          <a:ln>
            <a:noFill/>
          </a:ln>
        </p:spPr>
        <p:txBody>
          <a:bodyPr wrap="square" lIns="0" tIns="0" rIns="0" bIns="0">
            <a:spAutoFit/>
          </a:bodyPr>
          <a:lstStyle>
            <a:lvl1pPr marL="0" marR="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200" b="0" kern="1200" baseline="0" dirty="0" smtClean="0">
                <a:solidFill>
                  <a:schemeClr val="tx1"/>
                </a:solidFill>
                <a:latin typeface="Arial" pitchFamily="34" charset="0"/>
                <a:ea typeface="+mn-ea"/>
                <a:cs typeface="Arial" pitchFamily="34" charset="0"/>
              </a:defRPr>
            </a:lvl2pPr>
            <a:lvl3pPr>
              <a:spcBef>
                <a:spcPts val="0"/>
              </a:spcBef>
              <a:spcAft>
                <a:spcPts val="0"/>
              </a:spcAft>
              <a:defRPr sz="1200">
                <a:latin typeface="Arial" pitchFamily="34" charset="0"/>
                <a:cs typeface="Arial" pitchFamily="34" charset="0"/>
              </a:defRPr>
            </a:lvl3pPr>
            <a:lvl4pPr>
              <a:spcBef>
                <a:spcPts val="0"/>
              </a:spcBef>
              <a:spcAft>
                <a:spcPts val="0"/>
              </a:spcAft>
              <a:defRPr sz="1200">
                <a:latin typeface="Arial" pitchFamily="34" charset="0"/>
                <a:cs typeface="Arial" pitchFamily="34" charset="0"/>
              </a:defRPr>
            </a:lvl4pPr>
            <a:lvl5pPr>
              <a:spcBef>
                <a:spcPts val="0"/>
              </a:spcBef>
              <a:spcAft>
                <a:spcPts val="0"/>
              </a:spcAft>
              <a:defRPr sz="1200">
                <a:latin typeface="Arial" pitchFamily="34" charset="0"/>
                <a:cs typeface="Arial" pitchFamily="34" charset="0"/>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marR="0" lvl="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214313" lvl="1" indent="-214313" algn="l" defTabSz="68580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4711714" y="1478761"/>
            <a:ext cx="1728787" cy="1419224"/>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5" name="Text Placeholder 4"/>
          <p:cNvSpPr>
            <a:spLocks noGrp="1"/>
          </p:cNvSpPr>
          <p:nvPr>
            <p:ph type="body" sz="quarter" idx="21" hasCustomPrompt="1"/>
          </p:nvPr>
        </p:nvSpPr>
        <p:spPr bwMode="gray">
          <a:xfrm>
            <a:off x="2438411" y="3181362"/>
            <a:ext cx="2043113" cy="946413"/>
          </a:xfrm>
          <a:prstGeom prst="rect">
            <a:avLst/>
          </a:prstGeom>
          <a:ln>
            <a:noFill/>
          </a:ln>
        </p:spPr>
        <p:txBody>
          <a:bodyPr wrap="square" lIns="0" tIns="0" rIns="0" bIns="0">
            <a:spAutoFit/>
          </a:bodyPr>
          <a:lstStyle>
            <a:lvl1pPr marL="0" marR="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200" b="0" kern="1200" baseline="0" dirty="0" smtClean="0">
                <a:solidFill>
                  <a:schemeClr val="tx1"/>
                </a:solidFill>
                <a:latin typeface="Arial" pitchFamily="34" charset="0"/>
                <a:ea typeface="+mn-ea"/>
                <a:cs typeface="Arial" pitchFamily="34" charset="0"/>
              </a:defRPr>
            </a:lvl2pPr>
            <a:lvl3pPr>
              <a:spcBef>
                <a:spcPts val="0"/>
              </a:spcBef>
              <a:spcAft>
                <a:spcPts val="0"/>
              </a:spcAft>
              <a:defRPr sz="1200">
                <a:latin typeface="Arial" pitchFamily="34" charset="0"/>
                <a:cs typeface="Arial" pitchFamily="34" charset="0"/>
              </a:defRPr>
            </a:lvl3pPr>
            <a:lvl4pPr>
              <a:spcBef>
                <a:spcPts val="0"/>
              </a:spcBef>
              <a:spcAft>
                <a:spcPts val="0"/>
              </a:spcAft>
              <a:defRPr sz="1200">
                <a:latin typeface="Arial" pitchFamily="34" charset="0"/>
                <a:cs typeface="Arial" pitchFamily="34" charset="0"/>
              </a:defRPr>
            </a:lvl4pPr>
            <a:lvl5pPr>
              <a:spcBef>
                <a:spcPts val="0"/>
              </a:spcBef>
              <a:spcAft>
                <a:spcPts val="0"/>
              </a:spcAft>
              <a:defRPr sz="1200">
                <a:latin typeface="Arial" pitchFamily="34" charset="0"/>
                <a:cs typeface="Arial" pitchFamily="34" charset="0"/>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marR="0" lvl="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214313" lvl="1" indent="-214313" algn="l" defTabSz="68580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481024" y="3181375"/>
            <a:ext cx="1728787" cy="1419224"/>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8" name="Text Placeholder 4"/>
          <p:cNvSpPr>
            <a:spLocks noGrp="1"/>
          </p:cNvSpPr>
          <p:nvPr>
            <p:ph type="body" sz="quarter" idx="23" hasCustomPrompt="1"/>
          </p:nvPr>
        </p:nvSpPr>
        <p:spPr bwMode="gray">
          <a:xfrm>
            <a:off x="6669098" y="3181362"/>
            <a:ext cx="2043113" cy="946413"/>
          </a:xfrm>
          <a:prstGeom prst="rect">
            <a:avLst/>
          </a:prstGeom>
          <a:ln>
            <a:noFill/>
          </a:ln>
        </p:spPr>
        <p:txBody>
          <a:bodyPr wrap="square" lIns="0" tIns="0" rIns="0" bIns="0">
            <a:spAutoFit/>
          </a:bodyPr>
          <a:lstStyle>
            <a:lvl1pPr marL="0" marR="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lang="en-US" sz="135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200" b="0" kern="1200" baseline="0" dirty="0" smtClean="0">
                <a:solidFill>
                  <a:schemeClr val="tx1"/>
                </a:solidFill>
                <a:latin typeface="Arial" pitchFamily="34" charset="0"/>
                <a:ea typeface="+mn-ea"/>
                <a:cs typeface="Arial" pitchFamily="34" charset="0"/>
              </a:defRPr>
            </a:lvl2pPr>
            <a:lvl3pPr>
              <a:spcBef>
                <a:spcPts val="0"/>
              </a:spcBef>
              <a:spcAft>
                <a:spcPts val="0"/>
              </a:spcAft>
              <a:defRPr sz="1200">
                <a:latin typeface="Arial" pitchFamily="34" charset="0"/>
                <a:cs typeface="Arial" pitchFamily="34" charset="0"/>
              </a:defRPr>
            </a:lvl3pPr>
            <a:lvl4pPr>
              <a:spcBef>
                <a:spcPts val="0"/>
              </a:spcBef>
              <a:spcAft>
                <a:spcPts val="0"/>
              </a:spcAft>
              <a:defRPr sz="1200">
                <a:latin typeface="Arial" pitchFamily="34" charset="0"/>
                <a:cs typeface="Arial" pitchFamily="34" charset="0"/>
              </a:defRPr>
            </a:lvl4pPr>
            <a:lvl5pPr>
              <a:spcBef>
                <a:spcPts val="0"/>
              </a:spcBef>
              <a:spcAft>
                <a:spcPts val="0"/>
              </a:spcAft>
              <a:defRPr sz="1200">
                <a:latin typeface="Arial" pitchFamily="34" charset="0"/>
                <a:cs typeface="Arial" pitchFamily="34" charset="0"/>
              </a:defRPr>
            </a:lvl5pPr>
            <a:lvl6pPr marL="857250" indent="-175022">
              <a:spcBef>
                <a:spcPts val="0"/>
              </a:spcBef>
              <a:spcAft>
                <a:spcPts val="0"/>
              </a:spcAft>
              <a:buSzPct val="70000"/>
              <a:defRPr sz="1350">
                <a:latin typeface="+mj-lt"/>
              </a:defRPr>
            </a:lvl6pPr>
            <a:lvl7pPr marL="1028700" indent="-171450">
              <a:spcBef>
                <a:spcPts val="0"/>
              </a:spcBef>
              <a:spcAft>
                <a:spcPts val="0"/>
              </a:spcAft>
              <a:buSzPct val="70000"/>
              <a:buFont typeface="Arial" pitchFamily="34" charset="0"/>
              <a:buChar char="–"/>
              <a:defRPr sz="1350" baseline="0">
                <a:latin typeface="+mj-lt"/>
              </a:defRPr>
            </a:lvl7pPr>
            <a:lvl8pPr marL="1200150" indent="-171450">
              <a:spcBef>
                <a:spcPts val="0"/>
              </a:spcBef>
              <a:spcAft>
                <a:spcPts val="0"/>
              </a:spcAft>
              <a:buSzPct val="70000"/>
              <a:defRPr sz="1350" baseline="0">
                <a:latin typeface="+mj-lt"/>
              </a:defRPr>
            </a:lvl8pPr>
            <a:lvl9pPr marL="1368029" indent="-167879">
              <a:spcBef>
                <a:spcPts val="0"/>
              </a:spcBef>
              <a:spcAft>
                <a:spcPts val="0"/>
              </a:spcAft>
              <a:buSzPct val="70000"/>
              <a:buFont typeface="Arial" pitchFamily="34" charset="0"/>
              <a:buChar char="–"/>
              <a:defRPr sz="1350">
                <a:latin typeface="+mj-lt"/>
              </a:defRPr>
            </a:lvl9pPr>
          </a:lstStyle>
          <a:p>
            <a:pPr marL="0" marR="0" lvl="0" indent="0" algn="l" defTabSz="6858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214313" lvl="1" indent="-214313" algn="l" defTabSz="68580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4711714" y="3181375"/>
            <a:ext cx="1728787" cy="1419224"/>
          </a:xfrm>
          <a:prstGeom prst="rect">
            <a:avLst/>
          </a:prstGeo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51" name="Text Placeholder 41"/>
          <p:cNvSpPr>
            <a:spLocks noGrp="1"/>
          </p:cNvSpPr>
          <p:nvPr>
            <p:ph type="body" sz="quarter" idx="25"/>
          </p:nvPr>
        </p:nvSpPr>
        <p:spPr bwMode="gray">
          <a:xfrm>
            <a:off x="481013" y="952863"/>
            <a:ext cx="8224838" cy="207749"/>
          </a:xfrm>
          <a:prstGeom prst="rect">
            <a:avLst/>
          </a:prstGeom>
        </p:spPr>
        <p:txBody>
          <a:bodyPr/>
          <a:lstStyle>
            <a:lvl1pPr>
              <a:buNone/>
              <a:defRPr lang="en-US" sz="1350" b="1" kern="1200" baseline="0" dirty="0" smtClean="0">
                <a:solidFill>
                  <a:schemeClr val="bg2"/>
                </a:solidFill>
                <a:latin typeface="Arial" pitchFamily="34" charset="0"/>
                <a:ea typeface="+mn-ea"/>
                <a:cs typeface="Arial" pitchFamily="34" charset="0"/>
              </a:defRPr>
            </a:lvl1pPr>
          </a:lstStyle>
          <a:p>
            <a:pPr marL="0" lvl="0" indent="0" algn="l" defTabSz="68580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399029613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481027" y="1478756"/>
            <a:ext cx="8226425" cy="3121820"/>
          </a:xfrm>
          <a:prstGeom prst="rect">
            <a:avLst/>
          </a:prstGeom>
        </p:spPr>
        <p:txBody>
          <a:bodyPr>
            <a:noAutofit/>
          </a:bodyPr>
          <a:lstStyle>
            <a:lvl1pPr marL="0" indent="0">
              <a:buNone/>
              <a:defRPr>
                <a:latin typeface="Arial" pitchFamily="34" charset="0"/>
                <a:cs typeface="Arial" pitchFamily="34" charset="0"/>
              </a:defRPr>
            </a:lvl1pPr>
          </a:lstStyle>
          <a:p>
            <a:r>
              <a:rPr lang="en-US" dirty="0"/>
              <a:t>Click icon to add table</a:t>
            </a:r>
          </a:p>
        </p:txBody>
      </p:sp>
      <p:sp>
        <p:nvSpPr>
          <p:cNvPr id="4" name="Title 1"/>
          <p:cNvSpPr>
            <a:spLocks noGrp="1"/>
          </p:cNvSpPr>
          <p:nvPr>
            <p:ph type="title"/>
          </p:nvPr>
        </p:nvSpPr>
        <p:spPr bwMode="gray">
          <a:xfrm>
            <a:off x="481027" y="545306"/>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481013" y="952863"/>
            <a:ext cx="8224838" cy="207749"/>
          </a:xfrm>
          <a:prstGeom prst="rect">
            <a:avLst/>
          </a:prstGeom>
        </p:spPr>
        <p:txBody>
          <a:bodyPr/>
          <a:lstStyle>
            <a:lvl1pPr>
              <a:buNone/>
              <a:defRPr lang="en-US" sz="1350" b="1" kern="1200" baseline="0" dirty="0" smtClean="0">
                <a:solidFill>
                  <a:schemeClr val="bg2"/>
                </a:solidFill>
                <a:latin typeface="Arial" pitchFamily="34" charset="0"/>
                <a:ea typeface="+mn-ea"/>
                <a:cs typeface="Arial" pitchFamily="34" charset="0"/>
              </a:defRPr>
            </a:lvl1pPr>
          </a:lstStyle>
          <a:p>
            <a:pPr marL="0" lvl="0" indent="0" algn="l" defTabSz="68580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297532021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481027" y="1478759"/>
            <a:ext cx="8226425" cy="3121819"/>
          </a:xfrm>
          <a:prstGeom prst="rect">
            <a:avLst/>
          </a:prstGeom>
        </p:spPr>
        <p:txBody>
          <a:bodyPr>
            <a:noAutofit/>
          </a:bodyPr>
          <a:lstStyle>
            <a:lvl1pPr marL="0" indent="0">
              <a:buNone/>
              <a:defRPr>
                <a:latin typeface="Arial" pitchFamily="34" charset="0"/>
                <a:cs typeface="Arial" pitchFamily="34" charset="0"/>
              </a:defRPr>
            </a:lvl1pPr>
          </a:lstStyle>
          <a:p>
            <a:r>
              <a:rPr lang="en-US" dirty="0"/>
              <a:t>Click icon to add chart</a:t>
            </a:r>
          </a:p>
        </p:txBody>
      </p:sp>
      <p:sp>
        <p:nvSpPr>
          <p:cNvPr id="4" name="Title 1"/>
          <p:cNvSpPr>
            <a:spLocks noGrp="1"/>
          </p:cNvSpPr>
          <p:nvPr>
            <p:ph type="title"/>
          </p:nvPr>
        </p:nvSpPr>
        <p:spPr bwMode="gray">
          <a:xfrm>
            <a:off x="481027" y="545306"/>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481013" y="952863"/>
            <a:ext cx="8224838" cy="212783"/>
          </a:xfrm>
          <a:prstGeom prst="rect">
            <a:avLst/>
          </a:prstGeo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59970765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366844" y="1145473"/>
            <a:ext cx="6729984"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366841" y="2527135"/>
            <a:ext cx="6754812" cy="1426031"/>
          </a:xfrm>
          <a:prstGeom prst="rect">
            <a:avLst/>
          </a:prstGeom>
          <a:noFill/>
          <a:ln w="9525">
            <a:noFill/>
            <a:miter lim="800000"/>
            <a:headEnd/>
            <a:tailEnd/>
          </a:ln>
        </p:spPr>
        <p:txBody>
          <a:bodyPr wrap="square" lIns="0" tIns="0" rIns="0" bIns="0">
            <a:spAutoFit/>
          </a:bodyPr>
          <a:lstStyle/>
          <a:p>
            <a:pPr algn="just">
              <a:spcBef>
                <a:spcPts val="450"/>
              </a:spcBef>
            </a:pPr>
            <a:r>
              <a:rPr lang="en-US" sz="750" b="1" dirty="0">
                <a:solidFill>
                  <a:srgbClr val="6D6E71"/>
                </a:solidFill>
                <a:cs typeface="Arial" pitchFamily="34" charset="0"/>
              </a:rPr>
              <a:t>Disclaimer </a:t>
            </a:r>
          </a:p>
          <a:p>
            <a:pPr algn="just">
              <a:spcBef>
                <a:spcPts val="450"/>
              </a:spcBef>
            </a:pPr>
            <a:r>
              <a:rPr lang="en-US" sz="675" dirty="0">
                <a:solidFill>
                  <a:srgbClr val="6D6E71"/>
                </a:solidFill>
                <a:cs typeface="Arial" pitchFamily="34" charset="0"/>
              </a:rPr>
              <a:t>Tech Mahindra,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366839" y="1605151"/>
            <a:ext cx="6734628" cy="20774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685800" rtl="0" eaLnBrk="1" fontAlgn="base" latinLnBrk="0" hangingPunct="1">
              <a:spcBef>
                <a:spcPts val="0"/>
              </a:spcBef>
              <a:spcAft>
                <a:spcPct val="0"/>
              </a:spcAft>
              <a:buClr>
                <a:schemeClr val="tx2"/>
              </a:buClr>
              <a:buFont typeface="Arial" pitchFamily="34" charset="0"/>
              <a:buNone/>
              <a:defRPr lang="en-US" sz="135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
        <p:nvSpPr>
          <p:cNvPr id="8" name="TextBox 20"/>
          <p:cNvSpPr txBox="1">
            <a:spLocks noChangeArrowheads="1"/>
          </p:cNvSpPr>
          <p:nvPr userDrawn="1"/>
        </p:nvSpPr>
        <p:spPr bwMode="gray">
          <a:xfrm>
            <a:off x="481014" y="4972074"/>
            <a:ext cx="1821011" cy="92333"/>
          </a:xfrm>
          <a:prstGeom prst="rect">
            <a:avLst/>
          </a:prstGeom>
          <a:noFill/>
          <a:ln w="9525">
            <a:noFill/>
            <a:miter lim="800000"/>
            <a:headEnd/>
            <a:tailEnd/>
          </a:ln>
        </p:spPr>
        <p:txBody>
          <a:bodyPr wrap="none" lIns="0" tIns="0" rIns="0" bIns="0">
            <a:spAutoFit/>
          </a:bodyPr>
          <a:lstStyle/>
          <a:p>
            <a:pPr>
              <a:defRPr/>
            </a:pPr>
            <a:r>
              <a:rPr lang="en-US" sz="600" dirty="0">
                <a:solidFill>
                  <a:srgbClr val="6D6E71"/>
                </a:solidFill>
                <a:cs typeface="Arial" pitchFamily="34" charset="0"/>
              </a:rPr>
              <a:t>Copyright © 2014 Tech Mahindra. All rights reserved.</a:t>
            </a:r>
          </a:p>
        </p:txBody>
      </p:sp>
    </p:spTree>
    <p:extLst>
      <p:ext uri="{BB962C8B-B14F-4D97-AF65-F5344CB8AC3E}">
        <p14:creationId xmlns:p14="http://schemas.microsoft.com/office/powerpoint/2010/main" val="80959443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p:cNvSpPr/>
          <p:nvPr userDrawn="1"/>
        </p:nvSpPr>
        <p:spPr bwMode="gray">
          <a:xfrm>
            <a:off x="0" y="0"/>
            <a:ext cx="9144000" cy="51435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dirty="0">
              <a:solidFill>
                <a:prstClr val="black"/>
              </a:solidFill>
            </a:endParaRPr>
          </a:p>
        </p:txBody>
      </p:sp>
      <p:pic>
        <p:nvPicPr>
          <p:cNvPr id="4" name="Picture 3" descr="Mahindra Logo.png"/>
          <p:cNvPicPr>
            <a:picLocks noChangeAspect="1"/>
          </p:cNvPicPr>
          <p:nvPr userDrawn="1"/>
        </p:nvPicPr>
        <p:blipFill>
          <a:blip r:embed="rId2" cstate="email"/>
          <a:stretch>
            <a:fillRect/>
          </a:stretch>
        </p:blipFill>
        <p:spPr bwMode="gray">
          <a:xfrm>
            <a:off x="1864293" y="2037924"/>
            <a:ext cx="5603207" cy="1118267"/>
          </a:xfrm>
          <a:prstGeom prst="rect">
            <a:avLst/>
          </a:prstGeom>
        </p:spPr>
      </p:pic>
    </p:spTree>
    <p:extLst>
      <p:ext uri="{BB962C8B-B14F-4D97-AF65-F5344CB8AC3E}">
        <p14:creationId xmlns:p14="http://schemas.microsoft.com/office/powerpoint/2010/main" val="120751985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5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8" y="539368"/>
            <a:ext cx="8224838" cy="3231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100" b="1" kern="1200" dirty="0">
                <a:solidFill>
                  <a:schemeClr val="tx1">
                    <a:lumMod val="75000"/>
                    <a:lumOff val="25000"/>
                  </a:schemeClr>
                </a:solidFill>
                <a:latin typeface="Oswald Stencil" panose="02000506000000020004" pitchFamily="2" charset="0"/>
                <a:ea typeface="+mj-ea"/>
                <a:cs typeface="Arial" pitchFamily="34" charset="0"/>
              </a:defRPr>
            </a:lvl1pPr>
          </a:lstStyle>
          <a:p>
            <a:pPr lvl="0" algn="l" defTabSz="685733" rtl="0" eaLnBrk="1" fontAlgn="base" latinLnBrk="0" hangingPunct="1">
              <a:spcBef>
                <a:spcPct val="0"/>
              </a:spcBef>
              <a:spcAft>
                <a:spcPct val="0"/>
              </a:spcAft>
              <a:buNone/>
            </a:pPr>
            <a:r>
              <a:rPr lang="en-US" dirty="0"/>
              <a:t>Click to edit Master title style</a:t>
            </a:r>
          </a:p>
        </p:txBody>
      </p:sp>
    </p:spTree>
    <p:extLst>
      <p:ext uri="{BB962C8B-B14F-4D97-AF65-F5344CB8AC3E}">
        <p14:creationId xmlns:p14="http://schemas.microsoft.com/office/powerpoint/2010/main" val="155726415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6_Conten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8311382"/>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5_Large audience">
    <p:spTree>
      <p:nvGrpSpPr>
        <p:cNvPr id="1" name=""/>
        <p:cNvGrpSpPr/>
        <p:nvPr/>
      </p:nvGrpSpPr>
      <p:grpSpPr>
        <a:xfrm>
          <a:off x="0" y="0"/>
          <a:ext cx="0" cy="0"/>
          <a:chOff x="0" y="0"/>
          <a:chExt cx="0" cy="0"/>
        </a:xfrm>
      </p:grpSpPr>
      <p:sp>
        <p:nvSpPr>
          <p:cNvPr id="3" name="Title 1"/>
          <p:cNvSpPr>
            <a:spLocks noGrp="1"/>
          </p:cNvSpPr>
          <p:nvPr>
            <p:ph type="title" hasCustomPrompt="1"/>
          </p:nvPr>
        </p:nvSpPr>
        <p:spPr bwMode="gray">
          <a:xfrm>
            <a:off x="481017" y="592605"/>
            <a:ext cx="8226425"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entury Gothic" pitchFamily="34" charset="0"/>
                <a:ea typeface="+mj-ea"/>
                <a:cs typeface="Arial" pitchFamily="34" charset="0"/>
              </a:defRPr>
            </a:lvl1pPr>
          </a:lstStyle>
          <a:p>
            <a:pPr lvl="0" algn="l" defTabSz="914240" rtl="0" eaLnBrk="1" fontAlgn="base" latinLnBrk="0" hangingPunct="1">
              <a:spcBef>
                <a:spcPct val="0"/>
              </a:spcBef>
              <a:spcAft>
                <a:spcPct val="0"/>
              </a:spcAft>
              <a:buNone/>
            </a:pPr>
            <a:r>
              <a:rPr lang="en-US" dirty="0"/>
              <a:t>CLICK TO EDIT MASTER TITLE STYLE</a:t>
            </a:r>
          </a:p>
        </p:txBody>
      </p:sp>
      <p:sp>
        <p:nvSpPr>
          <p:cNvPr id="4" name="Text Placeholder 4"/>
          <p:cNvSpPr>
            <a:spLocks noGrp="1"/>
          </p:cNvSpPr>
          <p:nvPr>
            <p:ph type="body" sz="quarter" idx="10" hasCustomPrompt="1"/>
          </p:nvPr>
        </p:nvSpPr>
        <p:spPr bwMode="gray">
          <a:xfrm>
            <a:off x="481012" y="1478758"/>
            <a:ext cx="8224838" cy="1384995"/>
          </a:xfrm>
        </p:spPr>
        <p:txBody>
          <a:bodyPr wrap="square">
            <a:spAutoFit/>
          </a:bodyPr>
          <a:lstStyle>
            <a:lvl1pPr>
              <a:spcBef>
                <a:spcPts val="0"/>
              </a:spcBef>
              <a:spcAft>
                <a:spcPts val="0"/>
              </a:spcAft>
              <a:defRPr lang="en-US" sz="1800" b="0" kern="1200" baseline="0" dirty="0" smtClean="0">
                <a:solidFill>
                  <a:schemeClr val="tx1"/>
                </a:solidFill>
                <a:latin typeface="Century Gothic"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3pPr>
            <a:lvl4pPr>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4pPr>
            <a:lvl5pPr>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5pPr>
            <a:lvl6pPr marL="1434848" indent="-285701">
              <a:spcBef>
                <a:spcPts val="0"/>
              </a:spcBef>
              <a:spcAft>
                <a:spcPts val="0"/>
              </a:spcAft>
              <a:buClr>
                <a:schemeClr val="tx2"/>
              </a:buClr>
              <a:buSzPct val="70000"/>
              <a:buFont typeface="Wingdings" pitchFamily="2" charset="2"/>
              <a:buChar char="§"/>
              <a:defRPr lang="en-US" sz="1800" kern="1200" dirty="0" smtClean="0">
                <a:solidFill>
                  <a:schemeClr val="tx1"/>
                </a:solidFill>
                <a:latin typeface="Century Gothic" pitchFamily="34" charset="0"/>
                <a:ea typeface="+mn-ea"/>
                <a:cs typeface="Arial" pitchFamily="34" charset="0"/>
              </a:defRPr>
            </a:lvl6pPr>
            <a:lvl7pPr marL="1714199" indent="-273002">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599920" indent="-228558">
              <a:spcBef>
                <a:spcPts val="0"/>
              </a:spcBef>
              <a:spcAft>
                <a:spcPts val="0"/>
              </a:spcAft>
              <a:buSzPct val="70000"/>
              <a:defRPr sz="1800" baseline="0">
                <a:latin typeface="Arial" pitchFamily="34" charset="0"/>
                <a:cs typeface="Arial" pitchFamily="34" charset="0"/>
              </a:defRPr>
            </a:lvl8pPr>
            <a:lvl9pPr marL="1823723" indent="-223796">
              <a:spcBef>
                <a:spcPts val="0"/>
              </a:spcBef>
              <a:spcAft>
                <a:spcPts val="0"/>
              </a:spcAft>
              <a:buSzPct val="70000"/>
              <a:buFont typeface="Arial" pitchFamily="34" charset="0"/>
              <a:buChar char="–"/>
              <a:defRPr sz="1800">
                <a:latin typeface="Arial" pitchFamily="34" charset="0"/>
                <a:cs typeface="Arial" pitchFamily="34" charset="0"/>
              </a:defRPr>
            </a:lvl9pPr>
          </a:lstStyle>
          <a:p>
            <a:pPr marL="290464" lvl="0" indent="-290464" algn="l" defTabSz="91424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402" lvl="2" indent="-279351" algn="l" defTabSz="91424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753" lvl="3" indent="-279351" algn="l" defTabSz="91424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453" lvl="4" indent="-285701" algn="l" defTabSz="933289"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4848" lvl="5" indent="-285701" algn="l" defTabSz="91424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539106988"/>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40654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Pls. use">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875819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9" name="Picture 2" descr="D:\Images Library\Corporate2\CATEGORISED\Connected Factories\shutterstock_567943072.jpg"/>
          <p:cNvPicPr>
            <a:picLocks noChangeAspect="1" noChangeArrowheads="1"/>
          </p:cNvPicPr>
          <p:nvPr userDrawn="1"/>
        </p:nvPicPr>
        <p:blipFill rotWithShape="1">
          <a:blip r:embed="rId2" cstate="screen">
            <a:extLst>
              <a:ext uri="{28A0092B-C50C-407E-A947-70E740481C1C}">
                <a14:useLocalDpi xmlns:a14="http://schemas.microsoft.com/office/drawing/2010/main"/>
              </a:ext>
            </a:extLst>
          </a:blip>
          <a:src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7871603" y="132231"/>
            <a:ext cx="969784" cy="267805"/>
          </a:xfrm>
          <a:prstGeom prst="rect">
            <a:avLst/>
          </a:prstGeom>
        </p:spPr>
      </p:pic>
      <p:pic>
        <p:nvPicPr>
          <p:cNvPr id="8" name="Picture 7" descr="Ridge.pdf"/>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bwMode="ltGray">
          <a:xfrm>
            <a:off x="354" y="3"/>
            <a:ext cx="1412190" cy="532260"/>
          </a:xfrm>
          <a:prstGeom prst="rect">
            <a:avLst/>
          </a:prstGeom>
        </p:spPr>
      </p:pic>
      <p:sp>
        <p:nvSpPr>
          <p:cNvPr id="10" name="TextBox 20"/>
          <p:cNvSpPr txBox="1">
            <a:spLocks noChangeArrowheads="1"/>
          </p:cNvSpPr>
          <p:nvPr userDrawn="1"/>
        </p:nvSpPr>
        <p:spPr bwMode="gray">
          <a:xfrm>
            <a:off x="171707" y="4995748"/>
            <a:ext cx="2257028" cy="107722"/>
          </a:xfrm>
          <a:prstGeom prst="rect">
            <a:avLst/>
          </a:prstGeom>
          <a:noFill/>
          <a:ln w="9525">
            <a:noFill/>
            <a:miter lim="800000"/>
          </a:ln>
        </p:spPr>
        <p:txBody>
          <a:bodyPr wrap="none" lIns="0" tIns="0" rIns="0" bIns="0">
            <a:spAutoFit/>
          </a:bodyPr>
          <a:lstStyle/>
          <a:p>
            <a:pPr defTabSz="1218293" fontAlgn="auto">
              <a:spcBef>
                <a:spcPts val="0"/>
              </a:spcBef>
              <a:spcAft>
                <a:spcPts val="0"/>
              </a:spcAft>
              <a:defRPr/>
            </a:pPr>
            <a:r>
              <a:rPr lang="en-US" sz="700" dirty="0">
                <a:solidFill>
                  <a:schemeClr val="tx1">
                    <a:lumMod val="50000"/>
                    <a:lumOff val="50000"/>
                  </a:schemeClr>
                </a:solidFill>
                <a:latin typeface="Century Gothic" pitchFamily="34" charset="0"/>
                <a:cs typeface="Arial" panose="020B0604020202020204" pitchFamily="34" charset="0"/>
              </a:rPr>
              <a:t>Copyright © 2018 Tech Mahindra. All rights reserved.</a:t>
            </a:r>
          </a:p>
        </p:txBody>
      </p:sp>
    </p:spTree>
    <p:extLst>
      <p:ext uri="{BB962C8B-B14F-4D97-AF65-F5344CB8AC3E}">
        <p14:creationId xmlns:p14="http://schemas.microsoft.com/office/powerpoint/2010/main" val="2902432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srcRect t="13950"/>
          <a:stretch/>
        </p:blipFill>
        <p:spPr>
          <a:xfrm>
            <a:off x="0" y="0"/>
            <a:ext cx="9144000" cy="5143500"/>
          </a:xfrm>
          <a:prstGeom prst="rect">
            <a:avLst/>
          </a:prstGeom>
        </p:spPr>
      </p:pic>
      <p:sp>
        <p:nvSpPr>
          <p:cNvPr id="6" name="TextBox 20"/>
          <p:cNvSpPr txBox="1">
            <a:spLocks noChangeArrowheads="1"/>
          </p:cNvSpPr>
          <p:nvPr userDrawn="1"/>
        </p:nvSpPr>
        <p:spPr bwMode="gray">
          <a:xfrm>
            <a:off x="171707" y="4995748"/>
            <a:ext cx="2257028" cy="107722"/>
          </a:xfrm>
          <a:prstGeom prst="rect">
            <a:avLst/>
          </a:prstGeom>
          <a:noFill/>
          <a:ln w="9525">
            <a:noFill/>
            <a:miter lim="800000"/>
          </a:ln>
        </p:spPr>
        <p:txBody>
          <a:bodyPr wrap="none" lIns="0" tIns="0" rIns="0" bIns="0">
            <a:spAutoFit/>
          </a:bodyPr>
          <a:lstStyle/>
          <a:p>
            <a:pPr defTabSz="1218293" fontAlgn="auto">
              <a:spcBef>
                <a:spcPts val="0"/>
              </a:spcBef>
              <a:spcAft>
                <a:spcPts val="0"/>
              </a:spcAft>
              <a:defRPr/>
            </a:pPr>
            <a:r>
              <a:rPr lang="en-US" sz="700" dirty="0">
                <a:solidFill>
                  <a:schemeClr val="tx1">
                    <a:lumMod val="50000"/>
                    <a:lumOff val="50000"/>
                  </a:schemeClr>
                </a:solidFill>
                <a:latin typeface="Century Gothic" pitchFamily="34" charset="0"/>
                <a:cs typeface="Arial" panose="020B0604020202020204" pitchFamily="34" charset="0"/>
              </a:rPr>
              <a:t>Copyright © 2018 Tech Mahindra. All rights reserved.</a:t>
            </a: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354" y="3"/>
            <a:ext cx="1412190" cy="532260"/>
          </a:xfrm>
          <a:prstGeom prst="rect">
            <a:avLst/>
          </a:prstGeom>
        </p:spPr>
      </p:pic>
      <p:sp>
        <p:nvSpPr>
          <p:cNvPr id="8" name="Slide Number Placeholder 5"/>
          <p:cNvSpPr txBox="1">
            <a:spLocks/>
          </p:cNvSpPr>
          <p:nvPr userDrawn="1"/>
        </p:nvSpPr>
        <p:spPr bwMode="auto">
          <a:xfrm>
            <a:off x="8684903" y="5009008"/>
            <a:ext cx="109005" cy="107402"/>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698" smtClean="0">
                <a:solidFill>
                  <a:schemeClr val="tx1">
                    <a:lumMod val="50000"/>
                    <a:lumOff val="50000"/>
                  </a:schemeClr>
                </a:solidFill>
                <a:latin typeface="Century Gothic" pitchFamily="34" charset="0"/>
                <a:cs typeface="Arial" pitchFamily="34" charset="0"/>
              </a:rPr>
              <a:pPr algn="r">
                <a:defRPr/>
              </a:pPr>
              <a:t>‹#›</a:t>
            </a:fld>
            <a:endParaRPr lang="en-US" sz="698" dirty="0">
              <a:solidFill>
                <a:schemeClr val="tx1">
                  <a:lumMod val="50000"/>
                  <a:lumOff val="50000"/>
                </a:schemeClr>
              </a:solidFill>
              <a:latin typeface="Century Gothic" pitchFamily="34" charset="0"/>
              <a:cs typeface="Arial" pitchFamily="34" charset="0"/>
            </a:endParaRPr>
          </a:p>
        </p:txBody>
      </p:sp>
    </p:spTree>
    <p:extLst>
      <p:ext uri="{BB962C8B-B14F-4D97-AF65-F5344CB8AC3E}">
        <p14:creationId xmlns:p14="http://schemas.microsoft.com/office/powerpoint/2010/main" val="309973533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Title 1"/>
          <p:cNvSpPr txBox="1">
            <a:spLocks/>
          </p:cNvSpPr>
          <p:nvPr userDrawn="1"/>
        </p:nvSpPr>
        <p:spPr bwMode="gray">
          <a:xfrm>
            <a:off x="3754311" y="1777873"/>
            <a:ext cx="1380058" cy="2769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defTabSz="914400" rtl="0" eaLnBrk="1" latinLnBrk="0" hangingPunct="1">
              <a:spcBef>
                <a:spcPct val="0"/>
              </a:spcBef>
              <a:buNone/>
              <a:defRPr lang="en-US" sz="2400" b="1" kern="1200" dirty="0">
                <a:solidFill>
                  <a:schemeClr val="tx2"/>
                </a:solidFill>
                <a:latin typeface="Arial" pitchFamily="34" charset="0"/>
                <a:ea typeface="+mj-ea"/>
                <a:cs typeface="Arial" pitchFamily="34" charset="0"/>
              </a:defRPr>
            </a:lvl1pPr>
          </a:lstStyle>
          <a:p>
            <a:pPr fontAlgn="base">
              <a:spcAft>
                <a:spcPct val="0"/>
              </a:spcAft>
            </a:pPr>
            <a:r>
              <a:rPr lang="en-US" sz="1800" dirty="0">
                <a:solidFill>
                  <a:schemeClr val="tx1">
                    <a:lumMod val="75000"/>
                    <a:lumOff val="25000"/>
                  </a:schemeClr>
                </a:solidFill>
                <a:latin typeface="Century Gothic" panose="020B0502020202020204" pitchFamily="34" charset="0"/>
              </a:rPr>
              <a:t>THANK YOU.</a:t>
            </a:r>
          </a:p>
        </p:txBody>
      </p:sp>
      <p:sp>
        <p:nvSpPr>
          <p:cNvPr id="4" name="TextBox 3"/>
          <p:cNvSpPr txBox="1">
            <a:spLocks noChangeArrowheads="1"/>
          </p:cNvSpPr>
          <p:nvPr userDrawn="1"/>
        </p:nvSpPr>
        <p:spPr bwMode="gray">
          <a:xfrm>
            <a:off x="240475" y="2617918"/>
            <a:ext cx="8674925" cy="1714572"/>
          </a:xfrm>
          <a:prstGeom prst="rect">
            <a:avLst/>
          </a:prstGeom>
          <a:noFill/>
          <a:ln w="9525">
            <a:noFill/>
            <a:miter lim="800000"/>
            <a:headEnd/>
            <a:tailEnd/>
          </a:ln>
        </p:spPr>
        <p:txBody>
          <a:bodyPr wrap="square" lIns="0" tIns="0" rIns="0" bIns="0">
            <a:spAutoFit/>
          </a:bodyPr>
          <a:lstStyle/>
          <a:p>
            <a:pPr algn="just">
              <a:spcBef>
                <a:spcPts val="450"/>
              </a:spcBef>
            </a:pPr>
            <a:r>
              <a:rPr lang="en-US" sz="825" b="1" dirty="0">
                <a:solidFill>
                  <a:schemeClr val="tx1">
                    <a:lumMod val="75000"/>
                    <a:lumOff val="25000"/>
                  </a:schemeClr>
                </a:solidFill>
                <a:latin typeface="Century Gothic" panose="020B0502020202020204" pitchFamily="34" charset="0"/>
                <a:cs typeface="Arial" pitchFamily="34" charset="0"/>
              </a:rPr>
              <a:t>Disclaimer </a:t>
            </a:r>
          </a:p>
          <a:p>
            <a:pPr algn="just">
              <a:spcBef>
                <a:spcPts val="450"/>
              </a:spcBef>
            </a:pPr>
            <a:r>
              <a:rPr lang="en-US" sz="825" dirty="0">
                <a:solidFill>
                  <a:schemeClr val="tx1">
                    <a:lumMod val="75000"/>
                    <a:lumOff val="25000"/>
                  </a:schemeClr>
                </a:solidFill>
                <a:latin typeface="Century Gothic" panose="020B0502020202020204" pitchFamily="34" charset="0"/>
                <a:cs typeface="Arial" pitchFamily="34" charset="0"/>
              </a:rPr>
              <a:t>Tech Mahindra Limited,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5" name="Text Placeholder 41"/>
          <p:cNvSpPr txBox="1">
            <a:spLocks/>
          </p:cNvSpPr>
          <p:nvPr userDrawn="1"/>
        </p:nvSpPr>
        <p:spPr bwMode="gray">
          <a:xfrm>
            <a:off x="3478211" y="2288790"/>
            <a:ext cx="2199454" cy="20774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SzPct val="120000"/>
              <a:buFont typeface="Arial" pitchFamily="34" charset="0"/>
              <a:buNone/>
              <a:defRPr lang="en-US" sz="1800" b="1" kern="1200" baseline="0" dirty="0" smtClean="0">
                <a:solidFill>
                  <a:schemeClr val="bg2"/>
                </a:solidFill>
                <a:latin typeface="Arial" pitchFamily="34" charset="0"/>
                <a:ea typeface="+mn-ea"/>
                <a:cs typeface="Arial" pitchFamily="34" charset="0"/>
              </a:defRPr>
            </a:lvl1pPr>
            <a:lvl2pPr marL="285750" indent="-285750" algn="l" defTabSz="914400" rtl="0" eaLnBrk="1" fontAlgn="base" latinLnBrk="0" hangingPunct="1">
              <a:spcBef>
                <a:spcPts val="0"/>
              </a:spcBef>
              <a:spcAft>
                <a:spcPct val="0"/>
              </a:spcAft>
              <a:buClr>
                <a:schemeClr val="bg2"/>
              </a:buClr>
              <a:buSzPct val="100000"/>
              <a:buFont typeface="Wingdings" pitchFamily="2" charset="2"/>
              <a:buChar char="§"/>
              <a:defRPr lang="en-US" sz="1800" b="0" kern="1200" baseline="0" dirty="0" smtClean="0">
                <a:solidFill>
                  <a:schemeClr val="tx1"/>
                </a:solidFill>
                <a:latin typeface="+mn-lt"/>
                <a:ea typeface="+mn-ea"/>
                <a:cs typeface="+mn-cs"/>
              </a:defRPr>
            </a:lvl2pPr>
            <a:lvl3pPr marL="571500" indent="-279400" algn="l" defTabSz="914400" rtl="0" eaLnBrk="1" fontAlgn="base" latinLnBrk="0" hangingPunct="1">
              <a:spcBef>
                <a:spcPts val="0"/>
              </a:spcBef>
              <a:spcAft>
                <a:spcPct val="0"/>
              </a:spcAft>
              <a:buClr>
                <a:schemeClr val="bg2"/>
              </a:buClr>
              <a:buSzPct val="90000"/>
              <a:buFont typeface="Arial" pitchFamily="34" charset="0"/>
              <a:buChar char="–"/>
              <a:defRPr kumimoji="0" lang="en-US" sz="18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850900" indent="-279400" algn="l" defTabSz="914400" rtl="0" eaLnBrk="1" fontAlgn="base" latinLnBrk="0" hangingPunct="1">
              <a:spcBef>
                <a:spcPts val="0"/>
              </a:spcBef>
              <a:spcAft>
                <a:spcPct val="0"/>
              </a:spcAft>
              <a:buClr>
                <a:schemeClr val="bg2"/>
              </a:buClr>
              <a:buSzPct val="80000"/>
              <a:buFont typeface="Wingdings" pitchFamily="2" charset="2"/>
              <a:buChar char="§"/>
              <a:defRPr lang="en-US" sz="1800" b="0" kern="1200" baseline="0" dirty="0" smtClean="0">
                <a:solidFill>
                  <a:schemeClr val="tx1"/>
                </a:solidFill>
                <a:latin typeface="Arial" pitchFamily="34" charset="0"/>
                <a:ea typeface="+mn-ea"/>
                <a:cs typeface="+mn-cs"/>
              </a:defRPr>
            </a:lvl4pPr>
            <a:lvl5pPr marL="1136650" indent="-285750" algn="l" defTabSz="933450" rtl="0" eaLnBrk="1" fontAlgn="base" latinLnBrk="0" hangingPunct="1">
              <a:spcBef>
                <a:spcPts val="0"/>
              </a:spcBef>
              <a:spcAft>
                <a:spcPct val="0"/>
              </a:spcAft>
              <a:buClr>
                <a:schemeClr val="bg2"/>
              </a:buClr>
              <a:buSzPct val="70000"/>
              <a:buFont typeface="Arial" pitchFamily="34" charset="0"/>
              <a:buChar char="–"/>
              <a:defRPr lang="en-US" sz="1800" b="0" kern="1200" baseline="0" dirty="0" smtClean="0">
                <a:solidFill>
                  <a:schemeClr val="tx1"/>
                </a:solidFill>
                <a:latin typeface="Arial" pitchFamily="34" charset="0"/>
                <a:ea typeface="+mn-ea"/>
                <a:cs typeface="+mn-cs"/>
              </a:defRPr>
            </a:lvl5pPr>
            <a:lvl6pPr marL="1371600" indent="-241300" algn="l" defTabSz="914400"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350" dirty="0">
                <a:latin typeface="Century Gothic" panose="020B0502020202020204" pitchFamily="34" charset="0"/>
              </a:rPr>
              <a:t>www.techmahindra.com</a:t>
            </a:r>
          </a:p>
        </p:txBody>
      </p:sp>
    </p:spTree>
    <p:extLst>
      <p:ext uri="{BB962C8B-B14F-4D97-AF65-F5344CB8AC3E}">
        <p14:creationId xmlns:p14="http://schemas.microsoft.com/office/powerpoint/2010/main" val="143731757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one only">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7" name="Rectangle 6"/>
          <p:cNvSpPr/>
          <p:nvPr userDrawn="1"/>
        </p:nvSpPr>
        <p:spPr>
          <a:xfrm>
            <a:off x="7932" y="10236"/>
            <a:ext cx="4167620" cy="5143500"/>
          </a:xfrm>
          <a:prstGeom prst="rect">
            <a:avLst/>
          </a:prstGeom>
          <a:solidFill>
            <a:schemeClr val="tx1">
              <a:lumMod val="75000"/>
              <a:lumOff val="25000"/>
              <a:alpha val="83000"/>
            </a:schemeClr>
          </a:solidFill>
          <a:ln w="3175">
            <a:solidFill>
              <a:schemeClr val="bg1">
                <a:lumMod val="95000"/>
              </a:schemeClr>
            </a:solidFill>
            <a:prstDash val="sysDot"/>
          </a:ln>
          <a:effectLst/>
          <a:scene3d>
            <a:camera prst="orthographicFront">
              <a:rot lat="0" lon="0" rev="0"/>
            </a:camera>
            <a:lightRig rig="threePt" dir="t">
              <a:rot lat="0" lon="0" rev="1200000"/>
            </a:lightRig>
          </a:scene3d>
          <a:sp3d/>
        </p:spPr>
        <p:style>
          <a:lnRef idx="0">
            <a:schemeClr val="accent6"/>
          </a:lnRef>
          <a:fillRef idx="3">
            <a:schemeClr val="accent6"/>
          </a:fillRef>
          <a:effectRef idx="3">
            <a:schemeClr val="accent6"/>
          </a:effectRef>
          <a:fontRef idx="minor">
            <a:schemeClr val="lt1"/>
          </a:fontRef>
        </p:style>
        <p:txBody>
          <a:bodyPr rtlCol="0" anchor="t"/>
          <a:lstStyle/>
          <a:p>
            <a:pPr algn="ctr" defTabSz="685800"/>
            <a:endParaRPr lang="en-IN" sz="1350" b="1">
              <a:solidFill>
                <a:prstClr val="white"/>
              </a:solidFill>
            </a:endParaRPr>
          </a:p>
        </p:txBody>
      </p:sp>
      <p:sp>
        <p:nvSpPr>
          <p:cNvPr id="8" name="TextBox 20"/>
          <p:cNvSpPr txBox="1">
            <a:spLocks noChangeArrowheads="1"/>
          </p:cNvSpPr>
          <p:nvPr userDrawn="1"/>
        </p:nvSpPr>
        <p:spPr bwMode="gray">
          <a:xfrm>
            <a:off x="171707" y="4995748"/>
            <a:ext cx="2257028" cy="107722"/>
          </a:xfrm>
          <a:prstGeom prst="rect">
            <a:avLst/>
          </a:prstGeom>
          <a:noFill/>
          <a:ln w="9525">
            <a:noFill/>
            <a:miter lim="800000"/>
          </a:ln>
        </p:spPr>
        <p:txBody>
          <a:bodyPr wrap="none" lIns="0" tIns="0" rIns="0" bIns="0">
            <a:spAutoFit/>
          </a:bodyPr>
          <a:lstStyle/>
          <a:p>
            <a:pPr defTabSz="1218293" fontAlgn="auto">
              <a:spcBef>
                <a:spcPts val="0"/>
              </a:spcBef>
              <a:spcAft>
                <a:spcPts val="0"/>
              </a:spcAft>
              <a:defRPr/>
            </a:pPr>
            <a:r>
              <a:rPr lang="en-US" sz="700" dirty="0">
                <a:solidFill>
                  <a:schemeClr val="tx1">
                    <a:lumMod val="50000"/>
                    <a:lumOff val="50000"/>
                  </a:schemeClr>
                </a:solidFill>
                <a:latin typeface="Century Gothic" pitchFamily="34" charset="0"/>
                <a:cs typeface="Arial" panose="020B0604020202020204" pitchFamily="34" charset="0"/>
              </a:rPr>
              <a:t>Copyright © 2018 Tech Mahindra. All rights reserved.</a:t>
            </a:r>
          </a:p>
        </p:txBody>
      </p:sp>
      <p:pic>
        <p:nvPicPr>
          <p:cNvPr id="9" name="Picture 8"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354" y="3"/>
            <a:ext cx="1412190" cy="532260"/>
          </a:xfrm>
          <a:prstGeom prst="rect">
            <a:avLst/>
          </a:prstGeom>
        </p:spPr>
      </p:pic>
      <p:sp>
        <p:nvSpPr>
          <p:cNvPr id="10" name="Slide Number Placeholder 5"/>
          <p:cNvSpPr txBox="1">
            <a:spLocks/>
          </p:cNvSpPr>
          <p:nvPr userDrawn="1"/>
        </p:nvSpPr>
        <p:spPr bwMode="auto">
          <a:xfrm>
            <a:off x="8684903" y="5009008"/>
            <a:ext cx="109005" cy="107402"/>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698" smtClean="0">
                <a:solidFill>
                  <a:schemeClr val="tx1">
                    <a:lumMod val="50000"/>
                    <a:lumOff val="50000"/>
                  </a:schemeClr>
                </a:solidFill>
                <a:latin typeface="Century Gothic" pitchFamily="34" charset="0"/>
                <a:cs typeface="Arial" pitchFamily="34" charset="0"/>
              </a:rPr>
              <a:pPr algn="r">
                <a:defRPr/>
              </a:pPr>
              <a:t>‹#›</a:t>
            </a:fld>
            <a:endParaRPr lang="en-US" sz="698" dirty="0">
              <a:solidFill>
                <a:schemeClr val="tx1">
                  <a:lumMod val="50000"/>
                  <a:lumOff val="50000"/>
                </a:schemeClr>
              </a:solidFill>
              <a:latin typeface="Century Gothic" pitchFamily="34" charset="0"/>
              <a:cs typeface="Arial" pitchFamily="34" charset="0"/>
            </a:endParaRPr>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3887930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UIT2">
    <p:spTree>
      <p:nvGrpSpPr>
        <p:cNvPr id="1" name=""/>
        <p:cNvGrpSpPr/>
        <p:nvPr/>
      </p:nvGrpSpPr>
      <p:grpSpPr>
        <a:xfrm>
          <a:off x="0" y="0"/>
          <a:ext cx="0" cy="0"/>
          <a:chOff x="0" y="0"/>
          <a:chExt cx="0" cy="0"/>
        </a:xfrm>
      </p:grpSpPr>
      <p:sp>
        <p:nvSpPr>
          <p:cNvPr id="5" name="Title Placeholder 1"/>
          <p:cNvSpPr>
            <a:spLocks noGrp="1"/>
          </p:cNvSpPr>
          <p:nvPr>
            <p:ph type="title"/>
          </p:nvPr>
        </p:nvSpPr>
        <p:spPr bwMode="auto">
          <a:xfrm>
            <a:off x="537208" y="172436"/>
            <a:ext cx="8212137"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endParaRPr lang="en-US" dirty="0"/>
          </a:p>
        </p:txBody>
      </p:sp>
      <p:pic>
        <p:nvPicPr>
          <p:cNvPr id="4" name="Picture 3" descr="Ridge.pd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358" y="1"/>
            <a:ext cx="1073700" cy="420913"/>
          </a:xfrm>
          <a:prstGeom prst="rect">
            <a:avLst/>
          </a:prstGeom>
        </p:spPr>
      </p:pic>
    </p:spTree>
    <p:extLst>
      <p:ext uri="{BB962C8B-B14F-4D97-AF65-F5344CB8AC3E}">
        <p14:creationId xmlns:p14="http://schemas.microsoft.com/office/powerpoint/2010/main" val="366676599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7_Title Slide">
    <p:spTree>
      <p:nvGrpSpPr>
        <p:cNvPr id="1" name=""/>
        <p:cNvGrpSpPr/>
        <p:nvPr/>
      </p:nvGrpSpPr>
      <p:grpSpPr>
        <a:xfrm>
          <a:off x="0" y="0"/>
          <a:ext cx="0" cy="0"/>
          <a:chOff x="0" y="0"/>
          <a:chExt cx="0" cy="0"/>
        </a:xfrm>
      </p:grpSpPr>
      <p:pic>
        <p:nvPicPr>
          <p:cNvPr id="1026" name="Picture 2" descr="D:\Images Library\2016\September_2016\shutterstock_432796114.jpg"/>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ridge4.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805" y="18"/>
            <a:ext cx="3968824" cy="1298888"/>
          </a:xfrm>
          <a:prstGeom prst="rect">
            <a:avLst/>
          </a:prstGeom>
        </p:spPr>
      </p:pic>
    </p:spTree>
    <p:extLst>
      <p:ext uri="{BB962C8B-B14F-4D97-AF65-F5344CB8AC3E}">
        <p14:creationId xmlns:p14="http://schemas.microsoft.com/office/powerpoint/2010/main" val="78063329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8_Title Slide">
    <p:spTree>
      <p:nvGrpSpPr>
        <p:cNvPr id="1" name=""/>
        <p:cNvGrpSpPr/>
        <p:nvPr/>
      </p:nvGrpSpPr>
      <p:grpSpPr>
        <a:xfrm>
          <a:off x="0" y="0"/>
          <a:ext cx="0" cy="0"/>
          <a:chOff x="0" y="0"/>
          <a:chExt cx="0" cy="0"/>
        </a:xfrm>
      </p:grpSpPr>
      <p:pic>
        <p:nvPicPr>
          <p:cNvPr id="8" name="Picture 7"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805" y="18"/>
            <a:ext cx="3968824" cy="1298888"/>
          </a:xfrm>
          <a:prstGeom prst="rect">
            <a:avLst/>
          </a:prstGeom>
        </p:spPr>
      </p:pic>
      <p:sp>
        <p:nvSpPr>
          <p:cNvPr id="4" name="object 2"/>
          <p:cNvSpPr/>
          <p:nvPr userDrawn="1"/>
        </p:nvSpPr>
        <p:spPr>
          <a:xfrm>
            <a:off x="1017485" y="1161117"/>
            <a:ext cx="7169042" cy="2895318"/>
          </a:xfrm>
          <a:prstGeom prst="rect">
            <a:avLst/>
          </a:prstGeom>
          <a:blipFill>
            <a:blip r:embed="rId3" cstate="print"/>
            <a:stretch>
              <a:fillRect/>
            </a:stretch>
          </a:blipFill>
        </p:spPr>
        <p:txBody>
          <a:bodyPr wrap="square" lIns="0" tIns="0" rIns="0" bIns="0" rtlCol="0"/>
          <a:lstStyle/>
          <a:p>
            <a:endParaRPr dirty="0">
              <a:latin typeface="Calibri" panose="020F0502020204030204" pitchFamily="34" charset="0"/>
            </a:endParaRPr>
          </a:p>
        </p:txBody>
      </p:sp>
    </p:spTree>
    <p:extLst>
      <p:ext uri="{BB962C8B-B14F-4D97-AF65-F5344CB8AC3E}">
        <p14:creationId xmlns:p14="http://schemas.microsoft.com/office/powerpoint/2010/main" val="173654725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Large audience">
    <p:spTree>
      <p:nvGrpSpPr>
        <p:cNvPr id="1" name=""/>
        <p:cNvGrpSpPr/>
        <p:nvPr/>
      </p:nvGrpSpPr>
      <p:grpSpPr>
        <a:xfrm>
          <a:off x="0" y="0"/>
          <a:ext cx="0" cy="0"/>
          <a:chOff x="0" y="0"/>
          <a:chExt cx="0" cy="0"/>
        </a:xfrm>
      </p:grpSpPr>
      <p:sp>
        <p:nvSpPr>
          <p:cNvPr id="3" name="Title 1"/>
          <p:cNvSpPr>
            <a:spLocks noGrp="1"/>
          </p:cNvSpPr>
          <p:nvPr>
            <p:ph type="title" hasCustomPrompt="1"/>
          </p:nvPr>
        </p:nvSpPr>
        <p:spPr bwMode="gray">
          <a:xfrm>
            <a:off x="481013" y="545306"/>
            <a:ext cx="8226425" cy="2769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alibri" panose="020F0502020204030204" pitchFamily="34" charset="0"/>
                <a:ea typeface="+mj-ea"/>
                <a:cs typeface="Calibri" panose="020F0502020204030204" pitchFamily="34" charset="0"/>
              </a:defRPr>
            </a:lvl1pPr>
          </a:lstStyle>
          <a:p>
            <a:pPr lvl="0" algn="l" defTabSz="914400" rtl="0" eaLnBrk="1" fontAlgn="base" latinLnBrk="0" hangingPunct="1">
              <a:spcBef>
                <a:spcPct val="0"/>
              </a:spcBef>
              <a:spcAft>
                <a:spcPct val="0"/>
              </a:spcAft>
              <a:buNone/>
            </a:pPr>
            <a:r>
              <a:rPr lang="en-US" dirty="0"/>
              <a:t>CLICK TO EDIT MASTER TITLE STYLE</a:t>
            </a:r>
          </a:p>
        </p:txBody>
      </p:sp>
    </p:spTree>
    <p:extLst>
      <p:ext uri="{BB962C8B-B14F-4D97-AF65-F5344CB8AC3E}">
        <p14:creationId xmlns:p14="http://schemas.microsoft.com/office/powerpoint/2010/main" val="16371901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Content Subtitle">
    <p:spTree>
      <p:nvGrpSpPr>
        <p:cNvPr id="1" name=""/>
        <p:cNvGrpSpPr/>
        <p:nvPr/>
      </p:nvGrpSpPr>
      <p:grpSpPr>
        <a:xfrm>
          <a:off x="0" y="0"/>
          <a:ext cx="0" cy="0"/>
          <a:chOff x="0" y="0"/>
          <a:chExt cx="0" cy="0"/>
        </a:xfrm>
      </p:grpSpPr>
      <p:sp>
        <p:nvSpPr>
          <p:cNvPr id="4" name="Text Placeholder 41"/>
          <p:cNvSpPr>
            <a:spLocks noGrp="1"/>
          </p:cNvSpPr>
          <p:nvPr>
            <p:ph type="body" sz="quarter" idx="13"/>
          </p:nvPr>
        </p:nvSpPr>
        <p:spPr bwMode="gray">
          <a:xfrm>
            <a:off x="482600" y="862937"/>
            <a:ext cx="8224838" cy="184666"/>
          </a:xfrm>
          <a:prstGeom prst="rect">
            <a:avLst/>
          </a:prstGeom>
        </p:spPr>
        <p:txBody>
          <a:bodyPr lIns="0" tIns="0" rIns="0" bIns="0"/>
          <a:lstStyle>
            <a:lvl1pPr marL="0" indent="0">
              <a:buNone/>
              <a:defRPr sz="1400" b="0" i="1">
                <a:solidFill>
                  <a:schemeClr val="bg2"/>
                </a:solidFill>
                <a:latin typeface="Calibri" panose="020F0502020204030204" pitchFamily="34" charset="0"/>
                <a:cs typeface="Calibri" panose="020F0502020204030204" pitchFamily="34" charset="0"/>
              </a:defRPr>
            </a:lvl1pPr>
          </a:lstStyle>
          <a:p>
            <a:pPr lvl="0"/>
            <a:r>
              <a:rPr lang="en-US" dirty="0"/>
              <a:t>Click to edit Master text styles</a:t>
            </a:r>
          </a:p>
        </p:txBody>
      </p:sp>
      <p:sp>
        <p:nvSpPr>
          <p:cNvPr id="6" name="Title 1"/>
          <p:cNvSpPr>
            <a:spLocks noGrp="1"/>
          </p:cNvSpPr>
          <p:nvPr>
            <p:ph type="title" hasCustomPrompt="1"/>
          </p:nvPr>
        </p:nvSpPr>
        <p:spPr bwMode="gray">
          <a:xfrm>
            <a:off x="481013" y="545306"/>
            <a:ext cx="8226425" cy="2769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alibri" panose="020F0502020204030204" pitchFamily="34" charset="0"/>
                <a:ea typeface="+mj-ea"/>
                <a:cs typeface="Calibri" panose="020F0502020204030204" pitchFamily="34" charset="0"/>
              </a:defRPr>
            </a:lvl1pPr>
          </a:lstStyle>
          <a:p>
            <a:pPr lvl="0" algn="l" defTabSz="914400" rtl="0" eaLnBrk="1" fontAlgn="base" latinLnBrk="0" hangingPunct="1">
              <a:spcBef>
                <a:spcPct val="0"/>
              </a:spcBef>
              <a:spcAft>
                <a:spcPct val="0"/>
              </a:spcAft>
              <a:buNone/>
            </a:pPr>
            <a:r>
              <a:rPr lang="en-US" dirty="0"/>
              <a:t>CLICK TO EDIT MASTER TITLE STYLE</a:t>
            </a:r>
          </a:p>
        </p:txBody>
      </p:sp>
    </p:spTree>
    <p:extLst>
      <p:ext uri="{BB962C8B-B14F-4D97-AF65-F5344CB8AC3E}">
        <p14:creationId xmlns:p14="http://schemas.microsoft.com/office/powerpoint/2010/main" val="1073052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Thank you">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tretch>
            <a:fillRect/>
          </a:stretch>
        </p:blipFill>
        <p:spPr>
          <a:xfrm>
            <a:off x="0" y="0"/>
            <a:ext cx="9144000" cy="5135880"/>
          </a:xfrm>
          <a:prstGeom prst="rect">
            <a:avLst/>
          </a:prstGeom>
        </p:spPr>
      </p:pic>
      <p:sp>
        <p:nvSpPr>
          <p:cNvPr id="2" name="Title 1"/>
          <p:cNvSpPr>
            <a:spLocks noGrp="1"/>
          </p:cNvSpPr>
          <p:nvPr>
            <p:ph type="title" hasCustomPrompt="1"/>
          </p:nvPr>
        </p:nvSpPr>
        <p:spPr bwMode="gray">
          <a:xfrm>
            <a:off x="1366838" y="1145471"/>
            <a:ext cx="6729984"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Calibri" panose="020F0502020204030204" pitchFamily="34" charset="0"/>
                <a:ea typeface="+mj-ea"/>
                <a:cs typeface="Calibri" panose="020F0502020204030204" pitchFamily="34" charset="0"/>
              </a:defRPr>
            </a:lvl1pPr>
          </a:lstStyle>
          <a:p>
            <a:pPr lvl="0" algn="l" defTabSz="914400" rtl="0" eaLnBrk="1" fontAlgn="base" latinLnBrk="0" hangingPunct="1">
              <a:spcBef>
                <a:spcPct val="0"/>
              </a:spcBef>
              <a:spcAft>
                <a:spcPct val="0"/>
              </a:spcAft>
              <a:buNone/>
            </a:pPr>
            <a:r>
              <a:rPr lang="en-US" dirty="0"/>
              <a:t>Thank you.</a:t>
            </a:r>
          </a:p>
        </p:txBody>
      </p:sp>
      <p:sp>
        <p:nvSpPr>
          <p:cNvPr id="9" name="TextBox 8"/>
          <p:cNvSpPr txBox="1">
            <a:spLocks noChangeArrowheads="1"/>
          </p:cNvSpPr>
          <p:nvPr/>
        </p:nvSpPr>
        <p:spPr bwMode="gray">
          <a:xfrm>
            <a:off x="1366840" y="2069920"/>
            <a:ext cx="6754811" cy="2308324"/>
          </a:xfrm>
          <a:prstGeom prst="rect">
            <a:avLst/>
          </a:prstGeom>
          <a:noFill/>
          <a:ln w="9525">
            <a:noFill/>
            <a:miter lim="800000"/>
            <a:headEnd/>
            <a:tailEnd/>
          </a:ln>
        </p:spPr>
        <p:txBody>
          <a:bodyPr wrap="square" lIns="0" tIns="0" rIns="0" bIns="0">
            <a:spAutoFit/>
          </a:bodyPr>
          <a:lstStyle/>
          <a:p>
            <a:pPr algn="just">
              <a:spcBef>
                <a:spcPts val="600"/>
              </a:spcBef>
            </a:pPr>
            <a:r>
              <a:rPr lang="en-US" sz="1000" b="1" dirty="0">
                <a:solidFill>
                  <a:srgbClr val="6D6E71"/>
                </a:solidFill>
                <a:latin typeface="Calibri" panose="020F0502020204030204" pitchFamily="34" charset="0"/>
                <a:cs typeface="Calibri" panose="020F0502020204030204" pitchFamily="34" charset="0"/>
              </a:rPr>
              <a:t>Disclaimer </a:t>
            </a:r>
          </a:p>
          <a:p>
            <a:pPr algn="just">
              <a:spcBef>
                <a:spcPts val="600"/>
              </a:spcBef>
            </a:pPr>
            <a:r>
              <a:rPr lang="en-US" sz="900" dirty="0">
                <a:solidFill>
                  <a:srgbClr val="6D6E71"/>
                </a:solidFill>
                <a:latin typeface="Calibri" panose="020F0502020204030204" pitchFamily="34" charset="0"/>
                <a:cs typeface="Calibri" panose="020F0502020204030204" pitchFamily="34" charset="0"/>
              </a:rPr>
              <a:t>Tech Mahindra Limited, herein referred to as </a:t>
            </a:r>
            <a:r>
              <a:rPr lang="en-US" sz="900" dirty="0" err="1">
                <a:solidFill>
                  <a:srgbClr val="6D6E71"/>
                </a:solidFill>
                <a:latin typeface="Calibri" panose="020F0502020204030204" pitchFamily="34" charset="0"/>
                <a:cs typeface="Calibri" panose="020F0502020204030204" pitchFamily="34" charset="0"/>
              </a:rPr>
              <a:t>TechM</a:t>
            </a:r>
            <a:r>
              <a:rPr lang="en-US" sz="900" dirty="0">
                <a:solidFill>
                  <a:srgbClr val="6D6E71"/>
                </a:solidFill>
                <a:latin typeface="Calibri" panose="020F0502020204030204" pitchFamily="34" charset="0"/>
                <a:cs typeface="Calibri" panose="020F0502020204030204" pitchFamily="34" charset="0"/>
              </a:rPr>
              <a:t>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a:t>
            </a:r>
            <a:r>
              <a:rPr lang="en-US" sz="900" dirty="0" err="1">
                <a:solidFill>
                  <a:srgbClr val="6D6E71"/>
                </a:solidFill>
                <a:latin typeface="Calibri" panose="020F0502020204030204" pitchFamily="34" charset="0"/>
                <a:cs typeface="Calibri" panose="020F0502020204030204" pitchFamily="34" charset="0"/>
              </a:rPr>
              <a:t>TechM</a:t>
            </a:r>
            <a:r>
              <a:rPr lang="en-US" sz="900" dirty="0">
                <a:solidFill>
                  <a:srgbClr val="6D6E71"/>
                </a:solidFill>
                <a:latin typeface="Calibri" panose="020F0502020204030204" pitchFamily="34" charset="0"/>
                <a:cs typeface="Calibri" panose="020F0502020204030204" pitchFamily="34" charset="0"/>
              </a:rPr>
              <a:t> or its subsidiaries. Any unauthorized use, disclosure or public dissemination of information contained herein is prohibited. Unless specifically noted, </a:t>
            </a:r>
            <a:r>
              <a:rPr lang="en-US" sz="900" dirty="0" err="1">
                <a:solidFill>
                  <a:srgbClr val="6D6E71"/>
                </a:solidFill>
                <a:latin typeface="Calibri" panose="020F0502020204030204" pitchFamily="34" charset="0"/>
                <a:cs typeface="Calibri" panose="020F0502020204030204" pitchFamily="34" charset="0"/>
              </a:rPr>
              <a:t>TechM</a:t>
            </a:r>
            <a:r>
              <a:rPr lang="en-US" sz="900" dirty="0">
                <a:solidFill>
                  <a:srgbClr val="6D6E71"/>
                </a:solidFill>
                <a:latin typeface="Calibri" panose="020F0502020204030204" pitchFamily="34" charset="0"/>
                <a:cs typeface="Calibri" panose="020F0502020204030204" pitchFamily="34" charset="0"/>
              </a:rPr>
              <a:t>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a:t>
            </a:r>
            <a:r>
              <a:rPr lang="en-US" sz="900" dirty="0" err="1">
                <a:solidFill>
                  <a:srgbClr val="6D6E71"/>
                </a:solidFill>
                <a:latin typeface="Calibri" panose="020F0502020204030204" pitchFamily="34" charset="0"/>
                <a:cs typeface="Calibri" panose="020F0502020204030204" pitchFamily="34" charset="0"/>
              </a:rPr>
              <a:t>TechM</a:t>
            </a:r>
            <a:r>
              <a:rPr lang="en-US" sz="900" dirty="0">
                <a:solidFill>
                  <a:srgbClr val="6D6E71"/>
                </a:solidFill>
                <a:latin typeface="Calibri" panose="020F0502020204030204" pitchFamily="34" charset="0"/>
                <a:cs typeface="Calibri" panose="020F0502020204030204" pitchFamily="34" charset="0"/>
              </a:rPr>
              <a:t>. Information contained in a presentation hosted or promoted by </a:t>
            </a:r>
            <a:r>
              <a:rPr lang="en-US" sz="900" dirty="0" err="1">
                <a:solidFill>
                  <a:srgbClr val="6D6E71"/>
                </a:solidFill>
                <a:latin typeface="Calibri" panose="020F0502020204030204" pitchFamily="34" charset="0"/>
                <a:cs typeface="Calibri" panose="020F0502020204030204" pitchFamily="34" charset="0"/>
              </a:rPr>
              <a:t>TechM</a:t>
            </a:r>
            <a:r>
              <a:rPr lang="en-US" sz="900" dirty="0">
                <a:solidFill>
                  <a:srgbClr val="6D6E71"/>
                </a:solidFill>
                <a:latin typeface="Calibri" panose="020F0502020204030204" pitchFamily="34" charset="0"/>
                <a:cs typeface="Calibri" panose="020F0502020204030204" pitchFamily="34" charset="0"/>
              </a:rPr>
              <a:t> is provided “as is” without warranty of any kind, either expressed or implied, including any warranty of merchantability or fitness for a particular purpose. </a:t>
            </a:r>
            <a:r>
              <a:rPr lang="en-US" sz="900" dirty="0" err="1">
                <a:solidFill>
                  <a:srgbClr val="6D6E71"/>
                </a:solidFill>
                <a:latin typeface="Calibri" panose="020F0502020204030204" pitchFamily="34" charset="0"/>
                <a:cs typeface="Calibri" panose="020F0502020204030204" pitchFamily="34" charset="0"/>
              </a:rPr>
              <a:t>TechM</a:t>
            </a:r>
            <a:r>
              <a:rPr lang="en-US" sz="900" dirty="0">
                <a:solidFill>
                  <a:srgbClr val="6D6E71"/>
                </a:solidFill>
                <a:latin typeface="Calibri" panose="020F0502020204030204" pitchFamily="34" charset="0"/>
                <a:cs typeface="Calibri" panose="020F0502020204030204" pitchFamily="34" charset="0"/>
              </a:rPr>
              <a:t>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hasCustomPrompt="1"/>
          </p:nvPr>
        </p:nvSpPr>
        <p:spPr bwMode="gray">
          <a:xfrm>
            <a:off x="1366839" y="1470041"/>
            <a:ext cx="6734627" cy="2769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Calibri" panose="020F0502020204030204" pitchFamily="34" charset="0"/>
                <a:ea typeface="+mn-ea"/>
                <a:cs typeface="Calibri" panose="020F0502020204030204" pitchFamily="34" charset="0"/>
              </a:defRPr>
            </a:lvl1pPr>
          </a:lstStyle>
          <a:p>
            <a:pPr lvl="0"/>
            <a:r>
              <a:rPr lang="en-US" dirty="0"/>
              <a:t>www.techmahindra.com</a:t>
            </a:r>
          </a:p>
        </p:txBody>
      </p:sp>
      <p:pic>
        <p:nvPicPr>
          <p:cNvPr id="6" name="Picture 5" descr="Ridge.pdf"/>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ltGray">
          <a:xfrm>
            <a:off x="459" y="0"/>
            <a:ext cx="1994596" cy="725308"/>
          </a:xfrm>
          <a:prstGeom prst="rect">
            <a:avLst/>
          </a:prstGeom>
        </p:spPr>
      </p:pic>
      <p:sp>
        <p:nvSpPr>
          <p:cNvPr id="7" name="Slide Number Placeholder 5"/>
          <p:cNvSpPr txBox="1">
            <a:spLocks/>
          </p:cNvSpPr>
          <p:nvPr userDrawn="1"/>
        </p:nvSpPr>
        <p:spPr bwMode="auto">
          <a:xfrm>
            <a:off x="8854517" y="4956662"/>
            <a:ext cx="125034" cy="123111"/>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800" smtClean="0">
                <a:solidFill>
                  <a:srgbClr val="6D6E71"/>
                </a:solidFill>
                <a:latin typeface="Calibri" panose="020F0502020204030204" pitchFamily="34" charset="0"/>
                <a:cs typeface="Calibri" panose="020F0502020204030204" pitchFamily="34" charset="0"/>
              </a:rPr>
              <a:pPr algn="r">
                <a:defRPr/>
              </a:pPr>
              <a:t>‹#›</a:t>
            </a:fld>
            <a:endParaRPr lang="en-US" sz="800" dirty="0">
              <a:solidFill>
                <a:srgbClr val="6D6E7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513347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Titel und Text">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C1181822-5483-42EE-9F27-1920ACBE9D4E}"/>
              </a:ext>
            </a:extLst>
          </p:cNvPr>
          <p:cNvGraphicFramePr>
            <a:graphicFrameLocks noChangeAspect="1"/>
          </p:cNvGraphicFramePr>
          <p:nvPr userDrawn="1">
            <p:custDataLst>
              <p:tags r:id="rId1"/>
            </p:custDataLst>
          </p:nvPr>
        </p:nvGraphicFramePr>
        <p:xfrm>
          <a:off x="1589" y="1193"/>
          <a:ext cx="1587" cy="1190"/>
        </p:xfrm>
        <a:graphic>
          <a:graphicData uri="http://schemas.openxmlformats.org/presentationml/2006/ole">
            <mc:AlternateContent xmlns:mc="http://schemas.openxmlformats.org/markup-compatibility/2006">
              <mc:Choice xmlns:v="urn:schemas-microsoft-com:vml" Requires="v">
                <p:oleObj name="think-cell Folie" r:id="rId3" imgW="530" imgH="531" progId="TCLayout.ActiveDocument.1">
                  <p:embed/>
                </p:oleObj>
              </mc:Choice>
              <mc:Fallback>
                <p:oleObj name="think-cell Folie" r:id="rId3" imgW="530" imgH="531" progId="TCLayout.ActiveDocument.1">
                  <p:embed/>
                  <p:pic>
                    <p:nvPicPr>
                      <p:cNvPr id="2" name="Objekt 1" hidden="1">
                        <a:extLst>
                          <a:ext uri="{FF2B5EF4-FFF2-40B4-BE49-F238E27FC236}">
                            <a16:creationId xmlns:a16="http://schemas.microsoft.com/office/drawing/2014/main" id="{C1181822-5483-42EE-9F27-1920ACBE9D4E}"/>
                          </a:ext>
                        </a:extLst>
                      </p:cNvPr>
                      <p:cNvPicPr/>
                      <p:nvPr/>
                    </p:nvPicPr>
                    <p:blipFill>
                      <a:blip r:embed="rId4"/>
                      <a:stretch>
                        <a:fillRect/>
                      </a:stretch>
                    </p:blipFill>
                    <p:spPr>
                      <a:xfrm>
                        <a:off x="1589" y="1193"/>
                        <a:ext cx="1587" cy="1190"/>
                      </a:xfrm>
                      <a:prstGeom prst="rect">
                        <a:avLst/>
                      </a:prstGeom>
                    </p:spPr>
                  </p:pic>
                </p:oleObj>
              </mc:Fallback>
            </mc:AlternateContent>
          </a:graphicData>
        </a:graphic>
      </p:graphicFrame>
      <p:sp>
        <p:nvSpPr>
          <p:cNvPr id="6" name="Text Placeholder 5"/>
          <p:cNvSpPr>
            <a:spLocks noGrp="1"/>
          </p:cNvSpPr>
          <p:nvPr>
            <p:ph type="body" sz="quarter" idx="10"/>
          </p:nvPr>
        </p:nvSpPr>
        <p:spPr>
          <a:xfrm>
            <a:off x="54428" y="57150"/>
            <a:ext cx="7674429" cy="400050"/>
          </a:xfrm>
          <a:prstGeom prst="rect">
            <a:avLst/>
          </a:prstGeom>
        </p:spPr>
        <p:txBody>
          <a:bodyPr/>
          <a:lstStyle>
            <a:lvl1pPr marL="0" indent="0">
              <a:buFontTx/>
              <a:buNone/>
              <a:defRPr lang="de-DE" sz="1714" b="1" kern="1200" dirty="0">
                <a:solidFill>
                  <a:srgbClr val="3B8809"/>
                </a:solidFill>
                <a:latin typeface="Calibri" panose="020F0502020204030204" pitchFamily="34" charset="0"/>
                <a:ea typeface="+mj-ea"/>
                <a:cs typeface="Calibri" panose="020F0502020204030204" pitchFamily="34" charset="0"/>
              </a:defRPr>
            </a:lvl1pPr>
            <a:lvl2pPr marL="326578" indent="0">
              <a:buFontTx/>
              <a:buNone/>
              <a:defRPr/>
            </a:lvl2pPr>
            <a:lvl3pPr marL="653156" indent="0">
              <a:buFontTx/>
              <a:buNone/>
              <a:defRPr/>
            </a:lvl3pPr>
            <a:lvl4pPr marL="979734" indent="0">
              <a:buFontTx/>
              <a:buNone/>
              <a:defRPr/>
            </a:lvl4pPr>
            <a:lvl5pPr marL="1306312" indent="0">
              <a:buFontTx/>
              <a:buNone/>
              <a:defRPr/>
            </a:lvl5pPr>
          </a:lstStyle>
          <a:p>
            <a:pPr lvl="0"/>
            <a:r>
              <a:rPr lang="en-US" dirty="0"/>
              <a:t>Click to edit Master text styles</a:t>
            </a:r>
            <a:endParaRPr lang="de-DE" dirty="0"/>
          </a:p>
        </p:txBody>
      </p:sp>
      <p:sp>
        <p:nvSpPr>
          <p:cNvPr id="8" name="Text Placeholder 7"/>
          <p:cNvSpPr>
            <a:spLocks noGrp="1"/>
          </p:cNvSpPr>
          <p:nvPr>
            <p:ph type="body" sz="quarter" idx="11" hasCustomPrompt="1"/>
          </p:nvPr>
        </p:nvSpPr>
        <p:spPr>
          <a:xfrm>
            <a:off x="0" y="4229100"/>
            <a:ext cx="816429" cy="228600"/>
          </a:xfrm>
          <a:prstGeom prst="rect">
            <a:avLst/>
          </a:prstGeom>
        </p:spPr>
        <p:txBody>
          <a:bodyPr/>
          <a:lstStyle>
            <a:lvl1pPr marL="0" indent="0">
              <a:buFontTx/>
              <a:buNone/>
              <a:defRPr sz="714" baseline="0"/>
            </a:lvl1pPr>
            <a:lvl2pPr marL="326578" indent="0">
              <a:buFontTx/>
              <a:buNone/>
              <a:defRPr sz="714"/>
            </a:lvl2pPr>
            <a:lvl3pPr marL="653156" indent="0">
              <a:buFontTx/>
              <a:buNone/>
              <a:defRPr sz="714"/>
            </a:lvl3pPr>
            <a:lvl4pPr marL="979734" indent="0">
              <a:buFontTx/>
              <a:buNone/>
              <a:defRPr sz="714"/>
            </a:lvl4pPr>
            <a:lvl5pPr marL="1306312" indent="0">
              <a:buFontTx/>
              <a:buNone/>
              <a:defRPr sz="714"/>
            </a:lvl5pPr>
          </a:lstStyle>
          <a:p>
            <a:pPr lvl="0"/>
            <a:r>
              <a:rPr lang="de-DE" dirty="0"/>
              <a:t>Insert Text Here</a:t>
            </a:r>
          </a:p>
        </p:txBody>
      </p:sp>
      <p:sp>
        <p:nvSpPr>
          <p:cNvPr id="10" name="Text Placeholder 9"/>
          <p:cNvSpPr>
            <a:spLocks noGrp="1"/>
          </p:cNvSpPr>
          <p:nvPr>
            <p:ph type="body" sz="quarter" idx="12"/>
          </p:nvPr>
        </p:nvSpPr>
        <p:spPr>
          <a:xfrm>
            <a:off x="163286" y="4629150"/>
            <a:ext cx="8817429" cy="342900"/>
          </a:xfrm>
          <a:prstGeom prst="rect">
            <a:avLst/>
          </a:prstGeom>
        </p:spPr>
        <p:txBody>
          <a:bodyPr/>
          <a:lstStyle>
            <a:lvl1pPr marL="0" indent="0" algn="ctr">
              <a:buFontTx/>
              <a:buNone/>
              <a:defRPr sz="1286" b="1">
                <a:solidFill>
                  <a:schemeClr val="bg1"/>
                </a:solidFill>
              </a:defRPr>
            </a:lvl1pPr>
            <a:lvl2pPr marL="326578" indent="0">
              <a:buFontTx/>
              <a:buNone/>
              <a:defRPr/>
            </a:lvl2pPr>
            <a:lvl3pPr marL="653156" indent="0">
              <a:buFontTx/>
              <a:buNone/>
              <a:defRPr/>
            </a:lvl3pPr>
            <a:lvl4pPr marL="979734" indent="0">
              <a:buFontTx/>
              <a:buNone/>
              <a:defRPr/>
            </a:lvl4pPr>
            <a:lvl5pPr marL="1306312" indent="0">
              <a:buFontTx/>
              <a:buNone/>
              <a:defRPr/>
            </a:lvl5pPr>
          </a:lstStyle>
          <a:p>
            <a:pPr lvl="0"/>
            <a:r>
              <a:rPr lang="en-US" dirty="0"/>
              <a:t>Click to edit Master text styles</a:t>
            </a:r>
            <a:endParaRPr lang="de-DE" dirty="0"/>
          </a:p>
        </p:txBody>
      </p:sp>
    </p:spTree>
    <p:extLst>
      <p:ext uri="{BB962C8B-B14F-4D97-AF65-F5344CB8AC3E}">
        <p14:creationId xmlns:p14="http://schemas.microsoft.com/office/powerpoint/2010/main" val="307487127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Pls. use">
    <p:spTree>
      <p:nvGrpSpPr>
        <p:cNvPr id="1" name=""/>
        <p:cNvGrpSpPr/>
        <p:nvPr/>
      </p:nvGrpSpPr>
      <p:grpSpPr>
        <a:xfrm>
          <a:off x="0" y="0"/>
          <a:ext cx="0" cy="0"/>
          <a:chOff x="0" y="0"/>
          <a:chExt cx="0" cy="0"/>
        </a:xfrm>
      </p:grpSpPr>
      <p:sp>
        <p:nvSpPr>
          <p:cNvPr id="5" name="Title 4"/>
          <p:cNvSpPr>
            <a:spLocks noGrp="1"/>
          </p:cNvSpPr>
          <p:nvPr>
            <p:ph type="title"/>
          </p:nvPr>
        </p:nvSpPr>
        <p:spPr>
          <a:xfrm>
            <a:off x="468342" y="533421"/>
            <a:ext cx="8212137" cy="369332"/>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01755939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5" y="539374"/>
            <a:ext cx="8224837" cy="44999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924" b="1" kern="1200" dirty="0">
                <a:solidFill>
                  <a:schemeClr val="tx1">
                    <a:lumMod val="75000"/>
                    <a:lumOff val="25000"/>
                  </a:schemeClr>
                </a:solidFill>
                <a:latin typeface="Arial" pitchFamily="34" charset="0"/>
                <a:ea typeface="+mj-ea"/>
                <a:cs typeface="Arial" pitchFamily="34" charset="0"/>
              </a:defRPr>
            </a:lvl1pPr>
          </a:lstStyle>
          <a:p>
            <a:pPr lvl="0" algn="l" defTabSz="814001" rtl="0" eaLnBrk="1" fontAlgn="base" latinLnBrk="0" hangingPunct="1">
              <a:spcBef>
                <a:spcPct val="0"/>
              </a:spcBef>
              <a:spcAft>
                <a:spcPct val="0"/>
              </a:spcAft>
              <a:buNone/>
            </a:pPr>
            <a:r>
              <a:rPr lang="en-US" dirty="0"/>
              <a:t>Click to edit Master title style</a:t>
            </a:r>
          </a:p>
        </p:txBody>
      </p:sp>
      <p:sp>
        <p:nvSpPr>
          <p:cNvPr id="3" name="Text Placeholder 4"/>
          <p:cNvSpPr>
            <a:spLocks noGrp="1"/>
          </p:cNvSpPr>
          <p:nvPr>
            <p:ph type="body" sz="quarter" idx="10" hasCustomPrompt="1"/>
          </p:nvPr>
        </p:nvSpPr>
        <p:spPr bwMode="gray">
          <a:xfrm>
            <a:off x="481012" y="1478772"/>
            <a:ext cx="8224838" cy="1231106"/>
          </a:xfrm>
        </p:spPr>
        <p:txBody>
          <a:bodyPr wrap="square">
            <a:spAutoFit/>
          </a:bodyPr>
          <a:lstStyle>
            <a:lvl1pPr algn="l" rtl="0" eaLnBrk="1" latinLnBrk="0" hangingPunct="1">
              <a:spcBef>
                <a:spcPts val="0"/>
              </a:spcBef>
              <a:spcAft>
                <a:spcPts val="0"/>
              </a:spcAft>
              <a:buClr>
                <a:schemeClr val="bg2"/>
              </a:buClr>
              <a:buSzPct val="120000"/>
              <a:defRPr lang="en-US" sz="1575"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575"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575"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575"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575" b="0" kern="1200" baseline="0" dirty="0" smtClean="0">
                <a:solidFill>
                  <a:schemeClr val="tx1"/>
                </a:solidFill>
                <a:latin typeface="Arial" pitchFamily="34" charset="0"/>
                <a:ea typeface="+mn-ea"/>
                <a:cs typeface="Arial" pitchFamily="34" charset="0"/>
              </a:defRPr>
            </a:lvl5pPr>
            <a:lvl6pPr marL="1277522" indent="-254377">
              <a:spcBef>
                <a:spcPts val="0"/>
              </a:spcBef>
              <a:spcAft>
                <a:spcPts val="0"/>
              </a:spcAft>
              <a:buClr>
                <a:schemeClr val="tx2"/>
              </a:buClr>
              <a:buSzPct val="70000"/>
              <a:buFont typeface="Wingdings" pitchFamily="2" charset="2"/>
              <a:buChar char="§"/>
              <a:defRPr lang="en-US" sz="1575" kern="1200" dirty="0" smtClean="0">
                <a:solidFill>
                  <a:schemeClr val="tx1"/>
                </a:solidFill>
                <a:latin typeface="Arial" pitchFamily="34" charset="0"/>
                <a:ea typeface="+mn-ea"/>
                <a:cs typeface="Arial" pitchFamily="34" charset="0"/>
              </a:defRPr>
            </a:lvl6pPr>
            <a:lvl7pPr marL="1526245" indent="-243068">
              <a:spcBef>
                <a:spcPts val="0"/>
              </a:spcBef>
              <a:spcAft>
                <a:spcPts val="0"/>
              </a:spcAft>
              <a:buClr>
                <a:schemeClr val="tx2"/>
              </a:buClr>
              <a:buSzPct val="70000"/>
              <a:buFont typeface="Arial" pitchFamily="34" charset="0"/>
              <a:buChar char="–"/>
              <a:defRPr sz="1575" baseline="0">
                <a:solidFill>
                  <a:schemeClr val="tx1"/>
                </a:solidFill>
                <a:latin typeface="+mn-lt"/>
                <a:cs typeface="Arial" pitchFamily="34" charset="0"/>
              </a:defRPr>
            </a:lvl7pPr>
            <a:lvl8pPr marL="1424495" indent="-203499">
              <a:spcBef>
                <a:spcPts val="0"/>
              </a:spcBef>
              <a:spcAft>
                <a:spcPts val="0"/>
              </a:spcAft>
              <a:buSzPct val="70000"/>
              <a:defRPr sz="1575" baseline="0">
                <a:latin typeface="Arial" pitchFamily="34" charset="0"/>
                <a:cs typeface="Arial" pitchFamily="34" charset="0"/>
              </a:defRPr>
            </a:lvl8pPr>
            <a:lvl9pPr marL="1623760" indent="-199260">
              <a:spcBef>
                <a:spcPts val="0"/>
              </a:spcBef>
              <a:spcAft>
                <a:spcPts val="0"/>
              </a:spcAft>
              <a:buSzPct val="70000"/>
              <a:buFont typeface="Arial" pitchFamily="34" charset="0"/>
              <a:buChar char="–"/>
              <a:defRPr sz="1575">
                <a:latin typeface="Arial" pitchFamily="34" charset="0"/>
                <a:cs typeface="Arial" pitchFamily="34" charset="0"/>
              </a:defRPr>
            </a:lvl9pPr>
          </a:lstStyle>
          <a:p>
            <a:pPr marL="258618" lvl="0" indent="-258618" algn="l" defTabSz="814001"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08749" lvl="2" indent="-248723" algn="l" defTabSz="814001"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757469" lvl="3" indent="-248723" algn="l" defTabSz="814001"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011848" lvl="4" indent="-254377" algn="l" defTabSz="830959"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277522" lvl="5" indent="-254377" algn="l" defTabSz="814001"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1482800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6_Content slide with subtitl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2" name="Title 1"/>
          <p:cNvSpPr>
            <a:spLocks noGrp="1"/>
          </p:cNvSpPr>
          <p:nvPr>
            <p:ph type="title"/>
          </p:nvPr>
        </p:nvSpPr>
        <p:spPr bwMode="gray">
          <a:xfrm>
            <a:off x="481017" y="539365"/>
            <a:ext cx="8224838" cy="32316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100" b="1" kern="1200" dirty="0">
                <a:solidFill>
                  <a:schemeClr val="tx1">
                    <a:lumMod val="75000"/>
                    <a:lumOff val="25000"/>
                  </a:schemeClr>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dirty="0"/>
              <a:t>Click to edit Master title style</a:t>
            </a:r>
          </a:p>
        </p:txBody>
      </p:sp>
      <p:sp>
        <p:nvSpPr>
          <p:cNvPr id="9" name="Slide Number Placeholder 5"/>
          <p:cNvSpPr txBox="1">
            <a:spLocks/>
          </p:cNvSpPr>
          <p:nvPr userDrawn="1"/>
        </p:nvSpPr>
        <p:spPr bwMode="auto">
          <a:xfrm>
            <a:off x="8862558" y="4960510"/>
            <a:ext cx="117020" cy="115416"/>
          </a:xfrm>
          <a:prstGeom prst="rect">
            <a:avLst/>
          </a:prstGeom>
          <a:noFill/>
          <a:ln w="9525">
            <a:noFill/>
            <a:miter lim="800000"/>
            <a:headEnd/>
            <a:tailEnd/>
          </a:ln>
        </p:spPr>
        <p:txBody>
          <a:bodyPr wrap="none" lIns="0" tIns="0" rIns="0" bIns="0" anchor="ctr">
            <a:spAutoFit/>
          </a:bodyPr>
          <a:lstStyle/>
          <a:p>
            <a:pPr algn="r" defTabSz="685800">
              <a:defRPr/>
            </a:pPr>
            <a:fld id="{6856ECDB-1CEE-4F69-ADCA-557460F2116E}" type="slidenum">
              <a:rPr lang="en-US" sz="750">
                <a:solidFill>
                  <a:srgbClr val="6D6E71"/>
                </a:solidFill>
                <a:cs typeface="Arial" pitchFamily="34" charset="0"/>
              </a:rPr>
              <a:pPr algn="r" defTabSz="685800">
                <a:defRPr/>
              </a:pPr>
              <a:t>‹#›</a:t>
            </a:fld>
            <a:endParaRPr lang="en-US" sz="750" dirty="0">
              <a:solidFill>
                <a:srgbClr val="6D6E71"/>
              </a:solidFill>
              <a:cs typeface="Arial" pitchFamily="34" charset="0"/>
            </a:endParaRPr>
          </a:p>
        </p:txBody>
      </p:sp>
      <p:sp>
        <p:nvSpPr>
          <p:cNvPr id="10" name="TextBox 20"/>
          <p:cNvSpPr txBox="1">
            <a:spLocks noChangeArrowheads="1"/>
          </p:cNvSpPr>
          <p:nvPr userDrawn="1"/>
        </p:nvSpPr>
        <p:spPr bwMode="gray">
          <a:xfrm>
            <a:off x="481020" y="4972120"/>
            <a:ext cx="1821011" cy="92333"/>
          </a:xfrm>
          <a:prstGeom prst="rect">
            <a:avLst/>
          </a:prstGeom>
          <a:noFill/>
          <a:ln w="9525">
            <a:noFill/>
            <a:miter lim="800000"/>
            <a:headEnd/>
            <a:tailEnd/>
          </a:ln>
        </p:spPr>
        <p:txBody>
          <a:bodyPr wrap="none" lIns="0" tIns="0" rIns="0" bIns="0">
            <a:spAutoFit/>
          </a:bodyPr>
          <a:lstStyle/>
          <a:p>
            <a:pPr defTabSz="685800">
              <a:defRPr/>
            </a:pPr>
            <a:r>
              <a:rPr lang="en-US" sz="600" dirty="0">
                <a:solidFill>
                  <a:srgbClr val="6D6E71"/>
                </a:solidFill>
                <a:cs typeface="Arial" pitchFamily="34" charset="0"/>
              </a:rPr>
              <a:t>Copyright © 2013 Tech Mahindra. All rights reserved.</a:t>
            </a:r>
          </a:p>
        </p:txBody>
      </p:sp>
      <p:sp>
        <p:nvSpPr>
          <p:cNvPr id="11" name="TextBox 20"/>
          <p:cNvSpPr txBox="1">
            <a:spLocks noChangeArrowheads="1"/>
          </p:cNvSpPr>
          <p:nvPr userDrawn="1"/>
        </p:nvSpPr>
        <p:spPr bwMode="gray">
          <a:xfrm>
            <a:off x="481020" y="4972299"/>
            <a:ext cx="1821011" cy="92333"/>
          </a:xfrm>
          <a:prstGeom prst="rect">
            <a:avLst/>
          </a:prstGeom>
          <a:noFill/>
          <a:ln w="9525">
            <a:noFill/>
            <a:miter lim="800000"/>
            <a:headEnd/>
            <a:tailEnd/>
          </a:ln>
        </p:spPr>
        <p:txBody>
          <a:bodyPr wrap="none" lIns="0" tIns="0" rIns="0" bIns="0">
            <a:spAutoFit/>
          </a:bodyPr>
          <a:lstStyle/>
          <a:p>
            <a:pPr defTabSz="685800">
              <a:defRPr/>
            </a:pPr>
            <a:r>
              <a:rPr lang="en-US" sz="600" dirty="0">
                <a:solidFill>
                  <a:srgbClr val="6D6E71"/>
                </a:solidFill>
                <a:cs typeface="Arial" pitchFamily="34" charset="0"/>
              </a:rPr>
              <a:t>Copyright © 2016 Tech Mahindra. All rights reserved.</a:t>
            </a:r>
          </a:p>
        </p:txBody>
      </p:sp>
      <p:pic>
        <p:nvPicPr>
          <p:cNvPr id="12" name="Picture 11"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354" y="1"/>
            <a:ext cx="2014903" cy="714375"/>
          </a:xfrm>
          <a:prstGeom prst="rect">
            <a:avLst/>
          </a:prstGeom>
        </p:spPr>
      </p:pic>
    </p:spTree>
    <p:extLst>
      <p:ext uri="{BB962C8B-B14F-4D97-AF65-F5344CB8AC3E}">
        <p14:creationId xmlns:p14="http://schemas.microsoft.com/office/powerpoint/2010/main" val="9066660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9_Content slide">
    <p:spTree>
      <p:nvGrpSpPr>
        <p:cNvPr id="1" name=""/>
        <p:cNvGrpSpPr/>
        <p:nvPr/>
      </p:nvGrpSpPr>
      <p:grpSpPr>
        <a:xfrm>
          <a:off x="0" y="0"/>
          <a:ext cx="0" cy="0"/>
          <a:chOff x="0" y="0"/>
          <a:chExt cx="0" cy="0"/>
        </a:xfrm>
      </p:grpSpPr>
      <p:sp>
        <p:nvSpPr>
          <p:cNvPr id="4" name="Title 3"/>
          <p:cNvSpPr>
            <a:spLocks noGrp="1"/>
          </p:cNvSpPr>
          <p:nvPr>
            <p:ph type="title"/>
          </p:nvPr>
        </p:nvSpPr>
        <p:spPr>
          <a:xfrm>
            <a:off x="628650" y="167634"/>
            <a:ext cx="7886700" cy="307990"/>
          </a:xfrm>
          <a:prstGeom prst="rect">
            <a:avLst/>
          </a:prstGeom>
        </p:spPr>
        <p:txBody>
          <a:bodyPr/>
          <a:lstStyle>
            <a:lvl1pPr>
              <a:defRPr sz="2000"/>
            </a:lvl1pPr>
          </a:lstStyle>
          <a:p>
            <a:r>
              <a:rPr lang="en-US" dirty="0"/>
              <a:t>Click to edit Master title style</a:t>
            </a:r>
          </a:p>
        </p:txBody>
      </p:sp>
    </p:spTree>
    <p:extLst>
      <p:ext uri="{BB962C8B-B14F-4D97-AF65-F5344CB8AC3E}">
        <p14:creationId xmlns:p14="http://schemas.microsoft.com/office/powerpoint/2010/main" val="8477567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UIT">
    <p:spTree>
      <p:nvGrpSpPr>
        <p:cNvPr id="1" name=""/>
        <p:cNvGrpSpPr/>
        <p:nvPr/>
      </p:nvGrpSpPr>
      <p:grpSpPr>
        <a:xfrm>
          <a:off x="0" y="0"/>
          <a:ext cx="0" cy="0"/>
          <a:chOff x="0" y="0"/>
          <a:chExt cx="0" cy="0"/>
        </a:xfrm>
      </p:grpSpPr>
      <p:sp>
        <p:nvSpPr>
          <p:cNvPr id="5" name="Title Placeholder 1"/>
          <p:cNvSpPr>
            <a:spLocks noGrp="1"/>
          </p:cNvSpPr>
          <p:nvPr>
            <p:ph type="title"/>
          </p:nvPr>
        </p:nvSpPr>
        <p:spPr bwMode="auto">
          <a:xfrm>
            <a:off x="537208" y="172436"/>
            <a:ext cx="8212137" cy="30777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title style</a:t>
            </a:r>
          </a:p>
        </p:txBody>
      </p:sp>
    </p:spTree>
    <p:extLst>
      <p:ext uri="{BB962C8B-B14F-4D97-AF65-F5344CB8AC3E}">
        <p14:creationId xmlns:p14="http://schemas.microsoft.com/office/powerpoint/2010/main" val="240999441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22" y="539361"/>
            <a:ext cx="8224837" cy="397133"/>
          </a:xfrm>
          <a:noFill/>
          <a:ln w="9525">
            <a:noFill/>
            <a:miter lim="800000"/>
            <a:headEnd/>
            <a:tailEnd/>
          </a:ln>
        </p:spPr>
        <p:txBody>
          <a:bodyPr/>
          <a:lstStyle>
            <a:lvl1pPr algn="l">
              <a:defRPr lang="en-US" sz="2581"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3" name="Text Placeholder 4"/>
          <p:cNvSpPr>
            <a:spLocks noGrp="1"/>
          </p:cNvSpPr>
          <p:nvPr>
            <p:ph type="body" sz="quarter" idx="10"/>
          </p:nvPr>
        </p:nvSpPr>
        <p:spPr bwMode="gray">
          <a:xfrm>
            <a:off x="481014" y="1478761"/>
            <a:ext cx="8224838" cy="1126682"/>
          </a:xfrm>
        </p:spPr>
        <p:txBody>
          <a:bodyPr/>
          <a:lstStyle>
            <a:lvl1pPr algn="l" rtl="0" eaLnBrk="1" latinLnBrk="0" hangingPunct="1">
              <a:spcBef>
                <a:spcPts val="0"/>
              </a:spcBef>
              <a:spcAft>
                <a:spcPts val="0"/>
              </a:spcAft>
              <a:buClr>
                <a:schemeClr val="bg2"/>
              </a:buClr>
              <a:buSzPct val="120000"/>
              <a:defRPr lang="en-US" sz="1464"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464"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464"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464"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464" b="0" kern="1200" baseline="0" dirty="0" smtClean="0">
                <a:solidFill>
                  <a:schemeClr val="tx1"/>
                </a:solidFill>
                <a:latin typeface="Arial" pitchFamily="34" charset="0"/>
                <a:ea typeface="+mn-ea"/>
                <a:cs typeface="Arial" pitchFamily="34" charset="0"/>
              </a:defRPr>
            </a:lvl5pPr>
            <a:lvl6pPr marL="1190579" indent="-237061">
              <a:spcBef>
                <a:spcPts val="0"/>
              </a:spcBef>
              <a:spcAft>
                <a:spcPts val="0"/>
              </a:spcAft>
              <a:buClr>
                <a:schemeClr val="tx2"/>
              </a:buClr>
              <a:buSzPct val="70000"/>
              <a:buFont typeface="Wingdings" pitchFamily="2" charset="2"/>
              <a:buChar char="§"/>
              <a:defRPr lang="en-US" sz="1464" kern="1200" dirty="0" smtClean="0">
                <a:solidFill>
                  <a:schemeClr val="tx1"/>
                </a:solidFill>
                <a:latin typeface="Arial" pitchFamily="34" charset="0"/>
                <a:ea typeface="+mn-ea"/>
                <a:cs typeface="Arial" pitchFamily="34" charset="0"/>
              </a:defRPr>
            </a:lvl6pPr>
            <a:lvl7pPr marL="1422376" indent="-226525">
              <a:spcBef>
                <a:spcPts val="0"/>
              </a:spcBef>
              <a:spcAft>
                <a:spcPts val="0"/>
              </a:spcAft>
              <a:buClr>
                <a:schemeClr val="tx2"/>
              </a:buClr>
              <a:buSzPct val="70000"/>
              <a:buFont typeface="Arial" pitchFamily="34" charset="0"/>
              <a:buChar char="–"/>
              <a:defRPr sz="1464" baseline="0">
                <a:solidFill>
                  <a:schemeClr val="tx1"/>
                </a:solidFill>
                <a:latin typeface="+mn-lt"/>
                <a:cs typeface="Arial" pitchFamily="34" charset="0"/>
              </a:defRPr>
            </a:lvl7pPr>
            <a:lvl8pPr marL="1327549" indent="-189652">
              <a:spcBef>
                <a:spcPts val="0"/>
              </a:spcBef>
              <a:spcAft>
                <a:spcPts val="0"/>
              </a:spcAft>
              <a:buSzPct val="70000"/>
              <a:defRPr sz="1464" baseline="0">
                <a:latin typeface="Arial" pitchFamily="34" charset="0"/>
                <a:cs typeface="Arial" pitchFamily="34" charset="0"/>
              </a:defRPr>
            </a:lvl8pPr>
            <a:lvl9pPr marL="1513248" indent="-185698">
              <a:spcBef>
                <a:spcPts val="0"/>
              </a:spcBef>
              <a:spcAft>
                <a:spcPts val="0"/>
              </a:spcAft>
              <a:buSzPct val="70000"/>
              <a:buFont typeface="Arial" pitchFamily="34" charset="0"/>
              <a:buChar char="–"/>
              <a:defRPr sz="1464">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41"/>
          <p:cNvSpPr>
            <a:spLocks noGrp="1"/>
          </p:cNvSpPr>
          <p:nvPr>
            <p:ph type="body" sz="quarter" idx="13"/>
          </p:nvPr>
        </p:nvSpPr>
        <p:spPr bwMode="gray">
          <a:xfrm>
            <a:off x="481014" y="952848"/>
            <a:ext cx="8224838"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795195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47_Title Slide">
    <p:spTree>
      <p:nvGrpSpPr>
        <p:cNvPr id="1" name=""/>
        <p:cNvGrpSpPr/>
        <p:nvPr/>
      </p:nvGrpSpPr>
      <p:grpSpPr>
        <a:xfrm>
          <a:off x="0" y="0"/>
          <a:ext cx="0" cy="0"/>
          <a:chOff x="0" y="0"/>
          <a:chExt cx="0" cy="0"/>
        </a:xfrm>
      </p:grpSpPr>
      <p:pic>
        <p:nvPicPr>
          <p:cNvPr id="1026" name="Picture 2" descr="D:\Images Library\2016\September_2016\shutterstock_432796114.jpg"/>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ridge4.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805" y="18"/>
            <a:ext cx="3968824" cy="1298888"/>
          </a:xfrm>
          <a:prstGeom prst="rect">
            <a:avLst/>
          </a:prstGeom>
        </p:spPr>
      </p:pic>
    </p:spTree>
    <p:extLst>
      <p:ext uri="{BB962C8B-B14F-4D97-AF65-F5344CB8AC3E}">
        <p14:creationId xmlns:p14="http://schemas.microsoft.com/office/powerpoint/2010/main" val="35726487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48_Title Slide">
    <p:spTree>
      <p:nvGrpSpPr>
        <p:cNvPr id="1" name=""/>
        <p:cNvGrpSpPr/>
        <p:nvPr/>
      </p:nvGrpSpPr>
      <p:grpSpPr>
        <a:xfrm>
          <a:off x="0" y="0"/>
          <a:ext cx="0" cy="0"/>
          <a:chOff x="0" y="0"/>
          <a:chExt cx="0" cy="0"/>
        </a:xfrm>
      </p:grpSpPr>
      <p:pic>
        <p:nvPicPr>
          <p:cNvPr id="8" name="Picture 7"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805" y="18"/>
            <a:ext cx="3968824" cy="1298888"/>
          </a:xfrm>
          <a:prstGeom prst="rect">
            <a:avLst/>
          </a:prstGeom>
        </p:spPr>
      </p:pic>
      <p:sp>
        <p:nvSpPr>
          <p:cNvPr id="4" name="object 2"/>
          <p:cNvSpPr/>
          <p:nvPr userDrawn="1"/>
        </p:nvSpPr>
        <p:spPr>
          <a:xfrm>
            <a:off x="1017485" y="1161117"/>
            <a:ext cx="7169042" cy="2895318"/>
          </a:xfrm>
          <a:prstGeom prst="rect">
            <a:avLst/>
          </a:prstGeom>
          <a:blipFill>
            <a:blip r:embed="rId3" cstate="print"/>
            <a:stretch>
              <a:fillRect/>
            </a:stretch>
          </a:blipFill>
        </p:spPr>
        <p:txBody>
          <a:bodyPr wrap="square" lIns="0" tIns="0" rIns="0" bIns="0" rtlCol="0"/>
          <a:lstStyle/>
          <a:p>
            <a:endParaRPr dirty="0">
              <a:latin typeface="Calibri" panose="020F0502020204030204" pitchFamily="34" charset="0"/>
            </a:endParaRPr>
          </a:p>
        </p:txBody>
      </p:sp>
    </p:spTree>
    <p:extLst>
      <p:ext uri="{BB962C8B-B14F-4D97-AF65-F5344CB8AC3E}">
        <p14:creationId xmlns:p14="http://schemas.microsoft.com/office/powerpoint/2010/main" val="271182726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9_Content slide with subtitle">
    <p:spTree>
      <p:nvGrpSpPr>
        <p:cNvPr id="1" name=""/>
        <p:cNvGrpSpPr/>
        <p:nvPr/>
      </p:nvGrpSpPr>
      <p:grpSpPr>
        <a:xfrm>
          <a:off x="0" y="0"/>
          <a:ext cx="0" cy="0"/>
          <a:chOff x="0" y="0"/>
          <a:chExt cx="0" cy="0"/>
        </a:xfrm>
      </p:grpSpPr>
      <p:pic>
        <p:nvPicPr>
          <p:cNvPr id="5122" name="Picture 2" descr="D:\Pictures\PPTS\2016\Picture40.jpg"/>
          <p:cNvPicPr>
            <a:picLocks noChangeAspect="1" noChangeArrowheads="1"/>
          </p:cNvPicPr>
          <p:nvPr userDrawn="1"/>
        </p:nvPicPr>
        <p:blipFill>
          <a:blip r:embed="rId2" cstate="screen">
            <a:lum bright="70000" contrast="-70000"/>
            <a:extLst>
              <a:ext uri="{28A0092B-C50C-407E-A947-70E740481C1C}">
                <a14:useLocalDpi xmlns:a14="http://schemas.microsoft.com/office/drawing/2010/main"/>
              </a:ext>
            </a:extLst>
          </a:blip>
          <a:srcRect/>
          <a:stretch>
            <a:fillRect/>
          </a:stretch>
        </p:blipFill>
        <p:spPr bwMode="auto">
          <a:xfrm>
            <a:off x="354" y="0"/>
            <a:ext cx="9143647" cy="51435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5"/>
          <p:cNvSpPr txBox="1">
            <a:spLocks/>
          </p:cNvSpPr>
          <p:nvPr userDrawn="1"/>
        </p:nvSpPr>
        <p:spPr bwMode="auto">
          <a:xfrm>
            <a:off x="8862531" y="4958202"/>
            <a:ext cx="117020" cy="120033"/>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80" smtClean="0">
                <a:solidFill>
                  <a:srgbClr val="6D6E71"/>
                </a:solidFill>
                <a:latin typeface="Calibri" panose="020F0502020204030204" pitchFamily="34" charset="0"/>
                <a:cs typeface="Calibri" panose="020F0502020204030204" pitchFamily="34" charset="0"/>
              </a:rPr>
              <a:pPr algn="r">
                <a:defRPr/>
              </a:pPr>
              <a:t>‹#›</a:t>
            </a:fld>
            <a:endParaRPr lang="en-US" sz="780" dirty="0">
              <a:solidFill>
                <a:srgbClr val="6D6E71"/>
              </a:solidFill>
              <a:latin typeface="Calibri" panose="020F0502020204030204" pitchFamily="34" charset="0"/>
              <a:cs typeface="Calibri" panose="020F0502020204030204" pitchFamily="34" charset="0"/>
            </a:endParaRPr>
          </a:p>
        </p:txBody>
      </p:sp>
      <p:sp>
        <p:nvSpPr>
          <p:cNvPr id="15" name="TextBox 20"/>
          <p:cNvSpPr txBox="1">
            <a:spLocks noChangeArrowheads="1"/>
          </p:cNvSpPr>
          <p:nvPr userDrawn="1"/>
        </p:nvSpPr>
        <p:spPr bwMode="gray">
          <a:xfrm>
            <a:off x="481013" y="4972052"/>
            <a:ext cx="1905971" cy="104965"/>
          </a:xfrm>
          <a:prstGeom prst="rect">
            <a:avLst/>
          </a:prstGeom>
          <a:noFill/>
          <a:ln w="9525">
            <a:noFill/>
            <a:miter lim="800000"/>
            <a:headEnd/>
            <a:tailEnd/>
          </a:ln>
        </p:spPr>
        <p:txBody>
          <a:bodyPr wrap="none" lIns="0" tIns="0" rIns="0" bIns="0">
            <a:spAutoFit/>
          </a:bodyPr>
          <a:lstStyle/>
          <a:p>
            <a:pPr>
              <a:defRPr/>
            </a:pPr>
            <a:r>
              <a:rPr lang="en-US" sz="682" dirty="0">
                <a:solidFill>
                  <a:srgbClr val="6D6E71"/>
                </a:solidFill>
                <a:latin typeface="Calibri" panose="020F0502020204030204" pitchFamily="34" charset="0"/>
                <a:cs typeface="Calibri" panose="020F0502020204030204" pitchFamily="34" charset="0"/>
              </a:rPr>
              <a:t>Copyright © 2017 Tech Mahindra. All rights reserved.</a:t>
            </a:r>
          </a:p>
        </p:txBody>
      </p:sp>
      <p:pic>
        <p:nvPicPr>
          <p:cNvPr id="16" name="Picture 15" descr="Ridge.pdf"/>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ltGray">
          <a:xfrm>
            <a:off x="460" y="0"/>
            <a:ext cx="1994596" cy="725308"/>
          </a:xfrm>
          <a:prstGeom prst="rect">
            <a:avLst/>
          </a:prstGeom>
        </p:spPr>
      </p:pic>
      <p:sp>
        <p:nvSpPr>
          <p:cNvPr id="7" name="Title 1"/>
          <p:cNvSpPr>
            <a:spLocks noGrp="1"/>
          </p:cNvSpPr>
          <p:nvPr>
            <p:ph type="title"/>
          </p:nvPr>
        </p:nvSpPr>
        <p:spPr bwMode="gray">
          <a:xfrm>
            <a:off x="481017" y="539384"/>
            <a:ext cx="8224837" cy="3231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100" b="1" kern="1200" dirty="0">
                <a:solidFill>
                  <a:schemeClr val="tx1">
                    <a:lumMod val="75000"/>
                    <a:lumOff val="25000"/>
                  </a:schemeClr>
                </a:solidFill>
                <a:latin typeface="Calibri" pitchFamily="34" charset="0"/>
                <a:ea typeface="+mj-ea"/>
                <a:cs typeface="Calibri" pitchFamily="34" charset="0"/>
              </a:defRPr>
            </a:lvl1pPr>
          </a:lstStyle>
          <a:p>
            <a:pPr lvl="0" algn="l" defTabSz="559576" rtl="0" eaLnBrk="1" fontAlgn="base" latinLnBrk="0" hangingPunct="1">
              <a:spcBef>
                <a:spcPct val="0"/>
              </a:spcBef>
              <a:spcAft>
                <a:spcPct val="0"/>
              </a:spcAft>
              <a:buNone/>
            </a:pPr>
            <a:r>
              <a:rPr lang="en-US" dirty="0"/>
              <a:t>Click to edit Master title style</a:t>
            </a:r>
          </a:p>
        </p:txBody>
      </p:sp>
    </p:spTree>
    <p:extLst>
      <p:ext uri="{BB962C8B-B14F-4D97-AF65-F5344CB8AC3E}">
        <p14:creationId xmlns:p14="http://schemas.microsoft.com/office/powerpoint/2010/main" val="2294630039"/>
      </p:ext>
    </p:extLst>
  </p:cSld>
  <p:clrMapOvr>
    <a:masterClrMapping/>
  </p:clrMapOvr>
  <p:transition spd="med">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Content slide with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481019" y="602417"/>
            <a:ext cx="8224837"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alibri" panose="020F0502020204030204" pitchFamily="34" charset="0"/>
                <a:ea typeface="+mj-ea"/>
                <a:cs typeface="Calibri" panose="020F0502020204030204" pitchFamily="34" charset="0"/>
              </a:defRPr>
            </a:lvl1pPr>
          </a:lstStyle>
          <a:p>
            <a:pPr lvl="0" algn="l" defTabSz="914262" rtl="0" eaLnBrk="1" fontAlgn="base" latinLnBrk="0" hangingPunct="1">
              <a:spcBef>
                <a:spcPct val="0"/>
              </a:spcBef>
              <a:spcAft>
                <a:spcPct val="0"/>
              </a:spcAft>
              <a:buNone/>
            </a:pPr>
            <a:r>
              <a:rPr lang="en-US" dirty="0"/>
              <a:t>CLICK TO EDIT MASTER TITLE STYLE</a:t>
            </a:r>
          </a:p>
        </p:txBody>
      </p:sp>
      <p:sp>
        <p:nvSpPr>
          <p:cNvPr id="3" name="Text Placeholder 4"/>
          <p:cNvSpPr>
            <a:spLocks noGrp="1"/>
          </p:cNvSpPr>
          <p:nvPr>
            <p:ph type="body" sz="quarter" idx="10" hasCustomPrompt="1"/>
          </p:nvPr>
        </p:nvSpPr>
        <p:spPr bwMode="gray">
          <a:xfrm>
            <a:off x="481012" y="1478757"/>
            <a:ext cx="8224838" cy="1261884"/>
          </a:xfrm>
          <a:prstGeom prst="rect">
            <a:avLst/>
          </a:prstGeom>
        </p:spPr>
        <p:txBody>
          <a:bodyPr wrap="square">
            <a:spAutoFit/>
          </a:bodyPr>
          <a:lstStyle>
            <a:lvl1pPr algn="l" rtl="0" eaLnBrk="1" latinLnBrk="0" hangingPunct="1">
              <a:spcBef>
                <a:spcPts val="0"/>
              </a:spcBef>
              <a:spcAft>
                <a:spcPts val="0"/>
              </a:spcAft>
              <a:buClr>
                <a:schemeClr val="bg2"/>
              </a:buClr>
              <a:buSzPct val="120000"/>
              <a:defRPr lang="en-US" sz="1600" b="0" kern="1200" baseline="0" dirty="0" smtClean="0">
                <a:solidFill>
                  <a:schemeClr val="tx1"/>
                </a:solidFill>
                <a:latin typeface="Calibri" panose="020F0502020204030204" pitchFamily="34" charset="0"/>
                <a:ea typeface="+mn-ea"/>
                <a:cs typeface="Calibri" panose="020F0502020204030204"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600" b="0" kern="1200" baseline="0" dirty="0" smtClean="0">
                <a:solidFill>
                  <a:schemeClr val="tx1"/>
                </a:solidFill>
                <a:latin typeface="Calibri" panose="020F0502020204030204" pitchFamily="34" charset="0"/>
                <a:ea typeface="+mn-ea"/>
                <a:cs typeface="Calibri" panose="020F0502020204030204" pitchFamily="34" charset="0"/>
              </a:defRPr>
            </a:lvl3pPr>
            <a:lvl4pPr algn="l" rtl="0" eaLnBrk="1" latinLnBrk="0" hangingPunct="1">
              <a:spcBef>
                <a:spcPts val="0"/>
              </a:spcBef>
              <a:spcAft>
                <a:spcPts val="0"/>
              </a:spcAft>
              <a:buClr>
                <a:schemeClr val="bg2"/>
              </a:buClr>
              <a:defRPr lang="en-US" sz="1600" b="0" kern="1200" baseline="0" dirty="0" smtClean="0">
                <a:solidFill>
                  <a:schemeClr val="tx1"/>
                </a:solidFill>
                <a:latin typeface="Calibri" panose="020F0502020204030204" pitchFamily="34" charset="0"/>
                <a:ea typeface="+mn-ea"/>
                <a:cs typeface="Calibri" panose="020F0502020204030204" pitchFamily="34" charset="0"/>
              </a:defRPr>
            </a:lvl4pPr>
            <a:lvl5pPr algn="l" rtl="0" eaLnBrk="1" latinLnBrk="0" hangingPunct="1">
              <a:spcBef>
                <a:spcPts val="0"/>
              </a:spcBef>
              <a:spcAft>
                <a:spcPts val="0"/>
              </a:spcAft>
              <a:buClr>
                <a:schemeClr val="bg2"/>
              </a:buClr>
              <a:defRPr lang="en-US" sz="1600" b="0" kern="1200" baseline="0" dirty="0" smtClean="0">
                <a:solidFill>
                  <a:schemeClr val="tx1"/>
                </a:solidFill>
                <a:latin typeface="Calibri" panose="020F0502020204030204" pitchFamily="34" charset="0"/>
                <a:ea typeface="+mn-ea"/>
                <a:cs typeface="Calibri" panose="020F0502020204030204" pitchFamily="34" charset="0"/>
              </a:defRPr>
            </a:lvl5pPr>
            <a:lvl6pPr marL="1434884" indent="-285708">
              <a:spcBef>
                <a:spcPts val="0"/>
              </a:spcBef>
              <a:spcAft>
                <a:spcPts val="0"/>
              </a:spcAft>
              <a:buClr>
                <a:schemeClr val="tx2"/>
              </a:buClr>
              <a:buSzPct val="70000"/>
              <a:buFont typeface="Wingdings" pitchFamily="2" charset="2"/>
              <a:buChar char="§"/>
              <a:defRPr lang="en-US" sz="1600" kern="1200" dirty="0" smtClean="0">
                <a:solidFill>
                  <a:schemeClr val="tx1"/>
                </a:solidFill>
                <a:latin typeface="Calibri" panose="020F0502020204030204" pitchFamily="34" charset="0"/>
                <a:ea typeface="+mn-ea"/>
                <a:cs typeface="Calibri" panose="020F0502020204030204" pitchFamily="34" charset="0"/>
              </a:defRPr>
            </a:lvl6pPr>
            <a:lvl7pPr marL="1714242" indent="-273008">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599960" indent="-228564">
              <a:spcBef>
                <a:spcPts val="0"/>
              </a:spcBef>
              <a:spcAft>
                <a:spcPts val="0"/>
              </a:spcAft>
              <a:buSzPct val="70000"/>
              <a:defRPr sz="1800" baseline="0">
                <a:latin typeface="Arial" pitchFamily="34" charset="0"/>
                <a:cs typeface="Arial" pitchFamily="34" charset="0"/>
              </a:defRPr>
            </a:lvl8pPr>
            <a:lvl9pPr marL="1823768" indent="-223802">
              <a:spcBef>
                <a:spcPts val="0"/>
              </a:spcBef>
              <a:spcAft>
                <a:spcPts val="0"/>
              </a:spcAft>
              <a:buSzPct val="70000"/>
              <a:buFont typeface="Arial" pitchFamily="34" charset="0"/>
              <a:buChar char="–"/>
              <a:defRPr sz="1800">
                <a:latin typeface="Arial" pitchFamily="34" charset="0"/>
                <a:cs typeface="Arial" pitchFamily="34" charset="0"/>
              </a:defRPr>
            </a:lvl9pPr>
          </a:lstStyle>
          <a:p>
            <a:pPr marL="290471" lvl="0" indent="-290471" algn="l" defTabSz="91426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416" lvl="2" indent="-279358" algn="l" defTabSz="91426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774" lvl="3" indent="-279358" algn="l" defTabSz="91426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482" lvl="4" indent="-285708" algn="l" defTabSz="93331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4884" lvl="5" indent="-285708" algn="l" defTabSz="91426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481012" y="922388"/>
            <a:ext cx="8224838" cy="246221"/>
          </a:xfrm>
          <a:prstGeom prst="rect">
            <a:avLst/>
          </a:prstGeom>
        </p:spPr>
        <p:txBody>
          <a:bodyPr/>
          <a:lstStyle>
            <a:lvl1pPr marL="0" indent="0">
              <a:buNone/>
              <a:defRPr sz="1600" b="0">
                <a:solidFill>
                  <a:schemeClr val="bg2"/>
                </a:solidFill>
                <a:latin typeface="Calibri" panose="020F0502020204030204" pitchFamily="34" charset="0"/>
                <a:cs typeface="Calibri" panose="020F0502020204030204" pitchFamily="34" charset="0"/>
              </a:defRPr>
            </a:lvl1pPr>
          </a:lstStyle>
          <a:p>
            <a:pPr lvl="0"/>
            <a:r>
              <a:rPr lang="en-US" dirty="0"/>
              <a:t>Click to edit Master text styles</a:t>
            </a:r>
          </a:p>
        </p:txBody>
      </p:sp>
    </p:spTree>
    <p:extLst>
      <p:ext uri="{BB962C8B-B14F-4D97-AF65-F5344CB8AC3E}">
        <p14:creationId xmlns:p14="http://schemas.microsoft.com/office/powerpoint/2010/main" val="3526980396"/>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1_Conten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7606514"/>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Titel und Text">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C1181822-5483-42EE-9F27-1920ACBE9D4E}"/>
              </a:ext>
            </a:extLst>
          </p:cNvPr>
          <p:cNvGraphicFramePr>
            <a:graphicFrameLocks noChangeAspect="1"/>
          </p:cNvGraphicFramePr>
          <p:nvPr userDrawn="1">
            <p:custDataLst>
              <p:tags r:id="rId1"/>
            </p:custDataLst>
          </p:nvPr>
        </p:nvGraphicFramePr>
        <p:xfrm>
          <a:off x="1589" y="1193"/>
          <a:ext cx="1587" cy="1190"/>
        </p:xfrm>
        <a:graphic>
          <a:graphicData uri="http://schemas.openxmlformats.org/presentationml/2006/ole">
            <mc:AlternateContent xmlns:mc="http://schemas.openxmlformats.org/markup-compatibility/2006">
              <mc:Choice xmlns:v="urn:schemas-microsoft-com:vml" Requires="v">
                <p:oleObj name="think-cell Folie" r:id="rId3" imgW="530" imgH="531" progId="TCLayout.ActiveDocument.1">
                  <p:embed/>
                </p:oleObj>
              </mc:Choice>
              <mc:Fallback>
                <p:oleObj name="think-cell Folie" r:id="rId3" imgW="530" imgH="531" progId="TCLayout.ActiveDocument.1">
                  <p:embed/>
                  <p:pic>
                    <p:nvPicPr>
                      <p:cNvPr id="2" name="Objekt 1" hidden="1">
                        <a:extLst>
                          <a:ext uri="{FF2B5EF4-FFF2-40B4-BE49-F238E27FC236}">
                            <a16:creationId xmlns:a16="http://schemas.microsoft.com/office/drawing/2014/main" id="{C1181822-5483-42EE-9F27-1920ACBE9D4E}"/>
                          </a:ext>
                        </a:extLst>
                      </p:cNvPr>
                      <p:cNvPicPr/>
                      <p:nvPr/>
                    </p:nvPicPr>
                    <p:blipFill>
                      <a:blip r:embed="rId4"/>
                      <a:stretch>
                        <a:fillRect/>
                      </a:stretch>
                    </p:blipFill>
                    <p:spPr>
                      <a:xfrm>
                        <a:off x="1589" y="1193"/>
                        <a:ext cx="1587" cy="1190"/>
                      </a:xfrm>
                      <a:prstGeom prst="rect">
                        <a:avLst/>
                      </a:prstGeom>
                    </p:spPr>
                  </p:pic>
                </p:oleObj>
              </mc:Fallback>
            </mc:AlternateContent>
          </a:graphicData>
        </a:graphic>
      </p:graphicFrame>
      <p:sp>
        <p:nvSpPr>
          <p:cNvPr id="6" name="Text Placeholder 5"/>
          <p:cNvSpPr>
            <a:spLocks noGrp="1"/>
          </p:cNvSpPr>
          <p:nvPr>
            <p:ph type="body" sz="quarter" idx="10"/>
          </p:nvPr>
        </p:nvSpPr>
        <p:spPr>
          <a:xfrm>
            <a:off x="54428" y="57150"/>
            <a:ext cx="7674429" cy="400050"/>
          </a:xfrm>
          <a:prstGeom prst="rect">
            <a:avLst/>
          </a:prstGeom>
        </p:spPr>
        <p:txBody>
          <a:bodyPr/>
          <a:lstStyle>
            <a:lvl1pPr marL="0" indent="0">
              <a:buFontTx/>
              <a:buNone/>
              <a:defRPr lang="de-DE" sz="1714" b="1" kern="1200" dirty="0">
                <a:solidFill>
                  <a:srgbClr val="3B8809"/>
                </a:solidFill>
                <a:latin typeface="Calibri" panose="020F0502020204030204" pitchFamily="34" charset="0"/>
                <a:ea typeface="+mj-ea"/>
                <a:cs typeface="Calibri" panose="020F0502020204030204" pitchFamily="34" charset="0"/>
              </a:defRPr>
            </a:lvl1pPr>
            <a:lvl2pPr marL="326578" indent="0">
              <a:buFontTx/>
              <a:buNone/>
              <a:defRPr/>
            </a:lvl2pPr>
            <a:lvl3pPr marL="653156" indent="0">
              <a:buFontTx/>
              <a:buNone/>
              <a:defRPr/>
            </a:lvl3pPr>
            <a:lvl4pPr marL="979734" indent="0">
              <a:buFontTx/>
              <a:buNone/>
              <a:defRPr/>
            </a:lvl4pPr>
            <a:lvl5pPr marL="1306312" indent="0">
              <a:buFontTx/>
              <a:buNone/>
              <a:defRPr/>
            </a:lvl5pPr>
          </a:lstStyle>
          <a:p>
            <a:pPr lvl="0"/>
            <a:r>
              <a:rPr lang="en-US" dirty="0"/>
              <a:t>Click to edit Master text styles</a:t>
            </a:r>
            <a:endParaRPr lang="de-DE" dirty="0"/>
          </a:p>
        </p:txBody>
      </p:sp>
      <p:sp>
        <p:nvSpPr>
          <p:cNvPr id="8" name="Text Placeholder 7"/>
          <p:cNvSpPr>
            <a:spLocks noGrp="1"/>
          </p:cNvSpPr>
          <p:nvPr>
            <p:ph type="body" sz="quarter" idx="11" hasCustomPrompt="1"/>
          </p:nvPr>
        </p:nvSpPr>
        <p:spPr>
          <a:xfrm>
            <a:off x="0" y="4229100"/>
            <a:ext cx="816429" cy="228600"/>
          </a:xfrm>
          <a:prstGeom prst="rect">
            <a:avLst/>
          </a:prstGeom>
        </p:spPr>
        <p:txBody>
          <a:bodyPr/>
          <a:lstStyle>
            <a:lvl1pPr marL="0" indent="0">
              <a:buFontTx/>
              <a:buNone/>
              <a:defRPr sz="714" baseline="0"/>
            </a:lvl1pPr>
            <a:lvl2pPr marL="326578" indent="0">
              <a:buFontTx/>
              <a:buNone/>
              <a:defRPr sz="714"/>
            </a:lvl2pPr>
            <a:lvl3pPr marL="653156" indent="0">
              <a:buFontTx/>
              <a:buNone/>
              <a:defRPr sz="714"/>
            </a:lvl3pPr>
            <a:lvl4pPr marL="979734" indent="0">
              <a:buFontTx/>
              <a:buNone/>
              <a:defRPr sz="714"/>
            </a:lvl4pPr>
            <a:lvl5pPr marL="1306312" indent="0">
              <a:buFontTx/>
              <a:buNone/>
              <a:defRPr sz="714"/>
            </a:lvl5pPr>
          </a:lstStyle>
          <a:p>
            <a:pPr lvl="0"/>
            <a:r>
              <a:rPr lang="de-DE" dirty="0"/>
              <a:t>Insert Text Here</a:t>
            </a:r>
          </a:p>
        </p:txBody>
      </p:sp>
      <p:sp>
        <p:nvSpPr>
          <p:cNvPr id="10" name="Text Placeholder 9"/>
          <p:cNvSpPr>
            <a:spLocks noGrp="1"/>
          </p:cNvSpPr>
          <p:nvPr>
            <p:ph type="body" sz="quarter" idx="12"/>
          </p:nvPr>
        </p:nvSpPr>
        <p:spPr>
          <a:xfrm>
            <a:off x="163286" y="4629150"/>
            <a:ext cx="8817429" cy="342900"/>
          </a:xfrm>
          <a:prstGeom prst="rect">
            <a:avLst/>
          </a:prstGeom>
        </p:spPr>
        <p:txBody>
          <a:bodyPr/>
          <a:lstStyle>
            <a:lvl1pPr marL="0" indent="0" algn="ctr">
              <a:buFontTx/>
              <a:buNone/>
              <a:defRPr sz="1286" b="1">
                <a:solidFill>
                  <a:schemeClr val="bg1"/>
                </a:solidFill>
              </a:defRPr>
            </a:lvl1pPr>
            <a:lvl2pPr marL="326578" indent="0">
              <a:buFontTx/>
              <a:buNone/>
              <a:defRPr/>
            </a:lvl2pPr>
            <a:lvl3pPr marL="653156" indent="0">
              <a:buFontTx/>
              <a:buNone/>
              <a:defRPr/>
            </a:lvl3pPr>
            <a:lvl4pPr marL="979734" indent="0">
              <a:buFontTx/>
              <a:buNone/>
              <a:defRPr/>
            </a:lvl4pPr>
            <a:lvl5pPr marL="1306312" indent="0">
              <a:buFontTx/>
              <a:buNone/>
              <a:defRPr/>
            </a:lvl5pPr>
          </a:lstStyle>
          <a:p>
            <a:pPr lvl="0"/>
            <a:r>
              <a:rPr lang="en-US" dirty="0"/>
              <a:t>Click to edit Master text styles</a:t>
            </a:r>
            <a:endParaRPr lang="de-DE" dirty="0"/>
          </a:p>
        </p:txBody>
      </p:sp>
    </p:spTree>
    <p:extLst>
      <p:ext uri="{BB962C8B-B14F-4D97-AF65-F5344CB8AC3E}">
        <p14:creationId xmlns:p14="http://schemas.microsoft.com/office/powerpoint/2010/main" val="172119453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Pls. use">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2884452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2" name="Title 1"/>
          <p:cNvSpPr>
            <a:spLocks noGrp="1"/>
          </p:cNvSpPr>
          <p:nvPr>
            <p:ph type="title"/>
          </p:nvPr>
        </p:nvSpPr>
        <p:spPr bwMode="gray">
          <a:xfrm>
            <a:off x="481017" y="539378"/>
            <a:ext cx="8224837" cy="40350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622" b="1" kern="1200" dirty="0">
                <a:solidFill>
                  <a:schemeClr val="tx2"/>
                </a:solidFill>
                <a:latin typeface="Arial" pitchFamily="34" charset="0"/>
                <a:ea typeface="+mj-ea"/>
                <a:cs typeface="Arial" pitchFamily="34" charset="0"/>
              </a:defRPr>
            </a:lvl1pPr>
          </a:lstStyle>
          <a:p>
            <a:pPr lvl="0" algn="l" defTabSz="728928"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481015" y="4972062"/>
            <a:ext cx="5900654" cy="138499"/>
          </a:xfrm>
          <a:prstGeom prst="rect">
            <a:avLst/>
          </a:prstGeom>
          <a:noFill/>
          <a:ln w="9525">
            <a:noFill/>
            <a:miter lim="800000"/>
            <a:headEnd/>
            <a:tailEnd/>
          </a:ln>
        </p:spPr>
        <p:txBody>
          <a:bodyPr wrap="none" lIns="0" tIns="0" rIns="0" bIns="0">
            <a:spAutoFit/>
          </a:bodyPr>
          <a:lstStyle/>
          <a:p>
            <a:pPr defTabSz="728928">
              <a:defRPr/>
            </a:pPr>
            <a:r>
              <a:rPr lang="en-US" sz="900" dirty="0">
                <a:solidFill>
                  <a:srgbClr val="6D6E71"/>
                </a:solidFill>
              </a:rPr>
              <a:t> The contents in this document are </a:t>
            </a:r>
            <a:r>
              <a:rPr lang="en-US" sz="900" dirty="0">
                <a:solidFill>
                  <a:prstClr val="white">
                    <a:lumMod val="50000"/>
                  </a:prstClr>
                </a:solidFill>
                <a:ea typeface="Times New Roman"/>
              </a:rPr>
              <a:t>Confidential &amp; Proprietary</a:t>
            </a:r>
            <a:r>
              <a:rPr lang="en-US" sz="900" dirty="0">
                <a:solidFill>
                  <a:prstClr val="white">
                    <a:lumMod val="50000"/>
                  </a:prstClr>
                </a:solidFill>
              </a:rPr>
              <a:t>. </a:t>
            </a:r>
            <a:r>
              <a:rPr lang="en-US" sz="900" dirty="0">
                <a:solidFill>
                  <a:srgbClr val="6D6E71"/>
                </a:solidFill>
              </a:rPr>
              <a:t>Copyright © 2017 Tech Mahindra. All rights reserved.</a:t>
            </a:r>
          </a:p>
        </p:txBody>
      </p:sp>
      <p:sp>
        <p:nvSpPr>
          <p:cNvPr id="6" name="Slide Number Placeholder 5"/>
          <p:cNvSpPr txBox="1">
            <a:spLocks/>
          </p:cNvSpPr>
          <p:nvPr userDrawn="1"/>
        </p:nvSpPr>
        <p:spPr bwMode="auto">
          <a:xfrm>
            <a:off x="8838490" y="4948979"/>
            <a:ext cx="141064" cy="138499"/>
          </a:xfrm>
          <a:prstGeom prst="rect">
            <a:avLst/>
          </a:prstGeom>
          <a:noFill/>
          <a:ln w="9525">
            <a:noFill/>
            <a:miter lim="800000"/>
            <a:headEnd/>
            <a:tailEnd/>
          </a:ln>
        </p:spPr>
        <p:txBody>
          <a:bodyPr wrap="none" lIns="0" tIns="0" rIns="0" bIns="0" anchor="ctr">
            <a:spAutoFit/>
          </a:bodyPr>
          <a:lstStyle/>
          <a:p>
            <a:pPr algn="r" defTabSz="728928">
              <a:defRPr/>
            </a:pPr>
            <a:fld id="{6856ECDB-1CEE-4F69-ADCA-557460F2116E}" type="slidenum">
              <a:rPr lang="en-US" sz="900">
                <a:solidFill>
                  <a:srgbClr val="6D6E71"/>
                </a:solidFill>
              </a:rPr>
              <a:pPr algn="r" defTabSz="728928">
                <a:defRPr/>
              </a:pPr>
              <a:t>‹#›</a:t>
            </a:fld>
            <a:endParaRPr lang="en-US" sz="900" dirty="0">
              <a:solidFill>
                <a:srgbClr val="6D6E71"/>
              </a:solidFill>
            </a:endParaRPr>
          </a:p>
        </p:txBody>
      </p:sp>
      <p:pic>
        <p:nvPicPr>
          <p:cNvPr id="7" name="Picture 6" descr="Ridge.pdf"/>
          <p:cNvPicPr>
            <a:picLocks noChangeAspect="1"/>
          </p:cNvPicPr>
          <p:nvPr userDrawn="1"/>
        </p:nvPicPr>
        <p:blipFill>
          <a:blip r:embed="rId3" cstate="email"/>
          <a:stretch>
            <a:fillRect/>
          </a:stretch>
        </p:blipFill>
        <p:spPr bwMode="ltGray">
          <a:xfrm>
            <a:off x="459" y="18"/>
            <a:ext cx="2270124" cy="619126"/>
          </a:xfrm>
          <a:prstGeom prst="rect">
            <a:avLst/>
          </a:prstGeom>
        </p:spPr>
      </p:pic>
    </p:spTree>
    <p:extLst>
      <p:ext uri="{BB962C8B-B14F-4D97-AF65-F5344CB8AC3E}">
        <p14:creationId xmlns:p14="http://schemas.microsoft.com/office/powerpoint/2010/main" val="2157980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cSld name="1_Large audience">
    <p:spTree>
      <p:nvGrpSpPr>
        <p:cNvPr id="1" name=""/>
        <p:cNvGrpSpPr/>
        <p:nvPr/>
      </p:nvGrpSpPr>
      <p:grpSpPr>
        <a:xfrm>
          <a:off x="0" y="0"/>
          <a:ext cx="0" cy="0"/>
          <a:chOff x="0" y="0"/>
          <a:chExt cx="0" cy="0"/>
        </a:xfrm>
      </p:grpSpPr>
      <p:sp>
        <p:nvSpPr>
          <p:cNvPr id="3" name="Title 1"/>
          <p:cNvSpPr>
            <a:spLocks noGrp="1"/>
          </p:cNvSpPr>
          <p:nvPr>
            <p:ph type="title" hasCustomPrompt="1"/>
          </p:nvPr>
        </p:nvSpPr>
        <p:spPr bwMode="gray">
          <a:xfrm>
            <a:off x="481025" y="592612"/>
            <a:ext cx="8226425"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entury Gothic" pitchFamily="34" charset="0"/>
                <a:ea typeface="+mj-ea"/>
                <a:cs typeface="Arial" pitchFamily="34" charset="0"/>
              </a:defRPr>
            </a:lvl1pPr>
          </a:lstStyle>
          <a:p>
            <a:pPr lvl="0" algn="l" defTabSz="912881" rtl="0" eaLnBrk="1" fontAlgn="base" latinLnBrk="0" hangingPunct="1">
              <a:spcBef>
                <a:spcPct val="0"/>
              </a:spcBef>
              <a:spcAft>
                <a:spcPct val="0"/>
              </a:spcAft>
              <a:buNone/>
            </a:pPr>
            <a:r>
              <a:rPr lang="en-US" dirty="0"/>
              <a:t>CLICK TO EDIT MASTER TITLE STYLE</a:t>
            </a:r>
          </a:p>
        </p:txBody>
      </p:sp>
      <p:sp>
        <p:nvSpPr>
          <p:cNvPr id="4" name="Text Placeholder 4"/>
          <p:cNvSpPr>
            <a:spLocks noGrp="1"/>
          </p:cNvSpPr>
          <p:nvPr>
            <p:ph type="body" sz="quarter" idx="10" hasCustomPrompt="1"/>
          </p:nvPr>
        </p:nvSpPr>
        <p:spPr bwMode="gray">
          <a:xfrm>
            <a:off x="481012" y="1478757"/>
            <a:ext cx="8224838" cy="1415772"/>
          </a:xfrm>
        </p:spPr>
        <p:txBody>
          <a:bodyPr wrap="square">
            <a:spAutoFit/>
          </a:bodyPr>
          <a:lstStyle>
            <a:lvl1pPr>
              <a:spcBef>
                <a:spcPts val="0"/>
              </a:spcBef>
              <a:spcAft>
                <a:spcPts val="0"/>
              </a:spcAft>
              <a:defRPr lang="en-US" sz="1800" b="0" kern="1200" baseline="0" dirty="0" smtClean="0">
                <a:solidFill>
                  <a:schemeClr val="tx1"/>
                </a:solidFill>
                <a:latin typeface="Century Gothic"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3pPr>
            <a:lvl4pPr>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4pPr>
            <a:lvl5pPr>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5pPr>
            <a:lvl6pPr marL="1432716" indent="-285275">
              <a:spcBef>
                <a:spcPts val="0"/>
              </a:spcBef>
              <a:spcAft>
                <a:spcPts val="0"/>
              </a:spcAft>
              <a:buClr>
                <a:schemeClr val="tx2"/>
              </a:buClr>
              <a:buSzPct val="70000"/>
              <a:buFont typeface="Wingdings" pitchFamily="2" charset="2"/>
              <a:buChar char="§"/>
              <a:defRPr lang="en-US" sz="1800" kern="1200" dirty="0" smtClean="0">
                <a:solidFill>
                  <a:schemeClr val="tx1"/>
                </a:solidFill>
                <a:latin typeface="Century Gothic" pitchFamily="34" charset="0"/>
                <a:ea typeface="+mn-ea"/>
                <a:cs typeface="Arial" pitchFamily="34" charset="0"/>
              </a:defRPr>
            </a:lvl6pPr>
            <a:lvl7pPr marL="1711652" indent="-272591">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597542" indent="-228218">
              <a:spcBef>
                <a:spcPts val="0"/>
              </a:spcBef>
              <a:spcAft>
                <a:spcPts val="0"/>
              </a:spcAft>
              <a:buSzPct val="70000"/>
              <a:defRPr sz="1800" baseline="0">
                <a:latin typeface="Arial" pitchFamily="34" charset="0"/>
                <a:cs typeface="Arial" pitchFamily="34" charset="0"/>
              </a:defRPr>
            </a:lvl8pPr>
            <a:lvl9pPr marL="1821011" indent="-223464">
              <a:spcBef>
                <a:spcPts val="0"/>
              </a:spcBef>
              <a:spcAft>
                <a:spcPts val="0"/>
              </a:spcAft>
              <a:buSzPct val="70000"/>
              <a:buFont typeface="Arial" pitchFamily="34" charset="0"/>
              <a:buChar char="–"/>
              <a:defRPr sz="1800">
                <a:latin typeface="Arial" pitchFamily="34" charset="0"/>
                <a:cs typeface="Arial" pitchFamily="34" charset="0"/>
              </a:defRPr>
            </a:lvl9pPr>
          </a:lstStyle>
          <a:p>
            <a:pPr marL="290031" lvl="0" indent="-290031" algn="l" defTabSz="912881"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0551" lvl="2" indent="-278938" algn="l" defTabSz="912881"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49487" lvl="3" indent="-278938" algn="l" defTabSz="912881"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4764" lvl="4" indent="-285275" algn="l" defTabSz="931904"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2716" lvl="5" indent="-285275" algn="l" defTabSz="912881"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056608636"/>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5" y="539374"/>
            <a:ext cx="8224837" cy="44999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924" b="1" kern="1200" dirty="0">
                <a:solidFill>
                  <a:schemeClr val="tx1">
                    <a:lumMod val="75000"/>
                    <a:lumOff val="25000"/>
                  </a:schemeClr>
                </a:solidFill>
                <a:latin typeface="Arial" pitchFamily="34" charset="0"/>
                <a:ea typeface="+mj-ea"/>
                <a:cs typeface="Arial" pitchFamily="34" charset="0"/>
              </a:defRPr>
            </a:lvl1pPr>
          </a:lstStyle>
          <a:p>
            <a:pPr lvl="0" algn="l" defTabSz="814001" rtl="0" eaLnBrk="1" fontAlgn="base" latinLnBrk="0" hangingPunct="1">
              <a:spcBef>
                <a:spcPct val="0"/>
              </a:spcBef>
              <a:spcAft>
                <a:spcPct val="0"/>
              </a:spcAft>
              <a:buNone/>
            </a:pPr>
            <a:r>
              <a:rPr lang="en-US" dirty="0"/>
              <a:t>Click to edit Master title style</a:t>
            </a:r>
          </a:p>
        </p:txBody>
      </p:sp>
      <p:sp>
        <p:nvSpPr>
          <p:cNvPr id="3" name="Text Placeholder 4"/>
          <p:cNvSpPr>
            <a:spLocks noGrp="1"/>
          </p:cNvSpPr>
          <p:nvPr>
            <p:ph type="body" sz="quarter" idx="10" hasCustomPrompt="1"/>
          </p:nvPr>
        </p:nvSpPr>
        <p:spPr bwMode="gray">
          <a:xfrm>
            <a:off x="481012" y="1478772"/>
            <a:ext cx="8224838" cy="1231106"/>
          </a:xfrm>
        </p:spPr>
        <p:txBody>
          <a:bodyPr wrap="square">
            <a:spAutoFit/>
          </a:bodyPr>
          <a:lstStyle>
            <a:lvl1pPr algn="l" rtl="0" eaLnBrk="1" latinLnBrk="0" hangingPunct="1">
              <a:spcBef>
                <a:spcPts val="0"/>
              </a:spcBef>
              <a:spcAft>
                <a:spcPts val="0"/>
              </a:spcAft>
              <a:buClr>
                <a:schemeClr val="bg2"/>
              </a:buClr>
              <a:buSzPct val="120000"/>
              <a:defRPr lang="en-US" sz="1575"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575"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575"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575"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575" b="0" kern="1200" baseline="0" dirty="0" smtClean="0">
                <a:solidFill>
                  <a:schemeClr val="tx1"/>
                </a:solidFill>
                <a:latin typeface="Arial" pitchFamily="34" charset="0"/>
                <a:ea typeface="+mn-ea"/>
                <a:cs typeface="Arial" pitchFamily="34" charset="0"/>
              </a:defRPr>
            </a:lvl5pPr>
            <a:lvl6pPr marL="1277522" indent="-254377">
              <a:spcBef>
                <a:spcPts val="0"/>
              </a:spcBef>
              <a:spcAft>
                <a:spcPts val="0"/>
              </a:spcAft>
              <a:buClr>
                <a:schemeClr val="tx2"/>
              </a:buClr>
              <a:buSzPct val="70000"/>
              <a:buFont typeface="Wingdings" pitchFamily="2" charset="2"/>
              <a:buChar char="§"/>
              <a:defRPr lang="en-US" sz="1575" kern="1200" dirty="0" smtClean="0">
                <a:solidFill>
                  <a:schemeClr val="tx1"/>
                </a:solidFill>
                <a:latin typeface="Arial" pitchFamily="34" charset="0"/>
                <a:ea typeface="+mn-ea"/>
                <a:cs typeface="Arial" pitchFamily="34" charset="0"/>
              </a:defRPr>
            </a:lvl6pPr>
            <a:lvl7pPr marL="1526245" indent="-243068">
              <a:spcBef>
                <a:spcPts val="0"/>
              </a:spcBef>
              <a:spcAft>
                <a:spcPts val="0"/>
              </a:spcAft>
              <a:buClr>
                <a:schemeClr val="tx2"/>
              </a:buClr>
              <a:buSzPct val="70000"/>
              <a:buFont typeface="Arial" pitchFamily="34" charset="0"/>
              <a:buChar char="–"/>
              <a:defRPr sz="1575" baseline="0">
                <a:solidFill>
                  <a:schemeClr val="tx1"/>
                </a:solidFill>
                <a:latin typeface="+mn-lt"/>
                <a:cs typeface="Arial" pitchFamily="34" charset="0"/>
              </a:defRPr>
            </a:lvl7pPr>
            <a:lvl8pPr marL="1424495" indent="-203499">
              <a:spcBef>
                <a:spcPts val="0"/>
              </a:spcBef>
              <a:spcAft>
                <a:spcPts val="0"/>
              </a:spcAft>
              <a:buSzPct val="70000"/>
              <a:defRPr sz="1575" baseline="0">
                <a:latin typeface="Arial" pitchFamily="34" charset="0"/>
                <a:cs typeface="Arial" pitchFamily="34" charset="0"/>
              </a:defRPr>
            </a:lvl8pPr>
            <a:lvl9pPr marL="1623760" indent="-199260">
              <a:spcBef>
                <a:spcPts val="0"/>
              </a:spcBef>
              <a:spcAft>
                <a:spcPts val="0"/>
              </a:spcAft>
              <a:buSzPct val="70000"/>
              <a:buFont typeface="Arial" pitchFamily="34" charset="0"/>
              <a:buChar char="–"/>
              <a:defRPr sz="1575">
                <a:latin typeface="Arial" pitchFamily="34" charset="0"/>
                <a:cs typeface="Arial" pitchFamily="34" charset="0"/>
              </a:defRPr>
            </a:lvl9pPr>
          </a:lstStyle>
          <a:p>
            <a:pPr marL="258618" lvl="0" indent="-258618" algn="l" defTabSz="814001"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08749" lvl="2" indent="-248723" algn="l" defTabSz="814001"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757469" lvl="3" indent="-248723" algn="l" defTabSz="814001"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011848" lvl="4" indent="-254377" algn="l" defTabSz="830959"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277522" lvl="5" indent="-254377" algn="l" defTabSz="814001"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57709035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cSld name="16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4" y="539354"/>
            <a:ext cx="8224837"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481012" y="1478757"/>
            <a:ext cx="8224838" cy="1038746"/>
          </a:xfrm>
        </p:spPr>
        <p:txBody>
          <a:bodyPr wrap="square">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481012" y="859319"/>
            <a:ext cx="8224838" cy="212783"/>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06042541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Standard tex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1422401" y="114300"/>
            <a:ext cx="6451600" cy="384576"/>
          </a:xfrm>
          <a:prstGeom prst="rect">
            <a:avLst/>
          </a:prstGeom>
        </p:spPr>
        <p:txBody>
          <a:bodyPr lIns="0" tIns="0" rIns="0" bIns="0"/>
          <a:lstStyle>
            <a:lvl1pPr marL="0" indent="0" algn="ctr">
              <a:spcBef>
                <a:spcPts val="0"/>
              </a:spcBef>
              <a:buFontTx/>
              <a:buNone/>
              <a:defRPr sz="2000" b="1" baseline="0">
                <a:solidFill>
                  <a:schemeClr val="tx1"/>
                </a:solidFill>
              </a:defRPr>
            </a:lvl1pPr>
          </a:lstStyle>
          <a:p>
            <a:pPr lvl="0"/>
            <a:r>
              <a:rPr lang="de-DE" dirty="0"/>
              <a:t>Click to add title</a:t>
            </a:r>
          </a:p>
        </p:txBody>
      </p:sp>
      <p:sp>
        <p:nvSpPr>
          <p:cNvPr id="4" name="Textplatzhalter 3"/>
          <p:cNvSpPr>
            <a:spLocks noGrp="1"/>
          </p:cNvSpPr>
          <p:nvPr>
            <p:ph type="body" sz="quarter" idx="12" hasCustomPrompt="1"/>
          </p:nvPr>
        </p:nvSpPr>
        <p:spPr>
          <a:xfrm>
            <a:off x="828000" y="1026001"/>
            <a:ext cx="7488000" cy="280800"/>
          </a:xfrm>
          <a:prstGeom prst="rect">
            <a:avLst/>
          </a:prstGeom>
        </p:spPr>
        <p:txBody>
          <a:bodyPr lIns="0" tIns="0" rIns="0" bIns="0"/>
          <a:lstStyle>
            <a:lvl1pPr marL="0" indent="0">
              <a:spcBef>
                <a:spcPts val="0"/>
              </a:spcBef>
              <a:buFontTx/>
              <a:buNone/>
              <a:defRPr sz="1500"/>
            </a:lvl1pPr>
          </a:lstStyle>
          <a:p>
            <a:pPr lvl="0"/>
            <a:r>
              <a:rPr lang="de-DE" dirty="0"/>
              <a:t>Click </a:t>
            </a:r>
            <a:r>
              <a:rPr lang="de-DE" dirty="0" err="1"/>
              <a:t>to</a:t>
            </a:r>
            <a:r>
              <a:rPr lang="de-DE" dirty="0"/>
              <a:t> </a:t>
            </a:r>
            <a:r>
              <a:rPr lang="de-DE" dirty="0" err="1"/>
              <a:t>add</a:t>
            </a:r>
            <a:r>
              <a:rPr lang="de-DE" dirty="0"/>
              <a:t> </a:t>
            </a:r>
            <a:r>
              <a:rPr lang="de-DE" dirty="0" err="1"/>
              <a:t>subtitle</a:t>
            </a:r>
            <a:endParaRPr lang="de-DE" dirty="0"/>
          </a:p>
        </p:txBody>
      </p:sp>
      <p:sp>
        <p:nvSpPr>
          <p:cNvPr id="5" name="Textplatzhalter 4"/>
          <p:cNvSpPr>
            <a:spLocks noGrp="1"/>
          </p:cNvSpPr>
          <p:nvPr>
            <p:ph type="body" sz="quarter" idx="13"/>
          </p:nvPr>
        </p:nvSpPr>
        <p:spPr>
          <a:xfrm>
            <a:off x="828673" y="1593001"/>
            <a:ext cx="7488000" cy="2970000"/>
          </a:xfrm>
          <a:prstGeom prst="rect">
            <a:avLst/>
          </a:prstGeom>
        </p:spPr>
        <p:txBody>
          <a:bodyPr lIns="0" tIns="0" rIns="0" bIns="0" spcCol="324000"/>
          <a:lstStyle>
            <a:lvl1pPr marL="144002" indent="-144002">
              <a:spcBef>
                <a:spcPts val="0"/>
              </a:spcBef>
              <a:defRPr sz="1200"/>
            </a:lvl1pPr>
            <a:lvl2pPr marL="288004" indent="-144002">
              <a:spcBef>
                <a:spcPts val="0"/>
              </a:spcBef>
              <a:defRPr sz="1200"/>
            </a:lvl2pPr>
            <a:lvl3pPr marL="432005" indent="-144002">
              <a:spcBef>
                <a:spcPts val="0"/>
              </a:spcBef>
              <a:buFont typeface="Wingdings" panose="05000000000000000000" pitchFamily="2" charset="2"/>
              <a:buChar char="§"/>
              <a:defRPr sz="1200"/>
            </a:lvl3pPr>
            <a:lvl4pPr marL="576008" indent="-144002">
              <a:spcBef>
                <a:spcPts val="0"/>
              </a:spcBef>
              <a:buFont typeface="Arial" panose="020B0604020202020204" pitchFamily="34" charset="0"/>
              <a:buChar char="•"/>
              <a:defRPr sz="1200"/>
            </a:lvl4pPr>
            <a:lvl5pPr marL="720009" indent="-152402">
              <a:spcBef>
                <a:spcPts val="0"/>
              </a:spcBef>
              <a:buFont typeface="Calibri" panose="020F0502020204030204" pitchFamily="34" charset="0"/>
              <a:buChar char="─"/>
              <a:defRPr sz="1200"/>
            </a:lvl5pPr>
            <a:lvl6pPr marL="864011" indent="-152402">
              <a:spcBef>
                <a:spcPts val="0"/>
              </a:spcBef>
              <a:buFont typeface="Calibri" panose="020F0502020204030204" pitchFamily="34" charset="0"/>
              <a:buChar char="─"/>
              <a:defRPr sz="1200"/>
            </a:lvl6pPr>
            <a:lvl7pPr marL="1008013" indent="-144002">
              <a:spcBef>
                <a:spcPts val="0"/>
              </a:spcBef>
              <a:buFont typeface="Calibri" panose="020F0502020204030204" pitchFamily="34" charset="0"/>
              <a:buChar char="─"/>
              <a:defRPr sz="1200"/>
            </a:lvl7pPr>
            <a:lvl8pPr marL="1152014" indent="-144002">
              <a:spcBef>
                <a:spcPts val="0"/>
              </a:spcBef>
              <a:buFont typeface="Calibri" panose="020F0502020204030204" pitchFamily="34" charset="0"/>
              <a:buChar char="─"/>
              <a:defRPr sz="1200"/>
            </a:lvl8pPr>
            <a:lvl9pPr marL="1296017" indent="-144002">
              <a:spcBef>
                <a:spcPts val="0"/>
              </a:spcBef>
              <a:buFont typeface="Calibri" panose="020F0502020204030204" pitchFamily="34" charset="0"/>
              <a:buChar cha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454581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17_Conten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077559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8_Content slide">
    <p:spTree>
      <p:nvGrpSpPr>
        <p:cNvPr id="1" name=""/>
        <p:cNvGrpSpPr/>
        <p:nvPr/>
      </p:nvGrpSpPr>
      <p:grpSpPr>
        <a:xfrm>
          <a:off x="0" y="0"/>
          <a:ext cx="0" cy="0"/>
          <a:chOff x="0" y="0"/>
          <a:chExt cx="0" cy="0"/>
        </a:xfrm>
      </p:grpSpPr>
      <p:sp>
        <p:nvSpPr>
          <p:cNvPr id="4" name="Title 3"/>
          <p:cNvSpPr>
            <a:spLocks noGrp="1"/>
          </p:cNvSpPr>
          <p:nvPr>
            <p:ph type="title"/>
          </p:nvPr>
        </p:nvSpPr>
        <p:spPr>
          <a:xfrm>
            <a:off x="628650" y="167634"/>
            <a:ext cx="7886700" cy="307990"/>
          </a:xfrm>
          <a:prstGeom prst="rect">
            <a:avLst/>
          </a:prstGeom>
        </p:spPr>
        <p:txBody>
          <a:bodyPr/>
          <a:lstStyle>
            <a:lvl1pPr>
              <a:defRPr sz="2000"/>
            </a:lvl1pPr>
          </a:lstStyle>
          <a:p>
            <a:r>
              <a:rPr lang="en-US" dirty="0"/>
              <a:t>Click to edit Master title style</a:t>
            </a:r>
          </a:p>
        </p:txBody>
      </p:sp>
      <p:sp>
        <p:nvSpPr>
          <p:cNvPr id="6" name="Text Placeholder 41"/>
          <p:cNvSpPr>
            <a:spLocks noGrp="1"/>
          </p:cNvSpPr>
          <p:nvPr>
            <p:ph type="body" sz="quarter" idx="13"/>
          </p:nvPr>
        </p:nvSpPr>
        <p:spPr bwMode="gray">
          <a:xfrm>
            <a:off x="628650" y="475624"/>
            <a:ext cx="7886700" cy="253950"/>
          </a:xfrm>
          <a:prstGeom prst="rect">
            <a:avLst/>
          </a:prstGeom>
        </p:spPr>
        <p:txBody>
          <a:bodyPr/>
          <a:lstStyle>
            <a:lvl1pPr marL="0" indent="0">
              <a:buNone/>
              <a:defRPr sz="1600" b="0" i="1">
                <a:solidFill>
                  <a:srgbClr val="FF0000"/>
                </a:solidFill>
                <a:latin typeface="+mj-lt"/>
                <a:cs typeface="Arial" pitchFamily="34" charset="0"/>
              </a:defRPr>
            </a:lvl1pPr>
          </a:lstStyle>
          <a:p>
            <a:pPr lvl="0"/>
            <a:r>
              <a:rPr lang="en-US" dirty="0"/>
              <a:t>Click to edit Master text styles</a:t>
            </a:r>
          </a:p>
        </p:txBody>
      </p:sp>
    </p:spTree>
    <p:extLst>
      <p:ext uri="{BB962C8B-B14F-4D97-AF65-F5344CB8AC3E}">
        <p14:creationId xmlns:p14="http://schemas.microsoft.com/office/powerpoint/2010/main" val="28807905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9_Content slide">
    <p:spTree>
      <p:nvGrpSpPr>
        <p:cNvPr id="1" name=""/>
        <p:cNvGrpSpPr/>
        <p:nvPr/>
      </p:nvGrpSpPr>
      <p:grpSpPr>
        <a:xfrm>
          <a:off x="0" y="0"/>
          <a:ext cx="0" cy="0"/>
          <a:chOff x="0" y="0"/>
          <a:chExt cx="0" cy="0"/>
        </a:xfrm>
      </p:grpSpPr>
      <p:sp>
        <p:nvSpPr>
          <p:cNvPr id="4" name="Title 3"/>
          <p:cNvSpPr>
            <a:spLocks noGrp="1"/>
          </p:cNvSpPr>
          <p:nvPr>
            <p:ph type="title"/>
          </p:nvPr>
        </p:nvSpPr>
        <p:spPr>
          <a:xfrm>
            <a:off x="628650" y="167634"/>
            <a:ext cx="7886700" cy="307990"/>
          </a:xfrm>
          <a:prstGeom prst="rect">
            <a:avLst/>
          </a:prstGeom>
        </p:spPr>
        <p:txBody>
          <a:bodyPr/>
          <a:lstStyle>
            <a:lvl1pPr>
              <a:defRPr sz="2000"/>
            </a:lvl1pPr>
          </a:lstStyle>
          <a:p>
            <a:r>
              <a:rPr lang="en-US" dirty="0"/>
              <a:t>Click to edit Master title style</a:t>
            </a:r>
          </a:p>
        </p:txBody>
      </p:sp>
    </p:spTree>
    <p:extLst>
      <p:ext uri="{BB962C8B-B14F-4D97-AF65-F5344CB8AC3E}">
        <p14:creationId xmlns:p14="http://schemas.microsoft.com/office/powerpoint/2010/main" val="3382901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cSld name="7_Large audience">
    <p:spTree>
      <p:nvGrpSpPr>
        <p:cNvPr id="1" name=""/>
        <p:cNvGrpSpPr/>
        <p:nvPr/>
      </p:nvGrpSpPr>
      <p:grpSpPr>
        <a:xfrm>
          <a:off x="0" y="0"/>
          <a:ext cx="0" cy="0"/>
          <a:chOff x="0" y="0"/>
          <a:chExt cx="0" cy="0"/>
        </a:xfrm>
      </p:grpSpPr>
      <p:sp>
        <p:nvSpPr>
          <p:cNvPr id="3" name="Title 1"/>
          <p:cNvSpPr>
            <a:spLocks noGrp="1"/>
          </p:cNvSpPr>
          <p:nvPr>
            <p:ph type="title" hasCustomPrompt="1"/>
          </p:nvPr>
        </p:nvSpPr>
        <p:spPr bwMode="gray">
          <a:xfrm>
            <a:off x="481017" y="592605"/>
            <a:ext cx="8226425"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entury Gothic" pitchFamily="34" charset="0"/>
                <a:ea typeface="+mj-ea"/>
                <a:cs typeface="Arial" pitchFamily="34" charset="0"/>
              </a:defRPr>
            </a:lvl1pPr>
          </a:lstStyle>
          <a:p>
            <a:pPr lvl="0" algn="l" defTabSz="914240" rtl="0" eaLnBrk="1" fontAlgn="base" latinLnBrk="0" hangingPunct="1">
              <a:spcBef>
                <a:spcPct val="0"/>
              </a:spcBef>
              <a:spcAft>
                <a:spcPct val="0"/>
              </a:spcAft>
              <a:buNone/>
            </a:pPr>
            <a:r>
              <a:rPr lang="en-US" dirty="0"/>
              <a:t>CLICK TO EDIT MASTER TITLE STYLE</a:t>
            </a:r>
          </a:p>
        </p:txBody>
      </p:sp>
      <p:sp>
        <p:nvSpPr>
          <p:cNvPr id="4" name="Text Placeholder 4"/>
          <p:cNvSpPr>
            <a:spLocks noGrp="1"/>
          </p:cNvSpPr>
          <p:nvPr>
            <p:ph type="body" sz="quarter" idx="10" hasCustomPrompt="1"/>
          </p:nvPr>
        </p:nvSpPr>
        <p:spPr bwMode="gray">
          <a:xfrm>
            <a:off x="481012" y="1478758"/>
            <a:ext cx="8224838" cy="1384995"/>
          </a:xfrm>
        </p:spPr>
        <p:txBody>
          <a:bodyPr wrap="square">
            <a:spAutoFit/>
          </a:bodyPr>
          <a:lstStyle>
            <a:lvl1pPr>
              <a:spcBef>
                <a:spcPts val="0"/>
              </a:spcBef>
              <a:spcAft>
                <a:spcPts val="0"/>
              </a:spcAft>
              <a:defRPr lang="en-US" sz="1800" b="0" kern="1200" baseline="0" dirty="0" smtClean="0">
                <a:solidFill>
                  <a:schemeClr val="tx1"/>
                </a:solidFill>
                <a:latin typeface="Century Gothic"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3pPr>
            <a:lvl4pPr>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4pPr>
            <a:lvl5pPr>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5pPr>
            <a:lvl6pPr marL="1434848" indent="-285701">
              <a:spcBef>
                <a:spcPts val="0"/>
              </a:spcBef>
              <a:spcAft>
                <a:spcPts val="0"/>
              </a:spcAft>
              <a:buClr>
                <a:schemeClr val="tx2"/>
              </a:buClr>
              <a:buSzPct val="70000"/>
              <a:buFont typeface="Wingdings" pitchFamily="2" charset="2"/>
              <a:buChar char="§"/>
              <a:defRPr lang="en-US" sz="1800" kern="1200" dirty="0" smtClean="0">
                <a:solidFill>
                  <a:schemeClr val="tx1"/>
                </a:solidFill>
                <a:latin typeface="Century Gothic" pitchFamily="34" charset="0"/>
                <a:ea typeface="+mn-ea"/>
                <a:cs typeface="Arial" pitchFamily="34" charset="0"/>
              </a:defRPr>
            </a:lvl6pPr>
            <a:lvl7pPr marL="1714199" indent="-273002">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599920" indent="-228558">
              <a:spcBef>
                <a:spcPts val="0"/>
              </a:spcBef>
              <a:spcAft>
                <a:spcPts val="0"/>
              </a:spcAft>
              <a:buSzPct val="70000"/>
              <a:defRPr sz="1800" baseline="0">
                <a:latin typeface="Arial" pitchFamily="34" charset="0"/>
                <a:cs typeface="Arial" pitchFamily="34" charset="0"/>
              </a:defRPr>
            </a:lvl8pPr>
            <a:lvl9pPr marL="1823723" indent="-223796">
              <a:spcBef>
                <a:spcPts val="0"/>
              </a:spcBef>
              <a:spcAft>
                <a:spcPts val="0"/>
              </a:spcAft>
              <a:buSzPct val="70000"/>
              <a:buFont typeface="Arial" pitchFamily="34" charset="0"/>
              <a:buChar char="–"/>
              <a:defRPr sz="1800">
                <a:latin typeface="Arial" pitchFamily="34" charset="0"/>
                <a:cs typeface="Arial" pitchFamily="34" charset="0"/>
              </a:defRPr>
            </a:lvl9pPr>
          </a:lstStyle>
          <a:p>
            <a:pPr marL="290464" lvl="0" indent="-290464" algn="l" defTabSz="91424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402" lvl="2" indent="-279351" algn="l" defTabSz="91424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753" lvl="3" indent="-279351" algn="l" defTabSz="91424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453" lvl="4" indent="-285701" algn="l" defTabSz="933289"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4848" lvl="5" indent="-285701" algn="l" defTabSz="91424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4140391462"/>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27" name="Picture 26" descr="ridge4.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ltGray">
          <a:xfrm>
            <a:off x="838" y="8"/>
            <a:ext cx="3968823" cy="1082407"/>
          </a:xfrm>
          <a:prstGeom prst="rect">
            <a:avLst/>
          </a:prstGeom>
        </p:spPr>
      </p:pic>
      <p:sp>
        <p:nvSpPr>
          <p:cNvPr id="10" name="Slide Number Placeholder 5"/>
          <p:cNvSpPr txBox="1">
            <a:spLocks/>
          </p:cNvSpPr>
          <p:nvPr/>
        </p:nvSpPr>
        <p:spPr bwMode="auto">
          <a:xfrm>
            <a:off x="8862558" y="4960510"/>
            <a:ext cx="117020" cy="115416"/>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50">
                <a:solidFill>
                  <a:srgbClr val="6D6E71"/>
                </a:solidFill>
                <a:cs typeface="Arial" pitchFamily="34" charset="0"/>
              </a:rPr>
              <a:pPr algn="r">
                <a:defRPr/>
              </a:pPr>
              <a:t>‹#›</a:t>
            </a:fld>
            <a:endParaRPr lang="en-US" sz="750" dirty="0">
              <a:solidFill>
                <a:srgbClr val="6D6E71"/>
              </a:solidFill>
              <a:cs typeface="Arial" pitchFamily="34" charset="0"/>
            </a:endParaRPr>
          </a:p>
        </p:txBody>
      </p:sp>
      <p:pic>
        <p:nvPicPr>
          <p:cNvPr id="7" name="Picture 6" descr="Mahindra Logo.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bwMode="gray">
          <a:xfrm>
            <a:off x="6329909" y="357483"/>
            <a:ext cx="2377538" cy="492416"/>
          </a:xfrm>
          <a:prstGeom prst="rect">
            <a:avLst/>
          </a:prstGeom>
        </p:spPr>
      </p:pic>
      <p:pic>
        <p:nvPicPr>
          <p:cNvPr id="5" name="Picture 4"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838" y="88"/>
            <a:ext cx="3968823" cy="1082407"/>
          </a:xfrm>
          <a:prstGeom prst="rect">
            <a:avLst/>
          </a:prstGeom>
        </p:spPr>
      </p:pic>
      <p:sp>
        <p:nvSpPr>
          <p:cNvPr id="6" name="Slide Number Placeholder 5"/>
          <p:cNvSpPr txBox="1">
            <a:spLocks/>
          </p:cNvSpPr>
          <p:nvPr userDrawn="1"/>
        </p:nvSpPr>
        <p:spPr bwMode="auto">
          <a:xfrm>
            <a:off x="8862558" y="4960510"/>
            <a:ext cx="117020" cy="115416"/>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50">
                <a:solidFill>
                  <a:srgbClr val="6D6E71"/>
                </a:solidFill>
                <a:cs typeface="Arial" pitchFamily="34" charset="0"/>
              </a:rPr>
              <a:pPr algn="r">
                <a:defRPr/>
              </a:pPr>
              <a:t>‹#›</a:t>
            </a:fld>
            <a:endParaRPr lang="en-US" sz="750" dirty="0">
              <a:solidFill>
                <a:srgbClr val="6D6E71"/>
              </a:solidFill>
              <a:cs typeface="Arial" pitchFamily="34" charset="0"/>
            </a:endParaRPr>
          </a:p>
        </p:txBody>
      </p:sp>
      <p:pic>
        <p:nvPicPr>
          <p:cNvPr id="8" name="Picture 7" descr="Mahindra Logo.png"/>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bwMode="gray">
          <a:xfrm>
            <a:off x="6329909" y="357483"/>
            <a:ext cx="2377538" cy="492416"/>
          </a:xfrm>
          <a:prstGeom prst="rect">
            <a:avLst/>
          </a:prstGeom>
        </p:spPr>
      </p:pic>
    </p:spTree>
    <p:extLst>
      <p:ext uri="{BB962C8B-B14F-4D97-AF65-F5344CB8AC3E}">
        <p14:creationId xmlns:p14="http://schemas.microsoft.com/office/powerpoint/2010/main" val="283224523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1827222" y="3040282"/>
            <a:ext cx="5511800" cy="207749"/>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1827222" y="1638308"/>
            <a:ext cx="5511800" cy="461665"/>
          </a:xfrm>
        </p:spPr>
        <p:txBody>
          <a:bodyPr wrap="square">
            <a:spAutoFit/>
          </a:bodyPr>
          <a:lstStyle>
            <a:lvl1pPr algn="l">
              <a:defRPr sz="3000" b="1">
                <a:solidFill>
                  <a:schemeClr val="bg2"/>
                </a:solidFill>
                <a:latin typeface="Arial" pitchFamily="34" charset="0"/>
                <a:cs typeface="Arial" pitchFamily="34" charset="0"/>
              </a:defRPr>
            </a:lvl1pPr>
          </a:lstStyle>
          <a:p>
            <a:r>
              <a:rPr lang="en-US" dirty="0"/>
              <a:t>Click to Edit Master Title Style</a:t>
            </a:r>
          </a:p>
        </p:txBody>
      </p:sp>
      <p:pic>
        <p:nvPicPr>
          <p:cNvPr id="12" name="Picture 11" descr="ridge4.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ltGray">
          <a:xfrm>
            <a:off x="838" y="8"/>
            <a:ext cx="3968823" cy="1082407"/>
          </a:xfrm>
          <a:prstGeom prst="rect">
            <a:avLst/>
          </a:prstGeom>
        </p:spPr>
      </p:pic>
      <p:pic>
        <p:nvPicPr>
          <p:cNvPr id="8" name="Picture 7" descr="Mahindra Logo.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bwMode="gray">
          <a:xfrm>
            <a:off x="6329909" y="357483"/>
            <a:ext cx="2377538" cy="492416"/>
          </a:xfrm>
          <a:prstGeom prst="rect">
            <a:avLst/>
          </a:prstGeom>
        </p:spPr>
      </p:pic>
      <p:pic>
        <p:nvPicPr>
          <p:cNvPr id="6" name="Picture 5"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838" y="88"/>
            <a:ext cx="3968823" cy="1082407"/>
          </a:xfrm>
          <a:prstGeom prst="rect">
            <a:avLst/>
          </a:prstGeom>
        </p:spPr>
      </p:pic>
      <p:pic>
        <p:nvPicPr>
          <p:cNvPr id="7" name="Picture 6" descr="Mahindra Logo.png"/>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bwMode="gray">
          <a:xfrm>
            <a:off x="6329909" y="357483"/>
            <a:ext cx="2377538" cy="492416"/>
          </a:xfrm>
          <a:prstGeom prst="rect">
            <a:avLst/>
          </a:prstGeom>
        </p:spPr>
      </p:pic>
    </p:spTree>
    <p:extLst>
      <p:ext uri="{BB962C8B-B14F-4D97-AF65-F5344CB8AC3E}">
        <p14:creationId xmlns:p14="http://schemas.microsoft.com/office/powerpoint/2010/main" val="335597907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8_Content slide with subtitle">
    <p:spTree>
      <p:nvGrpSpPr>
        <p:cNvPr id="1" name=""/>
        <p:cNvGrpSpPr/>
        <p:nvPr/>
      </p:nvGrpSpPr>
      <p:grpSpPr>
        <a:xfrm>
          <a:off x="0" y="0"/>
          <a:ext cx="0" cy="0"/>
          <a:chOff x="0" y="0"/>
          <a:chExt cx="0" cy="0"/>
        </a:xfrm>
      </p:grpSpPr>
      <p:pic>
        <p:nvPicPr>
          <p:cNvPr id="6" name="Picture 10" descr="D:\Images Library\Corporate2\CATEGORISED\Backgrouds\shutterstock_147372452.jpg"/>
          <p:cNvPicPr>
            <a:picLocks noChangeAspect="1" noChangeArrowheads="1"/>
          </p:cNvPicPr>
          <p:nvPr userDrawn="1"/>
        </p:nvPicPr>
        <p:blipFill rotWithShape="1">
          <a:blip r:embed="rId2" cstate="email">
            <a:duotone>
              <a:schemeClr val="accent2">
                <a:shade val="45000"/>
                <a:satMod val="135000"/>
              </a:schemeClr>
              <a:prstClr val="white"/>
            </a:duotone>
            <a:extLst>
              <a:ext uri="{28A0092B-C50C-407E-A947-70E740481C1C}">
                <a14:useLocalDpi xmlns:a14="http://schemas.microsoft.com/office/drawing/2010/main"/>
              </a:ext>
            </a:extLst>
          </a:blip>
          <a:srcRect/>
          <a:stretch/>
        </p:blipFill>
        <p:spPr bwMode="auto">
          <a:xfrm>
            <a:off x="0" y="1"/>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userDrawn="1"/>
        </p:nvSpPr>
        <p:spPr>
          <a:xfrm flipH="1">
            <a:off x="-1" y="3"/>
            <a:ext cx="6821870" cy="5143501"/>
          </a:xfrm>
          <a:prstGeom prst="rect">
            <a:avLst/>
          </a:prstGeom>
          <a:gradFill>
            <a:gsLst>
              <a:gs pos="0">
                <a:schemeClr val="bg1">
                  <a:alpha val="84000"/>
                </a:schemeClr>
              </a:gs>
              <a:gs pos="100000">
                <a:schemeClr val="bg1">
                  <a:alpha val="0"/>
                </a:schemeClr>
              </a:gs>
            </a:gsLst>
            <a:lin ang="108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solidFill>
                <a:prstClr val="black"/>
              </a:solidFill>
            </a:endParaRPr>
          </a:p>
        </p:txBody>
      </p:sp>
      <p:pic>
        <p:nvPicPr>
          <p:cNvPr id="11" name="Picture 10"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354" y="1"/>
            <a:ext cx="2014903" cy="714375"/>
          </a:xfrm>
          <a:prstGeom prst="rect">
            <a:avLst/>
          </a:prstGeom>
        </p:spPr>
      </p:pic>
      <p:sp>
        <p:nvSpPr>
          <p:cNvPr id="14" name="Slide Number Placeholder 5"/>
          <p:cNvSpPr txBox="1">
            <a:spLocks/>
          </p:cNvSpPr>
          <p:nvPr userDrawn="1"/>
        </p:nvSpPr>
        <p:spPr bwMode="auto">
          <a:xfrm>
            <a:off x="8862558" y="4960510"/>
            <a:ext cx="117020" cy="115416"/>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50">
                <a:solidFill>
                  <a:srgbClr val="6D6E71"/>
                </a:solidFill>
                <a:cs typeface="Arial" pitchFamily="34" charset="0"/>
              </a:rPr>
              <a:pPr algn="r">
                <a:defRPr/>
              </a:pPr>
              <a:t>‹#›</a:t>
            </a:fld>
            <a:endParaRPr lang="en-US" sz="750" dirty="0">
              <a:solidFill>
                <a:srgbClr val="6D6E71"/>
              </a:solidFill>
              <a:cs typeface="Arial" pitchFamily="34" charset="0"/>
            </a:endParaRPr>
          </a:p>
        </p:txBody>
      </p:sp>
      <p:sp>
        <p:nvSpPr>
          <p:cNvPr id="15" name="TextBox 20"/>
          <p:cNvSpPr txBox="1">
            <a:spLocks noChangeArrowheads="1"/>
          </p:cNvSpPr>
          <p:nvPr userDrawn="1"/>
        </p:nvSpPr>
        <p:spPr bwMode="gray">
          <a:xfrm>
            <a:off x="481023" y="4972294"/>
            <a:ext cx="1821011" cy="92333"/>
          </a:xfrm>
          <a:prstGeom prst="rect">
            <a:avLst/>
          </a:prstGeom>
          <a:noFill/>
          <a:ln w="9525">
            <a:noFill/>
            <a:miter lim="800000"/>
            <a:headEnd/>
            <a:tailEnd/>
          </a:ln>
        </p:spPr>
        <p:txBody>
          <a:bodyPr wrap="none" lIns="0" tIns="0" rIns="0" bIns="0">
            <a:spAutoFit/>
          </a:bodyPr>
          <a:lstStyle/>
          <a:p>
            <a:pPr>
              <a:defRPr/>
            </a:pPr>
            <a:r>
              <a:rPr lang="en-US" sz="600" dirty="0">
                <a:solidFill>
                  <a:srgbClr val="6D6E71"/>
                </a:solidFill>
                <a:cs typeface="Arial" pitchFamily="34" charset="0"/>
              </a:rPr>
              <a:t>Copyright © 2017 Tech Mahindra. All rights reserved.</a:t>
            </a:r>
          </a:p>
        </p:txBody>
      </p:sp>
    </p:spTree>
    <p:extLst>
      <p:ext uri="{BB962C8B-B14F-4D97-AF65-F5344CB8AC3E}">
        <p14:creationId xmlns:p14="http://schemas.microsoft.com/office/powerpoint/2010/main" val="39175121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8" y="539364"/>
            <a:ext cx="8224838"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481050" y="1478764"/>
            <a:ext cx="8224839" cy="1038746"/>
          </a:xfrm>
        </p:spPr>
        <p:txBody>
          <a:bodyPr wrap="square">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40596926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8" y="539364"/>
            <a:ext cx="8224838"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481050" y="1478764"/>
            <a:ext cx="8224839" cy="1038746"/>
          </a:xfrm>
        </p:spPr>
        <p:txBody>
          <a:bodyPr wrap="square">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481050" y="952904"/>
            <a:ext cx="8224839" cy="20774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
        <p:nvSpPr>
          <p:cNvPr id="5" name="Text Placeholder 41"/>
          <p:cNvSpPr>
            <a:spLocks noGrp="1"/>
          </p:cNvSpPr>
          <p:nvPr>
            <p:ph type="body" sz="quarter" idx="13"/>
          </p:nvPr>
        </p:nvSpPr>
        <p:spPr bwMode="gray">
          <a:xfrm>
            <a:off x="481050" y="953083"/>
            <a:ext cx="8224839" cy="20774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98226649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481051" y="545314"/>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481050" y="1478769"/>
            <a:ext cx="8224839" cy="1384995"/>
          </a:xfrm>
        </p:spPr>
        <p:txBody>
          <a:bodyPr wrap="square">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03484944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557353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42_Content slide with subtitl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2" name="Title 1"/>
          <p:cNvSpPr>
            <a:spLocks noGrp="1"/>
          </p:cNvSpPr>
          <p:nvPr>
            <p:ph type="title"/>
          </p:nvPr>
        </p:nvSpPr>
        <p:spPr bwMode="gray">
          <a:xfrm>
            <a:off x="481021" y="539368"/>
            <a:ext cx="8224838" cy="3231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100" b="1" kern="1200" dirty="0">
                <a:solidFill>
                  <a:schemeClr val="tx1">
                    <a:lumMod val="75000"/>
                    <a:lumOff val="25000"/>
                  </a:schemeClr>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dirty="0"/>
              <a:t>Click to edit Master title style</a:t>
            </a:r>
          </a:p>
        </p:txBody>
      </p:sp>
      <p:pic>
        <p:nvPicPr>
          <p:cNvPr id="12" name="Picture 11"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354" y="1"/>
            <a:ext cx="2014903" cy="714375"/>
          </a:xfrm>
          <a:prstGeom prst="rect">
            <a:avLst/>
          </a:prstGeom>
        </p:spPr>
      </p:pic>
      <p:sp>
        <p:nvSpPr>
          <p:cNvPr id="9" name="Slide Number Placeholder 5"/>
          <p:cNvSpPr txBox="1">
            <a:spLocks/>
          </p:cNvSpPr>
          <p:nvPr userDrawn="1"/>
        </p:nvSpPr>
        <p:spPr bwMode="auto">
          <a:xfrm>
            <a:off x="8862558" y="4960510"/>
            <a:ext cx="117020" cy="115416"/>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50">
                <a:solidFill>
                  <a:srgbClr val="6D6E71"/>
                </a:solidFill>
                <a:cs typeface="Arial" pitchFamily="34" charset="0"/>
              </a:rPr>
              <a:pPr algn="r">
                <a:defRPr/>
              </a:pPr>
              <a:t>‹#›</a:t>
            </a:fld>
            <a:endParaRPr lang="en-US" sz="750" dirty="0">
              <a:solidFill>
                <a:srgbClr val="6D6E71"/>
              </a:solidFill>
              <a:cs typeface="Arial" pitchFamily="34" charset="0"/>
            </a:endParaRPr>
          </a:p>
        </p:txBody>
      </p:sp>
      <p:sp>
        <p:nvSpPr>
          <p:cNvPr id="10" name="TextBox 20"/>
          <p:cNvSpPr txBox="1">
            <a:spLocks noChangeArrowheads="1"/>
          </p:cNvSpPr>
          <p:nvPr userDrawn="1"/>
        </p:nvSpPr>
        <p:spPr bwMode="gray">
          <a:xfrm>
            <a:off x="481023" y="4972294"/>
            <a:ext cx="1821011" cy="92333"/>
          </a:xfrm>
          <a:prstGeom prst="rect">
            <a:avLst/>
          </a:prstGeom>
          <a:noFill/>
          <a:ln w="9525">
            <a:noFill/>
            <a:miter lim="800000"/>
            <a:headEnd/>
            <a:tailEnd/>
          </a:ln>
        </p:spPr>
        <p:txBody>
          <a:bodyPr wrap="none" lIns="0" tIns="0" rIns="0" bIns="0">
            <a:spAutoFit/>
          </a:bodyPr>
          <a:lstStyle/>
          <a:p>
            <a:pPr>
              <a:defRPr/>
            </a:pPr>
            <a:r>
              <a:rPr lang="en-US" sz="600" dirty="0">
                <a:solidFill>
                  <a:srgbClr val="6D6E71"/>
                </a:solidFill>
                <a:cs typeface="Arial" pitchFamily="34" charset="0"/>
              </a:rPr>
              <a:t>Copyright © 2017 Tech Mahindra. All rights reserved.</a:t>
            </a:r>
          </a:p>
        </p:txBody>
      </p:sp>
    </p:spTree>
    <p:extLst>
      <p:ext uri="{BB962C8B-B14F-4D97-AF65-F5344CB8AC3E}">
        <p14:creationId xmlns:p14="http://schemas.microsoft.com/office/powerpoint/2010/main" val="196587553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085288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1_Thank you">
    <p:spTree>
      <p:nvGrpSpPr>
        <p:cNvPr id="1" name=""/>
        <p:cNvGrpSpPr/>
        <p:nvPr/>
      </p:nvGrpSpPr>
      <p:grpSpPr>
        <a:xfrm>
          <a:off x="0" y="0"/>
          <a:ext cx="0" cy="0"/>
          <a:chOff x="0" y="0"/>
          <a:chExt cx="0" cy="0"/>
        </a:xfrm>
      </p:grpSpPr>
      <p:sp>
        <p:nvSpPr>
          <p:cNvPr id="5" name="TextBox 4"/>
          <p:cNvSpPr txBox="1">
            <a:spLocks noChangeArrowheads="1"/>
          </p:cNvSpPr>
          <p:nvPr/>
        </p:nvSpPr>
        <p:spPr bwMode="gray">
          <a:xfrm>
            <a:off x="1366838" y="2419350"/>
            <a:ext cx="6754416" cy="1772473"/>
          </a:xfrm>
          <a:prstGeom prst="rect">
            <a:avLst/>
          </a:prstGeom>
          <a:noFill/>
          <a:ln w="9525">
            <a:noFill/>
            <a:miter lim="800000"/>
            <a:headEnd/>
            <a:tailEnd/>
          </a:ln>
        </p:spPr>
        <p:txBody>
          <a:bodyPr lIns="0" tIns="0" rIns="0" bIns="0">
            <a:spAutoFit/>
          </a:bodyPr>
          <a:lstStyle/>
          <a:p>
            <a:pPr algn="just" eaLnBrk="1" fontAlgn="auto" hangingPunct="1">
              <a:spcBef>
                <a:spcPts val="585"/>
              </a:spcBef>
              <a:spcAft>
                <a:spcPts val="0"/>
              </a:spcAft>
              <a:defRPr/>
            </a:pPr>
            <a:r>
              <a:rPr lang="en-US" sz="878" b="1" dirty="0">
                <a:solidFill>
                  <a:srgbClr val="6D6E71"/>
                </a:solidFill>
                <a:latin typeface="Arial" pitchFamily="34" charset="0"/>
                <a:cs typeface="Arial" pitchFamily="34" charset="0"/>
              </a:rPr>
              <a:t>Disclaimer </a:t>
            </a:r>
          </a:p>
          <a:p>
            <a:pPr algn="just" eaLnBrk="1" fontAlgn="auto" hangingPunct="1">
              <a:spcBef>
                <a:spcPts val="585"/>
              </a:spcBef>
              <a:spcAft>
                <a:spcPts val="0"/>
              </a:spcAft>
              <a:defRPr/>
            </a:pPr>
            <a:r>
              <a:rPr lang="en-US" sz="780" dirty="0">
                <a:solidFill>
                  <a:srgbClr val="6D6E71"/>
                </a:solidFill>
                <a:latin typeface="Arial" pitchFamily="34" charset="0"/>
                <a:cs typeface="Arial" pitchFamily="34" charset="0"/>
              </a:rPr>
              <a:t>Tech Mahindra Limited, herein referred to as TechM provide a wide array of presentations and reports, with the contributions of various professionals. These presentations and reports are for information purposes and private circulation only and do not constitute an offer to buy or sell any services mentioned therein. They do not purport to be a complete description of the market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6" name="Slide Number Placeholder 5"/>
          <p:cNvSpPr txBox="1">
            <a:spLocks/>
          </p:cNvSpPr>
          <p:nvPr userDrawn="1"/>
        </p:nvSpPr>
        <p:spPr bwMode="auto">
          <a:xfrm>
            <a:off x="8855072" y="4957873"/>
            <a:ext cx="123432" cy="120033"/>
          </a:xfrm>
          <a:prstGeom prst="rect">
            <a:avLst/>
          </a:prstGeom>
          <a:noFill/>
          <a:ln w="9525">
            <a:noFill/>
            <a:miter lim="800000"/>
            <a:headEnd/>
            <a:tailEnd/>
          </a:ln>
        </p:spPr>
        <p:txBody>
          <a:bodyPr wrap="none" lIns="0" tIns="0" rIns="0" bIns="0" anchor="ctr">
            <a:spAutoFit/>
          </a:bodyPr>
          <a:lstStyle/>
          <a:p>
            <a:pPr algn="r" eaLnBrk="1" fontAlgn="auto" hangingPunct="1">
              <a:spcBef>
                <a:spcPts val="0"/>
              </a:spcBef>
              <a:spcAft>
                <a:spcPts val="0"/>
              </a:spcAft>
              <a:defRPr/>
            </a:pPr>
            <a:fld id="{1EBE6B74-C1B9-4A13-8349-387792A6BF26}" type="slidenum">
              <a:rPr lang="en-US" sz="780">
                <a:solidFill>
                  <a:srgbClr val="6D6E71"/>
                </a:solidFill>
                <a:latin typeface="Arial" pitchFamily="34" charset="0"/>
                <a:cs typeface="Arial" pitchFamily="34" charset="0"/>
              </a:rPr>
              <a:pPr algn="r" eaLnBrk="1" fontAlgn="auto" hangingPunct="1">
                <a:spcBef>
                  <a:spcPts val="0"/>
                </a:spcBef>
                <a:spcAft>
                  <a:spcPts val="0"/>
                </a:spcAft>
                <a:defRPr/>
              </a:pPr>
              <a:t>‹#›</a:t>
            </a:fld>
            <a:endParaRPr lang="en-US" sz="780" dirty="0">
              <a:solidFill>
                <a:srgbClr val="6D6E71"/>
              </a:solidFill>
              <a:latin typeface="Arial" pitchFamily="34" charset="0"/>
              <a:cs typeface="Arial" pitchFamily="34" charset="0"/>
            </a:endParaRPr>
          </a:p>
        </p:txBody>
      </p:sp>
      <p:sp>
        <p:nvSpPr>
          <p:cNvPr id="2" name="Title 1"/>
          <p:cNvSpPr>
            <a:spLocks noGrp="1"/>
          </p:cNvSpPr>
          <p:nvPr>
            <p:ph type="title"/>
          </p:nvPr>
        </p:nvSpPr>
        <p:spPr bwMode="gray">
          <a:xfrm>
            <a:off x="1366839" y="1145474"/>
            <a:ext cx="6729984" cy="492443"/>
          </a:xfrm>
          <a:prstGeom prst="rect">
            <a:avLst/>
          </a:prstGeom>
          <a:noFill/>
          <a:ln w="9525">
            <a:noFill/>
            <a:miter lim="800000"/>
            <a:headEnd/>
            <a:tailEnd/>
          </a:ln>
        </p:spPr>
        <p:txBody>
          <a:bodyPr/>
          <a:lstStyle>
            <a:lvl1pPr algn="l">
              <a:defRPr lang="en-US" sz="312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 name="Text Placeholder 41"/>
          <p:cNvSpPr>
            <a:spLocks noGrp="1"/>
          </p:cNvSpPr>
          <p:nvPr>
            <p:ph type="body" sz="quarter" idx="14"/>
          </p:nvPr>
        </p:nvSpPr>
        <p:spPr bwMode="gray">
          <a:xfrm>
            <a:off x="1366840" y="1605128"/>
            <a:ext cx="6734627" cy="276999"/>
          </a:xfrm>
          <a:prstGeom prst="rect">
            <a:avLst/>
          </a:prstGeom>
          <a:noFill/>
          <a:ln w="9525">
            <a:noFill/>
            <a:miter lim="800000"/>
            <a:headEnd/>
            <a:tailEnd/>
          </a:ln>
        </p:spPr>
        <p:txBody>
          <a:bodyPr/>
          <a:lstStyle>
            <a:lvl1pPr marL="0" indent="0" algn="l" defTabSz="891518" rtl="0" eaLnBrk="1" fontAlgn="base" latinLnBrk="0" hangingPunct="1">
              <a:spcBef>
                <a:spcPts val="0"/>
              </a:spcBef>
              <a:spcAft>
                <a:spcPct val="0"/>
              </a:spcAft>
              <a:buClr>
                <a:schemeClr val="tx2"/>
              </a:buClr>
              <a:buFont typeface="Arial" pitchFamily="34" charset="0"/>
              <a:buNone/>
              <a:defRPr lang="en-US" sz="1755" b="1" kern="1200" baseline="0" dirty="0" smtClean="0">
                <a:solidFill>
                  <a:schemeClr val="bg2"/>
                </a:solidFill>
                <a:latin typeface="Arial" pitchFamily="34" charset="0"/>
                <a:ea typeface="+mn-ea"/>
                <a:cs typeface="Arial" pitchFamily="34" charset="0"/>
              </a:defRPr>
            </a:lvl1pPr>
          </a:lstStyle>
          <a:p>
            <a:pPr lvl="0"/>
            <a:endParaRPr lang="en-US" dirty="0"/>
          </a:p>
        </p:txBody>
      </p:sp>
    </p:spTree>
    <p:extLst>
      <p:ext uri="{BB962C8B-B14F-4D97-AF65-F5344CB8AC3E}">
        <p14:creationId xmlns:p14="http://schemas.microsoft.com/office/powerpoint/2010/main" val="263427353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lt"/>
              </a:defRPr>
            </a:lvl1pPr>
          </a:lstStyle>
          <a:p>
            <a:r>
              <a:rPr lang="en-US"/>
              <a:t>Click to edit Master title style</a:t>
            </a:r>
            <a:endParaRPr lang="en-US" dirty="0"/>
          </a:p>
        </p:txBody>
      </p:sp>
      <p:sp>
        <p:nvSpPr>
          <p:cNvPr id="3" name="Content Placeholder 2"/>
          <p:cNvSpPr>
            <a:spLocks noGrp="1"/>
          </p:cNvSpPr>
          <p:nvPr>
            <p:ph idx="1"/>
          </p:nvPr>
        </p:nvSpPr>
        <p:spPr>
          <a:xfrm>
            <a:off x="481014" y="1478757"/>
            <a:ext cx="8212137" cy="10387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57164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29_Content slide with subtitl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2" name="Title 1"/>
          <p:cNvSpPr>
            <a:spLocks noGrp="1"/>
          </p:cNvSpPr>
          <p:nvPr>
            <p:ph type="title"/>
          </p:nvPr>
        </p:nvSpPr>
        <p:spPr bwMode="gray">
          <a:xfrm>
            <a:off x="481017" y="539366"/>
            <a:ext cx="8224838" cy="31515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048" b="1" kern="1200" dirty="0">
                <a:solidFill>
                  <a:schemeClr val="tx1">
                    <a:lumMod val="75000"/>
                    <a:lumOff val="25000"/>
                  </a:schemeClr>
                </a:solidFill>
                <a:latin typeface="Arial" pitchFamily="34" charset="0"/>
                <a:ea typeface="+mj-ea"/>
                <a:cs typeface="Arial" pitchFamily="34" charset="0"/>
              </a:defRPr>
            </a:lvl1pPr>
          </a:lstStyle>
          <a:p>
            <a:pPr lvl="0" algn="l" defTabSz="668655" rtl="0" eaLnBrk="1" fontAlgn="base" latinLnBrk="0" hangingPunct="1">
              <a:spcBef>
                <a:spcPct val="0"/>
              </a:spcBef>
              <a:spcAft>
                <a:spcPct val="0"/>
              </a:spcAft>
              <a:buNone/>
            </a:pPr>
            <a:r>
              <a:rPr lang="en-US" dirty="0"/>
              <a:t>Click to edit Master title style</a:t>
            </a:r>
          </a:p>
        </p:txBody>
      </p:sp>
      <p:sp>
        <p:nvSpPr>
          <p:cNvPr id="15" name="Slide Number Placeholder 5"/>
          <p:cNvSpPr txBox="1">
            <a:spLocks/>
          </p:cNvSpPr>
          <p:nvPr userDrawn="1"/>
        </p:nvSpPr>
        <p:spPr bwMode="auto">
          <a:xfrm>
            <a:off x="8865764" y="4961986"/>
            <a:ext cx="113814" cy="112467"/>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31">
                <a:solidFill>
                  <a:srgbClr val="6D6E71"/>
                </a:solidFill>
                <a:cs typeface="Arial" pitchFamily="34" charset="0"/>
              </a:rPr>
              <a:pPr algn="r">
                <a:defRPr/>
              </a:pPr>
              <a:t>‹#›</a:t>
            </a:fld>
            <a:endParaRPr lang="en-US" sz="731" dirty="0">
              <a:solidFill>
                <a:srgbClr val="6D6E71"/>
              </a:solidFill>
              <a:cs typeface="Arial" pitchFamily="34" charset="0"/>
            </a:endParaRPr>
          </a:p>
        </p:txBody>
      </p:sp>
      <p:sp>
        <p:nvSpPr>
          <p:cNvPr id="16" name="TextBox 20"/>
          <p:cNvSpPr txBox="1">
            <a:spLocks noChangeArrowheads="1"/>
          </p:cNvSpPr>
          <p:nvPr userDrawn="1"/>
        </p:nvSpPr>
        <p:spPr bwMode="gray">
          <a:xfrm>
            <a:off x="481020" y="4972299"/>
            <a:ext cx="1764907" cy="90025"/>
          </a:xfrm>
          <a:prstGeom prst="rect">
            <a:avLst/>
          </a:prstGeom>
          <a:noFill/>
          <a:ln w="9525">
            <a:noFill/>
            <a:miter lim="800000"/>
            <a:headEnd/>
            <a:tailEnd/>
          </a:ln>
        </p:spPr>
        <p:txBody>
          <a:bodyPr wrap="none" lIns="0" tIns="0" rIns="0" bIns="0">
            <a:spAutoFit/>
          </a:bodyPr>
          <a:lstStyle/>
          <a:p>
            <a:pPr>
              <a:defRPr/>
            </a:pPr>
            <a:r>
              <a:rPr lang="en-US" sz="585" dirty="0">
                <a:solidFill>
                  <a:srgbClr val="6D6E71"/>
                </a:solidFill>
                <a:cs typeface="Arial" pitchFamily="34" charset="0"/>
              </a:rPr>
              <a:t>Copyright © 2016 Tech Mahindra. All rights reserved.</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354" y="1"/>
            <a:ext cx="2014903" cy="714375"/>
          </a:xfrm>
          <a:prstGeom prst="rect">
            <a:avLst/>
          </a:prstGeom>
        </p:spPr>
      </p:pic>
    </p:spTree>
    <p:extLst>
      <p:ext uri="{BB962C8B-B14F-4D97-AF65-F5344CB8AC3E}">
        <p14:creationId xmlns:p14="http://schemas.microsoft.com/office/powerpoint/2010/main" val="135055832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
            <a:ext cx="8229600" cy="10387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a:xfrm>
            <a:off x="457200" y="4683919"/>
            <a:ext cx="2133600" cy="357188"/>
          </a:xfrm>
          <a:prstGeom prst="rect">
            <a:avLst/>
          </a:prstGeom>
        </p:spPr>
        <p:txBody>
          <a:bodyPr/>
          <a:lstStyle>
            <a:lvl1pPr>
              <a:defRPr>
                <a:latin typeface="Arial" pitchFamily="34" charset="0"/>
              </a:defRPr>
            </a:lvl1pPr>
          </a:lstStyle>
          <a:p>
            <a:pPr>
              <a:defRPr/>
            </a:pPr>
            <a:endParaRPr lang="en-US"/>
          </a:p>
        </p:txBody>
      </p:sp>
      <p:sp>
        <p:nvSpPr>
          <p:cNvPr id="4" name="Rectangle 4"/>
          <p:cNvSpPr>
            <a:spLocks noGrp="1" noChangeArrowheads="1"/>
          </p:cNvSpPr>
          <p:nvPr>
            <p:ph type="dt" sz="half" idx="11"/>
          </p:nvPr>
        </p:nvSpPr>
        <p:spPr>
          <a:xfrm>
            <a:off x="457200" y="4683919"/>
            <a:ext cx="2133600" cy="357188"/>
          </a:xfrm>
          <a:prstGeom prst="rect">
            <a:avLst/>
          </a:prstGeom>
        </p:spPr>
        <p:txBody>
          <a:bodyPr/>
          <a:lstStyle>
            <a:lvl1pPr>
              <a:defRPr>
                <a:latin typeface="Arial" pitchFamily="34" charset="0"/>
              </a:defRPr>
            </a:lvl1pPr>
          </a:lstStyle>
          <a:p>
            <a:pPr>
              <a:defRPr/>
            </a:pPr>
            <a:endParaRPr lang="en-US"/>
          </a:p>
        </p:txBody>
      </p:sp>
      <p:sp>
        <p:nvSpPr>
          <p:cNvPr id="5" name="Rectangle 5"/>
          <p:cNvSpPr>
            <a:spLocks noGrp="1" noChangeArrowheads="1"/>
          </p:cNvSpPr>
          <p:nvPr>
            <p:ph type="ftr" sz="quarter" idx="12"/>
          </p:nvPr>
        </p:nvSpPr>
        <p:spPr>
          <a:xfrm>
            <a:off x="3124200" y="4683919"/>
            <a:ext cx="2895600" cy="357188"/>
          </a:xfrm>
          <a:prstGeom prst="rect">
            <a:avLst/>
          </a:prstGeom>
        </p:spPr>
        <p:txBody>
          <a:bodyPr/>
          <a:lstStyle>
            <a:lvl1pPr>
              <a:defRPr>
                <a:latin typeface="Arial" pitchFamily="34" charset="0"/>
              </a:defRPr>
            </a:lvl1pPr>
          </a:lstStyle>
          <a:p>
            <a:pPr>
              <a:defRPr/>
            </a:pPr>
            <a:endParaRPr lang="en-US"/>
          </a:p>
        </p:txBody>
      </p:sp>
      <p:sp>
        <p:nvSpPr>
          <p:cNvPr id="6" name="Rectangle 6"/>
          <p:cNvSpPr>
            <a:spLocks noGrp="1" noChangeArrowheads="1"/>
          </p:cNvSpPr>
          <p:nvPr>
            <p:ph type="sldNum" sz="quarter" idx="13"/>
          </p:nvPr>
        </p:nvSpPr>
        <p:spPr>
          <a:xfrm>
            <a:off x="6553200" y="4683919"/>
            <a:ext cx="2133600" cy="357188"/>
          </a:xfrm>
          <a:prstGeom prst="rect">
            <a:avLst/>
          </a:prstGeom>
        </p:spPr>
        <p:txBody>
          <a:bodyPr vert="horz" wrap="square" lIns="91440" tIns="45720" rIns="91440" bIns="45720" numCol="1" anchor="t" anchorCtr="0" compatLnSpc="1">
            <a:prstTxWarp prst="textNoShape">
              <a:avLst/>
            </a:prstTxWarp>
          </a:bodyPr>
          <a:lstStyle>
            <a:lvl1pPr>
              <a:defRPr/>
            </a:lvl1pPr>
          </a:lstStyle>
          <a:p>
            <a:fld id="{C9AA6802-01C1-4BE1-A817-A2903B1301E7}" type="slidenum">
              <a:rPr lang="en-US" altLang="en-US"/>
              <a:pPr/>
              <a:t>‹#›</a:t>
            </a:fld>
            <a:endParaRPr lang="en-US" altLang="en-US"/>
          </a:p>
        </p:txBody>
      </p:sp>
    </p:spTree>
    <p:extLst>
      <p:ext uri="{BB962C8B-B14F-4D97-AF65-F5344CB8AC3E}">
        <p14:creationId xmlns:p14="http://schemas.microsoft.com/office/powerpoint/2010/main" val="14924483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1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5" y="539354"/>
            <a:ext cx="8224837" cy="3600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340" b="1" kern="1200" dirty="0">
                <a:solidFill>
                  <a:schemeClr val="tx2"/>
                </a:solidFill>
                <a:latin typeface="+mj-lt"/>
                <a:ea typeface="+mj-ea"/>
                <a:cs typeface="Arial" pitchFamily="34" charset="0"/>
              </a:defRPr>
            </a:lvl1pPr>
          </a:lstStyle>
          <a:p>
            <a:pPr lvl="0" algn="l" defTabSz="891384" rtl="0" eaLnBrk="1" fontAlgn="base" latinLnBrk="0" hangingPunct="1">
              <a:spcBef>
                <a:spcPct val="0"/>
              </a:spcBef>
              <a:spcAft>
                <a:spcPct val="0"/>
              </a:spcAft>
              <a:buNone/>
            </a:pPr>
            <a:r>
              <a:rPr lang="en-US" dirty="0"/>
              <a:t>Click to edit Master title style</a:t>
            </a:r>
          </a:p>
        </p:txBody>
      </p:sp>
    </p:spTree>
    <p:extLst>
      <p:ext uri="{BB962C8B-B14F-4D97-AF65-F5344CB8AC3E}">
        <p14:creationId xmlns:p14="http://schemas.microsoft.com/office/powerpoint/2010/main" val="41150416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325548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1_Content slide">
    <p:spTree>
      <p:nvGrpSpPr>
        <p:cNvPr id="1" name=""/>
        <p:cNvGrpSpPr/>
        <p:nvPr/>
      </p:nvGrpSpPr>
      <p:grpSpPr>
        <a:xfrm>
          <a:off x="0" y="0"/>
          <a:ext cx="0" cy="0"/>
          <a:chOff x="0" y="0"/>
          <a:chExt cx="0" cy="0"/>
        </a:xfrm>
      </p:grpSpPr>
      <p:sp>
        <p:nvSpPr>
          <p:cNvPr id="4" name="Title 1"/>
          <p:cNvSpPr>
            <a:spLocks noGrp="1"/>
          </p:cNvSpPr>
          <p:nvPr>
            <p:ph type="title"/>
          </p:nvPr>
        </p:nvSpPr>
        <p:spPr bwMode="gray">
          <a:xfrm>
            <a:off x="481014" y="321628"/>
            <a:ext cx="8226425" cy="369332"/>
          </a:xfrm>
          <a:prstGeom prst="rect">
            <a:avLst/>
          </a:prstGeom>
          <a:noFill/>
          <a:ln w="9525">
            <a:noFill/>
            <a:miter lim="800000"/>
            <a:headEnd/>
            <a:tailEnd/>
          </a:ln>
        </p:spPr>
        <p:txBody>
          <a:bodyPr/>
          <a:lstStyle>
            <a:lvl1pPr algn="r">
              <a:defRPr lang="en-US" sz="2340" b="1" kern="1200" dirty="0">
                <a:solidFill>
                  <a:schemeClr val="tx2"/>
                </a:solidFill>
                <a:latin typeface="+mj-lt"/>
                <a:ea typeface="+mj-ea"/>
                <a:cs typeface="Arial" pitchFamily="34" charset="0"/>
              </a:defRPr>
            </a:lvl1pPr>
          </a:lstStyle>
          <a:p>
            <a:pPr lvl="0"/>
            <a:r>
              <a:rPr lang="en-US" dirty="0"/>
              <a:t>Click to edit Master title style</a:t>
            </a:r>
          </a:p>
        </p:txBody>
      </p:sp>
      <p:sp>
        <p:nvSpPr>
          <p:cNvPr id="5" name="Text Placeholder 4"/>
          <p:cNvSpPr>
            <a:spLocks noGrp="1"/>
          </p:cNvSpPr>
          <p:nvPr>
            <p:ph type="body" sz="quarter" idx="10"/>
          </p:nvPr>
        </p:nvSpPr>
        <p:spPr bwMode="gray">
          <a:xfrm>
            <a:off x="482599" y="797820"/>
            <a:ext cx="8224838" cy="1350370"/>
          </a:xfrm>
          <a:prstGeom prst="rect">
            <a:avLst/>
          </a:prstGeom>
        </p:spPr>
        <p:txBody>
          <a:bodyPr/>
          <a:lstStyle>
            <a:lvl1pPr>
              <a:spcBef>
                <a:spcPts val="0"/>
              </a:spcBef>
              <a:spcAft>
                <a:spcPts val="0"/>
              </a:spcAft>
              <a:defRPr lang="en-US" sz="1755" b="0" kern="1200" baseline="0" dirty="0" smtClean="0">
                <a:solidFill>
                  <a:schemeClr val="tx1"/>
                </a:solidFill>
                <a:latin typeface="+mn-lt"/>
                <a:ea typeface="+mn-ea"/>
                <a:cs typeface="Arial" pitchFamily="34" charset="0"/>
              </a:defRPr>
            </a:lvl1pPr>
            <a:lvl2pPr>
              <a:spcBef>
                <a:spcPts val="0"/>
              </a:spcBef>
              <a:spcAft>
                <a:spcPts val="0"/>
              </a:spcAft>
              <a:buClr>
                <a:schemeClr val="bg2"/>
              </a:buClr>
              <a:defRPr lang="en-US" sz="1755"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1755" b="0" kern="1200" baseline="0" dirty="0" smtClean="0">
                <a:solidFill>
                  <a:schemeClr val="tx1"/>
                </a:solidFill>
                <a:latin typeface="+mn-lt"/>
                <a:ea typeface="+mn-ea"/>
                <a:cs typeface="Arial" pitchFamily="34" charset="0"/>
              </a:defRPr>
            </a:lvl3pPr>
            <a:lvl4pPr>
              <a:spcBef>
                <a:spcPts val="0"/>
              </a:spcBef>
              <a:spcAft>
                <a:spcPts val="0"/>
              </a:spcAft>
              <a:buClr>
                <a:schemeClr val="bg2"/>
              </a:buClr>
              <a:defRPr lang="en-US" sz="1755" b="0" kern="1200" baseline="0" dirty="0" smtClean="0">
                <a:solidFill>
                  <a:schemeClr val="tx1"/>
                </a:solidFill>
                <a:latin typeface="+mn-lt"/>
                <a:ea typeface="+mn-ea"/>
                <a:cs typeface="Arial" pitchFamily="34" charset="0"/>
              </a:defRPr>
            </a:lvl4pPr>
            <a:lvl5pPr>
              <a:spcBef>
                <a:spcPts val="0"/>
              </a:spcBef>
              <a:spcAft>
                <a:spcPts val="0"/>
              </a:spcAft>
              <a:buClr>
                <a:schemeClr val="bg2"/>
              </a:buClr>
              <a:defRPr lang="en-US" sz="1755" b="0" kern="1200" baseline="0" dirty="0" smtClean="0">
                <a:solidFill>
                  <a:schemeClr val="tx1"/>
                </a:solidFill>
                <a:latin typeface="+mn-lt"/>
                <a:ea typeface="+mn-ea"/>
                <a:cs typeface="Arial" pitchFamily="34" charset="0"/>
              </a:defRPr>
            </a:lvl5pPr>
            <a:lvl6pPr marL="1399188" indent="-278599">
              <a:spcBef>
                <a:spcPts val="0"/>
              </a:spcBef>
              <a:spcAft>
                <a:spcPts val="0"/>
              </a:spcAft>
              <a:buClr>
                <a:schemeClr val="tx2"/>
              </a:buClr>
              <a:buSzPct val="70000"/>
              <a:buFont typeface="Wingdings" pitchFamily="2" charset="2"/>
              <a:buChar char="§"/>
              <a:defRPr lang="en-US" sz="2340" kern="1200" dirty="0" smtClean="0">
                <a:solidFill>
                  <a:schemeClr val="tx1"/>
                </a:solidFill>
                <a:latin typeface="Arial" pitchFamily="34" charset="0"/>
                <a:ea typeface="+mn-ea"/>
                <a:cs typeface="Arial" pitchFamily="34" charset="0"/>
              </a:defRPr>
            </a:lvl6pPr>
            <a:lvl7pPr marL="1671596" indent="-266218">
              <a:spcBef>
                <a:spcPts val="0"/>
              </a:spcBef>
              <a:spcAft>
                <a:spcPts val="0"/>
              </a:spcAft>
              <a:buClr>
                <a:schemeClr val="tx2"/>
              </a:buClr>
              <a:buSzPct val="70000"/>
              <a:buFont typeface="Arial" pitchFamily="34" charset="0"/>
              <a:buChar char="–"/>
              <a:defRPr sz="1755" baseline="0">
                <a:solidFill>
                  <a:schemeClr val="tx1"/>
                </a:solidFill>
                <a:latin typeface="+mn-lt"/>
                <a:cs typeface="Arial" pitchFamily="34" charset="0"/>
              </a:defRPr>
            </a:lvl7pPr>
            <a:lvl8pPr marL="1560156" indent="-222879">
              <a:spcBef>
                <a:spcPts val="0"/>
              </a:spcBef>
              <a:spcAft>
                <a:spcPts val="0"/>
              </a:spcAft>
              <a:buSzPct val="70000"/>
              <a:defRPr sz="1755" baseline="0">
                <a:latin typeface="Arial" pitchFamily="34" charset="0"/>
                <a:cs typeface="Arial" pitchFamily="34" charset="0"/>
              </a:defRPr>
            </a:lvl8pPr>
            <a:lvl9pPr marL="1778393" indent="-218237">
              <a:spcBef>
                <a:spcPts val="0"/>
              </a:spcBef>
              <a:spcAft>
                <a:spcPts val="0"/>
              </a:spcAft>
              <a:buSzPct val="70000"/>
              <a:buFont typeface="Arial" pitchFamily="34" charset="0"/>
              <a:buChar char="–"/>
              <a:defRPr sz="1755">
                <a:latin typeface="Arial" pitchFamily="34" charset="0"/>
                <a:cs typeface="Arial" pitchFamily="34"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4"/>
          </p:nvPr>
        </p:nvSpPr>
        <p:spPr>
          <a:xfrm>
            <a:off x="7305072" y="4862757"/>
            <a:ext cx="1787565" cy="273844"/>
          </a:xfrm>
          <a:prstGeom prst="rect">
            <a:avLst/>
          </a:prstGeom>
        </p:spPr>
        <p:txBody>
          <a:bodyPr vert="horz" lIns="91440" tIns="45720" rIns="91440" bIns="45720" rtlCol="0" anchor="ctr"/>
          <a:lstStyle>
            <a:lvl1pPr algn="r" eaLnBrk="1" fontAlgn="auto" hangingPunct="1">
              <a:spcBef>
                <a:spcPts val="0"/>
              </a:spcBef>
              <a:spcAft>
                <a:spcPts val="0"/>
              </a:spcAft>
              <a:defRPr sz="878" smtClean="0">
                <a:solidFill>
                  <a:schemeClr val="tx1">
                    <a:tint val="75000"/>
                  </a:schemeClr>
                </a:solidFill>
                <a:latin typeface="+mn-lt"/>
              </a:defRPr>
            </a:lvl1pPr>
          </a:lstStyle>
          <a:p>
            <a:pPr>
              <a:defRPr/>
            </a:pPr>
            <a:fld id="{9AB19145-4289-4A4D-A88D-1C67EE06EDB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46162890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2_Thank you">
    <p:spTree>
      <p:nvGrpSpPr>
        <p:cNvPr id="1" name=""/>
        <p:cNvGrpSpPr/>
        <p:nvPr/>
      </p:nvGrpSpPr>
      <p:grpSpPr>
        <a:xfrm>
          <a:off x="0" y="0"/>
          <a:ext cx="0" cy="0"/>
          <a:chOff x="0" y="0"/>
          <a:chExt cx="0" cy="0"/>
        </a:xfrm>
      </p:grpSpPr>
      <p:sp>
        <p:nvSpPr>
          <p:cNvPr id="5" name="TextBox 4"/>
          <p:cNvSpPr txBox="1">
            <a:spLocks noChangeArrowheads="1"/>
          </p:cNvSpPr>
          <p:nvPr/>
        </p:nvSpPr>
        <p:spPr bwMode="gray">
          <a:xfrm>
            <a:off x="1366838" y="2419350"/>
            <a:ext cx="6754416" cy="1772473"/>
          </a:xfrm>
          <a:prstGeom prst="rect">
            <a:avLst/>
          </a:prstGeom>
          <a:noFill/>
          <a:ln w="9525">
            <a:noFill/>
            <a:miter lim="800000"/>
            <a:headEnd/>
            <a:tailEnd/>
          </a:ln>
        </p:spPr>
        <p:txBody>
          <a:bodyPr lIns="0" tIns="0" rIns="0" bIns="0">
            <a:spAutoFit/>
          </a:bodyPr>
          <a:lstStyle/>
          <a:p>
            <a:pPr algn="just">
              <a:spcBef>
                <a:spcPts val="585"/>
              </a:spcBef>
              <a:defRPr/>
            </a:pPr>
            <a:r>
              <a:rPr lang="en-US" sz="878" b="1" dirty="0">
                <a:solidFill>
                  <a:srgbClr val="6D6E71"/>
                </a:solidFill>
                <a:latin typeface="Arial" pitchFamily="34" charset="0"/>
                <a:cs typeface="Arial" pitchFamily="34" charset="0"/>
              </a:rPr>
              <a:t>Disclaimer </a:t>
            </a:r>
          </a:p>
          <a:p>
            <a:pPr algn="just">
              <a:spcBef>
                <a:spcPts val="585"/>
              </a:spcBef>
              <a:defRPr/>
            </a:pPr>
            <a:r>
              <a:rPr lang="en-US" sz="780" dirty="0">
                <a:solidFill>
                  <a:srgbClr val="6D6E71"/>
                </a:solidFill>
                <a:latin typeface="Arial" pitchFamily="34" charset="0"/>
                <a:cs typeface="Arial" pitchFamily="34" charset="0"/>
              </a:rPr>
              <a:t>Tech Mahindra Limited, herein referred to as TechM provide a wide array of presentations and reports, with the contributions of various professionals. These presentations and reports are for information purposes and private circulation only and do not constitute an offer to buy or sell any services mentioned therein. They do not purport to be a complete description of the market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6" name="Slide Number Placeholder 5"/>
          <p:cNvSpPr txBox="1">
            <a:spLocks/>
          </p:cNvSpPr>
          <p:nvPr userDrawn="1"/>
        </p:nvSpPr>
        <p:spPr bwMode="auto">
          <a:xfrm>
            <a:off x="8855072" y="4957873"/>
            <a:ext cx="123432" cy="120033"/>
          </a:xfrm>
          <a:prstGeom prst="rect">
            <a:avLst/>
          </a:prstGeom>
          <a:noFill/>
          <a:ln w="9525">
            <a:noFill/>
            <a:miter lim="800000"/>
            <a:headEnd/>
            <a:tailEnd/>
          </a:ln>
        </p:spPr>
        <p:txBody>
          <a:bodyPr wrap="none" lIns="0" tIns="0" rIns="0" bIns="0" anchor="ctr">
            <a:spAutoFit/>
          </a:bodyPr>
          <a:lstStyle/>
          <a:p>
            <a:pPr algn="r">
              <a:defRPr/>
            </a:pPr>
            <a:fld id="{1EBE6B74-C1B9-4A13-8349-387792A6BF26}" type="slidenum">
              <a:rPr lang="en-US" sz="780">
                <a:solidFill>
                  <a:srgbClr val="6D6E71"/>
                </a:solidFill>
                <a:latin typeface="Arial" pitchFamily="34" charset="0"/>
                <a:cs typeface="Arial" pitchFamily="34" charset="0"/>
              </a:rPr>
              <a:pPr algn="r">
                <a:defRPr/>
              </a:pPr>
              <a:t>‹#›</a:t>
            </a:fld>
            <a:endParaRPr lang="en-US" sz="780" dirty="0">
              <a:solidFill>
                <a:srgbClr val="6D6E71"/>
              </a:solidFill>
              <a:latin typeface="Arial" pitchFamily="34" charset="0"/>
              <a:cs typeface="Arial" pitchFamily="34" charset="0"/>
            </a:endParaRPr>
          </a:p>
        </p:txBody>
      </p:sp>
      <p:sp>
        <p:nvSpPr>
          <p:cNvPr id="7" name="TextBox 20"/>
          <p:cNvSpPr txBox="1">
            <a:spLocks noChangeArrowheads="1"/>
          </p:cNvSpPr>
          <p:nvPr userDrawn="1"/>
        </p:nvSpPr>
        <p:spPr bwMode="gray">
          <a:xfrm>
            <a:off x="481013" y="4956573"/>
            <a:ext cx="2364430" cy="120033"/>
          </a:xfrm>
          <a:prstGeom prst="rect">
            <a:avLst/>
          </a:prstGeom>
          <a:noFill/>
          <a:ln w="9525">
            <a:noFill/>
            <a:miter lim="800000"/>
            <a:headEnd/>
            <a:tailEnd/>
          </a:ln>
        </p:spPr>
        <p:txBody>
          <a:bodyPr wrap="none" lIns="0" tIns="0" rIns="0" bIns="0">
            <a:spAutoFit/>
          </a:bodyPr>
          <a:lstStyle/>
          <a:p>
            <a:pPr>
              <a:defRPr/>
            </a:pPr>
            <a:r>
              <a:rPr lang="en-US" sz="780" dirty="0">
                <a:solidFill>
                  <a:srgbClr val="6D6E71"/>
                </a:solidFill>
                <a:latin typeface="Arial" pitchFamily="34" charset="0"/>
                <a:cs typeface="Arial" pitchFamily="34" charset="0"/>
              </a:rPr>
              <a:t>Copyright © 2017 Tech Mahindra. All rights reserved.</a:t>
            </a:r>
          </a:p>
        </p:txBody>
      </p:sp>
      <p:sp>
        <p:nvSpPr>
          <p:cNvPr id="2" name="Title 1"/>
          <p:cNvSpPr>
            <a:spLocks noGrp="1"/>
          </p:cNvSpPr>
          <p:nvPr>
            <p:ph type="title"/>
          </p:nvPr>
        </p:nvSpPr>
        <p:spPr bwMode="gray">
          <a:xfrm>
            <a:off x="1366839" y="1145474"/>
            <a:ext cx="6729984" cy="492443"/>
          </a:xfrm>
          <a:prstGeom prst="rect">
            <a:avLst/>
          </a:prstGeom>
          <a:noFill/>
          <a:ln w="9525">
            <a:noFill/>
            <a:miter lim="800000"/>
            <a:headEnd/>
            <a:tailEnd/>
          </a:ln>
        </p:spPr>
        <p:txBody>
          <a:bodyPr/>
          <a:lstStyle>
            <a:lvl1pPr algn="l">
              <a:defRPr lang="en-US" sz="312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 name="Text Placeholder 41"/>
          <p:cNvSpPr>
            <a:spLocks noGrp="1"/>
          </p:cNvSpPr>
          <p:nvPr>
            <p:ph type="body" sz="quarter" idx="14"/>
          </p:nvPr>
        </p:nvSpPr>
        <p:spPr bwMode="gray">
          <a:xfrm>
            <a:off x="1366840" y="1605128"/>
            <a:ext cx="6734627" cy="276999"/>
          </a:xfrm>
          <a:prstGeom prst="rect">
            <a:avLst/>
          </a:prstGeom>
          <a:noFill/>
          <a:ln w="9525">
            <a:noFill/>
            <a:miter lim="800000"/>
            <a:headEnd/>
            <a:tailEnd/>
          </a:ln>
        </p:spPr>
        <p:txBody>
          <a:bodyPr/>
          <a:lstStyle>
            <a:lvl1pPr marL="0" indent="0" algn="l" defTabSz="891518" rtl="0" eaLnBrk="1" fontAlgn="base" latinLnBrk="0" hangingPunct="1">
              <a:spcBef>
                <a:spcPts val="0"/>
              </a:spcBef>
              <a:spcAft>
                <a:spcPct val="0"/>
              </a:spcAft>
              <a:buClr>
                <a:schemeClr val="tx2"/>
              </a:buClr>
              <a:buFont typeface="Arial" pitchFamily="34" charset="0"/>
              <a:buNone/>
              <a:defRPr lang="en-US" sz="1755" b="1" kern="1200" baseline="0" dirty="0" smtClean="0">
                <a:solidFill>
                  <a:schemeClr val="bg2"/>
                </a:solidFill>
                <a:latin typeface="Arial" pitchFamily="34" charset="0"/>
                <a:ea typeface="+mn-ea"/>
                <a:cs typeface="Arial" pitchFamily="34" charset="0"/>
              </a:defRPr>
            </a:lvl1pPr>
          </a:lstStyle>
          <a:p>
            <a:pPr lvl="0"/>
            <a:endParaRPr lang="en-US" dirty="0"/>
          </a:p>
        </p:txBody>
      </p:sp>
    </p:spTree>
    <p:extLst>
      <p:ext uri="{BB962C8B-B14F-4D97-AF65-F5344CB8AC3E}">
        <p14:creationId xmlns:p14="http://schemas.microsoft.com/office/powerpoint/2010/main" val="278908339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3_Thank you">
    <p:spTree>
      <p:nvGrpSpPr>
        <p:cNvPr id="1" name=""/>
        <p:cNvGrpSpPr/>
        <p:nvPr/>
      </p:nvGrpSpPr>
      <p:grpSpPr>
        <a:xfrm>
          <a:off x="0" y="0"/>
          <a:ext cx="0" cy="0"/>
          <a:chOff x="0" y="0"/>
          <a:chExt cx="0" cy="0"/>
        </a:xfrm>
      </p:grpSpPr>
      <p:sp>
        <p:nvSpPr>
          <p:cNvPr id="5" name="TextBox 4"/>
          <p:cNvSpPr txBox="1">
            <a:spLocks noChangeArrowheads="1"/>
          </p:cNvSpPr>
          <p:nvPr/>
        </p:nvSpPr>
        <p:spPr bwMode="gray">
          <a:xfrm>
            <a:off x="1366839" y="2419062"/>
            <a:ext cx="6754812" cy="1772473"/>
          </a:xfrm>
          <a:prstGeom prst="rect">
            <a:avLst/>
          </a:prstGeom>
          <a:noFill/>
          <a:ln w="9525">
            <a:noFill/>
            <a:miter lim="800000"/>
            <a:headEnd/>
            <a:tailEnd/>
          </a:ln>
        </p:spPr>
        <p:txBody>
          <a:bodyPr lIns="0" tIns="0" rIns="0" bIns="0">
            <a:spAutoFit/>
          </a:bodyPr>
          <a:lstStyle/>
          <a:p>
            <a:pPr algn="just" eaLnBrk="0" hangingPunct="0">
              <a:spcBef>
                <a:spcPts val="585"/>
              </a:spcBef>
              <a:defRPr/>
            </a:pPr>
            <a:r>
              <a:rPr lang="en-US" sz="878" b="1" dirty="0">
                <a:solidFill>
                  <a:srgbClr val="6D6E71"/>
                </a:solidFill>
                <a:latin typeface="Arial" pitchFamily="34" charset="0"/>
                <a:cs typeface="Arial" pitchFamily="34" charset="0"/>
              </a:rPr>
              <a:t>Disclaimer </a:t>
            </a:r>
          </a:p>
          <a:p>
            <a:pPr algn="just" eaLnBrk="0" hangingPunct="0">
              <a:spcBef>
                <a:spcPts val="585"/>
              </a:spcBef>
              <a:defRPr/>
            </a:pPr>
            <a:r>
              <a:rPr lang="en-US" sz="780" dirty="0">
                <a:solidFill>
                  <a:srgbClr val="6D6E71"/>
                </a:solidFill>
                <a:latin typeface="Arial" pitchFamily="34" charset="0"/>
                <a:cs typeface="Arial" pitchFamily="34" charset="0"/>
              </a:rPr>
              <a:t>Tech Mahindra Limited, herein referred to as TechM provide a wide array of presentations and reports, with the contributions of various professionals. These presentations and reports are for information purposes and private circulation only and do not constitute an offer to buy or sell any services mentioned therein. They do not purport to be a complete description of the market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2" name="Title 1"/>
          <p:cNvSpPr>
            <a:spLocks noGrp="1"/>
          </p:cNvSpPr>
          <p:nvPr>
            <p:ph type="title"/>
          </p:nvPr>
        </p:nvSpPr>
        <p:spPr bwMode="gray">
          <a:xfrm>
            <a:off x="1366839" y="1145474"/>
            <a:ext cx="6729984" cy="492443"/>
          </a:xfrm>
          <a:prstGeom prst="rect">
            <a:avLst/>
          </a:prstGeom>
          <a:noFill/>
          <a:ln w="9525">
            <a:noFill/>
            <a:miter lim="800000"/>
            <a:headEnd/>
            <a:tailEnd/>
          </a:ln>
        </p:spPr>
        <p:txBody>
          <a:bodyPr/>
          <a:lstStyle>
            <a:lvl1pPr algn="l">
              <a:defRPr lang="en-US" sz="312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 name="Text Placeholder 41"/>
          <p:cNvSpPr>
            <a:spLocks noGrp="1"/>
          </p:cNvSpPr>
          <p:nvPr>
            <p:ph type="body" sz="quarter" idx="14"/>
          </p:nvPr>
        </p:nvSpPr>
        <p:spPr bwMode="gray">
          <a:xfrm>
            <a:off x="1366840" y="1605128"/>
            <a:ext cx="6734627" cy="276999"/>
          </a:xfrm>
          <a:prstGeom prst="rect">
            <a:avLst/>
          </a:prstGeom>
          <a:noFill/>
          <a:ln w="9525">
            <a:noFill/>
            <a:miter lim="800000"/>
            <a:headEnd/>
            <a:tailEnd/>
          </a:ln>
        </p:spPr>
        <p:txBody>
          <a:bodyPr/>
          <a:lstStyle>
            <a:lvl1pPr marL="0" indent="0" algn="l" defTabSz="891518" rtl="0" eaLnBrk="1" fontAlgn="base" latinLnBrk="0" hangingPunct="1">
              <a:spcBef>
                <a:spcPts val="0"/>
              </a:spcBef>
              <a:spcAft>
                <a:spcPct val="0"/>
              </a:spcAft>
              <a:buClr>
                <a:schemeClr val="tx2"/>
              </a:buClr>
              <a:buFont typeface="Arial" pitchFamily="34" charset="0"/>
              <a:buNone/>
              <a:defRPr lang="en-US" sz="1755" b="1" kern="1200" baseline="0" dirty="0" smtClean="0">
                <a:solidFill>
                  <a:schemeClr val="bg2"/>
                </a:solidFill>
                <a:latin typeface="Arial" pitchFamily="34" charset="0"/>
                <a:ea typeface="+mn-ea"/>
                <a:cs typeface="Arial" pitchFamily="34" charset="0"/>
              </a:defRPr>
            </a:lvl1pPr>
          </a:lstStyle>
          <a:p>
            <a:pPr lvl="0"/>
            <a:endParaRPr lang="en-US" dirty="0"/>
          </a:p>
        </p:txBody>
      </p:sp>
      <p:sp>
        <p:nvSpPr>
          <p:cNvPr id="7" name="Slide Number Placeholder 5"/>
          <p:cNvSpPr txBox="1">
            <a:spLocks/>
          </p:cNvSpPr>
          <p:nvPr userDrawn="1"/>
        </p:nvSpPr>
        <p:spPr bwMode="auto">
          <a:xfrm>
            <a:off x="8855469" y="4957874"/>
            <a:ext cx="123432" cy="120033"/>
          </a:xfrm>
          <a:prstGeom prst="rect">
            <a:avLst/>
          </a:prstGeom>
          <a:noFill/>
          <a:ln w="9525">
            <a:noFill/>
            <a:miter lim="800000"/>
            <a:headEnd/>
            <a:tailEnd/>
          </a:ln>
        </p:spPr>
        <p:txBody>
          <a:bodyPr wrap="none" lIns="0" tIns="0" rIns="0" bIns="0" anchor="ctr">
            <a:spAutoFit/>
          </a:bodyPr>
          <a:lstStyle/>
          <a:p>
            <a:pPr algn="r" eaLnBrk="0" hangingPunct="0">
              <a:defRPr/>
            </a:pPr>
            <a:fld id="{13CCAD47-FD76-46E6-8D9F-02939C3786FE}" type="slidenum">
              <a:rPr lang="en-US" sz="780">
                <a:solidFill>
                  <a:srgbClr val="6D6E71"/>
                </a:solidFill>
                <a:latin typeface="Arial" pitchFamily="34" charset="0"/>
                <a:cs typeface="Arial" pitchFamily="34" charset="0"/>
              </a:rPr>
              <a:pPr algn="r" eaLnBrk="0" hangingPunct="0">
                <a:defRPr/>
              </a:pPr>
              <a:t>‹#›</a:t>
            </a:fld>
            <a:endParaRPr lang="en-US" sz="780" dirty="0">
              <a:solidFill>
                <a:srgbClr val="6D6E71"/>
              </a:solidFill>
              <a:latin typeface="Arial" pitchFamily="34" charset="0"/>
              <a:cs typeface="Arial" pitchFamily="34" charset="0"/>
            </a:endParaRPr>
          </a:p>
        </p:txBody>
      </p:sp>
      <p:sp>
        <p:nvSpPr>
          <p:cNvPr id="8" name="TextBox 20"/>
          <p:cNvSpPr txBox="1">
            <a:spLocks noChangeArrowheads="1"/>
          </p:cNvSpPr>
          <p:nvPr userDrawn="1"/>
        </p:nvSpPr>
        <p:spPr bwMode="gray">
          <a:xfrm>
            <a:off x="481013" y="4956335"/>
            <a:ext cx="2364430" cy="120033"/>
          </a:xfrm>
          <a:prstGeom prst="rect">
            <a:avLst/>
          </a:prstGeom>
          <a:noFill/>
          <a:ln w="9525">
            <a:noFill/>
            <a:miter lim="800000"/>
            <a:headEnd/>
            <a:tailEnd/>
          </a:ln>
        </p:spPr>
        <p:txBody>
          <a:bodyPr wrap="none" lIns="0" tIns="0" rIns="0" bIns="0">
            <a:spAutoFit/>
          </a:bodyPr>
          <a:lstStyle/>
          <a:p>
            <a:pPr eaLnBrk="0" hangingPunct="0">
              <a:defRPr/>
            </a:pPr>
            <a:r>
              <a:rPr lang="en-US" sz="780" dirty="0">
                <a:solidFill>
                  <a:srgbClr val="6D6E71"/>
                </a:solidFill>
                <a:latin typeface="Arial" pitchFamily="34" charset="0"/>
                <a:cs typeface="Arial" pitchFamily="34" charset="0"/>
              </a:rPr>
              <a:t>Copyright © 2017 Tech Mahindra. All rights reserved.</a:t>
            </a:r>
          </a:p>
        </p:txBody>
      </p:sp>
    </p:spTree>
    <p:extLst>
      <p:ext uri="{BB962C8B-B14F-4D97-AF65-F5344CB8AC3E}">
        <p14:creationId xmlns:p14="http://schemas.microsoft.com/office/powerpoint/2010/main" val="12579185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60921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2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6" y="539355"/>
            <a:ext cx="8224837" cy="35920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334" b="1" kern="1200" dirty="0">
                <a:solidFill>
                  <a:schemeClr val="tx2"/>
                </a:solidFill>
                <a:latin typeface="Arial" pitchFamily="34" charset="0"/>
                <a:ea typeface="+mj-ea"/>
                <a:cs typeface="Arial" pitchFamily="34" charset="0"/>
              </a:defRPr>
            </a:lvl1pPr>
          </a:lstStyle>
          <a:p>
            <a:pPr lvl="0" algn="l" defTabSz="666967"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481013" y="1478759"/>
            <a:ext cx="8224838" cy="1010213"/>
          </a:xfrm>
        </p:spPr>
        <p:txBody>
          <a:bodyPr wrap="square">
            <a:spAutoFit/>
          </a:bodyPr>
          <a:lstStyle>
            <a:lvl1pPr algn="l" rtl="0" eaLnBrk="1" latinLnBrk="0" hangingPunct="1">
              <a:spcBef>
                <a:spcPts val="0"/>
              </a:spcBef>
              <a:spcAft>
                <a:spcPts val="0"/>
              </a:spcAft>
              <a:buClr>
                <a:schemeClr val="bg2"/>
              </a:buClr>
              <a:buSzPct val="120000"/>
              <a:defRPr lang="en-US" sz="1313"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13"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13"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13"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13" b="0" kern="1200" baseline="0" dirty="0" smtClean="0">
                <a:solidFill>
                  <a:schemeClr val="tx1"/>
                </a:solidFill>
                <a:latin typeface="Arial" pitchFamily="34" charset="0"/>
                <a:ea typeface="+mn-ea"/>
                <a:cs typeface="Arial" pitchFamily="34" charset="0"/>
              </a:defRPr>
            </a:lvl5pPr>
            <a:lvl6pPr marL="1046767" indent="-208428">
              <a:spcBef>
                <a:spcPts val="0"/>
              </a:spcBef>
              <a:spcAft>
                <a:spcPts val="0"/>
              </a:spcAft>
              <a:buClr>
                <a:schemeClr val="tx2"/>
              </a:buClr>
              <a:buSzPct val="70000"/>
              <a:buFont typeface="Wingdings" pitchFamily="2" charset="2"/>
              <a:buChar char="§"/>
              <a:defRPr lang="en-US" sz="1313" kern="1200" dirty="0" smtClean="0">
                <a:solidFill>
                  <a:schemeClr val="tx1"/>
                </a:solidFill>
                <a:latin typeface="Arial" pitchFamily="34" charset="0"/>
                <a:ea typeface="+mn-ea"/>
                <a:cs typeface="Arial" pitchFamily="34" charset="0"/>
              </a:defRPr>
            </a:lvl6pPr>
            <a:lvl7pPr marL="1250563" indent="-199164">
              <a:spcBef>
                <a:spcPts val="0"/>
              </a:spcBef>
              <a:spcAft>
                <a:spcPts val="0"/>
              </a:spcAft>
              <a:buClr>
                <a:schemeClr val="tx2"/>
              </a:buClr>
              <a:buSzPct val="70000"/>
              <a:buFont typeface="Arial" pitchFamily="34" charset="0"/>
              <a:buChar char="–"/>
              <a:defRPr sz="1313" baseline="0">
                <a:solidFill>
                  <a:schemeClr val="tx1"/>
                </a:solidFill>
                <a:latin typeface="+mn-lt"/>
                <a:cs typeface="Arial" pitchFamily="34" charset="0"/>
              </a:defRPr>
            </a:lvl7pPr>
            <a:lvl8pPr marL="1167192" indent="-166742">
              <a:spcBef>
                <a:spcPts val="0"/>
              </a:spcBef>
              <a:spcAft>
                <a:spcPts val="0"/>
              </a:spcAft>
              <a:buSzPct val="70000"/>
              <a:defRPr sz="1313" baseline="0">
                <a:latin typeface="Arial" pitchFamily="34" charset="0"/>
                <a:cs typeface="Arial" pitchFamily="34" charset="0"/>
              </a:defRPr>
            </a:lvl8pPr>
            <a:lvl9pPr marL="1330460" indent="-163268">
              <a:spcBef>
                <a:spcPts val="0"/>
              </a:spcBef>
              <a:spcAft>
                <a:spcPts val="0"/>
              </a:spcAft>
              <a:buSzPct val="70000"/>
              <a:buFont typeface="Arial" pitchFamily="34" charset="0"/>
              <a:buChar char="–"/>
              <a:defRPr sz="1313">
                <a:latin typeface="Arial" pitchFamily="34" charset="0"/>
                <a:cs typeface="Arial" pitchFamily="34" charset="0"/>
              </a:defRPr>
            </a:lvl9pPr>
          </a:lstStyle>
          <a:p>
            <a:pPr marL="211902" lvl="0" indent="-211902" algn="l" defTabSz="66696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16855" lvl="2" indent="-203796" algn="l" defTabSz="66696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20650" lvl="3" indent="-203796" algn="l" defTabSz="66696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29077" lvl="4" indent="-208428" algn="l" defTabSz="68086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46767" lvl="5" indent="-208428" algn="l" defTabSz="666967"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590210645"/>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2" name="Picture 9" descr="ridge4.png"/>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ltGray">
          <a:xfrm>
            <a:off x="1591" y="2"/>
            <a:ext cx="3968750" cy="1082279"/>
          </a:xfrm>
          <a:prstGeom prst="rect">
            <a:avLst/>
          </a:prstGeom>
          <a:noFill/>
          <a:ln w="9525">
            <a:noFill/>
            <a:miter lim="800000"/>
            <a:headEnd/>
            <a:tailEnd/>
          </a:ln>
        </p:spPr>
      </p:pic>
      <p:sp>
        <p:nvSpPr>
          <p:cNvPr id="3" name="Slide Number Placeholder 5"/>
          <p:cNvSpPr txBox="1">
            <a:spLocks/>
          </p:cNvSpPr>
          <p:nvPr/>
        </p:nvSpPr>
        <p:spPr bwMode="auto">
          <a:xfrm>
            <a:off x="8826618" y="4942869"/>
            <a:ext cx="152286" cy="150041"/>
          </a:xfrm>
          <a:prstGeom prst="rect">
            <a:avLst/>
          </a:prstGeom>
          <a:noFill/>
          <a:ln w="9525">
            <a:noFill/>
            <a:miter lim="800000"/>
            <a:headEnd/>
            <a:tailEnd/>
          </a:ln>
        </p:spPr>
        <p:txBody>
          <a:bodyPr wrap="none" lIns="0" tIns="0" rIns="0" bIns="0" anchor="ctr">
            <a:spAutoFit/>
          </a:bodyPr>
          <a:lstStyle/>
          <a:p>
            <a:pPr algn="r">
              <a:defRPr/>
            </a:pPr>
            <a:fld id="{61FD60C0-7B88-4ED8-BCA3-26DF0DEC8FB0}" type="slidenum">
              <a:rPr lang="en-US" sz="975">
                <a:solidFill>
                  <a:srgbClr val="6D6E71"/>
                </a:solidFill>
                <a:cs typeface="Arial" pitchFamily="34" charset="0"/>
              </a:rPr>
              <a:pPr algn="r">
                <a:defRPr/>
              </a:pPr>
              <a:t>‹#›</a:t>
            </a:fld>
            <a:endParaRPr lang="en-US" sz="975" dirty="0">
              <a:solidFill>
                <a:srgbClr val="6D6E71"/>
              </a:solidFill>
              <a:cs typeface="Arial" pitchFamily="34" charset="0"/>
            </a:endParaRPr>
          </a:p>
        </p:txBody>
      </p:sp>
      <p:pic>
        <p:nvPicPr>
          <p:cNvPr id="4" name="Picture 11" descr="Mahindra Logo.png"/>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gray">
          <a:xfrm>
            <a:off x="6329372" y="357198"/>
            <a:ext cx="2378075" cy="492919"/>
          </a:xfrm>
          <a:prstGeom prst="rect">
            <a:avLst/>
          </a:prstGeom>
          <a:noFill/>
          <a:ln w="9525">
            <a:noFill/>
            <a:miter lim="800000"/>
            <a:headEnd/>
            <a:tailEnd/>
          </a:ln>
        </p:spPr>
      </p:pic>
    </p:spTree>
    <p:extLst>
      <p:ext uri="{BB962C8B-B14F-4D97-AF65-F5344CB8AC3E}">
        <p14:creationId xmlns:p14="http://schemas.microsoft.com/office/powerpoint/2010/main" val="387399264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0" name="Slide Number Placeholder 5"/>
          <p:cNvSpPr txBox="1">
            <a:spLocks/>
          </p:cNvSpPr>
          <p:nvPr/>
        </p:nvSpPr>
        <p:spPr bwMode="auto">
          <a:xfrm>
            <a:off x="8822457" y="4941274"/>
            <a:ext cx="157094"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smtClean="0">
                <a:solidFill>
                  <a:srgbClr val="6D6E71"/>
                </a:solidFill>
                <a:cs typeface="Arial" pitchFamily="34" charset="0"/>
              </a:rPr>
              <a:pPr algn="r">
                <a:defRPr/>
              </a:pPr>
              <a:t>‹#›</a:t>
            </a:fld>
            <a:endParaRPr lang="en-US" sz="1000" dirty="0">
              <a:solidFill>
                <a:srgbClr val="6D6E71"/>
              </a:solidFill>
              <a:cs typeface="Arial" pitchFamily="34" charset="0"/>
            </a:endParaRPr>
          </a:p>
        </p:txBody>
      </p:sp>
      <p:pic>
        <p:nvPicPr>
          <p:cNvPr id="8" name="Picture 7" descr="ridge4.png"/>
          <p:cNvPicPr>
            <a:picLocks noChangeAspect="1"/>
          </p:cNvPicPr>
          <p:nvPr userDrawn="1"/>
        </p:nvPicPr>
        <p:blipFill>
          <a:blip r:embed="rId3"/>
          <a:stretch>
            <a:fillRect/>
          </a:stretch>
        </p:blipFill>
        <p:spPr bwMode="ltGray">
          <a:xfrm>
            <a:off x="802" y="0"/>
            <a:ext cx="3390901" cy="1233055"/>
          </a:xfrm>
          <a:prstGeom prst="rect">
            <a:avLst/>
          </a:prstGeom>
        </p:spPr>
      </p:pic>
      <p:pic>
        <p:nvPicPr>
          <p:cNvPr id="9" name="Picture 8" descr="Mahindra Logo.png"/>
          <p:cNvPicPr>
            <a:picLocks noChangeAspect="1"/>
          </p:cNvPicPr>
          <p:nvPr userDrawn="1"/>
        </p:nvPicPr>
        <p:blipFill>
          <a:blip r:embed="rId4"/>
          <a:stretch>
            <a:fillRect/>
          </a:stretch>
        </p:blipFill>
        <p:spPr bwMode="gray">
          <a:xfrm>
            <a:off x="7092834" y="339483"/>
            <a:ext cx="1683183" cy="464809"/>
          </a:xfrm>
          <a:prstGeom prst="rect">
            <a:avLst/>
          </a:prstGeom>
        </p:spPr>
      </p:pic>
    </p:spTree>
    <p:extLst>
      <p:ext uri="{BB962C8B-B14F-4D97-AF65-F5344CB8AC3E}">
        <p14:creationId xmlns:p14="http://schemas.microsoft.com/office/powerpoint/2010/main" val="309965387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Content slide with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481013" y="539353"/>
            <a:ext cx="8224837"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entury Gothic"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dirty="0"/>
              <a:t>CLICK TO EDIT MASTER TITLE STYLE</a:t>
            </a:r>
          </a:p>
        </p:txBody>
      </p:sp>
      <p:sp>
        <p:nvSpPr>
          <p:cNvPr id="3" name="Text Placeholder 4"/>
          <p:cNvSpPr>
            <a:spLocks noGrp="1"/>
          </p:cNvSpPr>
          <p:nvPr>
            <p:ph type="body" sz="quarter" idx="10" hasCustomPrompt="1"/>
          </p:nvPr>
        </p:nvSpPr>
        <p:spPr bwMode="gray">
          <a:xfrm>
            <a:off x="481012" y="1478757"/>
            <a:ext cx="8224838" cy="1384995"/>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Century Gothic"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Century Gothic"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hasCustomPrompt="1"/>
          </p:nvPr>
        </p:nvSpPr>
        <p:spPr bwMode="gray">
          <a:xfrm>
            <a:off x="481012" y="859318"/>
            <a:ext cx="8224838" cy="246221"/>
          </a:xfrm>
        </p:spPr>
        <p:txBody>
          <a:bodyPr/>
          <a:lstStyle>
            <a:lvl1pPr marL="0" indent="0">
              <a:buNone/>
              <a:defRPr sz="1600" b="0">
                <a:solidFill>
                  <a:schemeClr val="bg2"/>
                </a:solidFill>
                <a:latin typeface="Century Gothic" pitchFamily="34" charset="0"/>
                <a:cs typeface="Arial" pitchFamily="34" charset="0"/>
              </a:defRPr>
            </a:lvl1pPr>
          </a:lstStyle>
          <a:p>
            <a:pPr lvl="0"/>
            <a:r>
              <a:rPr lang="en-US" dirty="0"/>
              <a:t>CLICK TO EDIT MASTER TEXT STYLES</a:t>
            </a:r>
          </a:p>
        </p:txBody>
      </p:sp>
    </p:spTree>
    <p:extLst>
      <p:ext uri="{BB962C8B-B14F-4D97-AF65-F5344CB8AC3E}">
        <p14:creationId xmlns:p14="http://schemas.microsoft.com/office/powerpoint/2010/main" val="128478534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Large audience">
    <p:spTree>
      <p:nvGrpSpPr>
        <p:cNvPr id="1" name=""/>
        <p:cNvGrpSpPr/>
        <p:nvPr/>
      </p:nvGrpSpPr>
      <p:grpSpPr>
        <a:xfrm>
          <a:off x="0" y="0"/>
          <a:ext cx="0" cy="0"/>
          <a:chOff x="0" y="0"/>
          <a:chExt cx="0" cy="0"/>
        </a:xfrm>
      </p:grpSpPr>
      <p:sp>
        <p:nvSpPr>
          <p:cNvPr id="3" name="Title 1"/>
          <p:cNvSpPr>
            <a:spLocks noGrp="1"/>
          </p:cNvSpPr>
          <p:nvPr>
            <p:ph type="title" hasCustomPrompt="1"/>
          </p:nvPr>
        </p:nvSpPr>
        <p:spPr bwMode="gray">
          <a:xfrm>
            <a:off x="481013" y="545306"/>
            <a:ext cx="8226425"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entury Gothic"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dirty="0"/>
              <a:t>CLICK TO EDIT MASTER TITLE STYLE</a:t>
            </a:r>
          </a:p>
        </p:txBody>
      </p:sp>
      <p:sp>
        <p:nvSpPr>
          <p:cNvPr id="4" name="Text Placeholder 4"/>
          <p:cNvSpPr>
            <a:spLocks noGrp="1"/>
          </p:cNvSpPr>
          <p:nvPr>
            <p:ph type="body" sz="quarter" idx="10" hasCustomPrompt="1"/>
          </p:nvPr>
        </p:nvSpPr>
        <p:spPr bwMode="gray">
          <a:xfrm>
            <a:off x="481012" y="1478757"/>
            <a:ext cx="8224838" cy="1538883"/>
          </a:xfrm>
        </p:spPr>
        <p:txBody>
          <a:bodyPr wrap="square">
            <a:spAutoFit/>
          </a:bodyPr>
          <a:lstStyle>
            <a:lvl1pPr>
              <a:spcBef>
                <a:spcPts val="0"/>
              </a:spcBef>
              <a:spcAft>
                <a:spcPts val="0"/>
              </a:spcAft>
              <a:defRPr lang="en-US" sz="2000" b="0" kern="1200" baseline="0" dirty="0" smtClean="0">
                <a:solidFill>
                  <a:schemeClr val="tx1"/>
                </a:solidFill>
                <a:latin typeface="Century Gothic"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000" b="0" kern="1200" baseline="0" dirty="0" smtClean="0">
                <a:solidFill>
                  <a:schemeClr val="tx1"/>
                </a:solidFill>
                <a:latin typeface="Century Gothic" pitchFamily="34" charset="0"/>
                <a:ea typeface="+mn-ea"/>
                <a:cs typeface="Arial" pitchFamily="34" charset="0"/>
              </a:defRPr>
            </a:lvl3pPr>
            <a:lvl4pPr>
              <a:spcBef>
                <a:spcPts val="0"/>
              </a:spcBef>
              <a:spcAft>
                <a:spcPts val="0"/>
              </a:spcAft>
              <a:buClr>
                <a:schemeClr val="bg2"/>
              </a:buClr>
              <a:defRPr lang="en-US" sz="2000" b="0" kern="1200" baseline="0" dirty="0" smtClean="0">
                <a:solidFill>
                  <a:schemeClr val="tx1"/>
                </a:solidFill>
                <a:latin typeface="Century Gothic" pitchFamily="34" charset="0"/>
                <a:ea typeface="+mn-ea"/>
                <a:cs typeface="Arial" pitchFamily="34" charset="0"/>
              </a:defRPr>
            </a:lvl4pPr>
            <a:lvl5pPr>
              <a:spcBef>
                <a:spcPts val="0"/>
              </a:spcBef>
              <a:spcAft>
                <a:spcPts val="0"/>
              </a:spcAft>
              <a:buClr>
                <a:schemeClr val="bg2"/>
              </a:buClr>
              <a:defRPr lang="en-US" sz="2000" b="0" kern="1200" baseline="0" dirty="0" smtClean="0">
                <a:solidFill>
                  <a:schemeClr val="tx1"/>
                </a:solidFill>
                <a:latin typeface="Century Gothic"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2000" kern="1200" dirty="0" smtClean="0">
                <a:solidFill>
                  <a:schemeClr val="tx1"/>
                </a:solidFill>
                <a:latin typeface="Century Gothic"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58136457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tretch>
            <a:fillRect/>
          </a:stretch>
        </p:blipFill>
        <p:spPr>
          <a:xfrm>
            <a:off x="0" y="0"/>
            <a:ext cx="9144000" cy="5135880"/>
          </a:xfrm>
          <a:prstGeom prst="rect">
            <a:avLst/>
          </a:prstGeom>
        </p:spPr>
      </p:pic>
      <p:sp>
        <p:nvSpPr>
          <p:cNvPr id="2" name="Title 1"/>
          <p:cNvSpPr>
            <a:spLocks noGrp="1"/>
          </p:cNvSpPr>
          <p:nvPr>
            <p:ph type="title" hasCustomPrompt="1"/>
          </p:nvPr>
        </p:nvSpPr>
        <p:spPr bwMode="gray">
          <a:xfrm>
            <a:off x="1366838" y="1145471"/>
            <a:ext cx="6729984"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Century Gothic"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dirty="0"/>
              <a:t>Thank you.</a:t>
            </a:r>
          </a:p>
        </p:txBody>
      </p:sp>
      <p:sp>
        <p:nvSpPr>
          <p:cNvPr id="9" name="TextBox 8"/>
          <p:cNvSpPr txBox="1">
            <a:spLocks noChangeArrowheads="1"/>
          </p:cNvSpPr>
          <p:nvPr/>
        </p:nvSpPr>
        <p:spPr bwMode="gray">
          <a:xfrm>
            <a:off x="1366840" y="2069920"/>
            <a:ext cx="6754811" cy="2723823"/>
          </a:xfrm>
          <a:prstGeom prst="rect">
            <a:avLst/>
          </a:prstGeom>
          <a:noFill/>
          <a:ln w="9525">
            <a:noFill/>
            <a:miter lim="800000"/>
            <a:headEnd/>
            <a:tailEnd/>
          </a:ln>
        </p:spPr>
        <p:txBody>
          <a:bodyPr wrap="square" lIns="0" tIns="0" rIns="0" bIns="0">
            <a:spAutoFit/>
          </a:bodyPr>
          <a:lstStyle/>
          <a:p>
            <a:pPr algn="just">
              <a:spcBef>
                <a:spcPts val="600"/>
              </a:spcBef>
            </a:pPr>
            <a:r>
              <a:rPr lang="en-US" sz="1000" b="1" dirty="0">
                <a:solidFill>
                  <a:srgbClr val="6D6E71"/>
                </a:solidFill>
                <a:latin typeface="Century Gothic" pitchFamily="34" charset="0"/>
                <a:cs typeface="Arial" pitchFamily="34" charset="0"/>
              </a:rPr>
              <a:t>Disclaimer </a:t>
            </a:r>
          </a:p>
          <a:p>
            <a:pPr algn="just">
              <a:spcBef>
                <a:spcPts val="600"/>
              </a:spcBef>
            </a:pPr>
            <a:r>
              <a:rPr lang="en-US" sz="900" dirty="0">
                <a:solidFill>
                  <a:srgbClr val="6D6E71"/>
                </a:solidFill>
                <a:latin typeface="Century Gothic" pitchFamily="34" charset="0"/>
                <a:cs typeface="Arial" pitchFamily="34" charset="0"/>
              </a:rPr>
              <a:t>Tech Mahindra Limited, herein referred to as </a:t>
            </a:r>
            <a:r>
              <a:rPr lang="en-US" sz="900" dirty="0" err="1">
                <a:solidFill>
                  <a:srgbClr val="6D6E71"/>
                </a:solidFill>
                <a:latin typeface="Century Gothic" pitchFamily="34" charset="0"/>
                <a:cs typeface="Arial" pitchFamily="34" charset="0"/>
              </a:rPr>
              <a:t>TechM</a:t>
            </a:r>
            <a:r>
              <a:rPr lang="en-US" sz="900" dirty="0">
                <a:solidFill>
                  <a:srgbClr val="6D6E71"/>
                </a:solidFill>
                <a:latin typeface="Century Gothic" pitchFamily="34" charset="0"/>
                <a:cs typeface="Arial" pitchFamily="34" charset="0"/>
              </a:rPr>
              <a:t>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a:t>
            </a:r>
            <a:r>
              <a:rPr lang="en-US" sz="900" dirty="0" err="1">
                <a:solidFill>
                  <a:srgbClr val="6D6E71"/>
                </a:solidFill>
                <a:latin typeface="Century Gothic" pitchFamily="34" charset="0"/>
                <a:cs typeface="Arial" pitchFamily="34" charset="0"/>
              </a:rPr>
              <a:t>TechM</a:t>
            </a:r>
            <a:r>
              <a:rPr lang="en-US" sz="900" dirty="0">
                <a:solidFill>
                  <a:srgbClr val="6D6E71"/>
                </a:solidFill>
                <a:latin typeface="Century Gothic" pitchFamily="34" charset="0"/>
                <a:cs typeface="Arial" pitchFamily="34" charset="0"/>
              </a:rPr>
              <a:t> or its subsidiaries. Any unauthorized use, disclosure or public dissemination of information contained herein is prohibited. Unless specifically noted, </a:t>
            </a:r>
            <a:r>
              <a:rPr lang="en-US" sz="900" dirty="0" err="1">
                <a:solidFill>
                  <a:srgbClr val="6D6E71"/>
                </a:solidFill>
                <a:latin typeface="Century Gothic" pitchFamily="34" charset="0"/>
                <a:cs typeface="Arial" pitchFamily="34" charset="0"/>
              </a:rPr>
              <a:t>TechM</a:t>
            </a:r>
            <a:r>
              <a:rPr lang="en-US" sz="900" dirty="0">
                <a:solidFill>
                  <a:srgbClr val="6D6E71"/>
                </a:solidFill>
                <a:latin typeface="Century Gothic" pitchFamily="34" charset="0"/>
                <a:cs typeface="Arial" pitchFamily="34" charset="0"/>
              </a:rPr>
              <a:t>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a:t>
            </a:r>
            <a:r>
              <a:rPr lang="en-US" sz="900" dirty="0" err="1">
                <a:solidFill>
                  <a:srgbClr val="6D6E71"/>
                </a:solidFill>
                <a:latin typeface="Century Gothic" pitchFamily="34" charset="0"/>
                <a:cs typeface="Arial" pitchFamily="34" charset="0"/>
              </a:rPr>
              <a:t>TechM</a:t>
            </a:r>
            <a:r>
              <a:rPr lang="en-US" sz="900" dirty="0">
                <a:solidFill>
                  <a:srgbClr val="6D6E71"/>
                </a:solidFill>
                <a:latin typeface="Century Gothic" pitchFamily="34" charset="0"/>
                <a:cs typeface="Arial" pitchFamily="34" charset="0"/>
              </a:rPr>
              <a:t>. Information contained in a presentation hosted or promoted by </a:t>
            </a:r>
            <a:r>
              <a:rPr lang="en-US" sz="900" dirty="0" err="1">
                <a:solidFill>
                  <a:srgbClr val="6D6E71"/>
                </a:solidFill>
                <a:latin typeface="Century Gothic" pitchFamily="34" charset="0"/>
                <a:cs typeface="Arial" pitchFamily="34" charset="0"/>
              </a:rPr>
              <a:t>TechM</a:t>
            </a:r>
            <a:r>
              <a:rPr lang="en-US" sz="900" dirty="0">
                <a:solidFill>
                  <a:srgbClr val="6D6E71"/>
                </a:solidFill>
                <a:latin typeface="Century Gothic" pitchFamily="34" charset="0"/>
                <a:cs typeface="Arial" pitchFamily="34" charset="0"/>
              </a:rPr>
              <a:t> is provided “as is” without warranty of any kind, either expressed or implied, including any warranty of merchantability or fitness for a particular purpose. </a:t>
            </a:r>
            <a:r>
              <a:rPr lang="en-US" sz="900" dirty="0" err="1">
                <a:solidFill>
                  <a:srgbClr val="6D6E71"/>
                </a:solidFill>
                <a:latin typeface="Century Gothic" pitchFamily="34" charset="0"/>
                <a:cs typeface="Arial" pitchFamily="34" charset="0"/>
              </a:rPr>
              <a:t>TechM</a:t>
            </a:r>
            <a:r>
              <a:rPr lang="en-US" sz="900" dirty="0">
                <a:solidFill>
                  <a:srgbClr val="6D6E71"/>
                </a:solidFill>
                <a:latin typeface="Century Gothic" pitchFamily="34" charset="0"/>
                <a:cs typeface="Arial" pitchFamily="34" charset="0"/>
              </a:rPr>
              <a:t>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hasCustomPrompt="1"/>
          </p:nvPr>
        </p:nvSpPr>
        <p:spPr bwMode="gray">
          <a:xfrm>
            <a:off x="1366839" y="1470041"/>
            <a:ext cx="6734627" cy="276999"/>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Century Gothic" pitchFamily="34" charset="0"/>
                <a:ea typeface="+mn-ea"/>
                <a:cs typeface="Arial" pitchFamily="34" charset="0"/>
              </a:defRPr>
            </a:lvl1pPr>
          </a:lstStyle>
          <a:p>
            <a:pPr lvl="0"/>
            <a:r>
              <a:rPr lang="en-US" dirty="0"/>
              <a:t>www.techmahindra.com</a:t>
            </a:r>
          </a:p>
        </p:txBody>
      </p:sp>
      <p:pic>
        <p:nvPicPr>
          <p:cNvPr id="6" name="Picture 5" descr="Ridge.pdf"/>
          <p:cNvPicPr>
            <a:picLocks noChangeAspect="1"/>
          </p:cNvPicPr>
          <p:nvPr userDrawn="1"/>
        </p:nvPicPr>
        <p:blipFill>
          <a:blip r:embed="rId3"/>
          <a:stretch>
            <a:fillRect/>
          </a:stretch>
        </p:blipFill>
        <p:spPr bwMode="ltGray">
          <a:xfrm>
            <a:off x="459" y="0"/>
            <a:ext cx="1994596" cy="725308"/>
          </a:xfrm>
          <a:prstGeom prst="rect">
            <a:avLst/>
          </a:prstGeom>
        </p:spPr>
      </p:pic>
      <p:sp>
        <p:nvSpPr>
          <p:cNvPr id="7" name="Slide Number Placeholder 5"/>
          <p:cNvSpPr txBox="1">
            <a:spLocks/>
          </p:cNvSpPr>
          <p:nvPr userDrawn="1"/>
        </p:nvSpPr>
        <p:spPr bwMode="auto">
          <a:xfrm>
            <a:off x="8854517" y="4956662"/>
            <a:ext cx="125034" cy="123111"/>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800" smtClean="0">
                <a:solidFill>
                  <a:srgbClr val="6D6E71"/>
                </a:solidFill>
                <a:latin typeface="Century Gothic" pitchFamily="34" charset="0"/>
                <a:cs typeface="Arial" pitchFamily="34" charset="0"/>
              </a:rPr>
              <a:pPr algn="r">
                <a:defRPr/>
              </a:pPr>
              <a:t>‹#›</a:t>
            </a:fld>
            <a:endParaRPr lang="en-US" sz="800" dirty="0">
              <a:solidFill>
                <a:srgbClr val="6D6E71"/>
              </a:solidFill>
              <a:latin typeface="Century Gothic" pitchFamily="34" charset="0"/>
              <a:cs typeface="Arial" pitchFamily="34" charset="0"/>
            </a:endParaRPr>
          </a:p>
        </p:txBody>
      </p:sp>
      <p:sp>
        <p:nvSpPr>
          <p:cNvPr id="8" name="TextBox 20"/>
          <p:cNvSpPr txBox="1">
            <a:spLocks noChangeArrowheads="1"/>
          </p:cNvSpPr>
          <p:nvPr userDrawn="1"/>
        </p:nvSpPr>
        <p:spPr bwMode="gray">
          <a:xfrm>
            <a:off x="481013" y="4972051"/>
            <a:ext cx="2580835" cy="123111"/>
          </a:xfrm>
          <a:prstGeom prst="rect">
            <a:avLst/>
          </a:prstGeom>
          <a:noFill/>
          <a:ln w="9525">
            <a:noFill/>
            <a:miter lim="800000"/>
            <a:headEnd/>
            <a:tailEnd/>
          </a:ln>
        </p:spPr>
        <p:txBody>
          <a:bodyPr wrap="none" lIns="0" tIns="0" rIns="0" bIns="0">
            <a:spAutoFit/>
          </a:bodyPr>
          <a:lstStyle/>
          <a:p>
            <a:pPr>
              <a:defRPr/>
            </a:pPr>
            <a:r>
              <a:rPr lang="en-US" sz="800" dirty="0">
                <a:solidFill>
                  <a:srgbClr val="6D6E71"/>
                </a:solidFill>
                <a:latin typeface="Century Gothic" pitchFamily="34" charset="0"/>
                <a:cs typeface="Arial" pitchFamily="34" charset="0"/>
              </a:rPr>
              <a:t>Copyright © 2018 Tech Mahindra. All rights reserved.</a:t>
            </a:r>
          </a:p>
        </p:txBody>
      </p:sp>
    </p:spTree>
    <p:extLst>
      <p:ext uri="{BB962C8B-B14F-4D97-AF65-F5344CB8AC3E}">
        <p14:creationId xmlns:p14="http://schemas.microsoft.com/office/powerpoint/2010/main" val="296766725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26" y="539368"/>
            <a:ext cx="8224837" cy="373949"/>
          </a:xfrm>
          <a:noFill/>
          <a:ln w="9525">
            <a:noFill/>
            <a:miter lim="800000"/>
            <a:headEnd/>
            <a:tailEnd/>
          </a:ln>
        </p:spPr>
        <p:txBody>
          <a:bodyPr/>
          <a:lstStyle>
            <a:lvl1pPr algn="l">
              <a:defRPr lang="en-US" sz="24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3" name="Text Placeholder 4"/>
          <p:cNvSpPr>
            <a:spLocks noGrp="1"/>
          </p:cNvSpPr>
          <p:nvPr>
            <p:ph type="body" sz="quarter" idx="10"/>
          </p:nvPr>
        </p:nvSpPr>
        <p:spPr bwMode="gray">
          <a:xfrm>
            <a:off x="481072" y="1478780"/>
            <a:ext cx="8224838" cy="1038747"/>
          </a:xfrm>
        </p:spPr>
        <p:txBody>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4743" indent="-214027">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3979" indent="-204519">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198364" indent="-171224">
              <a:spcBef>
                <a:spcPts val="0"/>
              </a:spcBef>
              <a:spcAft>
                <a:spcPts val="0"/>
              </a:spcAft>
              <a:buSzPct val="70000"/>
              <a:defRPr sz="1350" baseline="0">
                <a:latin typeface="Arial" pitchFamily="34" charset="0"/>
                <a:cs typeface="Arial" pitchFamily="34" charset="0"/>
              </a:defRPr>
            </a:lvl8pPr>
            <a:lvl9pPr marL="1366025" indent="-167658">
              <a:spcBef>
                <a:spcPts val="0"/>
              </a:spcBef>
              <a:spcAft>
                <a:spcPts val="0"/>
              </a:spcAft>
              <a:buSzPct val="70000"/>
              <a:buFont typeface="Arial" pitchFamily="34" charset="0"/>
              <a:buChar char="–"/>
              <a:defRPr sz="135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946800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14_Content slide">
    <p:spTree>
      <p:nvGrpSpPr>
        <p:cNvPr id="1" name=""/>
        <p:cNvGrpSpPr/>
        <p:nvPr/>
      </p:nvGrpSpPr>
      <p:grpSpPr>
        <a:xfrm>
          <a:off x="0" y="0"/>
          <a:ext cx="0" cy="0"/>
          <a:chOff x="0" y="0"/>
          <a:chExt cx="0" cy="0"/>
        </a:xfrm>
      </p:grpSpPr>
      <p:pic>
        <p:nvPicPr>
          <p:cNvPr id="9" name="Picture 2" descr="D:\Images Library\Corporate2\CATEGORISED\Connected Factories\shutterstock_567943072.jpg"/>
          <p:cNvPicPr>
            <a:picLocks noChangeAspect="1" noChangeArrowheads="1"/>
          </p:cNvPicPr>
          <p:nvPr userDrawn="1"/>
        </p:nvPicPr>
        <p:blipFill rotWithShape="1">
          <a:blip r:embed="rId2" cstate="print">
            <a:duotone>
              <a:schemeClr val="accent2">
                <a:shade val="45000"/>
                <a:satMod val="135000"/>
              </a:schemeClr>
              <a:prstClr val="white"/>
            </a:duotone>
            <a:extLst>
              <a:ext uri="{28A0092B-C50C-407E-A947-70E740481C1C}">
                <a14:useLocalDpi xmlns:a14="http://schemas.microsoft.com/office/drawing/2010/main"/>
              </a:ext>
            </a:extLst>
          </a:blip>
          <a:src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userDrawn="1"/>
        </p:nvSpPr>
        <p:spPr>
          <a:xfrm rot="16200000">
            <a:off x="2936852" y="-1064872"/>
            <a:ext cx="3272741" cy="9144000"/>
          </a:xfrm>
          <a:prstGeom prst="rect">
            <a:avLst/>
          </a:prstGeom>
          <a:gradFill>
            <a:gsLst>
              <a:gs pos="0">
                <a:srgbClr val="FFFFFF">
                  <a:alpha val="87000"/>
                </a:srgbClr>
              </a:gs>
              <a:gs pos="100000">
                <a:schemeClr val="bg1">
                  <a:alpha val="0"/>
                </a:schemeClr>
              </a:gs>
            </a:gsLst>
            <a:lin ang="0" scaled="0"/>
          </a:gradFill>
          <a:ln w="9525">
            <a:noFill/>
            <a:prstDash val="sysDot"/>
          </a:ln>
        </p:spPr>
        <p:style>
          <a:lnRef idx="1">
            <a:schemeClr val="accent1"/>
          </a:lnRef>
          <a:fillRef idx="0">
            <a:schemeClr val="accent1"/>
          </a:fillRef>
          <a:effectRef idx="0">
            <a:schemeClr val="accent1"/>
          </a:effectRef>
          <a:fontRef idx="minor">
            <a:schemeClr val="tx1"/>
          </a:fontRef>
        </p:style>
        <p:txBody>
          <a:bodyPr lIns="67944" tIns="33972" rIns="67944" bIns="33972" rtlCol="0" anchor="ctr"/>
          <a:lstStyle/>
          <a:p>
            <a:pPr algn="ctr"/>
            <a:endParaRPr lang="en-IN" sz="1755">
              <a:solidFill>
                <a:prstClr val="black"/>
              </a:solidFill>
            </a:endParaRPr>
          </a:p>
        </p:txBody>
      </p:sp>
      <p:sp>
        <p:nvSpPr>
          <p:cNvPr id="13" name="Rectangle 12"/>
          <p:cNvSpPr/>
          <p:nvPr userDrawn="1"/>
        </p:nvSpPr>
        <p:spPr>
          <a:xfrm rot="16200000" flipH="1" flipV="1">
            <a:off x="2952991" y="-2952989"/>
            <a:ext cx="3238019" cy="9144000"/>
          </a:xfrm>
          <a:prstGeom prst="rect">
            <a:avLst/>
          </a:prstGeom>
          <a:gradFill>
            <a:gsLst>
              <a:gs pos="0">
                <a:srgbClr val="FFFFFF">
                  <a:alpha val="87000"/>
                </a:srgbClr>
              </a:gs>
              <a:gs pos="100000">
                <a:schemeClr val="bg1">
                  <a:alpha val="0"/>
                </a:schemeClr>
              </a:gs>
            </a:gsLst>
            <a:lin ang="0" scaled="0"/>
          </a:gradFill>
          <a:ln w="9525">
            <a:noFill/>
            <a:prstDash val="sysDot"/>
          </a:ln>
        </p:spPr>
        <p:style>
          <a:lnRef idx="1">
            <a:schemeClr val="accent1"/>
          </a:lnRef>
          <a:fillRef idx="0">
            <a:schemeClr val="accent1"/>
          </a:fillRef>
          <a:effectRef idx="0">
            <a:schemeClr val="accent1"/>
          </a:effectRef>
          <a:fontRef idx="minor">
            <a:schemeClr val="tx1"/>
          </a:fontRef>
        </p:style>
        <p:txBody>
          <a:bodyPr lIns="67944" tIns="33972" rIns="67944" bIns="33972" rtlCol="0" anchor="ctr"/>
          <a:lstStyle/>
          <a:p>
            <a:pPr algn="ctr"/>
            <a:endParaRPr lang="en-IN" sz="1755">
              <a:solidFill>
                <a:prstClr val="black"/>
              </a:solidFill>
            </a:endParaRPr>
          </a:p>
        </p:txBody>
      </p:sp>
      <p:sp>
        <p:nvSpPr>
          <p:cNvPr id="8" name="Slide Number Placeholder 5"/>
          <p:cNvSpPr txBox="1">
            <a:spLocks/>
          </p:cNvSpPr>
          <p:nvPr userDrawn="1"/>
        </p:nvSpPr>
        <p:spPr bwMode="auto">
          <a:xfrm>
            <a:off x="8856119" y="4958201"/>
            <a:ext cx="123432" cy="120033"/>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80" smtClean="0">
                <a:solidFill>
                  <a:srgbClr val="6D6E71"/>
                </a:solidFill>
                <a:cs typeface="Arial" pitchFamily="34" charset="0"/>
              </a:rPr>
              <a:pPr algn="r">
                <a:defRPr/>
              </a:pPr>
              <a:t>‹#›</a:t>
            </a:fld>
            <a:endParaRPr lang="en-US" sz="780" dirty="0">
              <a:solidFill>
                <a:srgbClr val="6D6E71"/>
              </a:solidFill>
              <a:cs typeface="Arial" pitchFamily="34" charset="0"/>
            </a:endParaRPr>
          </a:p>
        </p:txBody>
      </p:sp>
      <p:sp>
        <p:nvSpPr>
          <p:cNvPr id="12" name="TextBox 20"/>
          <p:cNvSpPr txBox="1">
            <a:spLocks noChangeArrowheads="1"/>
          </p:cNvSpPr>
          <p:nvPr userDrawn="1"/>
        </p:nvSpPr>
        <p:spPr bwMode="gray">
          <a:xfrm>
            <a:off x="481013" y="4972052"/>
            <a:ext cx="2042226" cy="105093"/>
          </a:xfrm>
          <a:prstGeom prst="rect">
            <a:avLst/>
          </a:prstGeom>
          <a:noFill/>
          <a:ln w="9525">
            <a:noFill/>
            <a:miter lim="800000"/>
            <a:headEnd/>
            <a:tailEnd/>
          </a:ln>
        </p:spPr>
        <p:txBody>
          <a:bodyPr wrap="none" lIns="0" tIns="0" rIns="0" bIns="0">
            <a:spAutoFit/>
          </a:bodyPr>
          <a:lstStyle/>
          <a:p>
            <a:pPr>
              <a:defRPr/>
            </a:pPr>
            <a:r>
              <a:rPr lang="en-US" sz="683" dirty="0">
                <a:solidFill>
                  <a:srgbClr val="6D6E71"/>
                </a:solidFill>
                <a:cs typeface="Arial" pitchFamily="34" charset="0"/>
              </a:rPr>
              <a:t>Copyright © 2017 Tech Mahindra. All rights reserved.</a:t>
            </a:r>
          </a:p>
        </p:txBody>
      </p:sp>
      <p:sp>
        <p:nvSpPr>
          <p:cNvPr id="7" name="Title 1"/>
          <p:cNvSpPr>
            <a:spLocks noGrp="1"/>
          </p:cNvSpPr>
          <p:nvPr>
            <p:ph type="title"/>
          </p:nvPr>
        </p:nvSpPr>
        <p:spPr bwMode="gray">
          <a:xfrm>
            <a:off x="481018" y="539384"/>
            <a:ext cx="8224837" cy="32316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100" b="1" kern="1200" dirty="0">
                <a:solidFill>
                  <a:schemeClr val="tx1">
                    <a:lumMod val="85000"/>
                    <a:lumOff val="15000"/>
                  </a:schemeClr>
                </a:solidFill>
                <a:latin typeface="Calibri" pitchFamily="34" charset="0"/>
                <a:ea typeface="+mj-ea"/>
                <a:cs typeface="Calibri" pitchFamily="34" charset="0"/>
              </a:defRPr>
            </a:lvl1pPr>
          </a:lstStyle>
          <a:p>
            <a:pPr lvl="0" algn="l" defTabSz="559613" rtl="0" eaLnBrk="1" fontAlgn="base" latinLnBrk="0" hangingPunct="1">
              <a:spcBef>
                <a:spcPct val="0"/>
              </a:spcBef>
              <a:spcAft>
                <a:spcPct val="0"/>
              </a:spcAft>
              <a:buNone/>
            </a:pPr>
            <a:r>
              <a:rPr lang="en-US" dirty="0"/>
              <a:t>Click to edit Master title style</a:t>
            </a:r>
          </a:p>
        </p:txBody>
      </p:sp>
      <p:pic>
        <p:nvPicPr>
          <p:cNvPr id="14" name="Picture 7" descr="Ridge.pdf">
            <a:extLst>
              <a:ext uri="{FF2B5EF4-FFF2-40B4-BE49-F238E27FC236}">
                <a16:creationId xmlns:a16="http://schemas.microsoft.com/office/drawing/2014/main" id="{5FA1C219-AB11-42CA-8C10-634A0E608B6A}"/>
              </a:ext>
            </a:extLst>
          </p:cNvPr>
          <p:cNvPicPr>
            <a:picLocks noChangeAspect="1"/>
          </p:cNvPicPr>
          <p:nvPr userDrawn="1"/>
        </p:nvPicPr>
        <p:blipFill>
          <a:blip r:embed="rId3"/>
          <a:srcRect/>
          <a:stretch>
            <a:fillRect/>
          </a:stretch>
        </p:blipFill>
        <p:spPr bwMode="ltGray">
          <a:xfrm>
            <a:off x="1" y="1"/>
            <a:ext cx="1893193" cy="429296"/>
          </a:xfrm>
          <a:prstGeom prst="rect">
            <a:avLst/>
          </a:prstGeom>
          <a:noFill/>
          <a:ln w="9525">
            <a:noFill/>
            <a:miter lim="800000"/>
            <a:headEnd/>
            <a:tailEnd/>
          </a:ln>
        </p:spPr>
      </p:pic>
    </p:spTree>
    <p:extLst>
      <p:ext uri="{BB962C8B-B14F-4D97-AF65-F5344CB8AC3E}">
        <p14:creationId xmlns:p14="http://schemas.microsoft.com/office/powerpoint/2010/main" val="227934534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19_Content slide">
    <p:spTree>
      <p:nvGrpSpPr>
        <p:cNvPr id="1" name=""/>
        <p:cNvGrpSpPr/>
        <p:nvPr/>
      </p:nvGrpSpPr>
      <p:grpSpPr>
        <a:xfrm>
          <a:off x="0" y="0"/>
          <a:ext cx="0" cy="0"/>
          <a:chOff x="0" y="0"/>
          <a:chExt cx="0" cy="0"/>
        </a:xfrm>
      </p:grpSpPr>
      <p:sp>
        <p:nvSpPr>
          <p:cNvPr id="4" name="Title 3"/>
          <p:cNvSpPr>
            <a:spLocks noGrp="1"/>
          </p:cNvSpPr>
          <p:nvPr>
            <p:ph type="title"/>
          </p:nvPr>
        </p:nvSpPr>
        <p:spPr>
          <a:xfrm>
            <a:off x="628650" y="167634"/>
            <a:ext cx="7886700" cy="307990"/>
          </a:xfrm>
          <a:prstGeom prst="rect">
            <a:avLst/>
          </a:prstGeom>
        </p:spPr>
        <p:txBody>
          <a:bodyPr/>
          <a:lstStyle>
            <a:lvl1pPr>
              <a:defRPr sz="2000"/>
            </a:lvl1pPr>
          </a:lstStyle>
          <a:p>
            <a:r>
              <a:rPr lang="en-US" dirty="0"/>
              <a:t>Click to edit Master title style</a:t>
            </a:r>
          </a:p>
        </p:txBody>
      </p:sp>
    </p:spTree>
    <p:extLst>
      <p:ext uri="{BB962C8B-B14F-4D97-AF65-F5344CB8AC3E}">
        <p14:creationId xmlns:p14="http://schemas.microsoft.com/office/powerpoint/2010/main" val="1673299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27" name="Picture 26" descr="ridge4.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ltGray">
          <a:xfrm>
            <a:off x="838" y="8"/>
            <a:ext cx="3968823" cy="1082407"/>
          </a:xfrm>
          <a:prstGeom prst="rect">
            <a:avLst/>
          </a:prstGeom>
        </p:spPr>
      </p:pic>
      <p:sp>
        <p:nvSpPr>
          <p:cNvPr id="10" name="Slide Number Placeholder 5"/>
          <p:cNvSpPr txBox="1">
            <a:spLocks/>
          </p:cNvSpPr>
          <p:nvPr/>
        </p:nvSpPr>
        <p:spPr bwMode="auto">
          <a:xfrm>
            <a:off x="8862558" y="4960510"/>
            <a:ext cx="117020" cy="115416"/>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50">
                <a:solidFill>
                  <a:srgbClr val="6D6E71"/>
                </a:solidFill>
                <a:cs typeface="Arial" pitchFamily="34" charset="0"/>
              </a:rPr>
              <a:pPr algn="r">
                <a:defRPr/>
              </a:pPr>
              <a:t>‹#›</a:t>
            </a:fld>
            <a:endParaRPr lang="en-US" sz="750" dirty="0">
              <a:solidFill>
                <a:srgbClr val="6D6E71"/>
              </a:solidFill>
              <a:cs typeface="Arial" pitchFamily="34" charset="0"/>
            </a:endParaRPr>
          </a:p>
        </p:txBody>
      </p:sp>
      <p:pic>
        <p:nvPicPr>
          <p:cNvPr id="7" name="Picture 6" descr="Mahindra Logo.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bwMode="gray">
          <a:xfrm>
            <a:off x="6329909" y="357483"/>
            <a:ext cx="2377538" cy="492416"/>
          </a:xfrm>
          <a:prstGeom prst="rect">
            <a:avLst/>
          </a:prstGeom>
        </p:spPr>
      </p:pic>
      <p:pic>
        <p:nvPicPr>
          <p:cNvPr id="5" name="Picture 4"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838" y="88"/>
            <a:ext cx="3968823" cy="1082407"/>
          </a:xfrm>
          <a:prstGeom prst="rect">
            <a:avLst/>
          </a:prstGeom>
        </p:spPr>
      </p:pic>
      <p:sp>
        <p:nvSpPr>
          <p:cNvPr id="6" name="Slide Number Placeholder 5"/>
          <p:cNvSpPr txBox="1">
            <a:spLocks/>
          </p:cNvSpPr>
          <p:nvPr userDrawn="1"/>
        </p:nvSpPr>
        <p:spPr bwMode="auto">
          <a:xfrm>
            <a:off x="8862558" y="4960510"/>
            <a:ext cx="117020" cy="115416"/>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50">
                <a:solidFill>
                  <a:srgbClr val="6D6E71"/>
                </a:solidFill>
                <a:cs typeface="Arial" pitchFamily="34" charset="0"/>
              </a:rPr>
              <a:pPr algn="r">
                <a:defRPr/>
              </a:pPr>
              <a:t>‹#›</a:t>
            </a:fld>
            <a:endParaRPr lang="en-US" sz="750" dirty="0">
              <a:solidFill>
                <a:srgbClr val="6D6E71"/>
              </a:solidFill>
              <a:cs typeface="Arial" pitchFamily="34" charset="0"/>
            </a:endParaRPr>
          </a:p>
        </p:txBody>
      </p:sp>
      <p:pic>
        <p:nvPicPr>
          <p:cNvPr id="8" name="Picture 7" descr="Mahindra Logo.png"/>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bwMode="gray">
          <a:xfrm>
            <a:off x="6329909" y="357483"/>
            <a:ext cx="2377538" cy="492416"/>
          </a:xfrm>
          <a:prstGeom prst="rect">
            <a:avLst/>
          </a:prstGeom>
        </p:spPr>
      </p:pic>
    </p:spTree>
    <p:extLst>
      <p:ext uri="{BB962C8B-B14F-4D97-AF65-F5344CB8AC3E}">
        <p14:creationId xmlns:p14="http://schemas.microsoft.com/office/powerpoint/2010/main" val="125567780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1827222" y="3040282"/>
            <a:ext cx="5511800" cy="207749"/>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1827222" y="1638308"/>
            <a:ext cx="5511800" cy="461665"/>
          </a:xfrm>
        </p:spPr>
        <p:txBody>
          <a:bodyPr wrap="square">
            <a:spAutoFit/>
          </a:bodyPr>
          <a:lstStyle>
            <a:lvl1pPr algn="l">
              <a:defRPr sz="3000" b="1">
                <a:solidFill>
                  <a:schemeClr val="bg2"/>
                </a:solidFill>
                <a:latin typeface="Arial" pitchFamily="34" charset="0"/>
                <a:cs typeface="Arial" pitchFamily="34" charset="0"/>
              </a:defRPr>
            </a:lvl1pPr>
          </a:lstStyle>
          <a:p>
            <a:r>
              <a:rPr lang="en-US" dirty="0"/>
              <a:t>Click to Edit Master Title Style</a:t>
            </a:r>
          </a:p>
        </p:txBody>
      </p:sp>
      <p:pic>
        <p:nvPicPr>
          <p:cNvPr id="12" name="Picture 11" descr="ridge4.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ltGray">
          <a:xfrm>
            <a:off x="838" y="8"/>
            <a:ext cx="3968823" cy="1082407"/>
          </a:xfrm>
          <a:prstGeom prst="rect">
            <a:avLst/>
          </a:prstGeom>
        </p:spPr>
      </p:pic>
      <p:pic>
        <p:nvPicPr>
          <p:cNvPr id="8" name="Picture 7" descr="Mahindra Logo.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bwMode="gray">
          <a:xfrm>
            <a:off x="6329909" y="357483"/>
            <a:ext cx="2377538" cy="492416"/>
          </a:xfrm>
          <a:prstGeom prst="rect">
            <a:avLst/>
          </a:prstGeom>
        </p:spPr>
      </p:pic>
      <p:pic>
        <p:nvPicPr>
          <p:cNvPr id="6" name="Picture 5"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838" y="88"/>
            <a:ext cx="3968823" cy="1082407"/>
          </a:xfrm>
          <a:prstGeom prst="rect">
            <a:avLst/>
          </a:prstGeom>
        </p:spPr>
      </p:pic>
      <p:pic>
        <p:nvPicPr>
          <p:cNvPr id="7" name="Picture 6" descr="Mahindra Logo.png"/>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bwMode="gray">
          <a:xfrm>
            <a:off x="6329909" y="357483"/>
            <a:ext cx="2377538" cy="492416"/>
          </a:xfrm>
          <a:prstGeom prst="rect">
            <a:avLst/>
          </a:prstGeom>
        </p:spPr>
      </p:pic>
    </p:spTree>
    <p:extLst>
      <p:ext uri="{BB962C8B-B14F-4D97-AF65-F5344CB8AC3E}">
        <p14:creationId xmlns:p14="http://schemas.microsoft.com/office/powerpoint/2010/main" val="347405723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8_Content slide with subtitle">
    <p:spTree>
      <p:nvGrpSpPr>
        <p:cNvPr id="1" name=""/>
        <p:cNvGrpSpPr/>
        <p:nvPr/>
      </p:nvGrpSpPr>
      <p:grpSpPr>
        <a:xfrm>
          <a:off x="0" y="0"/>
          <a:ext cx="0" cy="0"/>
          <a:chOff x="0" y="0"/>
          <a:chExt cx="0" cy="0"/>
        </a:xfrm>
      </p:grpSpPr>
      <p:pic>
        <p:nvPicPr>
          <p:cNvPr id="6" name="Picture 10" descr="D:\Images Library\Corporate2\CATEGORISED\Backgrouds\shutterstock_147372452.jpg"/>
          <p:cNvPicPr>
            <a:picLocks noChangeAspect="1" noChangeArrowheads="1"/>
          </p:cNvPicPr>
          <p:nvPr userDrawn="1"/>
        </p:nvPicPr>
        <p:blipFill rotWithShape="1">
          <a:blip r:embed="rId2" cstate="email">
            <a:duotone>
              <a:schemeClr val="accent2">
                <a:shade val="45000"/>
                <a:satMod val="135000"/>
              </a:schemeClr>
              <a:prstClr val="white"/>
            </a:duotone>
            <a:extLst>
              <a:ext uri="{28A0092B-C50C-407E-A947-70E740481C1C}">
                <a14:useLocalDpi xmlns:a14="http://schemas.microsoft.com/office/drawing/2010/main"/>
              </a:ext>
            </a:extLst>
          </a:blip>
          <a:srcRect/>
          <a:stretch/>
        </p:blipFill>
        <p:spPr bwMode="auto">
          <a:xfrm>
            <a:off x="0" y="1"/>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userDrawn="1"/>
        </p:nvSpPr>
        <p:spPr>
          <a:xfrm flipH="1">
            <a:off x="-1" y="3"/>
            <a:ext cx="6821870" cy="5143501"/>
          </a:xfrm>
          <a:prstGeom prst="rect">
            <a:avLst/>
          </a:prstGeom>
          <a:gradFill>
            <a:gsLst>
              <a:gs pos="0">
                <a:schemeClr val="bg1">
                  <a:alpha val="84000"/>
                </a:schemeClr>
              </a:gs>
              <a:gs pos="100000">
                <a:schemeClr val="bg1">
                  <a:alpha val="0"/>
                </a:schemeClr>
              </a:gs>
            </a:gsLst>
            <a:lin ang="108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solidFill>
                <a:prstClr val="black"/>
              </a:solidFill>
            </a:endParaRPr>
          </a:p>
        </p:txBody>
      </p:sp>
      <p:pic>
        <p:nvPicPr>
          <p:cNvPr id="11" name="Picture 10"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354" y="1"/>
            <a:ext cx="2014903" cy="714375"/>
          </a:xfrm>
          <a:prstGeom prst="rect">
            <a:avLst/>
          </a:prstGeom>
        </p:spPr>
      </p:pic>
      <p:sp>
        <p:nvSpPr>
          <p:cNvPr id="14" name="Slide Number Placeholder 5"/>
          <p:cNvSpPr txBox="1">
            <a:spLocks/>
          </p:cNvSpPr>
          <p:nvPr userDrawn="1"/>
        </p:nvSpPr>
        <p:spPr bwMode="auto">
          <a:xfrm>
            <a:off x="8862558" y="4960510"/>
            <a:ext cx="117020" cy="115416"/>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50">
                <a:solidFill>
                  <a:srgbClr val="6D6E71"/>
                </a:solidFill>
                <a:cs typeface="Arial" pitchFamily="34" charset="0"/>
              </a:rPr>
              <a:pPr algn="r">
                <a:defRPr/>
              </a:pPr>
              <a:t>‹#›</a:t>
            </a:fld>
            <a:endParaRPr lang="en-US" sz="750" dirty="0">
              <a:solidFill>
                <a:srgbClr val="6D6E71"/>
              </a:solidFill>
              <a:cs typeface="Arial" pitchFamily="34" charset="0"/>
            </a:endParaRPr>
          </a:p>
        </p:txBody>
      </p:sp>
      <p:sp>
        <p:nvSpPr>
          <p:cNvPr id="15" name="TextBox 20"/>
          <p:cNvSpPr txBox="1">
            <a:spLocks noChangeArrowheads="1"/>
          </p:cNvSpPr>
          <p:nvPr userDrawn="1"/>
        </p:nvSpPr>
        <p:spPr bwMode="gray">
          <a:xfrm>
            <a:off x="481023" y="4972294"/>
            <a:ext cx="1821011" cy="92333"/>
          </a:xfrm>
          <a:prstGeom prst="rect">
            <a:avLst/>
          </a:prstGeom>
          <a:noFill/>
          <a:ln w="9525">
            <a:noFill/>
            <a:miter lim="800000"/>
            <a:headEnd/>
            <a:tailEnd/>
          </a:ln>
        </p:spPr>
        <p:txBody>
          <a:bodyPr wrap="none" lIns="0" tIns="0" rIns="0" bIns="0">
            <a:spAutoFit/>
          </a:bodyPr>
          <a:lstStyle/>
          <a:p>
            <a:pPr>
              <a:defRPr/>
            </a:pPr>
            <a:r>
              <a:rPr lang="en-US" sz="600" dirty="0">
                <a:solidFill>
                  <a:srgbClr val="6D6E71"/>
                </a:solidFill>
                <a:cs typeface="Arial" pitchFamily="34" charset="0"/>
              </a:rPr>
              <a:t>Copyright © 2019 Tech Mahindra. All rights reserved.</a:t>
            </a:r>
          </a:p>
        </p:txBody>
      </p:sp>
    </p:spTree>
    <p:extLst>
      <p:ext uri="{BB962C8B-B14F-4D97-AF65-F5344CB8AC3E}">
        <p14:creationId xmlns:p14="http://schemas.microsoft.com/office/powerpoint/2010/main" val="152422447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8" y="539364"/>
            <a:ext cx="8224838"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481050" y="1478764"/>
            <a:ext cx="8224839" cy="1038746"/>
          </a:xfrm>
        </p:spPr>
        <p:txBody>
          <a:bodyPr wrap="square">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17543152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8" y="539364"/>
            <a:ext cx="8224838"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481050" y="1478764"/>
            <a:ext cx="8224839" cy="1038746"/>
          </a:xfrm>
        </p:spPr>
        <p:txBody>
          <a:bodyPr wrap="square">
            <a:spAutoFit/>
          </a:bodyPr>
          <a:lstStyle>
            <a:lvl1pPr algn="l" rtl="0" eaLnBrk="1" latinLnBrk="0" hangingPunct="1">
              <a:spcBef>
                <a:spcPts val="0"/>
              </a:spcBef>
              <a:spcAft>
                <a:spcPts val="0"/>
              </a:spcAft>
              <a:buClr>
                <a:schemeClr val="bg2"/>
              </a:buClr>
              <a:buSzPct val="120000"/>
              <a:defRPr lang="en-US" sz="135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35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35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35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481050" y="952904"/>
            <a:ext cx="8224839" cy="20774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
        <p:nvSpPr>
          <p:cNvPr id="5" name="Text Placeholder 41"/>
          <p:cNvSpPr>
            <a:spLocks noGrp="1"/>
          </p:cNvSpPr>
          <p:nvPr>
            <p:ph type="body" sz="quarter" idx="13"/>
          </p:nvPr>
        </p:nvSpPr>
        <p:spPr bwMode="gray">
          <a:xfrm>
            <a:off x="481050" y="953083"/>
            <a:ext cx="8224839" cy="20774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8395913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481051" y="545314"/>
            <a:ext cx="8226425"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685800"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481050" y="1478769"/>
            <a:ext cx="8224839" cy="1384995"/>
          </a:xfrm>
        </p:spPr>
        <p:txBody>
          <a:bodyPr wrap="square">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076325" indent="-214313">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285875" indent="-204788">
              <a:spcBef>
                <a:spcPts val="0"/>
              </a:spcBef>
              <a:spcAft>
                <a:spcPts val="0"/>
              </a:spcAft>
              <a:buClr>
                <a:schemeClr val="tx2"/>
              </a:buClr>
              <a:buSzPct val="70000"/>
              <a:buFont typeface="Arial" pitchFamily="34" charset="0"/>
              <a:buChar char="–"/>
              <a:defRPr sz="1350" baseline="0">
                <a:solidFill>
                  <a:schemeClr val="tx1"/>
                </a:solidFill>
                <a:latin typeface="+mn-lt"/>
                <a:cs typeface="Arial" pitchFamily="34" charset="0"/>
              </a:defRPr>
            </a:lvl7pPr>
            <a:lvl8pPr marL="1200150" indent="-171450">
              <a:spcBef>
                <a:spcPts val="0"/>
              </a:spcBef>
              <a:spcAft>
                <a:spcPts val="0"/>
              </a:spcAft>
              <a:buSzPct val="70000"/>
              <a:defRPr sz="1350" baseline="0">
                <a:latin typeface="Arial" pitchFamily="34" charset="0"/>
                <a:cs typeface="Arial" pitchFamily="34" charset="0"/>
              </a:defRPr>
            </a:lvl8pPr>
            <a:lvl9pPr marL="1368029" indent="-167879">
              <a:spcBef>
                <a:spcPts val="0"/>
              </a:spcBef>
              <a:spcAft>
                <a:spcPts val="0"/>
              </a:spcAft>
              <a:buSzPct val="70000"/>
              <a:buFont typeface="Arial" pitchFamily="34" charset="0"/>
              <a:buChar char="–"/>
              <a:defRPr sz="1350">
                <a:latin typeface="Arial" pitchFamily="34" charset="0"/>
                <a:cs typeface="Arial" pitchFamily="34" charset="0"/>
              </a:defRPr>
            </a:lvl9pPr>
          </a:lstStyle>
          <a:p>
            <a:pPr marL="217885" lvl="0" indent="-217885" algn="l" defTabSz="6858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28625" lvl="2" indent="-209550" algn="l" defTabSz="6858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638175" lvl="3" indent="-209550" algn="l" defTabSz="6858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852488" lvl="4" indent="-214313" algn="l" defTabSz="7000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076325" lvl="5" indent="-214313" algn="l" defTabSz="68580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79440988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cSld name="7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5" y="539342"/>
            <a:ext cx="8224837" cy="33009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145" b="1" kern="1200" dirty="0">
                <a:solidFill>
                  <a:schemeClr val="tx1">
                    <a:lumMod val="75000"/>
                    <a:lumOff val="25000"/>
                  </a:schemeClr>
                </a:solidFill>
                <a:latin typeface="Arial" pitchFamily="34" charset="0"/>
                <a:ea typeface="+mj-ea"/>
                <a:cs typeface="Arial" pitchFamily="34" charset="0"/>
              </a:defRPr>
            </a:lvl1pPr>
          </a:lstStyle>
          <a:p>
            <a:pPr lvl="0" algn="l" defTabSz="800291" rtl="0" eaLnBrk="1" fontAlgn="base" latinLnBrk="0" hangingPunct="1">
              <a:spcBef>
                <a:spcPct val="0"/>
              </a:spcBef>
              <a:spcAft>
                <a:spcPct val="0"/>
              </a:spcAft>
              <a:buNone/>
            </a:pPr>
            <a:r>
              <a:rPr lang="en-US" dirty="0"/>
              <a:t>Click to edit Master title style</a:t>
            </a:r>
          </a:p>
        </p:txBody>
      </p:sp>
      <p:sp>
        <p:nvSpPr>
          <p:cNvPr id="3" name="Text Placeholder 4"/>
          <p:cNvSpPr>
            <a:spLocks noGrp="1"/>
          </p:cNvSpPr>
          <p:nvPr>
            <p:ph type="body" sz="quarter" idx="10" hasCustomPrompt="1"/>
          </p:nvPr>
        </p:nvSpPr>
        <p:spPr bwMode="gray">
          <a:xfrm>
            <a:off x="481013" y="1478778"/>
            <a:ext cx="8224838" cy="1200329"/>
          </a:xfrm>
        </p:spPr>
        <p:txBody>
          <a:bodyPr wrap="square">
            <a:spAutoFit/>
          </a:bodyPr>
          <a:lstStyle>
            <a:lvl1pPr algn="l" rtl="0" eaLnBrk="1" latinLnBrk="0" hangingPunct="1">
              <a:spcBef>
                <a:spcPts val="0"/>
              </a:spcBef>
              <a:spcAft>
                <a:spcPts val="0"/>
              </a:spcAft>
              <a:buClr>
                <a:schemeClr val="bg2"/>
              </a:buClr>
              <a:buSzPct val="120000"/>
              <a:defRPr lang="en-US" sz="156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56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56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56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560" b="0" kern="1200" baseline="0" dirty="0" smtClean="0">
                <a:solidFill>
                  <a:schemeClr val="tx1"/>
                </a:solidFill>
                <a:latin typeface="Arial" pitchFamily="34" charset="0"/>
                <a:ea typeface="+mn-ea"/>
                <a:cs typeface="Arial" pitchFamily="34" charset="0"/>
              </a:defRPr>
            </a:lvl5pPr>
            <a:lvl6pPr marL="1256017" indent="-250097">
              <a:spcBef>
                <a:spcPts val="0"/>
              </a:spcBef>
              <a:spcAft>
                <a:spcPts val="0"/>
              </a:spcAft>
              <a:buClr>
                <a:schemeClr val="tx2"/>
              </a:buClr>
              <a:buSzPct val="70000"/>
              <a:buFont typeface="Wingdings" pitchFamily="2" charset="2"/>
              <a:buChar char="§"/>
              <a:defRPr lang="en-US" sz="1560" kern="1200" dirty="0" smtClean="0">
                <a:solidFill>
                  <a:schemeClr val="tx1"/>
                </a:solidFill>
                <a:latin typeface="Arial" pitchFamily="34" charset="0"/>
                <a:ea typeface="+mn-ea"/>
                <a:cs typeface="Arial" pitchFamily="34" charset="0"/>
              </a:defRPr>
            </a:lvl6pPr>
            <a:lvl7pPr marL="1500548" indent="-238978">
              <a:spcBef>
                <a:spcPts val="0"/>
              </a:spcBef>
              <a:spcAft>
                <a:spcPts val="0"/>
              </a:spcAft>
              <a:buClr>
                <a:schemeClr val="tx2"/>
              </a:buClr>
              <a:buSzPct val="70000"/>
              <a:buFont typeface="Arial" pitchFamily="34" charset="0"/>
              <a:buChar char="–"/>
              <a:defRPr sz="1560" baseline="0">
                <a:solidFill>
                  <a:schemeClr val="tx1"/>
                </a:solidFill>
                <a:latin typeface="+mn-lt"/>
                <a:cs typeface="Arial" pitchFamily="34" charset="0"/>
              </a:defRPr>
            </a:lvl7pPr>
            <a:lvl8pPr marL="1400510" indent="-200077">
              <a:spcBef>
                <a:spcPts val="0"/>
              </a:spcBef>
              <a:spcAft>
                <a:spcPts val="0"/>
              </a:spcAft>
              <a:buSzPct val="70000"/>
              <a:defRPr sz="1560" baseline="0">
                <a:latin typeface="Arial" pitchFamily="34" charset="0"/>
                <a:cs typeface="Arial" pitchFamily="34" charset="0"/>
              </a:defRPr>
            </a:lvl8pPr>
            <a:lvl9pPr marL="1596414" indent="-195902">
              <a:spcBef>
                <a:spcPts val="0"/>
              </a:spcBef>
              <a:spcAft>
                <a:spcPts val="0"/>
              </a:spcAft>
              <a:buSzPct val="70000"/>
              <a:buFont typeface="Arial" pitchFamily="34" charset="0"/>
              <a:buChar char="–"/>
              <a:defRPr sz="1560">
                <a:latin typeface="Arial" pitchFamily="34" charset="0"/>
                <a:cs typeface="Arial" pitchFamily="34" charset="0"/>
              </a:defRPr>
            </a:lvl9pPr>
          </a:lstStyle>
          <a:p>
            <a:pPr marL="254261" lvl="0" indent="-254261" algn="l" defTabSz="800291"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00183" lvl="2" indent="-244535" algn="l" defTabSz="800291"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744716" lvl="3" indent="-244535" algn="l" defTabSz="800291"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994809" lvl="4" indent="-250097" algn="l" defTabSz="81696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256017" lvl="5" indent="-250097" algn="l" defTabSz="800291"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481013" y="859340"/>
            <a:ext cx="8224838" cy="20774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2114523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1_Thank you">
    <p:spTree>
      <p:nvGrpSpPr>
        <p:cNvPr id="1" name=""/>
        <p:cNvGrpSpPr/>
        <p:nvPr/>
      </p:nvGrpSpPr>
      <p:grpSpPr>
        <a:xfrm>
          <a:off x="0" y="0"/>
          <a:ext cx="0" cy="0"/>
          <a:chOff x="0" y="0"/>
          <a:chExt cx="0" cy="0"/>
        </a:xfrm>
      </p:grpSpPr>
      <p:sp>
        <p:nvSpPr>
          <p:cNvPr id="5" name="TextBox 4"/>
          <p:cNvSpPr txBox="1">
            <a:spLocks noChangeArrowheads="1"/>
          </p:cNvSpPr>
          <p:nvPr/>
        </p:nvSpPr>
        <p:spPr bwMode="gray">
          <a:xfrm>
            <a:off x="1366838" y="2419350"/>
            <a:ext cx="6754416" cy="1772473"/>
          </a:xfrm>
          <a:prstGeom prst="rect">
            <a:avLst/>
          </a:prstGeom>
          <a:noFill/>
          <a:ln w="9525">
            <a:noFill/>
            <a:miter lim="800000"/>
            <a:headEnd/>
            <a:tailEnd/>
          </a:ln>
        </p:spPr>
        <p:txBody>
          <a:bodyPr lIns="0" tIns="0" rIns="0" bIns="0">
            <a:spAutoFit/>
          </a:bodyPr>
          <a:lstStyle/>
          <a:p>
            <a:pPr algn="just" eaLnBrk="1" fontAlgn="auto" hangingPunct="1">
              <a:spcBef>
                <a:spcPts val="585"/>
              </a:spcBef>
              <a:spcAft>
                <a:spcPts val="0"/>
              </a:spcAft>
              <a:defRPr/>
            </a:pPr>
            <a:r>
              <a:rPr lang="en-US" sz="878" b="1" dirty="0">
                <a:solidFill>
                  <a:srgbClr val="6D6E71"/>
                </a:solidFill>
                <a:latin typeface="Arial" pitchFamily="34" charset="0"/>
                <a:cs typeface="Arial" pitchFamily="34" charset="0"/>
              </a:rPr>
              <a:t>Disclaimer </a:t>
            </a:r>
          </a:p>
          <a:p>
            <a:pPr algn="just" eaLnBrk="1" fontAlgn="auto" hangingPunct="1">
              <a:spcBef>
                <a:spcPts val="585"/>
              </a:spcBef>
              <a:spcAft>
                <a:spcPts val="0"/>
              </a:spcAft>
              <a:defRPr/>
            </a:pPr>
            <a:r>
              <a:rPr lang="en-US" sz="780" dirty="0">
                <a:solidFill>
                  <a:srgbClr val="6D6E71"/>
                </a:solidFill>
                <a:latin typeface="Arial" pitchFamily="34" charset="0"/>
                <a:cs typeface="Arial" pitchFamily="34" charset="0"/>
              </a:rPr>
              <a:t>Tech Mahindra Limited, herein referred to as TechM provide a wide array of presentations and reports, with the contributions of various professionals. These presentations and reports are for information purposes and private circulation only and do not constitute an offer to buy or sell any services mentioned therein. They do not purport to be a complete description of the market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6" name="Slide Number Placeholder 5"/>
          <p:cNvSpPr txBox="1">
            <a:spLocks/>
          </p:cNvSpPr>
          <p:nvPr userDrawn="1"/>
        </p:nvSpPr>
        <p:spPr bwMode="auto">
          <a:xfrm>
            <a:off x="8855072" y="4957873"/>
            <a:ext cx="123432" cy="120033"/>
          </a:xfrm>
          <a:prstGeom prst="rect">
            <a:avLst/>
          </a:prstGeom>
          <a:noFill/>
          <a:ln w="9525">
            <a:noFill/>
            <a:miter lim="800000"/>
            <a:headEnd/>
            <a:tailEnd/>
          </a:ln>
        </p:spPr>
        <p:txBody>
          <a:bodyPr wrap="none" lIns="0" tIns="0" rIns="0" bIns="0" anchor="ctr">
            <a:spAutoFit/>
          </a:bodyPr>
          <a:lstStyle/>
          <a:p>
            <a:pPr algn="r" eaLnBrk="1" fontAlgn="auto" hangingPunct="1">
              <a:spcBef>
                <a:spcPts val="0"/>
              </a:spcBef>
              <a:spcAft>
                <a:spcPts val="0"/>
              </a:spcAft>
              <a:defRPr/>
            </a:pPr>
            <a:fld id="{1EBE6B74-C1B9-4A13-8349-387792A6BF26}" type="slidenum">
              <a:rPr lang="en-US" sz="780">
                <a:solidFill>
                  <a:srgbClr val="6D6E71"/>
                </a:solidFill>
                <a:latin typeface="Arial" pitchFamily="34" charset="0"/>
                <a:cs typeface="Arial" pitchFamily="34" charset="0"/>
              </a:rPr>
              <a:pPr algn="r" eaLnBrk="1" fontAlgn="auto" hangingPunct="1">
                <a:spcBef>
                  <a:spcPts val="0"/>
                </a:spcBef>
                <a:spcAft>
                  <a:spcPts val="0"/>
                </a:spcAft>
                <a:defRPr/>
              </a:pPr>
              <a:t>‹#›</a:t>
            </a:fld>
            <a:endParaRPr lang="en-US" sz="780" dirty="0">
              <a:solidFill>
                <a:srgbClr val="6D6E71"/>
              </a:solidFill>
              <a:latin typeface="Arial" pitchFamily="34" charset="0"/>
              <a:cs typeface="Arial" pitchFamily="34" charset="0"/>
            </a:endParaRPr>
          </a:p>
        </p:txBody>
      </p:sp>
      <p:sp>
        <p:nvSpPr>
          <p:cNvPr id="2" name="Title 1"/>
          <p:cNvSpPr>
            <a:spLocks noGrp="1"/>
          </p:cNvSpPr>
          <p:nvPr>
            <p:ph type="title"/>
          </p:nvPr>
        </p:nvSpPr>
        <p:spPr bwMode="gray">
          <a:xfrm>
            <a:off x="1366839" y="1145474"/>
            <a:ext cx="6729984" cy="492443"/>
          </a:xfrm>
          <a:prstGeom prst="rect">
            <a:avLst/>
          </a:prstGeom>
          <a:noFill/>
          <a:ln w="9525">
            <a:noFill/>
            <a:miter lim="800000"/>
            <a:headEnd/>
            <a:tailEnd/>
          </a:ln>
        </p:spPr>
        <p:txBody>
          <a:bodyPr/>
          <a:lstStyle>
            <a:lvl1pPr algn="l">
              <a:defRPr lang="en-US" sz="312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 name="Text Placeholder 41"/>
          <p:cNvSpPr>
            <a:spLocks noGrp="1"/>
          </p:cNvSpPr>
          <p:nvPr>
            <p:ph type="body" sz="quarter" idx="14"/>
          </p:nvPr>
        </p:nvSpPr>
        <p:spPr bwMode="gray">
          <a:xfrm>
            <a:off x="1366840" y="1605128"/>
            <a:ext cx="6734627" cy="276999"/>
          </a:xfrm>
          <a:prstGeom prst="rect">
            <a:avLst/>
          </a:prstGeom>
          <a:noFill/>
          <a:ln w="9525">
            <a:noFill/>
            <a:miter lim="800000"/>
            <a:headEnd/>
            <a:tailEnd/>
          </a:ln>
        </p:spPr>
        <p:txBody>
          <a:bodyPr/>
          <a:lstStyle>
            <a:lvl1pPr marL="0" indent="0" algn="l" defTabSz="891518" rtl="0" eaLnBrk="1" fontAlgn="base" latinLnBrk="0" hangingPunct="1">
              <a:spcBef>
                <a:spcPts val="0"/>
              </a:spcBef>
              <a:spcAft>
                <a:spcPct val="0"/>
              </a:spcAft>
              <a:buClr>
                <a:schemeClr val="tx2"/>
              </a:buClr>
              <a:buFont typeface="Arial" pitchFamily="34" charset="0"/>
              <a:buNone/>
              <a:defRPr lang="en-US" sz="1755" b="1" kern="1200" baseline="0" dirty="0" smtClean="0">
                <a:solidFill>
                  <a:schemeClr val="bg2"/>
                </a:solidFill>
                <a:latin typeface="Arial" pitchFamily="34" charset="0"/>
                <a:ea typeface="+mn-ea"/>
                <a:cs typeface="Arial" pitchFamily="34" charset="0"/>
              </a:defRPr>
            </a:lvl1pPr>
          </a:lstStyle>
          <a:p>
            <a:pPr lvl="0"/>
            <a:endParaRPr lang="en-US" dirty="0"/>
          </a:p>
        </p:txBody>
      </p:sp>
    </p:spTree>
    <p:extLst>
      <p:ext uri="{BB962C8B-B14F-4D97-AF65-F5344CB8AC3E}">
        <p14:creationId xmlns:p14="http://schemas.microsoft.com/office/powerpoint/2010/main" val="885020486"/>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Pls. use">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9016349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6" name="TextBox 20"/>
          <p:cNvSpPr txBox="1">
            <a:spLocks noChangeArrowheads="1"/>
          </p:cNvSpPr>
          <p:nvPr userDrawn="1"/>
        </p:nvSpPr>
        <p:spPr bwMode="gray">
          <a:xfrm>
            <a:off x="171707" y="4995748"/>
            <a:ext cx="2257028" cy="107722"/>
          </a:xfrm>
          <a:prstGeom prst="rect">
            <a:avLst/>
          </a:prstGeom>
          <a:noFill/>
          <a:ln w="9525">
            <a:noFill/>
            <a:miter lim="800000"/>
          </a:ln>
        </p:spPr>
        <p:txBody>
          <a:bodyPr wrap="none" lIns="0" tIns="0" rIns="0" bIns="0">
            <a:spAutoFit/>
          </a:bodyPr>
          <a:lstStyle/>
          <a:p>
            <a:pPr defTabSz="1218293">
              <a:defRPr/>
            </a:pPr>
            <a:r>
              <a:rPr lang="en-US" sz="700" dirty="0">
                <a:solidFill>
                  <a:prstClr val="white"/>
                </a:solidFill>
                <a:latin typeface="Century Gothic" pitchFamily="34" charset="0"/>
                <a:cs typeface="Arial" panose="020B0604020202020204" pitchFamily="34" charset="0"/>
              </a:rPr>
              <a:t>Copyright © 2019 Tech Mahindra. All rights reserved.</a:t>
            </a:r>
          </a:p>
        </p:txBody>
      </p:sp>
      <p:pic>
        <p:nvPicPr>
          <p:cNvPr id="11" name="Picture 10"/>
          <p:cNvPicPr>
            <a:picLocks noChangeAspect="1"/>
          </p:cNvPicPr>
          <p:nvPr userDrawn="1"/>
        </p:nvPicPr>
        <p:blipFill>
          <a:blip r:embed="rId3" cstate="email">
            <a:grayscl/>
            <a:extLst>
              <a:ext uri="{28A0092B-C50C-407E-A947-70E740481C1C}">
                <a14:useLocalDpi xmlns:a14="http://schemas.microsoft.com/office/drawing/2010/main"/>
              </a:ext>
            </a:extLst>
          </a:blip>
          <a:stretch>
            <a:fillRect/>
          </a:stretch>
        </p:blipFill>
        <p:spPr>
          <a:xfrm>
            <a:off x="181944" y="4740542"/>
            <a:ext cx="2576723" cy="244970"/>
          </a:xfrm>
          <a:prstGeom prst="rect">
            <a:avLst/>
          </a:prstGeom>
        </p:spPr>
      </p:pic>
      <p:pic>
        <p:nvPicPr>
          <p:cNvPr id="5" name="Picture 4" descr="Mahindra Logo.png"/>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bwMode="gray">
          <a:xfrm>
            <a:off x="7839329" y="123765"/>
            <a:ext cx="969784" cy="267805"/>
          </a:xfrm>
          <a:prstGeom prst="rect">
            <a:avLst/>
          </a:prstGeom>
        </p:spPr>
      </p:pic>
      <p:pic>
        <p:nvPicPr>
          <p:cNvPr id="12" name="Picture 9" descr="ridge4.png"/>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bwMode="ltGray">
          <a:xfrm>
            <a:off x="1588" y="1"/>
            <a:ext cx="2094449" cy="761618"/>
          </a:xfrm>
          <a:prstGeom prst="rect">
            <a:avLst/>
          </a:prstGeom>
        </p:spPr>
      </p:pic>
    </p:spTree>
    <p:extLst>
      <p:ext uri="{BB962C8B-B14F-4D97-AF65-F5344CB8AC3E}">
        <p14:creationId xmlns:p14="http://schemas.microsoft.com/office/powerpoint/2010/main" val="37847187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userDrawn="1">
  <p:cSld name="Last slide">
    <p:spTree>
      <p:nvGrpSpPr>
        <p:cNvPr id="1" name=""/>
        <p:cNvGrpSpPr/>
        <p:nvPr/>
      </p:nvGrpSpPr>
      <p:grpSpPr>
        <a:xfrm>
          <a:off x="0" y="0"/>
          <a:ext cx="0" cy="0"/>
          <a:chOff x="0" y="0"/>
          <a:chExt cx="0" cy="0"/>
        </a:xfrm>
      </p:grpSpPr>
      <p:sp>
        <p:nvSpPr>
          <p:cNvPr id="3" name="Title 1"/>
          <p:cNvSpPr txBox="1">
            <a:spLocks/>
          </p:cNvSpPr>
          <p:nvPr userDrawn="1"/>
        </p:nvSpPr>
        <p:spPr bwMode="gray">
          <a:xfrm>
            <a:off x="3754311" y="1777873"/>
            <a:ext cx="1380058" cy="2769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defTabSz="914400" rtl="0" eaLnBrk="1" latinLnBrk="0" hangingPunct="1">
              <a:spcBef>
                <a:spcPct val="0"/>
              </a:spcBef>
              <a:buNone/>
              <a:defRPr lang="en-US" sz="2400" b="1" kern="1200" dirty="0">
                <a:solidFill>
                  <a:schemeClr val="tx2"/>
                </a:solidFill>
                <a:latin typeface="Arial" pitchFamily="34" charset="0"/>
                <a:ea typeface="+mj-ea"/>
                <a:cs typeface="Arial" pitchFamily="34" charset="0"/>
              </a:defRPr>
            </a:lvl1pPr>
          </a:lstStyle>
          <a:p>
            <a:pPr fontAlgn="base">
              <a:spcAft>
                <a:spcPct val="0"/>
              </a:spcAft>
            </a:pPr>
            <a:r>
              <a:rPr sz="1800">
                <a:solidFill>
                  <a:prstClr val="black">
                    <a:lumMod val="75000"/>
                    <a:lumOff val="25000"/>
                  </a:prstClr>
                </a:solidFill>
                <a:latin typeface="Century Gothic" panose="020B0502020202020204" pitchFamily="34" charset="0"/>
              </a:rPr>
              <a:t>THANK YOU.</a:t>
            </a:r>
          </a:p>
        </p:txBody>
      </p:sp>
      <p:sp>
        <p:nvSpPr>
          <p:cNvPr id="4" name="TextBox 3"/>
          <p:cNvSpPr txBox="1">
            <a:spLocks noChangeArrowheads="1"/>
          </p:cNvSpPr>
          <p:nvPr userDrawn="1"/>
        </p:nvSpPr>
        <p:spPr bwMode="gray">
          <a:xfrm>
            <a:off x="240475" y="2617918"/>
            <a:ext cx="8674925" cy="1714572"/>
          </a:xfrm>
          <a:prstGeom prst="rect">
            <a:avLst/>
          </a:prstGeom>
          <a:noFill/>
          <a:ln w="9525">
            <a:noFill/>
            <a:miter lim="800000"/>
            <a:headEnd/>
            <a:tailEnd/>
          </a:ln>
        </p:spPr>
        <p:txBody>
          <a:bodyPr wrap="square" lIns="0" tIns="0" rIns="0" bIns="0">
            <a:spAutoFit/>
          </a:bodyPr>
          <a:lstStyle/>
          <a:p>
            <a:pPr algn="just" defTabSz="685766">
              <a:spcBef>
                <a:spcPts val="450"/>
              </a:spcBef>
            </a:pPr>
            <a:r>
              <a:rPr lang="en-US" sz="825" b="1" dirty="0">
                <a:solidFill>
                  <a:prstClr val="black">
                    <a:lumMod val="75000"/>
                    <a:lumOff val="25000"/>
                  </a:prstClr>
                </a:solidFill>
                <a:latin typeface="Century Gothic" panose="020B0502020202020204" pitchFamily="34" charset="0"/>
                <a:cs typeface="Arial" pitchFamily="34" charset="0"/>
              </a:rPr>
              <a:t>Disclaimer </a:t>
            </a:r>
          </a:p>
          <a:p>
            <a:pPr algn="just" defTabSz="685766">
              <a:spcBef>
                <a:spcPts val="450"/>
              </a:spcBef>
            </a:pPr>
            <a:r>
              <a:rPr lang="en-US" sz="825" dirty="0">
                <a:solidFill>
                  <a:prstClr val="black">
                    <a:lumMod val="75000"/>
                    <a:lumOff val="25000"/>
                  </a:prstClr>
                </a:solidFill>
                <a:latin typeface="Century Gothic" panose="020B0502020202020204" pitchFamily="34" charset="0"/>
                <a:cs typeface="Arial" pitchFamily="34" charset="0"/>
              </a:rPr>
              <a:t>Tech Mahindra Limited,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5" name="Text Placeholder 41"/>
          <p:cNvSpPr txBox="1">
            <a:spLocks/>
          </p:cNvSpPr>
          <p:nvPr userDrawn="1"/>
        </p:nvSpPr>
        <p:spPr bwMode="gray">
          <a:xfrm>
            <a:off x="3478211" y="2288790"/>
            <a:ext cx="2199454" cy="20774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SzPct val="120000"/>
              <a:buFont typeface="Arial" pitchFamily="34" charset="0"/>
              <a:buNone/>
              <a:defRPr lang="en-US" sz="1800" b="1" kern="1200" baseline="0" dirty="0" smtClean="0">
                <a:solidFill>
                  <a:schemeClr val="bg2"/>
                </a:solidFill>
                <a:latin typeface="Arial" pitchFamily="34" charset="0"/>
                <a:ea typeface="+mn-ea"/>
                <a:cs typeface="Arial" pitchFamily="34" charset="0"/>
              </a:defRPr>
            </a:lvl1pPr>
            <a:lvl2pPr marL="285750" indent="-285750" algn="l" defTabSz="914400" rtl="0" eaLnBrk="1" fontAlgn="base" latinLnBrk="0" hangingPunct="1">
              <a:spcBef>
                <a:spcPts val="0"/>
              </a:spcBef>
              <a:spcAft>
                <a:spcPct val="0"/>
              </a:spcAft>
              <a:buClr>
                <a:schemeClr val="bg2"/>
              </a:buClr>
              <a:buSzPct val="100000"/>
              <a:buFont typeface="Wingdings" pitchFamily="2" charset="2"/>
              <a:buChar char="§"/>
              <a:defRPr lang="en-US" sz="1800" b="0" kern="1200" baseline="0" dirty="0" smtClean="0">
                <a:solidFill>
                  <a:schemeClr val="tx1"/>
                </a:solidFill>
                <a:latin typeface="+mn-lt"/>
                <a:ea typeface="+mn-ea"/>
                <a:cs typeface="+mn-cs"/>
              </a:defRPr>
            </a:lvl2pPr>
            <a:lvl3pPr marL="571500" indent="-279400" algn="l" defTabSz="914400" rtl="0" eaLnBrk="1" fontAlgn="base" latinLnBrk="0" hangingPunct="1">
              <a:spcBef>
                <a:spcPts val="0"/>
              </a:spcBef>
              <a:spcAft>
                <a:spcPct val="0"/>
              </a:spcAft>
              <a:buClr>
                <a:schemeClr val="bg2"/>
              </a:buClr>
              <a:buSzPct val="90000"/>
              <a:buFont typeface="Arial" pitchFamily="34" charset="0"/>
              <a:buChar char="–"/>
              <a:defRPr kumimoji="0" lang="en-US" sz="18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850900" indent="-279400" algn="l" defTabSz="914400" rtl="0" eaLnBrk="1" fontAlgn="base" latinLnBrk="0" hangingPunct="1">
              <a:spcBef>
                <a:spcPts val="0"/>
              </a:spcBef>
              <a:spcAft>
                <a:spcPct val="0"/>
              </a:spcAft>
              <a:buClr>
                <a:schemeClr val="bg2"/>
              </a:buClr>
              <a:buSzPct val="80000"/>
              <a:buFont typeface="Wingdings" pitchFamily="2" charset="2"/>
              <a:buChar char="§"/>
              <a:defRPr lang="en-US" sz="1800" b="0" kern="1200" baseline="0" dirty="0" smtClean="0">
                <a:solidFill>
                  <a:schemeClr val="tx1"/>
                </a:solidFill>
                <a:latin typeface="Arial" pitchFamily="34" charset="0"/>
                <a:ea typeface="+mn-ea"/>
                <a:cs typeface="+mn-cs"/>
              </a:defRPr>
            </a:lvl4pPr>
            <a:lvl5pPr marL="1136650" indent="-285750" algn="l" defTabSz="933450" rtl="0" eaLnBrk="1" fontAlgn="base" latinLnBrk="0" hangingPunct="1">
              <a:spcBef>
                <a:spcPts val="0"/>
              </a:spcBef>
              <a:spcAft>
                <a:spcPct val="0"/>
              </a:spcAft>
              <a:buClr>
                <a:schemeClr val="bg2"/>
              </a:buClr>
              <a:buSzPct val="70000"/>
              <a:buFont typeface="Arial" pitchFamily="34" charset="0"/>
              <a:buChar char="–"/>
              <a:defRPr lang="en-US" sz="1800" b="0" kern="1200" baseline="0" dirty="0" smtClean="0">
                <a:solidFill>
                  <a:schemeClr val="tx1"/>
                </a:solidFill>
                <a:latin typeface="Arial" pitchFamily="34" charset="0"/>
                <a:ea typeface="+mn-ea"/>
                <a:cs typeface="+mn-cs"/>
              </a:defRPr>
            </a:lvl5pPr>
            <a:lvl6pPr marL="1371600" indent="-241300" algn="l" defTabSz="914400"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rgbClr val="6D6E71"/>
              </a:buClr>
            </a:pPr>
            <a:r>
              <a:rPr sz="1350">
                <a:solidFill>
                  <a:srgbClr val="E31837"/>
                </a:solidFill>
                <a:latin typeface="Century Gothic" panose="020B0502020202020204" pitchFamily="34" charset="0"/>
              </a:rPr>
              <a:t>www.techmahindra.com</a:t>
            </a:r>
          </a:p>
        </p:txBody>
      </p:sp>
    </p:spTree>
    <p:extLst>
      <p:ext uri="{BB962C8B-B14F-4D97-AF65-F5344CB8AC3E}">
        <p14:creationId xmlns:p14="http://schemas.microsoft.com/office/powerpoint/2010/main" val="217891972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srcRect t="13950"/>
          <a:stretch/>
        </p:blipFill>
        <p:spPr>
          <a:xfrm>
            <a:off x="0" y="0"/>
            <a:ext cx="9144000" cy="5143500"/>
          </a:xfrm>
          <a:prstGeom prst="rect">
            <a:avLst/>
          </a:prstGeom>
        </p:spPr>
      </p:pic>
      <p:sp>
        <p:nvSpPr>
          <p:cNvPr id="6" name="TextBox 20"/>
          <p:cNvSpPr txBox="1">
            <a:spLocks noChangeArrowheads="1"/>
          </p:cNvSpPr>
          <p:nvPr userDrawn="1"/>
        </p:nvSpPr>
        <p:spPr bwMode="gray">
          <a:xfrm>
            <a:off x="171707" y="4995748"/>
            <a:ext cx="2257028" cy="107722"/>
          </a:xfrm>
          <a:prstGeom prst="rect">
            <a:avLst/>
          </a:prstGeom>
          <a:noFill/>
          <a:ln w="9525">
            <a:noFill/>
            <a:miter lim="800000"/>
          </a:ln>
        </p:spPr>
        <p:txBody>
          <a:bodyPr wrap="none" lIns="0" tIns="0" rIns="0" bIns="0">
            <a:spAutoFit/>
          </a:bodyPr>
          <a:lstStyle/>
          <a:p>
            <a:pPr defTabSz="1218293">
              <a:defRPr/>
            </a:pPr>
            <a:r>
              <a:rPr lang="en-US" sz="700" dirty="0">
                <a:solidFill>
                  <a:prstClr val="black">
                    <a:lumMod val="50000"/>
                    <a:lumOff val="50000"/>
                  </a:prstClr>
                </a:solidFill>
                <a:latin typeface="Century Gothic" pitchFamily="34" charset="0"/>
                <a:cs typeface="Arial" panose="020B0604020202020204" pitchFamily="34" charset="0"/>
              </a:rPr>
              <a:t>Copyright © 2018 Tech Mahindra. All rights reserved.</a:t>
            </a:r>
          </a:p>
        </p:txBody>
      </p:sp>
      <p:sp>
        <p:nvSpPr>
          <p:cNvPr id="8" name="Slide Number Placeholder 5"/>
          <p:cNvSpPr txBox="1">
            <a:spLocks/>
          </p:cNvSpPr>
          <p:nvPr userDrawn="1"/>
        </p:nvSpPr>
        <p:spPr bwMode="auto">
          <a:xfrm>
            <a:off x="8684903" y="5009008"/>
            <a:ext cx="109005" cy="107402"/>
          </a:xfrm>
          <a:prstGeom prst="rect">
            <a:avLst/>
          </a:prstGeom>
          <a:noFill/>
          <a:ln w="9525">
            <a:noFill/>
            <a:miter lim="800000"/>
            <a:headEnd/>
            <a:tailEnd/>
          </a:ln>
        </p:spPr>
        <p:txBody>
          <a:bodyPr wrap="none" lIns="0" tIns="0" rIns="0" bIns="0" anchor="ctr">
            <a:spAutoFit/>
          </a:bodyPr>
          <a:lstStyle/>
          <a:p>
            <a:pPr algn="r" defTabSz="685766">
              <a:defRPr/>
            </a:pPr>
            <a:fld id="{6856ECDB-1CEE-4F69-ADCA-557460F2116E}" type="slidenum">
              <a:rPr lang="en-US" sz="698" smtClean="0">
                <a:solidFill>
                  <a:prstClr val="black">
                    <a:lumMod val="50000"/>
                    <a:lumOff val="50000"/>
                  </a:prstClr>
                </a:solidFill>
                <a:latin typeface="Century Gothic" pitchFamily="34" charset="0"/>
                <a:cs typeface="Arial" pitchFamily="34" charset="0"/>
              </a:rPr>
              <a:pPr algn="r" defTabSz="685766">
                <a:defRPr/>
              </a:pPr>
              <a:t>‹#›</a:t>
            </a:fld>
            <a:endParaRPr lang="en-US" sz="698" dirty="0">
              <a:solidFill>
                <a:prstClr val="black">
                  <a:lumMod val="50000"/>
                  <a:lumOff val="50000"/>
                </a:prstClr>
              </a:solidFill>
              <a:latin typeface="Century Gothic" pitchFamily="34" charset="0"/>
              <a:cs typeface="Arial" pitchFamily="34" charset="0"/>
            </a:endParaRPr>
          </a:p>
        </p:txBody>
      </p:sp>
      <p:pic>
        <p:nvPicPr>
          <p:cNvPr id="9" name="Picture 7" descr="Ridge.pdf"/>
          <p:cNvPicPr>
            <a:picLocks noChangeAspect="1"/>
          </p:cNvPicPr>
          <p:nvPr userDrawn="1"/>
        </p:nvPicPr>
        <p:blipFill>
          <a:blip r:embed="rId3"/>
          <a:srcRect/>
          <a:stretch>
            <a:fillRect/>
          </a:stretch>
        </p:blipFill>
        <p:spPr bwMode="ltGray">
          <a:xfrm>
            <a:off x="1" y="0"/>
            <a:ext cx="1432112" cy="520768"/>
          </a:xfrm>
          <a:prstGeom prst="rect">
            <a:avLst/>
          </a:prstGeom>
          <a:noFill/>
          <a:ln w="9525">
            <a:noFill/>
            <a:miter lim="800000"/>
            <a:headEnd/>
            <a:tailEnd/>
          </a:ln>
        </p:spPr>
      </p:pic>
    </p:spTree>
    <p:extLst>
      <p:ext uri="{BB962C8B-B14F-4D97-AF65-F5344CB8AC3E}">
        <p14:creationId xmlns:p14="http://schemas.microsoft.com/office/powerpoint/2010/main" val="357571759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1.xml"/><Relationship Id="rId7" Type="http://schemas.openxmlformats.org/officeDocument/2006/relationships/image" Target="../media/image1.png"/><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theme" Target="../theme/theme2.xml"/><Relationship Id="rId5" Type="http://schemas.openxmlformats.org/officeDocument/2006/relationships/slideLayout" Target="../slideLayouts/slideLayout53.xml"/><Relationship Id="rId4" Type="http://schemas.openxmlformats.org/officeDocument/2006/relationships/slideLayout" Target="../slideLayouts/slideLayout5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slideLayout" Target="../slideLayouts/slideLayout66.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5" Type="http://schemas.openxmlformats.org/officeDocument/2006/relationships/image" Target="../media/image1.png"/><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theme" Target="../theme/theme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81.xml"/><Relationship Id="rId2" Type="http://schemas.openxmlformats.org/officeDocument/2006/relationships/slideLayout" Target="../slideLayouts/slideLayout80.xml"/><Relationship Id="rId1" Type="http://schemas.openxmlformats.org/officeDocument/2006/relationships/slideLayout" Target="../slideLayouts/slideLayout79.xml"/><Relationship Id="rId5" Type="http://schemas.openxmlformats.org/officeDocument/2006/relationships/theme" Target="../theme/theme5.xml"/><Relationship Id="rId4" Type="http://schemas.openxmlformats.org/officeDocument/2006/relationships/slideLayout" Target="../slideLayouts/slideLayout8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90.xml"/><Relationship Id="rId13" Type="http://schemas.openxmlformats.org/officeDocument/2006/relationships/slideLayout" Target="../slideLayouts/slideLayout95.xml"/><Relationship Id="rId18" Type="http://schemas.openxmlformats.org/officeDocument/2006/relationships/slideLayout" Target="../slideLayouts/slideLayout100.xml"/><Relationship Id="rId3" Type="http://schemas.openxmlformats.org/officeDocument/2006/relationships/slideLayout" Target="../slideLayouts/slideLayout85.xml"/><Relationship Id="rId21" Type="http://schemas.openxmlformats.org/officeDocument/2006/relationships/slideLayout" Target="../slideLayouts/slideLayout103.xml"/><Relationship Id="rId7" Type="http://schemas.openxmlformats.org/officeDocument/2006/relationships/slideLayout" Target="../slideLayouts/slideLayout89.xml"/><Relationship Id="rId12" Type="http://schemas.openxmlformats.org/officeDocument/2006/relationships/slideLayout" Target="../slideLayouts/slideLayout94.xml"/><Relationship Id="rId17" Type="http://schemas.openxmlformats.org/officeDocument/2006/relationships/slideLayout" Target="../slideLayouts/slideLayout99.xml"/><Relationship Id="rId2" Type="http://schemas.openxmlformats.org/officeDocument/2006/relationships/slideLayout" Target="../slideLayouts/slideLayout84.xml"/><Relationship Id="rId16" Type="http://schemas.openxmlformats.org/officeDocument/2006/relationships/slideLayout" Target="../slideLayouts/slideLayout98.xml"/><Relationship Id="rId20" Type="http://schemas.openxmlformats.org/officeDocument/2006/relationships/slideLayout" Target="../slideLayouts/slideLayout102.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5" Type="http://schemas.openxmlformats.org/officeDocument/2006/relationships/slideLayout" Target="../slideLayouts/slideLayout87.xml"/><Relationship Id="rId15" Type="http://schemas.openxmlformats.org/officeDocument/2006/relationships/slideLayout" Target="../slideLayouts/slideLayout97.xml"/><Relationship Id="rId23" Type="http://schemas.openxmlformats.org/officeDocument/2006/relationships/image" Target="../media/image24.png"/><Relationship Id="rId10" Type="http://schemas.openxmlformats.org/officeDocument/2006/relationships/slideLayout" Target="../slideLayouts/slideLayout92.xml"/><Relationship Id="rId19" Type="http://schemas.openxmlformats.org/officeDocument/2006/relationships/slideLayout" Target="../slideLayouts/slideLayout101.xml"/><Relationship Id="rId4" Type="http://schemas.openxmlformats.org/officeDocument/2006/relationships/slideLayout" Target="../slideLayouts/slideLayout86.xml"/><Relationship Id="rId9" Type="http://schemas.openxmlformats.org/officeDocument/2006/relationships/slideLayout" Target="../slideLayouts/slideLayout91.xml"/><Relationship Id="rId14" Type="http://schemas.openxmlformats.org/officeDocument/2006/relationships/slideLayout" Target="../slideLayouts/slideLayout96.xml"/><Relationship Id="rId2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3" Type="http://schemas.openxmlformats.org/officeDocument/2006/relationships/slideLayout" Target="../slideLayouts/slideLayout106.xml"/><Relationship Id="rId7" Type="http://schemas.openxmlformats.org/officeDocument/2006/relationships/slideLayout" Target="../slideLayouts/slideLayout110.xml"/><Relationship Id="rId2" Type="http://schemas.openxmlformats.org/officeDocument/2006/relationships/slideLayout" Target="../slideLayouts/slideLayout105.xml"/><Relationship Id="rId1" Type="http://schemas.openxmlformats.org/officeDocument/2006/relationships/slideLayout" Target="../slideLayouts/slideLayout104.xml"/><Relationship Id="rId6" Type="http://schemas.openxmlformats.org/officeDocument/2006/relationships/slideLayout" Target="../slideLayouts/slideLayout109.xml"/><Relationship Id="rId5" Type="http://schemas.openxmlformats.org/officeDocument/2006/relationships/slideLayout" Target="../slideLayouts/slideLayout108.xml"/><Relationship Id="rId4" Type="http://schemas.openxmlformats.org/officeDocument/2006/relationships/slideLayout" Target="../slideLayouts/slideLayout107.xml"/><Relationship Id="rId9" Type="http://schemas.openxmlformats.org/officeDocument/2006/relationships/image" Target="../media/image31.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18.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10" Type="http://schemas.openxmlformats.org/officeDocument/2006/relationships/image" Target="../media/image24.png"/><Relationship Id="rId4" Type="http://schemas.openxmlformats.org/officeDocument/2006/relationships/slideLayout" Target="../slideLayouts/slideLayout114.xml"/><Relationship Id="rId9"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121.xml"/><Relationship Id="rId2" Type="http://schemas.openxmlformats.org/officeDocument/2006/relationships/slideLayout" Target="../slideLayouts/slideLayout120.xml"/><Relationship Id="rId1" Type="http://schemas.openxmlformats.org/officeDocument/2006/relationships/slideLayout" Target="../slideLayouts/slideLayout119.xml"/><Relationship Id="rId6" Type="http://schemas.openxmlformats.org/officeDocument/2006/relationships/image" Target="../media/image35.png"/><Relationship Id="rId5" Type="http://schemas.openxmlformats.org/officeDocument/2006/relationships/theme" Target="../theme/theme9.xml"/><Relationship Id="rId4" Type="http://schemas.openxmlformats.org/officeDocument/2006/relationships/slideLayout" Target="../slideLayouts/slideLayout1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537208" y="172436"/>
            <a:ext cx="8212137" cy="30777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title style</a:t>
            </a:r>
          </a:p>
        </p:txBody>
      </p:sp>
      <p:pic>
        <p:nvPicPr>
          <p:cNvPr id="7" name="Picture 6" descr="Ridge.pdf"/>
          <p:cNvPicPr>
            <a:picLocks noChangeAspect="1"/>
          </p:cNvPicPr>
          <p:nvPr/>
        </p:nvPicPr>
        <p:blipFill>
          <a:blip r:embed="rId50" cstate="email">
            <a:extLst>
              <a:ext uri="{28A0092B-C50C-407E-A947-70E740481C1C}">
                <a14:useLocalDpi xmlns:a14="http://schemas.microsoft.com/office/drawing/2010/main"/>
              </a:ext>
            </a:extLst>
          </a:blip>
          <a:stretch>
            <a:fillRect/>
          </a:stretch>
        </p:blipFill>
        <p:spPr bwMode="ltGray">
          <a:xfrm>
            <a:off x="358" y="1"/>
            <a:ext cx="1073700" cy="420913"/>
          </a:xfrm>
          <a:prstGeom prst="rect">
            <a:avLst/>
          </a:prstGeom>
        </p:spPr>
      </p:pic>
      <p:sp>
        <p:nvSpPr>
          <p:cNvPr id="5" name="Slide Number Placeholder 5"/>
          <p:cNvSpPr txBox="1">
            <a:spLocks/>
          </p:cNvSpPr>
          <p:nvPr userDrawn="1"/>
        </p:nvSpPr>
        <p:spPr bwMode="auto">
          <a:xfrm>
            <a:off x="8863729" y="4959350"/>
            <a:ext cx="115416" cy="117083"/>
          </a:xfrm>
          <a:prstGeom prst="rect">
            <a:avLst/>
          </a:prstGeom>
          <a:noFill/>
          <a:ln w="9525">
            <a:noFill/>
            <a:miter lim="800000"/>
            <a:headEnd/>
            <a:tailEnd/>
          </a:ln>
        </p:spPr>
        <p:txBody>
          <a:bodyPr wrap="none" lIns="0" tIns="0" rIns="0" bIns="0" anchor="ctr">
            <a:spAutoFit/>
          </a:bodyPr>
          <a:lstStyle/>
          <a:p>
            <a:pPr marL="0" marR="0" lvl="0" indent="0" algn="r" defTabSz="651923" rtl="0" eaLnBrk="1" fontAlgn="auto" latinLnBrk="0" hangingPunct="1">
              <a:lnSpc>
                <a:spcPct val="100000"/>
              </a:lnSpc>
              <a:spcBef>
                <a:spcPts val="0"/>
              </a:spcBef>
              <a:spcAft>
                <a:spcPts val="0"/>
              </a:spcAft>
              <a:buClrTx/>
              <a:buSzTx/>
              <a:buFontTx/>
              <a:buNone/>
              <a:tabLst/>
              <a:defRPr/>
            </a:pPr>
            <a:fld id="{CAC89EE9-4FEA-4F09-8979-C1E97E48BFBE}" type="slidenum">
              <a:rPr kumimoji="0" lang="en-US" sz="761" b="0" i="0" u="none" strike="noStrike" kern="1200" cap="none" spc="0" normalizeH="0" baseline="0" noProof="0">
                <a:ln>
                  <a:noFill/>
                </a:ln>
                <a:solidFill>
                  <a:srgbClr val="6D6E71"/>
                </a:solidFill>
                <a:effectLst/>
                <a:uLnTx/>
                <a:uFillTx/>
                <a:latin typeface="Calibri"/>
                <a:ea typeface="+mn-ea"/>
                <a:cs typeface="Calibri" panose="020F0502020204030204" pitchFamily="34" charset="0"/>
              </a:rPr>
              <a:pPr marL="0" marR="0" lvl="0" indent="0" algn="r" defTabSz="651923" rtl="0" eaLnBrk="1" fontAlgn="auto" latinLnBrk="0" hangingPunct="1">
                <a:lnSpc>
                  <a:spcPct val="100000"/>
                </a:lnSpc>
                <a:spcBef>
                  <a:spcPts val="0"/>
                </a:spcBef>
                <a:spcAft>
                  <a:spcPts val="0"/>
                </a:spcAft>
                <a:buClrTx/>
                <a:buSzTx/>
                <a:buFontTx/>
                <a:buNone/>
                <a:tabLst/>
                <a:defRPr/>
              </a:pPr>
              <a:t>‹#›</a:t>
            </a:fld>
            <a:endParaRPr kumimoji="0" lang="en-US" sz="761" b="0" i="0" u="none" strike="noStrike" kern="1200" cap="none" spc="0" normalizeH="0" baseline="0" noProof="0" dirty="0">
              <a:ln>
                <a:noFill/>
              </a:ln>
              <a:solidFill>
                <a:srgbClr val="6D6E71"/>
              </a:solidFill>
              <a:effectLst/>
              <a:uLnTx/>
              <a:uFillTx/>
              <a:latin typeface="Calibri"/>
              <a:ea typeface="+mn-ea"/>
              <a:cs typeface="Calibri" panose="020F0502020204030204" pitchFamily="34" charset="0"/>
            </a:endParaRPr>
          </a:p>
        </p:txBody>
      </p:sp>
      <p:sp>
        <p:nvSpPr>
          <p:cNvPr id="6" name="TextBox 20"/>
          <p:cNvSpPr txBox="1">
            <a:spLocks noChangeArrowheads="1"/>
          </p:cNvSpPr>
          <p:nvPr userDrawn="1"/>
        </p:nvSpPr>
        <p:spPr bwMode="gray">
          <a:xfrm>
            <a:off x="468342" y="4988588"/>
            <a:ext cx="1583767" cy="87845"/>
          </a:xfrm>
          <a:prstGeom prst="rect">
            <a:avLst/>
          </a:prstGeom>
          <a:noFill/>
          <a:ln w="9525">
            <a:noFill/>
            <a:miter lim="800000"/>
            <a:headEnd/>
            <a:tailEnd/>
          </a:ln>
        </p:spPr>
        <p:txBody>
          <a:bodyPr wrap="none" lIns="0" tIns="0" rIns="0" bIns="0">
            <a:spAutoFit/>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571" b="0" i="0" u="none" strike="noStrike" kern="1200" cap="none" spc="0" normalizeH="0" baseline="0" noProof="0" dirty="0">
                <a:ln>
                  <a:noFill/>
                </a:ln>
                <a:solidFill>
                  <a:prstClr val="black">
                    <a:lumMod val="65000"/>
                    <a:lumOff val="35000"/>
                  </a:prstClr>
                </a:solidFill>
                <a:effectLst/>
                <a:uLnTx/>
                <a:uFillTx/>
                <a:latin typeface="Calibri"/>
                <a:ea typeface="+mn-ea"/>
                <a:cs typeface="Calibri" panose="020F0502020204030204" pitchFamily="34" charset="0"/>
              </a:rPr>
              <a:t>Copyright © 2019 Tech Mahindra. All rights reserved.</a:t>
            </a:r>
          </a:p>
        </p:txBody>
      </p:sp>
    </p:spTree>
    <p:extLst>
      <p:ext uri="{BB962C8B-B14F-4D97-AF65-F5344CB8AC3E}">
        <p14:creationId xmlns:p14="http://schemas.microsoft.com/office/powerpoint/2010/main" val="1025705058"/>
      </p:ext>
    </p:extLst>
  </p:cSld>
  <p:clrMap bg1="lt1" tx1="dk1" bg2="lt2" tx2="dk2" accent1="accent1" accent2="accent2" accent3="accent3" accent4="accent4" accent5="accent5" accent6="accent6" hlink="hlink" folHlink="folHlink"/>
  <p:sldLayoutIdLst>
    <p:sldLayoutId id="2147484538" r:id="rId1"/>
    <p:sldLayoutId id="2147484580" r:id="rId2"/>
    <p:sldLayoutId id="2147484579" r:id="rId3"/>
    <p:sldLayoutId id="2147484593" r:id="rId4"/>
    <p:sldLayoutId id="2147484594" r:id="rId5"/>
    <p:sldLayoutId id="2147484620" r:id="rId6"/>
    <p:sldLayoutId id="2147484622" r:id="rId7"/>
    <p:sldLayoutId id="2147484624" r:id="rId8"/>
    <p:sldLayoutId id="2147484625" r:id="rId9"/>
    <p:sldLayoutId id="2147484699" r:id="rId10"/>
    <p:sldLayoutId id="2147484600" r:id="rId11"/>
    <p:sldLayoutId id="2147484602" r:id="rId12"/>
    <p:sldLayoutId id="2147484604" r:id="rId13"/>
    <p:sldLayoutId id="2147484605" r:id="rId14"/>
    <p:sldLayoutId id="2147484827" r:id="rId15"/>
    <p:sldLayoutId id="2147484793" r:id="rId16"/>
    <p:sldLayoutId id="2147484794" r:id="rId17"/>
    <p:sldLayoutId id="2147484795" r:id="rId18"/>
    <p:sldLayoutId id="2147484796" r:id="rId19"/>
    <p:sldLayoutId id="2147484797" r:id="rId20"/>
    <p:sldLayoutId id="2147484798" r:id="rId21"/>
    <p:sldLayoutId id="2147484799" r:id="rId22"/>
    <p:sldLayoutId id="2147484800" r:id="rId23"/>
    <p:sldLayoutId id="2147484801" r:id="rId24"/>
    <p:sldLayoutId id="2147484802" r:id="rId25"/>
    <p:sldLayoutId id="2147484803" r:id="rId26"/>
    <p:sldLayoutId id="2147484804" r:id="rId27"/>
    <p:sldLayoutId id="2147484805" r:id="rId28"/>
    <p:sldLayoutId id="2147484806" r:id="rId29"/>
    <p:sldLayoutId id="2147484807" r:id="rId30"/>
    <p:sldLayoutId id="2147484808" r:id="rId31"/>
    <p:sldLayoutId id="2147484809" r:id="rId32"/>
    <p:sldLayoutId id="2147484810" r:id="rId33"/>
    <p:sldLayoutId id="2147484811" r:id="rId34"/>
    <p:sldLayoutId id="2147484812" r:id="rId35"/>
    <p:sldLayoutId id="2147484813" r:id="rId36"/>
    <p:sldLayoutId id="2147484814" r:id="rId37"/>
    <p:sldLayoutId id="2147484815" r:id="rId38"/>
    <p:sldLayoutId id="2147484816" r:id="rId39"/>
    <p:sldLayoutId id="2147484817" r:id="rId40"/>
    <p:sldLayoutId id="2147484818" r:id="rId41"/>
    <p:sldLayoutId id="2147484819" r:id="rId42"/>
    <p:sldLayoutId id="2147484820" r:id="rId43"/>
    <p:sldLayoutId id="2147484821" r:id="rId44"/>
    <p:sldLayoutId id="2147484824" r:id="rId45"/>
    <p:sldLayoutId id="2147484826" r:id="rId46"/>
    <p:sldLayoutId id="2147485031" r:id="rId47"/>
    <p:sldLayoutId id="2147485057" r:id="rId48"/>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txStyles>
    <p:titleStyle>
      <a:lvl1pPr algn="l" rtl="0" eaLnBrk="1" fontAlgn="base" hangingPunct="1">
        <a:spcBef>
          <a:spcPct val="0"/>
        </a:spcBef>
        <a:spcAft>
          <a:spcPct val="0"/>
        </a:spcAft>
        <a:defRPr lang="en-US" sz="2000" b="1" kern="1200" dirty="0">
          <a:solidFill>
            <a:schemeClr val="tx2"/>
          </a:solidFill>
          <a:latin typeface="Century Gothic" panose="020B0502020202020204" pitchFamily="34" charset="0"/>
          <a:ea typeface="+mj-ea"/>
          <a:cs typeface="Calibri" panose="020F0502020204030204" pitchFamily="34" charset="0"/>
        </a:defRPr>
      </a:lvl1pPr>
      <a:lvl2pPr algn="l" rtl="0" eaLnBrk="1" fontAlgn="base" hangingPunct="1">
        <a:spcBef>
          <a:spcPct val="0"/>
        </a:spcBef>
        <a:spcAft>
          <a:spcPct val="0"/>
        </a:spcAft>
        <a:defRPr sz="2924" b="1">
          <a:solidFill>
            <a:schemeClr val="tx2"/>
          </a:solidFill>
          <a:latin typeface="Arial" charset="0"/>
          <a:cs typeface="Arial" charset="0"/>
        </a:defRPr>
      </a:lvl2pPr>
      <a:lvl3pPr algn="l" rtl="0" eaLnBrk="1" fontAlgn="base" hangingPunct="1">
        <a:spcBef>
          <a:spcPct val="0"/>
        </a:spcBef>
        <a:spcAft>
          <a:spcPct val="0"/>
        </a:spcAft>
        <a:defRPr sz="2924" b="1">
          <a:solidFill>
            <a:schemeClr val="tx2"/>
          </a:solidFill>
          <a:latin typeface="Arial" charset="0"/>
          <a:cs typeface="Arial" charset="0"/>
        </a:defRPr>
      </a:lvl3pPr>
      <a:lvl4pPr algn="l" rtl="0" eaLnBrk="1" fontAlgn="base" hangingPunct="1">
        <a:spcBef>
          <a:spcPct val="0"/>
        </a:spcBef>
        <a:spcAft>
          <a:spcPct val="0"/>
        </a:spcAft>
        <a:defRPr sz="2924" b="1">
          <a:solidFill>
            <a:schemeClr val="tx2"/>
          </a:solidFill>
          <a:latin typeface="Arial" charset="0"/>
          <a:cs typeface="Arial" charset="0"/>
        </a:defRPr>
      </a:lvl4pPr>
      <a:lvl5pPr algn="l" rtl="0" eaLnBrk="1" fontAlgn="base" hangingPunct="1">
        <a:spcBef>
          <a:spcPct val="0"/>
        </a:spcBef>
        <a:spcAft>
          <a:spcPct val="0"/>
        </a:spcAft>
        <a:defRPr sz="2924" b="1">
          <a:solidFill>
            <a:schemeClr val="tx2"/>
          </a:solidFill>
          <a:latin typeface="Arial" charset="0"/>
          <a:cs typeface="Arial" charset="0"/>
        </a:defRPr>
      </a:lvl5pPr>
      <a:lvl6pPr marL="410407" algn="l" rtl="0" eaLnBrk="1" fontAlgn="base" hangingPunct="1">
        <a:spcBef>
          <a:spcPct val="0"/>
        </a:spcBef>
        <a:spcAft>
          <a:spcPct val="0"/>
        </a:spcAft>
        <a:defRPr sz="2924" b="1">
          <a:solidFill>
            <a:schemeClr val="tx2"/>
          </a:solidFill>
          <a:latin typeface="Arial" charset="0"/>
          <a:cs typeface="Arial" charset="0"/>
        </a:defRPr>
      </a:lvl6pPr>
      <a:lvl7pPr marL="820811" algn="l" rtl="0" eaLnBrk="1" fontAlgn="base" hangingPunct="1">
        <a:spcBef>
          <a:spcPct val="0"/>
        </a:spcBef>
        <a:spcAft>
          <a:spcPct val="0"/>
        </a:spcAft>
        <a:defRPr sz="2924" b="1">
          <a:solidFill>
            <a:schemeClr val="tx2"/>
          </a:solidFill>
          <a:latin typeface="Arial" charset="0"/>
          <a:cs typeface="Arial" charset="0"/>
        </a:defRPr>
      </a:lvl7pPr>
      <a:lvl8pPr marL="1231220" algn="l" rtl="0" eaLnBrk="1" fontAlgn="base" hangingPunct="1">
        <a:spcBef>
          <a:spcPct val="0"/>
        </a:spcBef>
        <a:spcAft>
          <a:spcPct val="0"/>
        </a:spcAft>
        <a:defRPr sz="2924" b="1">
          <a:solidFill>
            <a:schemeClr val="tx2"/>
          </a:solidFill>
          <a:latin typeface="Arial" charset="0"/>
          <a:cs typeface="Arial" charset="0"/>
        </a:defRPr>
      </a:lvl8pPr>
      <a:lvl9pPr marL="1641624" algn="l" rtl="0" eaLnBrk="1" fontAlgn="base" hangingPunct="1">
        <a:spcBef>
          <a:spcPct val="0"/>
        </a:spcBef>
        <a:spcAft>
          <a:spcPct val="0"/>
        </a:spcAft>
        <a:defRPr sz="2924" b="1">
          <a:solidFill>
            <a:schemeClr val="tx2"/>
          </a:solidFill>
          <a:latin typeface="Arial" charset="0"/>
          <a:cs typeface="Arial" charset="0"/>
        </a:defRPr>
      </a:lvl9pPr>
    </p:titleStyle>
    <p:bodyStyle>
      <a:lvl1pPr marL="260780" indent="-260780"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Calibri" panose="020F0502020204030204" pitchFamily="34" charset="0"/>
          <a:ea typeface="+mn-ea"/>
          <a:cs typeface="Calibri" panose="020F0502020204030204" pitchFamily="34" charset="0"/>
        </a:defRPr>
      </a:lvl1pPr>
      <a:lvl2pPr marL="256510" indent="-256510"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513008" indent="-250805"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Calibri" panose="020F0502020204030204" pitchFamily="34" charset="0"/>
          <a:ea typeface="+mn-ea"/>
          <a:cs typeface="Calibri" panose="020F0502020204030204" pitchFamily="34" charset="0"/>
        </a:defRPr>
      </a:lvl3pPr>
      <a:lvl4pPr marL="763811" indent="-250805"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Calibri" panose="020F0502020204030204" pitchFamily="34" charset="0"/>
          <a:ea typeface="+mn-ea"/>
          <a:cs typeface="Calibri" panose="020F0502020204030204" pitchFamily="34" charset="0"/>
        </a:defRPr>
      </a:lvl4pPr>
      <a:lvl5pPr marL="1020317" indent="-256510" algn="l" defTabSz="837914"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Calibri" panose="020F0502020204030204" pitchFamily="34" charset="0"/>
          <a:ea typeface="+mn-ea"/>
          <a:cs typeface="Calibri" panose="020F0502020204030204" pitchFamily="34" charset="0"/>
        </a:defRPr>
      </a:lvl5pPr>
      <a:lvl6pPr marL="1231220" indent="-216604" algn="l" defTabSz="820811" rtl="0" eaLnBrk="1" latinLnBrk="0" hangingPunct="1">
        <a:spcBef>
          <a:spcPct val="20000"/>
        </a:spcBef>
        <a:buClr>
          <a:schemeClr val="bg2"/>
        </a:buClr>
        <a:buSzPct val="60000"/>
        <a:buFont typeface="Wingdings" pitchFamily="2" charset="2"/>
        <a:buChar char="§"/>
        <a:defRPr sz="1800" kern="1200">
          <a:solidFill>
            <a:schemeClr val="tx1"/>
          </a:solidFill>
          <a:latin typeface="Calibri" panose="020F0502020204030204" pitchFamily="34" charset="0"/>
          <a:ea typeface="+mn-ea"/>
          <a:cs typeface="+mn-cs"/>
        </a:defRPr>
      </a:lvl6pPr>
      <a:lvl7pPr marL="2667637" indent="-205207" algn="l" defTabSz="820811"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78047" indent="-205207" algn="l" defTabSz="820811"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88456" indent="-205207" algn="l" defTabSz="820811"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0811" rtl="0" eaLnBrk="1" latinLnBrk="0" hangingPunct="1">
        <a:defRPr sz="1575" kern="1200">
          <a:solidFill>
            <a:schemeClr val="tx1"/>
          </a:solidFill>
          <a:latin typeface="+mn-lt"/>
          <a:ea typeface="+mn-ea"/>
          <a:cs typeface="+mn-cs"/>
        </a:defRPr>
      </a:lvl1pPr>
      <a:lvl2pPr marL="410407" algn="l" defTabSz="820811" rtl="0" eaLnBrk="1" latinLnBrk="0" hangingPunct="1">
        <a:defRPr sz="1575" kern="1200">
          <a:solidFill>
            <a:schemeClr val="tx1"/>
          </a:solidFill>
          <a:latin typeface="+mn-lt"/>
          <a:ea typeface="+mn-ea"/>
          <a:cs typeface="+mn-cs"/>
        </a:defRPr>
      </a:lvl2pPr>
      <a:lvl3pPr marL="820811" algn="l" defTabSz="820811" rtl="0" eaLnBrk="1" latinLnBrk="0" hangingPunct="1">
        <a:defRPr sz="1575" kern="1200">
          <a:solidFill>
            <a:schemeClr val="tx1"/>
          </a:solidFill>
          <a:latin typeface="+mn-lt"/>
          <a:ea typeface="+mn-ea"/>
          <a:cs typeface="+mn-cs"/>
        </a:defRPr>
      </a:lvl3pPr>
      <a:lvl4pPr marL="1231220" algn="l" defTabSz="820811" rtl="0" eaLnBrk="1" latinLnBrk="0" hangingPunct="1">
        <a:defRPr sz="1575" kern="1200">
          <a:solidFill>
            <a:schemeClr val="tx1"/>
          </a:solidFill>
          <a:latin typeface="+mn-lt"/>
          <a:ea typeface="+mn-ea"/>
          <a:cs typeface="+mn-cs"/>
        </a:defRPr>
      </a:lvl4pPr>
      <a:lvl5pPr marL="1641624" algn="l" defTabSz="820811" rtl="0" eaLnBrk="1" latinLnBrk="0" hangingPunct="1">
        <a:defRPr sz="1575" kern="1200">
          <a:solidFill>
            <a:schemeClr val="tx1"/>
          </a:solidFill>
          <a:latin typeface="+mn-lt"/>
          <a:ea typeface="+mn-ea"/>
          <a:cs typeface="+mn-cs"/>
        </a:defRPr>
      </a:lvl5pPr>
      <a:lvl6pPr marL="2052031" algn="l" defTabSz="820811" rtl="0" eaLnBrk="1" latinLnBrk="0" hangingPunct="1">
        <a:defRPr sz="1575" kern="1200">
          <a:solidFill>
            <a:schemeClr val="tx1"/>
          </a:solidFill>
          <a:latin typeface="+mn-lt"/>
          <a:ea typeface="+mn-ea"/>
          <a:cs typeface="+mn-cs"/>
        </a:defRPr>
      </a:lvl6pPr>
      <a:lvl7pPr marL="2462435" algn="l" defTabSz="820811" rtl="0" eaLnBrk="1" latinLnBrk="0" hangingPunct="1">
        <a:defRPr sz="1575" kern="1200">
          <a:solidFill>
            <a:schemeClr val="tx1"/>
          </a:solidFill>
          <a:latin typeface="+mn-lt"/>
          <a:ea typeface="+mn-ea"/>
          <a:cs typeface="+mn-cs"/>
        </a:defRPr>
      </a:lvl7pPr>
      <a:lvl8pPr marL="2872844" algn="l" defTabSz="820811" rtl="0" eaLnBrk="1" latinLnBrk="0" hangingPunct="1">
        <a:defRPr sz="1575" kern="1200">
          <a:solidFill>
            <a:schemeClr val="tx1"/>
          </a:solidFill>
          <a:latin typeface="+mn-lt"/>
          <a:ea typeface="+mn-ea"/>
          <a:cs typeface="+mn-cs"/>
        </a:defRPr>
      </a:lvl8pPr>
      <a:lvl9pPr marL="3283247" algn="l" defTabSz="820811" rtl="0" eaLnBrk="1" latinLnBrk="0" hangingPunct="1">
        <a:defRPr sz="157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919870" y="189112"/>
            <a:ext cx="7763432"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title style</a:t>
            </a:r>
          </a:p>
        </p:txBody>
      </p:sp>
      <p:sp>
        <p:nvSpPr>
          <p:cNvPr id="7" name="TextBox 20"/>
          <p:cNvSpPr txBox="1">
            <a:spLocks noChangeArrowheads="1"/>
          </p:cNvSpPr>
          <p:nvPr userDrawn="1"/>
        </p:nvSpPr>
        <p:spPr bwMode="gray">
          <a:xfrm>
            <a:off x="468342" y="4988588"/>
            <a:ext cx="1583767" cy="87845"/>
          </a:xfrm>
          <a:prstGeom prst="rect">
            <a:avLst/>
          </a:prstGeom>
          <a:noFill/>
          <a:ln w="9525">
            <a:noFill/>
            <a:miter lim="800000"/>
            <a:headEnd/>
            <a:tailEnd/>
          </a:ln>
        </p:spPr>
        <p:txBody>
          <a:bodyPr wrap="none" lIns="0" tIns="0" rIns="0" bIns="0">
            <a:spAutoFit/>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571" b="0" i="0" u="none" strike="noStrike" kern="1200" cap="none" spc="0" normalizeH="0" baseline="0" noProof="0" dirty="0">
                <a:ln>
                  <a:noFill/>
                </a:ln>
                <a:solidFill>
                  <a:prstClr val="black">
                    <a:lumMod val="65000"/>
                    <a:lumOff val="35000"/>
                  </a:prstClr>
                </a:solidFill>
                <a:effectLst/>
                <a:uLnTx/>
                <a:uFillTx/>
                <a:latin typeface="Calibri"/>
                <a:ea typeface="+mn-ea"/>
                <a:cs typeface="Calibri" panose="020F0502020204030204" pitchFamily="34" charset="0"/>
              </a:rPr>
              <a:t>Copyright © 2019 Tech Mahindra. All rights reserved.</a:t>
            </a:r>
          </a:p>
        </p:txBody>
      </p:sp>
      <p:sp>
        <p:nvSpPr>
          <p:cNvPr id="9" name="Slide Number Placeholder 5"/>
          <p:cNvSpPr txBox="1">
            <a:spLocks/>
          </p:cNvSpPr>
          <p:nvPr userDrawn="1"/>
        </p:nvSpPr>
        <p:spPr bwMode="auto">
          <a:xfrm>
            <a:off x="8863729" y="4959350"/>
            <a:ext cx="115416" cy="117083"/>
          </a:xfrm>
          <a:prstGeom prst="rect">
            <a:avLst/>
          </a:prstGeom>
          <a:noFill/>
          <a:ln w="9525">
            <a:noFill/>
            <a:miter lim="800000"/>
            <a:headEnd/>
            <a:tailEnd/>
          </a:ln>
        </p:spPr>
        <p:txBody>
          <a:bodyPr wrap="none" lIns="0" tIns="0" rIns="0" bIns="0" anchor="ctr">
            <a:spAutoFit/>
          </a:bodyPr>
          <a:lstStyle/>
          <a:p>
            <a:pPr marL="0" marR="0" lvl="0" indent="0" algn="r" defTabSz="651923" rtl="0" eaLnBrk="1" fontAlgn="auto" latinLnBrk="0" hangingPunct="1">
              <a:lnSpc>
                <a:spcPct val="100000"/>
              </a:lnSpc>
              <a:spcBef>
                <a:spcPts val="0"/>
              </a:spcBef>
              <a:spcAft>
                <a:spcPts val="0"/>
              </a:spcAft>
              <a:buClrTx/>
              <a:buSzTx/>
              <a:buFontTx/>
              <a:buNone/>
              <a:tabLst/>
              <a:defRPr/>
            </a:pPr>
            <a:fld id="{CAC89EE9-4FEA-4F09-8979-C1E97E48BFBE}" type="slidenum">
              <a:rPr kumimoji="0" lang="en-US" sz="761" b="0" i="0" u="none" strike="noStrike" kern="1200" cap="none" spc="0" normalizeH="0" baseline="0" noProof="0">
                <a:ln>
                  <a:noFill/>
                </a:ln>
                <a:solidFill>
                  <a:srgbClr val="6D6E71"/>
                </a:solidFill>
                <a:effectLst/>
                <a:uLnTx/>
                <a:uFillTx/>
                <a:latin typeface="Calibri"/>
                <a:ea typeface="+mn-ea"/>
                <a:cs typeface="Calibri" panose="020F0502020204030204" pitchFamily="34" charset="0"/>
              </a:rPr>
              <a:pPr marL="0" marR="0" lvl="0" indent="0" algn="r" defTabSz="651923" rtl="0" eaLnBrk="1" fontAlgn="auto" latinLnBrk="0" hangingPunct="1">
                <a:lnSpc>
                  <a:spcPct val="100000"/>
                </a:lnSpc>
                <a:spcBef>
                  <a:spcPts val="0"/>
                </a:spcBef>
                <a:spcAft>
                  <a:spcPts val="0"/>
                </a:spcAft>
                <a:buClrTx/>
                <a:buSzTx/>
                <a:buFontTx/>
                <a:buNone/>
                <a:tabLst/>
                <a:defRPr/>
              </a:pPr>
              <a:t>‹#›</a:t>
            </a:fld>
            <a:endParaRPr kumimoji="0" lang="en-US" sz="761" b="0" i="0" u="none" strike="noStrike" kern="1200" cap="none" spc="0" normalizeH="0" baseline="0" noProof="0" dirty="0">
              <a:ln>
                <a:noFill/>
              </a:ln>
              <a:solidFill>
                <a:srgbClr val="6D6E71"/>
              </a:solidFill>
              <a:effectLst/>
              <a:uLnTx/>
              <a:uFillTx/>
              <a:latin typeface="Calibri"/>
              <a:ea typeface="+mn-ea"/>
              <a:cs typeface="Calibri" panose="020F0502020204030204" pitchFamily="34" charset="0"/>
            </a:endParaRPr>
          </a:p>
        </p:txBody>
      </p:sp>
      <p:pic>
        <p:nvPicPr>
          <p:cNvPr id="10" name="Picture 9" descr="Ridge.pdf"/>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bwMode="ltGray">
          <a:xfrm>
            <a:off x="358" y="1"/>
            <a:ext cx="1073700" cy="420913"/>
          </a:xfrm>
          <a:prstGeom prst="rect">
            <a:avLst/>
          </a:prstGeom>
        </p:spPr>
      </p:pic>
    </p:spTree>
    <p:extLst>
      <p:ext uri="{BB962C8B-B14F-4D97-AF65-F5344CB8AC3E}">
        <p14:creationId xmlns:p14="http://schemas.microsoft.com/office/powerpoint/2010/main" val="1001737043"/>
      </p:ext>
    </p:extLst>
  </p:cSld>
  <p:clrMap bg1="lt1" tx1="dk1" bg2="lt2" tx2="dk2" accent1="accent1" accent2="accent2" accent3="accent3" accent4="accent4" accent5="accent5" accent6="accent6" hlink="hlink" folHlink="folHlink"/>
  <p:sldLayoutIdLst>
    <p:sldLayoutId id="2147484752" r:id="rId1"/>
    <p:sldLayoutId id="2147484753" r:id="rId2"/>
    <p:sldLayoutId id="2147484754" r:id="rId3"/>
    <p:sldLayoutId id="2147484755" r:id="rId4"/>
    <p:sldLayoutId id="2147484756" r:id="rId5"/>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hf hdr="0" ftr="0" dt="0"/>
  <p:txStyles>
    <p:titleStyle>
      <a:lvl1pPr algn="l" rtl="0" eaLnBrk="1" fontAlgn="base" hangingPunct="1">
        <a:spcBef>
          <a:spcPct val="0"/>
        </a:spcBef>
        <a:spcAft>
          <a:spcPct val="0"/>
        </a:spcAft>
        <a:defRPr lang="en-US" sz="2325" b="0" kern="1200" dirty="0">
          <a:solidFill>
            <a:schemeClr val="tx1">
              <a:lumMod val="50000"/>
              <a:lumOff val="50000"/>
            </a:schemeClr>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2925" b="1">
          <a:solidFill>
            <a:schemeClr val="tx2"/>
          </a:solidFill>
          <a:latin typeface="Arial" charset="0"/>
          <a:cs typeface="Arial" charset="0"/>
        </a:defRPr>
      </a:lvl2pPr>
      <a:lvl3pPr algn="l" rtl="0" eaLnBrk="1" fontAlgn="base" hangingPunct="1">
        <a:spcBef>
          <a:spcPct val="0"/>
        </a:spcBef>
        <a:spcAft>
          <a:spcPct val="0"/>
        </a:spcAft>
        <a:defRPr sz="2925" b="1">
          <a:solidFill>
            <a:schemeClr val="tx2"/>
          </a:solidFill>
          <a:latin typeface="Arial" charset="0"/>
          <a:cs typeface="Arial" charset="0"/>
        </a:defRPr>
      </a:lvl3pPr>
      <a:lvl4pPr algn="l" rtl="0" eaLnBrk="1" fontAlgn="base" hangingPunct="1">
        <a:spcBef>
          <a:spcPct val="0"/>
        </a:spcBef>
        <a:spcAft>
          <a:spcPct val="0"/>
        </a:spcAft>
        <a:defRPr sz="2925" b="1">
          <a:solidFill>
            <a:schemeClr val="tx2"/>
          </a:solidFill>
          <a:latin typeface="Arial" charset="0"/>
          <a:cs typeface="Arial" charset="0"/>
        </a:defRPr>
      </a:lvl4pPr>
      <a:lvl5pPr algn="l" rtl="0" eaLnBrk="1" fontAlgn="base" hangingPunct="1">
        <a:spcBef>
          <a:spcPct val="0"/>
        </a:spcBef>
        <a:spcAft>
          <a:spcPct val="0"/>
        </a:spcAft>
        <a:defRPr sz="2925" b="1">
          <a:solidFill>
            <a:schemeClr val="tx2"/>
          </a:solidFill>
          <a:latin typeface="Arial" charset="0"/>
          <a:cs typeface="Arial" charset="0"/>
        </a:defRPr>
      </a:lvl5pPr>
      <a:lvl6pPr marL="410387" algn="l" rtl="0" eaLnBrk="1" fontAlgn="base" hangingPunct="1">
        <a:spcBef>
          <a:spcPct val="0"/>
        </a:spcBef>
        <a:spcAft>
          <a:spcPct val="0"/>
        </a:spcAft>
        <a:defRPr sz="2925" b="1">
          <a:solidFill>
            <a:schemeClr val="tx2"/>
          </a:solidFill>
          <a:latin typeface="Arial" charset="0"/>
          <a:cs typeface="Arial" charset="0"/>
        </a:defRPr>
      </a:lvl6pPr>
      <a:lvl7pPr marL="820769" algn="l" rtl="0" eaLnBrk="1" fontAlgn="base" hangingPunct="1">
        <a:spcBef>
          <a:spcPct val="0"/>
        </a:spcBef>
        <a:spcAft>
          <a:spcPct val="0"/>
        </a:spcAft>
        <a:defRPr sz="2925" b="1">
          <a:solidFill>
            <a:schemeClr val="tx2"/>
          </a:solidFill>
          <a:latin typeface="Arial" charset="0"/>
          <a:cs typeface="Arial" charset="0"/>
        </a:defRPr>
      </a:lvl7pPr>
      <a:lvl8pPr marL="1231160" algn="l" rtl="0" eaLnBrk="1" fontAlgn="base" hangingPunct="1">
        <a:spcBef>
          <a:spcPct val="0"/>
        </a:spcBef>
        <a:spcAft>
          <a:spcPct val="0"/>
        </a:spcAft>
        <a:defRPr sz="2925" b="1">
          <a:solidFill>
            <a:schemeClr val="tx2"/>
          </a:solidFill>
          <a:latin typeface="Arial" charset="0"/>
          <a:cs typeface="Arial" charset="0"/>
        </a:defRPr>
      </a:lvl8pPr>
      <a:lvl9pPr marL="1641542" algn="l" rtl="0" eaLnBrk="1" fontAlgn="base" hangingPunct="1">
        <a:spcBef>
          <a:spcPct val="0"/>
        </a:spcBef>
        <a:spcAft>
          <a:spcPct val="0"/>
        </a:spcAft>
        <a:defRPr sz="2925" b="1">
          <a:solidFill>
            <a:schemeClr val="tx2"/>
          </a:solidFill>
          <a:latin typeface="Arial" charset="0"/>
          <a:cs typeface="Arial" charset="0"/>
        </a:defRPr>
      </a:lvl9pPr>
    </p:titleStyle>
    <p:bodyStyle>
      <a:lvl1pPr marL="260768" indent="-260768"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256498" indent="-256498"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512984" indent="-250793"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763773" indent="-250793"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020266" indent="-256498" algn="l" defTabSz="837872"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231160" indent="-216593" algn="l" defTabSz="820769" rtl="0" eaLnBrk="1" latinLnBrk="0" hangingPunct="1">
        <a:spcBef>
          <a:spcPct val="20000"/>
        </a:spcBef>
        <a:buClr>
          <a:schemeClr val="bg2"/>
        </a:buClr>
        <a:buSzPct val="60000"/>
        <a:buFont typeface="Wingdings" pitchFamily="2" charset="2"/>
        <a:buChar char="§"/>
        <a:defRPr sz="1800" kern="1200">
          <a:solidFill>
            <a:schemeClr val="tx1"/>
          </a:solidFill>
          <a:latin typeface="Arial" pitchFamily="34" charset="0"/>
          <a:ea typeface="+mn-ea"/>
          <a:cs typeface="+mn-cs"/>
        </a:defRPr>
      </a:lvl6pPr>
      <a:lvl7pPr marL="2667503" indent="-205197" algn="l" defTabSz="820769"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77893" indent="-205197" algn="l" defTabSz="820769"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88282" indent="-205197" algn="l" defTabSz="820769"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0769" rtl="0" eaLnBrk="1" latinLnBrk="0" hangingPunct="1">
        <a:defRPr sz="1575" kern="1200">
          <a:solidFill>
            <a:schemeClr val="tx1"/>
          </a:solidFill>
          <a:latin typeface="+mn-lt"/>
          <a:ea typeface="+mn-ea"/>
          <a:cs typeface="+mn-cs"/>
        </a:defRPr>
      </a:lvl1pPr>
      <a:lvl2pPr marL="410387" algn="l" defTabSz="820769" rtl="0" eaLnBrk="1" latinLnBrk="0" hangingPunct="1">
        <a:defRPr sz="1575" kern="1200">
          <a:solidFill>
            <a:schemeClr val="tx1"/>
          </a:solidFill>
          <a:latin typeface="+mn-lt"/>
          <a:ea typeface="+mn-ea"/>
          <a:cs typeface="+mn-cs"/>
        </a:defRPr>
      </a:lvl2pPr>
      <a:lvl3pPr marL="820769" algn="l" defTabSz="820769" rtl="0" eaLnBrk="1" latinLnBrk="0" hangingPunct="1">
        <a:defRPr sz="1575" kern="1200">
          <a:solidFill>
            <a:schemeClr val="tx1"/>
          </a:solidFill>
          <a:latin typeface="+mn-lt"/>
          <a:ea typeface="+mn-ea"/>
          <a:cs typeface="+mn-cs"/>
        </a:defRPr>
      </a:lvl3pPr>
      <a:lvl4pPr marL="1231160" algn="l" defTabSz="820769" rtl="0" eaLnBrk="1" latinLnBrk="0" hangingPunct="1">
        <a:defRPr sz="1575" kern="1200">
          <a:solidFill>
            <a:schemeClr val="tx1"/>
          </a:solidFill>
          <a:latin typeface="+mn-lt"/>
          <a:ea typeface="+mn-ea"/>
          <a:cs typeface="+mn-cs"/>
        </a:defRPr>
      </a:lvl4pPr>
      <a:lvl5pPr marL="1641542" algn="l" defTabSz="820769" rtl="0" eaLnBrk="1" latinLnBrk="0" hangingPunct="1">
        <a:defRPr sz="1575" kern="1200">
          <a:solidFill>
            <a:schemeClr val="tx1"/>
          </a:solidFill>
          <a:latin typeface="+mn-lt"/>
          <a:ea typeface="+mn-ea"/>
          <a:cs typeface="+mn-cs"/>
        </a:defRPr>
      </a:lvl5pPr>
      <a:lvl6pPr marL="2051929" algn="l" defTabSz="820769" rtl="0" eaLnBrk="1" latinLnBrk="0" hangingPunct="1">
        <a:defRPr sz="1575" kern="1200">
          <a:solidFill>
            <a:schemeClr val="tx1"/>
          </a:solidFill>
          <a:latin typeface="+mn-lt"/>
          <a:ea typeface="+mn-ea"/>
          <a:cs typeface="+mn-cs"/>
        </a:defRPr>
      </a:lvl6pPr>
      <a:lvl7pPr marL="2462312" algn="l" defTabSz="820769" rtl="0" eaLnBrk="1" latinLnBrk="0" hangingPunct="1">
        <a:defRPr sz="1575" kern="1200">
          <a:solidFill>
            <a:schemeClr val="tx1"/>
          </a:solidFill>
          <a:latin typeface="+mn-lt"/>
          <a:ea typeface="+mn-ea"/>
          <a:cs typeface="+mn-cs"/>
        </a:defRPr>
      </a:lvl7pPr>
      <a:lvl8pPr marL="2872700" algn="l" defTabSz="820769" rtl="0" eaLnBrk="1" latinLnBrk="0" hangingPunct="1">
        <a:defRPr sz="1575" kern="1200">
          <a:solidFill>
            <a:schemeClr val="tx1"/>
          </a:solidFill>
          <a:latin typeface="+mn-lt"/>
          <a:ea typeface="+mn-ea"/>
          <a:cs typeface="+mn-cs"/>
        </a:defRPr>
      </a:lvl8pPr>
      <a:lvl9pPr marL="3283083" algn="l" defTabSz="820769" rtl="0" eaLnBrk="1" latinLnBrk="0" hangingPunct="1">
        <a:defRPr sz="157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Slide Number Placeholder 5"/>
          <p:cNvSpPr txBox="1">
            <a:spLocks/>
          </p:cNvSpPr>
          <p:nvPr userDrawn="1"/>
        </p:nvSpPr>
        <p:spPr bwMode="auto">
          <a:xfrm>
            <a:off x="8863729" y="4959350"/>
            <a:ext cx="115416" cy="117083"/>
          </a:xfrm>
          <a:prstGeom prst="rect">
            <a:avLst/>
          </a:prstGeom>
          <a:noFill/>
          <a:ln w="9525">
            <a:noFill/>
            <a:miter lim="800000"/>
            <a:headEnd/>
            <a:tailEnd/>
          </a:ln>
        </p:spPr>
        <p:txBody>
          <a:bodyPr wrap="none" lIns="0" tIns="0" rIns="0" bIns="0" anchor="ctr">
            <a:spAutoFit/>
          </a:bodyPr>
          <a:lstStyle/>
          <a:p>
            <a:pPr marL="0" marR="0" lvl="0" indent="0" algn="r" defTabSz="651923" rtl="0" eaLnBrk="1" fontAlgn="auto" latinLnBrk="0" hangingPunct="1">
              <a:lnSpc>
                <a:spcPct val="100000"/>
              </a:lnSpc>
              <a:spcBef>
                <a:spcPts val="0"/>
              </a:spcBef>
              <a:spcAft>
                <a:spcPts val="0"/>
              </a:spcAft>
              <a:buClrTx/>
              <a:buSzTx/>
              <a:buFontTx/>
              <a:buNone/>
              <a:tabLst/>
              <a:defRPr/>
            </a:pPr>
            <a:fld id="{CAC89EE9-4FEA-4F09-8979-C1E97E48BFBE}" type="slidenum">
              <a:rPr kumimoji="0" lang="en-US" sz="761" b="0" i="0" u="none" strike="noStrike" kern="1200" cap="none" spc="0" normalizeH="0" baseline="0" noProof="0">
                <a:ln>
                  <a:noFill/>
                </a:ln>
                <a:solidFill>
                  <a:srgbClr val="6D6E71"/>
                </a:solidFill>
                <a:effectLst/>
                <a:uLnTx/>
                <a:uFillTx/>
                <a:latin typeface="Calibri"/>
                <a:ea typeface="+mn-ea"/>
                <a:cs typeface="Calibri" panose="020F0502020204030204" pitchFamily="34" charset="0"/>
              </a:rPr>
              <a:pPr marL="0" marR="0" lvl="0" indent="0" algn="r" defTabSz="651923" rtl="0" eaLnBrk="1" fontAlgn="auto" latinLnBrk="0" hangingPunct="1">
                <a:lnSpc>
                  <a:spcPct val="100000"/>
                </a:lnSpc>
                <a:spcBef>
                  <a:spcPts val="0"/>
                </a:spcBef>
                <a:spcAft>
                  <a:spcPts val="0"/>
                </a:spcAft>
                <a:buClrTx/>
                <a:buSzTx/>
                <a:buFontTx/>
                <a:buNone/>
                <a:tabLst/>
                <a:defRPr/>
              </a:pPr>
              <a:t>‹#›</a:t>
            </a:fld>
            <a:endParaRPr kumimoji="0" lang="en-US" sz="761" b="0" i="0" u="none" strike="noStrike" kern="1200" cap="none" spc="0" normalizeH="0" baseline="0" noProof="0" dirty="0">
              <a:ln>
                <a:noFill/>
              </a:ln>
              <a:solidFill>
                <a:srgbClr val="6D6E71"/>
              </a:solidFill>
              <a:effectLst/>
              <a:uLnTx/>
              <a:uFillTx/>
              <a:latin typeface="Calibri"/>
              <a:ea typeface="+mn-ea"/>
              <a:cs typeface="Calibri" panose="020F0502020204030204" pitchFamily="34" charset="0"/>
            </a:endParaRPr>
          </a:p>
        </p:txBody>
      </p:sp>
      <p:sp>
        <p:nvSpPr>
          <p:cNvPr id="6" name="TextBox 20"/>
          <p:cNvSpPr txBox="1">
            <a:spLocks noChangeArrowheads="1"/>
          </p:cNvSpPr>
          <p:nvPr userDrawn="1"/>
        </p:nvSpPr>
        <p:spPr bwMode="gray">
          <a:xfrm>
            <a:off x="481135" y="4972053"/>
            <a:ext cx="1583767" cy="87845"/>
          </a:xfrm>
          <a:prstGeom prst="rect">
            <a:avLst/>
          </a:prstGeom>
          <a:noFill/>
          <a:ln w="9525">
            <a:noFill/>
            <a:miter lim="800000"/>
            <a:headEnd/>
            <a:tailEnd/>
          </a:ln>
        </p:spPr>
        <p:txBody>
          <a:bodyPr wrap="none" lIns="0" tIns="0" rIns="0" bIns="0">
            <a:spAutoFit/>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571" b="0" i="0" u="none" strike="noStrike" kern="1200" cap="none" spc="0" normalizeH="0" baseline="0" noProof="0" dirty="0">
                <a:ln>
                  <a:noFill/>
                </a:ln>
                <a:solidFill>
                  <a:prstClr val="black">
                    <a:lumMod val="65000"/>
                    <a:lumOff val="35000"/>
                  </a:prstClr>
                </a:solidFill>
                <a:effectLst/>
                <a:uLnTx/>
                <a:uFillTx/>
                <a:latin typeface="Calibri"/>
                <a:ea typeface="+mn-ea"/>
                <a:cs typeface="Calibri" panose="020F0502020204030204" pitchFamily="34" charset="0"/>
              </a:rPr>
              <a:t>Copyright © 2019 Tech Mahindra. All rights reserved.</a:t>
            </a:r>
          </a:p>
        </p:txBody>
      </p:sp>
      <p:pic>
        <p:nvPicPr>
          <p:cNvPr id="9" name="Picture 8" descr="Ridge.pdf"/>
          <p:cNvPicPr>
            <a:picLocks noChangeAspect="1"/>
          </p:cNvPicPr>
          <p:nvPr userDrawn="1"/>
        </p:nvPicPr>
        <p:blipFill>
          <a:blip r:embed="rId15" cstate="email">
            <a:extLst>
              <a:ext uri="{28A0092B-C50C-407E-A947-70E740481C1C}">
                <a14:useLocalDpi xmlns:a14="http://schemas.microsoft.com/office/drawing/2010/main"/>
              </a:ext>
            </a:extLst>
          </a:blip>
          <a:stretch>
            <a:fillRect/>
          </a:stretch>
        </p:blipFill>
        <p:spPr bwMode="ltGray">
          <a:xfrm>
            <a:off x="358" y="1"/>
            <a:ext cx="1073700" cy="420913"/>
          </a:xfrm>
          <a:prstGeom prst="rect">
            <a:avLst/>
          </a:prstGeom>
        </p:spPr>
      </p:pic>
    </p:spTree>
    <p:extLst>
      <p:ext uri="{BB962C8B-B14F-4D97-AF65-F5344CB8AC3E}">
        <p14:creationId xmlns:p14="http://schemas.microsoft.com/office/powerpoint/2010/main" val="4168602532"/>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9" r:id="rId10"/>
    <p:sldLayoutId id="2147484850" r:id="rId11"/>
    <p:sldLayoutId id="2147484851" r:id="rId12"/>
    <p:sldLayoutId id="2147484852" r:id="rId13"/>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txStyles>
    <p:titleStyle>
      <a:lvl1pPr algn="l" rtl="0" eaLnBrk="1" fontAlgn="base" hangingPunct="1">
        <a:spcBef>
          <a:spcPct val="0"/>
        </a:spcBef>
        <a:spcAft>
          <a:spcPct val="0"/>
        </a:spcAft>
        <a:defRPr lang="en-US" sz="2400" b="1" kern="1200" dirty="0">
          <a:solidFill>
            <a:schemeClr val="tx2"/>
          </a:solidFill>
          <a:latin typeface="Calibri" panose="020F0502020204030204" pitchFamily="34" charset="0"/>
          <a:ea typeface="+mj-ea"/>
          <a:cs typeface="Calibri" panose="020F0502020204030204" pitchFamily="34" charset="0"/>
        </a:defRPr>
      </a:lvl1pPr>
      <a:lvl2pPr algn="l" rtl="0" eaLnBrk="1" fontAlgn="base" hangingPunct="1">
        <a:spcBef>
          <a:spcPct val="0"/>
        </a:spcBef>
        <a:spcAft>
          <a:spcPct val="0"/>
        </a:spcAft>
        <a:defRPr sz="2924" b="1">
          <a:solidFill>
            <a:schemeClr val="tx2"/>
          </a:solidFill>
          <a:latin typeface="Arial" charset="0"/>
          <a:cs typeface="Arial" charset="0"/>
        </a:defRPr>
      </a:lvl2pPr>
      <a:lvl3pPr algn="l" rtl="0" eaLnBrk="1" fontAlgn="base" hangingPunct="1">
        <a:spcBef>
          <a:spcPct val="0"/>
        </a:spcBef>
        <a:spcAft>
          <a:spcPct val="0"/>
        </a:spcAft>
        <a:defRPr sz="2924" b="1">
          <a:solidFill>
            <a:schemeClr val="tx2"/>
          </a:solidFill>
          <a:latin typeface="Arial" charset="0"/>
          <a:cs typeface="Arial" charset="0"/>
        </a:defRPr>
      </a:lvl3pPr>
      <a:lvl4pPr algn="l" rtl="0" eaLnBrk="1" fontAlgn="base" hangingPunct="1">
        <a:spcBef>
          <a:spcPct val="0"/>
        </a:spcBef>
        <a:spcAft>
          <a:spcPct val="0"/>
        </a:spcAft>
        <a:defRPr sz="2924" b="1">
          <a:solidFill>
            <a:schemeClr val="tx2"/>
          </a:solidFill>
          <a:latin typeface="Arial" charset="0"/>
          <a:cs typeface="Arial" charset="0"/>
        </a:defRPr>
      </a:lvl4pPr>
      <a:lvl5pPr algn="l" rtl="0" eaLnBrk="1" fontAlgn="base" hangingPunct="1">
        <a:spcBef>
          <a:spcPct val="0"/>
        </a:spcBef>
        <a:spcAft>
          <a:spcPct val="0"/>
        </a:spcAft>
        <a:defRPr sz="2924" b="1">
          <a:solidFill>
            <a:schemeClr val="tx2"/>
          </a:solidFill>
          <a:latin typeface="Arial" charset="0"/>
          <a:cs typeface="Arial" charset="0"/>
        </a:defRPr>
      </a:lvl5pPr>
      <a:lvl6pPr marL="410407" algn="l" rtl="0" eaLnBrk="1" fontAlgn="base" hangingPunct="1">
        <a:spcBef>
          <a:spcPct val="0"/>
        </a:spcBef>
        <a:spcAft>
          <a:spcPct val="0"/>
        </a:spcAft>
        <a:defRPr sz="2924" b="1">
          <a:solidFill>
            <a:schemeClr val="tx2"/>
          </a:solidFill>
          <a:latin typeface="Arial" charset="0"/>
          <a:cs typeface="Arial" charset="0"/>
        </a:defRPr>
      </a:lvl6pPr>
      <a:lvl7pPr marL="820811" algn="l" rtl="0" eaLnBrk="1" fontAlgn="base" hangingPunct="1">
        <a:spcBef>
          <a:spcPct val="0"/>
        </a:spcBef>
        <a:spcAft>
          <a:spcPct val="0"/>
        </a:spcAft>
        <a:defRPr sz="2924" b="1">
          <a:solidFill>
            <a:schemeClr val="tx2"/>
          </a:solidFill>
          <a:latin typeface="Arial" charset="0"/>
          <a:cs typeface="Arial" charset="0"/>
        </a:defRPr>
      </a:lvl7pPr>
      <a:lvl8pPr marL="1231220" algn="l" rtl="0" eaLnBrk="1" fontAlgn="base" hangingPunct="1">
        <a:spcBef>
          <a:spcPct val="0"/>
        </a:spcBef>
        <a:spcAft>
          <a:spcPct val="0"/>
        </a:spcAft>
        <a:defRPr sz="2924" b="1">
          <a:solidFill>
            <a:schemeClr val="tx2"/>
          </a:solidFill>
          <a:latin typeface="Arial" charset="0"/>
          <a:cs typeface="Arial" charset="0"/>
        </a:defRPr>
      </a:lvl8pPr>
      <a:lvl9pPr marL="1641624" algn="l" rtl="0" eaLnBrk="1" fontAlgn="base" hangingPunct="1">
        <a:spcBef>
          <a:spcPct val="0"/>
        </a:spcBef>
        <a:spcAft>
          <a:spcPct val="0"/>
        </a:spcAft>
        <a:defRPr sz="2924" b="1">
          <a:solidFill>
            <a:schemeClr val="tx2"/>
          </a:solidFill>
          <a:latin typeface="Arial" charset="0"/>
          <a:cs typeface="Arial" charset="0"/>
        </a:defRPr>
      </a:lvl9pPr>
    </p:titleStyle>
    <p:bodyStyle>
      <a:lvl1pPr marL="260780" indent="-260780"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Calibri" panose="020F0502020204030204" pitchFamily="34" charset="0"/>
          <a:ea typeface="+mn-ea"/>
          <a:cs typeface="Calibri" panose="020F0502020204030204" pitchFamily="34" charset="0"/>
        </a:defRPr>
      </a:lvl1pPr>
      <a:lvl2pPr marL="256510" indent="-256510"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513008" indent="-250805"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Calibri" panose="020F0502020204030204" pitchFamily="34" charset="0"/>
          <a:ea typeface="+mn-ea"/>
          <a:cs typeface="Calibri" panose="020F0502020204030204" pitchFamily="34" charset="0"/>
        </a:defRPr>
      </a:lvl3pPr>
      <a:lvl4pPr marL="763811" indent="-250805"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Calibri" panose="020F0502020204030204" pitchFamily="34" charset="0"/>
          <a:ea typeface="+mn-ea"/>
          <a:cs typeface="Calibri" panose="020F0502020204030204" pitchFamily="34" charset="0"/>
        </a:defRPr>
      </a:lvl4pPr>
      <a:lvl5pPr marL="1020317" indent="-256510" algn="l" defTabSz="837914"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Calibri" panose="020F0502020204030204" pitchFamily="34" charset="0"/>
          <a:ea typeface="+mn-ea"/>
          <a:cs typeface="Calibri" panose="020F0502020204030204" pitchFamily="34" charset="0"/>
        </a:defRPr>
      </a:lvl5pPr>
      <a:lvl6pPr marL="1231220" indent="-216604" algn="l" defTabSz="820811" rtl="0" eaLnBrk="1" latinLnBrk="0" hangingPunct="1">
        <a:spcBef>
          <a:spcPct val="20000"/>
        </a:spcBef>
        <a:buClr>
          <a:schemeClr val="bg2"/>
        </a:buClr>
        <a:buSzPct val="60000"/>
        <a:buFont typeface="Wingdings" pitchFamily="2" charset="2"/>
        <a:buChar char="§"/>
        <a:defRPr sz="1800" kern="1200">
          <a:solidFill>
            <a:schemeClr val="tx1"/>
          </a:solidFill>
          <a:latin typeface="Calibri" panose="020F0502020204030204" pitchFamily="34" charset="0"/>
          <a:ea typeface="+mn-ea"/>
          <a:cs typeface="+mn-cs"/>
        </a:defRPr>
      </a:lvl6pPr>
      <a:lvl7pPr marL="2667637" indent="-205207" algn="l" defTabSz="820811"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78047" indent="-205207" algn="l" defTabSz="820811"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88456" indent="-205207" algn="l" defTabSz="820811"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0811" rtl="0" eaLnBrk="1" latinLnBrk="0" hangingPunct="1">
        <a:defRPr sz="1575" kern="1200">
          <a:solidFill>
            <a:schemeClr val="tx1"/>
          </a:solidFill>
          <a:latin typeface="+mn-lt"/>
          <a:ea typeface="+mn-ea"/>
          <a:cs typeface="+mn-cs"/>
        </a:defRPr>
      </a:lvl1pPr>
      <a:lvl2pPr marL="410407" algn="l" defTabSz="820811" rtl="0" eaLnBrk="1" latinLnBrk="0" hangingPunct="1">
        <a:defRPr sz="1575" kern="1200">
          <a:solidFill>
            <a:schemeClr val="tx1"/>
          </a:solidFill>
          <a:latin typeface="+mn-lt"/>
          <a:ea typeface="+mn-ea"/>
          <a:cs typeface="+mn-cs"/>
        </a:defRPr>
      </a:lvl2pPr>
      <a:lvl3pPr marL="820811" algn="l" defTabSz="820811" rtl="0" eaLnBrk="1" latinLnBrk="0" hangingPunct="1">
        <a:defRPr sz="1575" kern="1200">
          <a:solidFill>
            <a:schemeClr val="tx1"/>
          </a:solidFill>
          <a:latin typeface="+mn-lt"/>
          <a:ea typeface="+mn-ea"/>
          <a:cs typeface="+mn-cs"/>
        </a:defRPr>
      </a:lvl3pPr>
      <a:lvl4pPr marL="1231220" algn="l" defTabSz="820811" rtl="0" eaLnBrk="1" latinLnBrk="0" hangingPunct="1">
        <a:defRPr sz="1575" kern="1200">
          <a:solidFill>
            <a:schemeClr val="tx1"/>
          </a:solidFill>
          <a:latin typeface="+mn-lt"/>
          <a:ea typeface="+mn-ea"/>
          <a:cs typeface="+mn-cs"/>
        </a:defRPr>
      </a:lvl4pPr>
      <a:lvl5pPr marL="1641624" algn="l" defTabSz="820811" rtl="0" eaLnBrk="1" latinLnBrk="0" hangingPunct="1">
        <a:defRPr sz="1575" kern="1200">
          <a:solidFill>
            <a:schemeClr val="tx1"/>
          </a:solidFill>
          <a:latin typeface="+mn-lt"/>
          <a:ea typeface="+mn-ea"/>
          <a:cs typeface="+mn-cs"/>
        </a:defRPr>
      </a:lvl5pPr>
      <a:lvl6pPr marL="2052031" algn="l" defTabSz="820811" rtl="0" eaLnBrk="1" latinLnBrk="0" hangingPunct="1">
        <a:defRPr sz="1575" kern="1200">
          <a:solidFill>
            <a:schemeClr val="tx1"/>
          </a:solidFill>
          <a:latin typeface="+mn-lt"/>
          <a:ea typeface="+mn-ea"/>
          <a:cs typeface="+mn-cs"/>
        </a:defRPr>
      </a:lvl6pPr>
      <a:lvl7pPr marL="2462435" algn="l" defTabSz="820811" rtl="0" eaLnBrk="1" latinLnBrk="0" hangingPunct="1">
        <a:defRPr sz="1575" kern="1200">
          <a:solidFill>
            <a:schemeClr val="tx1"/>
          </a:solidFill>
          <a:latin typeface="+mn-lt"/>
          <a:ea typeface="+mn-ea"/>
          <a:cs typeface="+mn-cs"/>
        </a:defRPr>
      </a:lvl7pPr>
      <a:lvl8pPr marL="2872844" algn="l" defTabSz="820811" rtl="0" eaLnBrk="1" latinLnBrk="0" hangingPunct="1">
        <a:defRPr sz="1575" kern="1200">
          <a:solidFill>
            <a:schemeClr val="tx1"/>
          </a:solidFill>
          <a:latin typeface="+mn-lt"/>
          <a:ea typeface="+mn-ea"/>
          <a:cs typeface="+mn-cs"/>
        </a:defRPr>
      </a:lvl8pPr>
      <a:lvl9pPr marL="3283247" algn="l" defTabSz="820811" rtl="0" eaLnBrk="1" latinLnBrk="0" hangingPunct="1">
        <a:defRPr sz="157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68342" y="533421"/>
            <a:ext cx="8212137"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title style</a:t>
            </a:r>
          </a:p>
        </p:txBody>
      </p:sp>
      <p:pic>
        <p:nvPicPr>
          <p:cNvPr id="7" name="Picture 6" descr="Ridge.pdf"/>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bwMode="ltGray">
          <a:xfrm>
            <a:off x="357" y="1"/>
            <a:ext cx="2014903" cy="714375"/>
          </a:xfrm>
          <a:prstGeom prst="rect">
            <a:avLst/>
          </a:prstGeom>
        </p:spPr>
      </p:pic>
      <p:sp>
        <p:nvSpPr>
          <p:cNvPr id="5" name="Slide Number Placeholder 5"/>
          <p:cNvSpPr txBox="1">
            <a:spLocks/>
          </p:cNvSpPr>
          <p:nvPr userDrawn="1"/>
        </p:nvSpPr>
        <p:spPr bwMode="auto">
          <a:xfrm>
            <a:off x="8863729" y="4959350"/>
            <a:ext cx="115416" cy="117083"/>
          </a:xfrm>
          <a:prstGeom prst="rect">
            <a:avLst/>
          </a:prstGeom>
          <a:noFill/>
          <a:ln w="9525">
            <a:noFill/>
            <a:miter lim="800000"/>
            <a:headEnd/>
            <a:tailEnd/>
          </a:ln>
        </p:spPr>
        <p:txBody>
          <a:bodyPr wrap="none" lIns="0" tIns="0" rIns="0" bIns="0" anchor="ctr">
            <a:spAutoFit/>
          </a:bodyPr>
          <a:lstStyle/>
          <a:p>
            <a:pPr marL="0" marR="0" lvl="0" indent="0" algn="r" defTabSz="651923" rtl="0" eaLnBrk="1" fontAlgn="auto" latinLnBrk="0" hangingPunct="1">
              <a:lnSpc>
                <a:spcPct val="100000"/>
              </a:lnSpc>
              <a:spcBef>
                <a:spcPts val="0"/>
              </a:spcBef>
              <a:spcAft>
                <a:spcPts val="0"/>
              </a:spcAft>
              <a:buClrTx/>
              <a:buSzTx/>
              <a:buFontTx/>
              <a:buNone/>
              <a:tabLst/>
              <a:defRPr/>
            </a:pPr>
            <a:fld id="{CAC89EE9-4FEA-4F09-8979-C1E97E48BFBE}" type="slidenum">
              <a:rPr kumimoji="0" lang="en-US" sz="761" b="0" i="0" u="none" strike="noStrike" kern="1200" cap="none" spc="0" normalizeH="0" baseline="0" noProof="0">
                <a:ln>
                  <a:noFill/>
                </a:ln>
                <a:solidFill>
                  <a:srgbClr val="6D6E71"/>
                </a:solidFill>
                <a:effectLst/>
                <a:uLnTx/>
                <a:uFillTx/>
                <a:latin typeface="Calibri"/>
                <a:ea typeface="+mn-ea"/>
                <a:cs typeface="Calibri" panose="020F0502020204030204" pitchFamily="34" charset="0"/>
              </a:rPr>
              <a:pPr marL="0" marR="0" lvl="0" indent="0" algn="r" defTabSz="651923" rtl="0" eaLnBrk="1" fontAlgn="auto" latinLnBrk="0" hangingPunct="1">
                <a:lnSpc>
                  <a:spcPct val="100000"/>
                </a:lnSpc>
                <a:spcBef>
                  <a:spcPts val="0"/>
                </a:spcBef>
                <a:spcAft>
                  <a:spcPts val="0"/>
                </a:spcAft>
                <a:buClrTx/>
                <a:buSzTx/>
                <a:buFontTx/>
                <a:buNone/>
                <a:tabLst/>
                <a:defRPr/>
              </a:pPr>
              <a:t>‹#›</a:t>
            </a:fld>
            <a:endParaRPr kumimoji="0" lang="en-US" sz="761" b="0" i="0" u="none" strike="noStrike" kern="1200" cap="none" spc="0" normalizeH="0" baseline="0" noProof="0" dirty="0">
              <a:ln>
                <a:noFill/>
              </a:ln>
              <a:solidFill>
                <a:srgbClr val="6D6E71"/>
              </a:solidFill>
              <a:effectLst/>
              <a:uLnTx/>
              <a:uFillTx/>
              <a:latin typeface="Calibri"/>
              <a:ea typeface="+mn-ea"/>
              <a:cs typeface="Calibri" panose="020F0502020204030204" pitchFamily="34" charset="0"/>
            </a:endParaRPr>
          </a:p>
        </p:txBody>
      </p:sp>
      <p:sp>
        <p:nvSpPr>
          <p:cNvPr id="6" name="TextBox 20"/>
          <p:cNvSpPr txBox="1">
            <a:spLocks noChangeArrowheads="1"/>
          </p:cNvSpPr>
          <p:nvPr userDrawn="1"/>
        </p:nvSpPr>
        <p:spPr bwMode="gray">
          <a:xfrm>
            <a:off x="481135" y="4972053"/>
            <a:ext cx="1583767" cy="87845"/>
          </a:xfrm>
          <a:prstGeom prst="rect">
            <a:avLst/>
          </a:prstGeom>
          <a:noFill/>
          <a:ln w="9525">
            <a:noFill/>
            <a:miter lim="800000"/>
            <a:headEnd/>
            <a:tailEnd/>
          </a:ln>
        </p:spPr>
        <p:txBody>
          <a:bodyPr wrap="none" lIns="0" tIns="0" rIns="0" bIns="0">
            <a:spAutoFit/>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571" b="0" i="0" u="none" strike="noStrike" kern="1200" cap="none" spc="0" normalizeH="0" baseline="0" noProof="0" dirty="0">
                <a:ln>
                  <a:noFill/>
                </a:ln>
                <a:solidFill>
                  <a:prstClr val="black">
                    <a:lumMod val="65000"/>
                    <a:lumOff val="35000"/>
                  </a:prstClr>
                </a:solidFill>
                <a:effectLst/>
                <a:uLnTx/>
                <a:uFillTx/>
                <a:latin typeface="Calibri"/>
                <a:ea typeface="+mn-ea"/>
                <a:cs typeface="Calibri" panose="020F0502020204030204" pitchFamily="34" charset="0"/>
              </a:rPr>
              <a:t>Copyright © 2019 Tech Mahindra. All rights reserved.</a:t>
            </a:r>
          </a:p>
        </p:txBody>
      </p:sp>
    </p:spTree>
    <p:extLst>
      <p:ext uri="{BB962C8B-B14F-4D97-AF65-F5344CB8AC3E}">
        <p14:creationId xmlns:p14="http://schemas.microsoft.com/office/powerpoint/2010/main" val="1369261756"/>
      </p:ext>
    </p:extLst>
  </p:cSld>
  <p:clrMap bg1="lt1" tx1="dk1" bg2="lt2" tx2="dk2" accent1="accent1" accent2="accent2" accent3="accent3" accent4="accent4" accent5="accent5" accent6="accent6" hlink="hlink" folHlink="folHlink"/>
  <p:sldLayoutIdLst>
    <p:sldLayoutId id="2147484901" r:id="rId1"/>
    <p:sldLayoutId id="2147484902" r:id="rId2"/>
    <p:sldLayoutId id="2147484905" r:id="rId3"/>
    <p:sldLayoutId id="2147484906" r:id="rId4"/>
    <p:sldLayoutId id="2147484907" r:id="rId5"/>
    <p:sldLayoutId id="2147484908" r:id="rId6"/>
    <p:sldLayoutId id="2147484909" r:id="rId7"/>
    <p:sldLayoutId id="2147484911" r:id="rId8"/>
    <p:sldLayoutId id="2147484912" r:id="rId9"/>
    <p:sldLayoutId id="2147484913" r:id="rId10"/>
    <p:sldLayoutId id="2147484914" r:id="rId11"/>
    <p:sldLayoutId id="2147484915" r:id="rId12"/>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txStyles>
    <p:titleStyle>
      <a:lvl1pPr algn="l" rtl="0" eaLnBrk="1" fontAlgn="base" hangingPunct="1">
        <a:spcBef>
          <a:spcPct val="0"/>
        </a:spcBef>
        <a:spcAft>
          <a:spcPct val="0"/>
        </a:spcAft>
        <a:defRPr lang="en-US" sz="2400" b="1" kern="1200" dirty="0">
          <a:solidFill>
            <a:schemeClr val="tx2"/>
          </a:solidFill>
          <a:latin typeface="Calibri" panose="020F0502020204030204" pitchFamily="34" charset="0"/>
          <a:ea typeface="+mj-ea"/>
          <a:cs typeface="Calibri" panose="020F0502020204030204" pitchFamily="34" charset="0"/>
        </a:defRPr>
      </a:lvl1pPr>
      <a:lvl2pPr algn="l" rtl="0" eaLnBrk="1" fontAlgn="base" hangingPunct="1">
        <a:spcBef>
          <a:spcPct val="0"/>
        </a:spcBef>
        <a:spcAft>
          <a:spcPct val="0"/>
        </a:spcAft>
        <a:defRPr sz="2924" b="1">
          <a:solidFill>
            <a:schemeClr val="tx2"/>
          </a:solidFill>
          <a:latin typeface="Arial" charset="0"/>
          <a:cs typeface="Arial" charset="0"/>
        </a:defRPr>
      </a:lvl2pPr>
      <a:lvl3pPr algn="l" rtl="0" eaLnBrk="1" fontAlgn="base" hangingPunct="1">
        <a:spcBef>
          <a:spcPct val="0"/>
        </a:spcBef>
        <a:spcAft>
          <a:spcPct val="0"/>
        </a:spcAft>
        <a:defRPr sz="2924" b="1">
          <a:solidFill>
            <a:schemeClr val="tx2"/>
          </a:solidFill>
          <a:latin typeface="Arial" charset="0"/>
          <a:cs typeface="Arial" charset="0"/>
        </a:defRPr>
      </a:lvl3pPr>
      <a:lvl4pPr algn="l" rtl="0" eaLnBrk="1" fontAlgn="base" hangingPunct="1">
        <a:spcBef>
          <a:spcPct val="0"/>
        </a:spcBef>
        <a:spcAft>
          <a:spcPct val="0"/>
        </a:spcAft>
        <a:defRPr sz="2924" b="1">
          <a:solidFill>
            <a:schemeClr val="tx2"/>
          </a:solidFill>
          <a:latin typeface="Arial" charset="0"/>
          <a:cs typeface="Arial" charset="0"/>
        </a:defRPr>
      </a:lvl4pPr>
      <a:lvl5pPr algn="l" rtl="0" eaLnBrk="1" fontAlgn="base" hangingPunct="1">
        <a:spcBef>
          <a:spcPct val="0"/>
        </a:spcBef>
        <a:spcAft>
          <a:spcPct val="0"/>
        </a:spcAft>
        <a:defRPr sz="2924" b="1">
          <a:solidFill>
            <a:schemeClr val="tx2"/>
          </a:solidFill>
          <a:latin typeface="Arial" charset="0"/>
          <a:cs typeface="Arial" charset="0"/>
        </a:defRPr>
      </a:lvl5pPr>
      <a:lvl6pPr marL="410407" algn="l" rtl="0" eaLnBrk="1" fontAlgn="base" hangingPunct="1">
        <a:spcBef>
          <a:spcPct val="0"/>
        </a:spcBef>
        <a:spcAft>
          <a:spcPct val="0"/>
        </a:spcAft>
        <a:defRPr sz="2924" b="1">
          <a:solidFill>
            <a:schemeClr val="tx2"/>
          </a:solidFill>
          <a:latin typeface="Arial" charset="0"/>
          <a:cs typeface="Arial" charset="0"/>
        </a:defRPr>
      </a:lvl6pPr>
      <a:lvl7pPr marL="820811" algn="l" rtl="0" eaLnBrk="1" fontAlgn="base" hangingPunct="1">
        <a:spcBef>
          <a:spcPct val="0"/>
        </a:spcBef>
        <a:spcAft>
          <a:spcPct val="0"/>
        </a:spcAft>
        <a:defRPr sz="2924" b="1">
          <a:solidFill>
            <a:schemeClr val="tx2"/>
          </a:solidFill>
          <a:latin typeface="Arial" charset="0"/>
          <a:cs typeface="Arial" charset="0"/>
        </a:defRPr>
      </a:lvl7pPr>
      <a:lvl8pPr marL="1231220" algn="l" rtl="0" eaLnBrk="1" fontAlgn="base" hangingPunct="1">
        <a:spcBef>
          <a:spcPct val="0"/>
        </a:spcBef>
        <a:spcAft>
          <a:spcPct val="0"/>
        </a:spcAft>
        <a:defRPr sz="2924" b="1">
          <a:solidFill>
            <a:schemeClr val="tx2"/>
          </a:solidFill>
          <a:latin typeface="Arial" charset="0"/>
          <a:cs typeface="Arial" charset="0"/>
        </a:defRPr>
      </a:lvl8pPr>
      <a:lvl9pPr marL="1641624" algn="l" rtl="0" eaLnBrk="1" fontAlgn="base" hangingPunct="1">
        <a:spcBef>
          <a:spcPct val="0"/>
        </a:spcBef>
        <a:spcAft>
          <a:spcPct val="0"/>
        </a:spcAft>
        <a:defRPr sz="2924" b="1">
          <a:solidFill>
            <a:schemeClr val="tx2"/>
          </a:solidFill>
          <a:latin typeface="Arial" charset="0"/>
          <a:cs typeface="Arial" charset="0"/>
        </a:defRPr>
      </a:lvl9pPr>
    </p:titleStyle>
    <p:bodyStyle>
      <a:lvl1pPr marL="260780" indent="-260780"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Calibri" panose="020F0502020204030204" pitchFamily="34" charset="0"/>
          <a:ea typeface="+mn-ea"/>
          <a:cs typeface="Calibri" panose="020F0502020204030204" pitchFamily="34" charset="0"/>
        </a:defRPr>
      </a:lvl1pPr>
      <a:lvl2pPr marL="256510" indent="-256510"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513008" indent="-250805"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Calibri" panose="020F0502020204030204" pitchFamily="34" charset="0"/>
          <a:ea typeface="+mn-ea"/>
          <a:cs typeface="Calibri" panose="020F0502020204030204" pitchFamily="34" charset="0"/>
        </a:defRPr>
      </a:lvl3pPr>
      <a:lvl4pPr marL="763811" indent="-250805"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Calibri" panose="020F0502020204030204" pitchFamily="34" charset="0"/>
          <a:ea typeface="+mn-ea"/>
          <a:cs typeface="Calibri" panose="020F0502020204030204" pitchFamily="34" charset="0"/>
        </a:defRPr>
      </a:lvl4pPr>
      <a:lvl5pPr marL="1020317" indent="-256510" algn="l" defTabSz="837914"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Calibri" panose="020F0502020204030204" pitchFamily="34" charset="0"/>
          <a:ea typeface="+mn-ea"/>
          <a:cs typeface="Calibri" panose="020F0502020204030204" pitchFamily="34" charset="0"/>
        </a:defRPr>
      </a:lvl5pPr>
      <a:lvl6pPr marL="1231220" indent="-216604" algn="l" defTabSz="820811" rtl="0" eaLnBrk="1" latinLnBrk="0" hangingPunct="1">
        <a:spcBef>
          <a:spcPct val="20000"/>
        </a:spcBef>
        <a:buClr>
          <a:schemeClr val="bg2"/>
        </a:buClr>
        <a:buSzPct val="60000"/>
        <a:buFont typeface="Wingdings" pitchFamily="2" charset="2"/>
        <a:buChar char="§"/>
        <a:defRPr sz="1800" kern="1200">
          <a:solidFill>
            <a:schemeClr val="tx1"/>
          </a:solidFill>
          <a:latin typeface="Calibri" panose="020F0502020204030204" pitchFamily="34" charset="0"/>
          <a:ea typeface="+mn-ea"/>
          <a:cs typeface="+mn-cs"/>
        </a:defRPr>
      </a:lvl6pPr>
      <a:lvl7pPr marL="2667637" indent="-205207" algn="l" defTabSz="820811"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78047" indent="-205207" algn="l" defTabSz="820811"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88456" indent="-205207" algn="l" defTabSz="820811"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0811" rtl="0" eaLnBrk="1" latinLnBrk="0" hangingPunct="1">
        <a:defRPr sz="1575" kern="1200">
          <a:solidFill>
            <a:schemeClr val="tx1"/>
          </a:solidFill>
          <a:latin typeface="+mn-lt"/>
          <a:ea typeface="+mn-ea"/>
          <a:cs typeface="+mn-cs"/>
        </a:defRPr>
      </a:lvl1pPr>
      <a:lvl2pPr marL="410407" algn="l" defTabSz="820811" rtl="0" eaLnBrk="1" latinLnBrk="0" hangingPunct="1">
        <a:defRPr sz="1575" kern="1200">
          <a:solidFill>
            <a:schemeClr val="tx1"/>
          </a:solidFill>
          <a:latin typeface="+mn-lt"/>
          <a:ea typeface="+mn-ea"/>
          <a:cs typeface="+mn-cs"/>
        </a:defRPr>
      </a:lvl2pPr>
      <a:lvl3pPr marL="820811" algn="l" defTabSz="820811" rtl="0" eaLnBrk="1" latinLnBrk="0" hangingPunct="1">
        <a:defRPr sz="1575" kern="1200">
          <a:solidFill>
            <a:schemeClr val="tx1"/>
          </a:solidFill>
          <a:latin typeface="+mn-lt"/>
          <a:ea typeface="+mn-ea"/>
          <a:cs typeface="+mn-cs"/>
        </a:defRPr>
      </a:lvl3pPr>
      <a:lvl4pPr marL="1231220" algn="l" defTabSz="820811" rtl="0" eaLnBrk="1" latinLnBrk="0" hangingPunct="1">
        <a:defRPr sz="1575" kern="1200">
          <a:solidFill>
            <a:schemeClr val="tx1"/>
          </a:solidFill>
          <a:latin typeface="+mn-lt"/>
          <a:ea typeface="+mn-ea"/>
          <a:cs typeface="+mn-cs"/>
        </a:defRPr>
      </a:lvl4pPr>
      <a:lvl5pPr marL="1641624" algn="l" defTabSz="820811" rtl="0" eaLnBrk="1" latinLnBrk="0" hangingPunct="1">
        <a:defRPr sz="1575" kern="1200">
          <a:solidFill>
            <a:schemeClr val="tx1"/>
          </a:solidFill>
          <a:latin typeface="+mn-lt"/>
          <a:ea typeface="+mn-ea"/>
          <a:cs typeface="+mn-cs"/>
        </a:defRPr>
      </a:lvl5pPr>
      <a:lvl6pPr marL="2052031" algn="l" defTabSz="820811" rtl="0" eaLnBrk="1" latinLnBrk="0" hangingPunct="1">
        <a:defRPr sz="1575" kern="1200">
          <a:solidFill>
            <a:schemeClr val="tx1"/>
          </a:solidFill>
          <a:latin typeface="+mn-lt"/>
          <a:ea typeface="+mn-ea"/>
          <a:cs typeface="+mn-cs"/>
        </a:defRPr>
      </a:lvl6pPr>
      <a:lvl7pPr marL="2462435" algn="l" defTabSz="820811" rtl="0" eaLnBrk="1" latinLnBrk="0" hangingPunct="1">
        <a:defRPr sz="1575" kern="1200">
          <a:solidFill>
            <a:schemeClr val="tx1"/>
          </a:solidFill>
          <a:latin typeface="+mn-lt"/>
          <a:ea typeface="+mn-ea"/>
          <a:cs typeface="+mn-cs"/>
        </a:defRPr>
      </a:lvl7pPr>
      <a:lvl8pPr marL="2872844" algn="l" defTabSz="820811" rtl="0" eaLnBrk="1" latinLnBrk="0" hangingPunct="1">
        <a:defRPr sz="1575" kern="1200">
          <a:solidFill>
            <a:schemeClr val="tx1"/>
          </a:solidFill>
          <a:latin typeface="+mn-lt"/>
          <a:ea typeface="+mn-ea"/>
          <a:cs typeface="+mn-cs"/>
        </a:defRPr>
      </a:lvl8pPr>
      <a:lvl9pPr marL="3283247" algn="l" defTabSz="820811" rtl="0" eaLnBrk="1" latinLnBrk="0" hangingPunct="1">
        <a:defRPr sz="157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4414AE24-9270-4FD6-9910-56458C2F13C2}"/>
              </a:ext>
            </a:extLst>
          </p:cNvPr>
          <p:cNvSpPr txBox="1">
            <a:spLocks/>
          </p:cNvSpPr>
          <p:nvPr userDrawn="1"/>
        </p:nvSpPr>
        <p:spPr bwMode="auto">
          <a:xfrm>
            <a:off x="204232" y="4960631"/>
            <a:ext cx="117020" cy="114519"/>
          </a:xfrm>
          <a:prstGeom prst="rect">
            <a:avLst/>
          </a:prstGeom>
          <a:noFill/>
          <a:ln w="9525">
            <a:noFill/>
            <a:miter lim="800000"/>
            <a:headEnd/>
            <a:tailEnd/>
          </a:ln>
        </p:spPr>
        <p:txBody>
          <a:bodyPr wrap="none" lIns="0" tIns="0" rIns="0" bIns="0" anchor="ctr">
            <a:spAutoFit/>
          </a:bodyPr>
          <a:lstStyle/>
          <a:p>
            <a:pPr algn="r">
              <a:defRPr/>
            </a:pPr>
            <a:fld id="{13CCAD47-FD76-46E6-8D9F-02939C3786FE}" type="slidenum">
              <a:rPr lang="en-US" sz="744">
                <a:solidFill>
                  <a:srgbClr val="6D6E71"/>
                </a:solidFill>
                <a:latin typeface="Arial" pitchFamily="34" charset="0"/>
                <a:cs typeface="Arial" pitchFamily="34" charset="0"/>
              </a:rPr>
              <a:pPr algn="r">
                <a:defRPr/>
              </a:pPr>
              <a:t>‹#›</a:t>
            </a:fld>
            <a:endParaRPr lang="en-US" sz="744" dirty="0">
              <a:solidFill>
                <a:srgbClr val="6D6E71"/>
              </a:solidFill>
              <a:latin typeface="Arial" pitchFamily="34" charset="0"/>
              <a:cs typeface="Arial" pitchFamily="34" charset="0"/>
            </a:endParaRPr>
          </a:p>
        </p:txBody>
      </p:sp>
      <p:sp>
        <p:nvSpPr>
          <p:cNvPr id="4" name="TextBox 20">
            <a:extLst>
              <a:ext uri="{FF2B5EF4-FFF2-40B4-BE49-F238E27FC236}">
                <a16:creationId xmlns:a16="http://schemas.microsoft.com/office/drawing/2014/main" id="{2875DC95-8FDB-4BB0-8C97-6AB5B9290F06}"/>
              </a:ext>
            </a:extLst>
          </p:cNvPr>
          <p:cNvSpPr txBox="1">
            <a:spLocks noChangeArrowheads="1"/>
          </p:cNvSpPr>
          <p:nvPr userDrawn="1"/>
        </p:nvSpPr>
        <p:spPr bwMode="gray">
          <a:xfrm>
            <a:off x="481014" y="4956335"/>
            <a:ext cx="2257028" cy="114519"/>
          </a:xfrm>
          <a:prstGeom prst="rect">
            <a:avLst/>
          </a:prstGeom>
          <a:noFill/>
          <a:ln w="9525">
            <a:noFill/>
            <a:miter lim="800000"/>
            <a:headEnd/>
            <a:tailEnd/>
          </a:ln>
        </p:spPr>
        <p:txBody>
          <a:bodyPr wrap="none" lIns="0" tIns="0" rIns="0" bIns="0">
            <a:spAutoFit/>
          </a:bodyPr>
          <a:lstStyle/>
          <a:p>
            <a:pPr>
              <a:defRPr/>
            </a:pPr>
            <a:r>
              <a:rPr lang="en-US" sz="744" dirty="0">
                <a:solidFill>
                  <a:srgbClr val="6D6E71"/>
                </a:solidFill>
                <a:latin typeface="Arial" pitchFamily="34" charset="0"/>
                <a:cs typeface="Arial" pitchFamily="34" charset="0"/>
              </a:rPr>
              <a:t>Copyright © 2018 Tech Mahindra. All rights reserved.</a:t>
            </a:r>
          </a:p>
        </p:txBody>
      </p:sp>
      <p:sp>
        <p:nvSpPr>
          <p:cNvPr id="5" name="Flowchart: Manual Input 4">
            <a:extLst>
              <a:ext uri="{FF2B5EF4-FFF2-40B4-BE49-F238E27FC236}">
                <a16:creationId xmlns:a16="http://schemas.microsoft.com/office/drawing/2014/main" id="{363C7098-998C-4E6D-9D15-C8288A79DFB5}"/>
              </a:ext>
            </a:extLst>
          </p:cNvPr>
          <p:cNvSpPr/>
          <p:nvPr userDrawn="1"/>
        </p:nvSpPr>
        <p:spPr>
          <a:xfrm rot="5400000" flipH="1">
            <a:off x="-116728" y="233429"/>
            <a:ext cx="577566" cy="298392"/>
          </a:xfrm>
          <a:prstGeom prst="flowChartManualInput">
            <a:avLst/>
          </a:prstGeom>
          <a:gradFill flip="none" rotWithShape="1">
            <a:gsLst>
              <a:gs pos="0">
                <a:srgbClr val="E31837">
                  <a:shade val="30000"/>
                  <a:satMod val="115000"/>
                </a:srgbClr>
              </a:gs>
              <a:gs pos="50000">
                <a:srgbClr val="E31837">
                  <a:shade val="67500"/>
                  <a:satMod val="115000"/>
                </a:srgbClr>
              </a:gs>
              <a:gs pos="100000">
                <a:srgbClr val="E31837">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674" dirty="0">
              <a:solidFill>
                <a:prstClr val="white"/>
              </a:solidFill>
            </a:endParaRPr>
          </a:p>
        </p:txBody>
      </p:sp>
      <p:sp>
        <p:nvSpPr>
          <p:cNvPr id="6" name="Rectangle 5">
            <a:extLst>
              <a:ext uri="{FF2B5EF4-FFF2-40B4-BE49-F238E27FC236}">
                <a16:creationId xmlns:a16="http://schemas.microsoft.com/office/drawing/2014/main" id="{E39606BB-05B8-4526-8AD6-67717D263CC5}"/>
              </a:ext>
            </a:extLst>
          </p:cNvPr>
          <p:cNvSpPr/>
          <p:nvPr userDrawn="1"/>
        </p:nvSpPr>
        <p:spPr>
          <a:xfrm>
            <a:off x="2" y="2"/>
            <a:ext cx="45719" cy="5143501"/>
          </a:xfrm>
          <a:prstGeom prst="rect">
            <a:avLst/>
          </a:prstGeom>
          <a:gradFill flip="none" rotWithShape="1">
            <a:gsLst>
              <a:gs pos="0">
                <a:srgbClr val="E31837">
                  <a:shade val="30000"/>
                  <a:satMod val="115000"/>
                </a:srgbClr>
              </a:gs>
              <a:gs pos="50000">
                <a:srgbClr val="E31837">
                  <a:shade val="67500"/>
                  <a:satMod val="115000"/>
                </a:srgbClr>
              </a:gs>
              <a:gs pos="100000">
                <a:srgbClr val="E31837">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674" dirty="0">
              <a:solidFill>
                <a:prstClr val="white"/>
              </a:solidFill>
            </a:endParaRPr>
          </a:p>
        </p:txBody>
      </p:sp>
    </p:spTree>
    <p:extLst>
      <p:ext uri="{BB962C8B-B14F-4D97-AF65-F5344CB8AC3E}">
        <p14:creationId xmlns:p14="http://schemas.microsoft.com/office/powerpoint/2010/main" val="1781217573"/>
      </p:ext>
    </p:extLst>
  </p:cSld>
  <p:clrMap bg1="lt1" tx1="dk1" bg2="lt2" tx2="dk2" accent1="accent1" accent2="accent2" accent3="accent3" accent4="accent4" accent5="accent5" accent6="accent6" hlink="hlink" folHlink="folHlink"/>
  <p:sldLayoutIdLst>
    <p:sldLayoutId id="2147484929" r:id="rId1"/>
    <p:sldLayoutId id="2147484930" r:id="rId2"/>
    <p:sldLayoutId id="2147484931" r:id="rId3"/>
    <p:sldLayoutId id="2147484932"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850214" rtl="0" eaLnBrk="1" latinLnBrk="0" hangingPunct="1">
        <a:lnSpc>
          <a:spcPct val="90000"/>
        </a:lnSpc>
        <a:spcBef>
          <a:spcPct val="0"/>
        </a:spcBef>
        <a:buNone/>
        <a:defRPr sz="4092" kern="1200">
          <a:solidFill>
            <a:schemeClr val="tx1"/>
          </a:solidFill>
          <a:latin typeface="+mj-lt"/>
          <a:ea typeface="+mj-ea"/>
          <a:cs typeface="+mj-cs"/>
        </a:defRPr>
      </a:lvl1pPr>
    </p:titleStyle>
    <p:bodyStyle>
      <a:lvl1pPr marL="212553" indent="-212553" algn="l" defTabSz="850214" rtl="0" eaLnBrk="1" latinLnBrk="0" hangingPunct="1">
        <a:lnSpc>
          <a:spcPct val="90000"/>
        </a:lnSpc>
        <a:spcBef>
          <a:spcPts val="929"/>
        </a:spcBef>
        <a:buFont typeface="Arial" panose="020B0604020202020204" pitchFamily="34" charset="0"/>
        <a:buChar char="•"/>
        <a:defRPr sz="2604" kern="1200">
          <a:solidFill>
            <a:schemeClr val="tx1"/>
          </a:solidFill>
          <a:latin typeface="+mn-lt"/>
          <a:ea typeface="+mn-ea"/>
          <a:cs typeface="+mn-cs"/>
        </a:defRPr>
      </a:lvl1pPr>
      <a:lvl2pPr marL="637660" indent="-212553" algn="l" defTabSz="850214" rtl="0" eaLnBrk="1" latinLnBrk="0" hangingPunct="1">
        <a:lnSpc>
          <a:spcPct val="90000"/>
        </a:lnSpc>
        <a:spcBef>
          <a:spcPts val="465"/>
        </a:spcBef>
        <a:buFont typeface="Arial" panose="020B0604020202020204" pitchFamily="34" charset="0"/>
        <a:buChar char="•"/>
        <a:defRPr sz="2231" kern="1200">
          <a:solidFill>
            <a:schemeClr val="tx1"/>
          </a:solidFill>
          <a:latin typeface="+mn-lt"/>
          <a:ea typeface="+mn-ea"/>
          <a:cs typeface="+mn-cs"/>
        </a:defRPr>
      </a:lvl2pPr>
      <a:lvl3pPr marL="1062767" indent="-212553" algn="l" defTabSz="850214" rtl="0" eaLnBrk="1" latinLnBrk="0" hangingPunct="1">
        <a:lnSpc>
          <a:spcPct val="90000"/>
        </a:lnSpc>
        <a:spcBef>
          <a:spcPts val="465"/>
        </a:spcBef>
        <a:buFont typeface="Arial" panose="020B0604020202020204" pitchFamily="34" charset="0"/>
        <a:buChar char="•"/>
        <a:defRPr sz="1860" kern="1200">
          <a:solidFill>
            <a:schemeClr val="tx1"/>
          </a:solidFill>
          <a:latin typeface="+mn-lt"/>
          <a:ea typeface="+mn-ea"/>
          <a:cs typeface="+mn-cs"/>
        </a:defRPr>
      </a:lvl3pPr>
      <a:lvl4pPr marL="1487874" indent="-212553" algn="l" defTabSz="850214" rtl="0" eaLnBrk="1" latinLnBrk="0" hangingPunct="1">
        <a:lnSpc>
          <a:spcPct val="90000"/>
        </a:lnSpc>
        <a:spcBef>
          <a:spcPts val="465"/>
        </a:spcBef>
        <a:buFont typeface="Arial" panose="020B0604020202020204" pitchFamily="34" charset="0"/>
        <a:buChar char="•"/>
        <a:defRPr sz="1674" kern="1200">
          <a:solidFill>
            <a:schemeClr val="tx1"/>
          </a:solidFill>
          <a:latin typeface="+mn-lt"/>
          <a:ea typeface="+mn-ea"/>
          <a:cs typeface="+mn-cs"/>
        </a:defRPr>
      </a:lvl4pPr>
      <a:lvl5pPr marL="1912980" indent="-212553" algn="l" defTabSz="850214" rtl="0" eaLnBrk="1" latinLnBrk="0" hangingPunct="1">
        <a:lnSpc>
          <a:spcPct val="90000"/>
        </a:lnSpc>
        <a:spcBef>
          <a:spcPts val="465"/>
        </a:spcBef>
        <a:buFont typeface="Arial" panose="020B0604020202020204" pitchFamily="34" charset="0"/>
        <a:buChar char="•"/>
        <a:defRPr sz="1674" kern="1200">
          <a:solidFill>
            <a:schemeClr val="tx1"/>
          </a:solidFill>
          <a:latin typeface="+mn-lt"/>
          <a:ea typeface="+mn-ea"/>
          <a:cs typeface="+mn-cs"/>
        </a:defRPr>
      </a:lvl5pPr>
      <a:lvl6pPr marL="2338087" indent="-212553" algn="l" defTabSz="850214" rtl="0" eaLnBrk="1" latinLnBrk="0" hangingPunct="1">
        <a:lnSpc>
          <a:spcPct val="90000"/>
        </a:lnSpc>
        <a:spcBef>
          <a:spcPts val="465"/>
        </a:spcBef>
        <a:buFont typeface="Arial" panose="020B0604020202020204" pitchFamily="34" charset="0"/>
        <a:buChar char="•"/>
        <a:defRPr sz="1674" kern="1200">
          <a:solidFill>
            <a:schemeClr val="tx1"/>
          </a:solidFill>
          <a:latin typeface="+mn-lt"/>
          <a:ea typeface="+mn-ea"/>
          <a:cs typeface="+mn-cs"/>
        </a:defRPr>
      </a:lvl6pPr>
      <a:lvl7pPr marL="2763194" indent="-212553" algn="l" defTabSz="850214" rtl="0" eaLnBrk="1" latinLnBrk="0" hangingPunct="1">
        <a:lnSpc>
          <a:spcPct val="90000"/>
        </a:lnSpc>
        <a:spcBef>
          <a:spcPts val="465"/>
        </a:spcBef>
        <a:buFont typeface="Arial" panose="020B0604020202020204" pitchFamily="34" charset="0"/>
        <a:buChar char="•"/>
        <a:defRPr sz="1674" kern="1200">
          <a:solidFill>
            <a:schemeClr val="tx1"/>
          </a:solidFill>
          <a:latin typeface="+mn-lt"/>
          <a:ea typeface="+mn-ea"/>
          <a:cs typeface="+mn-cs"/>
        </a:defRPr>
      </a:lvl7pPr>
      <a:lvl8pPr marL="3188301" indent="-212553" algn="l" defTabSz="850214" rtl="0" eaLnBrk="1" latinLnBrk="0" hangingPunct="1">
        <a:lnSpc>
          <a:spcPct val="90000"/>
        </a:lnSpc>
        <a:spcBef>
          <a:spcPts val="465"/>
        </a:spcBef>
        <a:buFont typeface="Arial" panose="020B0604020202020204" pitchFamily="34" charset="0"/>
        <a:buChar char="•"/>
        <a:defRPr sz="1674" kern="1200">
          <a:solidFill>
            <a:schemeClr val="tx1"/>
          </a:solidFill>
          <a:latin typeface="+mn-lt"/>
          <a:ea typeface="+mn-ea"/>
          <a:cs typeface="+mn-cs"/>
        </a:defRPr>
      </a:lvl8pPr>
      <a:lvl9pPr marL="3613407" indent="-212553" algn="l" defTabSz="850214" rtl="0" eaLnBrk="1" latinLnBrk="0" hangingPunct="1">
        <a:lnSpc>
          <a:spcPct val="90000"/>
        </a:lnSpc>
        <a:spcBef>
          <a:spcPts val="465"/>
        </a:spcBef>
        <a:buFont typeface="Arial" panose="020B0604020202020204" pitchFamily="34" charset="0"/>
        <a:buChar char="•"/>
        <a:defRPr sz="1674" kern="1200">
          <a:solidFill>
            <a:schemeClr val="tx1"/>
          </a:solidFill>
          <a:latin typeface="+mn-lt"/>
          <a:ea typeface="+mn-ea"/>
          <a:cs typeface="+mn-cs"/>
        </a:defRPr>
      </a:lvl9pPr>
    </p:bodyStyle>
    <p:otherStyle>
      <a:defPPr>
        <a:defRPr lang="en-US"/>
      </a:defPPr>
      <a:lvl1pPr marL="0" algn="l" defTabSz="850214" rtl="0" eaLnBrk="1" latinLnBrk="0" hangingPunct="1">
        <a:defRPr sz="1674" kern="1200">
          <a:solidFill>
            <a:schemeClr val="tx1"/>
          </a:solidFill>
          <a:latin typeface="+mn-lt"/>
          <a:ea typeface="+mn-ea"/>
          <a:cs typeface="+mn-cs"/>
        </a:defRPr>
      </a:lvl1pPr>
      <a:lvl2pPr marL="425107" algn="l" defTabSz="850214" rtl="0" eaLnBrk="1" latinLnBrk="0" hangingPunct="1">
        <a:defRPr sz="1674" kern="1200">
          <a:solidFill>
            <a:schemeClr val="tx1"/>
          </a:solidFill>
          <a:latin typeface="+mn-lt"/>
          <a:ea typeface="+mn-ea"/>
          <a:cs typeface="+mn-cs"/>
        </a:defRPr>
      </a:lvl2pPr>
      <a:lvl3pPr marL="850214" algn="l" defTabSz="850214" rtl="0" eaLnBrk="1" latinLnBrk="0" hangingPunct="1">
        <a:defRPr sz="1674" kern="1200">
          <a:solidFill>
            <a:schemeClr val="tx1"/>
          </a:solidFill>
          <a:latin typeface="+mn-lt"/>
          <a:ea typeface="+mn-ea"/>
          <a:cs typeface="+mn-cs"/>
        </a:defRPr>
      </a:lvl3pPr>
      <a:lvl4pPr marL="1275321" algn="l" defTabSz="850214" rtl="0" eaLnBrk="1" latinLnBrk="0" hangingPunct="1">
        <a:defRPr sz="1674" kern="1200">
          <a:solidFill>
            <a:schemeClr val="tx1"/>
          </a:solidFill>
          <a:latin typeface="+mn-lt"/>
          <a:ea typeface="+mn-ea"/>
          <a:cs typeface="+mn-cs"/>
        </a:defRPr>
      </a:lvl4pPr>
      <a:lvl5pPr marL="1700427" algn="l" defTabSz="850214" rtl="0" eaLnBrk="1" latinLnBrk="0" hangingPunct="1">
        <a:defRPr sz="1674" kern="1200">
          <a:solidFill>
            <a:schemeClr val="tx1"/>
          </a:solidFill>
          <a:latin typeface="+mn-lt"/>
          <a:ea typeface="+mn-ea"/>
          <a:cs typeface="+mn-cs"/>
        </a:defRPr>
      </a:lvl5pPr>
      <a:lvl6pPr marL="2125534" algn="l" defTabSz="850214" rtl="0" eaLnBrk="1" latinLnBrk="0" hangingPunct="1">
        <a:defRPr sz="1674" kern="1200">
          <a:solidFill>
            <a:schemeClr val="tx1"/>
          </a:solidFill>
          <a:latin typeface="+mn-lt"/>
          <a:ea typeface="+mn-ea"/>
          <a:cs typeface="+mn-cs"/>
        </a:defRPr>
      </a:lvl6pPr>
      <a:lvl7pPr marL="2550641" algn="l" defTabSz="850214" rtl="0" eaLnBrk="1" latinLnBrk="0" hangingPunct="1">
        <a:defRPr sz="1674" kern="1200">
          <a:solidFill>
            <a:schemeClr val="tx1"/>
          </a:solidFill>
          <a:latin typeface="+mn-lt"/>
          <a:ea typeface="+mn-ea"/>
          <a:cs typeface="+mn-cs"/>
        </a:defRPr>
      </a:lvl7pPr>
      <a:lvl8pPr marL="2975747" algn="l" defTabSz="850214" rtl="0" eaLnBrk="1" latinLnBrk="0" hangingPunct="1">
        <a:defRPr sz="1674" kern="1200">
          <a:solidFill>
            <a:schemeClr val="tx1"/>
          </a:solidFill>
          <a:latin typeface="+mn-lt"/>
          <a:ea typeface="+mn-ea"/>
          <a:cs typeface="+mn-cs"/>
        </a:defRPr>
      </a:lvl8pPr>
      <a:lvl9pPr marL="3400854" algn="l" defTabSz="850214" rtl="0" eaLnBrk="1" latinLnBrk="0" hangingPunct="1">
        <a:defRPr sz="1674"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bwMode="ltGray">
          <a:xfrm>
            <a:off x="463" y="0"/>
            <a:ext cx="2270124" cy="619125"/>
          </a:xfrm>
          <a:prstGeom prst="rect">
            <a:avLst/>
          </a:prstGeom>
        </p:spPr>
      </p:pic>
      <p:sp>
        <p:nvSpPr>
          <p:cNvPr id="2" name="Title Placeholder 1"/>
          <p:cNvSpPr>
            <a:spLocks noGrp="1"/>
          </p:cNvSpPr>
          <p:nvPr>
            <p:ph type="title"/>
          </p:nvPr>
        </p:nvSpPr>
        <p:spPr>
          <a:xfrm>
            <a:off x="468319" y="533411"/>
            <a:ext cx="8212138"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a:t>Click to edit Master title style</a:t>
            </a:r>
            <a:endParaRPr lang="en-US" dirty="0"/>
          </a:p>
        </p:txBody>
      </p:sp>
      <p:sp>
        <p:nvSpPr>
          <p:cNvPr id="3" name="Text Placeholder 2"/>
          <p:cNvSpPr>
            <a:spLocks noGrp="1"/>
          </p:cNvSpPr>
          <p:nvPr>
            <p:ph type="body" idx="1"/>
          </p:nvPr>
        </p:nvSpPr>
        <p:spPr>
          <a:xfrm>
            <a:off x="481018" y="1478756"/>
            <a:ext cx="8212138" cy="11079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marL="428625" marR="0" lvl="2" indent="-209550" algn="l" defTabSz="685800"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8862558" y="4960510"/>
            <a:ext cx="117020" cy="115416"/>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50">
                <a:solidFill>
                  <a:srgbClr val="6D6E71"/>
                </a:solidFill>
                <a:cs typeface="Arial" pitchFamily="34" charset="0"/>
              </a:rPr>
              <a:pPr algn="r">
                <a:defRPr/>
              </a:pPr>
              <a:t>‹#›</a:t>
            </a:fld>
            <a:endParaRPr lang="en-US" sz="750" dirty="0">
              <a:solidFill>
                <a:srgbClr val="6D6E71"/>
              </a:solidFill>
              <a:cs typeface="Arial" pitchFamily="34" charset="0"/>
            </a:endParaRPr>
          </a:p>
        </p:txBody>
      </p:sp>
      <p:sp>
        <p:nvSpPr>
          <p:cNvPr id="11" name="TextBox 20"/>
          <p:cNvSpPr txBox="1">
            <a:spLocks noChangeArrowheads="1"/>
          </p:cNvSpPr>
          <p:nvPr userDrawn="1"/>
        </p:nvSpPr>
        <p:spPr bwMode="gray">
          <a:xfrm>
            <a:off x="481023" y="4972294"/>
            <a:ext cx="1821011" cy="92333"/>
          </a:xfrm>
          <a:prstGeom prst="rect">
            <a:avLst/>
          </a:prstGeom>
          <a:noFill/>
          <a:ln w="9525">
            <a:noFill/>
            <a:miter lim="800000"/>
            <a:headEnd/>
            <a:tailEnd/>
          </a:ln>
        </p:spPr>
        <p:txBody>
          <a:bodyPr wrap="none" lIns="0" tIns="0" rIns="0" bIns="0">
            <a:spAutoFit/>
          </a:bodyPr>
          <a:lstStyle/>
          <a:p>
            <a:pPr>
              <a:defRPr/>
            </a:pPr>
            <a:r>
              <a:rPr lang="en-US" sz="600" dirty="0">
                <a:solidFill>
                  <a:srgbClr val="6D6E71"/>
                </a:solidFill>
                <a:cs typeface="Arial" pitchFamily="34" charset="0"/>
              </a:rPr>
              <a:t>Copyright © 2017 Tech Mahindra. All rights reserved.</a:t>
            </a:r>
          </a:p>
        </p:txBody>
      </p:sp>
    </p:spTree>
    <p:extLst>
      <p:ext uri="{BB962C8B-B14F-4D97-AF65-F5344CB8AC3E}">
        <p14:creationId xmlns:p14="http://schemas.microsoft.com/office/powerpoint/2010/main" val="3178005412"/>
      </p:ext>
    </p:extLst>
  </p:cSld>
  <p:clrMap bg1="lt1" tx1="dk1" bg2="lt2" tx2="dk2" accent1="accent1" accent2="accent2" accent3="accent3" accent4="accent4" accent5="accent5" accent6="accent6" hlink="hlink" folHlink="folHlink"/>
  <p:sldLayoutIdLst>
    <p:sldLayoutId id="2147484934" r:id="rId1"/>
    <p:sldLayoutId id="2147484935" r:id="rId2"/>
    <p:sldLayoutId id="2147484936" r:id="rId3"/>
    <p:sldLayoutId id="2147484937" r:id="rId4"/>
    <p:sldLayoutId id="2147484938" r:id="rId5"/>
    <p:sldLayoutId id="2147484939" r:id="rId6"/>
    <p:sldLayoutId id="2147484940" r:id="rId7"/>
    <p:sldLayoutId id="2147484941" r:id="rId8"/>
    <p:sldLayoutId id="2147484943" r:id="rId9"/>
    <p:sldLayoutId id="2147484944" r:id="rId10"/>
    <p:sldLayoutId id="2147484945" r:id="rId11"/>
    <p:sldLayoutId id="2147484946" r:id="rId12"/>
    <p:sldLayoutId id="2147484947" r:id="rId13"/>
    <p:sldLayoutId id="2147484948" r:id="rId14"/>
    <p:sldLayoutId id="2147484949" r:id="rId15"/>
    <p:sldLayoutId id="2147484950" r:id="rId16"/>
    <p:sldLayoutId id="2147484951" r:id="rId17"/>
    <p:sldLayoutId id="2147484952" r:id="rId18"/>
    <p:sldLayoutId id="2147484953" r:id="rId19"/>
    <p:sldLayoutId id="2147484954" r:id="rId20"/>
    <p:sldLayoutId id="2147484956" r:id="rId21"/>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sldNum="0" hdr="0" ftr="0" dt="0"/>
  <p:txStyles>
    <p:titleStyle>
      <a:lvl1pPr algn="l" defTabSz="685800" rtl="0" eaLnBrk="1" latinLnBrk="0" hangingPunct="1">
        <a:spcBef>
          <a:spcPct val="0"/>
        </a:spcBef>
        <a:buNone/>
        <a:defRPr lang="en-US" sz="2400" b="1" kern="1200" dirty="0" smtClean="0">
          <a:solidFill>
            <a:schemeClr val="tx2"/>
          </a:solidFill>
          <a:latin typeface="Arial" pitchFamily="34" charset="0"/>
          <a:ea typeface="+mj-ea"/>
          <a:cs typeface="Arial" pitchFamily="34" charset="0"/>
        </a:defRPr>
      </a:lvl1pPr>
    </p:titleStyle>
    <p:bodyStyle>
      <a:lvl1pPr marL="217885" indent="-217885" algn="l" defTabSz="685800" rtl="0" eaLnBrk="1" fontAlgn="base" latinLnBrk="0" hangingPunct="1">
        <a:spcBef>
          <a:spcPts val="0"/>
        </a:spcBef>
        <a:spcAft>
          <a:spcPct val="0"/>
        </a:spcAft>
        <a:buClr>
          <a:schemeClr val="bg2"/>
        </a:buClr>
        <a:buSzPct val="120000"/>
        <a:buFont typeface="Wingdings" pitchFamily="2" charset="2"/>
        <a:buChar char="§"/>
        <a:defRPr lang="en-US" sz="1350" b="0" kern="1200" baseline="0" dirty="0" smtClean="0">
          <a:solidFill>
            <a:schemeClr val="tx1"/>
          </a:solidFill>
          <a:latin typeface="Arial" pitchFamily="34" charset="0"/>
          <a:ea typeface="+mn-ea"/>
          <a:cs typeface="Arial" pitchFamily="34" charset="0"/>
        </a:defRPr>
      </a:lvl1pPr>
      <a:lvl2pPr marL="214313" indent="-214313" algn="l" defTabSz="685800" rtl="0" eaLnBrk="1" fontAlgn="base" latinLnBrk="0" hangingPunct="1">
        <a:spcBef>
          <a:spcPts val="0"/>
        </a:spcBef>
        <a:spcAft>
          <a:spcPct val="0"/>
        </a:spcAft>
        <a:buClr>
          <a:schemeClr val="bg2"/>
        </a:buClr>
        <a:buSzPct val="100000"/>
        <a:buFont typeface="Wingdings" pitchFamily="2" charset="2"/>
        <a:buChar char="§"/>
        <a:defRPr lang="en-US" sz="1350" b="0" kern="1200" baseline="0" dirty="0" smtClean="0">
          <a:solidFill>
            <a:schemeClr val="tx1"/>
          </a:solidFill>
          <a:latin typeface="+mn-lt"/>
          <a:ea typeface="+mn-ea"/>
          <a:cs typeface="+mn-cs"/>
        </a:defRPr>
      </a:lvl2pPr>
      <a:lvl3pPr marL="428625" indent="-209550" algn="l" defTabSz="685800" rtl="0" eaLnBrk="1" fontAlgn="base" latinLnBrk="0" hangingPunct="1">
        <a:spcBef>
          <a:spcPts val="0"/>
        </a:spcBef>
        <a:spcAft>
          <a:spcPct val="0"/>
        </a:spcAft>
        <a:buClr>
          <a:schemeClr val="bg2"/>
        </a:buClr>
        <a:buSzPct val="90000"/>
        <a:buFont typeface="Arial" pitchFamily="34" charset="0"/>
        <a:buChar char="–"/>
        <a:defRPr kumimoji="0" lang="en-US" sz="135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638175" indent="-209550" algn="l" defTabSz="685800" rtl="0" eaLnBrk="1" fontAlgn="base" latinLnBrk="0" hangingPunct="1">
        <a:spcBef>
          <a:spcPts val="0"/>
        </a:spcBef>
        <a:spcAft>
          <a:spcPct val="0"/>
        </a:spcAft>
        <a:buClr>
          <a:schemeClr val="bg2"/>
        </a:buClr>
        <a:buSzPct val="80000"/>
        <a:buFont typeface="Wingdings" pitchFamily="2" charset="2"/>
        <a:buChar char="§"/>
        <a:defRPr lang="en-US" sz="1350" b="0" kern="1200" baseline="0" dirty="0" smtClean="0">
          <a:solidFill>
            <a:schemeClr val="tx1"/>
          </a:solidFill>
          <a:latin typeface="Arial" pitchFamily="34" charset="0"/>
          <a:ea typeface="+mn-ea"/>
          <a:cs typeface="+mn-cs"/>
        </a:defRPr>
      </a:lvl4pPr>
      <a:lvl5pPr marL="852488" indent="-214313" algn="l" defTabSz="700088" rtl="0" eaLnBrk="1" fontAlgn="base" latinLnBrk="0" hangingPunct="1">
        <a:spcBef>
          <a:spcPts val="0"/>
        </a:spcBef>
        <a:spcAft>
          <a:spcPct val="0"/>
        </a:spcAft>
        <a:buClr>
          <a:schemeClr val="bg2"/>
        </a:buClr>
        <a:buSzPct val="70000"/>
        <a:buFont typeface="Arial" pitchFamily="34" charset="0"/>
        <a:buChar char="–"/>
        <a:defRPr lang="en-US" sz="1350" b="0" kern="1200" baseline="0" dirty="0" smtClean="0">
          <a:solidFill>
            <a:schemeClr val="tx1"/>
          </a:solidFill>
          <a:latin typeface="Arial" pitchFamily="34" charset="0"/>
          <a:ea typeface="+mn-ea"/>
          <a:cs typeface="+mn-cs"/>
        </a:defRPr>
      </a:lvl5pPr>
      <a:lvl6pPr marL="1028700" indent="-180975" algn="l" defTabSz="685800" rtl="0" eaLnBrk="1" latinLnBrk="0" hangingPunct="1">
        <a:spcBef>
          <a:spcPct val="20000"/>
        </a:spcBef>
        <a:buClr>
          <a:schemeClr val="bg2"/>
        </a:buClr>
        <a:buSzPct val="60000"/>
        <a:buFont typeface="Wingdings" pitchFamily="2" charset="2"/>
        <a:buChar char="§"/>
        <a:defRPr sz="1500" kern="1200">
          <a:solidFill>
            <a:schemeClr val="tx1"/>
          </a:solidFill>
          <a:latin typeface="Arial" pitchFamily="34" charset="0"/>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descr="Ridge.pdf"/>
          <p:cNvPicPr>
            <a:picLocks noChangeAspect="1"/>
          </p:cNvPicPr>
          <p:nvPr userDrawn="1"/>
        </p:nvPicPr>
        <p:blipFill>
          <a:blip r:embed="rId9"/>
          <a:stretch>
            <a:fillRect/>
          </a:stretch>
        </p:blipFill>
        <p:spPr bwMode="ltGray">
          <a:xfrm>
            <a:off x="459" y="0"/>
            <a:ext cx="1994596" cy="725308"/>
          </a:xfrm>
          <a:prstGeom prst="rect">
            <a:avLst/>
          </a:prstGeom>
        </p:spPr>
      </p:pic>
      <p:sp>
        <p:nvSpPr>
          <p:cNvPr id="2" name="Title Placeholder 1"/>
          <p:cNvSpPr>
            <a:spLocks noGrp="1"/>
          </p:cNvSpPr>
          <p:nvPr>
            <p:ph type="title"/>
          </p:nvPr>
        </p:nvSpPr>
        <p:spPr>
          <a:xfrm>
            <a:off x="468314" y="557150"/>
            <a:ext cx="8212137" cy="2769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dirty="0"/>
              <a:t>CLICK TO EDIT MASTER TITLE STYLE</a:t>
            </a:r>
          </a:p>
        </p:txBody>
      </p:sp>
      <p:sp>
        <p:nvSpPr>
          <p:cNvPr id="3" name="Text Placeholder 2"/>
          <p:cNvSpPr>
            <a:spLocks noGrp="1"/>
          </p:cNvSpPr>
          <p:nvPr>
            <p:ph type="body" idx="1"/>
          </p:nvPr>
        </p:nvSpPr>
        <p:spPr>
          <a:xfrm>
            <a:off x="481014" y="1478756"/>
            <a:ext cx="8212137" cy="147732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marL="571500" marR="0" lvl="2" indent="-279400" algn="l" defTabSz="914400"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8854517" y="4956662"/>
            <a:ext cx="125034" cy="123111"/>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800" smtClean="0">
                <a:solidFill>
                  <a:srgbClr val="6D6E71"/>
                </a:solidFill>
                <a:latin typeface="Century Gothic" pitchFamily="34" charset="0"/>
                <a:cs typeface="Arial" pitchFamily="34" charset="0"/>
              </a:rPr>
              <a:pPr algn="r">
                <a:defRPr/>
              </a:pPr>
              <a:t>‹#›</a:t>
            </a:fld>
            <a:endParaRPr lang="en-US" sz="800" dirty="0">
              <a:solidFill>
                <a:srgbClr val="6D6E71"/>
              </a:solidFill>
              <a:latin typeface="Century Gothic" pitchFamily="34" charset="0"/>
              <a:cs typeface="Arial" pitchFamily="34" charset="0"/>
            </a:endParaRPr>
          </a:p>
        </p:txBody>
      </p:sp>
      <p:sp>
        <p:nvSpPr>
          <p:cNvPr id="7" name="TextBox 20"/>
          <p:cNvSpPr txBox="1">
            <a:spLocks noChangeArrowheads="1"/>
          </p:cNvSpPr>
          <p:nvPr/>
        </p:nvSpPr>
        <p:spPr bwMode="gray">
          <a:xfrm>
            <a:off x="481013" y="4972051"/>
            <a:ext cx="2580835" cy="123111"/>
          </a:xfrm>
          <a:prstGeom prst="rect">
            <a:avLst/>
          </a:prstGeom>
          <a:noFill/>
          <a:ln w="9525">
            <a:noFill/>
            <a:miter lim="800000"/>
            <a:headEnd/>
            <a:tailEnd/>
          </a:ln>
        </p:spPr>
        <p:txBody>
          <a:bodyPr wrap="none" lIns="0" tIns="0" rIns="0" bIns="0">
            <a:spAutoFit/>
          </a:bodyPr>
          <a:lstStyle/>
          <a:p>
            <a:pPr>
              <a:defRPr/>
            </a:pPr>
            <a:r>
              <a:rPr lang="en-US" sz="800" dirty="0">
                <a:solidFill>
                  <a:srgbClr val="6D6E71"/>
                </a:solidFill>
                <a:latin typeface="Century Gothic" pitchFamily="34" charset="0"/>
                <a:cs typeface="Arial" pitchFamily="34" charset="0"/>
              </a:rPr>
              <a:t>Copyright © 2018 Tech Mahindra. All rights reserved.</a:t>
            </a:r>
          </a:p>
        </p:txBody>
      </p:sp>
    </p:spTree>
    <p:extLst>
      <p:ext uri="{BB962C8B-B14F-4D97-AF65-F5344CB8AC3E}">
        <p14:creationId xmlns:p14="http://schemas.microsoft.com/office/powerpoint/2010/main" val="3150786298"/>
      </p:ext>
    </p:extLst>
  </p:cSld>
  <p:clrMap bg1="lt1" tx1="dk1" bg2="lt2" tx2="dk2" accent1="accent1" accent2="accent2" accent3="accent3" accent4="accent4" accent5="accent5" accent6="accent6" hlink="hlink" folHlink="folHlink"/>
  <p:sldLayoutIdLst>
    <p:sldLayoutId id="2147485033" r:id="rId1"/>
    <p:sldLayoutId id="2147485034" r:id="rId2"/>
    <p:sldLayoutId id="2147485035" r:id="rId3"/>
    <p:sldLayoutId id="2147485036" r:id="rId4"/>
    <p:sldLayoutId id="2147485037" r:id="rId5"/>
    <p:sldLayoutId id="2147485038" r:id="rId6"/>
    <p:sldLayoutId id="2147485039" r:id="rId7"/>
  </p:sldLayoutIdLst>
  <p:txStyles>
    <p:titleStyle>
      <a:lvl1pPr algn="l" defTabSz="914400" rtl="0" eaLnBrk="1" latinLnBrk="0" hangingPunct="1">
        <a:spcBef>
          <a:spcPct val="0"/>
        </a:spcBef>
        <a:buNone/>
        <a:defRPr lang="en-US" sz="1800" b="0" kern="1200" dirty="0" smtClean="0">
          <a:solidFill>
            <a:schemeClr val="tx2"/>
          </a:solidFill>
          <a:latin typeface="Century Gothic" pitchFamily="34" charset="0"/>
          <a:ea typeface="+mj-ea"/>
          <a:cs typeface="Arial" pitchFamily="34" charset="0"/>
        </a:defRPr>
      </a:lvl1pPr>
    </p:titleStyle>
    <p:bodyStyle>
      <a:lvl1pPr marL="290513" indent="-290513" algn="l" defTabSz="914400" rtl="0" eaLnBrk="1" fontAlgn="base" latinLnBrk="0" hangingPunct="1">
        <a:spcBef>
          <a:spcPts val="0"/>
        </a:spcBef>
        <a:spcAft>
          <a:spcPct val="0"/>
        </a:spcAft>
        <a:buClr>
          <a:schemeClr val="bg2"/>
        </a:buClr>
        <a:buSzPct val="120000"/>
        <a:buFont typeface="Wingdings" pitchFamily="2" charset="2"/>
        <a:buChar char="§"/>
        <a:defRPr lang="en-US" sz="1800" b="0" kern="1200" baseline="0" dirty="0" smtClean="0">
          <a:solidFill>
            <a:schemeClr val="tx1"/>
          </a:solidFill>
          <a:latin typeface="Century Gothic" pitchFamily="34" charset="0"/>
          <a:ea typeface="+mn-ea"/>
          <a:cs typeface="Arial" pitchFamily="34" charset="0"/>
        </a:defRPr>
      </a:lvl1pPr>
      <a:lvl2pPr marL="285750" indent="-285750" algn="l" defTabSz="914400" rtl="0" eaLnBrk="1" fontAlgn="base" latinLnBrk="0" hangingPunct="1">
        <a:spcBef>
          <a:spcPts val="0"/>
        </a:spcBef>
        <a:spcAft>
          <a:spcPct val="0"/>
        </a:spcAft>
        <a:buClr>
          <a:schemeClr val="bg2"/>
        </a:buClr>
        <a:buSzPct val="100000"/>
        <a:buFont typeface="Wingdings" pitchFamily="2" charset="2"/>
        <a:buChar char="§"/>
        <a:defRPr lang="en-US" sz="1800" b="0" kern="1200" baseline="0" dirty="0" smtClean="0">
          <a:solidFill>
            <a:schemeClr val="tx1"/>
          </a:solidFill>
          <a:latin typeface="+mn-lt"/>
          <a:ea typeface="+mn-ea"/>
          <a:cs typeface="+mn-cs"/>
        </a:defRPr>
      </a:lvl2pPr>
      <a:lvl3pPr marL="571500" indent="-279400" algn="l" defTabSz="914400" rtl="0" eaLnBrk="1" fontAlgn="base" latinLnBrk="0" hangingPunct="1">
        <a:spcBef>
          <a:spcPts val="0"/>
        </a:spcBef>
        <a:spcAft>
          <a:spcPct val="0"/>
        </a:spcAft>
        <a:buClr>
          <a:schemeClr val="bg2"/>
        </a:buClr>
        <a:buSzPct val="90000"/>
        <a:buFont typeface="Arial" pitchFamily="34" charset="0"/>
        <a:buChar char="–"/>
        <a:defRPr kumimoji="0" lang="en-US" sz="1800" b="0" i="0" u="none" strike="noStrike" kern="1200" cap="none" spc="0" normalizeH="0" baseline="0" noProof="0" dirty="0" smtClean="0">
          <a:ln>
            <a:noFill/>
          </a:ln>
          <a:solidFill>
            <a:schemeClr val="tx1"/>
          </a:solidFill>
          <a:effectLst/>
          <a:uLnTx/>
          <a:uFillTx/>
          <a:latin typeface="Century Gothic" pitchFamily="34" charset="0"/>
          <a:ea typeface="+mn-ea"/>
          <a:cs typeface="Arial" pitchFamily="34" charset="0"/>
        </a:defRPr>
      </a:lvl3pPr>
      <a:lvl4pPr marL="850900" indent="-279400" algn="l" defTabSz="914400" rtl="0" eaLnBrk="1" fontAlgn="base" latinLnBrk="0" hangingPunct="1">
        <a:spcBef>
          <a:spcPts val="0"/>
        </a:spcBef>
        <a:spcAft>
          <a:spcPct val="0"/>
        </a:spcAft>
        <a:buClr>
          <a:schemeClr val="bg2"/>
        </a:buClr>
        <a:buSzPct val="80000"/>
        <a:buFont typeface="Wingdings" pitchFamily="2" charset="2"/>
        <a:buChar char="§"/>
        <a:defRPr lang="en-US" sz="1800" b="0" kern="1200" baseline="0" dirty="0" smtClean="0">
          <a:solidFill>
            <a:schemeClr val="tx1"/>
          </a:solidFill>
          <a:latin typeface="Century Gothic" pitchFamily="34" charset="0"/>
          <a:ea typeface="+mn-ea"/>
          <a:cs typeface="+mn-cs"/>
        </a:defRPr>
      </a:lvl4pPr>
      <a:lvl5pPr marL="1136650" indent="-285750" algn="l" defTabSz="933450" rtl="0" eaLnBrk="1" fontAlgn="base" latinLnBrk="0" hangingPunct="1">
        <a:spcBef>
          <a:spcPts val="0"/>
        </a:spcBef>
        <a:spcAft>
          <a:spcPct val="0"/>
        </a:spcAft>
        <a:buClr>
          <a:schemeClr val="bg2"/>
        </a:buClr>
        <a:buSzPct val="70000"/>
        <a:buFont typeface="Arial" pitchFamily="34" charset="0"/>
        <a:buChar char="–"/>
        <a:defRPr lang="en-US" sz="1800" b="0" kern="1200" baseline="0" dirty="0" smtClean="0">
          <a:solidFill>
            <a:schemeClr val="tx1"/>
          </a:solidFill>
          <a:latin typeface="Century Gothic" pitchFamily="34" charset="0"/>
          <a:ea typeface="+mn-ea"/>
          <a:cs typeface="+mn-cs"/>
        </a:defRPr>
      </a:lvl5pPr>
      <a:lvl6pPr marL="1371600" indent="-241300" algn="l" defTabSz="914400" rtl="0" eaLnBrk="1" latinLnBrk="0" hangingPunct="1">
        <a:spcBef>
          <a:spcPct val="20000"/>
        </a:spcBef>
        <a:buClr>
          <a:schemeClr val="bg2"/>
        </a:buClr>
        <a:buSzPct val="60000"/>
        <a:buFont typeface="Wingdings" pitchFamily="2" charset="2"/>
        <a:buChar char="§"/>
        <a:defRPr sz="2000" kern="1200">
          <a:solidFill>
            <a:schemeClr val="tx1"/>
          </a:solidFill>
          <a:latin typeface="Century Gothic" pitchFamily="34" charset="0"/>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bwMode="ltGray">
          <a:xfrm>
            <a:off x="463" y="0"/>
            <a:ext cx="2270124" cy="619125"/>
          </a:xfrm>
          <a:prstGeom prst="rect">
            <a:avLst/>
          </a:prstGeom>
        </p:spPr>
      </p:pic>
      <p:sp>
        <p:nvSpPr>
          <p:cNvPr id="2" name="Title Placeholder 1"/>
          <p:cNvSpPr>
            <a:spLocks noGrp="1"/>
          </p:cNvSpPr>
          <p:nvPr>
            <p:ph type="title"/>
          </p:nvPr>
        </p:nvSpPr>
        <p:spPr>
          <a:xfrm>
            <a:off x="468319" y="533411"/>
            <a:ext cx="8212138"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a:t>Click to edit Master title style</a:t>
            </a:r>
            <a:endParaRPr lang="en-US" dirty="0"/>
          </a:p>
        </p:txBody>
      </p:sp>
      <p:sp>
        <p:nvSpPr>
          <p:cNvPr id="3" name="Text Placeholder 2"/>
          <p:cNvSpPr>
            <a:spLocks noGrp="1"/>
          </p:cNvSpPr>
          <p:nvPr>
            <p:ph type="body" idx="1"/>
          </p:nvPr>
        </p:nvSpPr>
        <p:spPr>
          <a:xfrm>
            <a:off x="481018" y="1478756"/>
            <a:ext cx="8212138" cy="11079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marL="428625" marR="0" lvl="2" indent="-209550" algn="l" defTabSz="685800"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8862558" y="4960510"/>
            <a:ext cx="117020" cy="115416"/>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750">
                <a:solidFill>
                  <a:srgbClr val="6D6E71"/>
                </a:solidFill>
                <a:cs typeface="Arial" pitchFamily="34" charset="0"/>
              </a:rPr>
              <a:pPr algn="r">
                <a:defRPr/>
              </a:pPr>
              <a:t>‹#›</a:t>
            </a:fld>
            <a:endParaRPr lang="en-US" sz="750" dirty="0">
              <a:solidFill>
                <a:srgbClr val="6D6E71"/>
              </a:solidFill>
              <a:cs typeface="Arial" pitchFamily="34" charset="0"/>
            </a:endParaRPr>
          </a:p>
        </p:txBody>
      </p:sp>
      <p:sp>
        <p:nvSpPr>
          <p:cNvPr id="11" name="TextBox 20"/>
          <p:cNvSpPr txBox="1">
            <a:spLocks noChangeArrowheads="1"/>
          </p:cNvSpPr>
          <p:nvPr userDrawn="1"/>
        </p:nvSpPr>
        <p:spPr bwMode="gray">
          <a:xfrm>
            <a:off x="481023" y="4972294"/>
            <a:ext cx="1821011" cy="92333"/>
          </a:xfrm>
          <a:prstGeom prst="rect">
            <a:avLst/>
          </a:prstGeom>
          <a:noFill/>
          <a:ln w="9525">
            <a:noFill/>
            <a:miter lim="800000"/>
            <a:headEnd/>
            <a:tailEnd/>
          </a:ln>
        </p:spPr>
        <p:txBody>
          <a:bodyPr wrap="none" lIns="0" tIns="0" rIns="0" bIns="0">
            <a:spAutoFit/>
          </a:bodyPr>
          <a:lstStyle/>
          <a:p>
            <a:pPr>
              <a:defRPr/>
            </a:pPr>
            <a:r>
              <a:rPr lang="en-US" sz="600" dirty="0">
                <a:solidFill>
                  <a:srgbClr val="6D6E71"/>
                </a:solidFill>
                <a:cs typeface="Arial" pitchFamily="34" charset="0"/>
              </a:rPr>
              <a:t>Copyright © 2019 Tech Mahindra. All rights reserved.</a:t>
            </a:r>
          </a:p>
        </p:txBody>
      </p:sp>
    </p:spTree>
    <p:extLst>
      <p:ext uri="{BB962C8B-B14F-4D97-AF65-F5344CB8AC3E}">
        <p14:creationId xmlns:p14="http://schemas.microsoft.com/office/powerpoint/2010/main" val="2807958579"/>
      </p:ext>
    </p:extLst>
  </p:cSld>
  <p:clrMap bg1="lt1" tx1="dk1" bg2="lt2" tx2="dk2" accent1="accent1" accent2="accent2" accent3="accent3" accent4="accent4" accent5="accent5" accent6="accent6" hlink="hlink" folHlink="folHlink"/>
  <p:sldLayoutIdLst>
    <p:sldLayoutId id="2147485041" r:id="rId1"/>
    <p:sldLayoutId id="2147485042" r:id="rId2"/>
    <p:sldLayoutId id="2147485043" r:id="rId3"/>
    <p:sldLayoutId id="2147485044" r:id="rId4"/>
    <p:sldLayoutId id="2147485045" r:id="rId5"/>
    <p:sldLayoutId id="2147485046" r:id="rId6"/>
    <p:sldLayoutId id="2147485047" r:id="rId7"/>
    <p:sldLayoutId id="2147485048" r:id="rId8"/>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sldNum="0" hdr="0" ftr="0" dt="0"/>
  <p:txStyles>
    <p:titleStyle>
      <a:lvl1pPr algn="l" defTabSz="685800" rtl="0" eaLnBrk="1" latinLnBrk="0" hangingPunct="1">
        <a:spcBef>
          <a:spcPct val="0"/>
        </a:spcBef>
        <a:buNone/>
        <a:defRPr lang="en-US" sz="2400" b="1" kern="1200" dirty="0" smtClean="0">
          <a:solidFill>
            <a:schemeClr val="tx2"/>
          </a:solidFill>
          <a:latin typeface="Arial" pitchFamily="34" charset="0"/>
          <a:ea typeface="+mj-ea"/>
          <a:cs typeface="Arial" pitchFamily="34" charset="0"/>
        </a:defRPr>
      </a:lvl1pPr>
    </p:titleStyle>
    <p:bodyStyle>
      <a:lvl1pPr marL="217885" indent="-217885" algn="l" defTabSz="685800" rtl="0" eaLnBrk="1" fontAlgn="base" latinLnBrk="0" hangingPunct="1">
        <a:spcBef>
          <a:spcPts val="0"/>
        </a:spcBef>
        <a:spcAft>
          <a:spcPct val="0"/>
        </a:spcAft>
        <a:buClr>
          <a:schemeClr val="bg2"/>
        </a:buClr>
        <a:buSzPct val="120000"/>
        <a:buFont typeface="Wingdings" pitchFamily="2" charset="2"/>
        <a:buChar char="§"/>
        <a:defRPr lang="en-US" sz="1350" b="0" kern="1200" baseline="0" dirty="0" smtClean="0">
          <a:solidFill>
            <a:schemeClr val="tx1"/>
          </a:solidFill>
          <a:latin typeface="Arial" pitchFamily="34" charset="0"/>
          <a:ea typeface="+mn-ea"/>
          <a:cs typeface="Arial" pitchFamily="34" charset="0"/>
        </a:defRPr>
      </a:lvl1pPr>
      <a:lvl2pPr marL="214313" indent="-214313" algn="l" defTabSz="685800" rtl="0" eaLnBrk="1" fontAlgn="base" latinLnBrk="0" hangingPunct="1">
        <a:spcBef>
          <a:spcPts val="0"/>
        </a:spcBef>
        <a:spcAft>
          <a:spcPct val="0"/>
        </a:spcAft>
        <a:buClr>
          <a:schemeClr val="bg2"/>
        </a:buClr>
        <a:buSzPct val="100000"/>
        <a:buFont typeface="Wingdings" pitchFamily="2" charset="2"/>
        <a:buChar char="§"/>
        <a:defRPr lang="en-US" sz="1350" b="0" kern="1200" baseline="0" dirty="0" smtClean="0">
          <a:solidFill>
            <a:schemeClr val="tx1"/>
          </a:solidFill>
          <a:latin typeface="+mn-lt"/>
          <a:ea typeface="+mn-ea"/>
          <a:cs typeface="+mn-cs"/>
        </a:defRPr>
      </a:lvl2pPr>
      <a:lvl3pPr marL="428625" indent="-209550" algn="l" defTabSz="685800" rtl="0" eaLnBrk="1" fontAlgn="base" latinLnBrk="0" hangingPunct="1">
        <a:spcBef>
          <a:spcPts val="0"/>
        </a:spcBef>
        <a:spcAft>
          <a:spcPct val="0"/>
        </a:spcAft>
        <a:buClr>
          <a:schemeClr val="bg2"/>
        </a:buClr>
        <a:buSzPct val="90000"/>
        <a:buFont typeface="Arial" pitchFamily="34" charset="0"/>
        <a:buChar char="–"/>
        <a:defRPr kumimoji="0" lang="en-US" sz="135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638175" indent="-209550" algn="l" defTabSz="685800" rtl="0" eaLnBrk="1" fontAlgn="base" latinLnBrk="0" hangingPunct="1">
        <a:spcBef>
          <a:spcPts val="0"/>
        </a:spcBef>
        <a:spcAft>
          <a:spcPct val="0"/>
        </a:spcAft>
        <a:buClr>
          <a:schemeClr val="bg2"/>
        </a:buClr>
        <a:buSzPct val="80000"/>
        <a:buFont typeface="Wingdings" pitchFamily="2" charset="2"/>
        <a:buChar char="§"/>
        <a:defRPr lang="en-US" sz="1350" b="0" kern="1200" baseline="0" dirty="0" smtClean="0">
          <a:solidFill>
            <a:schemeClr val="tx1"/>
          </a:solidFill>
          <a:latin typeface="Arial" pitchFamily="34" charset="0"/>
          <a:ea typeface="+mn-ea"/>
          <a:cs typeface="+mn-cs"/>
        </a:defRPr>
      </a:lvl4pPr>
      <a:lvl5pPr marL="852488" indent="-214313" algn="l" defTabSz="700088" rtl="0" eaLnBrk="1" fontAlgn="base" latinLnBrk="0" hangingPunct="1">
        <a:spcBef>
          <a:spcPts val="0"/>
        </a:spcBef>
        <a:spcAft>
          <a:spcPct val="0"/>
        </a:spcAft>
        <a:buClr>
          <a:schemeClr val="bg2"/>
        </a:buClr>
        <a:buSzPct val="70000"/>
        <a:buFont typeface="Arial" pitchFamily="34" charset="0"/>
        <a:buChar char="–"/>
        <a:defRPr lang="en-US" sz="1350" b="0" kern="1200" baseline="0" dirty="0" smtClean="0">
          <a:solidFill>
            <a:schemeClr val="tx1"/>
          </a:solidFill>
          <a:latin typeface="Arial" pitchFamily="34" charset="0"/>
          <a:ea typeface="+mn-ea"/>
          <a:cs typeface="+mn-cs"/>
        </a:defRPr>
      </a:lvl5pPr>
      <a:lvl6pPr marL="1028700" indent="-180975" algn="l" defTabSz="685800" rtl="0" eaLnBrk="1" latinLnBrk="0" hangingPunct="1">
        <a:spcBef>
          <a:spcPct val="20000"/>
        </a:spcBef>
        <a:buClr>
          <a:schemeClr val="bg2"/>
        </a:buClr>
        <a:buSzPct val="60000"/>
        <a:buFont typeface="Wingdings" pitchFamily="2" charset="2"/>
        <a:buChar char="§"/>
        <a:defRPr sz="1500" kern="1200">
          <a:solidFill>
            <a:schemeClr val="tx1"/>
          </a:solidFill>
          <a:latin typeface="Arial" pitchFamily="34" charset="0"/>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919870" y="189111"/>
            <a:ext cx="7763432" cy="30008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title style</a:t>
            </a:r>
          </a:p>
        </p:txBody>
      </p:sp>
      <p:sp>
        <p:nvSpPr>
          <p:cNvPr id="6" name="TextBox 20"/>
          <p:cNvSpPr txBox="1">
            <a:spLocks noChangeArrowheads="1"/>
          </p:cNvSpPr>
          <p:nvPr userDrawn="1"/>
        </p:nvSpPr>
        <p:spPr bwMode="gray">
          <a:xfrm>
            <a:off x="171707" y="4995748"/>
            <a:ext cx="2257028" cy="107722"/>
          </a:xfrm>
          <a:prstGeom prst="rect">
            <a:avLst/>
          </a:prstGeom>
          <a:noFill/>
          <a:ln w="9525">
            <a:noFill/>
            <a:miter lim="800000"/>
          </a:ln>
        </p:spPr>
        <p:txBody>
          <a:bodyPr wrap="none" lIns="0" tIns="0" rIns="0" bIns="0">
            <a:spAutoFit/>
          </a:bodyPr>
          <a:lstStyle/>
          <a:p>
            <a:pPr defTabSz="1218293">
              <a:defRPr/>
            </a:pPr>
            <a:r>
              <a:rPr lang="en-US" sz="700" dirty="0">
                <a:solidFill>
                  <a:prstClr val="black">
                    <a:lumMod val="50000"/>
                    <a:lumOff val="50000"/>
                  </a:prstClr>
                </a:solidFill>
                <a:latin typeface="Century Gothic" pitchFamily="34" charset="0"/>
                <a:cs typeface="Arial" panose="020B0604020202020204" pitchFamily="34" charset="0"/>
              </a:rPr>
              <a:t>Copyright © 2019 Tech Mahindra. All rights reserved.</a:t>
            </a:r>
          </a:p>
        </p:txBody>
      </p:sp>
      <p:sp>
        <p:nvSpPr>
          <p:cNvPr id="5" name="Slide Number Placeholder 5"/>
          <p:cNvSpPr txBox="1">
            <a:spLocks/>
          </p:cNvSpPr>
          <p:nvPr userDrawn="1"/>
        </p:nvSpPr>
        <p:spPr bwMode="auto">
          <a:xfrm>
            <a:off x="8684903" y="5009008"/>
            <a:ext cx="109005" cy="107402"/>
          </a:xfrm>
          <a:prstGeom prst="rect">
            <a:avLst/>
          </a:prstGeom>
          <a:noFill/>
          <a:ln w="9525">
            <a:noFill/>
            <a:miter lim="800000"/>
            <a:headEnd/>
            <a:tailEnd/>
          </a:ln>
        </p:spPr>
        <p:txBody>
          <a:bodyPr wrap="none" lIns="0" tIns="0" rIns="0" bIns="0" anchor="ctr">
            <a:spAutoFit/>
          </a:bodyPr>
          <a:lstStyle/>
          <a:p>
            <a:pPr algn="r" defTabSz="685766">
              <a:defRPr/>
            </a:pPr>
            <a:fld id="{6856ECDB-1CEE-4F69-ADCA-557460F2116E}" type="slidenum">
              <a:rPr lang="en-US" sz="698" smtClean="0">
                <a:solidFill>
                  <a:prstClr val="black">
                    <a:lumMod val="50000"/>
                    <a:lumOff val="50000"/>
                  </a:prstClr>
                </a:solidFill>
                <a:latin typeface="Century Gothic" pitchFamily="34" charset="0"/>
                <a:cs typeface="Arial" pitchFamily="34" charset="0"/>
              </a:rPr>
              <a:pPr algn="r" defTabSz="685766">
                <a:defRPr/>
              </a:pPr>
              <a:t>‹#›</a:t>
            </a:fld>
            <a:endParaRPr lang="en-US" sz="698" dirty="0">
              <a:solidFill>
                <a:prstClr val="black">
                  <a:lumMod val="50000"/>
                  <a:lumOff val="50000"/>
                </a:prstClr>
              </a:solidFill>
              <a:latin typeface="Century Gothic" pitchFamily="34" charset="0"/>
              <a:cs typeface="Arial" pitchFamily="34" charset="0"/>
            </a:endParaRPr>
          </a:p>
        </p:txBody>
      </p:sp>
      <p:pic>
        <p:nvPicPr>
          <p:cNvPr id="7" name="Picture 7" descr="Ridge.pdf"/>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bwMode="ltGray">
          <a:xfrm>
            <a:off x="1" y="1"/>
            <a:ext cx="1381259" cy="502276"/>
          </a:xfrm>
          <a:prstGeom prst="rect">
            <a:avLst/>
          </a:prstGeom>
        </p:spPr>
      </p:pic>
    </p:spTree>
    <p:extLst>
      <p:ext uri="{BB962C8B-B14F-4D97-AF65-F5344CB8AC3E}">
        <p14:creationId xmlns:p14="http://schemas.microsoft.com/office/powerpoint/2010/main" val="2132466569"/>
      </p:ext>
    </p:extLst>
  </p:cSld>
  <p:clrMap bg1="lt1" tx1="dk1" bg2="lt2" tx2="dk2" accent1="accent1" accent2="accent2" accent3="accent3" accent4="accent4" accent5="accent5" accent6="accent6" hlink="hlink" folHlink="folHlink"/>
  <p:sldLayoutIdLst>
    <p:sldLayoutId id="2147485051" r:id="rId1"/>
    <p:sldLayoutId id="2147485052" r:id="rId2"/>
    <p:sldLayoutId id="2147485053" r:id="rId3"/>
    <p:sldLayoutId id="2147485054" r:id="rId4"/>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hf hdr="0" ftr="0" dt="0"/>
  <p:txStyles>
    <p:titleStyle>
      <a:lvl1pPr algn="l" rtl="0" eaLnBrk="1" fontAlgn="base" hangingPunct="1">
        <a:spcBef>
          <a:spcPct val="0"/>
        </a:spcBef>
        <a:spcAft>
          <a:spcPct val="0"/>
        </a:spcAft>
        <a:defRPr lang="en-US" sz="1950" b="1" kern="1200" dirty="0">
          <a:solidFill>
            <a:schemeClr val="tx1">
              <a:lumMod val="50000"/>
              <a:lumOff val="50000"/>
            </a:schemeClr>
          </a:solidFill>
          <a:latin typeface="Century Gothic" panose="020B0502020202020204" pitchFamily="34" charset="0"/>
          <a:ea typeface="+mj-ea"/>
          <a:cs typeface="Times New Roman" panose="02020603050405020304" pitchFamily="18" charset="0"/>
        </a:defRPr>
      </a:lvl1pPr>
      <a:lvl2pPr algn="l" rtl="0" eaLnBrk="1" fontAlgn="base" hangingPunct="1">
        <a:spcBef>
          <a:spcPct val="0"/>
        </a:spcBef>
        <a:spcAft>
          <a:spcPct val="0"/>
        </a:spcAft>
        <a:defRPr sz="2925" b="1">
          <a:solidFill>
            <a:schemeClr val="tx2"/>
          </a:solidFill>
          <a:latin typeface="Arial" charset="0"/>
          <a:cs typeface="Arial" charset="0"/>
        </a:defRPr>
      </a:lvl2pPr>
      <a:lvl3pPr algn="l" rtl="0" eaLnBrk="1" fontAlgn="base" hangingPunct="1">
        <a:spcBef>
          <a:spcPct val="0"/>
        </a:spcBef>
        <a:spcAft>
          <a:spcPct val="0"/>
        </a:spcAft>
        <a:defRPr sz="2925" b="1">
          <a:solidFill>
            <a:schemeClr val="tx2"/>
          </a:solidFill>
          <a:latin typeface="Arial" charset="0"/>
          <a:cs typeface="Arial" charset="0"/>
        </a:defRPr>
      </a:lvl3pPr>
      <a:lvl4pPr algn="l" rtl="0" eaLnBrk="1" fontAlgn="base" hangingPunct="1">
        <a:spcBef>
          <a:spcPct val="0"/>
        </a:spcBef>
        <a:spcAft>
          <a:spcPct val="0"/>
        </a:spcAft>
        <a:defRPr sz="2925" b="1">
          <a:solidFill>
            <a:schemeClr val="tx2"/>
          </a:solidFill>
          <a:latin typeface="Arial" charset="0"/>
          <a:cs typeface="Arial" charset="0"/>
        </a:defRPr>
      </a:lvl4pPr>
      <a:lvl5pPr algn="l" rtl="0" eaLnBrk="1" fontAlgn="base" hangingPunct="1">
        <a:spcBef>
          <a:spcPct val="0"/>
        </a:spcBef>
        <a:spcAft>
          <a:spcPct val="0"/>
        </a:spcAft>
        <a:defRPr sz="2925" b="1">
          <a:solidFill>
            <a:schemeClr val="tx2"/>
          </a:solidFill>
          <a:latin typeface="Arial" charset="0"/>
          <a:cs typeface="Arial" charset="0"/>
        </a:defRPr>
      </a:lvl5pPr>
      <a:lvl6pPr marL="410387" algn="l" rtl="0" eaLnBrk="1" fontAlgn="base" hangingPunct="1">
        <a:spcBef>
          <a:spcPct val="0"/>
        </a:spcBef>
        <a:spcAft>
          <a:spcPct val="0"/>
        </a:spcAft>
        <a:defRPr sz="2925" b="1">
          <a:solidFill>
            <a:schemeClr val="tx2"/>
          </a:solidFill>
          <a:latin typeface="Arial" charset="0"/>
          <a:cs typeface="Arial" charset="0"/>
        </a:defRPr>
      </a:lvl6pPr>
      <a:lvl7pPr marL="820769" algn="l" rtl="0" eaLnBrk="1" fontAlgn="base" hangingPunct="1">
        <a:spcBef>
          <a:spcPct val="0"/>
        </a:spcBef>
        <a:spcAft>
          <a:spcPct val="0"/>
        </a:spcAft>
        <a:defRPr sz="2925" b="1">
          <a:solidFill>
            <a:schemeClr val="tx2"/>
          </a:solidFill>
          <a:latin typeface="Arial" charset="0"/>
          <a:cs typeface="Arial" charset="0"/>
        </a:defRPr>
      </a:lvl7pPr>
      <a:lvl8pPr marL="1231160" algn="l" rtl="0" eaLnBrk="1" fontAlgn="base" hangingPunct="1">
        <a:spcBef>
          <a:spcPct val="0"/>
        </a:spcBef>
        <a:spcAft>
          <a:spcPct val="0"/>
        </a:spcAft>
        <a:defRPr sz="2925" b="1">
          <a:solidFill>
            <a:schemeClr val="tx2"/>
          </a:solidFill>
          <a:latin typeface="Arial" charset="0"/>
          <a:cs typeface="Arial" charset="0"/>
        </a:defRPr>
      </a:lvl8pPr>
      <a:lvl9pPr marL="1641542" algn="l" rtl="0" eaLnBrk="1" fontAlgn="base" hangingPunct="1">
        <a:spcBef>
          <a:spcPct val="0"/>
        </a:spcBef>
        <a:spcAft>
          <a:spcPct val="0"/>
        </a:spcAft>
        <a:defRPr sz="2925" b="1">
          <a:solidFill>
            <a:schemeClr val="tx2"/>
          </a:solidFill>
          <a:latin typeface="Arial" charset="0"/>
          <a:cs typeface="Arial" charset="0"/>
        </a:defRPr>
      </a:lvl9pPr>
    </p:titleStyle>
    <p:bodyStyle>
      <a:lvl1pPr marL="260768" indent="-260768"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256498" indent="-256498"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512984" indent="-250793"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763773" indent="-250793"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020266" indent="-256498" algn="l" defTabSz="837872"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231160" indent="-216593" algn="l" defTabSz="820769" rtl="0" eaLnBrk="1" latinLnBrk="0" hangingPunct="1">
        <a:spcBef>
          <a:spcPct val="20000"/>
        </a:spcBef>
        <a:buClr>
          <a:schemeClr val="bg2"/>
        </a:buClr>
        <a:buSzPct val="60000"/>
        <a:buFont typeface="Wingdings" pitchFamily="2" charset="2"/>
        <a:buChar char="§"/>
        <a:defRPr sz="1800" kern="1200">
          <a:solidFill>
            <a:schemeClr val="tx1"/>
          </a:solidFill>
          <a:latin typeface="Arial" pitchFamily="34" charset="0"/>
          <a:ea typeface="+mn-ea"/>
          <a:cs typeface="+mn-cs"/>
        </a:defRPr>
      </a:lvl6pPr>
      <a:lvl7pPr marL="2667503" indent="-205197" algn="l" defTabSz="820769"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77893" indent="-205197" algn="l" defTabSz="820769"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88282" indent="-205197" algn="l" defTabSz="820769"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0769" rtl="0" eaLnBrk="1" latinLnBrk="0" hangingPunct="1">
        <a:defRPr sz="1575" kern="1200">
          <a:solidFill>
            <a:schemeClr val="tx1"/>
          </a:solidFill>
          <a:latin typeface="+mn-lt"/>
          <a:ea typeface="+mn-ea"/>
          <a:cs typeface="+mn-cs"/>
        </a:defRPr>
      </a:lvl1pPr>
      <a:lvl2pPr marL="410387" algn="l" defTabSz="820769" rtl="0" eaLnBrk="1" latinLnBrk="0" hangingPunct="1">
        <a:defRPr sz="1575" kern="1200">
          <a:solidFill>
            <a:schemeClr val="tx1"/>
          </a:solidFill>
          <a:latin typeface="+mn-lt"/>
          <a:ea typeface="+mn-ea"/>
          <a:cs typeface="+mn-cs"/>
        </a:defRPr>
      </a:lvl2pPr>
      <a:lvl3pPr marL="820769" algn="l" defTabSz="820769" rtl="0" eaLnBrk="1" latinLnBrk="0" hangingPunct="1">
        <a:defRPr sz="1575" kern="1200">
          <a:solidFill>
            <a:schemeClr val="tx1"/>
          </a:solidFill>
          <a:latin typeface="+mn-lt"/>
          <a:ea typeface="+mn-ea"/>
          <a:cs typeface="+mn-cs"/>
        </a:defRPr>
      </a:lvl3pPr>
      <a:lvl4pPr marL="1231160" algn="l" defTabSz="820769" rtl="0" eaLnBrk="1" latinLnBrk="0" hangingPunct="1">
        <a:defRPr sz="1575" kern="1200">
          <a:solidFill>
            <a:schemeClr val="tx1"/>
          </a:solidFill>
          <a:latin typeface="+mn-lt"/>
          <a:ea typeface="+mn-ea"/>
          <a:cs typeface="+mn-cs"/>
        </a:defRPr>
      </a:lvl4pPr>
      <a:lvl5pPr marL="1641542" algn="l" defTabSz="820769" rtl="0" eaLnBrk="1" latinLnBrk="0" hangingPunct="1">
        <a:defRPr sz="1575" kern="1200">
          <a:solidFill>
            <a:schemeClr val="tx1"/>
          </a:solidFill>
          <a:latin typeface="+mn-lt"/>
          <a:ea typeface="+mn-ea"/>
          <a:cs typeface="+mn-cs"/>
        </a:defRPr>
      </a:lvl5pPr>
      <a:lvl6pPr marL="2051929" algn="l" defTabSz="820769" rtl="0" eaLnBrk="1" latinLnBrk="0" hangingPunct="1">
        <a:defRPr sz="1575" kern="1200">
          <a:solidFill>
            <a:schemeClr val="tx1"/>
          </a:solidFill>
          <a:latin typeface="+mn-lt"/>
          <a:ea typeface="+mn-ea"/>
          <a:cs typeface="+mn-cs"/>
        </a:defRPr>
      </a:lvl6pPr>
      <a:lvl7pPr marL="2462312" algn="l" defTabSz="820769" rtl="0" eaLnBrk="1" latinLnBrk="0" hangingPunct="1">
        <a:defRPr sz="1575" kern="1200">
          <a:solidFill>
            <a:schemeClr val="tx1"/>
          </a:solidFill>
          <a:latin typeface="+mn-lt"/>
          <a:ea typeface="+mn-ea"/>
          <a:cs typeface="+mn-cs"/>
        </a:defRPr>
      </a:lvl7pPr>
      <a:lvl8pPr marL="2872700" algn="l" defTabSz="820769" rtl="0" eaLnBrk="1" latinLnBrk="0" hangingPunct="1">
        <a:defRPr sz="1575" kern="1200">
          <a:solidFill>
            <a:schemeClr val="tx1"/>
          </a:solidFill>
          <a:latin typeface="+mn-lt"/>
          <a:ea typeface="+mn-ea"/>
          <a:cs typeface="+mn-cs"/>
        </a:defRPr>
      </a:lvl8pPr>
      <a:lvl9pPr marL="3283083" algn="l" defTabSz="820769" rtl="0" eaLnBrk="1" latinLnBrk="0" hangingPunct="1">
        <a:defRPr sz="157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9.png"/><Relationship Id="rId1" Type="http://schemas.openxmlformats.org/officeDocument/2006/relationships/slideLayout" Target="../slideLayouts/slideLayout104.xml"/><Relationship Id="rId4" Type="http://schemas.openxmlformats.org/officeDocument/2006/relationships/image" Target="../media/image40.png"/></Relationships>
</file>

<file path=ppt/slides/_rels/slide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3.jpeg"/><Relationship Id="rId7" Type="http://schemas.openxmlformats.org/officeDocument/2006/relationships/diagramColors" Target="../diagrams/colors1.xml"/><Relationship Id="rId2" Type="http://schemas.openxmlformats.org/officeDocument/2006/relationships/image" Target="../media/image42.jpeg"/><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45.png"/><Relationship Id="rId4" Type="http://schemas.openxmlformats.org/officeDocument/2006/relationships/diagramData" Target="../diagrams/data1.xml"/><Relationship Id="rId9" Type="http://schemas.openxmlformats.org/officeDocument/2006/relationships/image" Target="../media/image44.png"/></Relationships>
</file>

<file path=ppt/slides/_rels/slide4.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diagramLayout" Target="../diagrams/layout2.xml"/><Relationship Id="rId7" Type="http://schemas.openxmlformats.org/officeDocument/2006/relationships/image" Target="../media/image51.png"/><Relationship Id="rId12" Type="http://schemas.openxmlformats.org/officeDocument/2006/relationships/image" Target="../media/image56.png"/><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11" Type="http://schemas.openxmlformats.org/officeDocument/2006/relationships/image" Target="../media/image55.png"/><Relationship Id="rId5" Type="http://schemas.openxmlformats.org/officeDocument/2006/relationships/diagramColors" Target="../diagrams/colors2.xml"/><Relationship Id="rId10" Type="http://schemas.openxmlformats.org/officeDocument/2006/relationships/image" Target="../media/image54.png"/><Relationship Id="rId4" Type="http://schemas.openxmlformats.org/officeDocument/2006/relationships/diagramQuickStyle" Target="../diagrams/quickStyle2.xml"/><Relationship Id="rId9" Type="http://schemas.openxmlformats.org/officeDocument/2006/relationships/image" Target="../media/image53.png"/></Relationships>
</file>

<file path=ppt/slides/_rels/slide5.xml.rels><?xml version="1.0" encoding="UTF-8" standalone="yes"?>
<Relationships xmlns="http://schemas.openxmlformats.org/package/2006/relationships"><Relationship Id="rId8" Type="http://schemas.openxmlformats.org/officeDocument/2006/relationships/image" Target="../media/image63.jpeg"/><Relationship Id="rId13" Type="http://schemas.openxmlformats.org/officeDocument/2006/relationships/image" Target="../media/image68.pn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67.png"/><Relationship Id="rId17" Type="http://schemas.microsoft.com/office/2007/relationships/hdphoto" Target="../media/hdphoto3.wdp"/><Relationship Id="rId2" Type="http://schemas.openxmlformats.org/officeDocument/2006/relationships/image" Target="../media/image57.png"/><Relationship Id="rId16" Type="http://schemas.openxmlformats.org/officeDocument/2006/relationships/image" Target="../media/image70.png"/><Relationship Id="rId1" Type="http://schemas.openxmlformats.org/officeDocument/2006/relationships/slideLayout" Target="../slideLayouts/slideLayout8.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5" Type="http://schemas.microsoft.com/office/2007/relationships/hdphoto" Target="../media/hdphoto2.wdp"/><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69.png"/></Relationships>
</file>

<file path=ppt/slides/_rels/slide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4.jpg"/><Relationship Id="rId7" Type="http://schemas.openxmlformats.org/officeDocument/2006/relationships/image" Target="../media/image78.jpg"/><Relationship Id="rId2" Type="http://schemas.openxmlformats.org/officeDocument/2006/relationships/image" Target="../media/image73.jpg"/><Relationship Id="rId1" Type="http://schemas.openxmlformats.org/officeDocument/2006/relationships/slideLayout" Target="../slideLayouts/slideLayout6.xml"/><Relationship Id="rId6" Type="http://schemas.openxmlformats.org/officeDocument/2006/relationships/image" Target="../media/image77.jpg"/><Relationship Id="rId5" Type="http://schemas.openxmlformats.org/officeDocument/2006/relationships/image" Target="../media/image76.jpg"/><Relationship Id="rId4" Type="http://schemas.openxmlformats.org/officeDocument/2006/relationships/image" Target="../media/image75.jpg"/><Relationship Id="rId9" Type="http://schemas.openxmlformats.org/officeDocument/2006/relationships/image" Target="../media/image8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2.xml"/></Relationships>
</file>

<file path=ppt/slides/_rels/slide1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val="0"/>
              </a:ext>
            </a:extLst>
          </a:blip>
          <a:srcRect l="7606" t="45288" r="7628" b="47697"/>
          <a:stretch/>
        </p:blipFill>
        <p:spPr bwMode="auto">
          <a:xfrm>
            <a:off x="479425" y="4578959"/>
            <a:ext cx="2982914" cy="349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Rectangle 13"/>
          <p:cNvSpPr/>
          <p:nvPr/>
        </p:nvSpPr>
        <p:spPr>
          <a:xfrm>
            <a:off x="6545579" y="1647246"/>
            <a:ext cx="2598421" cy="2056073"/>
          </a:xfrm>
          <a:prstGeom prst="rect">
            <a:avLst/>
          </a:prstGeom>
          <a:solidFill>
            <a:schemeClr val="tx1">
              <a:alpha val="60000"/>
            </a:schemeClr>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Rectangle 14"/>
          <p:cNvSpPr/>
          <p:nvPr/>
        </p:nvSpPr>
        <p:spPr>
          <a:xfrm rot="5400000">
            <a:off x="7811888" y="2478247"/>
            <a:ext cx="72222" cy="2592000"/>
          </a:xfrm>
          <a:prstGeom prst="rect">
            <a:avLst/>
          </a:prstGeom>
          <a:solidFill>
            <a:srgbClr val="00B0F0">
              <a:alpha val="95000"/>
            </a:srgbClr>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Rectangle 8"/>
          <p:cNvSpPr/>
          <p:nvPr/>
        </p:nvSpPr>
        <p:spPr bwMode="auto">
          <a:xfrm>
            <a:off x="6567487" y="2110029"/>
            <a:ext cx="2576513" cy="954107"/>
          </a:xfrm>
          <a:prstGeom prst="rect">
            <a:avLst/>
          </a:prstGeom>
        </p:spPr>
        <p:txBody>
          <a:bodyPr wrap="square">
            <a:spAutoFit/>
          </a:bodyPr>
          <a:lstStyle/>
          <a:p>
            <a:pPr marL="0" marR="0" lvl="0" indent="0" algn="l" defTabSz="883676"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srgbClr val="00B0F0"/>
                </a:solidFill>
                <a:effectLst/>
                <a:uLnTx/>
                <a:uFillTx/>
                <a:latin typeface="Century Gothic" panose="020B0502020202020204" pitchFamily="34" charset="0"/>
                <a:ea typeface="Verdana" pitchFamily="34" charset="0"/>
                <a:cs typeface="Verdana" pitchFamily="34" charset="0"/>
              </a:rPr>
              <a:t>Presentation to Carrier</a:t>
            </a:r>
            <a:endParaRPr kumimoji="0" lang="en-IN" sz="1400" b="1" i="0" u="none" strike="noStrike" kern="1200" cap="none" spc="0" normalizeH="0" baseline="0" noProof="0" dirty="0">
              <a:ln>
                <a:noFill/>
              </a:ln>
              <a:solidFill>
                <a:srgbClr val="00B0F0"/>
              </a:solidFill>
              <a:effectLst/>
              <a:uLnTx/>
              <a:uFillTx/>
              <a:latin typeface="Century Gothic" panose="020B0502020202020204" pitchFamily="34" charset="0"/>
              <a:ea typeface="Verdana" pitchFamily="34" charset="0"/>
              <a:cs typeface="Verdana" pitchFamily="34" charset="0"/>
            </a:endParaRPr>
          </a:p>
        </p:txBody>
      </p:sp>
      <p:pic>
        <p:nvPicPr>
          <p:cNvPr id="10242" name="Picture 2" descr="https://images.carriercms.com/image/upload/h_150,q_100,f_auto/v1554388491/common/logos/carri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13768" y="3845175"/>
            <a:ext cx="683949" cy="408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2864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A12BB-EA48-410E-A63B-90F602207493}"/>
              </a:ext>
            </a:extLst>
          </p:cNvPr>
          <p:cNvSpPr>
            <a:spLocks noGrp="1"/>
          </p:cNvSpPr>
          <p:nvPr>
            <p:ph type="title"/>
          </p:nvPr>
        </p:nvSpPr>
        <p:spPr/>
        <p:txBody>
          <a:bodyPr/>
          <a:lstStyle/>
          <a:p>
            <a:r>
              <a:rPr lang="en-US" dirty="0"/>
              <a:t>Mild Hybrid Drive Controller                                                             1/3</a:t>
            </a:r>
          </a:p>
        </p:txBody>
      </p:sp>
      <p:sp>
        <p:nvSpPr>
          <p:cNvPr id="4" name="TextBox 3">
            <a:extLst>
              <a:ext uri="{FF2B5EF4-FFF2-40B4-BE49-F238E27FC236}">
                <a16:creationId xmlns:a16="http://schemas.microsoft.com/office/drawing/2014/main" id="{E41BA6DB-7299-4B6C-AD06-EC97A936E1B2}"/>
              </a:ext>
            </a:extLst>
          </p:cNvPr>
          <p:cNvSpPr txBox="1"/>
          <p:nvPr/>
        </p:nvSpPr>
        <p:spPr>
          <a:xfrm>
            <a:off x="99390" y="616791"/>
            <a:ext cx="8809160" cy="4462760"/>
          </a:xfrm>
          <a:prstGeom prst="rect">
            <a:avLst/>
          </a:prstGeom>
          <a:solidFill>
            <a:schemeClr val="bg1"/>
          </a:solidFill>
          <a:ln>
            <a:solidFill>
              <a:schemeClr val="tx1"/>
            </a:solidFill>
          </a:ln>
        </p:spPr>
        <p:txBody>
          <a:bodyPr wrap="square" tIns="34290" bIns="34290" rtlCol="0">
            <a:spAutoFit/>
          </a:bodyPr>
          <a:lstStyle/>
          <a:p>
            <a:pPr algn="just" defTabSz="685800" fontAlgn="base">
              <a:spcBef>
                <a:spcPct val="0"/>
              </a:spcBef>
              <a:spcAft>
                <a:spcPts val="450"/>
              </a:spcAft>
              <a:buClr>
                <a:srgbClr val="A7A9AC"/>
              </a:buClr>
            </a:pPr>
            <a:endParaRPr lang="en-US" sz="900" dirty="0">
              <a:solidFill>
                <a:prstClr val="black"/>
              </a:solidFill>
              <a:latin typeface="Century Gothic" panose="020B0502020202020204" pitchFamily="34" charset="0"/>
              <a:cs typeface="Calibri" pitchFamily="34" charset="0"/>
            </a:endParaRPr>
          </a:p>
          <a:p>
            <a:pPr marL="171450" indent="-171450" algn="just" defTabSz="685800" fontAlgn="base">
              <a:spcBef>
                <a:spcPct val="0"/>
              </a:spcBef>
              <a:spcAft>
                <a:spcPts val="450"/>
              </a:spcAft>
              <a:buClr>
                <a:srgbClr val="A7A9AC"/>
              </a:buClr>
              <a:buFont typeface="Wingdings" panose="05000000000000000000" pitchFamily="2" charset="2"/>
              <a:buChar char="§"/>
            </a:pPr>
            <a:r>
              <a:rPr lang="en-US" sz="900" dirty="0">
                <a:solidFill>
                  <a:prstClr val="black"/>
                </a:solidFill>
                <a:latin typeface="Century Gothic" panose="020B0502020202020204" pitchFamily="34" charset="0"/>
                <a:cs typeface="Calibri" pitchFamily="34" charset="0"/>
              </a:rPr>
              <a:t>The proliferation of the  Hybrid &amp; Electric Vehicle is dependent on the performance of an electric  motor and power electronics components</a:t>
            </a:r>
          </a:p>
          <a:p>
            <a:pPr marL="171450" indent="-171450" defTabSz="685800" fontAlgn="base">
              <a:spcBef>
                <a:spcPct val="0"/>
              </a:spcBef>
              <a:spcAft>
                <a:spcPts val="450"/>
              </a:spcAft>
              <a:buClr>
                <a:schemeClr val="tx1">
                  <a:lumMod val="50000"/>
                  <a:lumOff val="50000"/>
                </a:schemeClr>
              </a:buClr>
              <a:buFont typeface="Wingdings" panose="05000000000000000000" pitchFamily="2" charset="2"/>
              <a:buChar char="§"/>
            </a:pPr>
            <a:endParaRPr lang="en-US" sz="900" dirty="0">
              <a:solidFill>
                <a:prstClr val="black"/>
              </a:solidFill>
              <a:latin typeface="Century Gothic" panose="020B0502020202020204" pitchFamily="34" charset="0"/>
              <a:cs typeface="Arial" charset="0"/>
            </a:endParaRPr>
          </a:p>
          <a:p>
            <a:pPr marL="171450" indent="-171450" defTabSz="685800" fontAlgn="base">
              <a:spcBef>
                <a:spcPct val="0"/>
              </a:spcBef>
              <a:spcAft>
                <a:spcPts val="450"/>
              </a:spcAft>
              <a:buClr>
                <a:schemeClr val="tx1">
                  <a:lumMod val="50000"/>
                  <a:lumOff val="50000"/>
                </a:schemeClr>
              </a:buClr>
              <a:buFont typeface="Wingdings" panose="05000000000000000000" pitchFamily="2" charset="2"/>
              <a:buChar char="§"/>
            </a:pPr>
            <a:endParaRPr lang="en-US" sz="900" dirty="0">
              <a:solidFill>
                <a:prstClr val="black"/>
              </a:solidFill>
              <a:latin typeface="Century Gothic" panose="020B0502020202020204" pitchFamily="34" charset="0"/>
              <a:cs typeface="Arial" charset="0"/>
            </a:endParaRPr>
          </a:p>
          <a:p>
            <a:pPr marL="171450" indent="-171450"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a:solidFill>
                  <a:prstClr val="black"/>
                </a:solidFill>
                <a:latin typeface="Century Gothic" panose="020B0502020202020204" pitchFamily="34" charset="0"/>
                <a:cs typeface="Arial" charset="0"/>
              </a:rPr>
              <a:t>Advanced motor controller algorithms to meet vehicle level requirements</a:t>
            </a:r>
          </a:p>
          <a:p>
            <a:pPr marL="171450"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a:solidFill>
                  <a:prstClr val="black"/>
                </a:solidFill>
                <a:latin typeface="Century Gothic" panose="020B0502020202020204" pitchFamily="34" charset="0"/>
                <a:cs typeface="Arial" charset="0"/>
              </a:rPr>
              <a:t>Highly efficient inverters / converters to generate quality power supplies</a:t>
            </a:r>
          </a:p>
          <a:p>
            <a:pPr marL="171450"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a:solidFill>
                  <a:prstClr val="black"/>
                </a:solidFill>
                <a:latin typeface="Century Gothic" panose="020B0502020202020204" pitchFamily="34" charset="0"/>
                <a:cs typeface="Arial" charset="0"/>
              </a:rPr>
              <a:t>Powerful hardware to support sophisticated algorithms</a:t>
            </a:r>
          </a:p>
          <a:p>
            <a:pPr marL="171450"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a:solidFill>
                  <a:prstClr val="black"/>
                </a:solidFill>
                <a:latin typeface="Century Gothic" panose="020B0502020202020204" pitchFamily="34" charset="0"/>
                <a:cs typeface="Arial" charset="0"/>
              </a:rPr>
              <a:t>Model based software development life cycle</a:t>
            </a:r>
          </a:p>
          <a:p>
            <a:pPr algn="just" defTabSz="685800" fontAlgn="base">
              <a:spcBef>
                <a:spcPct val="0"/>
              </a:spcBef>
              <a:spcAft>
                <a:spcPts val="450"/>
              </a:spcAft>
              <a:buClr>
                <a:srgbClr val="A7A9AC"/>
              </a:buClr>
            </a:pPr>
            <a:endParaRPr lang="en-US" sz="900" b="1" dirty="0">
              <a:solidFill>
                <a:prstClr val="black"/>
              </a:solidFill>
              <a:latin typeface="Century Gothic" panose="020B0502020202020204" pitchFamily="34" charset="0"/>
              <a:cs typeface="Arial" charset="0"/>
            </a:endParaRPr>
          </a:p>
          <a:p>
            <a:pPr algn="just" defTabSz="685800" fontAlgn="base">
              <a:spcBef>
                <a:spcPct val="0"/>
              </a:spcBef>
              <a:spcAft>
                <a:spcPts val="450"/>
              </a:spcAft>
              <a:buClr>
                <a:srgbClr val="A7A9AC"/>
              </a:buClr>
            </a:pPr>
            <a:endParaRPr lang="en-US" sz="900" b="1" dirty="0">
              <a:solidFill>
                <a:prstClr val="black"/>
              </a:solidFill>
              <a:latin typeface="Century Gothic" panose="020B0502020202020204" pitchFamily="34" charset="0"/>
              <a:cs typeface="Arial" charset="0"/>
            </a:endParaRPr>
          </a:p>
          <a:p>
            <a:pPr marL="171450"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IN" sz="900" dirty="0">
                <a:solidFill>
                  <a:prstClr val="black"/>
                </a:solidFill>
                <a:latin typeface="Century Gothic" panose="020B0502020202020204" pitchFamily="34" charset="0"/>
                <a:cs typeface="Arial" charset="0"/>
              </a:rPr>
              <a:t>High Performance Torque Control Scheme</a:t>
            </a:r>
          </a:p>
          <a:p>
            <a:pPr marL="171450"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IN" sz="900" dirty="0">
                <a:solidFill>
                  <a:prstClr val="black"/>
                </a:solidFill>
                <a:latin typeface="Century Gothic" panose="020B0502020202020204" pitchFamily="34" charset="0"/>
                <a:cs typeface="Arial" charset="0"/>
              </a:rPr>
              <a:t>High Torque &amp; speed control capabilities</a:t>
            </a:r>
          </a:p>
          <a:p>
            <a:pPr marL="171450"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IN" sz="900" dirty="0">
                <a:solidFill>
                  <a:prstClr val="black"/>
                </a:solidFill>
                <a:latin typeface="Century Gothic" panose="020B0502020202020204" pitchFamily="34" charset="0"/>
                <a:cs typeface="Arial" charset="0"/>
              </a:rPr>
              <a:t>Highly efficient power converters</a:t>
            </a:r>
          </a:p>
          <a:p>
            <a:pPr marL="171450"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IN" sz="900" dirty="0">
                <a:solidFill>
                  <a:prstClr val="black"/>
                </a:solidFill>
                <a:latin typeface="Century Gothic" panose="020B0502020202020204" pitchFamily="34" charset="0"/>
                <a:cs typeface="Arial" charset="0"/>
              </a:rPr>
              <a:t>Regenerative braking capabilities</a:t>
            </a:r>
          </a:p>
          <a:p>
            <a:pPr marL="171450"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IN" sz="900" dirty="0">
                <a:solidFill>
                  <a:prstClr val="black"/>
                </a:solidFill>
                <a:latin typeface="Century Gothic" panose="020B0502020202020204" pitchFamily="34" charset="0"/>
                <a:cs typeface="Arial" charset="0"/>
              </a:rPr>
              <a:t>IS0 26262 compliance</a:t>
            </a:r>
          </a:p>
          <a:p>
            <a:pPr marL="171450"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IN" sz="900" dirty="0">
                <a:solidFill>
                  <a:prstClr val="black"/>
                </a:solidFill>
                <a:latin typeface="Century Gothic" panose="020B0502020202020204" pitchFamily="34" charset="0"/>
                <a:cs typeface="Arial" charset="0"/>
              </a:rPr>
              <a:t>AUTOSAR compliance </a:t>
            </a:r>
          </a:p>
          <a:p>
            <a:pPr marL="171450"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endParaRPr lang="en-IN" sz="900" dirty="0">
              <a:solidFill>
                <a:prstClr val="black"/>
              </a:solidFill>
              <a:latin typeface="Century Gothic" panose="020B0502020202020204" pitchFamily="34" charset="0"/>
              <a:cs typeface="Arial" charset="0"/>
            </a:endParaRPr>
          </a:p>
          <a:p>
            <a:pPr marL="171450"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endParaRPr lang="en-US" sz="900" dirty="0">
              <a:solidFill>
                <a:prstClr val="black"/>
              </a:solidFill>
              <a:latin typeface="Century Gothic" panose="020B0502020202020204" pitchFamily="34" charset="0"/>
              <a:cs typeface="Arial" charset="0"/>
            </a:endParaRPr>
          </a:p>
          <a:p>
            <a:pPr marL="171450"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a:solidFill>
                  <a:prstClr val="black"/>
                </a:solidFill>
                <a:latin typeface="Century Gothic" panose="020B0502020202020204" pitchFamily="34" charset="0"/>
                <a:cs typeface="Arial" charset="0"/>
              </a:rPr>
              <a:t>Successfully developed and tested for different vehicle operating conditions </a:t>
            </a:r>
          </a:p>
          <a:p>
            <a:pPr marL="171450"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a:solidFill>
                  <a:prstClr val="black"/>
                </a:solidFill>
                <a:latin typeface="Century Gothic" panose="020B0502020202020204" pitchFamily="34" charset="0"/>
                <a:cs typeface="Arial" charset="0"/>
              </a:rPr>
              <a:t>Scalable Architecture</a:t>
            </a:r>
          </a:p>
          <a:p>
            <a:pPr marL="171450"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a:solidFill>
                  <a:prstClr val="black"/>
                </a:solidFill>
                <a:latin typeface="Century Gothic" panose="020B0502020202020204" pitchFamily="34" charset="0"/>
                <a:cs typeface="Arial" charset="0"/>
              </a:rPr>
              <a:t>Advanced control algorithms</a:t>
            </a:r>
          </a:p>
          <a:p>
            <a:pPr marL="171450"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US" sz="900" dirty="0">
                <a:solidFill>
                  <a:prstClr val="black"/>
                </a:solidFill>
                <a:latin typeface="Century Gothic" panose="020B0502020202020204" pitchFamily="34" charset="0"/>
                <a:cs typeface="Arial" charset="0"/>
              </a:rPr>
              <a:t>Design and development of highly efficient power converters</a:t>
            </a:r>
          </a:p>
        </p:txBody>
      </p:sp>
      <p:pic>
        <p:nvPicPr>
          <p:cNvPr id="3" name="Picture 2"/>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48473" y="1313369"/>
            <a:ext cx="3720118" cy="2741637"/>
          </a:xfrm>
          <a:prstGeom prst="rect">
            <a:avLst/>
          </a:prstGeom>
        </p:spPr>
      </p:pic>
      <p:sp>
        <p:nvSpPr>
          <p:cNvPr id="6" name="Round Same Side Corner Rectangle 5"/>
          <p:cNvSpPr/>
          <p:nvPr/>
        </p:nvSpPr>
        <p:spPr>
          <a:xfrm>
            <a:off x="99390" y="636387"/>
            <a:ext cx="1778158" cy="230899"/>
          </a:xfrm>
          <a:prstGeom prst="round2SameRect">
            <a:avLst>
              <a:gd name="adj1" fmla="val 40248"/>
              <a:gd name="adj2" fmla="val 0"/>
            </a:avLst>
          </a:prstGeom>
          <a:solidFill>
            <a:schemeClr val="bg2"/>
          </a:solidFill>
          <a:ln>
            <a:noFill/>
          </a:ln>
        </p:spPr>
        <p:style>
          <a:lnRef idx="1">
            <a:schemeClr val="accent1"/>
          </a:lnRef>
          <a:fillRef idx="0">
            <a:schemeClr val="accent1"/>
          </a:fillRef>
          <a:effectRef idx="0">
            <a:schemeClr val="accent1"/>
          </a:effectRef>
          <a:fontRef idx="minor">
            <a:schemeClr val="tx1"/>
          </a:fontRef>
        </p:style>
        <p:txBody>
          <a:bodyPr bIns="78957" rtlCol="0" anchor="ctr"/>
          <a:lstStyle/>
          <a:p>
            <a:pPr algn="just" defTabSz="685800" fontAlgn="base">
              <a:spcBef>
                <a:spcPct val="0"/>
              </a:spcBef>
              <a:spcAft>
                <a:spcPts val="450"/>
              </a:spcAft>
              <a:buClr>
                <a:srgbClr val="A7A9AC"/>
              </a:buClr>
            </a:pPr>
            <a:r>
              <a:rPr lang="en-US" sz="1100" b="1" dirty="0">
                <a:solidFill>
                  <a:schemeClr val="bg1"/>
                </a:solidFill>
                <a:latin typeface="Century Gothic" panose="020B0502020202020204" pitchFamily="34" charset="0"/>
                <a:cs typeface="Arial" charset="0"/>
              </a:rPr>
              <a:t>Industry Context</a:t>
            </a:r>
          </a:p>
        </p:txBody>
      </p:sp>
      <p:sp>
        <p:nvSpPr>
          <p:cNvPr id="8" name="Round Same Side Corner Rectangle 7"/>
          <p:cNvSpPr/>
          <p:nvPr/>
        </p:nvSpPr>
        <p:spPr>
          <a:xfrm>
            <a:off x="99390" y="1241131"/>
            <a:ext cx="1778158" cy="230899"/>
          </a:xfrm>
          <a:prstGeom prst="round2SameRect">
            <a:avLst>
              <a:gd name="adj1" fmla="val 40248"/>
              <a:gd name="adj2" fmla="val 0"/>
            </a:avLst>
          </a:prstGeom>
          <a:solidFill>
            <a:schemeClr val="bg2"/>
          </a:solidFill>
          <a:ln>
            <a:noFill/>
          </a:ln>
        </p:spPr>
        <p:style>
          <a:lnRef idx="1">
            <a:schemeClr val="accent1"/>
          </a:lnRef>
          <a:fillRef idx="0">
            <a:schemeClr val="accent1"/>
          </a:fillRef>
          <a:effectRef idx="0">
            <a:schemeClr val="accent1"/>
          </a:effectRef>
          <a:fontRef idx="minor">
            <a:schemeClr val="tx1"/>
          </a:fontRef>
        </p:style>
        <p:txBody>
          <a:bodyPr bIns="78957" rtlCol="0" anchor="ctr"/>
          <a:lstStyle/>
          <a:p>
            <a:pPr algn="just" defTabSz="685800" fontAlgn="base">
              <a:spcBef>
                <a:spcPct val="0"/>
              </a:spcBef>
              <a:spcAft>
                <a:spcPts val="450"/>
              </a:spcAft>
              <a:buClr>
                <a:srgbClr val="A7A9AC"/>
              </a:buClr>
            </a:pPr>
            <a:r>
              <a:rPr lang="en-US" sz="1100" b="1" dirty="0">
                <a:solidFill>
                  <a:schemeClr val="bg1"/>
                </a:solidFill>
                <a:latin typeface="Century Gothic" panose="020B0502020202020204" pitchFamily="34" charset="0"/>
                <a:cs typeface="Arial" charset="0"/>
              </a:rPr>
              <a:t>Business Objective</a:t>
            </a:r>
          </a:p>
        </p:txBody>
      </p:sp>
      <p:sp>
        <p:nvSpPr>
          <p:cNvPr id="9" name="Round Same Side Corner Rectangle 8"/>
          <p:cNvSpPr/>
          <p:nvPr/>
        </p:nvSpPr>
        <p:spPr>
          <a:xfrm>
            <a:off x="165436" y="2384531"/>
            <a:ext cx="1778158" cy="230899"/>
          </a:xfrm>
          <a:prstGeom prst="round2SameRect">
            <a:avLst>
              <a:gd name="adj1" fmla="val 40248"/>
              <a:gd name="adj2" fmla="val 0"/>
            </a:avLst>
          </a:prstGeom>
          <a:solidFill>
            <a:schemeClr val="bg2"/>
          </a:solidFill>
          <a:ln>
            <a:noFill/>
          </a:ln>
        </p:spPr>
        <p:style>
          <a:lnRef idx="1">
            <a:schemeClr val="accent1"/>
          </a:lnRef>
          <a:fillRef idx="0">
            <a:schemeClr val="accent1"/>
          </a:fillRef>
          <a:effectRef idx="0">
            <a:schemeClr val="accent1"/>
          </a:effectRef>
          <a:fontRef idx="minor">
            <a:schemeClr val="tx1"/>
          </a:fontRef>
        </p:style>
        <p:txBody>
          <a:bodyPr bIns="78957" rtlCol="0" anchor="ctr"/>
          <a:lstStyle/>
          <a:p>
            <a:pPr algn="just" defTabSz="685800" fontAlgn="base">
              <a:spcBef>
                <a:spcPct val="0"/>
              </a:spcBef>
              <a:spcAft>
                <a:spcPts val="450"/>
              </a:spcAft>
              <a:buClr>
                <a:srgbClr val="A7A9AC"/>
              </a:buClr>
            </a:pPr>
            <a:r>
              <a:rPr lang="en-US" sz="1100" b="1" dirty="0">
                <a:solidFill>
                  <a:schemeClr val="bg1"/>
                </a:solidFill>
                <a:latin typeface="Century Gothic" panose="020B0502020202020204" pitchFamily="34" charset="0"/>
                <a:cs typeface="Arial" charset="0"/>
              </a:rPr>
              <a:t>Solution Approach</a:t>
            </a:r>
          </a:p>
        </p:txBody>
      </p:sp>
      <p:sp>
        <p:nvSpPr>
          <p:cNvPr id="10" name="Round Same Side Corner Rectangle 9"/>
          <p:cNvSpPr/>
          <p:nvPr/>
        </p:nvSpPr>
        <p:spPr>
          <a:xfrm>
            <a:off x="165436" y="3905374"/>
            <a:ext cx="1778158" cy="230899"/>
          </a:xfrm>
          <a:prstGeom prst="round2SameRect">
            <a:avLst>
              <a:gd name="adj1" fmla="val 40248"/>
              <a:gd name="adj2" fmla="val 0"/>
            </a:avLst>
          </a:prstGeom>
          <a:solidFill>
            <a:schemeClr val="bg2"/>
          </a:solidFill>
          <a:ln>
            <a:noFill/>
          </a:ln>
        </p:spPr>
        <p:style>
          <a:lnRef idx="1">
            <a:schemeClr val="accent1"/>
          </a:lnRef>
          <a:fillRef idx="0">
            <a:schemeClr val="accent1"/>
          </a:fillRef>
          <a:effectRef idx="0">
            <a:schemeClr val="accent1"/>
          </a:effectRef>
          <a:fontRef idx="minor">
            <a:schemeClr val="tx1"/>
          </a:fontRef>
        </p:style>
        <p:txBody>
          <a:bodyPr bIns="78957" rtlCol="0" anchor="ctr"/>
          <a:lstStyle/>
          <a:p>
            <a:pPr algn="just" defTabSz="685800" fontAlgn="base">
              <a:spcBef>
                <a:spcPct val="0"/>
              </a:spcBef>
              <a:spcAft>
                <a:spcPts val="450"/>
              </a:spcAft>
              <a:buClr>
                <a:srgbClr val="A7A9AC"/>
              </a:buClr>
            </a:pPr>
            <a:r>
              <a:rPr lang="en-US" sz="1100" b="1" dirty="0">
                <a:solidFill>
                  <a:schemeClr val="bg1"/>
                </a:solidFill>
                <a:latin typeface="Century Gothic" panose="020B0502020202020204" pitchFamily="34" charset="0"/>
                <a:cs typeface="Arial" charset="0"/>
              </a:rPr>
              <a:t>Business Impact</a:t>
            </a:r>
          </a:p>
        </p:txBody>
      </p:sp>
    </p:spTree>
    <p:extLst>
      <p:ext uri="{BB962C8B-B14F-4D97-AF65-F5344CB8AC3E}">
        <p14:creationId xmlns:p14="http://schemas.microsoft.com/office/powerpoint/2010/main" val="38343655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4DA12BB-EA48-410E-A63B-90F602207493}"/>
              </a:ext>
            </a:extLst>
          </p:cNvPr>
          <p:cNvSpPr>
            <a:spLocks noGrp="1"/>
          </p:cNvSpPr>
          <p:nvPr>
            <p:ph type="title"/>
          </p:nvPr>
        </p:nvSpPr>
        <p:spPr/>
        <p:txBody>
          <a:bodyPr/>
          <a:lstStyle/>
          <a:p>
            <a:r>
              <a:rPr lang="en-US" dirty="0"/>
              <a:t>Mild Hybrid Drive Controller                                                              2/3</a:t>
            </a:r>
          </a:p>
        </p:txBody>
      </p:sp>
      <p:pic>
        <p:nvPicPr>
          <p:cNvPr id="6" name="Picture 5" descr="simulink.jpg"/>
          <p:cNvPicPr>
            <a:picLocks noChangeAspect="1"/>
          </p:cNvPicPr>
          <p:nvPr/>
        </p:nvPicPr>
        <p:blipFill>
          <a:blip r:embed="rId2" cstate="print"/>
          <a:stretch>
            <a:fillRect/>
          </a:stretch>
        </p:blipFill>
        <p:spPr>
          <a:xfrm>
            <a:off x="872272" y="4083830"/>
            <a:ext cx="916871" cy="348411"/>
          </a:xfrm>
          <a:prstGeom prst="rect">
            <a:avLst/>
          </a:prstGeom>
        </p:spPr>
      </p:pic>
      <p:pic>
        <p:nvPicPr>
          <p:cNvPr id="11" name="Picture 10" descr="Vector.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9094" y="3794898"/>
            <a:ext cx="572954" cy="926276"/>
          </a:xfrm>
          <a:prstGeom prst="rect">
            <a:avLst/>
          </a:prstGeom>
        </p:spPr>
      </p:pic>
      <p:graphicFrame>
        <p:nvGraphicFramePr>
          <p:cNvPr id="13" name="Diagram 12"/>
          <p:cNvGraphicFramePr/>
          <p:nvPr>
            <p:extLst>
              <p:ext uri="{D42A27DB-BD31-4B8C-83A1-F6EECF244321}">
                <p14:modId xmlns:p14="http://schemas.microsoft.com/office/powerpoint/2010/main" val="2115120508"/>
              </p:ext>
            </p:extLst>
          </p:nvPr>
        </p:nvGraphicFramePr>
        <p:xfrm>
          <a:off x="872272" y="974035"/>
          <a:ext cx="3494461" cy="257476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9" name="Picture 8"/>
          <p:cNvPicPr>
            <a:picLocks noChangeAspect="1"/>
          </p:cNvPicPr>
          <p:nvPr/>
        </p:nvPicPr>
        <p:blipFill>
          <a:blip r:embed="rId9">
            <a:extLst>
              <a:ext uri="{28A0092B-C50C-407E-A947-70E740481C1C}">
                <a14:useLocalDpi xmlns:a14="http://schemas.microsoft.com/office/drawing/2010/main"/>
              </a:ext>
            </a:extLst>
          </a:blip>
          <a:stretch>
            <a:fillRect/>
          </a:stretch>
        </p:blipFill>
        <p:spPr>
          <a:xfrm>
            <a:off x="4220432" y="788486"/>
            <a:ext cx="4196204" cy="2760315"/>
          </a:xfrm>
          <a:prstGeom prst="rect">
            <a:avLst/>
          </a:prstGeom>
        </p:spPr>
      </p:pic>
      <p:pic>
        <p:nvPicPr>
          <p:cNvPr id="2" name="Picture 1"/>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2163993" y="4221367"/>
            <a:ext cx="1005235" cy="210875"/>
          </a:xfrm>
          <a:prstGeom prst="rect">
            <a:avLst/>
          </a:prstGeom>
        </p:spPr>
      </p:pic>
      <p:sp>
        <p:nvSpPr>
          <p:cNvPr id="3" name="Rectangle 2"/>
          <p:cNvSpPr/>
          <p:nvPr/>
        </p:nvSpPr>
        <p:spPr>
          <a:xfrm>
            <a:off x="3982335" y="3880889"/>
            <a:ext cx="4572000" cy="502702"/>
          </a:xfrm>
          <a:prstGeom prst="rect">
            <a:avLst/>
          </a:prstGeom>
        </p:spPr>
        <p:txBody>
          <a:bodyPr>
            <a:spAutoFit/>
          </a:bodyPr>
          <a:lstStyle/>
          <a:p>
            <a:pPr algn="just" defTabSz="685800" fontAlgn="base">
              <a:spcBef>
                <a:spcPct val="0"/>
              </a:spcBef>
              <a:spcAft>
                <a:spcPts val="450"/>
              </a:spcAft>
              <a:buClr>
                <a:srgbClr val="A7A9AC"/>
              </a:buClr>
            </a:pPr>
            <a:r>
              <a:rPr lang="en-US" sz="1200" b="1" dirty="0">
                <a:solidFill>
                  <a:prstClr val="black"/>
                </a:solidFill>
                <a:latin typeface="Century Gothic" panose="020B0502020202020204" pitchFamily="34" charset="0"/>
                <a:cs typeface="Arial" charset="0"/>
              </a:rPr>
              <a:t>Value Addition</a:t>
            </a:r>
          </a:p>
          <a:p>
            <a:pPr marL="171450" indent="-171450" algn="just" defTabSz="685800" fontAlgn="base">
              <a:spcBef>
                <a:spcPct val="0"/>
              </a:spcBef>
              <a:spcAft>
                <a:spcPts val="450"/>
              </a:spcAft>
              <a:buClr>
                <a:schemeClr val="tx1">
                  <a:lumMod val="50000"/>
                  <a:lumOff val="50000"/>
                </a:schemeClr>
              </a:buClr>
              <a:buFont typeface="Wingdings" panose="05000000000000000000" pitchFamily="2" charset="2"/>
              <a:buChar char="§"/>
            </a:pPr>
            <a:r>
              <a:rPr lang="en-US" sz="1050" dirty="0">
                <a:solidFill>
                  <a:prstClr val="black"/>
                </a:solidFill>
                <a:latin typeface="Century Gothic" panose="020B0502020202020204" pitchFamily="34" charset="0"/>
                <a:cs typeface="Arial" charset="0"/>
              </a:rPr>
              <a:t>SVPWM, Ant Windup Scheme and Field Weakening Control</a:t>
            </a:r>
          </a:p>
        </p:txBody>
      </p:sp>
      <p:sp>
        <p:nvSpPr>
          <p:cNvPr id="10" name="Rectangle 9"/>
          <p:cNvSpPr/>
          <p:nvPr/>
        </p:nvSpPr>
        <p:spPr>
          <a:xfrm>
            <a:off x="5685550" y="3565016"/>
            <a:ext cx="2427032" cy="276999"/>
          </a:xfrm>
          <a:prstGeom prst="rect">
            <a:avLst/>
          </a:prstGeom>
        </p:spPr>
        <p:txBody>
          <a:bodyPr wrap="square">
            <a:spAutoFit/>
          </a:bodyPr>
          <a:lstStyle/>
          <a:p>
            <a:pPr algn="just" defTabSz="685800" fontAlgn="base">
              <a:spcBef>
                <a:spcPct val="0"/>
              </a:spcBef>
              <a:spcAft>
                <a:spcPts val="450"/>
              </a:spcAft>
              <a:buClr>
                <a:srgbClr val="A7A9AC"/>
              </a:buClr>
            </a:pPr>
            <a:r>
              <a:rPr lang="en-US" sz="1200" dirty="0">
                <a:solidFill>
                  <a:prstClr val="black"/>
                </a:solidFill>
                <a:latin typeface="Century Gothic" panose="020B0502020202020204" pitchFamily="34" charset="0"/>
                <a:cs typeface="Arial" charset="0"/>
              </a:rPr>
              <a:t>   </a:t>
            </a:r>
            <a:r>
              <a:rPr lang="en-US" sz="1200" b="1" dirty="0">
                <a:solidFill>
                  <a:prstClr val="black"/>
                </a:solidFill>
                <a:latin typeface="Century Gothic" panose="020B0502020202020204" pitchFamily="34" charset="0"/>
                <a:cs typeface="Arial" charset="0"/>
              </a:rPr>
              <a:t>Field Oriented Control</a:t>
            </a:r>
            <a:endParaRPr lang="en-US" sz="1200" b="1" dirty="0">
              <a:solidFill>
                <a:prstClr val="black"/>
              </a:solidFill>
              <a:latin typeface="Century Gothic" panose="020B0502020202020204" pitchFamily="34" charset="0"/>
              <a:cs typeface="Calibri" pitchFamily="34" charset="0"/>
            </a:endParaRPr>
          </a:p>
        </p:txBody>
      </p:sp>
    </p:spTree>
    <p:extLst>
      <p:ext uri="{BB962C8B-B14F-4D97-AF65-F5344CB8AC3E}">
        <p14:creationId xmlns:p14="http://schemas.microsoft.com/office/powerpoint/2010/main" val="238353795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1811030578"/>
              </p:ext>
            </p:extLst>
          </p:nvPr>
        </p:nvGraphicFramePr>
        <p:xfrm>
          <a:off x="912949" y="1083365"/>
          <a:ext cx="4228780" cy="25908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a:extLst>
              <a:ext uri="{FF2B5EF4-FFF2-40B4-BE49-F238E27FC236}">
                <a16:creationId xmlns:a16="http://schemas.microsoft.com/office/drawing/2014/main" id="{84DA12BB-EA48-410E-A63B-90F602207493}"/>
              </a:ext>
            </a:extLst>
          </p:cNvPr>
          <p:cNvSpPr>
            <a:spLocks noGrp="1"/>
          </p:cNvSpPr>
          <p:nvPr>
            <p:ph type="title"/>
          </p:nvPr>
        </p:nvSpPr>
        <p:spPr/>
        <p:txBody>
          <a:bodyPr/>
          <a:lstStyle/>
          <a:p>
            <a:r>
              <a:rPr lang="en-US" dirty="0"/>
              <a:t>Mild Hybrid Drive Controller                                                              3/3</a:t>
            </a:r>
          </a:p>
        </p:txBody>
      </p:sp>
      <p:sp>
        <p:nvSpPr>
          <p:cNvPr id="16" name="Rounded Rectangle 15"/>
          <p:cNvSpPr/>
          <p:nvPr/>
        </p:nvSpPr>
        <p:spPr>
          <a:xfrm>
            <a:off x="1310514" y="3839263"/>
            <a:ext cx="3594920" cy="691889"/>
          </a:xfrm>
          <a:prstGeom prst="roundRect">
            <a:avLst/>
          </a:prstGeom>
          <a:solidFill>
            <a:srgbClr val="D9D9D9"/>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fontAlgn="base">
              <a:spcBef>
                <a:spcPct val="0"/>
              </a:spcBef>
              <a:spcAft>
                <a:spcPct val="0"/>
              </a:spcAft>
            </a:pPr>
            <a:r>
              <a:rPr lang="en-US" sz="1100" dirty="0">
                <a:solidFill>
                  <a:prstClr val="black"/>
                </a:solidFill>
                <a:latin typeface="Century Gothic" panose="020B0502020202020204" pitchFamily="34" charset="0"/>
              </a:rPr>
              <a:t>Hardware Design Tools:</a:t>
            </a:r>
          </a:p>
          <a:p>
            <a:pPr algn="ctr" defTabSz="685800" fontAlgn="base">
              <a:spcBef>
                <a:spcPct val="0"/>
              </a:spcBef>
              <a:spcAft>
                <a:spcPct val="0"/>
              </a:spcAft>
            </a:pPr>
            <a:r>
              <a:rPr lang="en-US" sz="1100" dirty="0">
                <a:solidFill>
                  <a:prstClr val="black"/>
                </a:solidFill>
                <a:latin typeface="Century Gothic" panose="020B0502020202020204" pitchFamily="34" charset="0"/>
              </a:rPr>
              <a:t>Mentor Graphics,OrCAD,Simetrix, pSpice</a:t>
            </a:r>
          </a:p>
        </p:txBody>
      </p:sp>
      <p:grpSp>
        <p:nvGrpSpPr>
          <p:cNvPr id="18" name="Group 17"/>
          <p:cNvGrpSpPr/>
          <p:nvPr/>
        </p:nvGrpSpPr>
        <p:grpSpPr>
          <a:xfrm>
            <a:off x="5933661" y="480213"/>
            <a:ext cx="2741602" cy="4298761"/>
            <a:chOff x="5647859" y="513054"/>
            <a:chExt cx="3236126" cy="4700107"/>
          </a:xfrm>
          <a:effectLst>
            <a:outerShdw blurRad="927100" dist="50800" dir="5400000" algn="ctr" rotWithShape="0">
              <a:srgbClr val="000000">
                <a:alpha val="43137"/>
              </a:srgbClr>
            </a:outerShdw>
            <a:reflection blurRad="584200" stA="80000" endPos="65000" dist="50800" dir="5400000" sy="-100000" algn="bl" rotWithShape="0"/>
          </a:effectLst>
        </p:grpSpPr>
        <p:pic>
          <p:nvPicPr>
            <p:cNvPr id="5" name="Picture 4"/>
            <p:cNvPicPr>
              <a:picLocks noChangeAspect="1"/>
            </p:cNvPicPr>
            <p:nvPr/>
          </p:nvPicPr>
          <p:blipFill>
            <a:blip r:embed="rId7" cstate="screen">
              <a:biLevel thresh="75000"/>
              <a:extLst>
                <a:ext uri="{28A0092B-C50C-407E-A947-70E740481C1C}">
                  <a14:useLocalDpi xmlns:a14="http://schemas.microsoft.com/office/drawing/2010/main"/>
                </a:ext>
              </a:extLst>
            </a:blip>
            <a:stretch>
              <a:fillRect/>
            </a:stretch>
          </p:blipFill>
          <p:spPr>
            <a:xfrm>
              <a:off x="7530045" y="529158"/>
              <a:ext cx="1320758" cy="1279312"/>
            </a:xfrm>
            <a:prstGeom prst="rect">
              <a:avLst/>
            </a:prstGeom>
          </p:spPr>
        </p:pic>
        <p:pic>
          <p:nvPicPr>
            <p:cNvPr id="6" name="Picture 5"/>
            <p:cNvPicPr>
              <a:picLocks noChangeAspect="1"/>
            </p:cNvPicPr>
            <p:nvPr/>
          </p:nvPicPr>
          <p:blipFill>
            <a:blip r:embed="rId8" cstate="screen">
              <a:biLevel thresh="75000"/>
              <a:extLst>
                <a:ext uri="{28A0092B-C50C-407E-A947-70E740481C1C}">
                  <a14:useLocalDpi xmlns:a14="http://schemas.microsoft.com/office/drawing/2010/main"/>
                </a:ext>
              </a:extLst>
            </a:blip>
            <a:stretch>
              <a:fillRect/>
            </a:stretch>
          </p:blipFill>
          <p:spPr>
            <a:xfrm>
              <a:off x="5658922" y="3500992"/>
              <a:ext cx="1353934" cy="1381736"/>
            </a:xfrm>
            <a:prstGeom prst="rect">
              <a:avLst/>
            </a:prstGeom>
          </p:spPr>
        </p:pic>
        <p:pic>
          <p:nvPicPr>
            <p:cNvPr id="7" name="Picture 6"/>
            <p:cNvPicPr>
              <a:picLocks noChangeAspect="1"/>
            </p:cNvPicPr>
            <p:nvPr/>
          </p:nvPicPr>
          <p:blipFill>
            <a:blip r:embed="rId9" cstate="screen">
              <a:biLevel thresh="75000"/>
              <a:extLst>
                <a:ext uri="{28A0092B-C50C-407E-A947-70E740481C1C}">
                  <a14:useLocalDpi xmlns:a14="http://schemas.microsoft.com/office/drawing/2010/main"/>
                </a:ext>
              </a:extLst>
            </a:blip>
            <a:stretch>
              <a:fillRect/>
            </a:stretch>
          </p:blipFill>
          <p:spPr>
            <a:xfrm>
              <a:off x="7557146" y="2004267"/>
              <a:ext cx="1315778" cy="1337708"/>
            </a:xfrm>
            <a:prstGeom prst="rect">
              <a:avLst/>
            </a:prstGeom>
          </p:spPr>
        </p:pic>
        <p:pic>
          <p:nvPicPr>
            <p:cNvPr id="8" name="Picture 7"/>
            <p:cNvPicPr>
              <a:picLocks noChangeAspect="1"/>
            </p:cNvPicPr>
            <p:nvPr/>
          </p:nvPicPr>
          <p:blipFill>
            <a:blip r:embed="rId10" cstate="screen">
              <a:biLevel thresh="75000"/>
              <a:extLst>
                <a:ext uri="{28A0092B-C50C-407E-A947-70E740481C1C}">
                  <a14:useLocalDpi xmlns:a14="http://schemas.microsoft.com/office/drawing/2010/main"/>
                </a:ext>
              </a:extLst>
            </a:blip>
            <a:stretch>
              <a:fillRect/>
            </a:stretch>
          </p:blipFill>
          <p:spPr>
            <a:xfrm>
              <a:off x="5647859" y="1982377"/>
              <a:ext cx="1376055" cy="1370659"/>
            </a:xfrm>
            <a:prstGeom prst="rect">
              <a:avLst/>
            </a:prstGeom>
          </p:spPr>
        </p:pic>
        <p:pic>
          <p:nvPicPr>
            <p:cNvPr id="9" name="Picture 8"/>
            <p:cNvPicPr>
              <a:picLocks noChangeAspect="1"/>
            </p:cNvPicPr>
            <p:nvPr/>
          </p:nvPicPr>
          <p:blipFill>
            <a:blip r:embed="rId11" cstate="screen">
              <a:biLevel thresh="75000"/>
              <a:extLst>
                <a:ext uri="{28A0092B-C50C-407E-A947-70E740481C1C}">
                  <a14:useLocalDpi xmlns:a14="http://schemas.microsoft.com/office/drawing/2010/main"/>
                </a:ext>
              </a:extLst>
            </a:blip>
            <a:stretch>
              <a:fillRect/>
            </a:stretch>
          </p:blipFill>
          <p:spPr>
            <a:xfrm>
              <a:off x="5668444" y="513054"/>
              <a:ext cx="1355471" cy="1306478"/>
            </a:xfrm>
            <a:prstGeom prst="rect">
              <a:avLst/>
            </a:prstGeom>
          </p:spPr>
        </p:pic>
        <p:sp>
          <p:nvSpPr>
            <p:cNvPr id="10" name="TextBox 9">
              <a:extLst>
                <a:ext uri="{FF2B5EF4-FFF2-40B4-BE49-F238E27FC236}">
                  <a16:creationId xmlns:a16="http://schemas.microsoft.com/office/drawing/2014/main" id="{2F0492E2-146C-E449-96D8-2A2E507F96F6}"/>
                </a:ext>
              </a:extLst>
            </p:cNvPr>
            <p:cNvSpPr txBox="1"/>
            <p:nvPr/>
          </p:nvSpPr>
          <p:spPr>
            <a:xfrm>
              <a:off x="5647863" y="1794335"/>
              <a:ext cx="1376054" cy="230832"/>
            </a:xfrm>
            <a:prstGeom prst="rect">
              <a:avLst/>
            </a:prstGeom>
            <a:solidFill>
              <a:srgbClr val="D9D9D9"/>
            </a:solidFill>
          </p:spPr>
          <p:txBody>
            <a:bodyPr wrap="square" rtlCol="0">
              <a:spAutoFit/>
            </a:bodyPr>
            <a:lstStyle/>
            <a:p>
              <a:pPr algn="ctr" defTabSz="685800" fontAlgn="base">
                <a:spcBef>
                  <a:spcPct val="0"/>
                </a:spcBef>
                <a:spcAft>
                  <a:spcPct val="0"/>
                </a:spcAft>
              </a:pPr>
              <a:r>
                <a:rPr lang="en-US" sz="900" dirty="0">
                  <a:solidFill>
                    <a:prstClr val="black"/>
                  </a:solidFill>
                  <a:latin typeface="Century Gothic" panose="020B0502020202020204" pitchFamily="34" charset="0"/>
                  <a:cs typeface="Arial" charset="0"/>
                </a:rPr>
                <a:t>Current Sensor</a:t>
              </a:r>
            </a:p>
          </p:txBody>
        </p:sp>
        <p:sp>
          <p:nvSpPr>
            <p:cNvPr id="11" name="TextBox 10">
              <a:extLst>
                <a:ext uri="{FF2B5EF4-FFF2-40B4-BE49-F238E27FC236}">
                  <a16:creationId xmlns:a16="http://schemas.microsoft.com/office/drawing/2014/main" id="{2F0492E2-146C-E449-96D8-2A2E507F96F6}"/>
                </a:ext>
              </a:extLst>
            </p:cNvPr>
            <p:cNvSpPr txBox="1"/>
            <p:nvPr/>
          </p:nvSpPr>
          <p:spPr>
            <a:xfrm>
              <a:off x="7541103" y="1794335"/>
              <a:ext cx="1331821" cy="230832"/>
            </a:xfrm>
            <a:prstGeom prst="rect">
              <a:avLst/>
            </a:prstGeom>
            <a:solidFill>
              <a:srgbClr val="D9D9D9"/>
            </a:solidFill>
          </p:spPr>
          <p:txBody>
            <a:bodyPr wrap="square" rtlCol="0">
              <a:spAutoFit/>
            </a:bodyPr>
            <a:lstStyle/>
            <a:p>
              <a:pPr algn="ctr" defTabSz="685800" fontAlgn="base">
                <a:spcBef>
                  <a:spcPct val="0"/>
                </a:spcBef>
                <a:spcAft>
                  <a:spcPct val="0"/>
                </a:spcAft>
              </a:pPr>
              <a:r>
                <a:rPr lang="en-US" sz="900" dirty="0">
                  <a:solidFill>
                    <a:prstClr val="black"/>
                  </a:solidFill>
                  <a:latin typeface="Century Gothic" panose="020B0502020202020204" pitchFamily="34" charset="0"/>
                  <a:cs typeface="Arial" charset="0"/>
                </a:rPr>
                <a:t>Capacitor </a:t>
              </a:r>
            </a:p>
          </p:txBody>
        </p:sp>
        <p:sp>
          <p:nvSpPr>
            <p:cNvPr id="12" name="TextBox 11">
              <a:extLst>
                <a:ext uri="{FF2B5EF4-FFF2-40B4-BE49-F238E27FC236}">
                  <a16:creationId xmlns:a16="http://schemas.microsoft.com/office/drawing/2014/main" id="{2F0492E2-146C-E449-96D8-2A2E507F96F6}"/>
                </a:ext>
              </a:extLst>
            </p:cNvPr>
            <p:cNvSpPr txBox="1"/>
            <p:nvPr/>
          </p:nvSpPr>
          <p:spPr>
            <a:xfrm>
              <a:off x="5647863" y="3324011"/>
              <a:ext cx="1376054" cy="230832"/>
            </a:xfrm>
            <a:prstGeom prst="rect">
              <a:avLst/>
            </a:prstGeom>
            <a:solidFill>
              <a:srgbClr val="D9D9D9"/>
            </a:solidFill>
          </p:spPr>
          <p:txBody>
            <a:bodyPr wrap="square" rtlCol="0">
              <a:spAutoFit/>
            </a:bodyPr>
            <a:lstStyle/>
            <a:p>
              <a:pPr algn="ctr" defTabSz="685800" fontAlgn="base">
                <a:spcBef>
                  <a:spcPct val="0"/>
                </a:spcBef>
                <a:spcAft>
                  <a:spcPct val="0"/>
                </a:spcAft>
              </a:pPr>
              <a:r>
                <a:rPr lang="en-US" sz="900" dirty="0">
                  <a:solidFill>
                    <a:prstClr val="black"/>
                  </a:solidFill>
                  <a:latin typeface="Century Gothic" panose="020B0502020202020204" pitchFamily="34" charset="0"/>
                  <a:cs typeface="Arial" charset="0"/>
                </a:rPr>
                <a:t>Power</a:t>
              </a:r>
            </a:p>
          </p:txBody>
        </p:sp>
        <p:sp>
          <p:nvSpPr>
            <p:cNvPr id="13" name="TextBox 12">
              <a:extLst>
                <a:ext uri="{FF2B5EF4-FFF2-40B4-BE49-F238E27FC236}">
                  <a16:creationId xmlns:a16="http://schemas.microsoft.com/office/drawing/2014/main" id="{2F0492E2-146C-E449-96D8-2A2E507F96F6}"/>
                </a:ext>
              </a:extLst>
            </p:cNvPr>
            <p:cNvSpPr txBox="1"/>
            <p:nvPr/>
          </p:nvSpPr>
          <p:spPr>
            <a:xfrm>
              <a:off x="7546085" y="3330914"/>
              <a:ext cx="1326839" cy="230832"/>
            </a:xfrm>
            <a:prstGeom prst="rect">
              <a:avLst/>
            </a:prstGeom>
            <a:solidFill>
              <a:srgbClr val="D9D9D9"/>
            </a:solidFill>
          </p:spPr>
          <p:txBody>
            <a:bodyPr wrap="square" rtlCol="0">
              <a:spAutoFit/>
            </a:bodyPr>
            <a:lstStyle/>
            <a:p>
              <a:pPr algn="ctr" defTabSz="685800" fontAlgn="base">
                <a:spcBef>
                  <a:spcPct val="0"/>
                </a:spcBef>
                <a:spcAft>
                  <a:spcPct val="0"/>
                </a:spcAft>
              </a:pPr>
              <a:r>
                <a:rPr lang="en-US" sz="900" dirty="0">
                  <a:solidFill>
                    <a:prstClr val="black"/>
                  </a:solidFill>
                  <a:latin typeface="Century Gothic" panose="020B0502020202020204" pitchFamily="34" charset="0"/>
                  <a:cs typeface="Arial" charset="0"/>
                </a:rPr>
                <a:t>Isolation</a:t>
              </a:r>
            </a:p>
          </p:txBody>
        </p:sp>
        <p:sp>
          <p:nvSpPr>
            <p:cNvPr id="14" name="TextBox 13">
              <a:extLst>
                <a:ext uri="{FF2B5EF4-FFF2-40B4-BE49-F238E27FC236}">
                  <a16:creationId xmlns:a16="http://schemas.microsoft.com/office/drawing/2014/main" id="{2F0492E2-146C-E449-96D8-2A2E507F96F6}"/>
                </a:ext>
              </a:extLst>
            </p:cNvPr>
            <p:cNvSpPr txBox="1"/>
            <p:nvPr/>
          </p:nvSpPr>
          <p:spPr>
            <a:xfrm>
              <a:off x="5647861" y="4853688"/>
              <a:ext cx="1376054" cy="230832"/>
            </a:xfrm>
            <a:prstGeom prst="rect">
              <a:avLst/>
            </a:prstGeom>
            <a:solidFill>
              <a:srgbClr val="D9D9D9"/>
            </a:solidFill>
          </p:spPr>
          <p:txBody>
            <a:bodyPr wrap="square" rtlCol="0">
              <a:spAutoFit/>
            </a:bodyPr>
            <a:lstStyle/>
            <a:p>
              <a:pPr algn="ctr" defTabSz="685800" fontAlgn="base">
                <a:spcBef>
                  <a:spcPct val="0"/>
                </a:spcBef>
                <a:spcAft>
                  <a:spcPct val="0"/>
                </a:spcAft>
              </a:pPr>
              <a:r>
                <a:rPr lang="en-US" sz="900" dirty="0">
                  <a:solidFill>
                    <a:prstClr val="black"/>
                  </a:solidFill>
                  <a:latin typeface="Century Gothic" panose="020B0502020202020204" pitchFamily="34" charset="0"/>
                  <a:cs typeface="Arial" charset="0"/>
                </a:rPr>
                <a:t>Main Controller</a:t>
              </a:r>
            </a:p>
          </p:txBody>
        </p:sp>
        <p:sp>
          <p:nvSpPr>
            <p:cNvPr id="15" name="TextBox 14">
              <a:extLst>
                <a:ext uri="{FF2B5EF4-FFF2-40B4-BE49-F238E27FC236}">
                  <a16:creationId xmlns:a16="http://schemas.microsoft.com/office/drawing/2014/main" id="{2F0492E2-146C-E449-96D8-2A2E507F96F6}"/>
                </a:ext>
              </a:extLst>
            </p:cNvPr>
            <p:cNvSpPr txBox="1"/>
            <p:nvPr/>
          </p:nvSpPr>
          <p:spPr>
            <a:xfrm>
              <a:off x="7530045" y="4843829"/>
              <a:ext cx="1342879" cy="369332"/>
            </a:xfrm>
            <a:prstGeom prst="rect">
              <a:avLst/>
            </a:prstGeom>
            <a:solidFill>
              <a:srgbClr val="D9D9D9"/>
            </a:solidFill>
          </p:spPr>
          <p:txBody>
            <a:bodyPr wrap="square" rtlCol="0">
              <a:spAutoFit/>
            </a:bodyPr>
            <a:lstStyle/>
            <a:p>
              <a:pPr algn="ctr" defTabSz="685800" fontAlgn="base">
                <a:spcBef>
                  <a:spcPct val="0"/>
                </a:spcBef>
                <a:spcAft>
                  <a:spcPct val="0"/>
                </a:spcAft>
              </a:pPr>
              <a:r>
                <a:rPr lang="en-US" sz="900" dirty="0">
                  <a:solidFill>
                    <a:prstClr val="black"/>
                  </a:solidFill>
                  <a:latin typeface="Century Gothic" panose="020B0502020202020204" pitchFamily="34" charset="0"/>
                  <a:cs typeface="Arial" charset="0"/>
                </a:rPr>
                <a:t>Motor Controller ECU</a:t>
              </a:r>
            </a:p>
          </p:txBody>
        </p:sp>
        <p:pic>
          <p:nvPicPr>
            <p:cNvPr id="17" name="Picture 16"/>
            <p:cNvPicPr>
              <a:picLocks noChangeAspect="1"/>
            </p:cNvPicPr>
            <p:nvPr/>
          </p:nvPicPr>
          <p:blipFill>
            <a:blip r:embed="rId12" cstate="screen">
              <a:biLevel thresh="75000"/>
              <a:extLst>
                <a:ext uri="{28A0092B-C50C-407E-A947-70E740481C1C}">
                  <a14:useLocalDpi xmlns:a14="http://schemas.microsoft.com/office/drawing/2010/main"/>
                </a:ext>
              </a:extLst>
            </a:blip>
            <a:stretch>
              <a:fillRect/>
            </a:stretch>
          </p:blipFill>
          <p:spPr>
            <a:xfrm>
              <a:off x="7541105" y="3527604"/>
              <a:ext cx="1342880" cy="1316225"/>
            </a:xfrm>
            <a:prstGeom prst="rect">
              <a:avLst/>
            </a:prstGeom>
            <a:pattFill prst="pct20">
              <a:fgClr>
                <a:schemeClr val="accent1"/>
              </a:fgClr>
              <a:bgClr>
                <a:schemeClr val="bg1"/>
              </a:bgClr>
            </a:pattFill>
            <a:effectLst>
              <a:innerShdw blurRad="114300">
                <a:srgbClr val="BDBDFF"/>
              </a:innerShdw>
              <a:reflection blurRad="1270000" stA="45000" endPos="65000" dist="50800" dir="5400000" sy="-100000" algn="bl" rotWithShape="0"/>
            </a:effectLst>
          </p:spPr>
        </p:pic>
      </p:grpSp>
    </p:spTree>
    <p:extLst>
      <p:ext uri="{BB962C8B-B14F-4D97-AF65-F5344CB8AC3E}">
        <p14:creationId xmlns:p14="http://schemas.microsoft.com/office/powerpoint/2010/main" val="5886099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240945" y="3233411"/>
            <a:ext cx="2014438" cy="1687793"/>
          </a:xfrm>
          <a:prstGeom prst="rect">
            <a:avLst/>
          </a:prstGeom>
          <a:solidFill>
            <a:schemeClr val="bg1"/>
          </a:solid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grpSp>
        <p:nvGrpSpPr>
          <p:cNvPr id="47" name="Group 46"/>
          <p:cNvGrpSpPr/>
          <p:nvPr/>
        </p:nvGrpSpPr>
        <p:grpSpPr>
          <a:xfrm>
            <a:off x="2309115" y="2940135"/>
            <a:ext cx="6630743" cy="296345"/>
            <a:chOff x="3472056" y="3816578"/>
            <a:chExt cx="7758834" cy="395127"/>
          </a:xfrm>
        </p:grpSpPr>
        <p:sp>
          <p:nvSpPr>
            <p:cNvPr id="48" name="Rectangle 47"/>
            <p:cNvSpPr/>
            <p:nvPr/>
          </p:nvSpPr>
          <p:spPr>
            <a:xfrm>
              <a:off x="3472056" y="3820667"/>
              <a:ext cx="2126300" cy="391038"/>
            </a:xfrm>
            <a:prstGeom prst="rect">
              <a:avLst/>
            </a:prstGeom>
            <a:solidFill>
              <a:schemeClr val="bg1">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dk1"/>
            </a:lnRef>
            <a:fillRef idx="2">
              <a:schemeClr val="dk1"/>
            </a:fillRef>
            <a:effectRef idx="1">
              <a:schemeClr val="dk1"/>
            </a:effectRef>
            <a:fontRef idx="minor">
              <a:schemeClr val="dk1"/>
            </a:fontRef>
          </p:style>
          <p:txBody>
            <a:bodyPr anchor="ctr"/>
            <a:lstStyle/>
            <a:p>
              <a:pPr algn="ctr"/>
              <a:r>
                <a:rPr lang="en-US" sz="825" b="1" dirty="0"/>
                <a:t>Schematic Analysis</a:t>
              </a:r>
            </a:p>
          </p:txBody>
        </p:sp>
        <p:sp>
          <p:nvSpPr>
            <p:cNvPr id="49" name="Rectangle 48"/>
            <p:cNvSpPr/>
            <p:nvPr/>
          </p:nvSpPr>
          <p:spPr>
            <a:xfrm>
              <a:off x="9284087" y="3816578"/>
              <a:ext cx="1946803" cy="391036"/>
            </a:xfrm>
            <a:prstGeom prst="rect">
              <a:avLst/>
            </a:prstGeom>
            <a:solidFill>
              <a:schemeClr val="bg1">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dk1"/>
            </a:lnRef>
            <a:fillRef idx="2">
              <a:schemeClr val="dk1"/>
            </a:fillRef>
            <a:effectRef idx="1">
              <a:schemeClr val="dk1"/>
            </a:effectRef>
            <a:fontRef idx="minor">
              <a:schemeClr val="dk1"/>
            </a:fontRef>
          </p:style>
          <p:txBody>
            <a:bodyPr anchor="ctr"/>
            <a:lstStyle/>
            <a:p>
              <a:pPr lvl="0" algn="ctr"/>
              <a:r>
                <a:rPr lang="en-US" sz="788" b="1" dirty="0">
                  <a:latin typeface="Century Gothic" panose="020B0502020202020204" pitchFamily="34" charset="0"/>
                  <a:cs typeface="Arial" panose="020B0604020202020204" pitchFamily="34" charset="0"/>
                </a:rPr>
                <a:t>Vendor  Quote Comparison</a:t>
              </a:r>
            </a:p>
          </p:txBody>
        </p:sp>
      </p:grpSp>
      <p:pic>
        <p:nvPicPr>
          <p:cNvPr id="51" name="Picture 50"/>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302456" y="3287205"/>
            <a:ext cx="1853402" cy="1627340"/>
          </a:xfrm>
          <a:prstGeom prst="rect">
            <a:avLst/>
          </a:prstGeom>
        </p:spPr>
      </p:pic>
      <p:pic>
        <p:nvPicPr>
          <p:cNvPr id="52" name="Picture 51"/>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989792" y="3516643"/>
            <a:ext cx="422723" cy="917783"/>
          </a:xfrm>
          <a:prstGeom prst="rect">
            <a:avLst/>
          </a:prstGeom>
        </p:spPr>
      </p:pic>
      <p:pic>
        <p:nvPicPr>
          <p:cNvPr id="53" name="Picture 52"/>
          <p:cNvPicPr>
            <a:picLocks noChangeAspect="1"/>
          </p:cNvPicPr>
          <p:nvPr/>
        </p:nvPicPr>
        <p:blipFill>
          <a:blip r:embed="rId4"/>
          <a:stretch>
            <a:fillRect/>
          </a:stretch>
        </p:blipFill>
        <p:spPr>
          <a:xfrm>
            <a:off x="7280791" y="3293863"/>
            <a:ext cx="1675778" cy="1593803"/>
          </a:xfrm>
          <a:prstGeom prst="rect">
            <a:avLst/>
          </a:prstGeom>
        </p:spPr>
      </p:pic>
      <p:sp>
        <p:nvSpPr>
          <p:cNvPr id="57" name="Rectangle 56"/>
          <p:cNvSpPr/>
          <p:nvPr/>
        </p:nvSpPr>
        <p:spPr>
          <a:xfrm>
            <a:off x="4202998" y="2940133"/>
            <a:ext cx="3021206" cy="293279"/>
          </a:xfrm>
          <a:prstGeom prst="rect">
            <a:avLst/>
          </a:prstGeom>
          <a:solidFill>
            <a:schemeClr val="bg1">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dk1"/>
          </a:lnRef>
          <a:fillRef idx="2">
            <a:schemeClr val="dk1"/>
          </a:fillRef>
          <a:effectRef idx="1">
            <a:schemeClr val="dk1"/>
          </a:effectRef>
          <a:fontRef idx="minor">
            <a:schemeClr val="dk1"/>
          </a:fontRef>
        </p:style>
        <p:txBody>
          <a:bodyPr anchor="ctr"/>
          <a:lstStyle/>
          <a:p>
            <a:pPr algn="ctr"/>
            <a:r>
              <a:rPr lang="en-US" sz="825" b="1" dirty="0"/>
              <a:t>Low cost FFF alternates Specifications Comparison</a:t>
            </a:r>
          </a:p>
        </p:txBody>
      </p:sp>
      <p:pic>
        <p:nvPicPr>
          <p:cNvPr id="66" name="Picture 65"/>
          <p:cNvPicPr>
            <a:picLocks noChangeAspect="1"/>
          </p:cNvPicPr>
          <p:nvPr/>
        </p:nvPicPr>
        <p:blipFill>
          <a:blip r:embed="rId5"/>
          <a:stretch>
            <a:fillRect/>
          </a:stretch>
        </p:blipFill>
        <p:spPr>
          <a:xfrm>
            <a:off x="4207910" y="4214857"/>
            <a:ext cx="3020855" cy="672809"/>
          </a:xfrm>
          <a:prstGeom prst="rect">
            <a:avLst/>
          </a:prstGeom>
        </p:spPr>
      </p:pic>
      <p:pic>
        <p:nvPicPr>
          <p:cNvPr id="16" name="Picture 15"/>
          <p:cNvPicPr>
            <a:picLocks noChangeAspect="1"/>
          </p:cNvPicPr>
          <p:nvPr/>
        </p:nvPicPr>
        <p:blipFill>
          <a:blip r:embed="rId6"/>
          <a:stretch>
            <a:fillRect/>
          </a:stretch>
        </p:blipFill>
        <p:spPr>
          <a:xfrm>
            <a:off x="4199129" y="3292309"/>
            <a:ext cx="3025075" cy="915890"/>
          </a:xfrm>
          <a:prstGeom prst="rect">
            <a:avLst/>
          </a:prstGeom>
        </p:spPr>
      </p:pic>
      <p:sp>
        <p:nvSpPr>
          <p:cNvPr id="46" name="Rectangle 45"/>
          <p:cNvSpPr/>
          <p:nvPr/>
        </p:nvSpPr>
        <p:spPr>
          <a:xfrm>
            <a:off x="260920" y="2940133"/>
            <a:ext cx="1976366" cy="293279"/>
          </a:xfrm>
          <a:prstGeom prst="rect">
            <a:avLst/>
          </a:prstGeom>
          <a:solidFill>
            <a:schemeClr val="bg1">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dk1"/>
          </a:lnRef>
          <a:fillRef idx="2">
            <a:schemeClr val="dk1"/>
          </a:fillRef>
          <a:effectRef idx="1">
            <a:schemeClr val="dk1"/>
          </a:effectRef>
          <a:fontRef idx="minor">
            <a:schemeClr val="dk1"/>
          </a:fontRef>
        </p:style>
        <p:txBody>
          <a:bodyPr anchor="ctr"/>
          <a:lstStyle/>
          <a:p>
            <a:pPr algn="ctr"/>
            <a:r>
              <a:rPr lang="en-US" sz="825" b="1" dirty="0"/>
              <a:t>Teardown</a:t>
            </a:r>
          </a:p>
        </p:txBody>
      </p:sp>
      <p:pic>
        <p:nvPicPr>
          <p:cNvPr id="54" name="Picture 53"/>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279016" y="3293864"/>
            <a:ext cx="1976366" cy="855437"/>
          </a:xfrm>
          <a:prstGeom prst="rect">
            <a:avLst/>
          </a:prstGeom>
          <a:ln>
            <a:solidFill>
              <a:schemeClr val="bg1">
                <a:lumMod val="50000"/>
              </a:schemeClr>
            </a:solidFill>
          </a:ln>
        </p:spPr>
      </p:pic>
      <p:pic>
        <p:nvPicPr>
          <p:cNvPr id="55" name="Picture 54"/>
          <p:cNvPicPr>
            <a:picLocks noChangeAspect="1"/>
          </p:cNvPicPr>
          <p:nvPr/>
        </p:nvPicPr>
        <p:blipFill rotWithShape="1">
          <a:blip r:embed="rId8" cstate="print">
            <a:extLst>
              <a:ext uri="{28A0092B-C50C-407E-A947-70E740481C1C}">
                <a14:useLocalDpi xmlns:a14="http://schemas.microsoft.com/office/drawing/2010/main"/>
              </a:ext>
            </a:extLst>
          </a:blip>
          <a:srcRect/>
          <a:stretch/>
        </p:blipFill>
        <p:spPr>
          <a:xfrm>
            <a:off x="1595715" y="4215454"/>
            <a:ext cx="653695" cy="489552"/>
          </a:xfrm>
          <a:prstGeom prst="rect">
            <a:avLst/>
          </a:prstGeom>
        </p:spPr>
      </p:pic>
      <p:pic>
        <p:nvPicPr>
          <p:cNvPr id="56" name="Picture 55"/>
          <p:cNvPicPr>
            <a:picLocks noChangeAspect="1"/>
          </p:cNvPicPr>
          <p:nvPr/>
        </p:nvPicPr>
        <p:blipFill rotWithShape="1">
          <a:blip r:embed="rId9" cstate="print">
            <a:extLst>
              <a:ext uri="{28A0092B-C50C-407E-A947-70E740481C1C}">
                <a14:useLocalDpi xmlns:a14="http://schemas.microsoft.com/office/drawing/2010/main"/>
              </a:ext>
            </a:extLst>
          </a:blip>
          <a:srcRect b="-1356"/>
          <a:stretch/>
        </p:blipFill>
        <p:spPr>
          <a:xfrm>
            <a:off x="196546" y="4165154"/>
            <a:ext cx="710168" cy="756050"/>
          </a:xfrm>
          <a:prstGeom prst="rect">
            <a:avLst/>
          </a:prstGeom>
        </p:spPr>
      </p:pic>
      <p:pic>
        <p:nvPicPr>
          <p:cNvPr id="58" name="Picture 57"/>
          <p:cNvPicPr>
            <a:picLocks noChangeAspect="1"/>
          </p:cNvPicPr>
          <p:nvPr/>
        </p:nvPicPr>
        <p:blipFill rotWithShape="1">
          <a:blip r:embed="rId10" cstate="print">
            <a:extLst>
              <a:ext uri="{28A0092B-C50C-407E-A947-70E740481C1C}">
                <a14:useLocalDpi xmlns:a14="http://schemas.microsoft.com/office/drawing/2010/main"/>
              </a:ext>
            </a:extLst>
          </a:blip>
          <a:srcRect/>
          <a:stretch/>
        </p:blipFill>
        <p:spPr>
          <a:xfrm rot="16200000">
            <a:off x="987905" y="4128077"/>
            <a:ext cx="486676" cy="661430"/>
          </a:xfrm>
          <a:prstGeom prst="rect">
            <a:avLst/>
          </a:prstGeom>
        </p:spPr>
      </p:pic>
      <p:grpSp>
        <p:nvGrpSpPr>
          <p:cNvPr id="12" name="Group 11"/>
          <p:cNvGrpSpPr/>
          <p:nvPr/>
        </p:nvGrpSpPr>
        <p:grpSpPr>
          <a:xfrm>
            <a:off x="0" y="655524"/>
            <a:ext cx="9144000" cy="1960004"/>
            <a:chOff x="0" y="776374"/>
            <a:chExt cx="12192000" cy="2613338"/>
          </a:xfrm>
        </p:grpSpPr>
        <p:sp>
          <p:nvSpPr>
            <p:cNvPr id="5" name="Rectangle 4"/>
            <p:cNvSpPr/>
            <p:nvPr/>
          </p:nvSpPr>
          <p:spPr>
            <a:xfrm>
              <a:off x="0" y="1683651"/>
              <a:ext cx="12192000" cy="75168"/>
            </a:xfrm>
            <a:prstGeom prst="rect">
              <a:avLst/>
            </a:prstGeom>
            <a:solidFill>
              <a:srgbClr val="0070C0"/>
            </a:solid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67" name="Oval 66"/>
            <p:cNvSpPr/>
            <p:nvPr/>
          </p:nvSpPr>
          <p:spPr>
            <a:xfrm>
              <a:off x="10024891" y="1172076"/>
              <a:ext cx="1161740" cy="1081174"/>
            </a:xfrm>
            <a:prstGeom prst="ellipse">
              <a:avLst/>
            </a:prstGeom>
            <a:solidFill>
              <a:schemeClr val="bg1"/>
            </a:solidFill>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62" name="Oval 61"/>
            <p:cNvSpPr/>
            <p:nvPr/>
          </p:nvSpPr>
          <p:spPr>
            <a:xfrm>
              <a:off x="7926350" y="1172076"/>
              <a:ext cx="1161740" cy="1081174"/>
            </a:xfrm>
            <a:prstGeom prst="ellipse">
              <a:avLst/>
            </a:prstGeom>
            <a:solidFill>
              <a:schemeClr val="bg1"/>
            </a:solidFill>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61" name="Oval 60"/>
            <p:cNvSpPr/>
            <p:nvPr/>
          </p:nvSpPr>
          <p:spPr>
            <a:xfrm>
              <a:off x="5578273" y="1173786"/>
              <a:ext cx="1161740" cy="1081174"/>
            </a:xfrm>
            <a:prstGeom prst="ellipse">
              <a:avLst/>
            </a:prstGeom>
            <a:solidFill>
              <a:schemeClr val="bg1"/>
            </a:solidFill>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59" name="Oval 58"/>
            <p:cNvSpPr/>
            <p:nvPr/>
          </p:nvSpPr>
          <p:spPr>
            <a:xfrm>
              <a:off x="911535" y="1180948"/>
              <a:ext cx="1161740" cy="1081174"/>
            </a:xfrm>
            <a:prstGeom prst="ellipse">
              <a:avLst/>
            </a:prstGeom>
            <a:solidFill>
              <a:schemeClr val="bg1"/>
            </a:solidFill>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7" name="Oval 6"/>
            <p:cNvSpPr/>
            <p:nvPr/>
          </p:nvSpPr>
          <p:spPr>
            <a:xfrm>
              <a:off x="3200951" y="1177827"/>
              <a:ext cx="1161740" cy="1081174"/>
            </a:xfrm>
            <a:prstGeom prst="ellipse">
              <a:avLst/>
            </a:prstGeom>
            <a:solidFill>
              <a:schemeClr val="bg1"/>
            </a:solidFill>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63" name="Rectangle 62"/>
            <p:cNvSpPr/>
            <p:nvPr/>
          </p:nvSpPr>
          <p:spPr>
            <a:xfrm>
              <a:off x="1002432" y="2050916"/>
              <a:ext cx="1184491" cy="276999"/>
            </a:xfrm>
            <a:prstGeom prst="rect">
              <a:avLst/>
            </a:prstGeom>
          </p:spPr>
          <p:txBody>
            <a:bodyPr wrap="square">
              <a:spAutoFit/>
            </a:bodyPr>
            <a:lstStyle/>
            <a:p>
              <a:pPr lvl="0"/>
              <a:endParaRPr lang="en-US" sz="750" b="1" dirty="0">
                <a:latin typeface="Century Gothic" panose="020B0502020202020204" pitchFamily="34" charset="0"/>
                <a:cs typeface="Arial" panose="020B0604020202020204" pitchFamily="34" charset="0"/>
              </a:endParaRPr>
            </a:p>
          </p:txBody>
        </p:sp>
        <p:sp>
          <p:nvSpPr>
            <p:cNvPr id="64" name="Rectangle 63"/>
            <p:cNvSpPr/>
            <p:nvPr/>
          </p:nvSpPr>
          <p:spPr>
            <a:xfrm>
              <a:off x="735507" y="2364204"/>
              <a:ext cx="1712859" cy="815608"/>
            </a:xfrm>
            <a:prstGeom prst="rect">
              <a:avLst/>
            </a:prstGeom>
          </p:spPr>
          <p:txBody>
            <a:bodyPr wrap="square">
              <a:spAutoFit/>
            </a:bodyPr>
            <a:lstStyle/>
            <a:p>
              <a:pPr marL="128588" indent="-128588">
                <a:buFont typeface="Wingdings" panose="05000000000000000000" pitchFamily="2" charset="2"/>
                <a:buChar char="Ø"/>
                <a:defRPr/>
              </a:pPr>
              <a:r>
                <a:rPr lang="en-IN" altLang="en-US" sz="675" dirty="0">
                  <a:latin typeface="Century Gothic" panose="020B0502020202020204" pitchFamily="34" charset="0"/>
                  <a:cs typeface="Calibri" panose="020F0502020204030204" pitchFamily="34" charset="0"/>
                </a:rPr>
                <a:t>Product Study</a:t>
              </a:r>
            </a:p>
            <a:p>
              <a:pPr marL="128588" indent="-128588">
                <a:buFont typeface="Wingdings" panose="05000000000000000000" pitchFamily="2" charset="2"/>
                <a:buChar char="Ø"/>
                <a:defRPr/>
              </a:pPr>
              <a:r>
                <a:rPr lang="en-IN" altLang="en-US" sz="675" dirty="0">
                  <a:latin typeface="Century Gothic" panose="020B0502020202020204" pitchFamily="34" charset="0"/>
                  <a:cs typeface="Calibri" panose="020F0502020204030204" pitchFamily="34" charset="0"/>
                </a:rPr>
                <a:t>Understanding the functionality</a:t>
              </a:r>
            </a:p>
            <a:p>
              <a:pPr marL="128588" indent="-128588">
                <a:buFont typeface="Wingdings" panose="05000000000000000000" pitchFamily="2" charset="2"/>
                <a:buChar char="Ø"/>
                <a:defRPr/>
              </a:pPr>
              <a:r>
                <a:rPr lang="en-IN" altLang="en-US" sz="675" dirty="0">
                  <a:latin typeface="Century Gothic" panose="020B0502020202020204" pitchFamily="34" charset="0"/>
                  <a:cs typeface="Calibri" panose="020F0502020204030204" pitchFamily="34" charset="0"/>
                </a:rPr>
                <a:t>Teardown</a:t>
              </a:r>
            </a:p>
            <a:p>
              <a:pPr marL="128588" indent="-128588">
                <a:buFont typeface="Wingdings" panose="05000000000000000000" pitchFamily="2" charset="2"/>
                <a:buChar char="Ø"/>
                <a:defRPr/>
              </a:pPr>
              <a:r>
                <a:rPr lang="en-IN" altLang="en-US" sz="675" dirty="0">
                  <a:latin typeface="Century Gothic" panose="020B0502020202020204" pitchFamily="34" charset="0"/>
                  <a:cs typeface="Calibri" panose="020F0502020204030204" pitchFamily="34" charset="0"/>
                </a:rPr>
                <a:t>Study the schematic</a:t>
              </a:r>
            </a:p>
          </p:txBody>
        </p:sp>
        <p:sp>
          <p:nvSpPr>
            <p:cNvPr id="94" name="Rectangle 93"/>
            <p:cNvSpPr/>
            <p:nvPr/>
          </p:nvSpPr>
          <p:spPr>
            <a:xfrm>
              <a:off x="3057671" y="899281"/>
              <a:ext cx="1460723" cy="276999"/>
            </a:xfrm>
            <a:prstGeom prst="rect">
              <a:avLst/>
            </a:prstGeom>
          </p:spPr>
          <p:txBody>
            <a:bodyPr wrap="square">
              <a:spAutoFit/>
            </a:bodyPr>
            <a:lstStyle/>
            <a:p>
              <a:pPr algn="ctr"/>
              <a:r>
                <a:rPr lang="en-US" sz="750" b="1" dirty="0">
                  <a:latin typeface="Century Gothic" panose="020B0502020202020204" pitchFamily="34" charset="0"/>
                  <a:cs typeface="Arial" panose="020B0604020202020204" pitchFamily="34" charset="0"/>
                </a:rPr>
                <a:t>Design Review</a:t>
              </a:r>
            </a:p>
          </p:txBody>
        </p:sp>
        <p:sp>
          <p:nvSpPr>
            <p:cNvPr id="112" name="Rectangle 111"/>
            <p:cNvSpPr/>
            <p:nvPr/>
          </p:nvSpPr>
          <p:spPr>
            <a:xfrm>
              <a:off x="7701016" y="784461"/>
              <a:ext cx="1741596" cy="430887"/>
            </a:xfrm>
            <a:prstGeom prst="rect">
              <a:avLst/>
            </a:prstGeom>
          </p:spPr>
          <p:txBody>
            <a:bodyPr wrap="square">
              <a:spAutoFit/>
            </a:bodyPr>
            <a:lstStyle/>
            <a:p>
              <a:pPr lvl="0" algn="ctr"/>
              <a:r>
                <a:rPr lang="en-US" sz="750" b="1" dirty="0">
                  <a:latin typeface="Century Gothic" panose="020B0502020202020204" pitchFamily="34" charset="0"/>
                  <a:cs typeface="Arial" panose="020B0604020202020204" pitchFamily="34" charset="0"/>
                </a:rPr>
                <a:t>Identification of Low cost FFF alternates</a:t>
              </a:r>
            </a:p>
          </p:txBody>
        </p:sp>
        <p:sp>
          <p:nvSpPr>
            <p:cNvPr id="116" name="Rectangle 115"/>
            <p:cNvSpPr/>
            <p:nvPr/>
          </p:nvSpPr>
          <p:spPr>
            <a:xfrm>
              <a:off x="2991395" y="2343332"/>
              <a:ext cx="1753405" cy="815608"/>
            </a:xfrm>
            <a:prstGeom prst="rect">
              <a:avLst/>
            </a:prstGeom>
          </p:spPr>
          <p:txBody>
            <a:bodyPr wrap="square">
              <a:spAutoFit/>
            </a:bodyPr>
            <a:lstStyle/>
            <a:p>
              <a:pPr marL="128588" indent="-128588">
                <a:buFont typeface="Wingdings" panose="05000000000000000000" pitchFamily="2" charset="2"/>
                <a:buChar char="Ø"/>
                <a:defRPr/>
              </a:pPr>
              <a:r>
                <a:rPr lang="en-US" altLang="en-US" sz="675" dirty="0">
                  <a:latin typeface="Century Gothic" panose="020B0502020202020204" pitchFamily="34" charset="0"/>
                  <a:cs typeface="Calibri" panose="020F0502020204030204" pitchFamily="34" charset="0"/>
                </a:rPr>
                <a:t>Identify areas for Cost optimization </a:t>
              </a:r>
            </a:p>
            <a:p>
              <a:pPr marL="128588" indent="-128588">
                <a:buFont typeface="Wingdings" panose="05000000000000000000" pitchFamily="2" charset="2"/>
                <a:buChar char="Ø"/>
                <a:defRPr/>
              </a:pPr>
              <a:r>
                <a:rPr lang="en-US" altLang="en-US" sz="675" dirty="0">
                  <a:latin typeface="Century Gothic" panose="020B0502020202020204" pitchFamily="34" charset="0"/>
                  <a:cs typeface="Calibri" panose="020F0502020204030204" pitchFamily="34" charset="0"/>
                </a:rPr>
                <a:t>Schematic Analysis</a:t>
              </a:r>
            </a:p>
            <a:p>
              <a:pPr marL="128588" indent="-128588">
                <a:buFont typeface="Wingdings" panose="05000000000000000000" pitchFamily="2" charset="2"/>
                <a:buChar char="Ø"/>
                <a:defRPr/>
              </a:pPr>
              <a:r>
                <a:rPr lang="en-US" altLang="en-US" sz="675" dirty="0">
                  <a:latin typeface="Century Gothic" panose="020B0502020202020204" pitchFamily="34" charset="0"/>
                  <a:cs typeface="Calibri" panose="020F0502020204030204" pitchFamily="34" charset="0"/>
                </a:rPr>
                <a:t>Identify high cost components in BOM</a:t>
              </a:r>
            </a:p>
          </p:txBody>
        </p:sp>
        <p:sp>
          <p:nvSpPr>
            <p:cNvPr id="120" name="Rectangle 119"/>
            <p:cNvSpPr/>
            <p:nvPr/>
          </p:nvSpPr>
          <p:spPr>
            <a:xfrm>
              <a:off x="7783543" y="2297106"/>
              <a:ext cx="1712859" cy="1092606"/>
            </a:xfrm>
            <a:prstGeom prst="rect">
              <a:avLst/>
            </a:prstGeom>
          </p:spPr>
          <p:txBody>
            <a:bodyPr wrap="square">
              <a:spAutoFit/>
            </a:bodyPr>
            <a:lstStyle/>
            <a:p>
              <a:pPr marL="128588" indent="-128588">
                <a:buFont typeface="Wingdings" panose="05000000000000000000" pitchFamily="2" charset="2"/>
                <a:buChar char="Ø"/>
                <a:defRPr/>
              </a:pPr>
              <a:r>
                <a:rPr lang="en-US" altLang="en-US" sz="675" dirty="0">
                  <a:latin typeface="Century Gothic" panose="020B0502020202020204" pitchFamily="34" charset="0"/>
                  <a:cs typeface="Calibri" panose="020F0502020204030204" pitchFamily="34" charset="0"/>
                </a:rPr>
                <a:t>Datasheet study</a:t>
              </a:r>
            </a:p>
            <a:p>
              <a:pPr marL="128588" indent="-128588">
                <a:buFont typeface="Wingdings" panose="05000000000000000000" pitchFamily="2" charset="2"/>
                <a:buChar char="Ø"/>
                <a:defRPr/>
              </a:pPr>
              <a:r>
                <a:rPr lang="en-US" altLang="en-US" sz="675" dirty="0">
                  <a:latin typeface="Century Gothic" panose="020B0502020202020204" pitchFamily="34" charset="0"/>
                  <a:cs typeface="Calibri" panose="020F0502020204030204" pitchFamily="34" charset="0"/>
                </a:rPr>
                <a:t>Prepare Comparison Sheets w.r.t. existing parts specs</a:t>
              </a:r>
            </a:p>
            <a:p>
              <a:pPr marL="128588" indent="-128588">
                <a:buFont typeface="Wingdings" panose="05000000000000000000" pitchFamily="2" charset="2"/>
                <a:buChar char="Ø"/>
                <a:defRPr/>
              </a:pPr>
              <a:r>
                <a:rPr lang="en-US" altLang="en-US" sz="675" dirty="0">
                  <a:latin typeface="Century Gothic" panose="020B0502020202020204" pitchFamily="34" charset="0"/>
                  <a:cs typeface="Calibri" panose="020F0502020204030204" pitchFamily="34" charset="0"/>
                </a:rPr>
                <a:t>Float RFQ to supplier</a:t>
              </a:r>
            </a:p>
            <a:p>
              <a:pPr marL="128588" indent="-128588">
                <a:buFont typeface="Wingdings" panose="05000000000000000000" pitchFamily="2" charset="2"/>
                <a:buChar char="Ø"/>
                <a:defRPr/>
              </a:pPr>
              <a:r>
                <a:rPr lang="en-US" altLang="en-US" sz="675" dirty="0">
                  <a:latin typeface="Century Gothic" panose="020B0502020202020204" pitchFamily="34" charset="0"/>
                  <a:cs typeface="Calibri" panose="020F0502020204030204" pitchFamily="34" charset="0"/>
                </a:rPr>
                <a:t>Verify cost competitiveness</a:t>
              </a:r>
            </a:p>
          </p:txBody>
        </p:sp>
        <p:sp>
          <p:nvSpPr>
            <p:cNvPr id="124" name="Rectangle 123"/>
            <p:cNvSpPr/>
            <p:nvPr/>
          </p:nvSpPr>
          <p:spPr>
            <a:xfrm>
              <a:off x="5474743" y="884390"/>
              <a:ext cx="1359199" cy="276999"/>
            </a:xfrm>
            <a:prstGeom prst="rect">
              <a:avLst/>
            </a:prstGeom>
          </p:spPr>
          <p:txBody>
            <a:bodyPr wrap="square">
              <a:spAutoFit/>
            </a:bodyPr>
            <a:lstStyle/>
            <a:p>
              <a:pPr lvl="0" algn="ctr"/>
              <a:r>
                <a:rPr lang="en-US" sz="750" b="1" dirty="0">
                  <a:latin typeface="Century Gothic" panose="020B0502020202020204" pitchFamily="34" charset="0"/>
                  <a:cs typeface="Arial" panose="020B0604020202020204" pitchFamily="34" charset="0"/>
                </a:rPr>
                <a:t>Idea Generation</a:t>
              </a:r>
            </a:p>
          </p:txBody>
        </p:sp>
        <p:sp>
          <p:nvSpPr>
            <p:cNvPr id="133" name="Rectangle 132"/>
            <p:cNvSpPr/>
            <p:nvPr/>
          </p:nvSpPr>
          <p:spPr>
            <a:xfrm>
              <a:off x="9814192" y="776374"/>
              <a:ext cx="1583137" cy="430887"/>
            </a:xfrm>
            <a:prstGeom prst="rect">
              <a:avLst/>
            </a:prstGeom>
          </p:spPr>
          <p:txBody>
            <a:bodyPr wrap="square">
              <a:spAutoFit/>
            </a:bodyPr>
            <a:lstStyle/>
            <a:p>
              <a:pPr lvl="0" algn="ctr"/>
              <a:r>
                <a:rPr lang="en-US" sz="750" b="1" dirty="0">
                  <a:latin typeface="Century Gothic" panose="020B0502020202020204" pitchFamily="34" charset="0"/>
                  <a:cs typeface="Arial" panose="020B0604020202020204" pitchFamily="34" charset="0"/>
                </a:rPr>
                <a:t>Low Cost Alternate vendor Identification</a:t>
              </a:r>
            </a:p>
          </p:txBody>
        </p:sp>
        <p:sp>
          <p:nvSpPr>
            <p:cNvPr id="136" name="Rectangle 135"/>
            <p:cNvSpPr/>
            <p:nvPr/>
          </p:nvSpPr>
          <p:spPr>
            <a:xfrm>
              <a:off x="9897049" y="2279958"/>
              <a:ext cx="1645203" cy="954108"/>
            </a:xfrm>
            <a:prstGeom prst="rect">
              <a:avLst/>
            </a:prstGeom>
          </p:spPr>
          <p:txBody>
            <a:bodyPr wrap="square">
              <a:spAutoFit/>
            </a:bodyPr>
            <a:lstStyle/>
            <a:p>
              <a:pPr marL="128588" indent="-128588">
                <a:buFont typeface="Wingdings" panose="05000000000000000000" pitchFamily="2" charset="2"/>
                <a:buChar char="Ø"/>
                <a:defRPr/>
              </a:pPr>
              <a:r>
                <a:rPr lang="en-US" altLang="en-US" sz="675" dirty="0">
                  <a:latin typeface="Century Gothic" panose="020B0502020202020204" pitchFamily="34" charset="0"/>
                  <a:cs typeface="Calibri" panose="020F0502020204030204" pitchFamily="34" charset="0"/>
                </a:rPr>
                <a:t>Identify vendors for </a:t>
              </a:r>
              <a:r>
                <a:rPr lang="en-US" altLang="en-US" sz="675" dirty="0" err="1">
                  <a:latin typeface="Century Gothic" panose="020B0502020202020204" pitchFamily="34" charset="0"/>
                  <a:cs typeface="Calibri" panose="020F0502020204030204" pitchFamily="34" charset="0"/>
                </a:rPr>
                <a:t>Mech</a:t>
              </a:r>
              <a:r>
                <a:rPr lang="en-US" altLang="en-US" sz="675" dirty="0">
                  <a:latin typeface="Century Gothic" panose="020B0502020202020204" pitchFamily="34" charset="0"/>
                  <a:cs typeface="Calibri" panose="020F0502020204030204" pitchFamily="34" charset="0"/>
                </a:rPr>
                <a:t> parts &amp; EMS in China\India</a:t>
              </a:r>
            </a:p>
            <a:p>
              <a:pPr marL="128588" indent="-128588">
                <a:buFont typeface="Wingdings" panose="05000000000000000000" pitchFamily="2" charset="2"/>
                <a:buChar char="Ø"/>
                <a:defRPr/>
              </a:pPr>
              <a:r>
                <a:rPr lang="en-US" altLang="en-US" sz="675">
                  <a:latin typeface="Century Gothic" panose="020B0502020202020204" pitchFamily="34" charset="0"/>
                  <a:cs typeface="Calibri" panose="020F0502020204030204" pitchFamily="34" charset="0"/>
                </a:rPr>
                <a:t>Float RFQ</a:t>
              </a:r>
            </a:p>
            <a:p>
              <a:pPr marL="128588" indent="-128588">
                <a:buFont typeface="Wingdings" panose="05000000000000000000" pitchFamily="2" charset="2"/>
                <a:buChar char="Ø"/>
                <a:defRPr/>
              </a:pPr>
              <a:r>
                <a:rPr lang="en-US" altLang="en-US" sz="675">
                  <a:latin typeface="Century Gothic" panose="020B0502020202020204" pitchFamily="34" charset="0"/>
                  <a:cs typeface="Calibri" panose="020F0502020204030204" pitchFamily="34" charset="0"/>
                </a:rPr>
                <a:t>Quote </a:t>
              </a:r>
              <a:r>
                <a:rPr lang="en-US" altLang="en-US" sz="675" dirty="0">
                  <a:latin typeface="Century Gothic" panose="020B0502020202020204" pitchFamily="34" charset="0"/>
                  <a:cs typeface="Calibri" panose="020F0502020204030204" pitchFamily="34" charset="0"/>
                </a:rPr>
                <a:t>analysis </a:t>
              </a:r>
            </a:p>
            <a:p>
              <a:pPr marL="128588" indent="-128588">
                <a:buFont typeface="Wingdings" panose="05000000000000000000" pitchFamily="2" charset="2"/>
                <a:buChar char="Ø"/>
                <a:defRPr/>
              </a:pPr>
              <a:r>
                <a:rPr lang="en-US" altLang="en-US" sz="675" dirty="0">
                  <a:latin typeface="Century Gothic" panose="020B0502020202020204" pitchFamily="34" charset="0"/>
                  <a:cs typeface="Calibri" panose="020F0502020204030204" pitchFamily="34" charset="0"/>
                </a:rPr>
                <a:t>Quote Finalization</a:t>
              </a:r>
            </a:p>
          </p:txBody>
        </p:sp>
        <p:sp>
          <p:nvSpPr>
            <p:cNvPr id="149" name="Rectangle 148"/>
            <p:cNvSpPr/>
            <p:nvPr/>
          </p:nvSpPr>
          <p:spPr>
            <a:xfrm>
              <a:off x="5424241" y="2280006"/>
              <a:ext cx="1686967" cy="815608"/>
            </a:xfrm>
            <a:prstGeom prst="rect">
              <a:avLst/>
            </a:prstGeom>
          </p:spPr>
          <p:txBody>
            <a:bodyPr wrap="square">
              <a:spAutoFit/>
            </a:bodyPr>
            <a:lstStyle/>
            <a:p>
              <a:pPr marL="128588" indent="-128588">
                <a:buFont typeface="Wingdings" panose="05000000000000000000" pitchFamily="2" charset="2"/>
                <a:buChar char="Ø"/>
                <a:defRPr/>
              </a:pPr>
              <a:r>
                <a:rPr lang="en-US" altLang="en-US" sz="675" dirty="0">
                  <a:latin typeface="Century Gothic" panose="020B0502020202020204" pitchFamily="34" charset="0"/>
                  <a:cs typeface="Calibri" panose="020F0502020204030204" pitchFamily="34" charset="0"/>
                </a:rPr>
                <a:t>Brainstorming on idea generation</a:t>
              </a:r>
            </a:p>
            <a:p>
              <a:pPr marL="128588" indent="-128588">
                <a:buFont typeface="Wingdings" panose="05000000000000000000" pitchFamily="2" charset="2"/>
                <a:buChar char="Ø"/>
                <a:defRPr/>
              </a:pPr>
              <a:r>
                <a:rPr lang="en-US" altLang="en-US" sz="675" dirty="0">
                  <a:latin typeface="Century Gothic" panose="020B0502020202020204" pitchFamily="34" charset="0"/>
                  <a:cs typeface="Calibri" panose="020F0502020204030204" pitchFamily="34" charset="0"/>
                </a:rPr>
                <a:t>Check the feasibility for implementation</a:t>
              </a:r>
            </a:p>
            <a:p>
              <a:pPr marL="128588" indent="-128588">
                <a:buFont typeface="Wingdings" panose="05000000000000000000" pitchFamily="2" charset="2"/>
                <a:buChar char="Ø"/>
                <a:defRPr/>
              </a:pPr>
              <a:r>
                <a:rPr lang="en-US" altLang="en-US" sz="675" dirty="0">
                  <a:latin typeface="Century Gothic" panose="020B0502020202020204" pitchFamily="34" charset="0"/>
                  <a:cs typeface="Calibri" panose="020F0502020204030204" pitchFamily="34" charset="0"/>
                </a:rPr>
                <a:t>Shortlist the ideas</a:t>
              </a:r>
            </a:p>
          </p:txBody>
        </p:sp>
        <p:pic>
          <p:nvPicPr>
            <p:cNvPr id="174" name="Picture 173"/>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8075670" y="1451547"/>
              <a:ext cx="863099" cy="539976"/>
            </a:xfrm>
            <a:prstGeom prst="rect">
              <a:avLst/>
            </a:prstGeom>
          </p:spPr>
        </p:pic>
        <p:pic>
          <p:nvPicPr>
            <p:cNvPr id="177" name="Picture 176"/>
            <p:cNvPicPr>
              <a:picLocks noChangeAspect="1"/>
            </p:cNvPicPr>
            <p:nvPr/>
          </p:nvPicPr>
          <p:blipFill>
            <a:blip r:embed="rId12">
              <a:extLst>
                <a:ext uri="{28A0092B-C50C-407E-A947-70E740481C1C}">
                  <a14:useLocalDpi xmlns:a14="http://schemas.microsoft.com/office/drawing/2010/main"/>
                </a:ext>
              </a:extLst>
            </a:blip>
            <a:stretch>
              <a:fillRect/>
            </a:stretch>
          </p:blipFill>
          <p:spPr>
            <a:xfrm>
              <a:off x="5620369" y="1246447"/>
              <a:ext cx="1067947" cy="991956"/>
            </a:xfrm>
            <a:prstGeom prst="rect">
              <a:avLst/>
            </a:prstGeom>
          </p:spPr>
        </p:pic>
        <p:pic>
          <p:nvPicPr>
            <p:cNvPr id="188" name="Picture 187"/>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10155513" y="1257087"/>
              <a:ext cx="900496" cy="895915"/>
            </a:xfrm>
            <a:prstGeom prst="rect">
              <a:avLst/>
            </a:prstGeom>
          </p:spPr>
        </p:pic>
        <p:pic>
          <p:nvPicPr>
            <p:cNvPr id="168" name="Picture 167"/>
            <p:cNvPicPr>
              <a:picLocks noChangeAspect="1"/>
            </p:cNvPicPr>
            <p:nvPr/>
          </p:nvPicPr>
          <p:blipFill rotWithShape="1">
            <a:blip r:embed="rId14" cstate="print">
              <a:extLst>
                <a:ext uri="{BEBA8EAE-BF5A-486C-A8C5-ECC9F3942E4B}">
                  <a14:imgProps xmlns:a14="http://schemas.microsoft.com/office/drawing/2010/main">
                    <a14:imgLayer r:embed="rId15">
                      <a14:imgEffect>
                        <a14:backgroundRemoval t="9442" b="92275" l="8796" r="100000">
                          <a14:foregroundMark x1="83796" y1="70386" x2="83796" y2="70386"/>
                          <a14:foregroundMark x1="89815" y1="75966" x2="89815" y2="75966"/>
                          <a14:foregroundMark x1="75000" y1="68240" x2="75000" y2="68240"/>
                          <a14:foregroundMark x1="92593" y1="79828" x2="92593" y2="79828"/>
                        </a14:backgroundRemoval>
                      </a14:imgEffect>
                    </a14:imgLayer>
                  </a14:imgProps>
                </a:ext>
                <a:ext uri="{28A0092B-C50C-407E-A947-70E740481C1C}">
                  <a14:useLocalDpi xmlns:a14="http://schemas.microsoft.com/office/drawing/2010/main"/>
                </a:ext>
              </a:extLst>
            </a:blip>
            <a:srcRect r="6626"/>
            <a:stretch/>
          </p:blipFill>
          <p:spPr>
            <a:xfrm>
              <a:off x="3373260" y="1350599"/>
              <a:ext cx="857404" cy="752063"/>
            </a:xfrm>
            <a:prstGeom prst="rect">
              <a:avLst/>
            </a:prstGeom>
          </p:spPr>
        </p:pic>
        <p:pic>
          <p:nvPicPr>
            <p:cNvPr id="1026" name="Picture 2" descr="Image result for product study icon"/>
            <p:cNvPicPr>
              <a:picLocks noChangeAspect="1" noChangeArrowheads="1"/>
            </p:cNvPicPr>
            <p:nvPr/>
          </p:nvPicPr>
          <p:blipFill>
            <a:blip r:embed="rId16" cstate="print">
              <a:extLst>
                <a:ext uri="{BEBA8EAE-BF5A-486C-A8C5-ECC9F3942E4B}">
                  <a14:imgProps xmlns:a14="http://schemas.microsoft.com/office/drawing/2010/main">
                    <a14:imgLayer r:embed="rId17">
                      <a14:imgEffect>
                        <a14:backgroundRemoval t="0" b="100000" l="0" r="100000">
                          <a14:foregroundMark x1="54585" y1="73581" x2="54585" y2="73581"/>
                          <a14:foregroundMark x1="48690" y1="57424" x2="48690" y2="57424"/>
                          <a14:foregroundMark x1="29694" y1="70742" x2="29694" y2="70742"/>
                          <a14:foregroundMark x1="63974" y1="67904" x2="63974" y2="67904"/>
                          <a14:foregroundMark x1="65066" y1="77511" x2="65066" y2="77511"/>
                          <a14:foregroundMark x1="71616" y1="76419" x2="71616" y2="76419"/>
                          <a14:foregroundMark x1="70742" y1="59389" x2="70742" y2="59389"/>
                          <a14:foregroundMark x1="68777" y1="22926" x2="68777" y2="22926"/>
                          <a14:foregroundMark x1="42140" y1="78384" x2="42140" y2="78384"/>
                          <a14:foregroundMark x1="42140" y1="71616" x2="42140" y2="71616"/>
                          <a14:foregroundMark x1="43013" y1="69869" x2="43013" y2="69869"/>
                          <a14:foregroundMark x1="43013" y1="65939" x2="43013" y2="65939"/>
                          <a14:foregroundMark x1="43013" y1="65066" x2="43013" y2="65066"/>
                          <a14:foregroundMark x1="37336" y1="58297" x2="37336" y2="58297"/>
                          <a14:foregroundMark x1="37336" y1="58297" x2="37336" y2="58297"/>
                          <a14:foregroundMark x1="36463" y1="58297" x2="31659" y2="57424"/>
                          <a14:foregroundMark x1="29694" y1="57424" x2="29694" y2="57424"/>
                          <a14:foregroundMark x1="26856" y1="60262" x2="26856" y2="63100"/>
                          <a14:foregroundMark x1="26856" y1="65066" x2="30568" y2="78384"/>
                          <a14:foregroundMark x1="30568" y1="78384" x2="30568" y2="78384"/>
                          <a14:foregroundMark x1="35371" y1="79258" x2="42140" y2="79258"/>
                          <a14:foregroundMark x1="45852" y1="79258" x2="50655" y2="79258"/>
                          <a14:foregroundMark x1="55459" y1="79258" x2="62227" y2="78384"/>
                          <a14:foregroundMark x1="63100" y1="78384" x2="63100" y2="78384"/>
                          <a14:foregroundMark x1="67031" y1="75546" x2="67031" y2="75546"/>
                          <a14:foregroundMark x1="67031" y1="70742" x2="63100" y2="65066"/>
                          <a14:foregroundMark x1="62227" y1="63974" x2="62227" y2="63974"/>
                          <a14:foregroundMark x1="61135" y1="62227" x2="61135" y2="62227"/>
                          <a14:foregroundMark x1="50655" y1="61135" x2="50655" y2="61135"/>
                          <a14:foregroundMark x1="47817" y1="63100" x2="47817" y2="63100"/>
                          <a14:foregroundMark x1="45852" y1="65066" x2="45852" y2="65066"/>
                          <a14:foregroundMark x1="45852" y1="65939" x2="45852" y2="65939"/>
                          <a14:foregroundMark x1="55459" y1="63100" x2="55459" y2="63100"/>
                          <a14:foregroundMark x1="57424" y1="63100" x2="57424" y2="63100"/>
                          <a14:foregroundMark x1="49782" y1="85153" x2="45852" y2="85153"/>
                          <a14:foregroundMark x1="29694" y1="82314" x2="29694" y2="82314"/>
                          <a14:foregroundMark x1="67031" y1="78384" x2="67031" y2="78384"/>
                          <a14:foregroundMark x1="76419" y1="80349" x2="76419" y2="80349"/>
                          <a14:foregroundMark x1="65939" y1="84061" x2="65939" y2="84061"/>
                          <a14:foregroundMark x1="59389" y1="86026" x2="59389" y2="86026"/>
                          <a14:foregroundMark x1="76419" y1="84061" x2="76419" y2="84061"/>
                          <a14:foregroundMark x1="79258" y1="65066" x2="79258" y2="65066"/>
                          <a14:foregroundMark x1="73581" y1="63100" x2="73581" y2="63100"/>
                          <a14:foregroundMark x1="63974" y1="53493" x2="63974" y2="53493"/>
                          <a14:foregroundMark x1="49782" y1="37336" x2="49782" y2="37336"/>
                          <a14:foregroundMark x1="49782" y1="33624" x2="49782" y2="33624"/>
                          <a14:foregroundMark x1="58297" y1="33624" x2="58297" y2="33624"/>
                          <a14:foregroundMark x1="42140" y1="30568" x2="42140" y2="30568"/>
                          <a14:foregroundMark x1="34498" y1="25983" x2="34498" y2="25983"/>
                          <a14:foregroundMark x1="38210" y1="22926" x2="38210" y2="22926"/>
                          <a14:foregroundMark x1="38210" y1="22926" x2="38210" y2="22926"/>
                          <a14:foregroundMark x1="38210" y1="22926" x2="38210" y2="22926"/>
                          <a14:foregroundMark x1="74672" y1="29694" x2="74672" y2="29694"/>
                          <a14:foregroundMark x1="71616" y1="18341" x2="71616" y2="18341"/>
                          <a14:foregroundMark x1="68777" y1="52620" x2="68777" y2="52620"/>
                          <a14:foregroundMark x1="41048" y1="62227" x2="41048" y2="62227"/>
                          <a14:foregroundMark x1="34498" y1="65066" x2="34498" y2="65066"/>
                          <a14:foregroundMark x1="37336" y1="69869" x2="37336" y2="69869"/>
                        </a14:backgroundRemoval>
                      </a14:imgEffect>
                    </a14:imgLayer>
                  </a14:imgProps>
                </a:ext>
                <a:ext uri="{28A0092B-C50C-407E-A947-70E740481C1C}">
                  <a14:useLocalDpi xmlns:a14="http://schemas.microsoft.com/office/drawing/2010/main"/>
                </a:ext>
              </a:extLst>
            </a:blip>
            <a:srcRect/>
            <a:stretch>
              <a:fillRect/>
            </a:stretch>
          </p:blipFill>
          <p:spPr bwMode="auto">
            <a:xfrm>
              <a:off x="1036523" y="1265965"/>
              <a:ext cx="929520" cy="92952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44803" y="895833"/>
              <a:ext cx="2044779" cy="276999"/>
            </a:xfrm>
            <a:prstGeom prst="rect">
              <a:avLst/>
            </a:prstGeom>
          </p:spPr>
          <p:txBody>
            <a:bodyPr wrap="square">
              <a:spAutoFit/>
            </a:bodyPr>
            <a:lstStyle/>
            <a:p>
              <a:pPr algn="ctr"/>
              <a:r>
                <a:rPr lang="en-US" sz="750" b="1" dirty="0">
                  <a:latin typeface="Century Gothic" panose="020B0502020202020204" pitchFamily="34" charset="0"/>
                  <a:cs typeface="Arial" panose="020B0604020202020204" pitchFamily="34" charset="0"/>
                </a:rPr>
                <a:t>Input Study</a:t>
              </a:r>
            </a:p>
          </p:txBody>
        </p:sp>
      </p:grpSp>
      <p:sp>
        <p:nvSpPr>
          <p:cNvPr id="41" name="Rectangle 40"/>
          <p:cNvSpPr/>
          <p:nvPr/>
        </p:nvSpPr>
        <p:spPr>
          <a:xfrm>
            <a:off x="725089" y="242746"/>
            <a:ext cx="8161020" cy="2769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fontAlgn="base">
              <a:spcBef>
                <a:spcPct val="0"/>
              </a:spcBef>
              <a:spcAft>
                <a:spcPct val="0"/>
              </a:spcAft>
            </a:pPr>
            <a:r>
              <a:rPr lang="en-US" b="1" dirty="0">
                <a:solidFill>
                  <a:schemeClr val="tx2"/>
                </a:solidFill>
                <a:latin typeface="Century Gothic" panose="020B0502020202020204" pitchFamily="34" charset="0"/>
                <a:ea typeface="+mj-ea"/>
                <a:cs typeface="Arial" pitchFamily="34" charset="0"/>
              </a:rPr>
              <a:t>Project Execution Approach					2/2</a:t>
            </a:r>
          </a:p>
        </p:txBody>
      </p:sp>
    </p:spTree>
    <p:extLst>
      <p:ext uri="{BB962C8B-B14F-4D97-AF65-F5344CB8AC3E}">
        <p14:creationId xmlns:p14="http://schemas.microsoft.com/office/powerpoint/2010/main" val="10112259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0" y="748146"/>
            <a:ext cx="9144000" cy="3972296"/>
          </a:xfrm>
          <a:prstGeom prst="rect">
            <a:avLst/>
          </a:prstGeom>
          <a:solidFill>
            <a:schemeClr val="bg1">
              <a:lumMod val="95000"/>
            </a:schemeClr>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2" name="Title 1"/>
          <p:cNvSpPr>
            <a:spLocks noGrp="1"/>
          </p:cNvSpPr>
          <p:nvPr>
            <p:ph type="title"/>
          </p:nvPr>
        </p:nvSpPr>
        <p:spPr/>
        <p:txBody>
          <a:bodyPr/>
          <a:lstStyle/>
          <a:p>
            <a:r>
              <a:rPr lang="en-US" dirty="0"/>
              <a:t>Power Electronics Lab (Pune)</a:t>
            </a:r>
            <a:endParaRPr lang="en-IN" dirty="0"/>
          </a:p>
        </p:txBody>
      </p:sp>
      <p:sp>
        <p:nvSpPr>
          <p:cNvPr id="7" name="TextBox 8"/>
          <p:cNvSpPr txBox="1">
            <a:spLocks noChangeArrowheads="1"/>
          </p:cNvSpPr>
          <p:nvPr/>
        </p:nvSpPr>
        <p:spPr bwMode="auto">
          <a:xfrm>
            <a:off x="367540" y="779144"/>
            <a:ext cx="6534706" cy="3831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sz="2400">
                <a:solidFill>
                  <a:srgbClr val="000000"/>
                </a:solidFill>
                <a:latin typeface="Times" panose="02020603050405020304" pitchFamily="18" charset="0"/>
                <a:ea typeface="ヒラギノ明朝 ProN W3" charset="-128"/>
                <a:sym typeface="Times" panose="02020603050405020304" pitchFamily="18" charset="0"/>
              </a:defRPr>
            </a:lvl1pPr>
            <a:lvl2pPr marL="628650" indent="-171450">
              <a:defRPr sz="2400">
                <a:solidFill>
                  <a:srgbClr val="000000"/>
                </a:solidFill>
                <a:latin typeface="Times" panose="02020603050405020304" pitchFamily="18" charset="0"/>
                <a:ea typeface="ヒラギノ明朝 ProN W3"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charset="-128"/>
                <a:sym typeface="Times" panose="02020603050405020304" pitchFamily="18" charset="0"/>
              </a:defRPr>
            </a:lvl9pPr>
          </a:lstStyle>
          <a:p>
            <a:pPr marL="171446" indent="-171446" defTabSz="914378">
              <a:lnSpc>
                <a:spcPct val="150000"/>
              </a:lnSpc>
              <a:buFont typeface="Arial" panose="020B0604020202020204" pitchFamily="34" charset="0"/>
              <a:buChar char="•"/>
              <a:defRPr/>
            </a:pPr>
            <a:r>
              <a:rPr lang="en-US" altLang="en-US" sz="900" dirty="0">
                <a:latin typeface="Century Gothic" panose="020B0502020202020204" pitchFamily="34" charset="0"/>
                <a:cs typeface="Arial" panose="020B0604020202020204" pitchFamily="34" charset="0"/>
              </a:rPr>
              <a:t>Area – Approx. 2600 sq. ft.</a:t>
            </a:r>
          </a:p>
          <a:p>
            <a:pPr marL="171446" indent="-171446" defTabSz="914378">
              <a:lnSpc>
                <a:spcPct val="150000"/>
              </a:lnSpc>
              <a:buFont typeface="Arial" panose="020B0604020202020204" pitchFamily="34" charset="0"/>
              <a:buChar char="•"/>
              <a:defRPr/>
            </a:pPr>
            <a:r>
              <a:rPr lang="en-US" altLang="en-US" sz="900" dirty="0">
                <a:latin typeface="Century Gothic" panose="020B0502020202020204" pitchFamily="34" charset="0"/>
                <a:cs typeface="Arial" panose="020B0604020202020204" pitchFamily="34" charset="0"/>
              </a:rPr>
              <a:t>Max power of AC drives that can be tested – 45kW</a:t>
            </a:r>
          </a:p>
          <a:p>
            <a:pPr marL="171446" indent="-171446" defTabSz="914378">
              <a:lnSpc>
                <a:spcPct val="150000"/>
              </a:lnSpc>
              <a:buFont typeface="Arial" panose="020B0604020202020204" pitchFamily="34" charset="0"/>
              <a:buChar char="•"/>
              <a:defRPr/>
            </a:pPr>
            <a:r>
              <a:rPr lang="en-US" altLang="en-US" sz="900" dirty="0">
                <a:latin typeface="Century Gothic" panose="020B0502020202020204" pitchFamily="34" charset="0"/>
                <a:cs typeface="Arial" panose="020B0604020202020204" pitchFamily="34" charset="0"/>
              </a:rPr>
              <a:t>Drive voltage rating test capability (Mains Supply 415V, Others through high current rating Auto transformer) – 1110V, 240V, 415V, 575V, 690V</a:t>
            </a:r>
          </a:p>
          <a:p>
            <a:pPr marL="171446" indent="-171446" defTabSz="914378">
              <a:lnSpc>
                <a:spcPct val="150000"/>
              </a:lnSpc>
              <a:buFont typeface="Arial" panose="020B0604020202020204" pitchFamily="34" charset="0"/>
              <a:buChar char="•"/>
              <a:defRPr/>
            </a:pPr>
            <a:r>
              <a:rPr lang="en-US" altLang="en-US" sz="900" dirty="0">
                <a:latin typeface="Century Gothic" panose="020B0502020202020204" pitchFamily="34" charset="0"/>
                <a:cs typeface="Arial" panose="020B0604020202020204" pitchFamily="34" charset="0"/>
              </a:rPr>
              <a:t>Tests Performed</a:t>
            </a:r>
          </a:p>
          <a:p>
            <a:pPr marL="628646" lvl="1" indent="-171446" defTabSz="914378">
              <a:lnSpc>
                <a:spcPct val="150000"/>
              </a:lnSpc>
              <a:buFont typeface="Arial" panose="020B0604020202020204" pitchFamily="34" charset="0"/>
              <a:buChar char="•"/>
              <a:defRPr/>
            </a:pPr>
            <a:r>
              <a:rPr lang="en-US" altLang="en-US" sz="900" dirty="0">
                <a:latin typeface="Century Gothic" panose="020B0502020202020204" pitchFamily="34" charset="0"/>
                <a:cs typeface="Arial" panose="020B0604020202020204" pitchFamily="34" charset="0"/>
              </a:rPr>
              <a:t>EMC</a:t>
            </a:r>
          </a:p>
          <a:p>
            <a:pPr marL="628646" lvl="1" indent="-171446" defTabSz="914378">
              <a:lnSpc>
                <a:spcPct val="150000"/>
              </a:lnSpc>
              <a:buFont typeface="Arial" panose="020B0604020202020204" pitchFamily="34" charset="0"/>
              <a:buChar char="•"/>
              <a:defRPr/>
            </a:pPr>
            <a:r>
              <a:rPr lang="en-US" altLang="en-US" sz="900" dirty="0">
                <a:latin typeface="Century Gothic" panose="020B0502020202020204" pitchFamily="34" charset="0"/>
                <a:cs typeface="Arial" panose="020B0604020202020204" pitchFamily="34" charset="0"/>
              </a:rPr>
              <a:t>Functional</a:t>
            </a:r>
          </a:p>
          <a:p>
            <a:pPr marL="628646" lvl="1" indent="-171446" defTabSz="914378">
              <a:lnSpc>
                <a:spcPct val="150000"/>
              </a:lnSpc>
              <a:buFont typeface="Arial" panose="020B0604020202020204" pitchFamily="34" charset="0"/>
              <a:buChar char="•"/>
              <a:defRPr/>
            </a:pPr>
            <a:r>
              <a:rPr lang="en-US" altLang="en-US" sz="900" dirty="0">
                <a:latin typeface="Century Gothic" panose="020B0502020202020204" pitchFamily="34" charset="0"/>
                <a:cs typeface="Arial" panose="020B0604020202020204" pitchFamily="34" charset="0"/>
              </a:rPr>
              <a:t>Heat Run</a:t>
            </a:r>
          </a:p>
          <a:p>
            <a:pPr marL="628646" lvl="1" indent="-171446" defTabSz="914378">
              <a:lnSpc>
                <a:spcPct val="150000"/>
              </a:lnSpc>
              <a:buFont typeface="Arial" panose="020B0604020202020204" pitchFamily="34" charset="0"/>
              <a:buChar char="•"/>
              <a:defRPr/>
            </a:pPr>
            <a:r>
              <a:rPr lang="en-US" altLang="en-US" sz="900" dirty="0">
                <a:latin typeface="Century Gothic" panose="020B0502020202020204" pitchFamily="34" charset="0"/>
                <a:cs typeface="Arial" panose="020B0604020202020204" pitchFamily="34" charset="0"/>
              </a:rPr>
              <a:t>Product certification</a:t>
            </a:r>
          </a:p>
          <a:p>
            <a:pPr marL="628646" lvl="1" indent="-171446" defTabSz="914378">
              <a:lnSpc>
                <a:spcPct val="150000"/>
              </a:lnSpc>
              <a:buFont typeface="Arial" panose="020B0604020202020204" pitchFamily="34" charset="0"/>
              <a:buChar char="•"/>
              <a:defRPr/>
            </a:pPr>
            <a:r>
              <a:rPr lang="en-US" altLang="en-US" sz="900" dirty="0">
                <a:latin typeface="Century Gothic" panose="020B0502020202020204" pitchFamily="34" charset="0"/>
                <a:cs typeface="Arial" panose="020B0604020202020204" pitchFamily="34" charset="0"/>
              </a:rPr>
              <a:t>Destructive tests with 5kA short circuit capacity (5kA at 415V, 240V, 575V, 4.5kA at 690V)</a:t>
            </a:r>
          </a:p>
          <a:p>
            <a:pPr marL="628646" lvl="1" indent="-171446" defTabSz="914378">
              <a:lnSpc>
                <a:spcPct val="150000"/>
              </a:lnSpc>
              <a:buFont typeface="Arial" panose="020B0604020202020204" pitchFamily="34" charset="0"/>
              <a:buChar char="•"/>
              <a:defRPr/>
            </a:pPr>
            <a:r>
              <a:rPr lang="en-US" altLang="en-US" sz="900" dirty="0">
                <a:latin typeface="Century Gothic" panose="020B0502020202020204" pitchFamily="34" charset="0"/>
                <a:cs typeface="Arial" panose="020B0604020202020204" pitchFamily="34" charset="0"/>
              </a:rPr>
              <a:t>Component evaluation</a:t>
            </a:r>
          </a:p>
          <a:p>
            <a:pPr marL="628646" lvl="1" indent="-171446" defTabSz="914378">
              <a:lnSpc>
                <a:spcPct val="150000"/>
              </a:lnSpc>
              <a:buFont typeface="Arial" panose="020B0604020202020204" pitchFamily="34" charset="0"/>
              <a:buChar char="•"/>
              <a:defRPr/>
            </a:pPr>
            <a:r>
              <a:rPr lang="en-US" altLang="en-US" sz="900" dirty="0">
                <a:latin typeface="Century Gothic" panose="020B0502020202020204" pitchFamily="34" charset="0"/>
                <a:cs typeface="Arial" panose="020B0604020202020204" pitchFamily="34" charset="0"/>
              </a:rPr>
              <a:t>Circuit operation</a:t>
            </a:r>
          </a:p>
          <a:p>
            <a:pPr marL="628646" lvl="1" indent="-171446" defTabSz="914378">
              <a:lnSpc>
                <a:spcPct val="150000"/>
              </a:lnSpc>
              <a:buFont typeface="Arial" panose="020B0604020202020204" pitchFamily="34" charset="0"/>
              <a:buChar char="•"/>
              <a:defRPr/>
            </a:pPr>
            <a:r>
              <a:rPr lang="en-US" altLang="en-US" sz="900" dirty="0">
                <a:latin typeface="Century Gothic" panose="020B0502020202020204" pitchFamily="34" charset="0"/>
                <a:cs typeface="Arial" panose="020B0604020202020204" pitchFamily="34" charset="0"/>
              </a:rPr>
              <a:t>Abnormal conditions testing</a:t>
            </a:r>
          </a:p>
          <a:p>
            <a:pPr marL="628646" lvl="1" indent="-171446" defTabSz="914378">
              <a:lnSpc>
                <a:spcPct val="150000"/>
              </a:lnSpc>
              <a:buFont typeface="Arial" panose="020B0604020202020204" pitchFamily="34" charset="0"/>
              <a:buChar char="•"/>
              <a:defRPr/>
            </a:pPr>
            <a:r>
              <a:rPr lang="en-US" altLang="en-US" sz="900" dirty="0">
                <a:latin typeface="Century Gothic" panose="020B0502020202020204" pitchFamily="34" charset="0"/>
                <a:cs typeface="Arial" panose="020B0604020202020204" pitchFamily="34" charset="0"/>
              </a:rPr>
              <a:t>Mechanical testing</a:t>
            </a:r>
          </a:p>
          <a:p>
            <a:pPr marL="171446" indent="-171446" defTabSz="914378">
              <a:lnSpc>
                <a:spcPct val="150000"/>
              </a:lnSpc>
              <a:buFont typeface="Arial" panose="020B0604020202020204" pitchFamily="34" charset="0"/>
              <a:buChar char="•"/>
              <a:defRPr/>
            </a:pPr>
            <a:r>
              <a:rPr lang="en-US" altLang="en-US" sz="900" dirty="0">
                <a:latin typeface="Century Gothic" panose="020B0502020202020204" pitchFamily="34" charset="0"/>
                <a:cs typeface="Arial" panose="020B0604020202020204" pitchFamily="34" charset="0"/>
              </a:rPr>
              <a:t>Certification under UL CTDP (Client Test Data Program)</a:t>
            </a:r>
          </a:p>
          <a:p>
            <a:pPr marL="171446" indent="-171446" defTabSz="914378">
              <a:lnSpc>
                <a:spcPct val="150000"/>
              </a:lnSpc>
              <a:buFont typeface="Arial" panose="020B0604020202020204" pitchFamily="34" charset="0"/>
              <a:buChar char="•"/>
              <a:defRPr/>
            </a:pPr>
            <a:r>
              <a:rPr lang="en-US" altLang="en-US" sz="900" dirty="0">
                <a:latin typeface="Century Gothic" panose="020B0502020202020204" pitchFamily="34" charset="0"/>
                <a:cs typeface="Arial" panose="020B0604020202020204" pitchFamily="34" charset="0"/>
              </a:rPr>
              <a:t>Maintaining high level of safety</a:t>
            </a:r>
          </a:p>
          <a:p>
            <a:pPr marL="171446" indent="-171446" defTabSz="914378">
              <a:lnSpc>
                <a:spcPct val="150000"/>
              </a:lnSpc>
              <a:buFont typeface="Arial" panose="020B0604020202020204" pitchFamily="34" charset="0"/>
              <a:buChar char="•"/>
              <a:defRPr/>
            </a:pPr>
            <a:r>
              <a:rPr lang="en-US" altLang="en-US" sz="900" dirty="0">
                <a:latin typeface="Century Gothic" panose="020B0502020202020204" pitchFamily="34" charset="0"/>
                <a:cs typeface="Arial" panose="020B0604020202020204" pitchFamily="34" charset="0"/>
              </a:rPr>
              <a:t>Motor room with number of rigs – 22kW AC, 11kW AC, 4kW AC, 10.4kW servo, 6kW Servo, 2.5kW Servo)</a:t>
            </a:r>
          </a:p>
          <a:p>
            <a:pPr marL="171446" indent="-171446" defTabSz="914378">
              <a:lnSpc>
                <a:spcPct val="150000"/>
              </a:lnSpc>
              <a:buFont typeface="Arial" panose="020B0604020202020204" pitchFamily="34" charset="0"/>
              <a:buChar char="•"/>
              <a:defRPr/>
            </a:pPr>
            <a:r>
              <a:rPr lang="en-US" altLang="en-US" sz="900" dirty="0">
                <a:latin typeface="Century Gothic" panose="020B0502020202020204" pitchFamily="34" charset="0"/>
                <a:cs typeface="Arial" panose="020B0604020202020204" pitchFamily="34" charset="0"/>
              </a:rPr>
              <a:t>Thermal Chamber for heat run up to 50°C actual ambient</a:t>
            </a:r>
          </a:p>
        </p:txBody>
      </p:sp>
      <p:pic>
        <p:nvPicPr>
          <p:cNvPr id="10" name="Picture 9"/>
          <p:cNvPicPr>
            <a:picLocks noChangeAspect="1"/>
          </p:cNvPicPr>
          <p:nvPr/>
        </p:nvPicPr>
        <p:blipFill rotWithShape="1">
          <a:blip r:embed="rId2"/>
          <a:srcRect l="82394" t="22770" r="843" b="42139"/>
          <a:stretch/>
        </p:blipFill>
        <p:spPr>
          <a:xfrm>
            <a:off x="7186157" y="1675024"/>
            <a:ext cx="1295905" cy="1350405"/>
          </a:xfrm>
          <a:prstGeom prst="rect">
            <a:avLst/>
          </a:prstGeom>
        </p:spPr>
      </p:pic>
    </p:spTree>
    <p:extLst>
      <p:ext uri="{BB962C8B-B14F-4D97-AF65-F5344CB8AC3E}">
        <p14:creationId xmlns:p14="http://schemas.microsoft.com/office/powerpoint/2010/main" val="44356870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0" y="748146"/>
            <a:ext cx="9144000" cy="3972296"/>
          </a:xfrm>
          <a:prstGeom prst="rect">
            <a:avLst/>
          </a:prstGeom>
          <a:solidFill>
            <a:schemeClr val="bg1">
              <a:lumMod val="95000"/>
            </a:schemeClr>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2" name="Title 1"/>
          <p:cNvSpPr>
            <a:spLocks noGrp="1"/>
          </p:cNvSpPr>
          <p:nvPr>
            <p:ph type="title"/>
          </p:nvPr>
        </p:nvSpPr>
        <p:spPr/>
        <p:txBody>
          <a:bodyPr/>
          <a:lstStyle/>
          <a:p>
            <a:r>
              <a:rPr lang="en-IN" altLang="en-US" dirty="0"/>
              <a:t>Power Electronics Lab (Hyderabad)</a:t>
            </a:r>
            <a:endParaRPr lang="en-IN" dirty="0"/>
          </a:p>
        </p:txBody>
      </p:sp>
      <p:sp>
        <p:nvSpPr>
          <p:cNvPr id="7" name="TextBox 8"/>
          <p:cNvSpPr txBox="1">
            <a:spLocks noChangeArrowheads="1"/>
          </p:cNvSpPr>
          <p:nvPr/>
        </p:nvSpPr>
        <p:spPr bwMode="auto">
          <a:xfrm>
            <a:off x="367540" y="779144"/>
            <a:ext cx="3515692" cy="339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sz="2400">
                <a:solidFill>
                  <a:srgbClr val="000000"/>
                </a:solidFill>
                <a:latin typeface="Times" panose="02020603050405020304" pitchFamily="18" charset="0"/>
                <a:ea typeface="ヒラギノ明朝 ProN W3" charset="-128"/>
                <a:sym typeface="Times" panose="02020603050405020304" pitchFamily="18" charset="0"/>
              </a:defRPr>
            </a:lvl1pPr>
            <a:lvl2pPr marL="628650" indent="-171450">
              <a:defRPr sz="2400">
                <a:solidFill>
                  <a:srgbClr val="000000"/>
                </a:solidFill>
                <a:latin typeface="Times" panose="02020603050405020304" pitchFamily="18" charset="0"/>
                <a:ea typeface="ヒラギノ明朝 ProN W3"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charset="-128"/>
                <a:sym typeface="Times" panose="02020603050405020304" pitchFamily="18" charset="0"/>
              </a:defRPr>
            </a:lvl9pPr>
          </a:lstStyle>
          <a:p>
            <a:pPr marL="171446" indent="-171446" defTabSz="914378">
              <a:lnSpc>
                <a:spcPct val="150000"/>
              </a:lnSpc>
              <a:buFont typeface="Arial" panose="020B0604020202020204" pitchFamily="34" charset="0"/>
              <a:buChar char="•"/>
              <a:defRPr/>
            </a:pPr>
            <a:r>
              <a:rPr lang="en-US" altLang="en-US" sz="1100" dirty="0">
                <a:latin typeface="Century Gothic" panose="020B0502020202020204" pitchFamily="34" charset="0"/>
                <a:cs typeface="Arial" panose="020B0604020202020204" pitchFamily="34" charset="0"/>
              </a:rPr>
              <a:t>Functional evaluation of drives up to 7.5kW</a:t>
            </a:r>
          </a:p>
          <a:p>
            <a:pPr marL="671501" lvl="1" indent="-214313" defTabSz="914378">
              <a:lnSpc>
                <a:spcPct val="150000"/>
              </a:lnSpc>
              <a:buFont typeface="Courier New" panose="02070309020205020404" pitchFamily="49" charset="0"/>
              <a:buChar char="o"/>
              <a:defRPr/>
            </a:pPr>
            <a:r>
              <a:rPr lang="en-US" altLang="en-US" sz="1100" dirty="0">
                <a:latin typeface="Century Gothic" panose="020B0502020202020204" pitchFamily="34" charset="0"/>
                <a:cs typeface="Arial" panose="020B0604020202020204" pitchFamily="34" charset="0"/>
              </a:rPr>
              <a:t>AC drives, DC drives and Servo drives</a:t>
            </a:r>
          </a:p>
          <a:p>
            <a:pPr marL="171446" indent="-171446" defTabSz="914378">
              <a:lnSpc>
                <a:spcPct val="150000"/>
              </a:lnSpc>
              <a:buFont typeface="Arial" panose="020B0604020202020204" pitchFamily="34" charset="0"/>
              <a:buChar char="•"/>
              <a:defRPr/>
            </a:pPr>
            <a:r>
              <a:rPr lang="en-IN" altLang="en-US" sz="1100" dirty="0">
                <a:latin typeface="Century Gothic" panose="020B0502020202020204" pitchFamily="34" charset="0"/>
                <a:cs typeface="Arial" panose="020B0604020202020204" pitchFamily="34" charset="0"/>
              </a:rPr>
              <a:t>Regenerative test set-up for loading drives</a:t>
            </a:r>
          </a:p>
          <a:p>
            <a:pPr marL="171446" indent="-171446" defTabSz="914378">
              <a:lnSpc>
                <a:spcPct val="150000"/>
              </a:lnSpc>
              <a:buFont typeface="Arial" panose="020B0604020202020204" pitchFamily="34" charset="0"/>
              <a:buChar char="•"/>
              <a:defRPr/>
            </a:pPr>
            <a:r>
              <a:rPr lang="en-US" altLang="en-US" sz="1100" dirty="0">
                <a:latin typeface="Century Gothic" panose="020B0502020202020204" pitchFamily="34" charset="0"/>
                <a:cs typeface="Arial" panose="020B0604020202020204" pitchFamily="34" charset="0"/>
              </a:rPr>
              <a:t>Environmental chamber for testing under temperature variation of:</a:t>
            </a:r>
          </a:p>
          <a:p>
            <a:pPr marL="671501" lvl="1" indent="-214313" defTabSz="914378">
              <a:lnSpc>
                <a:spcPct val="150000"/>
              </a:lnSpc>
              <a:buFont typeface="Courier New" panose="02070309020205020404" pitchFamily="49" charset="0"/>
              <a:buChar char="o"/>
              <a:defRPr/>
            </a:pPr>
            <a:r>
              <a:rPr lang="en-US" altLang="en-US" sz="1100" dirty="0">
                <a:latin typeface="Century Gothic" panose="020B0502020202020204" pitchFamily="34" charset="0"/>
                <a:cs typeface="Arial" panose="020B0604020202020204" pitchFamily="34" charset="0"/>
              </a:rPr>
              <a:t>-40</a:t>
            </a:r>
            <a:r>
              <a:rPr lang="en-US" altLang="en-US" sz="1100" baseline="30000" dirty="0">
                <a:latin typeface="Century Gothic" panose="020B0502020202020204" pitchFamily="34" charset="0"/>
                <a:cs typeface="Arial" panose="020B0604020202020204" pitchFamily="34" charset="0"/>
              </a:rPr>
              <a:t>0</a:t>
            </a:r>
            <a:r>
              <a:rPr lang="en-US" altLang="en-US" sz="1100" dirty="0">
                <a:latin typeface="Century Gothic" panose="020B0502020202020204" pitchFamily="34" charset="0"/>
                <a:cs typeface="Arial" panose="020B0604020202020204" pitchFamily="34" charset="0"/>
              </a:rPr>
              <a:t>C to 120</a:t>
            </a:r>
            <a:r>
              <a:rPr lang="en-US" altLang="en-US" sz="1100" baseline="30000" dirty="0">
                <a:latin typeface="Century Gothic" panose="020B0502020202020204" pitchFamily="34" charset="0"/>
                <a:cs typeface="Arial" panose="020B0604020202020204" pitchFamily="34" charset="0"/>
              </a:rPr>
              <a:t>0</a:t>
            </a:r>
            <a:r>
              <a:rPr lang="en-US" altLang="en-US" sz="1100" dirty="0">
                <a:latin typeface="Century Gothic" panose="020B0502020202020204" pitchFamily="34" charset="0"/>
                <a:cs typeface="Arial" panose="020B0604020202020204" pitchFamily="34" charset="0"/>
              </a:rPr>
              <a:t>C and RH of 20% to 95%</a:t>
            </a:r>
            <a:endParaRPr lang="en-IN" altLang="en-US" sz="1100" dirty="0">
              <a:latin typeface="Century Gothic" panose="020B0502020202020204" pitchFamily="34" charset="0"/>
              <a:cs typeface="Arial" panose="020B0604020202020204" pitchFamily="34" charset="0"/>
            </a:endParaRPr>
          </a:p>
          <a:p>
            <a:pPr marL="171446" indent="-171446" defTabSz="914378">
              <a:lnSpc>
                <a:spcPct val="150000"/>
              </a:lnSpc>
              <a:buFont typeface="Arial" panose="020B0604020202020204" pitchFamily="34" charset="0"/>
              <a:buChar char="•"/>
              <a:defRPr/>
            </a:pPr>
            <a:r>
              <a:rPr lang="en-IN" altLang="en-US" sz="1100" dirty="0">
                <a:latin typeface="Century Gothic" panose="020B0502020202020204" pitchFamily="34" charset="0"/>
                <a:cs typeface="Arial" panose="020B0604020202020204" pitchFamily="34" charset="0"/>
              </a:rPr>
              <a:t>Source Capability: </a:t>
            </a:r>
          </a:p>
          <a:p>
            <a:pPr marL="671501" lvl="1" indent="-214313" defTabSz="914378">
              <a:lnSpc>
                <a:spcPct val="150000"/>
              </a:lnSpc>
              <a:buFont typeface="Courier New" panose="02070309020205020404" pitchFamily="49" charset="0"/>
              <a:buChar char="o"/>
              <a:defRPr/>
            </a:pPr>
            <a:r>
              <a:rPr lang="en-IN" altLang="en-US" sz="1100" dirty="0">
                <a:latin typeface="Century Gothic" panose="020B0502020202020204" pitchFamily="34" charset="0"/>
                <a:cs typeface="Arial" panose="020B0604020202020204" pitchFamily="34" charset="0"/>
              </a:rPr>
              <a:t>380VAC to 600VAC, 3-phase; Current: 30A</a:t>
            </a:r>
          </a:p>
          <a:p>
            <a:pPr marL="671501" lvl="1" indent="-214313" defTabSz="914378">
              <a:lnSpc>
                <a:spcPct val="150000"/>
              </a:lnSpc>
              <a:buFont typeface="Courier New" panose="02070309020205020404" pitchFamily="49" charset="0"/>
              <a:buChar char="o"/>
              <a:defRPr/>
            </a:pPr>
            <a:r>
              <a:rPr lang="en-IN" altLang="en-US" sz="1100" dirty="0">
                <a:latin typeface="Century Gothic" panose="020B0502020202020204" pitchFamily="34" charset="0"/>
                <a:cs typeface="Arial" panose="020B0604020202020204" pitchFamily="34" charset="0"/>
              </a:rPr>
              <a:t>180VAC to 280VAC, 3-phase; Current: 40A</a:t>
            </a:r>
          </a:p>
          <a:p>
            <a:pPr marL="171446" indent="-171446" defTabSz="914378">
              <a:lnSpc>
                <a:spcPct val="150000"/>
              </a:lnSpc>
              <a:buFont typeface="Arial" panose="020B0604020202020204" pitchFamily="34" charset="0"/>
              <a:buChar char="•"/>
              <a:defRPr/>
            </a:pPr>
            <a:r>
              <a:rPr lang="en-IN" altLang="en-US" sz="1100" dirty="0">
                <a:latin typeface="Century Gothic" panose="020B0502020202020204" pitchFamily="34" charset="0"/>
                <a:cs typeface="Arial" panose="020B0604020202020204" pitchFamily="34" charset="0"/>
              </a:rPr>
              <a:t>Capability to enhance source capacity to 250A</a:t>
            </a:r>
          </a:p>
        </p:txBody>
      </p:sp>
      <p:pic>
        <p:nvPicPr>
          <p:cNvPr id="11" name="Picture 10"/>
          <p:cNvPicPr>
            <a:picLocks noChangeAspect="1"/>
          </p:cNvPicPr>
          <p:nvPr/>
        </p:nvPicPr>
        <p:blipFill rotWithShape="1">
          <a:blip r:embed="rId2"/>
          <a:srcRect r="67325"/>
          <a:stretch/>
        </p:blipFill>
        <p:spPr>
          <a:xfrm>
            <a:off x="4473360" y="957271"/>
            <a:ext cx="1832497" cy="1371600"/>
          </a:xfrm>
          <a:prstGeom prst="rect">
            <a:avLst/>
          </a:prstGeom>
        </p:spPr>
      </p:pic>
      <p:pic>
        <p:nvPicPr>
          <p:cNvPr id="6" name="Picture 5"/>
          <p:cNvPicPr>
            <a:picLocks noChangeAspect="1"/>
          </p:cNvPicPr>
          <p:nvPr/>
        </p:nvPicPr>
        <p:blipFill rotWithShape="1">
          <a:blip r:embed="rId2"/>
          <a:srcRect l="33627" r="33658"/>
          <a:stretch/>
        </p:blipFill>
        <p:spPr>
          <a:xfrm>
            <a:off x="6686100" y="1795472"/>
            <a:ext cx="1834739" cy="1371600"/>
          </a:xfrm>
          <a:prstGeom prst="rect">
            <a:avLst/>
          </a:prstGeom>
        </p:spPr>
      </p:pic>
      <p:pic>
        <p:nvPicPr>
          <p:cNvPr id="8" name="Picture 7"/>
          <p:cNvPicPr>
            <a:picLocks noChangeAspect="1"/>
          </p:cNvPicPr>
          <p:nvPr/>
        </p:nvPicPr>
        <p:blipFill rotWithShape="1">
          <a:blip r:embed="rId2"/>
          <a:srcRect l="67295"/>
          <a:stretch/>
        </p:blipFill>
        <p:spPr>
          <a:xfrm>
            <a:off x="4471649" y="2481272"/>
            <a:ext cx="1834208" cy="1371600"/>
          </a:xfrm>
          <a:prstGeom prst="rect">
            <a:avLst/>
          </a:prstGeom>
        </p:spPr>
      </p:pic>
    </p:spTree>
    <p:extLst>
      <p:ext uri="{BB962C8B-B14F-4D97-AF65-F5344CB8AC3E}">
        <p14:creationId xmlns:p14="http://schemas.microsoft.com/office/powerpoint/2010/main" val="306540546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0" y="748146"/>
            <a:ext cx="9144000" cy="3972296"/>
          </a:xfrm>
          <a:prstGeom prst="rect">
            <a:avLst/>
          </a:prstGeom>
          <a:solidFill>
            <a:schemeClr val="bg1">
              <a:lumMod val="95000"/>
            </a:schemeClr>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7" name="TextBox 8"/>
          <p:cNvSpPr txBox="1">
            <a:spLocks noChangeArrowheads="1"/>
          </p:cNvSpPr>
          <p:nvPr/>
        </p:nvSpPr>
        <p:spPr bwMode="auto">
          <a:xfrm>
            <a:off x="367540" y="779144"/>
            <a:ext cx="3515692"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sz="2400">
                <a:solidFill>
                  <a:srgbClr val="000000"/>
                </a:solidFill>
                <a:latin typeface="Times" panose="02020603050405020304" pitchFamily="18" charset="0"/>
                <a:ea typeface="ヒラギノ明朝 ProN W3" charset="-128"/>
                <a:sym typeface="Times" panose="02020603050405020304" pitchFamily="18" charset="0"/>
              </a:defRPr>
            </a:lvl1pPr>
            <a:lvl2pPr marL="628650" indent="-171450">
              <a:defRPr sz="2400">
                <a:solidFill>
                  <a:srgbClr val="000000"/>
                </a:solidFill>
                <a:latin typeface="Times" panose="02020603050405020304" pitchFamily="18" charset="0"/>
                <a:ea typeface="ヒラギノ明朝 ProN W3" charset="-128"/>
                <a:sym typeface="Times" panose="02020603050405020304" pitchFamily="18" charset="0"/>
              </a:defRPr>
            </a:lvl2pPr>
            <a:lvl3pPr marL="1143000" indent="-228600">
              <a:defRPr sz="2400">
                <a:solidFill>
                  <a:srgbClr val="000000"/>
                </a:solidFill>
                <a:latin typeface="Times" panose="02020603050405020304" pitchFamily="18" charset="0"/>
                <a:ea typeface="ヒラギノ明朝 ProN W3" charset="-128"/>
                <a:sym typeface="Times" panose="02020603050405020304" pitchFamily="18" charset="0"/>
              </a:defRPr>
            </a:lvl3pPr>
            <a:lvl4pPr marL="1600200" indent="-228600">
              <a:defRPr sz="2400">
                <a:solidFill>
                  <a:srgbClr val="000000"/>
                </a:solidFill>
                <a:latin typeface="Times" panose="02020603050405020304" pitchFamily="18" charset="0"/>
                <a:ea typeface="ヒラギノ明朝 ProN W3" charset="-128"/>
                <a:sym typeface="Times" panose="02020603050405020304" pitchFamily="18" charset="0"/>
              </a:defRPr>
            </a:lvl4pPr>
            <a:lvl5pPr marL="2057400" indent="-228600">
              <a:defRPr sz="2400">
                <a:solidFill>
                  <a:srgbClr val="000000"/>
                </a:solidFill>
                <a:latin typeface="Times" panose="02020603050405020304" pitchFamily="18" charset="0"/>
                <a:ea typeface="ヒラギノ明朝 ProN W3" charset="-128"/>
                <a:sym typeface="Times" panose="02020603050405020304" pitchFamily="18" charset="0"/>
              </a:defRPr>
            </a:lvl5pPr>
            <a:lvl6pPr marL="2514600" indent="-228600" eaLnBrk="0" fontAlgn="base" hangingPunct="0">
              <a:spcBef>
                <a:spcPct val="0"/>
              </a:spcBef>
              <a:spcAft>
                <a:spcPct val="0"/>
              </a:spcAft>
              <a:defRPr sz="2400">
                <a:solidFill>
                  <a:srgbClr val="000000"/>
                </a:solidFill>
                <a:latin typeface="Times" panose="02020603050405020304" pitchFamily="18" charset="0"/>
                <a:ea typeface="ヒラギノ明朝 ProN W3" charset="-128"/>
                <a:sym typeface="Times" panose="02020603050405020304" pitchFamily="18" charset="0"/>
              </a:defRPr>
            </a:lvl6pPr>
            <a:lvl7pPr marL="2971800" indent="-228600" eaLnBrk="0" fontAlgn="base" hangingPunct="0">
              <a:spcBef>
                <a:spcPct val="0"/>
              </a:spcBef>
              <a:spcAft>
                <a:spcPct val="0"/>
              </a:spcAft>
              <a:defRPr sz="2400">
                <a:solidFill>
                  <a:srgbClr val="000000"/>
                </a:solidFill>
                <a:latin typeface="Times" panose="02020603050405020304" pitchFamily="18" charset="0"/>
                <a:ea typeface="ヒラギノ明朝 ProN W3" charset="-128"/>
                <a:sym typeface="Times" panose="02020603050405020304" pitchFamily="18" charset="0"/>
              </a:defRPr>
            </a:lvl7pPr>
            <a:lvl8pPr marL="3429000" indent="-228600" eaLnBrk="0" fontAlgn="base" hangingPunct="0">
              <a:spcBef>
                <a:spcPct val="0"/>
              </a:spcBef>
              <a:spcAft>
                <a:spcPct val="0"/>
              </a:spcAft>
              <a:defRPr sz="2400">
                <a:solidFill>
                  <a:srgbClr val="000000"/>
                </a:solidFill>
                <a:latin typeface="Times" panose="02020603050405020304" pitchFamily="18" charset="0"/>
                <a:ea typeface="ヒラギノ明朝 ProN W3" charset="-128"/>
                <a:sym typeface="Times" panose="02020603050405020304" pitchFamily="18" charset="0"/>
              </a:defRPr>
            </a:lvl8pPr>
            <a:lvl9pPr marL="3886200" indent="-228600" eaLnBrk="0" fontAlgn="base" hangingPunct="0">
              <a:spcBef>
                <a:spcPct val="0"/>
              </a:spcBef>
              <a:spcAft>
                <a:spcPct val="0"/>
              </a:spcAft>
              <a:defRPr sz="2400">
                <a:solidFill>
                  <a:srgbClr val="000000"/>
                </a:solidFill>
                <a:latin typeface="Times" panose="02020603050405020304" pitchFamily="18" charset="0"/>
                <a:ea typeface="ヒラギノ明朝 ProN W3" charset="-128"/>
                <a:sym typeface="Times" panose="02020603050405020304" pitchFamily="18" charset="0"/>
              </a:defRPr>
            </a:lvl9pPr>
          </a:lstStyle>
          <a:p>
            <a:pPr marL="171446" indent="-171446" defTabSz="914378">
              <a:lnSpc>
                <a:spcPct val="200000"/>
              </a:lnSpc>
              <a:buFont typeface="Arial" panose="020B0604020202020204" pitchFamily="34" charset="0"/>
              <a:buChar char="•"/>
              <a:defRPr/>
            </a:pPr>
            <a:r>
              <a:rPr lang="en-IN" altLang="en-US" sz="1100" dirty="0">
                <a:latin typeface="Century Gothic" panose="020B0502020202020204" pitchFamily="34" charset="0"/>
                <a:cs typeface="Arial" panose="020B0604020202020204" pitchFamily="34" charset="0"/>
              </a:rPr>
              <a:t>Source Capability: </a:t>
            </a:r>
          </a:p>
          <a:p>
            <a:pPr marL="671501" lvl="1" indent="-214313" defTabSz="914378">
              <a:lnSpc>
                <a:spcPct val="200000"/>
              </a:lnSpc>
              <a:buFont typeface="Courier New" panose="02070309020205020404" pitchFamily="49" charset="0"/>
              <a:buChar char="o"/>
              <a:defRPr/>
            </a:pPr>
            <a:r>
              <a:rPr lang="en-IN" altLang="en-US" sz="1100" dirty="0">
                <a:latin typeface="Century Gothic" panose="020B0502020202020204" pitchFamily="34" charset="0"/>
                <a:cs typeface="Arial" panose="020B0604020202020204" pitchFamily="34" charset="0"/>
              </a:rPr>
              <a:t>25KVA, 3-phase AC</a:t>
            </a:r>
          </a:p>
          <a:p>
            <a:pPr marL="171446" indent="-171446" defTabSz="914378">
              <a:lnSpc>
                <a:spcPct val="200000"/>
              </a:lnSpc>
              <a:buFont typeface="Arial" panose="020B0604020202020204" pitchFamily="34" charset="0"/>
              <a:buChar char="•"/>
              <a:defRPr/>
            </a:pPr>
            <a:r>
              <a:rPr lang="en-IN" altLang="en-US" sz="1100" dirty="0">
                <a:latin typeface="Century Gothic" panose="020B0502020202020204" pitchFamily="34" charset="0"/>
                <a:cs typeface="Arial" panose="020B0604020202020204" pitchFamily="34" charset="0"/>
              </a:rPr>
              <a:t>Programmable Power source, 18KVA, AC/DC</a:t>
            </a:r>
          </a:p>
          <a:p>
            <a:pPr marL="171446" indent="-171446" defTabSz="914378">
              <a:lnSpc>
                <a:spcPct val="200000"/>
              </a:lnSpc>
              <a:buFont typeface="Arial" panose="020B0604020202020204" pitchFamily="34" charset="0"/>
              <a:buChar char="•"/>
              <a:defRPr/>
            </a:pPr>
            <a:r>
              <a:rPr lang="en-IN" altLang="en-US" sz="1100" dirty="0">
                <a:latin typeface="Century Gothic" panose="020B0502020202020204" pitchFamily="34" charset="0"/>
                <a:cs typeface="Arial" panose="020B0604020202020204" pitchFamily="34" charset="0"/>
              </a:rPr>
              <a:t>Resistive Load bank</a:t>
            </a:r>
          </a:p>
          <a:p>
            <a:pPr marL="171446" indent="-171446" defTabSz="914378">
              <a:lnSpc>
                <a:spcPct val="200000"/>
              </a:lnSpc>
              <a:buFont typeface="Arial" panose="020B0604020202020204" pitchFamily="34" charset="0"/>
              <a:buChar char="•"/>
              <a:defRPr/>
            </a:pPr>
            <a:r>
              <a:rPr lang="en-IN" altLang="en-US" sz="1100" dirty="0">
                <a:latin typeface="Century Gothic" panose="020B0502020202020204" pitchFamily="34" charset="0"/>
                <a:cs typeface="Arial" panose="020B0604020202020204" pitchFamily="34" charset="0"/>
              </a:rPr>
              <a:t>Motor Test bench, up to ~30KW</a:t>
            </a:r>
          </a:p>
          <a:p>
            <a:pPr marL="171446" indent="-171446" defTabSz="914378">
              <a:lnSpc>
                <a:spcPct val="200000"/>
              </a:lnSpc>
              <a:buFont typeface="Arial" panose="020B0604020202020204" pitchFamily="34" charset="0"/>
              <a:buChar char="•"/>
              <a:defRPr/>
            </a:pPr>
            <a:r>
              <a:rPr lang="en-IN" altLang="en-US" sz="1100" dirty="0">
                <a:latin typeface="Century Gothic" panose="020B0502020202020204" pitchFamily="34" charset="0"/>
                <a:cs typeface="Arial" panose="020B0604020202020204" pitchFamily="34" charset="0"/>
              </a:rPr>
              <a:t>Precision Power meter</a:t>
            </a:r>
          </a:p>
          <a:p>
            <a:pPr marL="171446" indent="-171446" defTabSz="914378">
              <a:lnSpc>
                <a:spcPct val="200000"/>
              </a:lnSpc>
              <a:buFont typeface="Arial" panose="020B0604020202020204" pitchFamily="34" charset="0"/>
              <a:buChar char="•"/>
              <a:defRPr/>
            </a:pPr>
            <a:r>
              <a:rPr lang="en-IN" altLang="en-US" sz="1100" dirty="0">
                <a:latin typeface="Century Gothic" panose="020B0502020202020204" pitchFamily="34" charset="0"/>
                <a:cs typeface="Arial" panose="020B0604020202020204" pitchFamily="34" charset="0"/>
              </a:rPr>
              <a:t>Electrical safety analyser (HV tester)</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0438" y="925158"/>
            <a:ext cx="1025675" cy="1367566"/>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6967" y="925158"/>
            <a:ext cx="1025675" cy="1367566"/>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4875" y="925158"/>
            <a:ext cx="1025675" cy="1367566"/>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30438" y="2469736"/>
            <a:ext cx="1369587" cy="1027190"/>
          </a:xfrm>
          <a:prstGeom prst="rect">
            <a:avLst/>
          </a:prstGeom>
        </p:spPr>
      </p:pic>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82635" y="925158"/>
            <a:ext cx="1025675" cy="1367566"/>
          </a:xfrm>
          <a:prstGeom prst="rect">
            <a:avLst/>
          </a:prstGeom>
        </p:spPr>
      </p:pic>
      <p:pic>
        <p:nvPicPr>
          <p:cNvPr id="13" name="Picture 1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372954" y="2423923"/>
            <a:ext cx="1397451" cy="1033057"/>
          </a:xfrm>
          <a:prstGeom prst="rect">
            <a:avLst/>
          </a:prstGeom>
        </p:spPr>
      </p:pic>
      <p:pic>
        <p:nvPicPr>
          <p:cNvPr id="14" name="Picture 13"/>
          <p:cNvPicPr>
            <a:picLocks noChangeAspect="1" noChangeArrowheads="1"/>
          </p:cNvPicPr>
          <p:nvPr/>
        </p:nvPicPr>
        <p:blipFill>
          <a:blip r:embed="rId8" cstate="screen"/>
          <a:srcRect/>
          <a:stretch>
            <a:fillRect/>
          </a:stretch>
        </p:blipFill>
        <p:spPr bwMode="auto">
          <a:xfrm>
            <a:off x="6762874" y="3603707"/>
            <a:ext cx="1376391" cy="1033057"/>
          </a:xfrm>
          <a:prstGeom prst="rect">
            <a:avLst/>
          </a:prstGeom>
          <a:noFill/>
          <a:ln w="9525">
            <a:noFill/>
            <a:miter lim="800000"/>
            <a:headEnd/>
            <a:tailEnd/>
          </a:ln>
        </p:spPr>
      </p:pic>
      <p:pic>
        <p:nvPicPr>
          <p:cNvPr id="15" name="Picture 1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924733" y="3600954"/>
            <a:ext cx="1369587" cy="1027191"/>
          </a:xfrm>
          <a:prstGeom prst="rect">
            <a:avLst/>
          </a:prstGeom>
        </p:spPr>
      </p:pic>
      <p:sp>
        <p:nvSpPr>
          <p:cNvPr id="16" name="Title 1"/>
          <p:cNvSpPr>
            <a:spLocks noGrp="1"/>
          </p:cNvSpPr>
          <p:nvPr>
            <p:ph type="title"/>
          </p:nvPr>
        </p:nvSpPr>
        <p:spPr>
          <a:xfrm>
            <a:off x="537208" y="172436"/>
            <a:ext cx="8212137" cy="307777"/>
          </a:xfrm>
        </p:spPr>
        <p:txBody>
          <a:bodyPr/>
          <a:lstStyle/>
          <a:p>
            <a:r>
              <a:rPr lang="en-IN" altLang="en-US" dirty="0"/>
              <a:t>Embedded &amp; Power Electronics Lab (Bangalore)</a:t>
            </a:r>
            <a:endParaRPr lang="en-IN" dirty="0"/>
          </a:p>
        </p:txBody>
      </p:sp>
    </p:spTree>
    <p:extLst>
      <p:ext uri="{BB962C8B-B14F-4D97-AF65-F5344CB8AC3E}">
        <p14:creationId xmlns:p14="http://schemas.microsoft.com/office/powerpoint/2010/main" val="317899088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67675" y="1145473"/>
            <a:ext cx="6728231" cy="738407"/>
          </a:xfrm>
        </p:spPr>
        <p:txBody>
          <a:bodyPr/>
          <a:lstStyle/>
          <a:p>
            <a:r>
              <a:rPr lang="en-IN" dirty="0"/>
              <a:t>Thank you!</a:t>
            </a:r>
            <a:br>
              <a:rPr lang="en-IN" dirty="0"/>
            </a:br>
            <a:endParaRPr lang="en-IN" dirty="0"/>
          </a:p>
        </p:txBody>
      </p:sp>
      <p:sp>
        <p:nvSpPr>
          <p:cNvPr id="4" name="Text Placeholder 3"/>
          <p:cNvSpPr>
            <a:spLocks noGrp="1"/>
          </p:cNvSpPr>
          <p:nvPr>
            <p:ph type="body" sz="quarter" idx="14"/>
          </p:nvPr>
        </p:nvSpPr>
        <p:spPr/>
        <p:txBody>
          <a:bodyPr/>
          <a:lstStyle/>
          <a:p>
            <a:r>
              <a:rPr lang="en-IN" dirty="0"/>
              <a:t>www.techmahindra.com</a:t>
            </a:r>
          </a:p>
        </p:txBody>
      </p:sp>
    </p:spTree>
    <p:extLst>
      <p:ext uri="{BB962C8B-B14F-4D97-AF65-F5344CB8AC3E}">
        <p14:creationId xmlns:p14="http://schemas.microsoft.com/office/powerpoint/2010/main" val="11577640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 Same Side Corner Rectangle 2"/>
          <p:cNvSpPr/>
          <p:nvPr/>
        </p:nvSpPr>
        <p:spPr>
          <a:xfrm rot="16200000">
            <a:off x="6766936" y="1051934"/>
            <a:ext cx="1255815" cy="3498316"/>
          </a:xfrm>
          <a:prstGeom prst="round2SameRect">
            <a:avLst>
              <a:gd name="adj1" fmla="val 42199"/>
              <a:gd name="adj2" fmla="val 0"/>
            </a:avLst>
          </a:prstGeom>
          <a:solidFill>
            <a:srgbClr val="00206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766"/>
            <a:endParaRPr lang="en-US" sz="1425">
              <a:solidFill>
                <a:prstClr val="black"/>
              </a:solidFill>
            </a:endParaRPr>
          </a:p>
        </p:txBody>
      </p:sp>
      <p:sp>
        <p:nvSpPr>
          <p:cNvPr id="10" name="Rectangle 9"/>
          <p:cNvSpPr/>
          <p:nvPr/>
        </p:nvSpPr>
        <p:spPr>
          <a:xfrm>
            <a:off x="5433306" y="2443301"/>
            <a:ext cx="3650577" cy="415498"/>
          </a:xfrm>
          <a:prstGeom prst="rect">
            <a:avLst/>
          </a:prstGeom>
        </p:spPr>
        <p:txBody>
          <a:bodyPr wrap="square">
            <a:spAutoFit/>
          </a:bodyPr>
          <a:lstStyle/>
          <a:p>
            <a:pPr marL="486000" defTabSz="685766"/>
            <a:r>
              <a:rPr lang="en-US" sz="2100" b="1" dirty="0">
                <a:solidFill>
                  <a:prstClr val="white"/>
                </a:solidFill>
                <a:latin typeface="Century Gothic" panose="020B0502020202020204" pitchFamily="34" charset="0"/>
              </a:rPr>
              <a:t>Case Studies – Others</a:t>
            </a:r>
          </a:p>
        </p:txBody>
      </p:sp>
    </p:spTree>
    <p:extLst>
      <p:ext uri="{BB962C8B-B14F-4D97-AF65-F5344CB8AC3E}">
        <p14:creationId xmlns:p14="http://schemas.microsoft.com/office/powerpoint/2010/main" val="111184652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q&amp;a png àª®àª¾àªà« àªàª¬à« àªªàª°àª¿àª£àª¾àª®"/>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918816" y="148390"/>
            <a:ext cx="960744" cy="96074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àª¸àªàª¬àªàª§àª¿àª¤ àªàª¬à«"/>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197676" y="873092"/>
            <a:ext cx="1520036" cy="903301"/>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p:cNvGrpSpPr/>
          <p:nvPr/>
        </p:nvGrpSpPr>
        <p:grpSpPr>
          <a:xfrm>
            <a:off x="1856705" y="1452091"/>
            <a:ext cx="5248504" cy="2944581"/>
            <a:chOff x="3492999" y="3136512"/>
            <a:chExt cx="5248504" cy="2944581"/>
          </a:xfrm>
        </p:grpSpPr>
        <p:sp>
          <p:nvSpPr>
            <p:cNvPr id="22" name="Graphic 11">
              <a:extLst>
                <a:ext uri="{FF2B5EF4-FFF2-40B4-BE49-F238E27FC236}">
                  <a16:creationId xmlns:a16="http://schemas.microsoft.com/office/drawing/2014/main" id="{03CCF36E-D6A1-49C3-AF4D-17AD7C746CBB}"/>
                </a:ext>
              </a:extLst>
            </p:cNvPr>
            <p:cNvSpPr/>
            <p:nvPr/>
          </p:nvSpPr>
          <p:spPr>
            <a:xfrm>
              <a:off x="4894700" y="3136512"/>
              <a:ext cx="1097032" cy="2829504"/>
            </a:xfrm>
            <a:custGeom>
              <a:avLst/>
              <a:gdLst>
                <a:gd name="connsiteX0" fmla="*/ 1732970 w 1743075"/>
                <a:gd name="connsiteY0" fmla="*/ 1329937 h 4495800"/>
                <a:gd name="connsiteX1" fmla="*/ 1726302 w 1743075"/>
                <a:gd name="connsiteY1" fmla="*/ 1291837 h 4495800"/>
                <a:gd name="connsiteX2" fmla="*/ 1698680 w 1743075"/>
                <a:gd name="connsiteY2" fmla="*/ 1230877 h 4495800"/>
                <a:gd name="connsiteX3" fmla="*/ 1666295 w 1743075"/>
                <a:gd name="connsiteY3" fmla="*/ 1177537 h 4495800"/>
                <a:gd name="connsiteX4" fmla="*/ 1643435 w 1743075"/>
                <a:gd name="connsiteY4" fmla="*/ 1128959 h 4495800"/>
                <a:gd name="connsiteX5" fmla="*/ 1636767 w 1743075"/>
                <a:gd name="connsiteY5" fmla="*/ 1117529 h 4495800"/>
                <a:gd name="connsiteX6" fmla="*/ 1595810 w 1743075"/>
                <a:gd name="connsiteY6" fmla="*/ 1023232 h 4495800"/>
                <a:gd name="connsiteX7" fmla="*/ 1586285 w 1743075"/>
                <a:gd name="connsiteY7" fmla="*/ 1007039 h 4495800"/>
                <a:gd name="connsiteX8" fmla="*/ 1573902 w 1743075"/>
                <a:gd name="connsiteY8" fmla="*/ 972749 h 4495800"/>
                <a:gd name="connsiteX9" fmla="*/ 1560567 w 1743075"/>
                <a:gd name="connsiteY9" fmla="*/ 923219 h 4495800"/>
                <a:gd name="connsiteX10" fmla="*/ 1550090 w 1743075"/>
                <a:gd name="connsiteY10" fmla="*/ 880357 h 4495800"/>
                <a:gd name="connsiteX11" fmla="*/ 1547232 w 1743075"/>
                <a:gd name="connsiteY11" fmla="*/ 863212 h 4495800"/>
                <a:gd name="connsiteX12" fmla="*/ 1508180 w 1743075"/>
                <a:gd name="connsiteY12" fmla="*/ 747959 h 4495800"/>
                <a:gd name="connsiteX13" fmla="*/ 1468175 w 1743075"/>
                <a:gd name="connsiteY13" fmla="*/ 705097 h 4495800"/>
                <a:gd name="connsiteX14" fmla="*/ 1428170 w 1743075"/>
                <a:gd name="connsiteY14" fmla="*/ 685094 h 4495800"/>
                <a:gd name="connsiteX15" fmla="*/ 1380545 w 1743075"/>
                <a:gd name="connsiteY15" fmla="*/ 669854 h 4495800"/>
                <a:gd name="connsiteX16" fmla="*/ 1303392 w 1743075"/>
                <a:gd name="connsiteY16" fmla="*/ 650804 h 4495800"/>
                <a:gd name="connsiteX17" fmla="*/ 1301487 w 1743075"/>
                <a:gd name="connsiteY17" fmla="*/ 649852 h 4495800"/>
                <a:gd name="connsiteX18" fmla="*/ 1223382 w 1743075"/>
                <a:gd name="connsiteY18" fmla="*/ 629849 h 4495800"/>
                <a:gd name="connsiteX19" fmla="*/ 1160517 w 1743075"/>
                <a:gd name="connsiteY19" fmla="*/ 610799 h 4495800"/>
                <a:gd name="connsiteX20" fmla="*/ 1101462 w 1743075"/>
                <a:gd name="connsiteY20" fmla="*/ 511739 h 4495800"/>
                <a:gd name="connsiteX21" fmla="*/ 1106225 w 1743075"/>
                <a:gd name="connsiteY21" fmla="*/ 422204 h 4495800"/>
                <a:gd name="connsiteX22" fmla="*/ 1119560 w 1743075"/>
                <a:gd name="connsiteY22" fmla="*/ 398392 h 4495800"/>
                <a:gd name="connsiteX23" fmla="*/ 1150040 w 1743075"/>
                <a:gd name="connsiteY23" fmla="*/ 352672 h 4495800"/>
                <a:gd name="connsiteX24" fmla="*/ 1155755 w 1743075"/>
                <a:gd name="connsiteY24" fmla="*/ 326002 h 4495800"/>
                <a:gd name="connsiteX25" fmla="*/ 1153850 w 1743075"/>
                <a:gd name="connsiteY25" fmla="*/ 263137 h 4495800"/>
                <a:gd name="connsiteX26" fmla="*/ 1135752 w 1743075"/>
                <a:gd name="connsiteY26" fmla="*/ 252659 h 4495800"/>
                <a:gd name="connsiteX27" fmla="*/ 1124322 w 1743075"/>
                <a:gd name="connsiteY27" fmla="*/ 241229 h 4495800"/>
                <a:gd name="connsiteX28" fmla="*/ 1125275 w 1743075"/>
                <a:gd name="connsiteY28" fmla="*/ 203129 h 4495800"/>
                <a:gd name="connsiteX29" fmla="*/ 1124322 w 1743075"/>
                <a:gd name="connsiteY29" fmla="*/ 182174 h 4495800"/>
                <a:gd name="connsiteX30" fmla="*/ 1074792 w 1743075"/>
                <a:gd name="connsiteY30" fmla="*/ 56444 h 4495800"/>
                <a:gd name="connsiteX31" fmla="*/ 1048122 w 1743075"/>
                <a:gd name="connsiteY31" fmla="*/ 37394 h 4495800"/>
                <a:gd name="connsiteX32" fmla="*/ 1005260 w 1743075"/>
                <a:gd name="connsiteY32" fmla="*/ 20249 h 4495800"/>
                <a:gd name="connsiteX33" fmla="*/ 873815 w 1743075"/>
                <a:gd name="connsiteY33" fmla="*/ 24059 h 4495800"/>
                <a:gd name="connsiteX34" fmla="*/ 782375 w 1743075"/>
                <a:gd name="connsiteY34" fmla="*/ 104069 h 4495800"/>
                <a:gd name="connsiteX35" fmla="*/ 775707 w 1743075"/>
                <a:gd name="connsiteY35" fmla="*/ 117404 h 4495800"/>
                <a:gd name="connsiteX36" fmla="*/ 769040 w 1743075"/>
                <a:gd name="connsiteY36" fmla="*/ 159314 h 4495800"/>
                <a:gd name="connsiteX37" fmla="*/ 759515 w 1743075"/>
                <a:gd name="connsiteY37" fmla="*/ 293617 h 4495800"/>
                <a:gd name="connsiteX38" fmla="*/ 759515 w 1743075"/>
                <a:gd name="connsiteY38" fmla="*/ 297427 h 4495800"/>
                <a:gd name="connsiteX39" fmla="*/ 762372 w 1743075"/>
                <a:gd name="connsiteY39" fmla="*/ 370769 h 4495800"/>
                <a:gd name="connsiteX40" fmla="*/ 786185 w 1743075"/>
                <a:gd name="connsiteY40" fmla="*/ 424109 h 4495800"/>
                <a:gd name="connsiteX41" fmla="*/ 799520 w 1743075"/>
                <a:gd name="connsiteY41" fmla="*/ 446969 h 4495800"/>
                <a:gd name="connsiteX42" fmla="*/ 811902 w 1743075"/>
                <a:gd name="connsiteY42" fmla="*/ 517454 h 4495800"/>
                <a:gd name="connsiteX43" fmla="*/ 806187 w 1743075"/>
                <a:gd name="connsiteY43" fmla="*/ 540314 h 4495800"/>
                <a:gd name="connsiteX44" fmla="*/ 729035 w 1743075"/>
                <a:gd name="connsiteY44" fmla="*/ 576509 h 4495800"/>
                <a:gd name="connsiteX45" fmla="*/ 717605 w 1743075"/>
                <a:gd name="connsiteY45" fmla="*/ 579367 h 4495800"/>
                <a:gd name="connsiteX46" fmla="*/ 546155 w 1743075"/>
                <a:gd name="connsiteY46" fmla="*/ 617467 h 4495800"/>
                <a:gd name="connsiteX47" fmla="*/ 469955 w 1743075"/>
                <a:gd name="connsiteY47" fmla="*/ 627944 h 4495800"/>
                <a:gd name="connsiteX48" fmla="*/ 396612 w 1743075"/>
                <a:gd name="connsiteY48" fmla="*/ 646994 h 4495800"/>
                <a:gd name="connsiteX49" fmla="*/ 348035 w 1743075"/>
                <a:gd name="connsiteY49" fmla="*/ 688904 h 4495800"/>
                <a:gd name="connsiteX50" fmla="*/ 311840 w 1743075"/>
                <a:gd name="connsiteY50" fmla="*/ 807014 h 4495800"/>
                <a:gd name="connsiteX51" fmla="*/ 287075 w 1743075"/>
                <a:gd name="connsiteY51" fmla="*/ 848924 h 4495800"/>
                <a:gd name="connsiteX52" fmla="*/ 246117 w 1743075"/>
                <a:gd name="connsiteY52" fmla="*/ 896549 h 4495800"/>
                <a:gd name="connsiteX53" fmla="*/ 233735 w 1743075"/>
                <a:gd name="connsiteY53" fmla="*/ 922267 h 4495800"/>
                <a:gd name="connsiteX54" fmla="*/ 164202 w 1743075"/>
                <a:gd name="connsiteY54" fmla="*/ 1008944 h 4495800"/>
                <a:gd name="connsiteX55" fmla="*/ 152772 w 1743075"/>
                <a:gd name="connsiteY55" fmla="*/ 1024184 h 4495800"/>
                <a:gd name="connsiteX56" fmla="*/ 81335 w 1743075"/>
                <a:gd name="connsiteY56" fmla="*/ 1130864 h 4495800"/>
                <a:gd name="connsiteX57" fmla="*/ 10850 w 1743075"/>
                <a:gd name="connsiteY57" fmla="*/ 1280407 h 4495800"/>
                <a:gd name="connsiteX58" fmla="*/ 27042 w 1743075"/>
                <a:gd name="connsiteY58" fmla="*/ 1395659 h 4495800"/>
                <a:gd name="connsiteX59" fmla="*/ 61332 w 1743075"/>
                <a:gd name="connsiteY59" fmla="*/ 1453762 h 4495800"/>
                <a:gd name="connsiteX60" fmla="*/ 74667 w 1743075"/>
                <a:gd name="connsiteY60" fmla="*/ 1474717 h 4495800"/>
                <a:gd name="connsiteX61" fmla="*/ 97527 w 1743075"/>
                <a:gd name="connsiteY61" fmla="*/ 1509007 h 4495800"/>
                <a:gd name="connsiteX62" fmla="*/ 108005 w 1743075"/>
                <a:gd name="connsiteY62" fmla="*/ 1522342 h 4495800"/>
                <a:gd name="connsiteX63" fmla="*/ 162297 w 1743075"/>
                <a:gd name="connsiteY63" fmla="*/ 1602352 h 4495800"/>
                <a:gd name="connsiteX64" fmla="*/ 201350 w 1743075"/>
                <a:gd name="connsiteY64" fmla="*/ 1654739 h 4495800"/>
                <a:gd name="connsiteX65" fmla="*/ 288980 w 1743075"/>
                <a:gd name="connsiteY65" fmla="*/ 1768087 h 4495800"/>
                <a:gd name="connsiteX66" fmla="*/ 300410 w 1743075"/>
                <a:gd name="connsiteY66" fmla="*/ 1810949 h 4495800"/>
                <a:gd name="connsiteX67" fmla="*/ 288027 w 1743075"/>
                <a:gd name="connsiteY67" fmla="*/ 1909057 h 4495800"/>
                <a:gd name="connsiteX68" fmla="*/ 279455 w 1743075"/>
                <a:gd name="connsiteY68" fmla="*/ 2064314 h 4495800"/>
                <a:gd name="connsiteX69" fmla="*/ 277550 w 1743075"/>
                <a:gd name="connsiteY69" fmla="*/ 2079554 h 4495800"/>
                <a:gd name="connsiteX70" fmla="*/ 266120 w 1743075"/>
                <a:gd name="connsiteY70" fmla="*/ 2192902 h 4495800"/>
                <a:gd name="connsiteX71" fmla="*/ 265167 w 1743075"/>
                <a:gd name="connsiteY71" fmla="*/ 2338634 h 4495800"/>
                <a:gd name="connsiteX72" fmla="*/ 251832 w 1743075"/>
                <a:gd name="connsiteY72" fmla="*/ 2463412 h 4495800"/>
                <a:gd name="connsiteX73" fmla="*/ 268025 w 1743075"/>
                <a:gd name="connsiteY73" fmla="*/ 2496749 h 4495800"/>
                <a:gd name="connsiteX74" fmla="*/ 358512 w 1743075"/>
                <a:gd name="connsiteY74" fmla="*/ 2521514 h 4495800"/>
                <a:gd name="connsiteX75" fmla="*/ 377562 w 1743075"/>
                <a:gd name="connsiteY75" fmla="*/ 2525324 h 4495800"/>
                <a:gd name="connsiteX76" fmla="*/ 467097 w 1743075"/>
                <a:gd name="connsiteY76" fmla="*/ 2499607 h 4495800"/>
                <a:gd name="connsiteX77" fmla="*/ 496625 w 1743075"/>
                <a:gd name="connsiteY77" fmla="*/ 2472937 h 4495800"/>
                <a:gd name="connsiteX78" fmla="*/ 498530 w 1743075"/>
                <a:gd name="connsiteY78" fmla="*/ 2500559 h 4495800"/>
                <a:gd name="connsiteX79" fmla="*/ 497577 w 1743075"/>
                <a:gd name="connsiteY79" fmla="*/ 2653912 h 4495800"/>
                <a:gd name="connsiteX80" fmla="*/ 491862 w 1743075"/>
                <a:gd name="connsiteY80" fmla="*/ 2752972 h 4495800"/>
                <a:gd name="connsiteX81" fmla="*/ 489957 w 1743075"/>
                <a:gd name="connsiteY81" fmla="*/ 2915849 h 4495800"/>
                <a:gd name="connsiteX82" fmla="*/ 483290 w 1743075"/>
                <a:gd name="connsiteY82" fmla="*/ 3303517 h 4495800"/>
                <a:gd name="connsiteX83" fmla="*/ 483290 w 1743075"/>
                <a:gd name="connsiteY83" fmla="*/ 3423532 h 4495800"/>
                <a:gd name="connsiteX84" fmla="*/ 489005 w 1743075"/>
                <a:gd name="connsiteY84" fmla="*/ 3666419 h 4495800"/>
                <a:gd name="connsiteX85" fmla="*/ 497577 w 1743075"/>
                <a:gd name="connsiteY85" fmla="*/ 3953122 h 4495800"/>
                <a:gd name="connsiteX86" fmla="*/ 498530 w 1743075"/>
                <a:gd name="connsiteY86" fmla="*/ 3964552 h 4495800"/>
                <a:gd name="connsiteX87" fmla="*/ 505197 w 1743075"/>
                <a:gd name="connsiteY87" fmla="*/ 4019797 h 4495800"/>
                <a:gd name="connsiteX88" fmla="*/ 507102 w 1743075"/>
                <a:gd name="connsiteY88" fmla="*/ 4083614 h 4495800"/>
                <a:gd name="connsiteX89" fmla="*/ 513770 w 1743075"/>
                <a:gd name="connsiteY89" fmla="*/ 4111237 h 4495800"/>
                <a:gd name="connsiteX90" fmla="*/ 539487 w 1743075"/>
                <a:gd name="connsiteY90" fmla="*/ 4176959 h 4495800"/>
                <a:gd name="connsiteX91" fmla="*/ 562347 w 1743075"/>
                <a:gd name="connsiteY91" fmla="*/ 4278877 h 4495800"/>
                <a:gd name="connsiteX92" fmla="*/ 561395 w 1743075"/>
                <a:gd name="connsiteY92" fmla="*/ 4299832 h 4495800"/>
                <a:gd name="connsiteX93" fmla="*/ 551870 w 1743075"/>
                <a:gd name="connsiteY93" fmla="*/ 4354124 h 4495800"/>
                <a:gd name="connsiteX94" fmla="*/ 583302 w 1743075"/>
                <a:gd name="connsiteY94" fmla="*/ 4404607 h 4495800"/>
                <a:gd name="connsiteX95" fmla="*/ 600447 w 1743075"/>
                <a:gd name="connsiteY95" fmla="*/ 4423657 h 4495800"/>
                <a:gd name="connsiteX96" fmla="*/ 628070 w 1743075"/>
                <a:gd name="connsiteY96" fmla="*/ 4459852 h 4495800"/>
                <a:gd name="connsiteX97" fmla="*/ 690935 w 1743075"/>
                <a:gd name="connsiteY97" fmla="*/ 4483664 h 4495800"/>
                <a:gd name="connsiteX98" fmla="*/ 762372 w 1743075"/>
                <a:gd name="connsiteY98" fmla="*/ 4492237 h 4495800"/>
                <a:gd name="connsiteX99" fmla="*/ 898580 w 1743075"/>
                <a:gd name="connsiteY99" fmla="*/ 4493189 h 4495800"/>
                <a:gd name="connsiteX100" fmla="*/ 913820 w 1743075"/>
                <a:gd name="connsiteY100" fmla="*/ 4464614 h 4495800"/>
                <a:gd name="connsiteX101" fmla="*/ 901437 w 1743075"/>
                <a:gd name="connsiteY101" fmla="*/ 4434134 h 4495800"/>
                <a:gd name="connsiteX102" fmla="*/ 869052 w 1743075"/>
                <a:gd name="connsiteY102" fmla="*/ 4351267 h 4495800"/>
                <a:gd name="connsiteX103" fmla="*/ 859527 w 1743075"/>
                <a:gd name="connsiteY103" fmla="*/ 4338884 h 4495800"/>
                <a:gd name="connsiteX104" fmla="*/ 811902 w 1743075"/>
                <a:gd name="connsiteY104" fmla="*/ 4263637 h 4495800"/>
                <a:gd name="connsiteX105" fmla="*/ 812855 w 1743075"/>
                <a:gd name="connsiteY105" fmla="*/ 4206487 h 4495800"/>
                <a:gd name="connsiteX106" fmla="*/ 823332 w 1743075"/>
                <a:gd name="connsiteY106" fmla="*/ 4165529 h 4495800"/>
                <a:gd name="connsiteX107" fmla="*/ 841430 w 1743075"/>
                <a:gd name="connsiteY107" fmla="*/ 4050277 h 4495800"/>
                <a:gd name="connsiteX108" fmla="*/ 849050 w 1743075"/>
                <a:gd name="connsiteY108" fmla="*/ 3982649 h 4495800"/>
                <a:gd name="connsiteX109" fmla="*/ 837620 w 1743075"/>
                <a:gd name="connsiteY109" fmla="*/ 3734999 h 4495800"/>
                <a:gd name="connsiteX110" fmla="*/ 826190 w 1743075"/>
                <a:gd name="connsiteY110" fmla="*/ 3662609 h 4495800"/>
                <a:gd name="connsiteX111" fmla="*/ 807140 w 1743075"/>
                <a:gd name="connsiteY111" fmla="*/ 3601649 h 4495800"/>
                <a:gd name="connsiteX112" fmla="*/ 789995 w 1743075"/>
                <a:gd name="connsiteY112" fmla="*/ 3537832 h 4495800"/>
                <a:gd name="connsiteX113" fmla="*/ 786185 w 1743075"/>
                <a:gd name="connsiteY113" fmla="*/ 3494017 h 4495800"/>
                <a:gd name="connsiteX114" fmla="*/ 790947 w 1743075"/>
                <a:gd name="connsiteY114" fmla="*/ 3454012 h 4495800"/>
                <a:gd name="connsiteX115" fmla="*/ 798567 w 1743075"/>
                <a:gd name="connsiteY115" fmla="*/ 3393052 h 4495800"/>
                <a:gd name="connsiteX116" fmla="*/ 799520 w 1743075"/>
                <a:gd name="connsiteY116" fmla="*/ 3274942 h 4495800"/>
                <a:gd name="connsiteX117" fmla="*/ 803330 w 1743075"/>
                <a:gd name="connsiteY117" fmla="*/ 3260654 h 4495800"/>
                <a:gd name="connsiteX118" fmla="*/ 819522 w 1743075"/>
                <a:gd name="connsiteY118" fmla="*/ 3223507 h 4495800"/>
                <a:gd name="connsiteX119" fmla="*/ 825237 w 1743075"/>
                <a:gd name="connsiteY119" fmla="*/ 3178739 h 4495800"/>
                <a:gd name="connsiteX120" fmla="*/ 903342 w 1743075"/>
                <a:gd name="connsiteY120" fmla="*/ 2818694 h 4495800"/>
                <a:gd name="connsiteX121" fmla="*/ 921440 w 1743075"/>
                <a:gd name="connsiteY121" fmla="*/ 2752019 h 4495800"/>
                <a:gd name="connsiteX122" fmla="*/ 927155 w 1743075"/>
                <a:gd name="connsiteY122" fmla="*/ 2753924 h 4495800"/>
                <a:gd name="connsiteX123" fmla="*/ 917630 w 1743075"/>
                <a:gd name="connsiteY123" fmla="*/ 2838697 h 4495800"/>
                <a:gd name="connsiteX124" fmla="*/ 899532 w 1743075"/>
                <a:gd name="connsiteY124" fmla="*/ 3093967 h 4495800"/>
                <a:gd name="connsiteX125" fmla="*/ 902390 w 1743075"/>
                <a:gd name="connsiteY125" fmla="*/ 3124447 h 4495800"/>
                <a:gd name="connsiteX126" fmla="*/ 893817 w 1743075"/>
                <a:gd name="connsiteY126" fmla="*/ 3190169 h 4495800"/>
                <a:gd name="connsiteX127" fmla="*/ 894770 w 1743075"/>
                <a:gd name="connsiteY127" fmla="*/ 3224459 h 4495800"/>
                <a:gd name="connsiteX128" fmla="*/ 905247 w 1743075"/>
                <a:gd name="connsiteY128" fmla="*/ 3328282 h 4495800"/>
                <a:gd name="connsiteX129" fmla="*/ 905247 w 1743075"/>
                <a:gd name="connsiteY129" fmla="*/ 3412102 h 4495800"/>
                <a:gd name="connsiteX130" fmla="*/ 913820 w 1743075"/>
                <a:gd name="connsiteY130" fmla="*/ 3633082 h 4495800"/>
                <a:gd name="connsiteX131" fmla="*/ 919535 w 1743075"/>
                <a:gd name="connsiteY131" fmla="*/ 3730237 h 4495800"/>
                <a:gd name="connsiteX132" fmla="*/ 916677 w 1743075"/>
                <a:gd name="connsiteY132" fmla="*/ 3760717 h 4495800"/>
                <a:gd name="connsiteX133" fmla="*/ 896675 w 1743075"/>
                <a:gd name="connsiteY133" fmla="*/ 3862634 h 4495800"/>
                <a:gd name="connsiteX134" fmla="*/ 883340 w 1743075"/>
                <a:gd name="connsiteY134" fmla="*/ 4033132 h 4495800"/>
                <a:gd name="connsiteX135" fmla="*/ 855717 w 1743075"/>
                <a:gd name="connsiteY135" fmla="*/ 4201724 h 4495800"/>
                <a:gd name="connsiteX136" fmla="*/ 880482 w 1743075"/>
                <a:gd name="connsiteY136" fmla="*/ 4262684 h 4495800"/>
                <a:gd name="connsiteX137" fmla="*/ 936680 w 1743075"/>
                <a:gd name="connsiteY137" fmla="*/ 4289354 h 4495800"/>
                <a:gd name="connsiteX138" fmla="*/ 979542 w 1743075"/>
                <a:gd name="connsiteY138" fmla="*/ 4295069 h 4495800"/>
                <a:gd name="connsiteX139" fmla="*/ 1015737 w 1743075"/>
                <a:gd name="connsiteY139" fmla="*/ 4306499 h 4495800"/>
                <a:gd name="connsiteX140" fmla="*/ 1038597 w 1743075"/>
                <a:gd name="connsiteY140" fmla="*/ 4339837 h 4495800"/>
                <a:gd name="connsiteX141" fmla="*/ 1059552 w 1743075"/>
                <a:gd name="connsiteY141" fmla="*/ 4361744 h 4495800"/>
                <a:gd name="connsiteX142" fmla="*/ 1170995 w 1743075"/>
                <a:gd name="connsiteY142" fmla="*/ 4391272 h 4495800"/>
                <a:gd name="connsiteX143" fmla="*/ 1283390 w 1743075"/>
                <a:gd name="connsiteY143" fmla="*/ 4390319 h 4495800"/>
                <a:gd name="connsiteX144" fmla="*/ 1321490 w 1743075"/>
                <a:gd name="connsiteY144" fmla="*/ 4385557 h 4495800"/>
                <a:gd name="connsiteX145" fmla="*/ 1333872 w 1743075"/>
                <a:gd name="connsiteY145" fmla="*/ 4358887 h 4495800"/>
                <a:gd name="connsiteX146" fmla="*/ 1317680 w 1743075"/>
                <a:gd name="connsiteY146" fmla="*/ 4324597 h 4495800"/>
                <a:gd name="connsiteX147" fmla="*/ 1297677 w 1743075"/>
                <a:gd name="connsiteY147" fmla="*/ 4296974 h 4495800"/>
                <a:gd name="connsiteX148" fmla="*/ 1258625 w 1743075"/>
                <a:gd name="connsiteY148" fmla="*/ 4268399 h 4495800"/>
                <a:gd name="connsiteX149" fmla="*/ 1196712 w 1743075"/>
                <a:gd name="connsiteY149" fmla="*/ 4203629 h 4495800"/>
                <a:gd name="connsiteX150" fmla="*/ 1195760 w 1743075"/>
                <a:gd name="connsiteY150" fmla="*/ 4201724 h 4495800"/>
                <a:gd name="connsiteX151" fmla="*/ 1173852 w 1743075"/>
                <a:gd name="connsiteY151" fmla="*/ 4137907 h 4495800"/>
                <a:gd name="connsiteX152" fmla="*/ 1159565 w 1743075"/>
                <a:gd name="connsiteY152" fmla="*/ 4061707 h 4495800"/>
                <a:gd name="connsiteX153" fmla="*/ 1165280 w 1743075"/>
                <a:gd name="connsiteY153" fmla="*/ 4002652 h 4495800"/>
                <a:gd name="connsiteX154" fmla="*/ 1172900 w 1743075"/>
                <a:gd name="connsiteY154" fmla="*/ 3971219 h 4495800"/>
                <a:gd name="connsiteX155" fmla="*/ 1185282 w 1743075"/>
                <a:gd name="connsiteY155" fmla="*/ 3875017 h 4495800"/>
                <a:gd name="connsiteX156" fmla="*/ 1194807 w 1743075"/>
                <a:gd name="connsiteY156" fmla="*/ 3808342 h 4495800"/>
                <a:gd name="connsiteX157" fmla="*/ 1204332 w 1743075"/>
                <a:gd name="connsiteY157" fmla="*/ 3674992 h 4495800"/>
                <a:gd name="connsiteX158" fmla="*/ 1206237 w 1743075"/>
                <a:gd name="connsiteY158" fmla="*/ 3661657 h 4495800"/>
                <a:gd name="connsiteX159" fmla="*/ 1226240 w 1743075"/>
                <a:gd name="connsiteY159" fmla="*/ 3498779 h 4495800"/>
                <a:gd name="connsiteX160" fmla="*/ 1231002 w 1743075"/>
                <a:gd name="connsiteY160" fmla="*/ 3436867 h 4495800"/>
                <a:gd name="connsiteX161" fmla="*/ 1230050 w 1743075"/>
                <a:gd name="connsiteY161" fmla="*/ 3412102 h 4495800"/>
                <a:gd name="connsiteX162" fmla="*/ 1225287 w 1743075"/>
                <a:gd name="connsiteY162" fmla="*/ 3374002 h 4495800"/>
                <a:gd name="connsiteX163" fmla="*/ 1225287 w 1743075"/>
                <a:gd name="connsiteY163" fmla="*/ 3293992 h 4495800"/>
                <a:gd name="connsiteX164" fmla="*/ 1231955 w 1743075"/>
                <a:gd name="connsiteY164" fmla="*/ 3253987 h 4495800"/>
                <a:gd name="connsiteX165" fmla="*/ 1239575 w 1743075"/>
                <a:gd name="connsiteY165" fmla="*/ 3222554 h 4495800"/>
                <a:gd name="connsiteX166" fmla="*/ 1248147 w 1743075"/>
                <a:gd name="connsiteY166" fmla="*/ 3120637 h 4495800"/>
                <a:gd name="connsiteX167" fmla="*/ 1250052 w 1743075"/>
                <a:gd name="connsiteY167" fmla="*/ 3109207 h 4495800"/>
                <a:gd name="connsiteX168" fmla="*/ 1263387 w 1743075"/>
                <a:gd name="connsiteY168" fmla="*/ 3019672 h 4495800"/>
                <a:gd name="connsiteX169" fmla="*/ 1274817 w 1743075"/>
                <a:gd name="connsiteY169" fmla="*/ 2951092 h 4495800"/>
                <a:gd name="connsiteX170" fmla="*/ 1287200 w 1743075"/>
                <a:gd name="connsiteY170" fmla="*/ 2882512 h 4495800"/>
                <a:gd name="connsiteX171" fmla="*/ 1289105 w 1743075"/>
                <a:gd name="connsiteY171" fmla="*/ 2861557 h 4495800"/>
                <a:gd name="connsiteX172" fmla="*/ 1302440 w 1743075"/>
                <a:gd name="connsiteY172" fmla="*/ 2764402 h 4495800"/>
                <a:gd name="connsiteX173" fmla="*/ 1308155 w 1743075"/>
                <a:gd name="connsiteY173" fmla="*/ 2728207 h 4495800"/>
                <a:gd name="connsiteX174" fmla="*/ 1317680 w 1743075"/>
                <a:gd name="connsiteY174" fmla="*/ 2672962 h 4495800"/>
                <a:gd name="connsiteX175" fmla="*/ 1328157 w 1743075"/>
                <a:gd name="connsiteY175" fmla="*/ 2557709 h 4495800"/>
                <a:gd name="connsiteX176" fmla="*/ 1329110 w 1743075"/>
                <a:gd name="connsiteY176" fmla="*/ 2553899 h 4495800"/>
                <a:gd name="connsiteX177" fmla="*/ 1348160 w 1743075"/>
                <a:gd name="connsiteY177" fmla="*/ 2535802 h 4495800"/>
                <a:gd name="connsiteX178" fmla="*/ 1445315 w 1743075"/>
                <a:gd name="connsiteY178" fmla="*/ 2494844 h 4495800"/>
                <a:gd name="connsiteX179" fmla="*/ 1474842 w 1743075"/>
                <a:gd name="connsiteY179" fmla="*/ 2438647 h 4495800"/>
                <a:gd name="connsiteX180" fmla="*/ 1470080 w 1743075"/>
                <a:gd name="connsiteY180" fmla="*/ 2388164 h 4495800"/>
                <a:gd name="connsiteX181" fmla="*/ 1468175 w 1743075"/>
                <a:gd name="connsiteY181" fmla="*/ 2351017 h 4495800"/>
                <a:gd name="connsiteX182" fmla="*/ 1460555 w 1743075"/>
                <a:gd name="connsiteY182" fmla="*/ 1997639 h 4495800"/>
                <a:gd name="connsiteX183" fmla="*/ 1460555 w 1743075"/>
                <a:gd name="connsiteY183" fmla="*/ 1976684 h 4495800"/>
                <a:gd name="connsiteX184" fmla="*/ 1471985 w 1743075"/>
                <a:gd name="connsiteY184" fmla="*/ 1951919 h 4495800"/>
                <a:gd name="connsiteX185" fmla="*/ 1495797 w 1743075"/>
                <a:gd name="connsiteY185" fmla="*/ 1918582 h 4495800"/>
                <a:gd name="connsiteX186" fmla="*/ 1513895 w 1743075"/>
                <a:gd name="connsiteY186" fmla="*/ 1884292 h 4495800"/>
                <a:gd name="connsiteX187" fmla="*/ 1573902 w 1743075"/>
                <a:gd name="connsiteY187" fmla="*/ 1793804 h 4495800"/>
                <a:gd name="connsiteX188" fmla="*/ 1599620 w 1743075"/>
                <a:gd name="connsiteY188" fmla="*/ 1739512 h 4495800"/>
                <a:gd name="connsiteX189" fmla="*/ 1692965 w 1743075"/>
                <a:gd name="connsiteY189" fmla="*/ 1561394 h 4495800"/>
                <a:gd name="connsiteX190" fmla="*/ 1714872 w 1743075"/>
                <a:gd name="connsiteY190" fmla="*/ 1491862 h 4495800"/>
                <a:gd name="connsiteX191" fmla="*/ 1729160 w 1743075"/>
                <a:gd name="connsiteY191" fmla="*/ 1408042 h 4495800"/>
                <a:gd name="connsiteX192" fmla="*/ 1732970 w 1743075"/>
                <a:gd name="connsiteY192" fmla="*/ 1329937 h 4495800"/>
                <a:gd name="connsiteX193" fmla="*/ 373752 w 1743075"/>
                <a:gd name="connsiteY193" fmla="*/ 1452809 h 4495800"/>
                <a:gd name="connsiteX194" fmla="*/ 367085 w 1743075"/>
                <a:gd name="connsiteY194" fmla="*/ 1460429 h 4495800"/>
                <a:gd name="connsiteX195" fmla="*/ 361370 w 1743075"/>
                <a:gd name="connsiteY195" fmla="*/ 1453762 h 4495800"/>
                <a:gd name="connsiteX196" fmla="*/ 319460 w 1743075"/>
                <a:gd name="connsiteY196" fmla="*/ 1365179 h 4495800"/>
                <a:gd name="connsiteX197" fmla="*/ 310887 w 1743075"/>
                <a:gd name="connsiteY197" fmla="*/ 1351844 h 4495800"/>
                <a:gd name="connsiteX198" fmla="*/ 311840 w 1743075"/>
                <a:gd name="connsiteY198" fmla="*/ 1334699 h 4495800"/>
                <a:gd name="connsiteX199" fmla="*/ 343272 w 1743075"/>
                <a:gd name="connsiteY199" fmla="*/ 1297552 h 4495800"/>
                <a:gd name="connsiteX200" fmla="*/ 367085 w 1743075"/>
                <a:gd name="connsiteY200" fmla="*/ 1301362 h 4495800"/>
                <a:gd name="connsiteX201" fmla="*/ 377562 w 1743075"/>
                <a:gd name="connsiteY201" fmla="*/ 1348034 h 4495800"/>
                <a:gd name="connsiteX202" fmla="*/ 377562 w 1743075"/>
                <a:gd name="connsiteY202" fmla="*/ 1381372 h 4495800"/>
                <a:gd name="connsiteX203" fmla="*/ 381372 w 1743075"/>
                <a:gd name="connsiteY203" fmla="*/ 1381372 h 4495800"/>
                <a:gd name="connsiteX204" fmla="*/ 373752 w 1743075"/>
                <a:gd name="connsiteY204" fmla="*/ 1452809 h 4495800"/>
                <a:gd name="connsiteX205" fmla="*/ 575682 w 1743075"/>
                <a:gd name="connsiteY205" fmla="*/ 1686172 h 4495800"/>
                <a:gd name="connsiteX206" fmla="*/ 559490 w 1743075"/>
                <a:gd name="connsiteY206" fmla="*/ 1708079 h 4495800"/>
                <a:gd name="connsiteX207" fmla="*/ 480432 w 1743075"/>
                <a:gd name="connsiteY207" fmla="*/ 1817617 h 4495800"/>
                <a:gd name="connsiteX208" fmla="*/ 476622 w 1743075"/>
                <a:gd name="connsiteY208" fmla="*/ 1834762 h 4495800"/>
                <a:gd name="connsiteX209" fmla="*/ 437570 w 1743075"/>
                <a:gd name="connsiteY209" fmla="*/ 1828094 h 4495800"/>
                <a:gd name="connsiteX210" fmla="*/ 466145 w 1743075"/>
                <a:gd name="connsiteY210" fmla="*/ 1792852 h 4495800"/>
                <a:gd name="connsiteX211" fmla="*/ 557585 w 1743075"/>
                <a:gd name="connsiteY211" fmla="*/ 1688077 h 4495800"/>
                <a:gd name="connsiteX212" fmla="*/ 567110 w 1743075"/>
                <a:gd name="connsiteY212" fmla="*/ 1678552 h 4495800"/>
                <a:gd name="connsiteX213" fmla="*/ 573777 w 1743075"/>
                <a:gd name="connsiteY213" fmla="*/ 1678552 h 4495800"/>
                <a:gd name="connsiteX214" fmla="*/ 575682 w 1743075"/>
                <a:gd name="connsiteY214" fmla="*/ 1686172 h 4495800"/>
                <a:gd name="connsiteX215" fmla="*/ 889055 w 1743075"/>
                <a:gd name="connsiteY215" fmla="*/ 1877624 h 4495800"/>
                <a:gd name="connsiteX216" fmla="*/ 890007 w 1743075"/>
                <a:gd name="connsiteY216" fmla="*/ 1871909 h 4495800"/>
                <a:gd name="connsiteX217" fmla="*/ 887150 w 1743075"/>
                <a:gd name="connsiteY217" fmla="*/ 1834762 h 4495800"/>
                <a:gd name="connsiteX218" fmla="*/ 789995 w 1743075"/>
                <a:gd name="connsiteY218" fmla="*/ 1769992 h 4495800"/>
                <a:gd name="connsiteX219" fmla="*/ 689030 w 1743075"/>
                <a:gd name="connsiteY219" fmla="*/ 1727129 h 4495800"/>
                <a:gd name="connsiteX220" fmla="*/ 655692 w 1743075"/>
                <a:gd name="connsiteY220" fmla="*/ 1712842 h 4495800"/>
                <a:gd name="connsiteX221" fmla="*/ 604257 w 1743075"/>
                <a:gd name="connsiteY221" fmla="*/ 1685219 h 4495800"/>
                <a:gd name="connsiteX222" fmla="*/ 602352 w 1743075"/>
                <a:gd name="connsiteY222" fmla="*/ 1636642 h 4495800"/>
                <a:gd name="connsiteX223" fmla="*/ 618545 w 1743075"/>
                <a:gd name="connsiteY223" fmla="*/ 1626164 h 4495800"/>
                <a:gd name="connsiteX224" fmla="*/ 628070 w 1743075"/>
                <a:gd name="connsiteY224" fmla="*/ 1608067 h 4495800"/>
                <a:gd name="connsiteX225" fmla="*/ 637595 w 1743075"/>
                <a:gd name="connsiteY225" fmla="*/ 1581397 h 4495800"/>
                <a:gd name="connsiteX226" fmla="*/ 711890 w 1743075"/>
                <a:gd name="connsiteY226" fmla="*/ 1492814 h 4495800"/>
                <a:gd name="connsiteX227" fmla="*/ 788090 w 1743075"/>
                <a:gd name="connsiteY227" fmla="*/ 1357559 h 4495800"/>
                <a:gd name="connsiteX228" fmla="*/ 821427 w 1743075"/>
                <a:gd name="connsiteY228" fmla="*/ 1114672 h 4495800"/>
                <a:gd name="connsiteX229" fmla="*/ 819522 w 1743075"/>
                <a:gd name="connsiteY229" fmla="*/ 889882 h 4495800"/>
                <a:gd name="connsiteX230" fmla="*/ 813807 w 1743075"/>
                <a:gd name="connsiteY230" fmla="*/ 738434 h 4495800"/>
                <a:gd name="connsiteX231" fmla="*/ 813807 w 1743075"/>
                <a:gd name="connsiteY231" fmla="*/ 720337 h 4495800"/>
                <a:gd name="connsiteX232" fmla="*/ 818570 w 1743075"/>
                <a:gd name="connsiteY232" fmla="*/ 718432 h 4495800"/>
                <a:gd name="connsiteX233" fmla="*/ 863337 w 1743075"/>
                <a:gd name="connsiteY233" fmla="*/ 815587 h 4495800"/>
                <a:gd name="connsiteX234" fmla="*/ 866195 w 1743075"/>
                <a:gd name="connsiteY234" fmla="*/ 814634 h 4495800"/>
                <a:gd name="connsiteX235" fmla="*/ 848097 w 1743075"/>
                <a:gd name="connsiteY235" fmla="*/ 771772 h 4495800"/>
                <a:gd name="connsiteX236" fmla="*/ 828095 w 1743075"/>
                <a:gd name="connsiteY236" fmla="*/ 727004 h 4495800"/>
                <a:gd name="connsiteX237" fmla="*/ 810950 w 1743075"/>
                <a:gd name="connsiteY237" fmla="*/ 617467 h 4495800"/>
                <a:gd name="connsiteX238" fmla="*/ 812855 w 1743075"/>
                <a:gd name="connsiteY238" fmla="*/ 580319 h 4495800"/>
                <a:gd name="connsiteX239" fmla="*/ 816665 w 1743075"/>
                <a:gd name="connsiteY239" fmla="*/ 556507 h 4495800"/>
                <a:gd name="connsiteX240" fmla="*/ 821427 w 1743075"/>
                <a:gd name="connsiteY240" fmla="*/ 554602 h 4495800"/>
                <a:gd name="connsiteX241" fmla="*/ 856670 w 1743075"/>
                <a:gd name="connsiteY241" fmla="*/ 594607 h 4495800"/>
                <a:gd name="connsiteX242" fmla="*/ 913820 w 1743075"/>
                <a:gd name="connsiteY242" fmla="*/ 638422 h 4495800"/>
                <a:gd name="connsiteX243" fmla="*/ 974780 w 1743075"/>
                <a:gd name="connsiteY243" fmla="*/ 679379 h 4495800"/>
                <a:gd name="connsiteX244" fmla="*/ 973827 w 1743075"/>
                <a:gd name="connsiteY244" fmla="*/ 696524 h 4495800"/>
                <a:gd name="connsiteX245" fmla="*/ 950015 w 1743075"/>
                <a:gd name="connsiteY245" fmla="*/ 721289 h 4495800"/>
                <a:gd name="connsiteX246" fmla="*/ 899532 w 1743075"/>
                <a:gd name="connsiteY246" fmla="*/ 797489 h 4495800"/>
                <a:gd name="connsiteX247" fmla="*/ 930012 w 1743075"/>
                <a:gd name="connsiteY247" fmla="*/ 759389 h 4495800"/>
                <a:gd name="connsiteX248" fmla="*/ 945252 w 1743075"/>
                <a:gd name="connsiteY248" fmla="*/ 759389 h 4495800"/>
                <a:gd name="connsiteX249" fmla="*/ 954777 w 1743075"/>
                <a:gd name="connsiteY249" fmla="*/ 800347 h 4495800"/>
                <a:gd name="connsiteX250" fmla="*/ 910962 w 1743075"/>
                <a:gd name="connsiteY250" fmla="*/ 1142294 h 4495800"/>
                <a:gd name="connsiteX251" fmla="*/ 917630 w 1743075"/>
                <a:gd name="connsiteY251" fmla="*/ 1495672 h 4495800"/>
                <a:gd name="connsiteX252" fmla="*/ 929060 w 1743075"/>
                <a:gd name="connsiteY252" fmla="*/ 1776659 h 4495800"/>
                <a:gd name="connsiteX253" fmla="*/ 938585 w 1743075"/>
                <a:gd name="connsiteY253" fmla="*/ 1802377 h 4495800"/>
                <a:gd name="connsiteX254" fmla="*/ 1026215 w 1743075"/>
                <a:gd name="connsiteY254" fmla="*/ 1895722 h 4495800"/>
                <a:gd name="connsiteX255" fmla="*/ 1036692 w 1743075"/>
                <a:gd name="connsiteY255" fmla="*/ 1909057 h 4495800"/>
                <a:gd name="connsiteX256" fmla="*/ 889055 w 1743075"/>
                <a:gd name="connsiteY256" fmla="*/ 1877624 h 4495800"/>
                <a:gd name="connsiteX257" fmla="*/ 1279580 w 1743075"/>
                <a:gd name="connsiteY257" fmla="*/ 1673789 h 4495800"/>
                <a:gd name="connsiteX258" fmla="*/ 1275770 w 1743075"/>
                <a:gd name="connsiteY258" fmla="*/ 1747132 h 4495800"/>
                <a:gd name="connsiteX259" fmla="*/ 1250052 w 1743075"/>
                <a:gd name="connsiteY259" fmla="*/ 1809044 h 4495800"/>
                <a:gd name="connsiteX260" fmla="*/ 1188140 w 1743075"/>
                <a:gd name="connsiteY260" fmla="*/ 1870004 h 4495800"/>
                <a:gd name="connsiteX261" fmla="*/ 1170042 w 1743075"/>
                <a:gd name="connsiteY261" fmla="*/ 1907152 h 4495800"/>
                <a:gd name="connsiteX262" fmla="*/ 1160517 w 1743075"/>
                <a:gd name="connsiteY262" fmla="*/ 1919534 h 4495800"/>
                <a:gd name="connsiteX263" fmla="*/ 1142420 w 1743075"/>
                <a:gd name="connsiteY263" fmla="*/ 1924297 h 4495800"/>
                <a:gd name="connsiteX264" fmla="*/ 1045265 w 1743075"/>
                <a:gd name="connsiteY264" fmla="*/ 1916677 h 4495800"/>
                <a:gd name="connsiteX265" fmla="*/ 1053837 w 1743075"/>
                <a:gd name="connsiteY265" fmla="*/ 1901437 h 4495800"/>
                <a:gd name="connsiteX266" fmla="*/ 1132895 w 1743075"/>
                <a:gd name="connsiteY266" fmla="*/ 1803329 h 4495800"/>
                <a:gd name="connsiteX267" fmla="*/ 1143372 w 1743075"/>
                <a:gd name="connsiteY267" fmla="*/ 1770944 h 4495800"/>
                <a:gd name="connsiteX268" fmla="*/ 1137657 w 1743075"/>
                <a:gd name="connsiteY268" fmla="*/ 1666169 h 4495800"/>
                <a:gd name="connsiteX269" fmla="*/ 1130037 w 1743075"/>
                <a:gd name="connsiteY269" fmla="*/ 1505197 h 4495800"/>
                <a:gd name="connsiteX270" fmla="*/ 1115750 w 1743075"/>
                <a:gd name="connsiteY270" fmla="*/ 1296599 h 4495800"/>
                <a:gd name="connsiteX271" fmla="*/ 1094795 w 1743075"/>
                <a:gd name="connsiteY271" fmla="*/ 1091812 h 4495800"/>
                <a:gd name="connsiteX272" fmla="*/ 1037645 w 1743075"/>
                <a:gd name="connsiteY272" fmla="*/ 839399 h 4495800"/>
                <a:gd name="connsiteX273" fmla="*/ 1019547 w 1743075"/>
                <a:gd name="connsiteY273" fmla="*/ 780344 h 4495800"/>
                <a:gd name="connsiteX274" fmla="*/ 1024310 w 1743075"/>
                <a:gd name="connsiteY274" fmla="*/ 761294 h 4495800"/>
                <a:gd name="connsiteX275" fmla="*/ 1042407 w 1743075"/>
                <a:gd name="connsiteY275" fmla="*/ 744149 h 4495800"/>
                <a:gd name="connsiteX276" fmla="*/ 1069077 w 1743075"/>
                <a:gd name="connsiteY276" fmla="*/ 806062 h 4495800"/>
                <a:gd name="connsiteX277" fmla="*/ 1014785 w 1743075"/>
                <a:gd name="connsiteY277" fmla="*/ 699382 h 4495800"/>
                <a:gd name="connsiteX278" fmla="*/ 1015737 w 1743075"/>
                <a:gd name="connsiteY278" fmla="*/ 677474 h 4495800"/>
                <a:gd name="connsiteX279" fmla="*/ 1068125 w 1743075"/>
                <a:gd name="connsiteY279" fmla="*/ 631754 h 4495800"/>
                <a:gd name="connsiteX280" fmla="*/ 1096700 w 1743075"/>
                <a:gd name="connsiteY280" fmla="*/ 571747 h 4495800"/>
                <a:gd name="connsiteX281" fmla="*/ 1102415 w 1743075"/>
                <a:gd name="connsiteY281" fmla="*/ 552697 h 4495800"/>
                <a:gd name="connsiteX282" fmla="*/ 1120512 w 1743075"/>
                <a:gd name="connsiteY282" fmla="*/ 606989 h 4495800"/>
                <a:gd name="connsiteX283" fmla="*/ 1107177 w 1743075"/>
                <a:gd name="connsiteY283" fmla="*/ 742244 h 4495800"/>
                <a:gd name="connsiteX284" fmla="*/ 1108130 w 1743075"/>
                <a:gd name="connsiteY284" fmla="*/ 761294 h 4495800"/>
                <a:gd name="connsiteX285" fmla="*/ 1127180 w 1743075"/>
                <a:gd name="connsiteY285" fmla="*/ 621277 h 4495800"/>
                <a:gd name="connsiteX286" fmla="*/ 1187187 w 1743075"/>
                <a:gd name="connsiteY286" fmla="*/ 829874 h 4495800"/>
                <a:gd name="connsiteX287" fmla="*/ 1228145 w 1743075"/>
                <a:gd name="connsiteY287" fmla="*/ 993704 h 4495800"/>
                <a:gd name="connsiteX288" fmla="*/ 1246242 w 1743075"/>
                <a:gd name="connsiteY288" fmla="*/ 1128007 h 4495800"/>
                <a:gd name="connsiteX289" fmla="*/ 1270055 w 1743075"/>
                <a:gd name="connsiteY289" fmla="*/ 1363274 h 4495800"/>
                <a:gd name="connsiteX290" fmla="*/ 1276722 w 1743075"/>
                <a:gd name="connsiteY290" fmla="*/ 1427092 h 4495800"/>
                <a:gd name="connsiteX291" fmla="*/ 1284342 w 1743075"/>
                <a:gd name="connsiteY291" fmla="*/ 1534724 h 4495800"/>
                <a:gd name="connsiteX292" fmla="*/ 1279580 w 1743075"/>
                <a:gd name="connsiteY292" fmla="*/ 1673789 h 4495800"/>
                <a:gd name="connsiteX293" fmla="*/ 1437695 w 1743075"/>
                <a:gd name="connsiteY293" fmla="*/ 1289932 h 4495800"/>
                <a:gd name="connsiteX294" fmla="*/ 1442457 w 1743075"/>
                <a:gd name="connsiteY294" fmla="*/ 1288979 h 4495800"/>
                <a:gd name="connsiteX295" fmla="*/ 1447220 w 1743075"/>
                <a:gd name="connsiteY295" fmla="*/ 1300409 h 4495800"/>
                <a:gd name="connsiteX296" fmla="*/ 1448172 w 1743075"/>
                <a:gd name="connsiteY296" fmla="*/ 1327079 h 4495800"/>
                <a:gd name="connsiteX297" fmla="*/ 1470080 w 1743075"/>
                <a:gd name="connsiteY297" fmla="*/ 1394707 h 4495800"/>
                <a:gd name="connsiteX298" fmla="*/ 1476747 w 1743075"/>
                <a:gd name="connsiteY298" fmla="*/ 1433759 h 4495800"/>
                <a:gd name="connsiteX299" fmla="*/ 1439600 w 1743075"/>
                <a:gd name="connsiteY299" fmla="*/ 1497577 h 4495800"/>
                <a:gd name="connsiteX300" fmla="*/ 1437695 w 1743075"/>
                <a:gd name="connsiteY300" fmla="*/ 1289932 h 4495800"/>
                <a:gd name="connsiteX301" fmla="*/ 1475795 w 1743075"/>
                <a:gd name="connsiteY301" fmla="*/ 1882387 h 4495800"/>
                <a:gd name="connsiteX302" fmla="*/ 1462460 w 1743075"/>
                <a:gd name="connsiteY302" fmla="*/ 1874767 h 4495800"/>
                <a:gd name="connsiteX303" fmla="*/ 1371972 w 1743075"/>
                <a:gd name="connsiteY303" fmla="*/ 1769992 h 4495800"/>
                <a:gd name="connsiteX304" fmla="*/ 1336730 w 1743075"/>
                <a:gd name="connsiteY304" fmla="*/ 1750942 h 4495800"/>
                <a:gd name="connsiteX305" fmla="*/ 1319585 w 1743075"/>
                <a:gd name="connsiteY305" fmla="*/ 1744274 h 4495800"/>
                <a:gd name="connsiteX306" fmla="*/ 1320537 w 1743075"/>
                <a:gd name="connsiteY306" fmla="*/ 1738559 h 4495800"/>
                <a:gd name="connsiteX307" fmla="*/ 1337682 w 1743075"/>
                <a:gd name="connsiteY307" fmla="*/ 1740464 h 4495800"/>
                <a:gd name="connsiteX308" fmla="*/ 1416740 w 1743075"/>
                <a:gd name="connsiteY308" fmla="*/ 1788089 h 4495800"/>
                <a:gd name="connsiteX309" fmla="*/ 1473890 w 1743075"/>
                <a:gd name="connsiteY309" fmla="*/ 1853812 h 4495800"/>
                <a:gd name="connsiteX310" fmla="*/ 1480557 w 1743075"/>
                <a:gd name="connsiteY310" fmla="*/ 1865242 h 4495800"/>
                <a:gd name="connsiteX311" fmla="*/ 1475795 w 1743075"/>
                <a:gd name="connsiteY311" fmla="*/ 1882387 h 449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Lst>
              <a:rect l="l" t="t" r="r" b="b"/>
              <a:pathLst>
                <a:path w="1743075" h="4495800">
                  <a:moveTo>
                    <a:pt x="1732970" y="1329937"/>
                  </a:moveTo>
                  <a:cubicBezTo>
                    <a:pt x="1728207" y="1318507"/>
                    <a:pt x="1726302" y="1304219"/>
                    <a:pt x="1726302" y="1291837"/>
                  </a:cubicBezTo>
                  <a:cubicBezTo>
                    <a:pt x="1728207" y="1266119"/>
                    <a:pt x="1718682" y="1246117"/>
                    <a:pt x="1698680" y="1230877"/>
                  </a:cubicBezTo>
                  <a:cubicBezTo>
                    <a:pt x="1680582" y="1216589"/>
                    <a:pt x="1672962" y="1197539"/>
                    <a:pt x="1666295" y="1177537"/>
                  </a:cubicBezTo>
                  <a:cubicBezTo>
                    <a:pt x="1660580" y="1160392"/>
                    <a:pt x="1651055" y="1145152"/>
                    <a:pt x="1643435" y="1128959"/>
                  </a:cubicBezTo>
                  <a:cubicBezTo>
                    <a:pt x="1641530" y="1125149"/>
                    <a:pt x="1638672" y="1121339"/>
                    <a:pt x="1636767" y="1117529"/>
                  </a:cubicBezTo>
                  <a:cubicBezTo>
                    <a:pt x="1623432" y="1086097"/>
                    <a:pt x="1610097" y="1054664"/>
                    <a:pt x="1595810" y="1023232"/>
                  </a:cubicBezTo>
                  <a:cubicBezTo>
                    <a:pt x="1592952" y="1017517"/>
                    <a:pt x="1588190" y="1012754"/>
                    <a:pt x="1586285" y="1007039"/>
                  </a:cubicBezTo>
                  <a:cubicBezTo>
                    <a:pt x="1581522" y="995609"/>
                    <a:pt x="1574855" y="984179"/>
                    <a:pt x="1573902" y="972749"/>
                  </a:cubicBezTo>
                  <a:cubicBezTo>
                    <a:pt x="1571997" y="955604"/>
                    <a:pt x="1569140" y="939412"/>
                    <a:pt x="1560567" y="923219"/>
                  </a:cubicBezTo>
                  <a:cubicBezTo>
                    <a:pt x="1553900" y="910837"/>
                    <a:pt x="1552947" y="894644"/>
                    <a:pt x="1550090" y="880357"/>
                  </a:cubicBezTo>
                  <a:cubicBezTo>
                    <a:pt x="1549137" y="874642"/>
                    <a:pt x="1549137" y="868927"/>
                    <a:pt x="1547232" y="863212"/>
                  </a:cubicBezTo>
                  <a:cubicBezTo>
                    <a:pt x="1534850" y="824159"/>
                    <a:pt x="1521515" y="786059"/>
                    <a:pt x="1508180" y="747959"/>
                  </a:cubicBezTo>
                  <a:cubicBezTo>
                    <a:pt x="1501512" y="727957"/>
                    <a:pt x="1488177" y="713669"/>
                    <a:pt x="1468175" y="705097"/>
                  </a:cubicBezTo>
                  <a:cubicBezTo>
                    <a:pt x="1454840" y="699382"/>
                    <a:pt x="1442457" y="690809"/>
                    <a:pt x="1428170" y="685094"/>
                  </a:cubicBezTo>
                  <a:cubicBezTo>
                    <a:pt x="1412930" y="678427"/>
                    <a:pt x="1396737" y="673664"/>
                    <a:pt x="1380545" y="669854"/>
                  </a:cubicBezTo>
                  <a:cubicBezTo>
                    <a:pt x="1354827" y="663187"/>
                    <a:pt x="1329110" y="657472"/>
                    <a:pt x="1303392" y="650804"/>
                  </a:cubicBezTo>
                  <a:cubicBezTo>
                    <a:pt x="1302440" y="650804"/>
                    <a:pt x="1302440" y="649852"/>
                    <a:pt x="1301487" y="649852"/>
                  </a:cubicBezTo>
                  <a:cubicBezTo>
                    <a:pt x="1275770" y="643184"/>
                    <a:pt x="1249100" y="636517"/>
                    <a:pt x="1223382" y="629849"/>
                  </a:cubicBezTo>
                  <a:cubicBezTo>
                    <a:pt x="1202427" y="624134"/>
                    <a:pt x="1180520" y="619372"/>
                    <a:pt x="1160517" y="610799"/>
                  </a:cubicBezTo>
                  <a:cubicBezTo>
                    <a:pt x="1118607" y="591749"/>
                    <a:pt x="1104320" y="552697"/>
                    <a:pt x="1101462" y="511739"/>
                  </a:cubicBezTo>
                  <a:cubicBezTo>
                    <a:pt x="1098605" y="482212"/>
                    <a:pt x="1104320" y="452684"/>
                    <a:pt x="1106225" y="422204"/>
                  </a:cubicBezTo>
                  <a:cubicBezTo>
                    <a:pt x="1107177" y="411727"/>
                    <a:pt x="1110987" y="404107"/>
                    <a:pt x="1119560" y="398392"/>
                  </a:cubicBezTo>
                  <a:cubicBezTo>
                    <a:pt x="1136705" y="387914"/>
                    <a:pt x="1146230" y="371722"/>
                    <a:pt x="1150040" y="352672"/>
                  </a:cubicBezTo>
                  <a:cubicBezTo>
                    <a:pt x="1151945" y="344099"/>
                    <a:pt x="1155755" y="335527"/>
                    <a:pt x="1155755" y="326002"/>
                  </a:cubicBezTo>
                  <a:cubicBezTo>
                    <a:pt x="1155755" y="305047"/>
                    <a:pt x="1155755" y="284092"/>
                    <a:pt x="1153850" y="263137"/>
                  </a:cubicBezTo>
                  <a:cubicBezTo>
                    <a:pt x="1152897" y="254564"/>
                    <a:pt x="1148135" y="247897"/>
                    <a:pt x="1135752" y="252659"/>
                  </a:cubicBezTo>
                  <a:cubicBezTo>
                    <a:pt x="1125275" y="256469"/>
                    <a:pt x="1123370" y="252659"/>
                    <a:pt x="1124322" y="241229"/>
                  </a:cubicBezTo>
                  <a:cubicBezTo>
                    <a:pt x="1125275" y="228847"/>
                    <a:pt x="1125275" y="215512"/>
                    <a:pt x="1125275" y="203129"/>
                  </a:cubicBezTo>
                  <a:cubicBezTo>
                    <a:pt x="1125275" y="196462"/>
                    <a:pt x="1123370" y="188842"/>
                    <a:pt x="1124322" y="182174"/>
                  </a:cubicBezTo>
                  <a:cubicBezTo>
                    <a:pt x="1125275" y="133597"/>
                    <a:pt x="1102415" y="93592"/>
                    <a:pt x="1074792" y="56444"/>
                  </a:cubicBezTo>
                  <a:cubicBezTo>
                    <a:pt x="1069077" y="47872"/>
                    <a:pt x="1057647" y="42157"/>
                    <a:pt x="1048122" y="37394"/>
                  </a:cubicBezTo>
                  <a:cubicBezTo>
                    <a:pt x="1033835" y="30727"/>
                    <a:pt x="1019547" y="24059"/>
                    <a:pt x="1005260" y="20249"/>
                  </a:cubicBezTo>
                  <a:cubicBezTo>
                    <a:pt x="959540" y="5009"/>
                    <a:pt x="914772" y="-706"/>
                    <a:pt x="873815" y="24059"/>
                  </a:cubicBezTo>
                  <a:cubicBezTo>
                    <a:pt x="839525" y="45967"/>
                    <a:pt x="808092" y="71684"/>
                    <a:pt x="782375" y="104069"/>
                  </a:cubicBezTo>
                  <a:cubicBezTo>
                    <a:pt x="779517" y="107879"/>
                    <a:pt x="776660" y="112642"/>
                    <a:pt x="775707" y="117404"/>
                  </a:cubicBezTo>
                  <a:cubicBezTo>
                    <a:pt x="772850" y="131692"/>
                    <a:pt x="770945" y="145027"/>
                    <a:pt x="769040" y="159314"/>
                  </a:cubicBezTo>
                  <a:cubicBezTo>
                    <a:pt x="765230" y="204082"/>
                    <a:pt x="777612" y="249802"/>
                    <a:pt x="759515" y="293617"/>
                  </a:cubicBezTo>
                  <a:cubicBezTo>
                    <a:pt x="759515" y="294569"/>
                    <a:pt x="759515" y="296474"/>
                    <a:pt x="759515" y="297427"/>
                  </a:cubicBezTo>
                  <a:cubicBezTo>
                    <a:pt x="760467" y="322192"/>
                    <a:pt x="760467" y="346957"/>
                    <a:pt x="762372" y="370769"/>
                  </a:cubicBezTo>
                  <a:cubicBezTo>
                    <a:pt x="763325" y="390772"/>
                    <a:pt x="769040" y="409822"/>
                    <a:pt x="786185" y="424109"/>
                  </a:cubicBezTo>
                  <a:cubicBezTo>
                    <a:pt x="792852" y="429824"/>
                    <a:pt x="797615" y="438397"/>
                    <a:pt x="799520" y="446969"/>
                  </a:cubicBezTo>
                  <a:cubicBezTo>
                    <a:pt x="805235" y="469829"/>
                    <a:pt x="809045" y="493642"/>
                    <a:pt x="811902" y="517454"/>
                  </a:cubicBezTo>
                  <a:cubicBezTo>
                    <a:pt x="812855" y="525074"/>
                    <a:pt x="810950" y="536504"/>
                    <a:pt x="806187" y="540314"/>
                  </a:cubicBezTo>
                  <a:cubicBezTo>
                    <a:pt x="783327" y="557459"/>
                    <a:pt x="761420" y="578414"/>
                    <a:pt x="729035" y="576509"/>
                  </a:cubicBezTo>
                  <a:cubicBezTo>
                    <a:pt x="725225" y="576509"/>
                    <a:pt x="721415" y="578414"/>
                    <a:pt x="717605" y="579367"/>
                  </a:cubicBezTo>
                  <a:cubicBezTo>
                    <a:pt x="660455" y="592702"/>
                    <a:pt x="603305" y="606037"/>
                    <a:pt x="546155" y="617467"/>
                  </a:cubicBezTo>
                  <a:cubicBezTo>
                    <a:pt x="521390" y="622229"/>
                    <a:pt x="494720" y="623182"/>
                    <a:pt x="469955" y="627944"/>
                  </a:cubicBezTo>
                  <a:cubicBezTo>
                    <a:pt x="445190" y="632707"/>
                    <a:pt x="421377" y="639374"/>
                    <a:pt x="396612" y="646994"/>
                  </a:cubicBezTo>
                  <a:cubicBezTo>
                    <a:pt x="374705" y="653662"/>
                    <a:pt x="357560" y="668902"/>
                    <a:pt x="348035" y="688904"/>
                  </a:cubicBezTo>
                  <a:cubicBezTo>
                    <a:pt x="329937" y="727004"/>
                    <a:pt x="321365" y="767009"/>
                    <a:pt x="311840" y="807014"/>
                  </a:cubicBezTo>
                  <a:cubicBezTo>
                    <a:pt x="308030" y="824159"/>
                    <a:pt x="302315" y="838447"/>
                    <a:pt x="287075" y="848924"/>
                  </a:cubicBezTo>
                  <a:cubicBezTo>
                    <a:pt x="269930" y="861307"/>
                    <a:pt x="253737" y="875594"/>
                    <a:pt x="246117" y="896549"/>
                  </a:cubicBezTo>
                  <a:cubicBezTo>
                    <a:pt x="243260" y="905122"/>
                    <a:pt x="239450" y="914647"/>
                    <a:pt x="233735" y="922267"/>
                  </a:cubicBezTo>
                  <a:cubicBezTo>
                    <a:pt x="209922" y="950842"/>
                    <a:pt x="195635" y="987037"/>
                    <a:pt x="164202" y="1008944"/>
                  </a:cubicBezTo>
                  <a:cubicBezTo>
                    <a:pt x="159440" y="1012754"/>
                    <a:pt x="155630" y="1018469"/>
                    <a:pt x="152772" y="1024184"/>
                  </a:cubicBezTo>
                  <a:cubicBezTo>
                    <a:pt x="128960" y="1059427"/>
                    <a:pt x="105147" y="1094669"/>
                    <a:pt x="81335" y="1130864"/>
                  </a:cubicBezTo>
                  <a:cubicBezTo>
                    <a:pt x="50855" y="1177537"/>
                    <a:pt x="22280" y="1225162"/>
                    <a:pt x="10850" y="1280407"/>
                  </a:cubicBezTo>
                  <a:cubicBezTo>
                    <a:pt x="2277" y="1320412"/>
                    <a:pt x="8945" y="1359464"/>
                    <a:pt x="27042" y="1395659"/>
                  </a:cubicBezTo>
                  <a:cubicBezTo>
                    <a:pt x="36567" y="1415662"/>
                    <a:pt x="49902" y="1434712"/>
                    <a:pt x="61332" y="1453762"/>
                  </a:cubicBezTo>
                  <a:cubicBezTo>
                    <a:pt x="66095" y="1460429"/>
                    <a:pt x="71810" y="1467097"/>
                    <a:pt x="74667" y="1474717"/>
                  </a:cubicBezTo>
                  <a:cubicBezTo>
                    <a:pt x="78477" y="1489004"/>
                    <a:pt x="83240" y="1501387"/>
                    <a:pt x="97527" y="1509007"/>
                  </a:cubicBezTo>
                  <a:cubicBezTo>
                    <a:pt x="102290" y="1510912"/>
                    <a:pt x="104195" y="1517579"/>
                    <a:pt x="108005" y="1522342"/>
                  </a:cubicBezTo>
                  <a:cubicBezTo>
                    <a:pt x="126102" y="1549012"/>
                    <a:pt x="143247" y="1575682"/>
                    <a:pt x="162297" y="1602352"/>
                  </a:cubicBezTo>
                  <a:cubicBezTo>
                    <a:pt x="174680" y="1620449"/>
                    <a:pt x="189920" y="1636642"/>
                    <a:pt x="201350" y="1654739"/>
                  </a:cubicBezTo>
                  <a:cubicBezTo>
                    <a:pt x="228020" y="1694744"/>
                    <a:pt x="257547" y="1731892"/>
                    <a:pt x="288980" y="1768087"/>
                  </a:cubicBezTo>
                  <a:cubicBezTo>
                    <a:pt x="300410" y="1781422"/>
                    <a:pt x="303267" y="1794757"/>
                    <a:pt x="300410" y="1810949"/>
                  </a:cubicBezTo>
                  <a:cubicBezTo>
                    <a:pt x="295647" y="1843334"/>
                    <a:pt x="290885" y="1875719"/>
                    <a:pt x="288027" y="1909057"/>
                  </a:cubicBezTo>
                  <a:cubicBezTo>
                    <a:pt x="284217" y="1960492"/>
                    <a:pt x="282312" y="2012879"/>
                    <a:pt x="279455" y="2064314"/>
                  </a:cubicBezTo>
                  <a:cubicBezTo>
                    <a:pt x="279455" y="2069077"/>
                    <a:pt x="278502" y="2074792"/>
                    <a:pt x="277550" y="2079554"/>
                  </a:cubicBezTo>
                  <a:cubicBezTo>
                    <a:pt x="273740" y="2117654"/>
                    <a:pt x="268025" y="2154802"/>
                    <a:pt x="266120" y="2192902"/>
                  </a:cubicBezTo>
                  <a:cubicBezTo>
                    <a:pt x="264215" y="2241479"/>
                    <a:pt x="263262" y="2290057"/>
                    <a:pt x="265167" y="2338634"/>
                  </a:cubicBezTo>
                  <a:cubicBezTo>
                    <a:pt x="266120" y="2381497"/>
                    <a:pt x="259452" y="2422454"/>
                    <a:pt x="251832" y="2463412"/>
                  </a:cubicBezTo>
                  <a:cubicBezTo>
                    <a:pt x="248975" y="2479604"/>
                    <a:pt x="253737" y="2490082"/>
                    <a:pt x="268025" y="2496749"/>
                  </a:cubicBezTo>
                  <a:cubicBezTo>
                    <a:pt x="297552" y="2508179"/>
                    <a:pt x="326127" y="2523419"/>
                    <a:pt x="358512" y="2521514"/>
                  </a:cubicBezTo>
                  <a:cubicBezTo>
                    <a:pt x="365180" y="2521514"/>
                    <a:pt x="370895" y="2523419"/>
                    <a:pt x="377562" y="2525324"/>
                  </a:cubicBezTo>
                  <a:cubicBezTo>
                    <a:pt x="411852" y="2531039"/>
                    <a:pt x="443285" y="2530087"/>
                    <a:pt x="467097" y="2499607"/>
                  </a:cubicBezTo>
                  <a:cubicBezTo>
                    <a:pt x="474717" y="2490082"/>
                    <a:pt x="485195" y="2483414"/>
                    <a:pt x="496625" y="2472937"/>
                  </a:cubicBezTo>
                  <a:cubicBezTo>
                    <a:pt x="497577" y="2485319"/>
                    <a:pt x="498530" y="2492939"/>
                    <a:pt x="498530" y="2500559"/>
                  </a:cubicBezTo>
                  <a:cubicBezTo>
                    <a:pt x="498530" y="2551994"/>
                    <a:pt x="498530" y="2602477"/>
                    <a:pt x="497577" y="2653912"/>
                  </a:cubicBezTo>
                  <a:cubicBezTo>
                    <a:pt x="496625" y="2687249"/>
                    <a:pt x="492815" y="2719634"/>
                    <a:pt x="491862" y="2752972"/>
                  </a:cubicBezTo>
                  <a:cubicBezTo>
                    <a:pt x="490910" y="2807264"/>
                    <a:pt x="491862" y="2861557"/>
                    <a:pt x="489957" y="2915849"/>
                  </a:cubicBezTo>
                  <a:cubicBezTo>
                    <a:pt x="486147" y="3045389"/>
                    <a:pt x="496625" y="3174929"/>
                    <a:pt x="483290" y="3303517"/>
                  </a:cubicBezTo>
                  <a:cubicBezTo>
                    <a:pt x="479480" y="3343522"/>
                    <a:pt x="482337" y="3383527"/>
                    <a:pt x="483290" y="3423532"/>
                  </a:cubicBezTo>
                  <a:cubicBezTo>
                    <a:pt x="484242" y="3504494"/>
                    <a:pt x="483290" y="3585457"/>
                    <a:pt x="489005" y="3666419"/>
                  </a:cubicBezTo>
                  <a:cubicBezTo>
                    <a:pt x="495672" y="3761669"/>
                    <a:pt x="495672" y="3857872"/>
                    <a:pt x="497577" y="3953122"/>
                  </a:cubicBezTo>
                  <a:cubicBezTo>
                    <a:pt x="497577" y="3956932"/>
                    <a:pt x="498530" y="3960742"/>
                    <a:pt x="498530" y="3964552"/>
                  </a:cubicBezTo>
                  <a:cubicBezTo>
                    <a:pt x="500435" y="3982649"/>
                    <a:pt x="503292" y="4001699"/>
                    <a:pt x="505197" y="4019797"/>
                  </a:cubicBezTo>
                  <a:cubicBezTo>
                    <a:pt x="506150" y="4040752"/>
                    <a:pt x="506150" y="4062659"/>
                    <a:pt x="507102" y="4083614"/>
                  </a:cubicBezTo>
                  <a:cubicBezTo>
                    <a:pt x="508055" y="4093139"/>
                    <a:pt x="509007" y="4104569"/>
                    <a:pt x="513770" y="4111237"/>
                  </a:cubicBezTo>
                  <a:cubicBezTo>
                    <a:pt x="528057" y="4131239"/>
                    <a:pt x="534725" y="4153147"/>
                    <a:pt x="539487" y="4176959"/>
                  </a:cubicBezTo>
                  <a:cubicBezTo>
                    <a:pt x="546155" y="4211249"/>
                    <a:pt x="554727" y="4244587"/>
                    <a:pt x="562347" y="4278877"/>
                  </a:cubicBezTo>
                  <a:cubicBezTo>
                    <a:pt x="563300" y="4285544"/>
                    <a:pt x="565205" y="4295069"/>
                    <a:pt x="561395" y="4299832"/>
                  </a:cubicBezTo>
                  <a:cubicBezTo>
                    <a:pt x="549965" y="4316977"/>
                    <a:pt x="553775" y="4336027"/>
                    <a:pt x="551870" y="4354124"/>
                  </a:cubicBezTo>
                  <a:cubicBezTo>
                    <a:pt x="549965" y="4379842"/>
                    <a:pt x="563300" y="4395082"/>
                    <a:pt x="583302" y="4404607"/>
                  </a:cubicBezTo>
                  <a:cubicBezTo>
                    <a:pt x="591875" y="4409369"/>
                    <a:pt x="597590" y="4414132"/>
                    <a:pt x="600447" y="4423657"/>
                  </a:cubicBezTo>
                  <a:cubicBezTo>
                    <a:pt x="605210" y="4438897"/>
                    <a:pt x="614735" y="4452232"/>
                    <a:pt x="628070" y="4459852"/>
                  </a:cubicBezTo>
                  <a:cubicBezTo>
                    <a:pt x="648072" y="4469377"/>
                    <a:pt x="669027" y="4478902"/>
                    <a:pt x="690935" y="4483664"/>
                  </a:cubicBezTo>
                  <a:cubicBezTo>
                    <a:pt x="713795" y="4489379"/>
                    <a:pt x="738560" y="4491284"/>
                    <a:pt x="762372" y="4492237"/>
                  </a:cubicBezTo>
                  <a:cubicBezTo>
                    <a:pt x="808092" y="4493189"/>
                    <a:pt x="852860" y="4493189"/>
                    <a:pt x="898580" y="4493189"/>
                  </a:cubicBezTo>
                  <a:cubicBezTo>
                    <a:pt x="917630" y="4493189"/>
                    <a:pt x="922392" y="4482712"/>
                    <a:pt x="913820" y="4464614"/>
                  </a:cubicBezTo>
                  <a:cubicBezTo>
                    <a:pt x="909057" y="4455089"/>
                    <a:pt x="906200" y="4444612"/>
                    <a:pt x="901437" y="4434134"/>
                  </a:cubicBezTo>
                  <a:cubicBezTo>
                    <a:pt x="890960" y="4406512"/>
                    <a:pt x="880482" y="4378889"/>
                    <a:pt x="869052" y="4351267"/>
                  </a:cubicBezTo>
                  <a:cubicBezTo>
                    <a:pt x="867147" y="4346504"/>
                    <a:pt x="863337" y="4342694"/>
                    <a:pt x="859527" y="4338884"/>
                  </a:cubicBezTo>
                  <a:cubicBezTo>
                    <a:pt x="837620" y="4317929"/>
                    <a:pt x="818570" y="4295069"/>
                    <a:pt x="811902" y="4263637"/>
                  </a:cubicBezTo>
                  <a:cubicBezTo>
                    <a:pt x="808092" y="4244587"/>
                    <a:pt x="806187" y="4225537"/>
                    <a:pt x="812855" y="4206487"/>
                  </a:cubicBezTo>
                  <a:cubicBezTo>
                    <a:pt x="817617" y="4193152"/>
                    <a:pt x="820475" y="4178864"/>
                    <a:pt x="823332" y="4165529"/>
                  </a:cubicBezTo>
                  <a:cubicBezTo>
                    <a:pt x="830000" y="4127429"/>
                    <a:pt x="835715" y="4089329"/>
                    <a:pt x="841430" y="4050277"/>
                  </a:cubicBezTo>
                  <a:cubicBezTo>
                    <a:pt x="845240" y="4028369"/>
                    <a:pt x="850955" y="4005509"/>
                    <a:pt x="849050" y="3982649"/>
                  </a:cubicBezTo>
                  <a:cubicBezTo>
                    <a:pt x="843335" y="3899782"/>
                    <a:pt x="839525" y="3817867"/>
                    <a:pt x="837620" y="3734999"/>
                  </a:cubicBezTo>
                  <a:cubicBezTo>
                    <a:pt x="836667" y="3711187"/>
                    <a:pt x="831905" y="3686422"/>
                    <a:pt x="826190" y="3662609"/>
                  </a:cubicBezTo>
                  <a:cubicBezTo>
                    <a:pt x="821427" y="3641654"/>
                    <a:pt x="813807" y="3622604"/>
                    <a:pt x="807140" y="3601649"/>
                  </a:cubicBezTo>
                  <a:cubicBezTo>
                    <a:pt x="801425" y="3580694"/>
                    <a:pt x="794757" y="3559739"/>
                    <a:pt x="789995" y="3537832"/>
                  </a:cubicBezTo>
                  <a:cubicBezTo>
                    <a:pt x="787137" y="3523544"/>
                    <a:pt x="785232" y="3508304"/>
                    <a:pt x="786185" y="3494017"/>
                  </a:cubicBezTo>
                  <a:cubicBezTo>
                    <a:pt x="786185" y="3480682"/>
                    <a:pt x="789995" y="3467347"/>
                    <a:pt x="790947" y="3454012"/>
                  </a:cubicBezTo>
                  <a:cubicBezTo>
                    <a:pt x="793805" y="3434009"/>
                    <a:pt x="797615" y="3413054"/>
                    <a:pt x="798567" y="3393052"/>
                  </a:cubicBezTo>
                  <a:cubicBezTo>
                    <a:pt x="799520" y="3353999"/>
                    <a:pt x="799520" y="3313994"/>
                    <a:pt x="799520" y="3274942"/>
                  </a:cubicBezTo>
                  <a:cubicBezTo>
                    <a:pt x="799520" y="3270179"/>
                    <a:pt x="800472" y="3262559"/>
                    <a:pt x="803330" y="3260654"/>
                  </a:cubicBezTo>
                  <a:cubicBezTo>
                    <a:pt x="818570" y="3252082"/>
                    <a:pt x="817617" y="3237794"/>
                    <a:pt x="819522" y="3223507"/>
                  </a:cubicBezTo>
                  <a:cubicBezTo>
                    <a:pt x="820475" y="3208267"/>
                    <a:pt x="822380" y="3193979"/>
                    <a:pt x="825237" y="3178739"/>
                  </a:cubicBezTo>
                  <a:cubicBezTo>
                    <a:pt x="847145" y="3057772"/>
                    <a:pt x="868100" y="2936804"/>
                    <a:pt x="903342" y="2818694"/>
                  </a:cubicBezTo>
                  <a:cubicBezTo>
                    <a:pt x="910010" y="2796787"/>
                    <a:pt x="915725" y="2773927"/>
                    <a:pt x="921440" y="2752019"/>
                  </a:cubicBezTo>
                  <a:cubicBezTo>
                    <a:pt x="923345" y="2752972"/>
                    <a:pt x="925250" y="2752972"/>
                    <a:pt x="927155" y="2753924"/>
                  </a:cubicBezTo>
                  <a:cubicBezTo>
                    <a:pt x="924297" y="2782499"/>
                    <a:pt x="921440" y="2810122"/>
                    <a:pt x="917630" y="2838697"/>
                  </a:cubicBezTo>
                  <a:cubicBezTo>
                    <a:pt x="906200" y="2923469"/>
                    <a:pt x="895722" y="3008242"/>
                    <a:pt x="899532" y="3093967"/>
                  </a:cubicBezTo>
                  <a:cubicBezTo>
                    <a:pt x="900485" y="3104444"/>
                    <a:pt x="903342" y="3113969"/>
                    <a:pt x="902390" y="3124447"/>
                  </a:cubicBezTo>
                  <a:cubicBezTo>
                    <a:pt x="900485" y="3146354"/>
                    <a:pt x="895722" y="3168262"/>
                    <a:pt x="893817" y="3190169"/>
                  </a:cubicBezTo>
                  <a:cubicBezTo>
                    <a:pt x="892865" y="3201599"/>
                    <a:pt x="893817" y="3213029"/>
                    <a:pt x="894770" y="3224459"/>
                  </a:cubicBezTo>
                  <a:cubicBezTo>
                    <a:pt x="898580" y="3258749"/>
                    <a:pt x="903342" y="3293039"/>
                    <a:pt x="905247" y="3328282"/>
                  </a:cubicBezTo>
                  <a:cubicBezTo>
                    <a:pt x="907152" y="3355904"/>
                    <a:pt x="904295" y="3383527"/>
                    <a:pt x="905247" y="3412102"/>
                  </a:cubicBezTo>
                  <a:cubicBezTo>
                    <a:pt x="908105" y="3485444"/>
                    <a:pt x="910962" y="3559739"/>
                    <a:pt x="913820" y="3633082"/>
                  </a:cubicBezTo>
                  <a:cubicBezTo>
                    <a:pt x="914772" y="3665467"/>
                    <a:pt x="917630" y="3697852"/>
                    <a:pt x="919535" y="3730237"/>
                  </a:cubicBezTo>
                  <a:cubicBezTo>
                    <a:pt x="919535" y="3740714"/>
                    <a:pt x="919535" y="3751192"/>
                    <a:pt x="916677" y="3760717"/>
                  </a:cubicBezTo>
                  <a:cubicBezTo>
                    <a:pt x="907152" y="3794054"/>
                    <a:pt x="897627" y="3827392"/>
                    <a:pt x="896675" y="3862634"/>
                  </a:cubicBezTo>
                  <a:cubicBezTo>
                    <a:pt x="894770" y="3919784"/>
                    <a:pt x="887150" y="3975982"/>
                    <a:pt x="883340" y="4033132"/>
                  </a:cubicBezTo>
                  <a:cubicBezTo>
                    <a:pt x="879530" y="4090282"/>
                    <a:pt x="874767" y="4147432"/>
                    <a:pt x="855717" y="4201724"/>
                  </a:cubicBezTo>
                  <a:cubicBezTo>
                    <a:pt x="845240" y="4233157"/>
                    <a:pt x="850955" y="4246492"/>
                    <a:pt x="880482" y="4262684"/>
                  </a:cubicBezTo>
                  <a:cubicBezTo>
                    <a:pt x="898580" y="4272209"/>
                    <a:pt x="917630" y="4279829"/>
                    <a:pt x="936680" y="4289354"/>
                  </a:cubicBezTo>
                  <a:cubicBezTo>
                    <a:pt x="950015" y="4296022"/>
                    <a:pt x="964302" y="4299832"/>
                    <a:pt x="979542" y="4295069"/>
                  </a:cubicBezTo>
                  <a:cubicBezTo>
                    <a:pt x="993830" y="4290307"/>
                    <a:pt x="1007165" y="4294117"/>
                    <a:pt x="1015737" y="4306499"/>
                  </a:cubicBezTo>
                  <a:cubicBezTo>
                    <a:pt x="1023357" y="4316977"/>
                    <a:pt x="1030977" y="4329359"/>
                    <a:pt x="1038597" y="4339837"/>
                  </a:cubicBezTo>
                  <a:cubicBezTo>
                    <a:pt x="1044312" y="4347457"/>
                    <a:pt x="1050980" y="4357934"/>
                    <a:pt x="1059552" y="4361744"/>
                  </a:cubicBezTo>
                  <a:cubicBezTo>
                    <a:pt x="1093842" y="4379842"/>
                    <a:pt x="1131942" y="4389367"/>
                    <a:pt x="1170995" y="4391272"/>
                  </a:cubicBezTo>
                  <a:cubicBezTo>
                    <a:pt x="1208142" y="4393177"/>
                    <a:pt x="1246242" y="4391272"/>
                    <a:pt x="1283390" y="4390319"/>
                  </a:cubicBezTo>
                  <a:cubicBezTo>
                    <a:pt x="1295772" y="4390319"/>
                    <a:pt x="1309107" y="4387462"/>
                    <a:pt x="1321490" y="4385557"/>
                  </a:cubicBezTo>
                  <a:cubicBezTo>
                    <a:pt x="1336730" y="4382699"/>
                    <a:pt x="1342445" y="4370317"/>
                    <a:pt x="1333872" y="4358887"/>
                  </a:cubicBezTo>
                  <a:cubicBezTo>
                    <a:pt x="1325300" y="4348409"/>
                    <a:pt x="1323395" y="4336027"/>
                    <a:pt x="1317680" y="4324597"/>
                  </a:cubicBezTo>
                  <a:cubicBezTo>
                    <a:pt x="1312917" y="4314119"/>
                    <a:pt x="1306250" y="4304594"/>
                    <a:pt x="1297677" y="4296974"/>
                  </a:cubicBezTo>
                  <a:cubicBezTo>
                    <a:pt x="1286247" y="4286497"/>
                    <a:pt x="1273865" y="4274114"/>
                    <a:pt x="1258625" y="4268399"/>
                  </a:cubicBezTo>
                  <a:cubicBezTo>
                    <a:pt x="1228145" y="4256017"/>
                    <a:pt x="1207190" y="4235062"/>
                    <a:pt x="1196712" y="4203629"/>
                  </a:cubicBezTo>
                  <a:cubicBezTo>
                    <a:pt x="1196712" y="4202677"/>
                    <a:pt x="1195760" y="4202677"/>
                    <a:pt x="1195760" y="4201724"/>
                  </a:cubicBezTo>
                  <a:cubicBezTo>
                    <a:pt x="1188140" y="4180769"/>
                    <a:pt x="1179567" y="4159814"/>
                    <a:pt x="1173852" y="4137907"/>
                  </a:cubicBezTo>
                  <a:cubicBezTo>
                    <a:pt x="1167185" y="4113142"/>
                    <a:pt x="1165280" y="4087424"/>
                    <a:pt x="1159565" y="4061707"/>
                  </a:cubicBezTo>
                  <a:cubicBezTo>
                    <a:pt x="1154802" y="4041704"/>
                    <a:pt x="1151945" y="4021702"/>
                    <a:pt x="1165280" y="4002652"/>
                  </a:cubicBezTo>
                  <a:cubicBezTo>
                    <a:pt x="1170995" y="3994079"/>
                    <a:pt x="1170995" y="3981697"/>
                    <a:pt x="1172900" y="3971219"/>
                  </a:cubicBezTo>
                  <a:cubicBezTo>
                    <a:pt x="1177662" y="3938834"/>
                    <a:pt x="1181472" y="3907402"/>
                    <a:pt x="1185282" y="3875017"/>
                  </a:cubicBezTo>
                  <a:cubicBezTo>
                    <a:pt x="1188140" y="3853109"/>
                    <a:pt x="1192902" y="3830249"/>
                    <a:pt x="1194807" y="3808342"/>
                  </a:cubicBezTo>
                  <a:cubicBezTo>
                    <a:pt x="1198617" y="3763574"/>
                    <a:pt x="1201475" y="3719759"/>
                    <a:pt x="1204332" y="3674992"/>
                  </a:cubicBezTo>
                  <a:cubicBezTo>
                    <a:pt x="1204332" y="3670229"/>
                    <a:pt x="1205285" y="3666419"/>
                    <a:pt x="1206237" y="3661657"/>
                  </a:cubicBezTo>
                  <a:cubicBezTo>
                    <a:pt x="1216715" y="3607364"/>
                    <a:pt x="1222430" y="3553072"/>
                    <a:pt x="1226240" y="3498779"/>
                  </a:cubicBezTo>
                  <a:cubicBezTo>
                    <a:pt x="1227192" y="3477824"/>
                    <a:pt x="1230050" y="3457822"/>
                    <a:pt x="1231002" y="3436867"/>
                  </a:cubicBezTo>
                  <a:cubicBezTo>
                    <a:pt x="1231955" y="3428294"/>
                    <a:pt x="1231002" y="3419722"/>
                    <a:pt x="1230050" y="3412102"/>
                  </a:cubicBezTo>
                  <a:cubicBezTo>
                    <a:pt x="1229097" y="3399719"/>
                    <a:pt x="1225287" y="3386384"/>
                    <a:pt x="1225287" y="3374002"/>
                  </a:cubicBezTo>
                  <a:cubicBezTo>
                    <a:pt x="1224335" y="3347332"/>
                    <a:pt x="1224335" y="3320662"/>
                    <a:pt x="1225287" y="3293992"/>
                  </a:cubicBezTo>
                  <a:cubicBezTo>
                    <a:pt x="1226240" y="3280657"/>
                    <a:pt x="1229097" y="3267322"/>
                    <a:pt x="1231955" y="3253987"/>
                  </a:cubicBezTo>
                  <a:cubicBezTo>
                    <a:pt x="1233860" y="3243509"/>
                    <a:pt x="1238622" y="3233032"/>
                    <a:pt x="1239575" y="3222554"/>
                  </a:cubicBezTo>
                  <a:cubicBezTo>
                    <a:pt x="1243385" y="3188264"/>
                    <a:pt x="1245290" y="3154927"/>
                    <a:pt x="1248147" y="3120637"/>
                  </a:cubicBezTo>
                  <a:cubicBezTo>
                    <a:pt x="1248147" y="3116827"/>
                    <a:pt x="1249100" y="3113017"/>
                    <a:pt x="1250052" y="3109207"/>
                  </a:cubicBezTo>
                  <a:cubicBezTo>
                    <a:pt x="1254815" y="3079679"/>
                    <a:pt x="1258625" y="3049199"/>
                    <a:pt x="1263387" y="3019672"/>
                  </a:cubicBezTo>
                  <a:cubicBezTo>
                    <a:pt x="1267197" y="2996812"/>
                    <a:pt x="1270055" y="2973952"/>
                    <a:pt x="1274817" y="2951092"/>
                  </a:cubicBezTo>
                  <a:cubicBezTo>
                    <a:pt x="1279580" y="2928232"/>
                    <a:pt x="1288152" y="2906324"/>
                    <a:pt x="1287200" y="2882512"/>
                  </a:cubicBezTo>
                  <a:cubicBezTo>
                    <a:pt x="1287200" y="2875844"/>
                    <a:pt x="1288152" y="2868224"/>
                    <a:pt x="1289105" y="2861557"/>
                  </a:cubicBezTo>
                  <a:cubicBezTo>
                    <a:pt x="1293867" y="2829172"/>
                    <a:pt x="1297677" y="2796787"/>
                    <a:pt x="1302440" y="2764402"/>
                  </a:cubicBezTo>
                  <a:cubicBezTo>
                    <a:pt x="1304345" y="2752019"/>
                    <a:pt x="1306250" y="2740589"/>
                    <a:pt x="1308155" y="2728207"/>
                  </a:cubicBezTo>
                  <a:cubicBezTo>
                    <a:pt x="1311012" y="2710109"/>
                    <a:pt x="1315775" y="2692012"/>
                    <a:pt x="1317680" y="2672962"/>
                  </a:cubicBezTo>
                  <a:cubicBezTo>
                    <a:pt x="1322442" y="2634862"/>
                    <a:pt x="1332920" y="2596762"/>
                    <a:pt x="1328157" y="2557709"/>
                  </a:cubicBezTo>
                  <a:cubicBezTo>
                    <a:pt x="1328157" y="2556757"/>
                    <a:pt x="1328157" y="2554852"/>
                    <a:pt x="1329110" y="2553899"/>
                  </a:cubicBezTo>
                  <a:cubicBezTo>
                    <a:pt x="1330062" y="2542469"/>
                    <a:pt x="1336730" y="2536754"/>
                    <a:pt x="1348160" y="2535802"/>
                  </a:cubicBezTo>
                  <a:cubicBezTo>
                    <a:pt x="1384355" y="2531992"/>
                    <a:pt x="1416740" y="2517704"/>
                    <a:pt x="1445315" y="2494844"/>
                  </a:cubicBezTo>
                  <a:cubicBezTo>
                    <a:pt x="1463412" y="2480557"/>
                    <a:pt x="1479605" y="2465317"/>
                    <a:pt x="1474842" y="2438647"/>
                  </a:cubicBezTo>
                  <a:cubicBezTo>
                    <a:pt x="1471985" y="2422454"/>
                    <a:pt x="1471985" y="2405309"/>
                    <a:pt x="1470080" y="2388164"/>
                  </a:cubicBezTo>
                  <a:cubicBezTo>
                    <a:pt x="1469127" y="2375782"/>
                    <a:pt x="1468175" y="2363399"/>
                    <a:pt x="1468175" y="2351017"/>
                  </a:cubicBezTo>
                  <a:cubicBezTo>
                    <a:pt x="1465317" y="2232907"/>
                    <a:pt x="1472937" y="2115749"/>
                    <a:pt x="1460555" y="1997639"/>
                  </a:cubicBezTo>
                  <a:cubicBezTo>
                    <a:pt x="1459602" y="1990972"/>
                    <a:pt x="1460555" y="1983352"/>
                    <a:pt x="1460555" y="1976684"/>
                  </a:cubicBezTo>
                  <a:cubicBezTo>
                    <a:pt x="1460555" y="1966207"/>
                    <a:pt x="1463412" y="1957634"/>
                    <a:pt x="1471985" y="1951919"/>
                  </a:cubicBezTo>
                  <a:cubicBezTo>
                    <a:pt x="1483415" y="1943347"/>
                    <a:pt x="1491987" y="1932869"/>
                    <a:pt x="1495797" y="1918582"/>
                  </a:cubicBezTo>
                  <a:cubicBezTo>
                    <a:pt x="1499607" y="1906199"/>
                    <a:pt x="1507227" y="1895722"/>
                    <a:pt x="1513895" y="1884292"/>
                  </a:cubicBezTo>
                  <a:cubicBezTo>
                    <a:pt x="1533897" y="1853812"/>
                    <a:pt x="1554852" y="1825237"/>
                    <a:pt x="1573902" y="1793804"/>
                  </a:cubicBezTo>
                  <a:cubicBezTo>
                    <a:pt x="1584380" y="1776659"/>
                    <a:pt x="1590095" y="1757609"/>
                    <a:pt x="1599620" y="1739512"/>
                  </a:cubicBezTo>
                  <a:cubicBezTo>
                    <a:pt x="1631052" y="1679504"/>
                    <a:pt x="1663437" y="1621402"/>
                    <a:pt x="1692965" y="1561394"/>
                  </a:cubicBezTo>
                  <a:cubicBezTo>
                    <a:pt x="1703442" y="1539487"/>
                    <a:pt x="1712967" y="1515674"/>
                    <a:pt x="1714872" y="1491862"/>
                  </a:cubicBezTo>
                  <a:cubicBezTo>
                    <a:pt x="1716777" y="1463287"/>
                    <a:pt x="1723445" y="1435664"/>
                    <a:pt x="1729160" y="1408042"/>
                  </a:cubicBezTo>
                  <a:cubicBezTo>
                    <a:pt x="1737732" y="1383277"/>
                    <a:pt x="1743447" y="1357559"/>
                    <a:pt x="1732970" y="1329937"/>
                  </a:cubicBezTo>
                  <a:close/>
                  <a:moveTo>
                    <a:pt x="373752" y="1452809"/>
                  </a:moveTo>
                  <a:cubicBezTo>
                    <a:pt x="373752" y="1455667"/>
                    <a:pt x="368990" y="1457572"/>
                    <a:pt x="367085" y="1460429"/>
                  </a:cubicBezTo>
                  <a:cubicBezTo>
                    <a:pt x="365180" y="1458524"/>
                    <a:pt x="361370" y="1455667"/>
                    <a:pt x="361370" y="1453762"/>
                  </a:cubicBezTo>
                  <a:cubicBezTo>
                    <a:pt x="358512" y="1418519"/>
                    <a:pt x="334700" y="1394707"/>
                    <a:pt x="319460" y="1365179"/>
                  </a:cubicBezTo>
                  <a:cubicBezTo>
                    <a:pt x="317555" y="1360417"/>
                    <a:pt x="313745" y="1356607"/>
                    <a:pt x="310887" y="1351844"/>
                  </a:cubicBezTo>
                  <a:cubicBezTo>
                    <a:pt x="307077" y="1346129"/>
                    <a:pt x="307077" y="1340414"/>
                    <a:pt x="311840" y="1334699"/>
                  </a:cubicBezTo>
                  <a:cubicBezTo>
                    <a:pt x="322317" y="1322317"/>
                    <a:pt x="331842" y="1309934"/>
                    <a:pt x="343272" y="1297552"/>
                  </a:cubicBezTo>
                  <a:cubicBezTo>
                    <a:pt x="354702" y="1285169"/>
                    <a:pt x="360417" y="1285169"/>
                    <a:pt x="367085" y="1301362"/>
                  </a:cubicBezTo>
                  <a:cubicBezTo>
                    <a:pt x="372800" y="1315649"/>
                    <a:pt x="375657" y="1331842"/>
                    <a:pt x="377562" y="1348034"/>
                  </a:cubicBezTo>
                  <a:cubicBezTo>
                    <a:pt x="379467" y="1358512"/>
                    <a:pt x="377562" y="1369942"/>
                    <a:pt x="377562" y="1381372"/>
                  </a:cubicBezTo>
                  <a:cubicBezTo>
                    <a:pt x="378515" y="1381372"/>
                    <a:pt x="379467" y="1381372"/>
                    <a:pt x="381372" y="1381372"/>
                  </a:cubicBezTo>
                  <a:cubicBezTo>
                    <a:pt x="378515" y="1404232"/>
                    <a:pt x="376610" y="1428044"/>
                    <a:pt x="373752" y="1452809"/>
                  </a:cubicBezTo>
                  <a:close/>
                  <a:moveTo>
                    <a:pt x="575682" y="1686172"/>
                  </a:moveTo>
                  <a:cubicBezTo>
                    <a:pt x="570920" y="1693792"/>
                    <a:pt x="565205" y="1700459"/>
                    <a:pt x="559490" y="1708079"/>
                  </a:cubicBezTo>
                  <a:cubicBezTo>
                    <a:pt x="532820" y="1744274"/>
                    <a:pt x="506150" y="1781422"/>
                    <a:pt x="480432" y="1817617"/>
                  </a:cubicBezTo>
                  <a:cubicBezTo>
                    <a:pt x="477575" y="1821427"/>
                    <a:pt x="477575" y="1828094"/>
                    <a:pt x="476622" y="1834762"/>
                  </a:cubicBezTo>
                  <a:cubicBezTo>
                    <a:pt x="465192" y="1832857"/>
                    <a:pt x="453762" y="1830952"/>
                    <a:pt x="437570" y="1828094"/>
                  </a:cubicBezTo>
                  <a:cubicBezTo>
                    <a:pt x="449000" y="1814759"/>
                    <a:pt x="457572" y="1803329"/>
                    <a:pt x="466145" y="1792852"/>
                  </a:cubicBezTo>
                  <a:cubicBezTo>
                    <a:pt x="496625" y="1757609"/>
                    <a:pt x="527105" y="1723319"/>
                    <a:pt x="557585" y="1688077"/>
                  </a:cubicBezTo>
                  <a:cubicBezTo>
                    <a:pt x="560442" y="1684267"/>
                    <a:pt x="564252" y="1681409"/>
                    <a:pt x="567110" y="1678552"/>
                  </a:cubicBezTo>
                  <a:cubicBezTo>
                    <a:pt x="569015" y="1677599"/>
                    <a:pt x="572825" y="1677599"/>
                    <a:pt x="573777" y="1678552"/>
                  </a:cubicBezTo>
                  <a:cubicBezTo>
                    <a:pt x="575682" y="1680457"/>
                    <a:pt x="576635" y="1685219"/>
                    <a:pt x="575682" y="1686172"/>
                  </a:cubicBezTo>
                  <a:close/>
                  <a:moveTo>
                    <a:pt x="889055" y="1877624"/>
                  </a:moveTo>
                  <a:cubicBezTo>
                    <a:pt x="889055" y="1874767"/>
                    <a:pt x="889055" y="1872862"/>
                    <a:pt x="890007" y="1871909"/>
                  </a:cubicBezTo>
                  <a:cubicBezTo>
                    <a:pt x="907152" y="1852859"/>
                    <a:pt x="907152" y="1849049"/>
                    <a:pt x="887150" y="1834762"/>
                  </a:cubicBezTo>
                  <a:cubicBezTo>
                    <a:pt x="854765" y="1812854"/>
                    <a:pt x="824285" y="1789042"/>
                    <a:pt x="789995" y="1769992"/>
                  </a:cubicBezTo>
                  <a:cubicBezTo>
                    <a:pt x="757610" y="1752847"/>
                    <a:pt x="722367" y="1741417"/>
                    <a:pt x="689030" y="1727129"/>
                  </a:cubicBezTo>
                  <a:cubicBezTo>
                    <a:pt x="677600" y="1722367"/>
                    <a:pt x="666170" y="1718557"/>
                    <a:pt x="655692" y="1712842"/>
                  </a:cubicBezTo>
                  <a:cubicBezTo>
                    <a:pt x="638547" y="1704269"/>
                    <a:pt x="621402" y="1693792"/>
                    <a:pt x="604257" y="1685219"/>
                  </a:cubicBezTo>
                  <a:cubicBezTo>
                    <a:pt x="586160" y="1675694"/>
                    <a:pt x="585207" y="1648072"/>
                    <a:pt x="602352" y="1636642"/>
                  </a:cubicBezTo>
                  <a:cubicBezTo>
                    <a:pt x="608067" y="1632832"/>
                    <a:pt x="614735" y="1630927"/>
                    <a:pt x="618545" y="1626164"/>
                  </a:cubicBezTo>
                  <a:cubicBezTo>
                    <a:pt x="623307" y="1621402"/>
                    <a:pt x="625212" y="1614734"/>
                    <a:pt x="628070" y="1608067"/>
                  </a:cubicBezTo>
                  <a:cubicBezTo>
                    <a:pt x="631880" y="1599494"/>
                    <a:pt x="632832" y="1589017"/>
                    <a:pt x="637595" y="1581397"/>
                  </a:cubicBezTo>
                  <a:cubicBezTo>
                    <a:pt x="658550" y="1549012"/>
                    <a:pt x="683315" y="1519484"/>
                    <a:pt x="711890" y="1492814"/>
                  </a:cubicBezTo>
                  <a:cubicBezTo>
                    <a:pt x="749990" y="1455667"/>
                    <a:pt x="771897" y="1408042"/>
                    <a:pt x="788090" y="1357559"/>
                  </a:cubicBezTo>
                  <a:cubicBezTo>
                    <a:pt x="812855" y="1278502"/>
                    <a:pt x="823332" y="1197539"/>
                    <a:pt x="821427" y="1114672"/>
                  </a:cubicBezTo>
                  <a:cubicBezTo>
                    <a:pt x="819522" y="1039424"/>
                    <a:pt x="820475" y="964177"/>
                    <a:pt x="819522" y="889882"/>
                  </a:cubicBezTo>
                  <a:cubicBezTo>
                    <a:pt x="818570" y="839399"/>
                    <a:pt x="815712" y="788917"/>
                    <a:pt x="813807" y="738434"/>
                  </a:cubicBezTo>
                  <a:cubicBezTo>
                    <a:pt x="813807" y="732719"/>
                    <a:pt x="813807" y="726052"/>
                    <a:pt x="813807" y="720337"/>
                  </a:cubicBezTo>
                  <a:cubicBezTo>
                    <a:pt x="815712" y="719384"/>
                    <a:pt x="817617" y="719384"/>
                    <a:pt x="818570" y="718432"/>
                  </a:cubicBezTo>
                  <a:cubicBezTo>
                    <a:pt x="833810" y="750817"/>
                    <a:pt x="848097" y="783202"/>
                    <a:pt x="863337" y="815587"/>
                  </a:cubicBezTo>
                  <a:cubicBezTo>
                    <a:pt x="864290" y="815587"/>
                    <a:pt x="865242" y="814634"/>
                    <a:pt x="866195" y="814634"/>
                  </a:cubicBezTo>
                  <a:cubicBezTo>
                    <a:pt x="860480" y="800347"/>
                    <a:pt x="853812" y="786059"/>
                    <a:pt x="848097" y="771772"/>
                  </a:cubicBezTo>
                  <a:cubicBezTo>
                    <a:pt x="841430" y="756532"/>
                    <a:pt x="836667" y="741292"/>
                    <a:pt x="828095" y="727004"/>
                  </a:cubicBezTo>
                  <a:cubicBezTo>
                    <a:pt x="809045" y="692714"/>
                    <a:pt x="809997" y="654614"/>
                    <a:pt x="810950" y="617467"/>
                  </a:cubicBezTo>
                  <a:cubicBezTo>
                    <a:pt x="810950" y="605084"/>
                    <a:pt x="811902" y="592702"/>
                    <a:pt x="812855" y="580319"/>
                  </a:cubicBezTo>
                  <a:cubicBezTo>
                    <a:pt x="813807" y="571747"/>
                    <a:pt x="815712" y="564127"/>
                    <a:pt x="816665" y="556507"/>
                  </a:cubicBezTo>
                  <a:cubicBezTo>
                    <a:pt x="818570" y="555554"/>
                    <a:pt x="819522" y="555554"/>
                    <a:pt x="821427" y="554602"/>
                  </a:cubicBezTo>
                  <a:cubicBezTo>
                    <a:pt x="832857" y="567937"/>
                    <a:pt x="844287" y="581272"/>
                    <a:pt x="856670" y="594607"/>
                  </a:cubicBezTo>
                  <a:cubicBezTo>
                    <a:pt x="872862" y="613657"/>
                    <a:pt x="887150" y="635564"/>
                    <a:pt x="913820" y="638422"/>
                  </a:cubicBezTo>
                  <a:cubicBezTo>
                    <a:pt x="942395" y="642232"/>
                    <a:pt x="956682" y="661282"/>
                    <a:pt x="974780" y="679379"/>
                  </a:cubicBezTo>
                  <a:cubicBezTo>
                    <a:pt x="981447" y="686047"/>
                    <a:pt x="984305" y="689857"/>
                    <a:pt x="973827" y="696524"/>
                  </a:cubicBezTo>
                  <a:cubicBezTo>
                    <a:pt x="964302" y="702239"/>
                    <a:pt x="956682" y="711764"/>
                    <a:pt x="950015" y="721289"/>
                  </a:cubicBezTo>
                  <a:cubicBezTo>
                    <a:pt x="931917" y="746054"/>
                    <a:pt x="914772" y="770819"/>
                    <a:pt x="899532" y="797489"/>
                  </a:cubicBezTo>
                  <a:cubicBezTo>
                    <a:pt x="910010" y="785107"/>
                    <a:pt x="920487" y="772724"/>
                    <a:pt x="930012" y="759389"/>
                  </a:cubicBezTo>
                  <a:cubicBezTo>
                    <a:pt x="935727" y="751769"/>
                    <a:pt x="939537" y="749864"/>
                    <a:pt x="945252" y="759389"/>
                  </a:cubicBezTo>
                  <a:cubicBezTo>
                    <a:pt x="952872" y="771772"/>
                    <a:pt x="961445" y="784154"/>
                    <a:pt x="954777" y="800347"/>
                  </a:cubicBezTo>
                  <a:cubicBezTo>
                    <a:pt x="913820" y="910837"/>
                    <a:pt x="909057" y="1026089"/>
                    <a:pt x="910962" y="1142294"/>
                  </a:cubicBezTo>
                  <a:cubicBezTo>
                    <a:pt x="913820" y="1260404"/>
                    <a:pt x="913820" y="1377562"/>
                    <a:pt x="917630" y="1495672"/>
                  </a:cubicBezTo>
                  <a:cubicBezTo>
                    <a:pt x="920487" y="1589017"/>
                    <a:pt x="924297" y="1683314"/>
                    <a:pt x="929060" y="1776659"/>
                  </a:cubicBezTo>
                  <a:cubicBezTo>
                    <a:pt x="929060" y="1785232"/>
                    <a:pt x="932870" y="1796662"/>
                    <a:pt x="938585" y="1802377"/>
                  </a:cubicBezTo>
                  <a:cubicBezTo>
                    <a:pt x="967160" y="1833809"/>
                    <a:pt x="996687" y="1865242"/>
                    <a:pt x="1026215" y="1895722"/>
                  </a:cubicBezTo>
                  <a:cubicBezTo>
                    <a:pt x="1030025" y="1899532"/>
                    <a:pt x="1033835" y="1903342"/>
                    <a:pt x="1036692" y="1909057"/>
                  </a:cubicBezTo>
                  <a:cubicBezTo>
                    <a:pt x="983352" y="1909057"/>
                    <a:pt x="935727" y="1897627"/>
                    <a:pt x="889055" y="1877624"/>
                  </a:cubicBezTo>
                  <a:close/>
                  <a:moveTo>
                    <a:pt x="1279580" y="1673789"/>
                  </a:moveTo>
                  <a:cubicBezTo>
                    <a:pt x="1278627" y="1698554"/>
                    <a:pt x="1274817" y="1723319"/>
                    <a:pt x="1275770" y="1747132"/>
                  </a:cubicBezTo>
                  <a:cubicBezTo>
                    <a:pt x="1275770" y="1771897"/>
                    <a:pt x="1267197" y="1791899"/>
                    <a:pt x="1250052" y="1809044"/>
                  </a:cubicBezTo>
                  <a:cubicBezTo>
                    <a:pt x="1229097" y="1829047"/>
                    <a:pt x="1208142" y="1850002"/>
                    <a:pt x="1188140" y="1870004"/>
                  </a:cubicBezTo>
                  <a:cubicBezTo>
                    <a:pt x="1177662" y="1880482"/>
                    <a:pt x="1170042" y="1891912"/>
                    <a:pt x="1170042" y="1907152"/>
                  </a:cubicBezTo>
                  <a:cubicBezTo>
                    <a:pt x="1170042" y="1911914"/>
                    <a:pt x="1165280" y="1917629"/>
                    <a:pt x="1160517" y="1919534"/>
                  </a:cubicBezTo>
                  <a:cubicBezTo>
                    <a:pt x="1154802" y="1922392"/>
                    <a:pt x="1148135" y="1925249"/>
                    <a:pt x="1142420" y="1924297"/>
                  </a:cubicBezTo>
                  <a:cubicBezTo>
                    <a:pt x="1110987" y="1922392"/>
                    <a:pt x="1079555" y="1919534"/>
                    <a:pt x="1045265" y="1916677"/>
                  </a:cubicBezTo>
                  <a:cubicBezTo>
                    <a:pt x="1049075" y="1910009"/>
                    <a:pt x="1050980" y="1905247"/>
                    <a:pt x="1053837" y="1901437"/>
                  </a:cubicBezTo>
                  <a:cubicBezTo>
                    <a:pt x="1079555" y="1868099"/>
                    <a:pt x="1106225" y="1835714"/>
                    <a:pt x="1132895" y="1803329"/>
                  </a:cubicBezTo>
                  <a:cubicBezTo>
                    <a:pt x="1140515" y="1793804"/>
                    <a:pt x="1144325" y="1784279"/>
                    <a:pt x="1143372" y="1770944"/>
                  </a:cubicBezTo>
                  <a:cubicBezTo>
                    <a:pt x="1141467" y="1735702"/>
                    <a:pt x="1139562" y="1701412"/>
                    <a:pt x="1137657" y="1666169"/>
                  </a:cubicBezTo>
                  <a:cubicBezTo>
                    <a:pt x="1134800" y="1612829"/>
                    <a:pt x="1133847" y="1558537"/>
                    <a:pt x="1130037" y="1505197"/>
                  </a:cubicBezTo>
                  <a:cubicBezTo>
                    <a:pt x="1126227" y="1435664"/>
                    <a:pt x="1121465" y="1366132"/>
                    <a:pt x="1115750" y="1296599"/>
                  </a:cubicBezTo>
                  <a:cubicBezTo>
                    <a:pt x="1110035" y="1228019"/>
                    <a:pt x="1103367" y="1160392"/>
                    <a:pt x="1094795" y="1091812"/>
                  </a:cubicBezTo>
                  <a:cubicBezTo>
                    <a:pt x="1084317" y="1006087"/>
                    <a:pt x="1071935" y="920362"/>
                    <a:pt x="1037645" y="839399"/>
                  </a:cubicBezTo>
                  <a:cubicBezTo>
                    <a:pt x="1029072" y="820349"/>
                    <a:pt x="1024310" y="800347"/>
                    <a:pt x="1019547" y="780344"/>
                  </a:cubicBezTo>
                  <a:cubicBezTo>
                    <a:pt x="1018595" y="774629"/>
                    <a:pt x="1020500" y="767009"/>
                    <a:pt x="1024310" y="761294"/>
                  </a:cubicBezTo>
                  <a:cubicBezTo>
                    <a:pt x="1028120" y="755579"/>
                    <a:pt x="1034787" y="751769"/>
                    <a:pt x="1042407" y="744149"/>
                  </a:cubicBezTo>
                  <a:cubicBezTo>
                    <a:pt x="1051932" y="766057"/>
                    <a:pt x="1060505" y="785107"/>
                    <a:pt x="1069077" y="806062"/>
                  </a:cubicBezTo>
                  <a:cubicBezTo>
                    <a:pt x="1065267" y="773677"/>
                    <a:pt x="1037645" y="721289"/>
                    <a:pt x="1014785" y="699382"/>
                  </a:cubicBezTo>
                  <a:cubicBezTo>
                    <a:pt x="1003355" y="688904"/>
                    <a:pt x="1003355" y="687952"/>
                    <a:pt x="1015737" y="677474"/>
                  </a:cubicBezTo>
                  <a:cubicBezTo>
                    <a:pt x="1033835" y="662234"/>
                    <a:pt x="1051932" y="647947"/>
                    <a:pt x="1068125" y="631754"/>
                  </a:cubicBezTo>
                  <a:cubicBezTo>
                    <a:pt x="1084317" y="615562"/>
                    <a:pt x="1095747" y="596512"/>
                    <a:pt x="1096700" y="571747"/>
                  </a:cubicBezTo>
                  <a:cubicBezTo>
                    <a:pt x="1096700" y="565079"/>
                    <a:pt x="1099557" y="559364"/>
                    <a:pt x="1102415" y="552697"/>
                  </a:cubicBezTo>
                  <a:cubicBezTo>
                    <a:pt x="1111940" y="569842"/>
                    <a:pt x="1122417" y="586987"/>
                    <a:pt x="1120512" y="606989"/>
                  </a:cubicBezTo>
                  <a:cubicBezTo>
                    <a:pt x="1116702" y="651757"/>
                    <a:pt x="1111940" y="697477"/>
                    <a:pt x="1107177" y="742244"/>
                  </a:cubicBezTo>
                  <a:cubicBezTo>
                    <a:pt x="1106225" y="748912"/>
                    <a:pt x="1105272" y="754627"/>
                    <a:pt x="1108130" y="761294"/>
                  </a:cubicBezTo>
                  <a:cubicBezTo>
                    <a:pt x="1114797" y="714622"/>
                    <a:pt x="1120512" y="667949"/>
                    <a:pt x="1127180" y="621277"/>
                  </a:cubicBezTo>
                  <a:cubicBezTo>
                    <a:pt x="1150992" y="690809"/>
                    <a:pt x="1176710" y="758437"/>
                    <a:pt x="1187187" y="829874"/>
                  </a:cubicBezTo>
                  <a:cubicBezTo>
                    <a:pt x="1194807" y="886072"/>
                    <a:pt x="1212905" y="939412"/>
                    <a:pt x="1228145" y="993704"/>
                  </a:cubicBezTo>
                  <a:cubicBezTo>
                    <a:pt x="1240527" y="1037519"/>
                    <a:pt x="1247195" y="1082287"/>
                    <a:pt x="1246242" y="1128007"/>
                  </a:cubicBezTo>
                  <a:cubicBezTo>
                    <a:pt x="1244337" y="1207064"/>
                    <a:pt x="1252910" y="1285169"/>
                    <a:pt x="1270055" y="1363274"/>
                  </a:cubicBezTo>
                  <a:cubicBezTo>
                    <a:pt x="1274817" y="1384229"/>
                    <a:pt x="1274817" y="1405184"/>
                    <a:pt x="1276722" y="1427092"/>
                  </a:cubicBezTo>
                  <a:cubicBezTo>
                    <a:pt x="1279580" y="1463287"/>
                    <a:pt x="1284342" y="1499482"/>
                    <a:pt x="1284342" y="1534724"/>
                  </a:cubicBezTo>
                  <a:cubicBezTo>
                    <a:pt x="1284342" y="1581397"/>
                    <a:pt x="1281485" y="1628069"/>
                    <a:pt x="1279580" y="1673789"/>
                  </a:cubicBezTo>
                  <a:close/>
                  <a:moveTo>
                    <a:pt x="1437695" y="1289932"/>
                  </a:moveTo>
                  <a:cubicBezTo>
                    <a:pt x="1439600" y="1289932"/>
                    <a:pt x="1440552" y="1288979"/>
                    <a:pt x="1442457" y="1288979"/>
                  </a:cubicBezTo>
                  <a:cubicBezTo>
                    <a:pt x="1444362" y="1292789"/>
                    <a:pt x="1446267" y="1296599"/>
                    <a:pt x="1447220" y="1300409"/>
                  </a:cubicBezTo>
                  <a:cubicBezTo>
                    <a:pt x="1448172" y="1308982"/>
                    <a:pt x="1448172" y="1318507"/>
                    <a:pt x="1448172" y="1327079"/>
                  </a:cubicBezTo>
                  <a:cubicBezTo>
                    <a:pt x="1446267" y="1352797"/>
                    <a:pt x="1451030" y="1375657"/>
                    <a:pt x="1470080" y="1394707"/>
                  </a:cubicBezTo>
                  <a:cubicBezTo>
                    <a:pt x="1481510" y="1406137"/>
                    <a:pt x="1481510" y="1418519"/>
                    <a:pt x="1476747" y="1433759"/>
                  </a:cubicBezTo>
                  <a:cubicBezTo>
                    <a:pt x="1469127" y="1457572"/>
                    <a:pt x="1453887" y="1476622"/>
                    <a:pt x="1439600" y="1497577"/>
                  </a:cubicBezTo>
                  <a:cubicBezTo>
                    <a:pt x="1431980" y="1428044"/>
                    <a:pt x="1431027" y="1359464"/>
                    <a:pt x="1437695" y="1289932"/>
                  </a:cubicBezTo>
                  <a:close/>
                  <a:moveTo>
                    <a:pt x="1475795" y="1882387"/>
                  </a:moveTo>
                  <a:cubicBezTo>
                    <a:pt x="1468175" y="1887149"/>
                    <a:pt x="1465317" y="1880482"/>
                    <a:pt x="1462460" y="1874767"/>
                  </a:cubicBezTo>
                  <a:cubicBezTo>
                    <a:pt x="1438647" y="1833809"/>
                    <a:pt x="1411977" y="1796662"/>
                    <a:pt x="1371972" y="1769992"/>
                  </a:cubicBezTo>
                  <a:cubicBezTo>
                    <a:pt x="1360542" y="1762372"/>
                    <a:pt x="1348160" y="1756657"/>
                    <a:pt x="1336730" y="1750942"/>
                  </a:cubicBezTo>
                  <a:cubicBezTo>
                    <a:pt x="1331015" y="1748084"/>
                    <a:pt x="1325300" y="1746179"/>
                    <a:pt x="1319585" y="1744274"/>
                  </a:cubicBezTo>
                  <a:cubicBezTo>
                    <a:pt x="1319585" y="1742369"/>
                    <a:pt x="1320537" y="1740464"/>
                    <a:pt x="1320537" y="1738559"/>
                  </a:cubicBezTo>
                  <a:cubicBezTo>
                    <a:pt x="1326252" y="1739512"/>
                    <a:pt x="1331967" y="1738559"/>
                    <a:pt x="1337682" y="1740464"/>
                  </a:cubicBezTo>
                  <a:cubicBezTo>
                    <a:pt x="1367210" y="1749989"/>
                    <a:pt x="1395785" y="1762372"/>
                    <a:pt x="1416740" y="1788089"/>
                  </a:cubicBezTo>
                  <a:cubicBezTo>
                    <a:pt x="1434837" y="1809997"/>
                    <a:pt x="1454840" y="1831904"/>
                    <a:pt x="1473890" y="1853812"/>
                  </a:cubicBezTo>
                  <a:cubicBezTo>
                    <a:pt x="1476747" y="1857622"/>
                    <a:pt x="1478652" y="1861432"/>
                    <a:pt x="1480557" y="1865242"/>
                  </a:cubicBezTo>
                  <a:cubicBezTo>
                    <a:pt x="1483415" y="1872862"/>
                    <a:pt x="1482462" y="1878577"/>
                    <a:pt x="1475795" y="1882387"/>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3" name="Freeform 3">
              <a:extLst>
                <a:ext uri="{FF2B5EF4-FFF2-40B4-BE49-F238E27FC236}">
                  <a16:creationId xmlns:a16="http://schemas.microsoft.com/office/drawing/2014/main" id="{5FE5C471-86EF-4BDA-A279-588BB8713865}"/>
                </a:ext>
              </a:extLst>
            </p:cNvPr>
            <p:cNvSpPr/>
            <p:nvPr/>
          </p:nvSpPr>
          <p:spPr>
            <a:xfrm flipH="1">
              <a:off x="3492999" y="3976494"/>
              <a:ext cx="1528712" cy="2104599"/>
            </a:xfrm>
            <a:custGeom>
              <a:avLst/>
              <a:gdLst>
                <a:gd name="connsiteX0" fmla="*/ 2614174 w 2816128"/>
                <a:gd name="connsiteY0" fmla="*/ 72928 h 3814675"/>
                <a:gd name="connsiteX1" fmla="*/ 2322464 w 2816128"/>
                <a:gd name="connsiteY1" fmla="*/ 0 h 3814675"/>
                <a:gd name="connsiteX2" fmla="*/ 2193438 w 2816128"/>
                <a:gd name="connsiteY2" fmla="*/ 185124 h 3814675"/>
                <a:gd name="connsiteX3" fmla="*/ 2114901 w 2816128"/>
                <a:gd name="connsiteY3" fmla="*/ 201953 h 3814675"/>
                <a:gd name="connsiteX4" fmla="*/ 2142950 w 2816128"/>
                <a:gd name="connsiteY4" fmla="*/ 314150 h 3814675"/>
                <a:gd name="connsiteX5" fmla="*/ 2047583 w 2816128"/>
                <a:gd name="connsiteY5" fmla="*/ 482444 h 3814675"/>
                <a:gd name="connsiteX6" fmla="*/ 2159779 w 2816128"/>
                <a:gd name="connsiteY6" fmla="*/ 734886 h 3814675"/>
                <a:gd name="connsiteX7" fmla="*/ 2030754 w 2816128"/>
                <a:gd name="connsiteY7" fmla="*/ 779764 h 3814675"/>
                <a:gd name="connsiteX8" fmla="*/ 1997095 w 2816128"/>
                <a:gd name="connsiteY8" fmla="*/ 847082 h 3814675"/>
                <a:gd name="connsiteX9" fmla="*/ 1997095 w 2816128"/>
                <a:gd name="connsiteY9" fmla="*/ 734886 h 3814675"/>
                <a:gd name="connsiteX10" fmla="*/ 1946606 w 2816128"/>
                <a:gd name="connsiteY10" fmla="*/ 695617 h 3814675"/>
                <a:gd name="connsiteX11" fmla="*/ 1772702 w 2816128"/>
                <a:gd name="connsiteY11" fmla="*/ 746105 h 3814675"/>
                <a:gd name="connsiteX12" fmla="*/ 1402454 w 2816128"/>
                <a:gd name="connsiteY12" fmla="*/ 605860 h 3814675"/>
                <a:gd name="connsiteX13" fmla="*/ 1705384 w 2816128"/>
                <a:gd name="connsiteY13" fmla="*/ 1178061 h 3814675"/>
                <a:gd name="connsiteX14" fmla="*/ 1800751 w 2816128"/>
                <a:gd name="connsiteY14" fmla="*/ 1250989 h 3814675"/>
                <a:gd name="connsiteX15" fmla="*/ 1649286 w 2816128"/>
                <a:gd name="connsiteY15" fmla="*/ 1475381 h 3814675"/>
                <a:gd name="connsiteX16" fmla="*/ 1727824 w 2816128"/>
                <a:gd name="connsiteY16" fmla="*/ 1694164 h 3814675"/>
                <a:gd name="connsiteX17" fmla="*/ 1817581 w 2816128"/>
                <a:gd name="connsiteY17" fmla="*/ 1688555 h 3814675"/>
                <a:gd name="connsiteX18" fmla="*/ 1671725 w 2816128"/>
                <a:gd name="connsiteY18" fmla="*/ 1856849 h 3814675"/>
                <a:gd name="connsiteX19" fmla="*/ 914400 w 2816128"/>
                <a:gd name="connsiteY19" fmla="*/ 1604407 h 3814675"/>
                <a:gd name="connsiteX20" fmla="*/ 460005 w 2816128"/>
                <a:gd name="connsiteY20" fmla="*/ 2631004 h 3814675"/>
                <a:gd name="connsiteX21" fmla="*/ 263662 w 2816128"/>
                <a:gd name="connsiteY21" fmla="*/ 2838567 h 3814675"/>
                <a:gd name="connsiteX22" fmla="*/ 44879 w 2816128"/>
                <a:gd name="connsiteY22" fmla="*/ 2883445 h 3814675"/>
                <a:gd name="connsiteX23" fmla="*/ 0 w 2816128"/>
                <a:gd name="connsiteY23" fmla="*/ 2990032 h 3814675"/>
                <a:gd name="connsiteX24" fmla="*/ 274881 w 2816128"/>
                <a:gd name="connsiteY24" fmla="*/ 3113448 h 3814675"/>
                <a:gd name="connsiteX25" fmla="*/ 504884 w 2816128"/>
                <a:gd name="connsiteY25" fmla="*/ 3012471 h 3814675"/>
                <a:gd name="connsiteX26" fmla="*/ 471225 w 2816128"/>
                <a:gd name="connsiteY26" fmla="*/ 3141497 h 3814675"/>
                <a:gd name="connsiteX27" fmla="*/ 572201 w 2816128"/>
                <a:gd name="connsiteY27" fmla="*/ 3186375 h 3814675"/>
                <a:gd name="connsiteX28" fmla="*/ 381468 w 2816128"/>
                <a:gd name="connsiteY28" fmla="*/ 3646380 h 3814675"/>
                <a:gd name="connsiteX29" fmla="*/ 196344 w 2816128"/>
                <a:gd name="connsiteY29" fmla="*/ 3691259 h 3814675"/>
                <a:gd name="connsiteX30" fmla="*/ 263662 w 2816128"/>
                <a:gd name="connsiteY30" fmla="*/ 3792235 h 3814675"/>
                <a:gd name="connsiteX31" fmla="*/ 555372 w 2816128"/>
                <a:gd name="connsiteY31" fmla="*/ 3814675 h 3814675"/>
                <a:gd name="connsiteX32" fmla="*/ 589031 w 2816128"/>
                <a:gd name="connsiteY32" fmla="*/ 3607112 h 3814675"/>
                <a:gd name="connsiteX33" fmla="*/ 645129 w 2816128"/>
                <a:gd name="connsiteY33" fmla="*/ 3601502 h 3814675"/>
                <a:gd name="connsiteX34" fmla="*/ 690008 w 2816128"/>
                <a:gd name="connsiteY34" fmla="*/ 3724918 h 3814675"/>
                <a:gd name="connsiteX35" fmla="*/ 774155 w 2816128"/>
                <a:gd name="connsiteY35" fmla="*/ 3730528 h 3814675"/>
                <a:gd name="connsiteX36" fmla="*/ 779765 w 2816128"/>
                <a:gd name="connsiteY36" fmla="*/ 3500525 h 3814675"/>
                <a:gd name="connsiteX37" fmla="*/ 746106 w 2816128"/>
                <a:gd name="connsiteY37" fmla="*/ 3231254 h 3814675"/>
                <a:gd name="connsiteX38" fmla="*/ 903181 w 2816128"/>
                <a:gd name="connsiteY38" fmla="*/ 2653443 h 3814675"/>
                <a:gd name="connsiteX39" fmla="*/ 1166842 w 2816128"/>
                <a:gd name="connsiteY39" fmla="*/ 2546856 h 3814675"/>
                <a:gd name="connsiteX40" fmla="*/ 1531480 w 2816128"/>
                <a:gd name="connsiteY40" fmla="*/ 2653443 h 3814675"/>
                <a:gd name="connsiteX41" fmla="*/ 1593188 w 2816128"/>
                <a:gd name="connsiteY41" fmla="*/ 2653443 h 3814675"/>
                <a:gd name="connsiteX42" fmla="*/ 1649286 w 2816128"/>
                <a:gd name="connsiteY42" fmla="*/ 2754420 h 3814675"/>
                <a:gd name="connsiteX43" fmla="*/ 1800751 w 2816128"/>
                <a:gd name="connsiteY43" fmla="*/ 2788078 h 3814675"/>
                <a:gd name="connsiteX44" fmla="*/ 1811971 w 2816128"/>
                <a:gd name="connsiteY44" fmla="*/ 2821737 h 3814675"/>
                <a:gd name="connsiteX45" fmla="*/ 1772702 w 2816128"/>
                <a:gd name="connsiteY45" fmla="*/ 3023691 h 3814675"/>
                <a:gd name="connsiteX46" fmla="*/ 1750263 w 2816128"/>
                <a:gd name="connsiteY46" fmla="*/ 3349060 h 3814675"/>
                <a:gd name="connsiteX47" fmla="*/ 1542700 w 2816128"/>
                <a:gd name="connsiteY47" fmla="*/ 3371499 h 3814675"/>
                <a:gd name="connsiteX48" fmla="*/ 1206111 w 2816128"/>
                <a:gd name="connsiteY48" fmla="*/ 3421988 h 3814675"/>
                <a:gd name="connsiteX49" fmla="*/ 1178062 w 2816128"/>
                <a:gd name="connsiteY49" fmla="*/ 3494915 h 3814675"/>
                <a:gd name="connsiteX50" fmla="*/ 1116354 w 2816128"/>
                <a:gd name="connsiteY50" fmla="*/ 3522964 h 3814675"/>
                <a:gd name="connsiteX51" fmla="*/ 1144403 w 2816128"/>
                <a:gd name="connsiteY51" fmla="*/ 3657600 h 3814675"/>
                <a:gd name="connsiteX52" fmla="*/ 1284648 w 2816128"/>
                <a:gd name="connsiteY52" fmla="*/ 3663210 h 3814675"/>
                <a:gd name="connsiteX53" fmla="*/ 1279038 w 2816128"/>
                <a:gd name="connsiteY53" fmla="*/ 3511745 h 3814675"/>
                <a:gd name="connsiteX54" fmla="*/ 1458552 w 2816128"/>
                <a:gd name="connsiteY54" fmla="*/ 3522964 h 3814675"/>
                <a:gd name="connsiteX55" fmla="*/ 1430503 w 2816128"/>
                <a:gd name="connsiteY55" fmla="*/ 3601502 h 3814675"/>
                <a:gd name="connsiteX56" fmla="*/ 1402454 w 2816128"/>
                <a:gd name="connsiteY56" fmla="*/ 3663210 h 3814675"/>
                <a:gd name="connsiteX57" fmla="*/ 1318307 w 2816128"/>
                <a:gd name="connsiteY57" fmla="*/ 3680039 h 3814675"/>
                <a:gd name="connsiteX58" fmla="*/ 1452943 w 2816128"/>
                <a:gd name="connsiteY58" fmla="*/ 3803455 h 3814675"/>
                <a:gd name="connsiteX59" fmla="*/ 1520260 w 2816128"/>
                <a:gd name="connsiteY59" fmla="*/ 3668820 h 3814675"/>
                <a:gd name="connsiteX60" fmla="*/ 1823190 w 2816128"/>
                <a:gd name="connsiteY60" fmla="*/ 3567843 h 3814675"/>
                <a:gd name="connsiteX61" fmla="*/ 2159779 w 2816128"/>
                <a:gd name="connsiteY61" fmla="*/ 3640770 h 3814675"/>
                <a:gd name="connsiteX62" fmla="*/ 2114901 w 2816128"/>
                <a:gd name="connsiteY62" fmla="*/ 3741747 h 3814675"/>
                <a:gd name="connsiteX63" fmla="*/ 2210268 w 2816128"/>
                <a:gd name="connsiteY63" fmla="*/ 3809065 h 3814675"/>
                <a:gd name="connsiteX64" fmla="*/ 2283195 w 2816128"/>
                <a:gd name="connsiteY64" fmla="*/ 3758577 h 3814675"/>
                <a:gd name="connsiteX65" fmla="*/ 2271976 w 2816128"/>
                <a:gd name="connsiteY65" fmla="*/ 3663210 h 3814675"/>
                <a:gd name="connsiteX66" fmla="*/ 2451490 w 2816128"/>
                <a:gd name="connsiteY66" fmla="*/ 3584672 h 3814675"/>
                <a:gd name="connsiteX67" fmla="*/ 2434660 w 2816128"/>
                <a:gd name="connsiteY67" fmla="*/ 3410768 h 3814675"/>
                <a:gd name="connsiteX68" fmla="*/ 1929777 w 2816128"/>
                <a:gd name="connsiteY68" fmla="*/ 3382719 h 3814675"/>
                <a:gd name="connsiteX69" fmla="*/ 1918557 w 2816128"/>
                <a:gd name="connsiteY69" fmla="*/ 3057350 h 3814675"/>
                <a:gd name="connsiteX70" fmla="*/ 1884898 w 2816128"/>
                <a:gd name="connsiteY70" fmla="*/ 3040520 h 3814675"/>
                <a:gd name="connsiteX71" fmla="*/ 1907338 w 2816128"/>
                <a:gd name="connsiteY71" fmla="*/ 2861006 h 3814675"/>
                <a:gd name="connsiteX72" fmla="*/ 1862459 w 2816128"/>
                <a:gd name="connsiteY72" fmla="*/ 2799298 h 3814675"/>
                <a:gd name="connsiteX73" fmla="*/ 2109291 w 2816128"/>
                <a:gd name="connsiteY73" fmla="*/ 2743200 h 3814675"/>
                <a:gd name="connsiteX74" fmla="*/ 2131730 w 2816128"/>
                <a:gd name="connsiteY74" fmla="*/ 2614174 h 3814675"/>
                <a:gd name="connsiteX75" fmla="*/ 2372952 w 2816128"/>
                <a:gd name="connsiteY75" fmla="*/ 2647833 h 3814675"/>
                <a:gd name="connsiteX76" fmla="*/ 2597345 w 2816128"/>
                <a:gd name="connsiteY76" fmla="*/ 2058802 h 3814675"/>
                <a:gd name="connsiteX77" fmla="*/ 2552466 w 2816128"/>
                <a:gd name="connsiteY77" fmla="*/ 1974655 h 3814675"/>
                <a:gd name="connsiteX78" fmla="*/ 2698322 w 2816128"/>
                <a:gd name="connsiteY78" fmla="*/ 1486601 h 3814675"/>
                <a:gd name="connsiteX79" fmla="*/ 2642224 w 2816128"/>
                <a:gd name="connsiteY79" fmla="*/ 1380015 h 3814675"/>
                <a:gd name="connsiteX80" fmla="*/ 2501978 w 2816128"/>
                <a:gd name="connsiteY80" fmla="*/ 796594 h 3814675"/>
                <a:gd name="connsiteX81" fmla="*/ 2816128 w 2816128"/>
                <a:gd name="connsiteY81" fmla="*/ 673178 h 3814675"/>
                <a:gd name="connsiteX82" fmla="*/ 2771249 w 2816128"/>
                <a:gd name="connsiteY82" fmla="*/ 437566 h 3814675"/>
                <a:gd name="connsiteX83" fmla="*/ 2614174 w 2816128"/>
                <a:gd name="connsiteY83" fmla="*/ 72928 h 3814675"/>
                <a:gd name="connsiteX0" fmla="*/ 2614174 w 2816128"/>
                <a:gd name="connsiteY0" fmla="*/ 84148 h 3825895"/>
                <a:gd name="connsiteX1" fmla="*/ 2395391 w 2816128"/>
                <a:gd name="connsiteY1" fmla="*/ 0 h 3825895"/>
                <a:gd name="connsiteX2" fmla="*/ 2193438 w 2816128"/>
                <a:gd name="connsiteY2" fmla="*/ 196344 h 3825895"/>
                <a:gd name="connsiteX3" fmla="*/ 2114901 w 2816128"/>
                <a:gd name="connsiteY3" fmla="*/ 213173 h 3825895"/>
                <a:gd name="connsiteX4" fmla="*/ 2142950 w 2816128"/>
                <a:gd name="connsiteY4" fmla="*/ 325370 h 3825895"/>
                <a:gd name="connsiteX5" fmla="*/ 2047583 w 2816128"/>
                <a:gd name="connsiteY5" fmla="*/ 493664 h 3825895"/>
                <a:gd name="connsiteX6" fmla="*/ 2159779 w 2816128"/>
                <a:gd name="connsiteY6" fmla="*/ 746106 h 3825895"/>
                <a:gd name="connsiteX7" fmla="*/ 2030754 w 2816128"/>
                <a:gd name="connsiteY7" fmla="*/ 790984 h 3825895"/>
                <a:gd name="connsiteX8" fmla="*/ 1997095 w 2816128"/>
                <a:gd name="connsiteY8" fmla="*/ 858302 h 3825895"/>
                <a:gd name="connsiteX9" fmla="*/ 1997095 w 2816128"/>
                <a:gd name="connsiteY9" fmla="*/ 746106 h 3825895"/>
                <a:gd name="connsiteX10" fmla="*/ 1946606 w 2816128"/>
                <a:gd name="connsiteY10" fmla="*/ 706837 h 3825895"/>
                <a:gd name="connsiteX11" fmla="*/ 1772702 w 2816128"/>
                <a:gd name="connsiteY11" fmla="*/ 757325 h 3825895"/>
                <a:gd name="connsiteX12" fmla="*/ 1402454 w 2816128"/>
                <a:gd name="connsiteY12" fmla="*/ 617080 h 3825895"/>
                <a:gd name="connsiteX13" fmla="*/ 1705384 w 2816128"/>
                <a:gd name="connsiteY13" fmla="*/ 1189281 h 3825895"/>
                <a:gd name="connsiteX14" fmla="*/ 1800751 w 2816128"/>
                <a:gd name="connsiteY14" fmla="*/ 1262209 h 3825895"/>
                <a:gd name="connsiteX15" fmla="*/ 1649286 w 2816128"/>
                <a:gd name="connsiteY15" fmla="*/ 1486601 h 3825895"/>
                <a:gd name="connsiteX16" fmla="*/ 1727824 w 2816128"/>
                <a:gd name="connsiteY16" fmla="*/ 1705384 h 3825895"/>
                <a:gd name="connsiteX17" fmla="*/ 1817581 w 2816128"/>
                <a:gd name="connsiteY17" fmla="*/ 1699775 h 3825895"/>
                <a:gd name="connsiteX18" fmla="*/ 1671725 w 2816128"/>
                <a:gd name="connsiteY18" fmla="*/ 1868069 h 3825895"/>
                <a:gd name="connsiteX19" fmla="*/ 914400 w 2816128"/>
                <a:gd name="connsiteY19" fmla="*/ 1615627 h 3825895"/>
                <a:gd name="connsiteX20" fmla="*/ 460005 w 2816128"/>
                <a:gd name="connsiteY20" fmla="*/ 2642224 h 3825895"/>
                <a:gd name="connsiteX21" fmla="*/ 263662 w 2816128"/>
                <a:gd name="connsiteY21" fmla="*/ 2849787 h 3825895"/>
                <a:gd name="connsiteX22" fmla="*/ 44879 w 2816128"/>
                <a:gd name="connsiteY22" fmla="*/ 2894665 h 3825895"/>
                <a:gd name="connsiteX23" fmla="*/ 0 w 2816128"/>
                <a:gd name="connsiteY23" fmla="*/ 3001252 h 3825895"/>
                <a:gd name="connsiteX24" fmla="*/ 274881 w 2816128"/>
                <a:gd name="connsiteY24" fmla="*/ 3124668 h 3825895"/>
                <a:gd name="connsiteX25" fmla="*/ 504884 w 2816128"/>
                <a:gd name="connsiteY25" fmla="*/ 3023691 h 3825895"/>
                <a:gd name="connsiteX26" fmla="*/ 471225 w 2816128"/>
                <a:gd name="connsiteY26" fmla="*/ 3152717 h 3825895"/>
                <a:gd name="connsiteX27" fmla="*/ 572201 w 2816128"/>
                <a:gd name="connsiteY27" fmla="*/ 3197595 h 3825895"/>
                <a:gd name="connsiteX28" fmla="*/ 381468 w 2816128"/>
                <a:gd name="connsiteY28" fmla="*/ 3657600 h 3825895"/>
                <a:gd name="connsiteX29" fmla="*/ 196344 w 2816128"/>
                <a:gd name="connsiteY29" fmla="*/ 3702479 h 3825895"/>
                <a:gd name="connsiteX30" fmla="*/ 263662 w 2816128"/>
                <a:gd name="connsiteY30" fmla="*/ 3803455 h 3825895"/>
                <a:gd name="connsiteX31" fmla="*/ 555372 w 2816128"/>
                <a:gd name="connsiteY31" fmla="*/ 3825895 h 3825895"/>
                <a:gd name="connsiteX32" fmla="*/ 589031 w 2816128"/>
                <a:gd name="connsiteY32" fmla="*/ 3618332 h 3825895"/>
                <a:gd name="connsiteX33" fmla="*/ 645129 w 2816128"/>
                <a:gd name="connsiteY33" fmla="*/ 3612722 h 3825895"/>
                <a:gd name="connsiteX34" fmla="*/ 690008 w 2816128"/>
                <a:gd name="connsiteY34" fmla="*/ 3736138 h 3825895"/>
                <a:gd name="connsiteX35" fmla="*/ 774155 w 2816128"/>
                <a:gd name="connsiteY35" fmla="*/ 3741748 h 3825895"/>
                <a:gd name="connsiteX36" fmla="*/ 779765 w 2816128"/>
                <a:gd name="connsiteY36" fmla="*/ 3511745 h 3825895"/>
                <a:gd name="connsiteX37" fmla="*/ 746106 w 2816128"/>
                <a:gd name="connsiteY37" fmla="*/ 3242474 h 3825895"/>
                <a:gd name="connsiteX38" fmla="*/ 903181 w 2816128"/>
                <a:gd name="connsiteY38" fmla="*/ 2664663 h 3825895"/>
                <a:gd name="connsiteX39" fmla="*/ 1166842 w 2816128"/>
                <a:gd name="connsiteY39" fmla="*/ 2558076 h 3825895"/>
                <a:gd name="connsiteX40" fmla="*/ 1531480 w 2816128"/>
                <a:gd name="connsiteY40" fmla="*/ 2664663 h 3825895"/>
                <a:gd name="connsiteX41" fmla="*/ 1593188 w 2816128"/>
                <a:gd name="connsiteY41" fmla="*/ 2664663 h 3825895"/>
                <a:gd name="connsiteX42" fmla="*/ 1649286 w 2816128"/>
                <a:gd name="connsiteY42" fmla="*/ 2765640 h 3825895"/>
                <a:gd name="connsiteX43" fmla="*/ 1800751 w 2816128"/>
                <a:gd name="connsiteY43" fmla="*/ 2799298 h 3825895"/>
                <a:gd name="connsiteX44" fmla="*/ 1811971 w 2816128"/>
                <a:gd name="connsiteY44" fmla="*/ 2832957 h 3825895"/>
                <a:gd name="connsiteX45" fmla="*/ 1772702 w 2816128"/>
                <a:gd name="connsiteY45" fmla="*/ 3034911 h 3825895"/>
                <a:gd name="connsiteX46" fmla="*/ 1750263 w 2816128"/>
                <a:gd name="connsiteY46" fmla="*/ 3360280 h 3825895"/>
                <a:gd name="connsiteX47" fmla="*/ 1542700 w 2816128"/>
                <a:gd name="connsiteY47" fmla="*/ 3382719 h 3825895"/>
                <a:gd name="connsiteX48" fmla="*/ 1206111 w 2816128"/>
                <a:gd name="connsiteY48" fmla="*/ 3433208 h 3825895"/>
                <a:gd name="connsiteX49" fmla="*/ 1178062 w 2816128"/>
                <a:gd name="connsiteY49" fmla="*/ 3506135 h 3825895"/>
                <a:gd name="connsiteX50" fmla="*/ 1116354 w 2816128"/>
                <a:gd name="connsiteY50" fmla="*/ 3534184 h 3825895"/>
                <a:gd name="connsiteX51" fmla="*/ 1144403 w 2816128"/>
                <a:gd name="connsiteY51" fmla="*/ 3668820 h 3825895"/>
                <a:gd name="connsiteX52" fmla="*/ 1284648 w 2816128"/>
                <a:gd name="connsiteY52" fmla="*/ 3674430 h 3825895"/>
                <a:gd name="connsiteX53" fmla="*/ 1279038 w 2816128"/>
                <a:gd name="connsiteY53" fmla="*/ 3522965 h 3825895"/>
                <a:gd name="connsiteX54" fmla="*/ 1458552 w 2816128"/>
                <a:gd name="connsiteY54" fmla="*/ 3534184 h 3825895"/>
                <a:gd name="connsiteX55" fmla="*/ 1430503 w 2816128"/>
                <a:gd name="connsiteY55" fmla="*/ 3612722 h 3825895"/>
                <a:gd name="connsiteX56" fmla="*/ 1402454 w 2816128"/>
                <a:gd name="connsiteY56" fmla="*/ 3674430 h 3825895"/>
                <a:gd name="connsiteX57" fmla="*/ 1318307 w 2816128"/>
                <a:gd name="connsiteY57" fmla="*/ 3691259 h 3825895"/>
                <a:gd name="connsiteX58" fmla="*/ 1452943 w 2816128"/>
                <a:gd name="connsiteY58" fmla="*/ 3814675 h 3825895"/>
                <a:gd name="connsiteX59" fmla="*/ 1520260 w 2816128"/>
                <a:gd name="connsiteY59" fmla="*/ 3680040 h 3825895"/>
                <a:gd name="connsiteX60" fmla="*/ 1823190 w 2816128"/>
                <a:gd name="connsiteY60" fmla="*/ 3579063 h 3825895"/>
                <a:gd name="connsiteX61" fmla="*/ 2159779 w 2816128"/>
                <a:gd name="connsiteY61" fmla="*/ 3651990 h 3825895"/>
                <a:gd name="connsiteX62" fmla="*/ 2114901 w 2816128"/>
                <a:gd name="connsiteY62" fmla="*/ 3752967 h 3825895"/>
                <a:gd name="connsiteX63" fmla="*/ 2210268 w 2816128"/>
                <a:gd name="connsiteY63" fmla="*/ 3820285 h 3825895"/>
                <a:gd name="connsiteX64" fmla="*/ 2283195 w 2816128"/>
                <a:gd name="connsiteY64" fmla="*/ 3769797 h 3825895"/>
                <a:gd name="connsiteX65" fmla="*/ 2271976 w 2816128"/>
                <a:gd name="connsiteY65" fmla="*/ 3674430 h 3825895"/>
                <a:gd name="connsiteX66" fmla="*/ 2451490 w 2816128"/>
                <a:gd name="connsiteY66" fmla="*/ 3595892 h 3825895"/>
                <a:gd name="connsiteX67" fmla="*/ 2434660 w 2816128"/>
                <a:gd name="connsiteY67" fmla="*/ 3421988 h 3825895"/>
                <a:gd name="connsiteX68" fmla="*/ 1929777 w 2816128"/>
                <a:gd name="connsiteY68" fmla="*/ 3393939 h 3825895"/>
                <a:gd name="connsiteX69" fmla="*/ 1918557 w 2816128"/>
                <a:gd name="connsiteY69" fmla="*/ 3068570 h 3825895"/>
                <a:gd name="connsiteX70" fmla="*/ 1884898 w 2816128"/>
                <a:gd name="connsiteY70" fmla="*/ 3051740 h 3825895"/>
                <a:gd name="connsiteX71" fmla="*/ 1907338 w 2816128"/>
                <a:gd name="connsiteY71" fmla="*/ 2872226 h 3825895"/>
                <a:gd name="connsiteX72" fmla="*/ 1862459 w 2816128"/>
                <a:gd name="connsiteY72" fmla="*/ 2810518 h 3825895"/>
                <a:gd name="connsiteX73" fmla="*/ 2109291 w 2816128"/>
                <a:gd name="connsiteY73" fmla="*/ 2754420 h 3825895"/>
                <a:gd name="connsiteX74" fmla="*/ 2131730 w 2816128"/>
                <a:gd name="connsiteY74" fmla="*/ 2625394 h 3825895"/>
                <a:gd name="connsiteX75" fmla="*/ 2372952 w 2816128"/>
                <a:gd name="connsiteY75" fmla="*/ 2659053 h 3825895"/>
                <a:gd name="connsiteX76" fmla="*/ 2597345 w 2816128"/>
                <a:gd name="connsiteY76" fmla="*/ 2070022 h 3825895"/>
                <a:gd name="connsiteX77" fmla="*/ 2552466 w 2816128"/>
                <a:gd name="connsiteY77" fmla="*/ 1985875 h 3825895"/>
                <a:gd name="connsiteX78" fmla="*/ 2698322 w 2816128"/>
                <a:gd name="connsiteY78" fmla="*/ 1497821 h 3825895"/>
                <a:gd name="connsiteX79" fmla="*/ 2642224 w 2816128"/>
                <a:gd name="connsiteY79" fmla="*/ 1391235 h 3825895"/>
                <a:gd name="connsiteX80" fmla="*/ 2501978 w 2816128"/>
                <a:gd name="connsiteY80" fmla="*/ 807814 h 3825895"/>
                <a:gd name="connsiteX81" fmla="*/ 2816128 w 2816128"/>
                <a:gd name="connsiteY81" fmla="*/ 684398 h 3825895"/>
                <a:gd name="connsiteX82" fmla="*/ 2771249 w 2816128"/>
                <a:gd name="connsiteY82" fmla="*/ 448786 h 3825895"/>
                <a:gd name="connsiteX83" fmla="*/ 2614174 w 2816128"/>
                <a:gd name="connsiteY83" fmla="*/ 84148 h 3825895"/>
                <a:gd name="connsiteX0" fmla="*/ 2614174 w 2816128"/>
                <a:gd name="connsiteY0" fmla="*/ 85752 h 3827499"/>
                <a:gd name="connsiteX1" fmla="*/ 2395391 w 2816128"/>
                <a:gd name="connsiteY1" fmla="*/ 1604 h 3827499"/>
                <a:gd name="connsiteX2" fmla="*/ 2193438 w 2816128"/>
                <a:gd name="connsiteY2" fmla="*/ 197948 h 3827499"/>
                <a:gd name="connsiteX3" fmla="*/ 2114901 w 2816128"/>
                <a:gd name="connsiteY3" fmla="*/ 214777 h 3827499"/>
                <a:gd name="connsiteX4" fmla="*/ 2142950 w 2816128"/>
                <a:gd name="connsiteY4" fmla="*/ 326974 h 3827499"/>
                <a:gd name="connsiteX5" fmla="*/ 2047583 w 2816128"/>
                <a:gd name="connsiteY5" fmla="*/ 495268 h 3827499"/>
                <a:gd name="connsiteX6" fmla="*/ 2159779 w 2816128"/>
                <a:gd name="connsiteY6" fmla="*/ 747710 h 3827499"/>
                <a:gd name="connsiteX7" fmla="*/ 2030754 w 2816128"/>
                <a:gd name="connsiteY7" fmla="*/ 792588 h 3827499"/>
                <a:gd name="connsiteX8" fmla="*/ 1997095 w 2816128"/>
                <a:gd name="connsiteY8" fmla="*/ 859906 h 3827499"/>
                <a:gd name="connsiteX9" fmla="*/ 1997095 w 2816128"/>
                <a:gd name="connsiteY9" fmla="*/ 747710 h 3827499"/>
                <a:gd name="connsiteX10" fmla="*/ 1946606 w 2816128"/>
                <a:gd name="connsiteY10" fmla="*/ 708441 h 3827499"/>
                <a:gd name="connsiteX11" fmla="*/ 1772702 w 2816128"/>
                <a:gd name="connsiteY11" fmla="*/ 758929 h 3827499"/>
                <a:gd name="connsiteX12" fmla="*/ 1402454 w 2816128"/>
                <a:gd name="connsiteY12" fmla="*/ 618684 h 3827499"/>
                <a:gd name="connsiteX13" fmla="*/ 1705384 w 2816128"/>
                <a:gd name="connsiteY13" fmla="*/ 1190885 h 3827499"/>
                <a:gd name="connsiteX14" fmla="*/ 1800751 w 2816128"/>
                <a:gd name="connsiteY14" fmla="*/ 1263813 h 3827499"/>
                <a:gd name="connsiteX15" fmla="*/ 1649286 w 2816128"/>
                <a:gd name="connsiteY15" fmla="*/ 1488205 h 3827499"/>
                <a:gd name="connsiteX16" fmla="*/ 1727824 w 2816128"/>
                <a:gd name="connsiteY16" fmla="*/ 1706988 h 3827499"/>
                <a:gd name="connsiteX17" fmla="*/ 1817581 w 2816128"/>
                <a:gd name="connsiteY17" fmla="*/ 1701379 h 3827499"/>
                <a:gd name="connsiteX18" fmla="*/ 1671725 w 2816128"/>
                <a:gd name="connsiteY18" fmla="*/ 1869673 h 3827499"/>
                <a:gd name="connsiteX19" fmla="*/ 914400 w 2816128"/>
                <a:gd name="connsiteY19" fmla="*/ 1617231 h 3827499"/>
                <a:gd name="connsiteX20" fmla="*/ 460005 w 2816128"/>
                <a:gd name="connsiteY20" fmla="*/ 2643828 h 3827499"/>
                <a:gd name="connsiteX21" fmla="*/ 263662 w 2816128"/>
                <a:gd name="connsiteY21" fmla="*/ 2851391 h 3827499"/>
                <a:gd name="connsiteX22" fmla="*/ 44879 w 2816128"/>
                <a:gd name="connsiteY22" fmla="*/ 2896269 h 3827499"/>
                <a:gd name="connsiteX23" fmla="*/ 0 w 2816128"/>
                <a:gd name="connsiteY23" fmla="*/ 3002856 h 3827499"/>
                <a:gd name="connsiteX24" fmla="*/ 274881 w 2816128"/>
                <a:gd name="connsiteY24" fmla="*/ 3126272 h 3827499"/>
                <a:gd name="connsiteX25" fmla="*/ 504884 w 2816128"/>
                <a:gd name="connsiteY25" fmla="*/ 3025295 h 3827499"/>
                <a:gd name="connsiteX26" fmla="*/ 471225 w 2816128"/>
                <a:gd name="connsiteY26" fmla="*/ 3154321 h 3827499"/>
                <a:gd name="connsiteX27" fmla="*/ 572201 w 2816128"/>
                <a:gd name="connsiteY27" fmla="*/ 3199199 h 3827499"/>
                <a:gd name="connsiteX28" fmla="*/ 381468 w 2816128"/>
                <a:gd name="connsiteY28" fmla="*/ 3659204 h 3827499"/>
                <a:gd name="connsiteX29" fmla="*/ 196344 w 2816128"/>
                <a:gd name="connsiteY29" fmla="*/ 3704083 h 3827499"/>
                <a:gd name="connsiteX30" fmla="*/ 263662 w 2816128"/>
                <a:gd name="connsiteY30" fmla="*/ 3805059 h 3827499"/>
                <a:gd name="connsiteX31" fmla="*/ 555372 w 2816128"/>
                <a:gd name="connsiteY31" fmla="*/ 3827499 h 3827499"/>
                <a:gd name="connsiteX32" fmla="*/ 589031 w 2816128"/>
                <a:gd name="connsiteY32" fmla="*/ 3619936 h 3827499"/>
                <a:gd name="connsiteX33" fmla="*/ 645129 w 2816128"/>
                <a:gd name="connsiteY33" fmla="*/ 3614326 h 3827499"/>
                <a:gd name="connsiteX34" fmla="*/ 690008 w 2816128"/>
                <a:gd name="connsiteY34" fmla="*/ 3737742 h 3827499"/>
                <a:gd name="connsiteX35" fmla="*/ 774155 w 2816128"/>
                <a:gd name="connsiteY35" fmla="*/ 3743352 h 3827499"/>
                <a:gd name="connsiteX36" fmla="*/ 779765 w 2816128"/>
                <a:gd name="connsiteY36" fmla="*/ 3513349 h 3827499"/>
                <a:gd name="connsiteX37" fmla="*/ 746106 w 2816128"/>
                <a:gd name="connsiteY37" fmla="*/ 3244078 h 3827499"/>
                <a:gd name="connsiteX38" fmla="*/ 903181 w 2816128"/>
                <a:gd name="connsiteY38" fmla="*/ 2666267 h 3827499"/>
                <a:gd name="connsiteX39" fmla="*/ 1166842 w 2816128"/>
                <a:gd name="connsiteY39" fmla="*/ 2559680 h 3827499"/>
                <a:gd name="connsiteX40" fmla="*/ 1531480 w 2816128"/>
                <a:gd name="connsiteY40" fmla="*/ 2666267 h 3827499"/>
                <a:gd name="connsiteX41" fmla="*/ 1593188 w 2816128"/>
                <a:gd name="connsiteY41" fmla="*/ 2666267 h 3827499"/>
                <a:gd name="connsiteX42" fmla="*/ 1649286 w 2816128"/>
                <a:gd name="connsiteY42" fmla="*/ 2767244 h 3827499"/>
                <a:gd name="connsiteX43" fmla="*/ 1800751 w 2816128"/>
                <a:gd name="connsiteY43" fmla="*/ 2800902 h 3827499"/>
                <a:gd name="connsiteX44" fmla="*/ 1811971 w 2816128"/>
                <a:gd name="connsiteY44" fmla="*/ 2834561 h 3827499"/>
                <a:gd name="connsiteX45" fmla="*/ 1772702 w 2816128"/>
                <a:gd name="connsiteY45" fmla="*/ 3036515 h 3827499"/>
                <a:gd name="connsiteX46" fmla="*/ 1750263 w 2816128"/>
                <a:gd name="connsiteY46" fmla="*/ 3361884 h 3827499"/>
                <a:gd name="connsiteX47" fmla="*/ 1542700 w 2816128"/>
                <a:gd name="connsiteY47" fmla="*/ 3384323 h 3827499"/>
                <a:gd name="connsiteX48" fmla="*/ 1206111 w 2816128"/>
                <a:gd name="connsiteY48" fmla="*/ 3434812 h 3827499"/>
                <a:gd name="connsiteX49" fmla="*/ 1178062 w 2816128"/>
                <a:gd name="connsiteY49" fmla="*/ 3507739 h 3827499"/>
                <a:gd name="connsiteX50" fmla="*/ 1116354 w 2816128"/>
                <a:gd name="connsiteY50" fmla="*/ 3535788 h 3827499"/>
                <a:gd name="connsiteX51" fmla="*/ 1144403 w 2816128"/>
                <a:gd name="connsiteY51" fmla="*/ 3670424 h 3827499"/>
                <a:gd name="connsiteX52" fmla="*/ 1284648 w 2816128"/>
                <a:gd name="connsiteY52" fmla="*/ 3676034 h 3827499"/>
                <a:gd name="connsiteX53" fmla="*/ 1279038 w 2816128"/>
                <a:gd name="connsiteY53" fmla="*/ 3524569 h 3827499"/>
                <a:gd name="connsiteX54" fmla="*/ 1458552 w 2816128"/>
                <a:gd name="connsiteY54" fmla="*/ 3535788 h 3827499"/>
                <a:gd name="connsiteX55" fmla="*/ 1430503 w 2816128"/>
                <a:gd name="connsiteY55" fmla="*/ 3614326 h 3827499"/>
                <a:gd name="connsiteX56" fmla="*/ 1402454 w 2816128"/>
                <a:gd name="connsiteY56" fmla="*/ 3676034 h 3827499"/>
                <a:gd name="connsiteX57" fmla="*/ 1318307 w 2816128"/>
                <a:gd name="connsiteY57" fmla="*/ 3692863 h 3827499"/>
                <a:gd name="connsiteX58" fmla="*/ 1452943 w 2816128"/>
                <a:gd name="connsiteY58" fmla="*/ 3816279 h 3827499"/>
                <a:gd name="connsiteX59" fmla="*/ 1520260 w 2816128"/>
                <a:gd name="connsiteY59" fmla="*/ 3681644 h 3827499"/>
                <a:gd name="connsiteX60" fmla="*/ 1823190 w 2816128"/>
                <a:gd name="connsiteY60" fmla="*/ 3580667 h 3827499"/>
                <a:gd name="connsiteX61" fmla="*/ 2159779 w 2816128"/>
                <a:gd name="connsiteY61" fmla="*/ 3653594 h 3827499"/>
                <a:gd name="connsiteX62" fmla="*/ 2114901 w 2816128"/>
                <a:gd name="connsiteY62" fmla="*/ 3754571 h 3827499"/>
                <a:gd name="connsiteX63" fmla="*/ 2210268 w 2816128"/>
                <a:gd name="connsiteY63" fmla="*/ 3821889 h 3827499"/>
                <a:gd name="connsiteX64" fmla="*/ 2283195 w 2816128"/>
                <a:gd name="connsiteY64" fmla="*/ 3771401 h 3827499"/>
                <a:gd name="connsiteX65" fmla="*/ 2271976 w 2816128"/>
                <a:gd name="connsiteY65" fmla="*/ 3676034 h 3827499"/>
                <a:gd name="connsiteX66" fmla="*/ 2451490 w 2816128"/>
                <a:gd name="connsiteY66" fmla="*/ 3597496 h 3827499"/>
                <a:gd name="connsiteX67" fmla="*/ 2434660 w 2816128"/>
                <a:gd name="connsiteY67" fmla="*/ 3423592 h 3827499"/>
                <a:gd name="connsiteX68" fmla="*/ 1929777 w 2816128"/>
                <a:gd name="connsiteY68" fmla="*/ 3395543 h 3827499"/>
                <a:gd name="connsiteX69" fmla="*/ 1918557 w 2816128"/>
                <a:gd name="connsiteY69" fmla="*/ 3070174 h 3827499"/>
                <a:gd name="connsiteX70" fmla="*/ 1884898 w 2816128"/>
                <a:gd name="connsiteY70" fmla="*/ 3053344 h 3827499"/>
                <a:gd name="connsiteX71" fmla="*/ 1907338 w 2816128"/>
                <a:gd name="connsiteY71" fmla="*/ 2873830 h 3827499"/>
                <a:gd name="connsiteX72" fmla="*/ 1862459 w 2816128"/>
                <a:gd name="connsiteY72" fmla="*/ 2812122 h 3827499"/>
                <a:gd name="connsiteX73" fmla="*/ 2109291 w 2816128"/>
                <a:gd name="connsiteY73" fmla="*/ 2756024 h 3827499"/>
                <a:gd name="connsiteX74" fmla="*/ 2131730 w 2816128"/>
                <a:gd name="connsiteY74" fmla="*/ 2626998 h 3827499"/>
                <a:gd name="connsiteX75" fmla="*/ 2372952 w 2816128"/>
                <a:gd name="connsiteY75" fmla="*/ 2660657 h 3827499"/>
                <a:gd name="connsiteX76" fmla="*/ 2597345 w 2816128"/>
                <a:gd name="connsiteY76" fmla="*/ 2071626 h 3827499"/>
                <a:gd name="connsiteX77" fmla="*/ 2552466 w 2816128"/>
                <a:gd name="connsiteY77" fmla="*/ 1987479 h 3827499"/>
                <a:gd name="connsiteX78" fmla="*/ 2698322 w 2816128"/>
                <a:gd name="connsiteY78" fmla="*/ 1499425 h 3827499"/>
                <a:gd name="connsiteX79" fmla="*/ 2642224 w 2816128"/>
                <a:gd name="connsiteY79" fmla="*/ 1392839 h 3827499"/>
                <a:gd name="connsiteX80" fmla="*/ 2501978 w 2816128"/>
                <a:gd name="connsiteY80" fmla="*/ 809418 h 3827499"/>
                <a:gd name="connsiteX81" fmla="*/ 2816128 w 2816128"/>
                <a:gd name="connsiteY81" fmla="*/ 686002 h 3827499"/>
                <a:gd name="connsiteX82" fmla="*/ 2771249 w 2816128"/>
                <a:gd name="connsiteY82" fmla="*/ 450390 h 3827499"/>
                <a:gd name="connsiteX83" fmla="*/ 2614174 w 2816128"/>
                <a:gd name="connsiteY83" fmla="*/ 85752 h 3827499"/>
                <a:gd name="connsiteX0" fmla="*/ 2614174 w 2816128"/>
                <a:gd name="connsiteY0" fmla="*/ 85752 h 3827499"/>
                <a:gd name="connsiteX1" fmla="*/ 2395391 w 2816128"/>
                <a:gd name="connsiteY1" fmla="*/ 1604 h 3827499"/>
                <a:gd name="connsiteX2" fmla="*/ 2193438 w 2816128"/>
                <a:gd name="connsiteY2" fmla="*/ 197948 h 3827499"/>
                <a:gd name="connsiteX3" fmla="*/ 2114901 w 2816128"/>
                <a:gd name="connsiteY3" fmla="*/ 214777 h 3827499"/>
                <a:gd name="connsiteX4" fmla="*/ 2142950 w 2816128"/>
                <a:gd name="connsiteY4" fmla="*/ 326974 h 3827499"/>
                <a:gd name="connsiteX5" fmla="*/ 2047583 w 2816128"/>
                <a:gd name="connsiteY5" fmla="*/ 495268 h 3827499"/>
                <a:gd name="connsiteX6" fmla="*/ 2159779 w 2816128"/>
                <a:gd name="connsiteY6" fmla="*/ 747710 h 3827499"/>
                <a:gd name="connsiteX7" fmla="*/ 2030754 w 2816128"/>
                <a:gd name="connsiteY7" fmla="*/ 792588 h 3827499"/>
                <a:gd name="connsiteX8" fmla="*/ 1997095 w 2816128"/>
                <a:gd name="connsiteY8" fmla="*/ 859906 h 3827499"/>
                <a:gd name="connsiteX9" fmla="*/ 1997095 w 2816128"/>
                <a:gd name="connsiteY9" fmla="*/ 747710 h 3827499"/>
                <a:gd name="connsiteX10" fmla="*/ 1946606 w 2816128"/>
                <a:gd name="connsiteY10" fmla="*/ 708441 h 3827499"/>
                <a:gd name="connsiteX11" fmla="*/ 1772702 w 2816128"/>
                <a:gd name="connsiteY11" fmla="*/ 758929 h 3827499"/>
                <a:gd name="connsiteX12" fmla="*/ 1402454 w 2816128"/>
                <a:gd name="connsiteY12" fmla="*/ 618684 h 3827499"/>
                <a:gd name="connsiteX13" fmla="*/ 1705384 w 2816128"/>
                <a:gd name="connsiteY13" fmla="*/ 1190885 h 3827499"/>
                <a:gd name="connsiteX14" fmla="*/ 1800751 w 2816128"/>
                <a:gd name="connsiteY14" fmla="*/ 1263813 h 3827499"/>
                <a:gd name="connsiteX15" fmla="*/ 1649286 w 2816128"/>
                <a:gd name="connsiteY15" fmla="*/ 1488205 h 3827499"/>
                <a:gd name="connsiteX16" fmla="*/ 1727824 w 2816128"/>
                <a:gd name="connsiteY16" fmla="*/ 1706988 h 3827499"/>
                <a:gd name="connsiteX17" fmla="*/ 1817581 w 2816128"/>
                <a:gd name="connsiteY17" fmla="*/ 1701379 h 3827499"/>
                <a:gd name="connsiteX18" fmla="*/ 1671725 w 2816128"/>
                <a:gd name="connsiteY18" fmla="*/ 1869673 h 3827499"/>
                <a:gd name="connsiteX19" fmla="*/ 914400 w 2816128"/>
                <a:gd name="connsiteY19" fmla="*/ 1617231 h 3827499"/>
                <a:gd name="connsiteX20" fmla="*/ 460005 w 2816128"/>
                <a:gd name="connsiteY20" fmla="*/ 2643828 h 3827499"/>
                <a:gd name="connsiteX21" fmla="*/ 263662 w 2816128"/>
                <a:gd name="connsiteY21" fmla="*/ 2851391 h 3827499"/>
                <a:gd name="connsiteX22" fmla="*/ 44879 w 2816128"/>
                <a:gd name="connsiteY22" fmla="*/ 2896269 h 3827499"/>
                <a:gd name="connsiteX23" fmla="*/ 0 w 2816128"/>
                <a:gd name="connsiteY23" fmla="*/ 3002856 h 3827499"/>
                <a:gd name="connsiteX24" fmla="*/ 274881 w 2816128"/>
                <a:gd name="connsiteY24" fmla="*/ 3126272 h 3827499"/>
                <a:gd name="connsiteX25" fmla="*/ 504884 w 2816128"/>
                <a:gd name="connsiteY25" fmla="*/ 3025295 h 3827499"/>
                <a:gd name="connsiteX26" fmla="*/ 471225 w 2816128"/>
                <a:gd name="connsiteY26" fmla="*/ 3154321 h 3827499"/>
                <a:gd name="connsiteX27" fmla="*/ 572201 w 2816128"/>
                <a:gd name="connsiteY27" fmla="*/ 3199199 h 3827499"/>
                <a:gd name="connsiteX28" fmla="*/ 381468 w 2816128"/>
                <a:gd name="connsiteY28" fmla="*/ 3659204 h 3827499"/>
                <a:gd name="connsiteX29" fmla="*/ 196344 w 2816128"/>
                <a:gd name="connsiteY29" fmla="*/ 3704083 h 3827499"/>
                <a:gd name="connsiteX30" fmla="*/ 263662 w 2816128"/>
                <a:gd name="connsiteY30" fmla="*/ 3805059 h 3827499"/>
                <a:gd name="connsiteX31" fmla="*/ 555372 w 2816128"/>
                <a:gd name="connsiteY31" fmla="*/ 3827499 h 3827499"/>
                <a:gd name="connsiteX32" fmla="*/ 589031 w 2816128"/>
                <a:gd name="connsiteY32" fmla="*/ 3619936 h 3827499"/>
                <a:gd name="connsiteX33" fmla="*/ 645129 w 2816128"/>
                <a:gd name="connsiteY33" fmla="*/ 3614326 h 3827499"/>
                <a:gd name="connsiteX34" fmla="*/ 690008 w 2816128"/>
                <a:gd name="connsiteY34" fmla="*/ 3737742 h 3827499"/>
                <a:gd name="connsiteX35" fmla="*/ 774155 w 2816128"/>
                <a:gd name="connsiteY35" fmla="*/ 3743352 h 3827499"/>
                <a:gd name="connsiteX36" fmla="*/ 779765 w 2816128"/>
                <a:gd name="connsiteY36" fmla="*/ 3513349 h 3827499"/>
                <a:gd name="connsiteX37" fmla="*/ 746106 w 2816128"/>
                <a:gd name="connsiteY37" fmla="*/ 3244078 h 3827499"/>
                <a:gd name="connsiteX38" fmla="*/ 903181 w 2816128"/>
                <a:gd name="connsiteY38" fmla="*/ 2666267 h 3827499"/>
                <a:gd name="connsiteX39" fmla="*/ 1166842 w 2816128"/>
                <a:gd name="connsiteY39" fmla="*/ 2559680 h 3827499"/>
                <a:gd name="connsiteX40" fmla="*/ 1531480 w 2816128"/>
                <a:gd name="connsiteY40" fmla="*/ 2666267 h 3827499"/>
                <a:gd name="connsiteX41" fmla="*/ 1593188 w 2816128"/>
                <a:gd name="connsiteY41" fmla="*/ 2666267 h 3827499"/>
                <a:gd name="connsiteX42" fmla="*/ 1649286 w 2816128"/>
                <a:gd name="connsiteY42" fmla="*/ 2767244 h 3827499"/>
                <a:gd name="connsiteX43" fmla="*/ 1800751 w 2816128"/>
                <a:gd name="connsiteY43" fmla="*/ 2800902 h 3827499"/>
                <a:gd name="connsiteX44" fmla="*/ 1811971 w 2816128"/>
                <a:gd name="connsiteY44" fmla="*/ 2834561 h 3827499"/>
                <a:gd name="connsiteX45" fmla="*/ 1772702 w 2816128"/>
                <a:gd name="connsiteY45" fmla="*/ 3036515 h 3827499"/>
                <a:gd name="connsiteX46" fmla="*/ 1750263 w 2816128"/>
                <a:gd name="connsiteY46" fmla="*/ 3361884 h 3827499"/>
                <a:gd name="connsiteX47" fmla="*/ 1542700 w 2816128"/>
                <a:gd name="connsiteY47" fmla="*/ 3384323 h 3827499"/>
                <a:gd name="connsiteX48" fmla="*/ 1206111 w 2816128"/>
                <a:gd name="connsiteY48" fmla="*/ 3434812 h 3827499"/>
                <a:gd name="connsiteX49" fmla="*/ 1178062 w 2816128"/>
                <a:gd name="connsiteY49" fmla="*/ 3507739 h 3827499"/>
                <a:gd name="connsiteX50" fmla="*/ 1116354 w 2816128"/>
                <a:gd name="connsiteY50" fmla="*/ 3535788 h 3827499"/>
                <a:gd name="connsiteX51" fmla="*/ 1144403 w 2816128"/>
                <a:gd name="connsiteY51" fmla="*/ 3670424 h 3827499"/>
                <a:gd name="connsiteX52" fmla="*/ 1284648 w 2816128"/>
                <a:gd name="connsiteY52" fmla="*/ 3676034 h 3827499"/>
                <a:gd name="connsiteX53" fmla="*/ 1279038 w 2816128"/>
                <a:gd name="connsiteY53" fmla="*/ 3524569 h 3827499"/>
                <a:gd name="connsiteX54" fmla="*/ 1458552 w 2816128"/>
                <a:gd name="connsiteY54" fmla="*/ 3535788 h 3827499"/>
                <a:gd name="connsiteX55" fmla="*/ 1430503 w 2816128"/>
                <a:gd name="connsiteY55" fmla="*/ 3614326 h 3827499"/>
                <a:gd name="connsiteX56" fmla="*/ 1402454 w 2816128"/>
                <a:gd name="connsiteY56" fmla="*/ 3676034 h 3827499"/>
                <a:gd name="connsiteX57" fmla="*/ 1318307 w 2816128"/>
                <a:gd name="connsiteY57" fmla="*/ 3692863 h 3827499"/>
                <a:gd name="connsiteX58" fmla="*/ 1452943 w 2816128"/>
                <a:gd name="connsiteY58" fmla="*/ 3816279 h 3827499"/>
                <a:gd name="connsiteX59" fmla="*/ 1520260 w 2816128"/>
                <a:gd name="connsiteY59" fmla="*/ 3681644 h 3827499"/>
                <a:gd name="connsiteX60" fmla="*/ 1823190 w 2816128"/>
                <a:gd name="connsiteY60" fmla="*/ 3580667 h 3827499"/>
                <a:gd name="connsiteX61" fmla="*/ 2159779 w 2816128"/>
                <a:gd name="connsiteY61" fmla="*/ 3653594 h 3827499"/>
                <a:gd name="connsiteX62" fmla="*/ 2114901 w 2816128"/>
                <a:gd name="connsiteY62" fmla="*/ 3754571 h 3827499"/>
                <a:gd name="connsiteX63" fmla="*/ 2210268 w 2816128"/>
                <a:gd name="connsiteY63" fmla="*/ 3821889 h 3827499"/>
                <a:gd name="connsiteX64" fmla="*/ 2283195 w 2816128"/>
                <a:gd name="connsiteY64" fmla="*/ 3771401 h 3827499"/>
                <a:gd name="connsiteX65" fmla="*/ 2271976 w 2816128"/>
                <a:gd name="connsiteY65" fmla="*/ 3676034 h 3827499"/>
                <a:gd name="connsiteX66" fmla="*/ 2451490 w 2816128"/>
                <a:gd name="connsiteY66" fmla="*/ 3597496 h 3827499"/>
                <a:gd name="connsiteX67" fmla="*/ 2434660 w 2816128"/>
                <a:gd name="connsiteY67" fmla="*/ 3423592 h 3827499"/>
                <a:gd name="connsiteX68" fmla="*/ 1929777 w 2816128"/>
                <a:gd name="connsiteY68" fmla="*/ 3395543 h 3827499"/>
                <a:gd name="connsiteX69" fmla="*/ 1918557 w 2816128"/>
                <a:gd name="connsiteY69" fmla="*/ 3070174 h 3827499"/>
                <a:gd name="connsiteX70" fmla="*/ 1884898 w 2816128"/>
                <a:gd name="connsiteY70" fmla="*/ 3053344 h 3827499"/>
                <a:gd name="connsiteX71" fmla="*/ 1907338 w 2816128"/>
                <a:gd name="connsiteY71" fmla="*/ 2873830 h 3827499"/>
                <a:gd name="connsiteX72" fmla="*/ 1862459 w 2816128"/>
                <a:gd name="connsiteY72" fmla="*/ 2812122 h 3827499"/>
                <a:gd name="connsiteX73" fmla="*/ 2109291 w 2816128"/>
                <a:gd name="connsiteY73" fmla="*/ 2756024 h 3827499"/>
                <a:gd name="connsiteX74" fmla="*/ 2131730 w 2816128"/>
                <a:gd name="connsiteY74" fmla="*/ 2626998 h 3827499"/>
                <a:gd name="connsiteX75" fmla="*/ 2372952 w 2816128"/>
                <a:gd name="connsiteY75" fmla="*/ 2660657 h 3827499"/>
                <a:gd name="connsiteX76" fmla="*/ 2597345 w 2816128"/>
                <a:gd name="connsiteY76" fmla="*/ 2071626 h 3827499"/>
                <a:gd name="connsiteX77" fmla="*/ 2552466 w 2816128"/>
                <a:gd name="connsiteY77" fmla="*/ 1987479 h 3827499"/>
                <a:gd name="connsiteX78" fmla="*/ 2698322 w 2816128"/>
                <a:gd name="connsiteY78" fmla="*/ 1499425 h 3827499"/>
                <a:gd name="connsiteX79" fmla="*/ 2642224 w 2816128"/>
                <a:gd name="connsiteY79" fmla="*/ 1392839 h 3827499"/>
                <a:gd name="connsiteX80" fmla="*/ 2501978 w 2816128"/>
                <a:gd name="connsiteY80" fmla="*/ 809418 h 3827499"/>
                <a:gd name="connsiteX81" fmla="*/ 2816128 w 2816128"/>
                <a:gd name="connsiteY81" fmla="*/ 686002 h 3827499"/>
                <a:gd name="connsiteX82" fmla="*/ 2771249 w 2816128"/>
                <a:gd name="connsiteY82" fmla="*/ 450390 h 3827499"/>
                <a:gd name="connsiteX83" fmla="*/ 2614174 w 2816128"/>
                <a:gd name="connsiteY83" fmla="*/ 85752 h 3827499"/>
                <a:gd name="connsiteX0" fmla="*/ 2647833 w 2816128"/>
                <a:gd name="connsiteY0" fmla="*/ 80143 h 3827499"/>
                <a:gd name="connsiteX1" fmla="*/ 2395391 w 2816128"/>
                <a:gd name="connsiteY1" fmla="*/ 1604 h 3827499"/>
                <a:gd name="connsiteX2" fmla="*/ 2193438 w 2816128"/>
                <a:gd name="connsiteY2" fmla="*/ 197948 h 3827499"/>
                <a:gd name="connsiteX3" fmla="*/ 2114901 w 2816128"/>
                <a:gd name="connsiteY3" fmla="*/ 214777 h 3827499"/>
                <a:gd name="connsiteX4" fmla="*/ 2142950 w 2816128"/>
                <a:gd name="connsiteY4" fmla="*/ 326974 h 3827499"/>
                <a:gd name="connsiteX5" fmla="*/ 2047583 w 2816128"/>
                <a:gd name="connsiteY5" fmla="*/ 495268 h 3827499"/>
                <a:gd name="connsiteX6" fmla="*/ 2159779 w 2816128"/>
                <a:gd name="connsiteY6" fmla="*/ 747710 h 3827499"/>
                <a:gd name="connsiteX7" fmla="*/ 2030754 w 2816128"/>
                <a:gd name="connsiteY7" fmla="*/ 792588 h 3827499"/>
                <a:gd name="connsiteX8" fmla="*/ 1997095 w 2816128"/>
                <a:gd name="connsiteY8" fmla="*/ 859906 h 3827499"/>
                <a:gd name="connsiteX9" fmla="*/ 1997095 w 2816128"/>
                <a:gd name="connsiteY9" fmla="*/ 747710 h 3827499"/>
                <a:gd name="connsiteX10" fmla="*/ 1946606 w 2816128"/>
                <a:gd name="connsiteY10" fmla="*/ 708441 h 3827499"/>
                <a:gd name="connsiteX11" fmla="*/ 1772702 w 2816128"/>
                <a:gd name="connsiteY11" fmla="*/ 758929 h 3827499"/>
                <a:gd name="connsiteX12" fmla="*/ 1402454 w 2816128"/>
                <a:gd name="connsiteY12" fmla="*/ 618684 h 3827499"/>
                <a:gd name="connsiteX13" fmla="*/ 1705384 w 2816128"/>
                <a:gd name="connsiteY13" fmla="*/ 1190885 h 3827499"/>
                <a:gd name="connsiteX14" fmla="*/ 1800751 w 2816128"/>
                <a:gd name="connsiteY14" fmla="*/ 1263813 h 3827499"/>
                <a:gd name="connsiteX15" fmla="*/ 1649286 w 2816128"/>
                <a:gd name="connsiteY15" fmla="*/ 1488205 h 3827499"/>
                <a:gd name="connsiteX16" fmla="*/ 1727824 w 2816128"/>
                <a:gd name="connsiteY16" fmla="*/ 1706988 h 3827499"/>
                <a:gd name="connsiteX17" fmla="*/ 1817581 w 2816128"/>
                <a:gd name="connsiteY17" fmla="*/ 1701379 h 3827499"/>
                <a:gd name="connsiteX18" fmla="*/ 1671725 w 2816128"/>
                <a:gd name="connsiteY18" fmla="*/ 1869673 h 3827499"/>
                <a:gd name="connsiteX19" fmla="*/ 914400 w 2816128"/>
                <a:gd name="connsiteY19" fmla="*/ 1617231 h 3827499"/>
                <a:gd name="connsiteX20" fmla="*/ 460005 w 2816128"/>
                <a:gd name="connsiteY20" fmla="*/ 2643828 h 3827499"/>
                <a:gd name="connsiteX21" fmla="*/ 263662 w 2816128"/>
                <a:gd name="connsiteY21" fmla="*/ 2851391 h 3827499"/>
                <a:gd name="connsiteX22" fmla="*/ 44879 w 2816128"/>
                <a:gd name="connsiteY22" fmla="*/ 2896269 h 3827499"/>
                <a:gd name="connsiteX23" fmla="*/ 0 w 2816128"/>
                <a:gd name="connsiteY23" fmla="*/ 3002856 h 3827499"/>
                <a:gd name="connsiteX24" fmla="*/ 274881 w 2816128"/>
                <a:gd name="connsiteY24" fmla="*/ 3126272 h 3827499"/>
                <a:gd name="connsiteX25" fmla="*/ 504884 w 2816128"/>
                <a:gd name="connsiteY25" fmla="*/ 3025295 h 3827499"/>
                <a:gd name="connsiteX26" fmla="*/ 471225 w 2816128"/>
                <a:gd name="connsiteY26" fmla="*/ 3154321 h 3827499"/>
                <a:gd name="connsiteX27" fmla="*/ 572201 w 2816128"/>
                <a:gd name="connsiteY27" fmla="*/ 3199199 h 3827499"/>
                <a:gd name="connsiteX28" fmla="*/ 381468 w 2816128"/>
                <a:gd name="connsiteY28" fmla="*/ 3659204 h 3827499"/>
                <a:gd name="connsiteX29" fmla="*/ 196344 w 2816128"/>
                <a:gd name="connsiteY29" fmla="*/ 3704083 h 3827499"/>
                <a:gd name="connsiteX30" fmla="*/ 263662 w 2816128"/>
                <a:gd name="connsiteY30" fmla="*/ 3805059 h 3827499"/>
                <a:gd name="connsiteX31" fmla="*/ 555372 w 2816128"/>
                <a:gd name="connsiteY31" fmla="*/ 3827499 h 3827499"/>
                <a:gd name="connsiteX32" fmla="*/ 589031 w 2816128"/>
                <a:gd name="connsiteY32" fmla="*/ 3619936 h 3827499"/>
                <a:gd name="connsiteX33" fmla="*/ 645129 w 2816128"/>
                <a:gd name="connsiteY33" fmla="*/ 3614326 h 3827499"/>
                <a:gd name="connsiteX34" fmla="*/ 690008 w 2816128"/>
                <a:gd name="connsiteY34" fmla="*/ 3737742 h 3827499"/>
                <a:gd name="connsiteX35" fmla="*/ 774155 w 2816128"/>
                <a:gd name="connsiteY35" fmla="*/ 3743352 h 3827499"/>
                <a:gd name="connsiteX36" fmla="*/ 779765 w 2816128"/>
                <a:gd name="connsiteY36" fmla="*/ 3513349 h 3827499"/>
                <a:gd name="connsiteX37" fmla="*/ 746106 w 2816128"/>
                <a:gd name="connsiteY37" fmla="*/ 3244078 h 3827499"/>
                <a:gd name="connsiteX38" fmla="*/ 903181 w 2816128"/>
                <a:gd name="connsiteY38" fmla="*/ 2666267 h 3827499"/>
                <a:gd name="connsiteX39" fmla="*/ 1166842 w 2816128"/>
                <a:gd name="connsiteY39" fmla="*/ 2559680 h 3827499"/>
                <a:gd name="connsiteX40" fmla="*/ 1531480 w 2816128"/>
                <a:gd name="connsiteY40" fmla="*/ 2666267 h 3827499"/>
                <a:gd name="connsiteX41" fmla="*/ 1593188 w 2816128"/>
                <a:gd name="connsiteY41" fmla="*/ 2666267 h 3827499"/>
                <a:gd name="connsiteX42" fmla="*/ 1649286 w 2816128"/>
                <a:gd name="connsiteY42" fmla="*/ 2767244 h 3827499"/>
                <a:gd name="connsiteX43" fmla="*/ 1800751 w 2816128"/>
                <a:gd name="connsiteY43" fmla="*/ 2800902 h 3827499"/>
                <a:gd name="connsiteX44" fmla="*/ 1811971 w 2816128"/>
                <a:gd name="connsiteY44" fmla="*/ 2834561 h 3827499"/>
                <a:gd name="connsiteX45" fmla="*/ 1772702 w 2816128"/>
                <a:gd name="connsiteY45" fmla="*/ 3036515 h 3827499"/>
                <a:gd name="connsiteX46" fmla="*/ 1750263 w 2816128"/>
                <a:gd name="connsiteY46" fmla="*/ 3361884 h 3827499"/>
                <a:gd name="connsiteX47" fmla="*/ 1542700 w 2816128"/>
                <a:gd name="connsiteY47" fmla="*/ 3384323 h 3827499"/>
                <a:gd name="connsiteX48" fmla="*/ 1206111 w 2816128"/>
                <a:gd name="connsiteY48" fmla="*/ 3434812 h 3827499"/>
                <a:gd name="connsiteX49" fmla="*/ 1178062 w 2816128"/>
                <a:gd name="connsiteY49" fmla="*/ 3507739 h 3827499"/>
                <a:gd name="connsiteX50" fmla="*/ 1116354 w 2816128"/>
                <a:gd name="connsiteY50" fmla="*/ 3535788 h 3827499"/>
                <a:gd name="connsiteX51" fmla="*/ 1144403 w 2816128"/>
                <a:gd name="connsiteY51" fmla="*/ 3670424 h 3827499"/>
                <a:gd name="connsiteX52" fmla="*/ 1284648 w 2816128"/>
                <a:gd name="connsiteY52" fmla="*/ 3676034 h 3827499"/>
                <a:gd name="connsiteX53" fmla="*/ 1279038 w 2816128"/>
                <a:gd name="connsiteY53" fmla="*/ 3524569 h 3827499"/>
                <a:gd name="connsiteX54" fmla="*/ 1458552 w 2816128"/>
                <a:gd name="connsiteY54" fmla="*/ 3535788 h 3827499"/>
                <a:gd name="connsiteX55" fmla="*/ 1430503 w 2816128"/>
                <a:gd name="connsiteY55" fmla="*/ 3614326 h 3827499"/>
                <a:gd name="connsiteX56" fmla="*/ 1402454 w 2816128"/>
                <a:gd name="connsiteY56" fmla="*/ 3676034 h 3827499"/>
                <a:gd name="connsiteX57" fmla="*/ 1318307 w 2816128"/>
                <a:gd name="connsiteY57" fmla="*/ 3692863 h 3827499"/>
                <a:gd name="connsiteX58" fmla="*/ 1452943 w 2816128"/>
                <a:gd name="connsiteY58" fmla="*/ 3816279 h 3827499"/>
                <a:gd name="connsiteX59" fmla="*/ 1520260 w 2816128"/>
                <a:gd name="connsiteY59" fmla="*/ 3681644 h 3827499"/>
                <a:gd name="connsiteX60" fmla="*/ 1823190 w 2816128"/>
                <a:gd name="connsiteY60" fmla="*/ 3580667 h 3827499"/>
                <a:gd name="connsiteX61" fmla="*/ 2159779 w 2816128"/>
                <a:gd name="connsiteY61" fmla="*/ 3653594 h 3827499"/>
                <a:gd name="connsiteX62" fmla="*/ 2114901 w 2816128"/>
                <a:gd name="connsiteY62" fmla="*/ 3754571 h 3827499"/>
                <a:gd name="connsiteX63" fmla="*/ 2210268 w 2816128"/>
                <a:gd name="connsiteY63" fmla="*/ 3821889 h 3827499"/>
                <a:gd name="connsiteX64" fmla="*/ 2283195 w 2816128"/>
                <a:gd name="connsiteY64" fmla="*/ 3771401 h 3827499"/>
                <a:gd name="connsiteX65" fmla="*/ 2271976 w 2816128"/>
                <a:gd name="connsiteY65" fmla="*/ 3676034 h 3827499"/>
                <a:gd name="connsiteX66" fmla="*/ 2451490 w 2816128"/>
                <a:gd name="connsiteY66" fmla="*/ 3597496 h 3827499"/>
                <a:gd name="connsiteX67" fmla="*/ 2434660 w 2816128"/>
                <a:gd name="connsiteY67" fmla="*/ 3423592 h 3827499"/>
                <a:gd name="connsiteX68" fmla="*/ 1929777 w 2816128"/>
                <a:gd name="connsiteY68" fmla="*/ 3395543 h 3827499"/>
                <a:gd name="connsiteX69" fmla="*/ 1918557 w 2816128"/>
                <a:gd name="connsiteY69" fmla="*/ 3070174 h 3827499"/>
                <a:gd name="connsiteX70" fmla="*/ 1884898 w 2816128"/>
                <a:gd name="connsiteY70" fmla="*/ 3053344 h 3827499"/>
                <a:gd name="connsiteX71" fmla="*/ 1907338 w 2816128"/>
                <a:gd name="connsiteY71" fmla="*/ 2873830 h 3827499"/>
                <a:gd name="connsiteX72" fmla="*/ 1862459 w 2816128"/>
                <a:gd name="connsiteY72" fmla="*/ 2812122 h 3827499"/>
                <a:gd name="connsiteX73" fmla="*/ 2109291 w 2816128"/>
                <a:gd name="connsiteY73" fmla="*/ 2756024 h 3827499"/>
                <a:gd name="connsiteX74" fmla="*/ 2131730 w 2816128"/>
                <a:gd name="connsiteY74" fmla="*/ 2626998 h 3827499"/>
                <a:gd name="connsiteX75" fmla="*/ 2372952 w 2816128"/>
                <a:gd name="connsiteY75" fmla="*/ 2660657 h 3827499"/>
                <a:gd name="connsiteX76" fmla="*/ 2597345 w 2816128"/>
                <a:gd name="connsiteY76" fmla="*/ 2071626 h 3827499"/>
                <a:gd name="connsiteX77" fmla="*/ 2552466 w 2816128"/>
                <a:gd name="connsiteY77" fmla="*/ 1987479 h 3827499"/>
                <a:gd name="connsiteX78" fmla="*/ 2698322 w 2816128"/>
                <a:gd name="connsiteY78" fmla="*/ 1499425 h 3827499"/>
                <a:gd name="connsiteX79" fmla="*/ 2642224 w 2816128"/>
                <a:gd name="connsiteY79" fmla="*/ 1392839 h 3827499"/>
                <a:gd name="connsiteX80" fmla="*/ 2501978 w 2816128"/>
                <a:gd name="connsiteY80" fmla="*/ 809418 h 3827499"/>
                <a:gd name="connsiteX81" fmla="*/ 2816128 w 2816128"/>
                <a:gd name="connsiteY81" fmla="*/ 686002 h 3827499"/>
                <a:gd name="connsiteX82" fmla="*/ 2771249 w 2816128"/>
                <a:gd name="connsiteY82" fmla="*/ 450390 h 3827499"/>
                <a:gd name="connsiteX83" fmla="*/ 2647833 w 2816128"/>
                <a:gd name="connsiteY83" fmla="*/ 80143 h 3827499"/>
                <a:gd name="connsiteX0" fmla="*/ 2647833 w 2816128"/>
                <a:gd name="connsiteY0" fmla="*/ 80143 h 3827499"/>
                <a:gd name="connsiteX1" fmla="*/ 2395391 w 2816128"/>
                <a:gd name="connsiteY1" fmla="*/ 1604 h 3827499"/>
                <a:gd name="connsiteX2" fmla="*/ 2193438 w 2816128"/>
                <a:gd name="connsiteY2" fmla="*/ 197948 h 3827499"/>
                <a:gd name="connsiteX3" fmla="*/ 2114901 w 2816128"/>
                <a:gd name="connsiteY3" fmla="*/ 214777 h 3827499"/>
                <a:gd name="connsiteX4" fmla="*/ 2142950 w 2816128"/>
                <a:gd name="connsiteY4" fmla="*/ 326974 h 3827499"/>
                <a:gd name="connsiteX5" fmla="*/ 2047583 w 2816128"/>
                <a:gd name="connsiteY5" fmla="*/ 495268 h 3827499"/>
                <a:gd name="connsiteX6" fmla="*/ 2159779 w 2816128"/>
                <a:gd name="connsiteY6" fmla="*/ 747710 h 3827499"/>
                <a:gd name="connsiteX7" fmla="*/ 2030754 w 2816128"/>
                <a:gd name="connsiteY7" fmla="*/ 792588 h 3827499"/>
                <a:gd name="connsiteX8" fmla="*/ 1997095 w 2816128"/>
                <a:gd name="connsiteY8" fmla="*/ 859906 h 3827499"/>
                <a:gd name="connsiteX9" fmla="*/ 1997095 w 2816128"/>
                <a:gd name="connsiteY9" fmla="*/ 747710 h 3827499"/>
                <a:gd name="connsiteX10" fmla="*/ 1946606 w 2816128"/>
                <a:gd name="connsiteY10" fmla="*/ 708441 h 3827499"/>
                <a:gd name="connsiteX11" fmla="*/ 1772702 w 2816128"/>
                <a:gd name="connsiteY11" fmla="*/ 758929 h 3827499"/>
                <a:gd name="connsiteX12" fmla="*/ 1402454 w 2816128"/>
                <a:gd name="connsiteY12" fmla="*/ 618684 h 3827499"/>
                <a:gd name="connsiteX13" fmla="*/ 1705384 w 2816128"/>
                <a:gd name="connsiteY13" fmla="*/ 1190885 h 3827499"/>
                <a:gd name="connsiteX14" fmla="*/ 1800751 w 2816128"/>
                <a:gd name="connsiteY14" fmla="*/ 1263813 h 3827499"/>
                <a:gd name="connsiteX15" fmla="*/ 1649286 w 2816128"/>
                <a:gd name="connsiteY15" fmla="*/ 1488205 h 3827499"/>
                <a:gd name="connsiteX16" fmla="*/ 1727824 w 2816128"/>
                <a:gd name="connsiteY16" fmla="*/ 1706988 h 3827499"/>
                <a:gd name="connsiteX17" fmla="*/ 1817581 w 2816128"/>
                <a:gd name="connsiteY17" fmla="*/ 1701379 h 3827499"/>
                <a:gd name="connsiteX18" fmla="*/ 1671725 w 2816128"/>
                <a:gd name="connsiteY18" fmla="*/ 1869673 h 3827499"/>
                <a:gd name="connsiteX19" fmla="*/ 914400 w 2816128"/>
                <a:gd name="connsiteY19" fmla="*/ 1617231 h 3827499"/>
                <a:gd name="connsiteX20" fmla="*/ 460005 w 2816128"/>
                <a:gd name="connsiteY20" fmla="*/ 2643828 h 3827499"/>
                <a:gd name="connsiteX21" fmla="*/ 263662 w 2816128"/>
                <a:gd name="connsiteY21" fmla="*/ 2851391 h 3827499"/>
                <a:gd name="connsiteX22" fmla="*/ 44879 w 2816128"/>
                <a:gd name="connsiteY22" fmla="*/ 2896269 h 3827499"/>
                <a:gd name="connsiteX23" fmla="*/ 0 w 2816128"/>
                <a:gd name="connsiteY23" fmla="*/ 3002856 h 3827499"/>
                <a:gd name="connsiteX24" fmla="*/ 274881 w 2816128"/>
                <a:gd name="connsiteY24" fmla="*/ 3126272 h 3827499"/>
                <a:gd name="connsiteX25" fmla="*/ 504884 w 2816128"/>
                <a:gd name="connsiteY25" fmla="*/ 3025295 h 3827499"/>
                <a:gd name="connsiteX26" fmla="*/ 471225 w 2816128"/>
                <a:gd name="connsiteY26" fmla="*/ 3154321 h 3827499"/>
                <a:gd name="connsiteX27" fmla="*/ 572201 w 2816128"/>
                <a:gd name="connsiteY27" fmla="*/ 3199199 h 3827499"/>
                <a:gd name="connsiteX28" fmla="*/ 381468 w 2816128"/>
                <a:gd name="connsiteY28" fmla="*/ 3659204 h 3827499"/>
                <a:gd name="connsiteX29" fmla="*/ 196344 w 2816128"/>
                <a:gd name="connsiteY29" fmla="*/ 3704083 h 3827499"/>
                <a:gd name="connsiteX30" fmla="*/ 263662 w 2816128"/>
                <a:gd name="connsiteY30" fmla="*/ 3805059 h 3827499"/>
                <a:gd name="connsiteX31" fmla="*/ 555372 w 2816128"/>
                <a:gd name="connsiteY31" fmla="*/ 3827499 h 3827499"/>
                <a:gd name="connsiteX32" fmla="*/ 589031 w 2816128"/>
                <a:gd name="connsiteY32" fmla="*/ 3619936 h 3827499"/>
                <a:gd name="connsiteX33" fmla="*/ 645129 w 2816128"/>
                <a:gd name="connsiteY33" fmla="*/ 3614326 h 3827499"/>
                <a:gd name="connsiteX34" fmla="*/ 690008 w 2816128"/>
                <a:gd name="connsiteY34" fmla="*/ 3737742 h 3827499"/>
                <a:gd name="connsiteX35" fmla="*/ 774155 w 2816128"/>
                <a:gd name="connsiteY35" fmla="*/ 3743352 h 3827499"/>
                <a:gd name="connsiteX36" fmla="*/ 779765 w 2816128"/>
                <a:gd name="connsiteY36" fmla="*/ 3513349 h 3827499"/>
                <a:gd name="connsiteX37" fmla="*/ 746106 w 2816128"/>
                <a:gd name="connsiteY37" fmla="*/ 3244078 h 3827499"/>
                <a:gd name="connsiteX38" fmla="*/ 903181 w 2816128"/>
                <a:gd name="connsiteY38" fmla="*/ 2666267 h 3827499"/>
                <a:gd name="connsiteX39" fmla="*/ 1166842 w 2816128"/>
                <a:gd name="connsiteY39" fmla="*/ 2559680 h 3827499"/>
                <a:gd name="connsiteX40" fmla="*/ 1531480 w 2816128"/>
                <a:gd name="connsiteY40" fmla="*/ 2666267 h 3827499"/>
                <a:gd name="connsiteX41" fmla="*/ 1593188 w 2816128"/>
                <a:gd name="connsiteY41" fmla="*/ 2666267 h 3827499"/>
                <a:gd name="connsiteX42" fmla="*/ 1649286 w 2816128"/>
                <a:gd name="connsiteY42" fmla="*/ 2767244 h 3827499"/>
                <a:gd name="connsiteX43" fmla="*/ 1800751 w 2816128"/>
                <a:gd name="connsiteY43" fmla="*/ 2800902 h 3827499"/>
                <a:gd name="connsiteX44" fmla="*/ 1811971 w 2816128"/>
                <a:gd name="connsiteY44" fmla="*/ 2834561 h 3827499"/>
                <a:gd name="connsiteX45" fmla="*/ 1772702 w 2816128"/>
                <a:gd name="connsiteY45" fmla="*/ 3036515 h 3827499"/>
                <a:gd name="connsiteX46" fmla="*/ 1750263 w 2816128"/>
                <a:gd name="connsiteY46" fmla="*/ 3361884 h 3827499"/>
                <a:gd name="connsiteX47" fmla="*/ 1542700 w 2816128"/>
                <a:gd name="connsiteY47" fmla="*/ 3384323 h 3827499"/>
                <a:gd name="connsiteX48" fmla="*/ 1206111 w 2816128"/>
                <a:gd name="connsiteY48" fmla="*/ 3434812 h 3827499"/>
                <a:gd name="connsiteX49" fmla="*/ 1178062 w 2816128"/>
                <a:gd name="connsiteY49" fmla="*/ 3507739 h 3827499"/>
                <a:gd name="connsiteX50" fmla="*/ 1116354 w 2816128"/>
                <a:gd name="connsiteY50" fmla="*/ 3535788 h 3827499"/>
                <a:gd name="connsiteX51" fmla="*/ 1144403 w 2816128"/>
                <a:gd name="connsiteY51" fmla="*/ 3670424 h 3827499"/>
                <a:gd name="connsiteX52" fmla="*/ 1284648 w 2816128"/>
                <a:gd name="connsiteY52" fmla="*/ 3676034 h 3827499"/>
                <a:gd name="connsiteX53" fmla="*/ 1279038 w 2816128"/>
                <a:gd name="connsiteY53" fmla="*/ 3524569 h 3827499"/>
                <a:gd name="connsiteX54" fmla="*/ 1458552 w 2816128"/>
                <a:gd name="connsiteY54" fmla="*/ 3535788 h 3827499"/>
                <a:gd name="connsiteX55" fmla="*/ 1430503 w 2816128"/>
                <a:gd name="connsiteY55" fmla="*/ 3614326 h 3827499"/>
                <a:gd name="connsiteX56" fmla="*/ 1402454 w 2816128"/>
                <a:gd name="connsiteY56" fmla="*/ 3676034 h 3827499"/>
                <a:gd name="connsiteX57" fmla="*/ 1318307 w 2816128"/>
                <a:gd name="connsiteY57" fmla="*/ 3692863 h 3827499"/>
                <a:gd name="connsiteX58" fmla="*/ 1452943 w 2816128"/>
                <a:gd name="connsiteY58" fmla="*/ 3816279 h 3827499"/>
                <a:gd name="connsiteX59" fmla="*/ 1520260 w 2816128"/>
                <a:gd name="connsiteY59" fmla="*/ 3681644 h 3827499"/>
                <a:gd name="connsiteX60" fmla="*/ 1823190 w 2816128"/>
                <a:gd name="connsiteY60" fmla="*/ 3580667 h 3827499"/>
                <a:gd name="connsiteX61" fmla="*/ 2159779 w 2816128"/>
                <a:gd name="connsiteY61" fmla="*/ 3653594 h 3827499"/>
                <a:gd name="connsiteX62" fmla="*/ 2114901 w 2816128"/>
                <a:gd name="connsiteY62" fmla="*/ 3754571 h 3827499"/>
                <a:gd name="connsiteX63" fmla="*/ 2210268 w 2816128"/>
                <a:gd name="connsiteY63" fmla="*/ 3821889 h 3827499"/>
                <a:gd name="connsiteX64" fmla="*/ 2283195 w 2816128"/>
                <a:gd name="connsiteY64" fmla="*/ 3771401 h 3827499"/>
                <a:gd name="connsiteX65" fmla="*/ 2271976 w 2816128"/>
                <a:gd name="connsiteY65" fmla="*/ 3676034 h 3827499"/>
                <a:gd name="connsiteX66" fmla="*/ 2451490 w 2816128"/>
                <a:gd name="connsiteY66" fmla="*/ 3597496 h 3827499"/>
                <a:gd name="connsiteX67" fmla="*/ 2434660 w 2816128"/>
                <a:gd name="connsiteY67" fmla="*/ 3423592 h 3827499"/>
                <a:gd name="connsiteX68" fmla="*/ 1929777 w 2816128"/>
                <a:gd name="connsiteY68" fmla="*/ 3395543 h 3827499"/>
                <a:gd name="connsiteX69" fmla="*/ 1918557 w 2816128"/>
                <a:gd name="connsiteY69" fmla="*/ 3070174 h 3827499"/>
                <a:gd name="connsiteX70" fmla="*/ 1884898 w 2816128"/>
                <a:gd name="connsiteY70" fmla="*/ 3053344 h 3827499"/>
                <a:gd name="connsiteX71" fmla="*/ 1907338 w 2816128"/>
                <a:gd name="connsiteY71" fmla="*/ 2873830 h 3827499"/>
                <a:gd name="connsiteX72" fmla="*/ 1862459 w 2816128"/>
                <a:gd name="connsiteY72" fmla="*/ 2812122 h 3827499"/>
                <a:gd name="connsiteX73" fmla="*/ 2109291 w 2816128"/>
                <a:gd name="connsiteY73" fmla="*/ 2756024 h 3827499"/>
                <a:gd name="connsiteX74" fmla="*/ 2131730 w 2816128"/>
                <a:gd name="connsiteY74" fmla="*/ 2626998 h 3827499"/>
                <a:gd name="connsiteX75" fmla="*/ 2372952 w 2816128"/>
                <a:gd name="connsiteY75" fmla="*/ 2660657 h 3827499"/>
                <a:gd name="connsiteX76" fmla="*/ 2597345 w 2816128"/>
                <a:gd name="connsiteY76" fmla="*/ 2071626 h 3827499"/>
                <a:gd name="connsiteX77" fmla="*/ 2552466 w 2816128"/>
                <a:gd name="connsiteY77" fmla="*/ 1987479 h 3827499"/>
                <a:gd name="connsiteX78" fmla="*/ 2698322 w 2816128"/>
                <a:gd name="connsiteY78" fmla="*/ 1499425 h 3827499"/>
                <a:gd name="connsiteX79" fmla="*/ 2642224 w 2816128"/>
                <a:gd name="connsiteY79" fmla="*/ 1392839 h 3827499"/>
                <a:gd name="connsiteX80" fmla="*/ 2501978 w 2816128"/>
                <a:gd name="connsiteY80" fmla="*/ 809418 h 3827499"/>
                <a:gd name="connsiteX81" fmla="*/ 2816128 w 2816128"/>
                <a:gd name="connsiteY81" fmla="*/ 686002 h 3827499"/>
                <a:gd name="connsiteX82" fmla="*/ 2771249 w 2816128"/>
                <a:gd name="connsiteY82" fmla="*/ 450390 h 3827499"/>
                <a:gd name="connsiteX83" fmla="*/ 2647833 w 2816128"/>
                <a:gd name="connsiteY83" fmla="*/ 80143 h 3827499"/>
                <a:gd name="connsiteX0" fmla="*/ 2647833 w 2816128"/>
                <a:gd name="connsiteY0" fmla="*/ 80143 h 3827499"/>
                <a:gd name="connsiteX1" fmla="*/ 2395391 w 2816128"/>
                <a:gd name="connsiteY1" fmla="*/ 1604 h 3827499"/>
                <a:gd name="connsiteX2" fmla="*/ 2193438 w 2816128"/>
                <a:gd name="connsiteY2" fmla="*/ 197948 h 3827499"/>
                <a:gd name="connsiteX3" fmla="*/ 2114901 w 2816128"/>
                <a:gd name="connsiteY3" fmla="*/ 214777 h 3827499"/>
                <a:gd name="connsiteX4" fmla="*/ 2142950 w 2816128"/>
                <a:gd name="connsiteY4" fmla="*/ 326974 h 3827499"/>
                <a:gd name="connsiteX5" fmla="*/ 2047583 w 2816128"/>
                <a:gd name="connsiteY5" fmla="*/ 495268 h 3827499"/>
                <a:gd name="connsiteX6" fmla="*/ 2159779 w 2816128"/>
                <a:gd name="connsiteY6" fmla="*/ 747710 h 3827499"/>
                <a:gd name="connsiteX7" fmla="*/ 2030754 w 2816128"/>
                <a:gd name="connsiteY7" fmla="*/ 792588 h 3827499"/>
                <a:gd name="connsiteX8" fmla="*/ 1997095 w 2816128"/>
                <a:gd name="connsiteY8" fmla="*/ 859906 h 3827499"/>
                <a:gd name="connsiteX9" fmla="*/ 1997095 w 2816128"/>
                <a:gd name="connsiteY9" fmla="*/ 747710 h 3827499"/>
                <a:gd name="connsiteX10" fmla="*/ 1946606 w 2816128"/>
                <a:gd name="connsiteY10" fmla="*/ 708441 h 3827499"/>
                <a:gd name="connsiteX11" fmla="*/ 1772702 w 2816128"/>
                <a:gd name="connsiteY11" fmla="*/ 758929 h 3827499"/>
                <a:gd name="connsiteX12" fmla="*/ 1402454 w 2816128"/>
                <a:gd name="connsiteY12" fmla="*/ 618684 h 3827499"/>
                <a:gd name="connsiteX13" fmla="*/ 1705384 w 2816128"/>
                <a:gd name="connsiteY13" fmla="*/ 1190885 h 3827499"/>
                <a:gd name="connsiteX14" fmla="*/ 1800751 w 2816128"/>
                <a:gd name="connsiteY14" fmla="*/ 1263813 h 3827499"/>
                <a:gd name="connsiteX15" fmla="*/ 1649286 w 2816128"/>
                <a:gd name="connsiteY15" fmla="*/ 1488205 h 3827499"/>
                <a:gd name="connsiteX16" fmla="*/ 1727824 w 2816128"/>
                <a:gd name="connsiteY16" fmla="*/ 1706988 h 3827499"/>
                <a:gd name="connsiteX17" fmla="*/ 1817581 w 2816128"/>
                <a:gd name="connsiteY17" fmla="*/ 1701379 h 3827499"/>
                <a:gd name="connsiteX18" fmla="*/ 1671725 w 2816128"/>
                <a:gd name="connsiteY18" fmla="*/ 1869673 h 3827499"/>
                <a:gd name="connsiteX19" fmla="*/ 914400 w 2816128"/>
                <a:gd name="connsiteY19" fmla="*/ 1617231 h 3827499"/>
                <a:gd name="connsiteX20" fmla="*/ 460005 w 2816128"/>
                <a:gd name="connsiteY20" fmla="*/ 2643828 h 3827499"/>
                <a:gd name="connsiteX21" fmla="*/ 263662 w 2816128"/>
                <a:gd name="connsiteY21" fmla="*/ 2851391 h 3827499"/>
                <a:gd name="connsiteX22" fmla="*/ 44879 w 2816128"/>
                <a:gd name="connsiteY22" fmla="*/ 2896269 h 3827499"/>
                <a:gd name="connsiteX23" fmla="*/ 0 w 2816128"/>
                <a:gd name="connsiteY23" fmla="*/ 3002856 h 3827499"/>
                <a:gd name="connsiteX24" fmla="*/ 274881 w 2816128"/>
                <a:gd name="connsiteY24" fmla="*/ 3126272 h 3827499"/>
                <a:gd name="connsiteX25" fmla="*/ 504884 w 2816128"/>
                <a:gd name="connsiteY25" fmla="*/ 3025295 h 3827499"/>
                <a:gd name="connsiteX26" fmla="*/ 471225 w 2816128"/>
                <a:gd name="connsiteY26" fmla="*/ 3154321 h 3827499"/>
                <a:gd name="connsiteX27" fmla="*/ 572201 w 2816128"/>
                <a:gd name="connsiteY27" fmla="*/ 3199199 h 3827499"/>
                <a:gd name="connsiteX28" fmla="*/ 381468 w 2816128"/>
                <a:gd name="connsiteY28" fmla="*/ 3659204 h 3827499"/>
                <a:gd name="connsiteX29" fmla="*/ 196344 w 2816128"/>
                <a:gd name="connsiteY29" fmla="*/ 3704083 h 3827499"/>
                <a:gd name="connsiteX30" fmla="*/ 263662 w 2816128"/>
                <a:gd name="connsiteY30" fmla="*/ 3805059 h 3827499"/>
                <a:gd name="connsiteX31" fmla="*/ 555372 w 2816128"/>
                <a:gd name="connsiteY31" fmla="*/ 3827499 h 3827499"/>
                <a:gd name="connsiteX32" fmla="*/ 589031 w 2816128"/>
                <a:gd name="connsiteY32" fmla="*/ 3619936 h 3827499"/>
                <a:gd name="connsiteX33" fmla="*/ 645129 w 2816128"/>
                <a:gd name="connsiteY33" fmla="*/ 3614326 h 3827499"/>
                <a:gd name="connsiteX34" fmla="*/ 690008 w 2816128"/>
                <a:gd name="connsiteY34" fmla="*/ 3737742 h 3827499"/>
                <a:gd name="connsiteX35" fmla="*/ 774155 w 2816128"/>
                <a:gd name="connsiteY35" fmla="*/ 3743352 h 3827499"/>
                <a:gd name="connsiteX36" fmla="*/ 779765 w 2816128"/>
                <a:gd name="connsiteY36" fmla="*/ 3513349 h 3827499"/>
                <a:gd name="connsiteX37" fmla="*/ 746106 w 2816128"/>
                <a:gd name="connsiteY37" fmla="*/ 3244078 h 3827499"/>
                <a:gd name="connsiteX38" fmla="*/ 903181 w 2816128"/>
                <a:gd name="connsiteY38" fmla="*/ 2666267 h 3827499"/>
                <a:gd name="connsiteX39" fmla="*/ 1166842 w 2816128"/>
                <a:gd name="connsiteY39" fmla="*/ 2559680 h 3827499"/>
                <a:gd name="connsiteX40" fmla="*/ 1531480 w 2816128"/>
                <a:gd name="connsiteY40" fmla="*/ 2666267 h 3827499"/>
                <a:gd name="connsiteX41" fmla="*/ 1593188 w 2816128"/>
                <a:gd name="connsiteY41" fmla="*/ 2666267 h 3827499"/>
                <a:gd name="connsiteX42" fmla="*/ 1649286 w 2816128"/>
                <a:gd name="connsiteY42" fmla="*/ 2767244 h 3827499"/>
                <a:gd name="connsiteX43" fmla="*/ 1800751 w 2816128"/>
                <a:gd name="connsiteY43" fmla="*/ 2800902 h 3827499"/>
                <a:gd name="connsiteX44" fmla="*/ 1811971 w 2816128"/>
                <a:gd name="connsiteY44" fmla="*/ 2834561 h 3827499"/>
                <a:gd name="connsiteX45" fmla="*/ 1772702 w 2816128"/>
                <a:gd name="connsiteY45" fmla="*/ 3036515 h 3827499"/>
                <a:gd name="connsiteX46" fmla="*/ 1750263 w 2816128"/>
                <a:gd name="connsiteY46" fmla="*/ 3361884 h 3827499"/>
                <a:gd name="connsiteX47" fmla="*/ 1542700 w 2816128"/>
                <a:gd name="connsiteY47" fmla="*/ 3384323 h 3827499"/>
                <a:gd name="connsiteX48" fmla="*/ 1206111 w 2816128"/>
                <a:gd name="connsiteY48" fmla="*/ 3434812 h 3827499"/>
                <a:gd name="connsiteX49" fmla="*/ 1178062 w 2816128"/>
                <a:gd name="connsiteY49" fmla="*/ 3507739 h 3827499"/>
                <a:gd name="connsiteX50" fmla="*/ 1116354 w 2816128"/>
                <a:gd name="connsiteY50" fmla="*/ 3535788 h 3827499"/>
                <a:gd name="connsiteX51" fmla="*/ 1144403 w 2816128"/>
                <a:gd name="connsiteY51" fmla="*/ 3670424 h 3827499"/>
                <a:gd name="connsiteX52" fmla="*/ 1284648 w 2816128"/>
                <a:gd name="connsiteY52" fmla="*/ 3676034 h 3827499"/>
                <a:gd name="connsiteX53" fmla="*/ 1279038 w 2816128"/>
                <a:gd name="connsiteY53" fmla="*/ 3524569 h 3827499"/>
                <a:gd name="connsiteX54" fmla="*/ 1458552 w 2816128"/>
                <a:gd name="connsiteY54" fmla="*/ 3535788 h 3827499"/>
                <a:gd name="connsiteX55" fmla="*/ 1430503 w 2816128"/>
                <a:gd name="connsiteY55" fmla="*/ 3614326 h 3827499"/>
                <a:gd name="connsiteX56" fmla="*/ 1402454 w 2816128"/>
                <a:gd name="connsiteY56" fmla="*/ 3676034 h 3827499"/>
                <a:gd name="connsiteX57" fmla="*/ 1318307 w 2816128"/>
                <a:gd name="connsiteY57" fmla="*/ 3692863 h 3827499"/>
                <a:gd name="connsiteX58" fmla="*/ 1452943 w 2816128"/>
                <a:gd name="connsiteY58" fmla="*/ 3816279 h 3827499"/>
                <a:gd name="connsiteX59" fmla="*/ 1520260 w 2816128"/>
                <a:gd name="connsiteY59" fmla="*/ 3681644 h 3827499"/>
                <a:gd name="connsiteX60" fmla="*/ 1823190 w 2816128"/>
                <a:gd name="connsiteY60" fmla="*/ 3580667 h 3827499"/>
                <a:gd name="connsiteX61" fmla="*/ 2159779 w 2816128"/>
                <a:gd name="connsiteY61" fmla="*/ 3653594 h 3827499"/>
                <a:gd name="connsiteX62" fmla="*/ 2114901 w 2816128"/>
                <a:gd name="connsiteY62" fmla="*/ 3754571 h 3827499"/>
                <a:gd name="connsiteX63" fmla="*/ 2210268 w 2816128"/>
                <a:gd name="connsiteY63" fmla="*/ 3821889 h 3827499"/>
                <a:gd name="connsiteX64" fmla="*/ 2283195 w 2816128"/>
                <a:gd name="connsiteY64" fmla="*/ 3771401 h 3827499"/>
                <a:gd name="connsiteX65" fmla="*/ 2271976 w 2816128"/>
                <a:gd name="connsiteY65" fmla="*/ 3676034 h 3827499"/>
                <a:gd name="connsiteX66" fmla="*/ 2451490 w 2816128"/>
                <a:gd name="connsiteY66" fmla="*/ 3597496 h 3827499"/>
                <a:gd name="connsiteX67" fmla="*/ 2434660 w 2816128"/>
                <a:gd name="connsiteY67" fmla="*/ 3423592 h 3827499"/>
                <a:gd name="connsiteX68" fmla="*/ 1929777 w 2816128"/>
                <a:gd name="connsiteY68" fmla="*/ 3395543 h 3827499"/>
                <a:gd name="connsiteX69" fmla="*/ 1918557 w 2816128"/>
                <a:gd name="connsiteY69" fmla="*/ 3070174 h 3827499"/>
                <a:gd name="connsiteX70" fmla="*/ 1884898 w 2816128"/>
                <a:gd name="connsiteY70" fmla="*/ 3053344 h 3827499"/>
                <a:gd name="connsiteX71" fmla="*/ 1907338 w 2816128"/>
                <a:gd name="connsiteY71" fmla="*/ 2873830 h 3827499"/>
                <a:gd name="connsiteX72" fmla="*/ 1862459 w 2816128"/>
                <a:gd name="connsiteY72" fmla="*/ 2812122 h 3827499"/>
                <a:gd name="connsiteX73" fmla="*/ 2109291 w 2816128"/>
                <a:gd name="connsiteY73" fmla="*/ 2756024 h 3827499"/>
                <a:gd name="connsiteX74" fmla="*/ 2131730 w 2816128"/>
                <a:gd name="connsiteY74" fmla="*/ 2626998 h 3827499"/>
                <a:gd name="connsiteX75" fmla="*/ 2372952 w 2816128"/>
                <a:gd name="connsiteY75" fmla="*/ 2660657 h 3827499"/>
                <a:gd name="connsiteX76" fmla="*/ 2597345 w 2816128"/>
                <a:gd name="connsiteY76" fmla="*/ 2071626 h 3827499"/>
                <a:gd name="connsiteX77" fmla="*/ 2552466 w 2816128"/>
                <a:gd name="connsiteY77" fmla="*/ 1987479 h 3827499"/>
                <a:gd name="connsiteX78" fmla="*/ 2698322 w 2816128"/>
                <a:gd name="connsiteY78" fmla="*/ 1499425 h 3827499"/>
                <a:gd name="connsiteX79" fmla="*/ 2642224 w 2816128"/>
                <a:gd name="connsiteY79" fmla="*/ 1392839 h 3827499"/>
                <a:gd name="connsiteX80" fmla="*/ 2501978 w 2816128"/>
                <a:gd name="connsiteY80" fmla="*/ 809418 h 3827499"/>
                <a:gd name="connsiteX81" fmla="*/ 2816128 w 2816128"/>
                <a:gd name="connsiteY81" fmla="*/ 686002 h 3827499"/>
                <a:gd name="connsiteX82" fmla="*/ 2771249 w 2816128"/>
                <a:gd name="connsiteY82" fmla="*/ 450390 h 3827499"/>
                <a:gd name="connsiteX83" fmla="*/ 2647833 w 2816128"/>
                <a:gd name="connsiteY83" fmla="*/ 80143 h 3827499"/>
                <a:gd name="connsiteX0" fmla="*/ 2647833 w 2816128"/>
                <a:gd name="connsiteY0" fmla="*/ 80143 h 3827499"/>
                <a:gd name="connsiteX1" fmla="*/ 2395391 w 2816128"/>
                <a:gd name="connsiteY1" fmla="*/ 1604 h 3827499"/>
                <a:gd name="connsiteX2" fmla="*/ 2193438 w 2816128"/>
                <a:gd name="connsiteY2" fmla="*/ 197948 h 3827499"/>
                <a:gd name="connsiteX3" fmla="*/ 2114901 w 2816128"/>
                <a:gd name="connsiteY3" fmla="*/ 214777 h 3827499"/>
                <a:gd name="connsiteX4" fmla="*/ 2142950 w 2816128"/>
                <a:gd name="connsiteY4" fmla="*/ 326974 h 3827499"/>
                <a:gd name="connsiteX5" fmla="*/ 2047583 w 2816128"/>
                <a:gd name="connsiteY5" fmla="*/ 495268 h 3827499"/>
                <a:gd name="connsiteX6" fmla="*/ 2159779 w 2816128"/>
                <a:gd name="connsiteY6" fmla="*/ 747710 h 3827499"/>
                <a:gd name="connsiteX7" fmla="*/ 2030754 w 2816128"/>
                <a:gd name="connsiteY7" fmla="*/ 792588 h 3827499"/>
                <a:gd name="connsiteX8" fmla="*/ 1997095 w 2816128"/>
                <a:gd name="connsiteY8" fmla="*/ 859906 h 3827499"/>
                <a:gd name="connsiteX9" fmla="*/ 1997095 w 2816128"/>
                <a:gd name="connsiteY9" fmla="*/ 747710 h 3827499"/>
                <a:gd name="connsiteX10" fmla="*/ 1946606 w 2816128"/>
                <a:gd name="connsiteY10" fmla="*/ 708441 h 3827499"/>
                <a:gd name="connsiteX11" fmla="*/ 1772702 w 2816128"/>
                <a:gd name="connsiteY11" fmla="*/ 758929 h 3827499"/>
                <a:gd name="connsiteX12" fmla="*/ 1402454 w 2816128"/>
                <a:gd name="connsiteY12" fmla="*/ 618684 h 3827499"/>
                <a:gd name="connsiteX13" fmla="*/ 1705384 w 2816128"/>
                <a:gd name="connsiteY13" fmla="*/ 1190885 h 3827499"/>
                <a:gd name="connsiteX14" fmla="*/ 1800751 w 2816128"/>
                <a:gd name="connsiteY14" fmla="*/ 1263813 h 3827499"/>
                <a:gd name="connsiteX15" fmla="*/ 1649286 w 2816128"/>
                <a:gd name="connsiteY15" fmla="*/ 1488205 h 3827499"/>
                <a:gd name="connsiteX16" fmla="*/ 1727824 w 2816128"/>
                <a:gd name="connsiteY16" fmla="*/ 1706988 h 3827499"/>
                <a:gd name="connsiteX17" fmla="*/ 1817581 w 2816128"/>
                <a:gd name="connsiteY17" fmla="*/ 1701379 h 3827499"/>
                <a:gd name="connsiteX18" fmla="*/ 1671725 w 2816128"/>
                <a:gd name="connsiteY18" fmla="*/ 1869673 h 3827499"/>
                <a:gd name="connsiteX19" fmla="*/ 914400 w 2816128"/>
                <a:gd name="connsiteY19" fmla="*/ 1617231 h 3827499"/>
                <a:gd name="connsiteX20" fmla="*/ 460005 w 2816128"/>
                <a:gd name="connsiteY20" fmla="*/ 2643828 h 3827499"/>
                <a:gd name="connsiteX21" fmla="*/ 263662 w 2816128"/>
                <a:gd name="connsiteY21" fmla="*/ 2851391 h 3827499"/>
                <a:gd name="connsiteX22" fmla="*/ 44879 w 2816128"/>
                <a:gd name="connsiteY22" fmla="*/ 2896269 h 3827499"/>
                <a:gd name="connsiteX23" fmla="*/ 0 w 2816128"/>
                <a:gd name="connsiteY23" fmla="*/ 3002856 h 3827499"/>
                <a:gd name="connsiteX24" fmla="*/ 274881 w 2816128"/>
                <a:gd name="connsiteY24" fmla="*/ 3126272 h 3827499"/>
                <a:gd name="connsiteX25" fmla="*/ 504884 w 2816128"/>
                <a:gd name="connsiteY25" fmla="*/ 3025295 h 3827499"/>
                <a:gd name="connsiteX26" fmla="*/ 471225 w 2816128"/>
                <a:gd name="connsiteY26" fmla="*/ 3154321 h 3827499"/>
                <a:gd name="connsiteX27" fmla="*/ 572201 w 2816128"/>
                <a:gd name="connsiteY27" fmla="*/ 3199199 h 3827499"/>
                <a:gd name="connsiteX28" fmla="*/ 381468 w 2816128"/>
                <a:gd name="connsiteY28" fmla="*/ 3659204 h 3827499"/>
                <a:gd name="connsiteX29" fmla="*/ 196344 w 2816128"/>
                <a:gd name="connsiteY29" fmla="*/ 3704083 h 3827499"/>
                <a:gd name="connsiteX30" fmla="*/ 263662 w 2816128"/>
                <a:gd name="connsiteY30" fmla="*/ 3805059 h 3827499"/>
                <a:gd name="connsiteX31" fmla="*/ 555372 w 2816128"/>
                <a:gd name="connsiteY31" fmla="*/ 3827499 h 3827499"/>
                <a:gd name="connsiteX32" fmla="*/ 589031 w 2816128"/>
                <a:gd name="connsiteY32" fmla="*/ 3619936 h 3827499"/>
                <a:gd name="connsiteX33" fmla="*/ 645129 w 2816128"/>
                <a:gd name="connsiteY33" fmla="*/ 3614326 h 3827499"/>
                <a:gd name="connsiteX34" fmla="*/ 690008 w 2816128"/>
                <a:gd name="connsiteY34" fmla="*/ 3737742 h 3827499"/>
                <a:gd name="connsiteX35" fmla="*/ 774155 w 2816128"/>
                <a:gd name="connsiteY35" fmla="*/ 3743352 h 3827499"/>
                <a:gd name="connsiteX36" fmla="*/ 779765 w 2816128"/>
                <a:gd name="connsiteY36" fmla="*/ 3513349 h 3827499"/>
                <a:gd name="connsiteX37" fmla="*/ 746106 w 2816128"/>
                <a:gd name="connsiteY37" fmla="*/ 3244078 h 3827499"/>
                <a:gd name="connsiteX38" fmla="*/ 903181 w 2816128"/>
                <a:gd name="connsiteY38" fmla="*/ 2666267 h 3827499"/>
                <a:gd name="connsiteX39" fmla="*/ 1166842 w 2816128"/>
                <a:gd name="connsiteY39" fmla="*/ 2559680 h 3827499"/>
                <a:gd name="connsiteX40" fmla="*/ 1531480 w 2816128"/>
                <a:gd name="connsiteY40" fmla="*/ 2666267 h 3827499"/>
                <a:gd name="connsiteX41" fmla="*/ 1593188 w 2816128"/>
                <a:gd name="connsiteY41" fmla="*/ 2666267 h 3827499"/>
                <a:gd name="connsiteX42" fmla="*/ 1649286 w 2816128"/>
                <a:gd name="connsiteY42" fmla="*/ 2767244 h 3827499"/>
                <a:gd name="connsiteX43" fmla="*/ 1800751 w 2816128"/>
                <a:gd name="connsiteY43" fmla="*/ 2800902 h 3827499"/>
                <a:gd name="connsiteX44" fmla="*/ 1811971 w 2816128"/>
                <a:gd name="connsiteY44" fmla="*/ 2834561 h 3827499"/>
                <a:gd name="connsiteX45" fmla="*/ 1772702 w 2816128"/>
                <a:gd name="connsiteY45" fmla="*/ 3036515 h 3827499"/>
                <a:gd name="connsiteX46" fmla="*/ 1750263 w 2816128"/>
                <a:gd name="connsiteY46" fmla="*/ 3361884 h 3827499"/>
                <a:gd name="connsiteX47" fmla="*/ 1542700 w 2816128"/>
                <a:gd name="connsiteY47" fmla="*/ 3384323 h 3827499"/>
                <a:gd name="connsiteX48" fmla="*/ 1206111 w 2816128"/>
                <a:gd name="connsiteY48" fmla="*/ 3434812 h 3827499"/>
                <a:gd name="connsiteX49" fmla="*/ 1178062 w 2816128"/>
                <a:gd name="connsiteY49" fmla="*/ 3507739 h 3827499"/>
                <a:gd name="connsiteX50" fmla="*/ 1116354 w 2816128"/>
                <a:gd name="connsiteY50" fmla="*/ 3535788 h 3827499"/>
                <a:gd name="connsiteX51" fmla="*/ 1144403 w 2816128"/>
                <a:gd name="connsiteY51" fmla="*/ 3670424 h 3827499"/>
                <a:gd name="connsiteX52" fmla="*/ 1284648 w 2816128"/>
                <a:gd name="connsiteY52" fmla="*/ 3676034 h 3827499"/>
                <a:gd name="connsiteX53" fmla="*/ 1279038 w 2816128"/>
                <a:gd name="connsiteY53" fmla="*/ 3524569 h 3827499"/>
                <a:gd name="connsiteX54" fmla="*/ 1458552 w 2816128"/>
                <a:gd name="connsiteY54" fmla="*/ 3535788 h 3827499"/>
                <a:gd name="connsiteX55" fmla="*/ 1430503 w 2816128"/>
                <a:gd name="connsiteY55" fmla="*/ 3614326 h 3827499"/>
                <a:gd name="connsiteX56" fmla="*/ 1402454 w 2816128"/>
                <a:gd name="connsiteY56" fmla="*/ 3676034 h 3827499"/>
                <a:gd name="connsiteX57" fmla="*/ 1318307 w 2816128"/>
                <a:gd name="connsiteY57" fmla="*/ 3692863 h 3827499"/>
                <a:gd name="connsiteX58" fmla="*/ 1452943 w 2816128"/>
                <a:gd name="connsiteY58" fmla="*/ 3816279 h 3827499"/>
                <a:gd name="connsiteX59" fmla="*/ 1520260 w 2816128"/>
                <a:gd name="connsiteY59" fmla="*/ 3681644 h 3827499"/>
                <a:gd name="connsiteX60" fmla="*/ 1823190 w 2816128"/>
                <a:gd name="connsiteY60" fmla="*/ 3580667 h 3827499"/>
                <a:gd name="connsiteX61" fmla="*/ 2159779 w 2816128"/>
                <a:gd name="connsiteY61" fmla="*/ 3653594 h 3827499"/>
                <a:gd name="connsiteX62" fmla="*/ 2114901 w 2816128"/>
                <a:gd name="connsiteY62" fmla="*/ 3754571 h 3827499"/>
                <a:gd name="connsiteX63" fmla="*/ 2210268 w 2816128"/>
                <a:gd name="connsiteY63" fmla="*/ 3821889 h 3827499"/>
                <a:gd name="connsiteX64" fmla="*/ 2283195 w 2816128"/>
                <a:gd name="connsiteY64" fmla="*/ 3771401 h 3827499"/>
                <a:gd name="connsiteX65" fmla="*/ 2271976 w 2816128"/>
                <a:gd name="connsiteY65" fmla="*/ 3676034 h 3827499"/>
                <a:gd name="connsiteX66" fmla="*/ 2451490 w 2816128"/>
                <a:gd name="connsiteY66" fmla="*/ 3597496 h 3827499"/>
                <a:gd name="connsiteX67" fmla="*/ 2434660 w 2816128"/>
                <a:gd name="connsiteY67" fmla="*/ 3423592 h 3827499"/>
                <a:gd name="connsiteX68" fmla="*/ 1929777 w 2816128"/>
                <a:gd name="connsiteY68" fmla="*/ 3395543 h 3827499"/>
                <a:gd name="connsiteX69" fmla="*/ 1918557 w 2816128"/>
                <a:gd name="connsiteY69" fmla="*/ 3070174 h 3827499"/>
                <a:gd name="connsiteX70" fmla="*/ 1884898 w 2816128"/>
                <a:gd name="connsiteY70" fmla="*/ 3053344 h 3827499"/>
                <a:gd name="connsiteX71" fmla="*/ 1907338 w 2816128"/>
                <a:gd name="connsiteY71" fmla="*/ 2873830 h 3827499"/>
                <a:gd name="connsiteX72" fmla="*/ 1862459 w 2816128"/>
                <a:gd name="connsiteY72" fmla="*/ 2812122 h 3827499"/>
                <a:gd name="connsiteX73" fmla="*/ 2109291 w 2816128"/>
                <a:gd name="connsiteY73" fmla="*/ 2756024 h 3827499"/>
                <a:gd name="connsiteX74" fmla="*/ 2131730 w 2816128"/>
                <a:gd name="connsiteY74" fmla="*/ 2626998 h 3827499"/>
                <a:gd name="connsiteX75" fmla="*/ 2372952 w 2816128"/>
                <a:gd name="connsiteY75" fmla="*/ 2660657 h 3827499"/>
                <a:gd name="connsiteX76" fmla="*/ 2597345 w 2816128"/>
                <a:gd name="connsiteY76" fmla="*/ 2071626 h 3827499"/>
                <a:gd name="connsiteX77" fmla="*/ 2552466 w 2816128"/>
                <a:gd name="connsiteY77" fmla="*/ 1987479 h 3827499"/>
                <a:gd name="connsiteX78" fmla="*/ 2698322 w 2816128"/>
                <a:gd name="connsiteY78" fmla="*/ 1499425 h 3827499"/>
                <a:gd name="connsiteX79" fmla="*/ 2642224 w 2816128"/>
                <a:gd name="connsiteY79" fmla="*/ 1392839 h 3827499"/>
                <a:gd name="connsiteX80" fmla="*/ 2501978 w 2816128"/>
                <a:gd name="connsiteY80" fmla="*/ 809418 h 3827499"/>
                <a:gd name="connsiteX81" fmla="*/ 2816128 w 2816128"/>
                <a:gd name="connsiteY81" fmla="*/ 686002 h 3827499"/>
                <a:gd name="connsiteX82" fmla="*/ 2771249 w 2816128"/>
                <a:gd name="connsiteY82" fmla="*/ 450390 h 3827499"/>
                <a:gd name="connsiteX83" fmla="*/ 2647833 w 2816128"/>
                <a:gd name="connsiteY83" fmla="*/ 80143 h 3827499"/>
                <a:gd name="connsiteX0" fmla="*/ 2647833 w 2771249"/>
                <a:gd name="connsiteY0" fmla="*/ 80143 h 3827499"/>
                <a:gd name="connsiteX1" fmla="*/ 2395391 w 2771249"/>
                <a:gd name="connsiteY1" fmla="*/ 1604 h 3827499"/>
                <a:gd name="connsiteX2" fmla="*/ 2193438 w 2771249"/>
                <a:gd name="connsiteY2" fmla="*/ 197948 h 3827499"/>
                <a:gd name="connsiteX3" fmla="*/ 2114901 w 2771249"/>
                <a:gd name="connsiteY3" fmla="*/ 214777 h 3827499"/>
                <a:gd name="connsiteX4" fmla="*/ 2142950 w 2771249"/>
                <a:gd name="connsiteY4" fmla="*/ 326974 h 3827499"/>
                <a:gd name="connsiteX5" fmla="*/ 2047583 w 2771249"/>
                <a:gd name="connsiteY5" fmla="*/ 495268 h 3827499"/>
                <a:gd name="connsiteX6" fmla="*/ 2159779 w 2771249"/>
                <a:gd name="connsiteY6" fmla="*/ 747710 h 3827499"/>
                <a:gd name="connsiteX7" fmla="*/ 2030754 w 2771249"/>
                <a:gd name="connsiteY7" fmla="*/ 792588 h 3827499"/>
                <a:gd name="connsiteX8" fmla="*/ 1997095 w 2771249"/>
                <a:gd name="connsiteY8" fmla="*/ 859906 h 3827499"/>
                <a:gd name="connsiteX9" fmla="*/ 1997095 w 2771249"/>
                <a:gd name="connsiteY9" fmla="*/ 747710 h 3827499"/>
                <a:gd name="connsiteX10" fmla="*/ 1946606 w 2771249"/>
                <a:gd name="connsiteY10" fmla="*/ 708441 h 3827499"/>
                <a:gd name="connsiteX11" fmla="*/ 1772702 w 2771249"/>
                <a:gd name="connsiteY11" fmla="*/ 758929 h 3827499"/>
                <a:gd name="connsiteX12" fmla="*/ 1402454 w 2771249"/>
                <a:gd name="connsiteY12" fmla="*/ 618684 h 3827499"/>
                <a:gd name="connsiteX13" fmla="*/ 1705384 w 2771249"/>
                <a:gd name="connsiteY13" fmla="*/ 1190885 h 3827499"/>
                <a:gd name="connsiteX14" fmla="*/ 1800751 w 2771249"/>
                <a:gd name="connsiteY14" fmla="*/ 1263813 h 3827499"/>
                <a:gd name="connsiteX15" fmla="*/ 1649286 w 2771249"/>
                <a:gd name="connsiteY15" fmla="*/ 1488205 h 3827499"/>
                <a:gd name="connsiteX16" fmla="*/ 1727824 w 2771249"/>
                <a:gd name="connsiteY16" fmla="*/ 1706988 h 3827499"/>
                <a:gd name="connsiteX17" fmla="*/ 1817581 w 2771249"/>
                <a:gd name="connsiteY17" fmla="*/ 1701379 h 3827499"/>
                <a:gd name="connsiteX18" fmla="*/ 1671725 w 2771249"/>
                <a:gd name="connsiteY18" fmla="*/ 1869673 h 3827499"/>
                <a:gd name="connsiteX19" fmla="*/ 914400 w 2771249"/>
                <a:gd name="connsiteY19" fmla="*/ 1617231 h 3827499"/>
                <a:gd name="connsiteX20" fmla="*/ 460005 w 2771249"/>
                <a:gd name="connsiteY20" fmla="*/ 2643828 h 3827499"/>
                <a:gd name="connsiteX21" fmla="*/ 263662 w 2771249"/>
                <a:gd name="connsiteY21" fmla="*/ 2851391 h 3827499"/>
                <a:gd name="connsiteX22" fmla="*/ 44879 w 2771249"/>
                <a:gd name="connsiteY22" fmla="*/ 2896269 h 3827499"/>
                <a:gd name="connsiteX23" fmla="*/ 0 w 2771249"/>
                <a:gd name="connsiteY23" fmla="*/ 3002856 h 3827499"/>
                <a:gd name="connsiteX24" fmla="*/ 274881 w 2771249"/>
                <a:gd name="connsiteY24" fmla="*/ 3126272 h 3827499"/>
                <a:gd name="connsiteX25" fmla="*/ 504884 w 2771249"/>
                <a:gd name="connsiteY25" fmla="*/ 3025295 h 3827499"/>
                <a:gd name="connsiteX26" fmla="*/ 471225 w 2771249"/>
                <a:gd name="connsiteY26" fmla="*/ 3154321 h 3827499"/>
                <a:gd name="connsiteX27" fmla="*/ 572201 w 2771249"/>
                <a:gd name="connsiteY27" fmla="*/ 3199199 h 3827499"/>
                <a:gd name="connsiteX28" fmla="*/ 381468 w 2771249"/>
                <a:gd name="connsiteY28" fmla="*/ 3659204 h 3827499"/>
                <a:gd name="connsiteX29" fmla="*/ 196344 w 2771249"/>
                <a:gd name="connsiteY29" fmla="*/ 3704083 h 3827499"/>
                <a:gd name="connsiteX30" fmla="*/ 263662 w 2771249"/>
                <a:gd name="connsiteY30" fmla="*/ 3805059 h 3827499"/>
                <a:gd name="connsiteX31" fmla="*/ 555372 w 2771249"/>
                <a:gd name="connsiteY31" fmla="*/ 3827499 h 3827499"/>
                <a:gd name="connsiteX32" fmla="*/ 589031 w 2771249"/>
                <a:gd name="connsiteY32" fmla="*/ 3619936 h 3827499"/>
                <a:gd name="connsiteX33" fmla="*/ 645129 w 2771249"/>
                <a:gd name="connsiteY33" fmla="*/ 3614326 h 3827499"/>
                <a:gd name="connsiteX34" fmla="*/ 690008 w 2771249"/>
                <a:gd name="connsiteY34" fmla="*/ 3737742 h 3827499"/>
                <a:gd name="connsiteX35" fmla="*/ 774155 w 2771249"/>
                <a:gd name="connsiteY35" fmla="*/ 3743352 h 3827499"/>
                <a:gd name="connsiteX36" fmla="*/ 779765 w 2771249"/>
                <a:gd name="connsiteY36" fmla="*/ 3513349 h 3827499"/>
                <a:gd name="connsiteX37" fmla="*/ 746106 w 2771249"/>
                <a:gd name="connsiteY37" fmla="*/ 3244078 h 3827499"/>
                <a:gd name="connsiteX38" fmla="*/ 903181 w 2771249"/>
                <a:gd name="connsiteY38" fmla="*/ 2666267 h 3827499"/>
                <a:gd name="connsiteX39" fmla="*/ 1166842 w 2771249"/>
                <a:gd name="connsiteY39" fmla="*/ 2559680 h 3827499"/>
                <a:gd name="connsiteX40" fmla="*/ 1531480 w 2771249"/>
                <a:gd name="connsiteY40" fmla="*/ 2666267 h 3827499"/>
                <a:gd name="connsiteX41" fmla="*/ 1593188 w 2771249"/>
                <a:gd name="connsiteY41" fmla="*/ 2666267 h 3827499"/>
                <a:gd name="connsiteX42" fmla="*/ 1649286 w 2771249"/>
                <a:gd name="connsiteY42" fmla="*/ 2767244 h 3827499"/>
                <a:gd name="connsiteX43" fmla="*/ 1800751 w 2771249"/>
                <a:gd name="connsiteY43" fmla="*/ 2800902 h 3827499"/>
                <a:gd name="connsiteX44" fmla="*/ 1811971 w 2771249"/>
                <a:gd name="connsiteY44" fmla="*/ 2834561 h 3827499"/>
                <a:gd name="connsiteX45" fmla="*/ 1772702 w 2771249"/>
                <a:gd name="connsiteY45" fmla="*/ 3036515 h 3827499"/>
                <a:gd name="connsiteX46" fmla="*/ 1750263 w 2771249"/>
                <a:gd name="connsiteY46" fmla="*/ 3361884 h 3827499"/>
                <a:gd name="connsiteX47" fmla="*/ 1542700 w 2771249"/>
                <a:gd name="connsiteY47" fmla="*/ 3384323 h 3827499"/>
                <a:gd name="connsiteX48" fmla="*/ 1206111 w 2771249"/>
                <a:gd name="connsiteY48" fmla="*/ 3434812 h 3827499"/>
                <a:gd name="connsiteX49" fmla="*/ 1178062 w 2771249"/>
                <a:gd name="connsiteY49" fmla="*/ 3507739 h 3827499"/>
                <a:gd name="connsiteX50" fmla="*/ 1116354 w 2771249"/>
                <a:gd name="connsiteY50" fmla="*/ 3535788 h 3827499"/>
                <a:gd name="connsiteX51" fmla="*/ 1144403 w 2771249"/>
                <a:gd name="connsiteY51" fmla="*/ 3670424 h 3827499"/>
                <a:gd name="connsiteX52" fmla="*/ 1284648 w 2771249"/>
                <a:gd name="connsiteY52" fmla="*/ 3676034 h 3827499"/>
                <a:gd name="connsiteX53" fmla="*/ 1279038 w 2771249"/>
                <a:gd name="connsiteY53" fmla="*/ 3524569 h 3827499"/>
                <a:gd name="connsiteX54" fmla="*/ 1458552 w 2771249"/>
                <a:gd name="connsiteY54" fmla="*/ 3535788 h 3827499"/>
                <a:gd name="connsiteX55" fmla="*/ 1430503 w 2771249"/>
                <a:gd name="connsiteY55" fmla="*/ 3614326 h 3827499"/>
                <a:gd name="connsiteX56" fmla="*/ 1402454 w 2771249"/>
                <a:gd name="connsiteY56" fmla="*/ 3676034 h 3827499"/>
                <a:gd name="connsiteX57" fmla="*/ 1318307 w 2771249"/>
                <a:gd name="connsiteY57" fmla="*/ 3692863 h 3827499"/>
                <a:gd name="connsiteX58" fmla="*/ 1452943 w 2771249"/>
                <a:gd name="connsiteY58" fmla="*/ 3816279 h 3827499"/>
                <a:gd name="connsiteX59" fmla="*/ 1520260 w 2771249"/>
                <a:gd name="connsiteY59" fmla="*/ 3681644 h 3827499"/>
                <a:gd name="connsiteX60" fmla="*/ 1823190 w 2771249"/>
                <a:gd name="connsiteY60" fmla="*/ 3580667 h 3827499"/>
                <a:gd name="connsiteX61" fmla="*/ 2159779 w 2771249"/>
                <a:gd name="connsiteY61" fmla="*/ 3653594 h 3827499"/>
                <a:gd name="connsiteX62" fmla="*/ 2114901 w 2771249"/>
                <a:gd name="connsiteY62" fmla="*/ 3754571 h 3827499"/>
                <a:gd name="connsiteX63" fmla="*/ 2210268 w 2771249"/>
                <a:gd name="connsiteY63" fmla="*/ 3821889 h 3827499"/>
                <a:gd name="connsiteX64" fmla="*/ 2283195 w 2771249"/>
                <a:gd name="connsiteY64" fmla="*/ 3771401 h 3827499"/>
                <a:gd name="connsiteX65" fmla="*/ 2271976 w 2771249"/>
                <a:gd name="connsiteY65" fmla="*/ 3676034 h 3827499"/>
                <a:gd name="connsiteX66" fmla="*/ 2451490 w 2771249"/>
                <a:gd name="connsiteY66" fmla="*/ 3597496 h 3827499"/>
                <a:gd name="connsiteX67" fmla="*/ 2434660 w 2771249"/>
                <a:gd name="connsiteY67" fmla="*/ 3423592 h 3827499"/>
                <a:gd name="connsiteX68" fmla="*/ 1929777 w 2771249"/>
                <a:gd name="connsiteY68" fmla="*/ 3395543 h 3827499"/>
                <a:gd name="connsiteX69" fmla="*/ 1918557 w 2771249"/>
                <a:gd name="connsiteY69" fmla="*/ 3070174 h 3827499"/>
                <a:gd name="connsiteX70" fmla="*/ 1884898 w 2771249"/>
                <a:gd name="connsiteY70" fmla="*/ 3053344 h 3827499"/>
                <a:gd name="connsiteX71" fmla="*/ 1907338 w 2771249"/>
                <a:gd name="connsiteY71" fmla="*/ 2873830 h 3827499"/>
                <a:gd name="connsiteX72" fmla="*/ 1862459 w 2771249"/>
                <a:gd name="connsiteY72" fmla="*/ 2812122 h 3827499"/>
                <a:gd name="connsiteX73" fmla="*/ 2109291 w 2771249"/>
                <a:gd name="connsiteY73" fmla="*/ 2756024 h 3827499"/>
                <a:gd name="connsiteX74" fmla="*/ 2131730 w 2771249"/>
                <a:gd name="connsiteY74" fmla="*/ 2626998 h 3827499"/>
                <a:gd name="connsiteX75" fmla="*/ 2372952 w 2771249"/>
                <a:gd name="connsiteY75" fmla="*/ 2660657 h 3827499"/>
                <a:gd name="connsiteX76" fmla="*/ 2597345 w 2771249"/>
                <a:gd name="connsiteY76" fmla="*/ 2071626 h 3827499"/>
                <a:gd name="connsiteX77" fmla="*/ 2552466 w 2771249"/>
                <a:gd name="connsiteY77" fmla="*/ 1987479 h 3827499"/>
                <a:gd name="connsiteX78" fmla="*/ 2698322 w 2771249"/>
                <a:gd name="connsiteY78" fmla="*/ 1499425 h 3827499"/>
                <a:gd name="connsiteX79" fmla="*/ 2642224 w 2771249"/>
                <a:gd name="connsiteY79" fmla="*/ 1392839 h 3827499"/>
                <a:gd name="connsiteX80" fmla="*/ 2501978 w 2771249"/>
                <a:gd name="connsiteY80" fmla="*/ 809418 h 3827499"/>
                <a:gd name="connsiteX81" fmla="*/ 2765640 w 2771249"/>
                <a:gd name="connsiteY81" fmla="*/ 674782 h 3827499"/>
                <a:gd name="connsiteX82" fmla="*/ 2771249 w 2771249"/>
                <a:gd name="connsiteY82" fmla="*/ 450390 h 3827499"/>
                <a:gd name="connsiteX83" fmla="*/ 2647833 w 2771249"/>
                <a:gd name="connsiteY83" fmla="*/ 80143 h 3827499"/>
                <a:gd name="connsiteX0" fmla="*/ 2647833 w 2765640"/>
                <a:gd name="connsiteY0" fmla="*/ 80143 h 3827499"/>
                <a:gd name="connsiteX1" fmla="*/ 2395391 w 2765640"/>
                <a:gd name="connsiteY1" fmla="*/ 1604 h 3827499"/>
                <a:gd name="connsiteX2" fmla="*/ 2193438 w 2765640"/>
                <a:gd name="connsiteY2" fmla="*/ 197948 h 3827499"/>
                <a:gd name="connsiteX3" fmla="*/ 2114901 w 2765640"/>
                <a:gd name="connsiteY3" fmla="*/ 214777 h 3827499"/>
                <a:gd name="connsiteX4" fmla="*/ 2142950 w 2765640"/>
                <a:gd name="connsiteY4" fmla="*/ 326974 h 3827499"/>
                <a:gd name="connsiteX5" fmla="*/ 2047583 w 2765640"/>
                <a:gd name="connsiteY5" fmla="*/ 495268 h 3827499"/>
                <a:gd name="connsiteX6" fmla="*/ 2159779 w 2765640"/>
                <a:gd name="connsiteY6" fmla="*/ 747710 h 3827499"/>
                <a:gd name="connsiteX7" fmla="*/ 2030754 w 2765640"/>
                <a:gd name="connsiteY7" fmla="*/ 792588 h 3827499"/>
                <a:gd name="connsiteX8" fmla="*/ 1997095 w 2765640"/>
                <a:gd name="connsiteY8" fmla="*/ 859906 h 3827499"/>
                <a:gd name="connsiteX9" fmla="*/ 1997095 w 2765640"/>
                <a:gd name="connsiteY9" fmla="*/ 747710 h 3827499"/>
                <a:gd name="connsiteX10" fmla="*/ 1946606 w 2765640"/>
                <a:gd name="connsiteY10" fmla="*/ 708441 h 3827499"/>
                <a:gd name="connsiteX11" fmla="*/ 1772702 w 2765640"/>
                <a:gd name="connsiteY11" fmla="*/ 758929 h 3827499"/>
                <a:gd name="connsiteX12" fmla="*/ 1402454 w 2765640"/>
                <a:gd name="connsiteY12" fmla="*/ 618684 h 3827499"/>
                <a:gd name="connsiteX13" fmla="*/ 1705384 w 2765640"/>
                <a:gd name="connsiteY13" fmla="*/ 1190885 h 3827499"/>
                <a:gd name="connsiteX14" fmla="*/ 1800751 w 2765640"/>
                <a:gd name="connsiteY14" fmla="*/ 1263813 h 3827499"/>
                <a:gd name="connsiteX15" fmla="*/ 1649286 w 2765640"/>
                <a:gd name="connsiteY15" fmla="*/ 1488205 h 3827499"/>
                <a:gd name="connsiteX16" fmla="*/ 1727824 w 2765640"/>
                <a:gd name="connsiteY16" fmla="*/ 1706988 h 3827499"/>
                <a:gd name="connsiteX17" fmla="*/ 1817581 w 2765640"/>
                <a:gd name="connsiteY17" fmla="*/ 1701379 h 3827499"/>
                <a:gd name="connsiteX18" fmla="*/ 1671725 w 2765640"/>
                <a:gd name="connsiteY18" fmla="*/ 1869673 h 3827499"/>
                <a:gd name="connsiteX19" fmla="*/ 914400 w 2765640"/>
                <a:gd name="connsiteY19" fmla="*/ 1617231 h 3827499"/>
                <a:gd name="connsiteX20" fmla="*/ 460005 w 2765640"/>
                <a:gd name="connsiteY20" fmla="*/ 2643828 h 3827499"/>
                <a:gd name="connsiteX21" fmla="*/ 263662 w 2765640"/>
                <a:gd name="connsiteY21" fmla="*/ 2851391 h 3827499"/>
                <a:gd name="connsiteX22" fmla="*/ 44879 w 2765640"/>
                <a:gd name="connsiteY22" fmla="*/ 2896269 h 3827499"/>
                <a:gd name="connsiteX23" fmla="*/ 0 w 2765640"/>
                <a:gd name="connsiteY23" fmla="*/ 3002856 h 3827499"/>
                <a:gd name="connsiteX24" fmla="*/ 274881 w 2765640"/>
                <a:gd name="connsiteY24" fmla="*/ 3126272 h 3827499"/>
                <a:gd name="connsiteX25" fmla="*/ 504884 w 2765640"/>
                <a:gd name="connsiteY25" fmla="*/ 3025295 h 3827499"/>
                <a:gd name="connsiteX26" fmla="*/ 471225 w 2765640"/>
                <a:gd name="connsiteY26" fmla="*/ 3154321 h 3827499"/>
                <a:gd name="connsiteX27" fmla="*/ 572201 w 2765640"/>
                <a:gd name="connsiteY27" fmla="*/ 3199199 h 3827499"/>
                <a:gd name="connsiteX28" fmla="*/ 381468 w 2765640"/>
                <a:gd name="connsiteY28" fmla="*/ 3659204 h 3827499"/>
                <a:gd name="connsiteX29" fmla="*/ 196344 w 2765640"/>
                <a:gd name="connsiteY29" fmla="*/ 3704083 h 3827499"/>
                <a:gd name="connsiteX30" fmla="*/ 263662 w 2765640"/>
                <a:gd name="connsiteY30" fmla="*/ 3805059 h 3827499"/>
                <a:gd name="connsiteX31" fmla="*/ 555372 w 2765640"/>
                <a:gd name="connsiteY31" fmla="*/ 3827499 h 3827499"/>
                <a:gd name="connsiteX32" fmla="*/ 589031 w 2765640"/>
                <a:gd name="connsiteY32" fmla="*/ 3619936 h 3827499"/>
                <a:gd name="connsiteX33" fmla="*/ 645129 w 2765640"/>
                <a:gd name="connsiteY33" fmla="*/ 3614326 h 3827499"/>
                <a:gd name="connsiteX34" fmla="*/ 690008 w 2765640"/>
                <a:gd name="connsiteY34" fmla="*/ 3737742 h 3827499"/>
                <a:gd name="connsiteX35" fmla="*/ 774155 w 2765640"/>
                <a:gd name="connsiteY35" fmla="*/ 3743352 h 3827499"/>
                <a:gd name="connsiteX36" fmla="*/ 779765 w 2765640"/>
                <a:gd name="connsiteY36" fmla="*/ 3513349 h 3827499"/>
                <a:gd name="connsiteX37" fmla="*/ 746106 w 2765640"/>
                <a:gd name="connsiteY37" fmla="*/ 3244078 h 3827499"/>
                <a:gd name="connsiteX38" fmla="*/ 903181 w 2765640"/>
                <a:gd name="connsiteY38" fmla="*/ 2666267 h 3827499"/>
                <a:gd name="connsiteX39" fmla="*/ 1166842 w 2765640"/>
                <a:gd name="connsiteY39" fmla="*/ 2559680 h 3827499"/>
                <a:gd name="connsiteX40" fmla="*/ 1531480 w 2765640"/>
                <a:gd name="connsiteY40" fmla="*/ 2666267 h 3827499"/>
                <a:gd name="connsiteX41" fmla="*/ 1593188 w 2765640"/>
                <a:gd name="connsiteY41" fmla="*/ 2666267 h 3827499"/>
                <a:gd name="connsiteX42" fmla="*/ 1649286 w 2765640"/>
                <a:gd name="connsiteY42" fmla="*/ 2767244 h 3827499"/>
                <a:gd name="connsiteX43" fmla="*/ 1800751 w 2765640"/>
                <a:gd name="connsiteY43" fmla="*/ 2800902 h 3827499"/>
                <a:gd name="connsiteX44" fmla="*/ 1811971 w 2765640"/>
                <a:gd name="connsiteY44" fmla="*/ 2834561 h 3827499"/>
                <a:gd name="connsiteX45" fmla="*/ 1772702 w 2765640"/>
                <a:gd name="connsiteY45" fmla="*/ 3036515 h 3827499"/>
                <a:gd name="connsiteX46" fmla="*/ 1750263 w 2765640"/>
                <a:gd name="connsiteY46" fmla="*/ 3361884 h 3827499"/>
                <a:gd name="connsiteX47" fmla="*/ 1542700 w 2765640"/>
                <a:gd name="connsiteY47" fmla="*/ 3384323 h 3827499"/>
                <a:gd name="connsiteX48" fmla="*/ 1206111 w 2765640"/>
                <a:gd name="connsiteY48" fmla="*/ 3434812 h 3827499"/>
                <a:gd name="connsiteX49" fmla="*/ 1178062 w 2765640"/>
                <a:gd name="connsiteY49" fmla="*/ 3507739 h 3827499"/>
                <a:gd name="connsiteX50" fmla="*/ 1116354 w 2765640"/>
                <a:gd name="connsiteY50" fmla="*/ 3535788 h 3827499"/>
                <a:gd name="connsiteX51" fmla="*/ 1144403 w 2765640"/>
                <a:gd name="connsiteY51" fmla="*/ 3670424 h 3827499"/>
                <a:gd name="connsiteX52" fmla="*/ 1284648 w 2765640"/>
                <a:gd name="connsiteY52" fmla="*/ 3676034 h 3827499"/>
                <a:gd name="connsiteX53" fmla="*/ 1279038 w 2765640"/>
                <a:gd name="connsiteY53" fmla="*/ 3524569 h 3827499"/>
                <a:gd name="connsiteX54" fmla="*/ 1458552 w 2765640"/>
                <a:gd name="connsiteY54" fmla="*/ 3535788 h 3827499"/>
                <a:gd name="connsiteX55" fmla="*/ 1430503 w 2765640"/>
                <a:gd name="connsiteY55" fmla="*/ 3614326 h 3827499"/>
                <a:gd name="connsiteX56" fmla="*/ 1402454 w 2765640"/>
                <a:gd name="connsiteY56" fmla="*/ 3676034 h 3827499"/>
                <a:gd name="connsiteX57" fmla="*/ 1318307 w 2765640"/>
                <a:gd name="connsiteY57" fmla="*/ 3692863 h 3827499"/>
                <a:gd name="connsiteX58" fmla="*/ 1452943 w 2765640"/>
                <a:gd name="connsiteY58" fmla="*/ 3816279 h 3827499"/>
                <a:gd name="connsiteX59" fmla="*/ 1520260 w 2765640"/>
                <a:gd name="connsiteY59" fmla="*/ 3681644 h 3827499"/>
                <a:gd name="connsiteX60" fmla="*/ 1823190 w 2765640"/>
                <a:gd name="connsiteY60" fmla="*/ 3580667 h 3827499"/>
                <a:gd name="connsiteX61" fmla="*/ 2159779 w 2765640"/>
                <a:gd name="connsiteY61" fmla="*/ 3653594 h 3827499"/>
                <a:gd name="connsiteX62" fmla="*/ 2114901 w 2765640"/>
                <a:gd name="connsiteY62" fmla="*/ 3754571 h 3827499"/>
                <a:gd name="connsiteX63" fmla="*/ 2210268 w 2765640"/>
                <a:gd name="connsiteY63" fmla="*/ 3821889 h 3827499"/>
                <a:gd name="connsiteX64" fmla="*/ 2283195 w 2765640"/>
                <a:gd name="connsiteY64" fmla="*/ 3771401 h 3827499"/>
                <a:gd name="connsiteX65" fmla="*/ 2271976 w 2765640"/>
                <a:gd name="connsiteY65" fmla="*/ 3676034 h 3827499"/>
                <a:gd name="connsiteX66" fmla="*/ 2451490 w 2765640"/>
                <a:gd name="connsiteY66" fmla="*/ 3597496 h 3827499"/>
                <a:gd name="connsiteX67" fmla="*/ 2434660 w 2765640"/>
                <a:gd name="connsiteY67" fmla="*/ 3423592 h 3827499"/>
                <a:gd name="connsiteX68" fmla="*/ 1929777 w 2765640"/>
                <a:gd name="connsiteY68" fmla="*/ 3395543 h 3827499"/>
                <a:gd name="connsiteX69" fmla="*/ 1918557 w 2765640"/>
                <a:gd name="connsiteY69" fmla="*/ 3070174 h 3827499"/>
                <a:gd name="connsiteX70" fmla="*/ 1884898 w 2765640"/>
                <a:gd name="connsiteY70" fmla="*/ 3053344 h 3827499"/>
                <a:gd name="connsiteX71" fmla="*/ 1907338 w 2765640"/>
                <a:gd name="connsiteY71" fmla="*/ 2873830 h 3827499"/>
                <a:gd name="connsiteX72" fmla="*/ 1862459 w 2765640"/>
                <a:gd name="connsiteY72" fmla="*/ 2812122 h 3827499"/>
                <a:gd name="connsiteX73" fmla="*/ 2109291 w 2765640"/>
                <a:gd name="connsiteY73" fmla="*/ 2756024 h 3827499"/>
                <a:gd name="connsiteX74" fmla="*/ 2131730 w 2765640"/>
                <a:gd name="connsiteY74" fmla="*/ 2626998 h 3827499"/>
                <a:gd name="connsiteX75" fmla="*/ 2372952 w 2765640"/>
                <a:gd name="connsiteY75" fmla="*/ 2660657 h 3827499"/>
                <a:gd name="connsiteX76" fmla="*/ 2597345 w 2765640"/>
                <a:gd name="connsiteY76" fmla="*/ 2071626 h 3827499"/>
                <a:gd name="connsiteX77" fmla="*/ 2552466 w 2765640"/>
                <a:gd name="connsiteY77" fmla="*/ 1987479 h 3827499"/>
                <a:gd name="connsiteX78" fmla="*/ 2698322 w 2765640"/>
                <a:gd name="connsiteY78" fmla="*/ 1499425 h 3827499"/>
                <a:gd name="connsiteX79" fmla="*/ 2642224 w 2765640"/>
                <a:gd name="connsiteY79" fmla="*/ 1392839 h 3827499"/>
                <a:gd name="connsiteX80" fmla="*/ 2501978 w 2765640"/>
                <a:gd name="connsiteY80" fmla="*/ 809418 h 3827499"/>
                <a:gd name="connsiteX81" fmla="*/ 2765640 w 2765640"/>
                <a:gd name="connsiteY81" fmla="*/ 674782 h 3827499"/>
                <a:gd name="connsiteX82" fmla="*/ 2715151 w 2765640"/>
                <a:gd name="connsiteY82" fmla="*/ 472829 h 3827499"/>
                <a:gd name="connsiteX83" fmla="*/ 2647833 w 2765640"/>
                <a:gd name="connsiteY83" fmla="*/ 80143 h 3827499"/>
                <a:gd name="connsiteX0" fmla="*/ 2647833 w 2793512"/>
                <a:gd name="connsiteY0" fmla="*/ 80143 h 3827499"/>
                <a:gd name="connsiteX1" fmla="*/ 2395391 w 2793512"/>
                <a:gd name="connsiteY1" fmla="*/ 1604 h 3827499"/>
                <a:gd name="connsiteX2" fmla="*/ 2193438 w 2793512"/>
                <a:gd name="connsiteY2" fmla="*/ 197948 h 3827499"/>
                <a:gd name="connsiteX3" fmla="*/ 2114901 w 2793512"/>
                <a:gd name="connsiteY3" fmla="*/ 214777 h 3827499"/>
                <a:gd name="connsiteX4" fmla="*/ 2142950 w 2793512"/>
                <a:gd name="connsiteY4" fmla="*/ 326974 h 3827499"/>
                <a:gd name="connsiteX5" fmla="*/ 2047583 w 2793512"/>
                <a:gd name="connsiteY5" fmla="*/ 495268 h 3827499"/>
                <a:gd name="connsiteX6" fmla="*/ 2159779 w 2793512"/>
                <a:gd name="connsiteY6" fmla="*/ 747710 h 3827499"/>
                <a:gd name="connsiteX7" fmla="*/ 2030754 w 2793512"/>
                <a:gd name="connsiteY7" fmla="*/ 792588 h 3827499"/>
                <a:gd name="connsiteX8" fmla="*/ 1997095 w 2793512"/>
                <a:gd name="connsiteY8" fmla="*/ 859906 h 3827499"/>
                <a:gd name="connsiteX9" fmla="*/ 1997095 w 2793512"/>
                <a:gd name="connsiteY9" fmla="*/ 747710 h 3827499"/>
                <a:gd name="connsiteX10" fmla="*/ 1946606 w 2793512"/>
                <a:gd name="connsiteY10" fmla="*/ 708441 h 3827499"/>
                <a:gd name="connsiteX11" fmla="*/ 1772702 w 2793512"/>
                <a:gd name="connsiteY11" fmla="*/ 758929 h 3827499"/>
                <a:gd name="connsiteX12" fmla="*/ 1402454 w 2793512"/>
                <a:gd name="connsiteY12" fmla="*/ 618684 h 3827499"/>
                <a:gd name="connsiteX13" fmla="*/ 1705384 w 2793512"/>
                <a:gd name="connsiteY13" fmla="*/ 1190885 h 3827499"/>
                <a:gd name="connsiteX14" fmla="*/ 1800751 w 2793512"/>
                <a:gd name="connsiteY14" fmla="*/ 1263813 h 3827499"/>
                <a:gd name="connsiteX15" fmla="*/ 1649286 w 2793512"/>
                <a:gd name="connsiteY15" fmla="*/ 1488205 h 3827499"/>
                <a:gd name="connsiteX16" fmla="*/ 1727824 w 2793512"/>
                <a:gd name="connsiteY16" fmla="*/ 1706988 h 3827499"/>
                <a:gd name="connsiteX17" fmla="*/ 1817581 w 2793512"/>
                <a:gd name="connsiteY17" fmla="*/ 1701379 h 3827499"/>
                <a:gd name="connsiteX18" fmla="*/ 1671725 w 2793512"/>
                <a:gd name="connsiteY18" fmla="*/ 1869673 h 3827499"/>
                <a:gd name="connsiteX19" fmla="*/ 914400 w 2793512"/>
                <a:gd name="connsiteY19" fmla="*/ 1617231 h 3827499"/>
                <a:gd name="connsiteX20" fmla="*/ 460005 w 2793512"/>
                <a:gd name="connsiteY20" fmla="*/ 2643828 h 3827499"/>
                <a:gd name="connsiteX21" fmla="*/ 263662 w 2793512"/>
                <a:gd name="connsiteY21" fmla="*/ 2851391 h 3827499"/>
                <a:gd name="connsiteX22" fmla="*/ 44879 w 2793512"/>
                <a:gd name="connsiteY22" fmla="*/ 2896269 h 3827499"/>
                <a:gd name="connsiteX23" fmla="*/ 0 w 2793512"/>
                <a:gd name="connsiteY23" fmla="*/ 3002856 h 3827499"/>
                <a:gd name="connsiteX24" fmla="*/ 274881 w 2793512"/>
                <a:gd name="connsiteY24" fmla="*/ 3126272 h 3827499"/>
                <a:gd name="connsiteX25" fmla="*/ 504884 w 2793512"/>
                <a:gd name="connsiteY25" fmla="*/ 3025295 h 3827499"/>
                <a:gd name="connsiteX26" fmla="*/ 471225 w 2793512"/>
                <a:gd name="connsiteY26" fmla="*/ 3154321 h 3827499"/>
                <a:gd name="connsiteX27" fmla="*/ 572201 w 2793512"/>
                <a:gd name="connsiteY27" fmla="*/ 3199199 h 3827499"/>
                <a:gd name="connsiteX28" fmla="*/ 381468 w 2793512"/>
                <a:gd name="connsiteY28" fmla="*/ 3659204 h 3827499"/>
                <a:gd name="connsiteX29" fmla="*/ 196344 w 2793512"/>
                <a:gd name="connsiteY29" fmla="*/ 3704083 h 3827499"/>
                <a:gd name="connsiteX30" fmla="*/ 263662 w 2793512"/>
                <a:gd name="connsiteY30" fmla="*/ 3805059 h 3827499"/>
                <a:gd name="connsiteX31" fmla="*/ 555372 w 2793512"/>
                <a:gd name="connsiteY31" fmla="*/ 3827499 h 3827499"/>
                <a:gd name="connsiteX32" fmla="*/ 589031 w 2793512"/>
                <a:gd name="connsiteY32" fmla="*/ 3619936 h 3827499"/>
                <a:gd name="connsiteX33" fmla="*/ 645129 w 2793512"/>
                <a:gd name="connsiteY33" fmla="*/ 3614326 h 3827499"/>
                <a:gd name="connsiteX34" fmla="*/ 690008 w 2793512"/>
                <a:gd name="connsiteY34" fmla="*/ 3737742 h 3827499"/>
                <a:gd name="connsiteX35" fmla="*/ 774155 w 2793512"/>
                <a:gd name="connsiteY35" fmla="*/ 3743352 h 3827499"/>
                <a:gd name="connsiteX36" fmla="*/ 779765 w 2793512"/>
                <a:gd name="connsiteY36" fmla="*/ 3513349 h 3827499"/>
                <a:gd name="connsiteX37" fmla="*/ 746106 w 2793512"/>
                <a:gd name="connsiteY37" fmla="*/ 3244078 h 3827499"/>
                <a:gd name="connsiteX38" fmla="*/ 903181 w 2793512"/>
                <a:gd name="connsiteY38" fmla="*/ 2666267 h 3827499"/>
                <a:gd name="connsiteX39" fmla="*/ 1166842 w 2793512"/>
                <a:gd name="connsiteY39" fmla="*/ 2559680 h 3827499"/>
                <a:gd name="connsiteX40" fmla="*/ 1531480 w 2793512"/>
                <a:gd name="connsiteY40" fmla="*/ 2666267 h 3827499"/>
                <a:gd name="connsiteX41" fmla="*/ 1593188 w 2793512"/>
                <a:gd name="connsiteY41" fmla="*/ 2666267 h 3827499"/>
                <a:gd name="connsiteX42" fmla="*/ 1649286 w 2793512"/>
                <a:gd name="connsiteY42" fmla="*/ 2767244 h 3827499"/>
                <a:gd name="connsiteX43" fmla="*/ 1800751 w 2793512"/>
                <a:gd name="connsiteY43" fmla="*/ 2800902 h 3827499"/>
                <a:gd name="connsiteX44" fmla="*/ 1811971 w 2793512"/>
                <a:gd name="connsiteY44" fmla="*/ 2834561 h 3827499"/>
                <a:gd name="connsiteX45" fmla="*/ 1772702 w 2793512"/>
                <a:gd name="connsiteY45" fmla="*/ 3036515 h 3827499"/>
                <a:gd name="connsiteX46" fmla="*/ 1750263 w 2793512"/>
                <a:gd name="connsiteY46" fmla="*/ 3361884 h 3827499"/>
                <a:gd name="connsiteX47" fmla="*/ 1542700 w 2793512"/>
                <a:gd name="connsiteY47" fmla="*/ 3384323 h 3827499"/>
                <a:gd name="connsiteX48" fmla="*/ 1206111 w 2793512"/>
                <a:gd name="connsiteY48" fmla="*/ 3434812 h 3827499"/>
                <a:gd name="connsiteX49" fmla="*/ 1178062 w 2793512"/>
                <a:gd name="connsiteY49" fmla="*/ 3507739 h 3827499"/>
                <a:gd name="connsiteX50" fmla="*/ 1116354 w 2793512"/>
                <a:gd name="connsiteY50" fmla="*/ 3535788 h 3827499"/>
                <a:gd name="connsiteX51" fmla="*/ 1144403 w 2793512"/>
                <a:gd name="connsiteY51" fmla="*/ 3670424 h 3827499"/>
                <a:gd name="connsiteX52" fmla="*/ 1284648 w 2793512"/>
                <a:gd name="connsiteY52" fmla="*/ 3676034 h 3827499"/>
                <a:gd name="connsiteX53" fmla="*/ 1279038 w 2793512"/>
                <a:gd name="connsiteY53" fmla="*/ 3524569 h 3827499"/>
                <a:gd name="connsiteX54" fmla="*/ 1458552 w 2793512"/>
                <a:gd name="connsiteY54" fmla="*/ 3535788 h 3827499"/>
                <a:gd name="connsiteX55" fmla="*/ 1430503 w 2793512"/>
                <a:gd name="connsiteY55" fmla="*/ 3614326 h 3827499"/>
                <a:gd name="connsiteX56" fmla="*/ 1402454 w 2793512"/>
                <a:gd name="connsiteY56" fmla="*/ 3676034 h 3827499"/>
                <a:gd name="connsiteX57" fmla="*/ 1318307 w 2793512"/>
                <a:gd name="connsiteY57" fmla="*/ 3692863 h 3827499"/>
                <a:gd name="connsiteX58" fmla="*/ 1452943 w 2793512"/>
                <a:gd name="connsiteY58" fmla="*/ 3816279 h 3827499"/>
                <a:gd name="connsiteX59" fmla="*/ 1520260 w 2793512"/>
                <a:gd name="connsiteY59" fmla="*/ 3681644 h 3827499"/>
                <a:gd name="connsiteX60" fmla="*/ 1823190 w 2793512"/>
                <a:gd name="connsiteY60" fmla="*/ 3580667 h 3827499"/>
                <a:gd name="connsiteX61" fmla="*/ 2159779 w 2793512"/>
                <a:gd name="connsiteY61" fmla="*/ 3653594 h 3827499"/>
                <a:gd name="connsiteX62" fmla="*/ 2114901 w 2793512"/>
                <a:gd name="connsiteY62" fmla="*/ 3754571 h 3827499"/>
                <a:gd name="connsiteX63" fmla="*/ 2210268 w 2793512"/>
                <a:gd name="connsiteY63" fmla="*/ 3821889 h 3827499"/>
                <a:gd name="connsiteX64" fmla="*/ 2283195 w 2793512"/>
                <a:gd name="connsiteY64" fmla="*/ 3771401 h 3827499"/>
                <a:gd name="connsiteX65" fmla="*/ 2271976 w 2793512"/>
                <a:gd name="connsiteY65" fmla="*/ 3676034 h 3827499"/>
                <a:gd name="connsiteX66" fmla="*/ 2451490 w 2793512"/>
                <a:gd name="connsiteY66" fmla="*/ 3597496 h 3827499"/>
                <a:gd name="connsiteX67" fmla="*/ 2434660 w 2793512"/>
                <a:gd name="connsiteY67" fmla="*/ 3423592 h 3827499"/>
                <a:gd name="connsiteX68" fmla="*/ 1929777 w 2793512"/>
                <a:gd name="connsiteY68" fmla="*/ 3395543 h 3827499"/>
                <a:gd name="connsiteX69" fmla="*/ 1918557 w 2793512"/>
                <a:gd name="connsiteY69" fmla="*/ 3070174 h 3827499"/>
                <a:gd name="connsiteX70" fmla="*/ 1884898 w 2793512"/>
                <a:gd name="connsiteY70" fmla="*/ 3053344 h 3827499"/>
                <a:gd name="connsiteX71" fmla="*/ 1907338 w 2793512"/>
                <a:gd name="connsiteY71" fmla="*/ 2873830 h 3827499"/>
                <a:gd name="connsiteX72" fmla="*/ 1862459 w 2793512"/>
                <a:gd name="connsiteY72" fmla="*/ 2812122 h 3827499"/>
                <a:gd name="connsiteX73" fmla="*/ 2109291 w 2793512"/>
                <a:gd name="connsiteY73" fmla="*/ 2756024 h 3827499"/>
                <a:gd name="connsiteX74" fmla="*/ 2131730 w 2793512"/>
                <a:gd name="connsiteY74" fmla="*/ 2626998 h 3827499"/>
                <a:gd name="connsiteX75" fmla="*/ 2372952 w 2793512"/>
                <a:gd name="connsiteY75" fmla="*/ 2660657 h 3827499"/>
                <a:gd name="connsiteX76" fmla="*/ 2597345 w 2793512"/>
                <a:gd name="connsiteY76" fmla="*/ 2071626 h 3827499"/>
                <a:gd name="connsiteX77" fmla="*/ 2552466 w 2793512"/>
                <a:gd name="connsiteY77" fmla="*/ 1987479 h 3827499"/>
                <a:gd name="connsiteX78" fmla="*/ 2698322 w 2793512"/>
                <a:gd name="connsiteY78" fmla="*/ 1499425 h 3827499"/>
                <a:gd name="connsiteX79" fmla="*/ 2642224 w 2793512"/>
                <a:gd name="connsiteY79" fmla="*/ 1392839 h 3827499"/>
                <a:gd name="connsiteX80" fmla="*/ 2501978 w 2793512"/>
                <a:gd name="connsiteY80" fmla="*/ 809418 h 3827499"/>
                <a:gd name="connsiteX81" fmla="*/ 2765640 w 2793512"/>
                <a:gd name="connsiteY81" fmla="*/ 674782 h 3827499"/>
                <a:gd name="connsiteX82" fmla="*/ 2715151 w 2793512"/>
                <a:gd name="connsiteY82" fmla="*/ 472829 h 3827499"/>
                <a:gd name="connsiteX83" fmla="*/ 2647833 w 2793512"/>
                <a:gd name="connsiteY83" fmla="*/ 80143 h 3827499"/>
                <a:gd name="connsiteX0" fmla="*/ 2647833 w 2814039"/>
                <a:gd name="connsiteY0" fmla="*/ 80143 h 3827499"/>
                <a:gd name="connsiteX1" fmla="*/ 2395391 w 2814039"/>
                <a:gd name="connsiteY1" fmla="*/ 1604 h 3827499"/>
                <a:gd name="connsiteX2" fmla="*/ 2193438 w 2814039"/>
                <a:gd name="connsiteY2" fmla="*/ 197948 h 3827499"/>
                <a:gd name="connsiteX3" fmla="*/ 2114901 w 2814039"/>
                <a:gd name="connsiteY3" fmla="*/ 214777 h 3827499"/>
                <a:gd name="connsiteX4" fmla="*/ 2142950 w 2814039"/>
                <a:gd name="connsiteY4" fmla="*/ 326974 h 3827499"/>
                <a:gd name="connsiteX5" fmla="*/ 2047583 w 2814039"/>
                <a:gd name="connsiteY5" fmla="*/ 495268 h 3827499"/>
                <a:gd name="connsiteX6" fmla="*/ 2159779 w 2814039"/>
                <a:gd name="connsiteY6" fmla="*/ 747710 h 3827499"/>
                <a:gd name="connsiteX7" fmla="*/ 2030754 w 2814039"/>
                <a:gd name="connsiteY7" fmla="*/ 792588 h 3827499"/>
                <a:gd name="connsiteX8" fmla="*/ 1997095 w 2814039"/>
                <a:gd name="connsiteY8" fmla="*/ 859906 h 3827499"/>
                <a:gd name="connsiteX9" fmla="*/ 1997095 w 2814039"/>
                <a:gd name="connsiteY9" fmla="*/ 747710 h 3827499"/>
                <a:gd name="connsiteX10" fmla="*/ 1946606 w 2814039"/>
                <a:gd name="connsiteY10" fmla="*/ 708441 h 3827499"/>
                <a:gd name="connsiteX11" fmla="*/ 1772702 w 2814039"/>
                <a:gd name="connsiteY11" fmla="*/ 758929 h 3827499"/>
                <a:gd name="connsiteX12" fmla="*/ 1402454 w 2814039"/>
                <a:gd name="connsiteY12" fmla="*/ 618684 h 3827499"/>
                <a:gd name="connsiteX13" fmla="*/ 1705384 w 2814039"/>
                <a:gd name="connsiteY13" fmla="*/ 1190885 h 3827499"/>
                <a:gd name="connsiteX14" fmla="*/ 1800751 w 2814039"/>
                <a:gd name="connsiteY14" fmla="*/ 1263813 h 3827499"/>
                <a:gd name="connsiteX15" fmla="*/ 1649286 w 2814039"/>
                <a:gd name="connsiteY15" fmla="*/ 1488205 h 3827499"/>
                <a:gd name="connsiteX16" fmla="*/ 1727824 w 2814039"/>
                <a:gd name="connsiteY16" fmla="*/ 1706988 h 3827499"/>
                <a:gd name="connsiteX17" fmla="*/ 1817581 w 2814039"/>
                <a:gd name="connsiteY17" fmla="*/ 1701379 h 3827499"/>
                <a:gd name="connsiteX18" fmla="*/ 1671725 w 2814039"/>
                <a:gd name="connsiteY18" fmla="*/ 1869673 h 3827499"/>
                <a:gd name="connsiteX19" fmla="*/ 914400 w 2814039"/>
                <a:gd name="connsiteY19" fmla="*/ 1617231 h 3827499"/>
                <a:gd name="connsiteX20" fmla="*/ 460005 w 2814039"/>
                <a:gd name="connsiteY20" fmla="*/ 2643828 h 3827499"/>
                <a:gd name="connsiteX21" fmla="*/ 263662 w 2814039"/>
                <a:gd name="connsiteY21" fmla="*/ 2851391 h 3827499"/>
                <a:gd name="connsiteX22" fmla="*/ 44879 w 2814039"/>
                <a:gd name="connsiteY22" fmla="*/ 2896269 h 3827499"/>
                <a:gd name="connsiteX23" fmla="*/ 0 w 2814039"/>
                <a:gd name="connsiteY23" fmla="*/ 3002856 h 3827499"/>
                <a:gd name="connsiteX24" fmla="*/ 274881 w 2814039"/>
                <a:gd name="connsiteY24" fmla="*/ 3126272 h 3827499"/>
                <a:gd name="connsiteX25" fmla="*/ 504884 w 2814039"/>
                <a:gd name="connsiteY25" fmla="*/ 3025295 h 3827499"/>
                <a:gd name="connsiteX26" fmla="*/ 471225 w 2814039"/>
                <a:gd name="connsiteY26" fmla="*/ 3154321 h 3827499"/>
                <a:gd name="connsiteX27" fmla="*/ 572201 w 2814039"/>
                <a:gd name="connsiteY27" fmla="*/ 3199199 h 3827499"/>
                <a:gd name="connsiteX28" fmla="*/ 381468 w 2814039"/>
                <a:gd name="connsiteY28" fmla="*/ 3659204 h 3827499"/>
                <a:gd name="connsiteX29" fmla="*/ 196344 w 2814039"/>
                <a:gd name="connsiteY29" fmla="*/ 3704083 h 3827499"/>
                <a:gd name="connsiteX30" fmla="*/ 263662 w 2814039"/>
                <a:gd name="connsiteY30" fmla="*/ 3805059 h 3827499"/>
                <a:gd name="connsiteX31" fmla="*/ 555372 w 2814039"/>
                <a:gd name="connsiteY31" fmla="*/ 3827499 h 3827499"/>
                <a:gd name="connsiteX32" fmla="*/ 589031 w 2814039"/>
                <a:gd name="connsiteY32" fmla="*/ 3619936 h 3827499"/>
                <a:gd name="connsiteX33" fmla="*/ 645129 w 2814039"/>
                <a:gd name="connsiteY33" fmla="*/ 3614326 h 3827499"/>
                <a:gd name="connsiteX34" fmla="*/ 690008 w 2814039"/>
                <a:gd name="connsiteY34" fmla="*/ 3737742 h 3827499"/>
                <a:gd name="connsiteX35" fmla="*/ 774155 w 2814039"/>
                <a:gd name="connsiteY35" fmla="*/ 3743352 h 3827499"/>
                <a:gd name="connsiteX36" fmla="*/ 779765 w 2814039"/>
                <a:gd name="connsiteY36" fmla="*/ 3513349 h 3827499"/>
                <a:gd name="connsiteX37" fmla="*/ 746106 w 2814039"/>
                <a:gd name="connsiteY37" fmla="*/ 3244078 h 3827499"/>
                <a:gd name="connsiteX38" fmla="*/ 903181 w 2814039"/>
                <a:gd name="connsiteY38" fmla="*/ 2666267 h 3827499"/>
                <a:gd name="connsiteX39" fmla="*/ 1166842 w 2814039"/>
                <a:gd name="connsiteY39" fmla="*/ 2559680 h 3827499"/>
                <a:gd name="connsiteX40" fmla="*/ 1531480 w 2814039"/>
                <a:gd name="connsiteY40" fmla="*/ 2666267 h 3827499"/>
                <a:gd name="connsiteX41" fmla="*/ 1593188 w 2814039"/>
                <a:gd name="connsiteY41" fmla="*/ 2666267 h 3827499"/>
                <a:gd name="connsiteX42" fmla="*/ 1649286 w 2814039"/>
                <a:gd name="connsiteY42" fmla="*/ 2767244 h 3827499"/>
                <a:gd name="connsiteX43" fmla="*/ 1800751 w 2814039"/>
                <a:gd name="connsiteY43" fmla="*/ 2800902 h 3827499"/>
                <a:gd name="connsiteX44" fmla="*/ 1811971 w 2814039"/>
                <a:gd name="connsiteY44" fmla="*/ 2834561 h 3827499"/>
                <a:gd name="connsiteX45" fmla="*/ 1772702 w 2814039"/>
                <a:gd name="connsiteY45" fmla="*/ 3036515 h 3827499"/>
                <a:gd name="connsiteX46" fmla="*/ 1750263 w 2814039"/>
                <a:gd name="connsiteY46" fmla="*/ 3361884 h 3827499"/>
                <a:gd name="connsiteX47" fmla="*/ 1542700 w 2814039"/>
                <a:gd name="connsiteY47" fmla="*/ 3384323 h 3827499"/>
                <a:gd name="connsiteX48" fmla="*/ 1206111 w 2814039"/>
                <a:gd name="connsiteY48" fmla="*/ 3434812 h 3827499"/>
                <a:gd name="connsiteX49" fmla="*/ 1178062 w 2814039"/>
                <a:gd name="connsiteY49" fmla="*/ 3507739 h 3827499"/>
                <a:gd name="connsiteX50" fmla="*/ 1116354 w 2814039"/>
                <a:gd name="connsiteY50" fmla="*/ 3535788 h 3827499"/>
                <a:gd name="connsiteX51" fmla="*/ 1144403 w 2814039"/>
                <a:gd name="connsiteY51" fmla="*/ 3670424 h 3827499"/>
                <a:gd name="connsiteX52" fmla="*/ 1284648 w 2814039"/>
                <a:gd name="connsiteY52" fmla="*/ 3676034 h 3827499"/>
                <a:gd name="connsiteX53" fmla="*/ 1279038 w 2814039"/>
                <a:gd name="connsiteY53" fmla="*/ 3524569 h 3827499"/>
                <a:gd name="connsiteX54" fmla="*/ 1458552 w 2814039"/>
                <a:gd name="connsiteY54" fmla="*/ 3535788 h 3827499"/>
                <a:gd name="connsiteX55" fmla="*/ 1430503 w 2814039"/>
                <a:gd name="connsiteY55" fmla="*/ 3614326 h 3827499"/>
                <a:gd name="connsiteX56" fmla="*/ 1402454 w 2814039"/>
                <a:gd name="connsiteY56" fmla="*/ 3676034 h 3827499"/>
                <a:gd name="connsiteX57" fmla="*/ 1318307 w 2814039"/>
                <a:gd name="connsiteY57" fmla="*/ 3692863 h 3827499"/>
                <a:gd name="connsiteX58" fmla="*/ 1452943 w 2814039"/>
                <a:gd name="connsiteY58" fmla="*/ 3816279 h 3827499"/>
                <a:gd name="connsiteX59" fmla="*/ 1520260 w 2814039"/>
                <a:gd name="connsiteY59" fmla="*/ 3681644 h 3827499"/>
                <a:gd name="connsiteX60" fmla="*/ 1823190 w 2814039"/>
                <a:gd name="connsiteY60" fmla="*/ 3580667 h 3827499"/>
                <a:gd name="connsiteX61" fmla="*/ 2159779 w 2814039"/>
                <a:gd name="connsiteY61" fmla="*/ 3653594 h 3827499"/>
                <a:gd name="connsiteX62" fmla="*/ 2114901 w 2814039"/>
                <a:gd name="connsiteY62" fmla="*/ 3754571 h 3827499"/>
                <a:gd name="connsiteX63" fmla="*/ 2210268 w 2814039"/>
                <a:gd name="connsiteY63" fmla="*/ 3821889 h 3827499"/>
                <a:gd name="connsiteX64" fmla="*/ 2283195 w 2814039"/>
                <a:gd name="connsiteY64" fmla="*/ 3771401 h 3827499"/>
                <a:gd name="connsiteX65" fmla="*/ 2271976 w 2814039"/>
                <a:gd name="connsiteY65" fmla="*/ 3676034 h 3827499"/>
                <a:gd name="connsiteX66" fmla="*/ 2451490 w 2814039"/>
                <a:gd name="connsiteY66" fmla="*/ 3597496 h 3827499"/>
                <a:gd name="connsiteX67" fmla="*/ 2434660 w 2814039"/>
                <a:gd name="connsiteY67" fmla="*/ 3423592 h 3827499"/>
                <a:gd name="connsiteX68" fmla="*/ 1929777 w 2814039"/>
                <a:gd name="connsiteY68" fmla="*/ 3395543 h 3827499"/>
                <a:gd name="connsiteX69" fmla="*/ 1918557 w 2814039"/>
                <a:gd name="connsiteY69" fmla="*/ 3070174 h 3827499"/>
                <a:gd name="connsiteX70" fmla="*/ 1884898 w 2814039"/>
                <a:gd name="connsiteY70" fmla="*/ 3053344 h 3827499"/>
                <a:gd name="connsiteX71" fmla="*/ 1907338 w 2814039"/>
                <a:gd name="connsiteY71" fmla="*/ 2873830 h 3827499"/>
                <a:gd name="connsiteX72" fmla="*/ 1862459 w 2814039"/>
                <a:gd name="connsiteY72" fmla="*/ 2812122 h 3827499"/>
                <a:gd name="connsiteX73" fmla="*/ 2109291 w 2814039"/>
                <a:gd name="connsiteY73" fmla="*/ 2756024 h 3827499"/>
                <a:gd name="connsiteX74" fmla="*/ 2131730 w 2814039"/>
                <a:gd name="connsiteY74" fmla="*/ 2626998 h 3827499"/>
                <a:gd name="connsiteX75" fmla="*/ 2372952 w 2814039"/>
                <a:gd name="connsiteY75" fmla="*/ 2660657 h 3827499"/>
                <a:gd name="connsiteX76" fmla="*/ 2597345 w 2814039"/>
                <a:gd name="connsiteY76" fmla="*/ 2071626 h 3827499"/>
                <a:gd name="connsiteX77" fmla="*/ 2552466 w 2814039"/>
                <a:gd name="connsiteY77" fmla="*/ 1987479 h 3827499"/>
                <a:gd name="connsiteX78" fmla="*/ 2698322 w 2814039"/>
                <a:gd name="connsiteY78" fmla="*/ 1499425 h 3827499"/>
                <a:gd name="connsiteX79" fmla="*/ 2642224 w 2814039"/>
                <a:gd name="connsiteY79" fmla="*/ 1392839 h 3827499"/>
                <a:gd name="connsiteX80" fmla="*/ 2501978 w 2814039"/>
                <a:gd name="connsiteY80" fmla="*/ 809418 h 3827499"/>
                <a:gd name="connsiteX81" fmla="*/ 2765640 w 2814039"/>
                <a:gd name="connsiteY81" fmla="*/ 674782 h 3827499"/>
                <a:gd name="connsiteX82" fmla="*/ 2715151 w 2814039"/>
                <a:gd name="connsiteY82" fmla="*/ 472829 h 3827499"/>
                <a:gd name="connsiteX83" fmla="*/ 2647833 w 2814039"/>
                <a:gd name="connsiteY83" fmla="*/ 80143 h 3827499"/>
                <a:gd name="connsiteX0" fmla="*/ 2647833 w 2822824"/>
                <a:gd name="connsiteY0" fmla="*/ 80143 h 3827499"/>
                <a:gd name="connsiteX1" fmla="*/ 2395391 w 2822824"/>
                <a:gd name="connsiteY1" fmla="*/ 1604 h 3827499"/>
                <a:gd name="connsiteX2" fmla="*/ 2193438 w 2822824"/>
                <a:gd name="connsiteY2" fmla="*/ 197948 h 3827499"/>
                <a:gd name="connsiteX3" fmla="*/ 2114901 w 2822824"/>
                <a:gd name="connsiteY3" fmla="*/ 214777 h 3827499"/>
                <a:gd name="connsiteX4" fmla="*/ 2142950 w 2822824"/>
                <a:gd name="connsiteY4" fmla="*/ 326974 h 3827499"/>
                <a:gd name="connsiteX5" fmla="*/ 2047583 w 2822824"/>
                <a:gd name="connsiteY5" fmla="*/ 495268 h 3827499"/>
                <a:gd name="connsiteX6" fmla="*/ 2159779 w 2822824"/>
                <a:gd name="connsiteY6" fmla="*/ 747710 h 3827499"/>
                <a:gd name="connsiteX7" fmla="*/ 2030754 w 2822824"/>
                <a:gd name="connsiteY7" fmla="*/ 792588 h 3827499"/>
                <a:gd name="connsiteX8" fmla="*/ 1997095 w 2822824"/>
                <a:gd name="connsiteY8" fmla="*/ 859906 h 3827499"/>
                <a:gd name="connsiteX9" fmla="*/ 1997095 w 2822824"/>
                <a:gd name="connsiteY9" fmla="*/ 747710 h 3827499"/>
                <a:gd name="connsiteX10" fmla="*/ 1946606 w 2822824"/>
                <a:gd name="connsiteY10" fmla="*/ 708441 h 3827499"/>
                <a:gd name="connsiteX11" fmla="*/ 1772702 w 2822824"/>
                <a:gd name="connsiteY11" fmla="*/ 758929 h 3827499"/>
                <a:gd name="connsiteX12" fmla="*/ 1402454 w 2822824"/>
                <a:gd name="connsiteY12" fmla="*/ 618684 h 3827499"/>
                <a:gd name="connsiteX13" fmla="*/ 1705384 w 2822824"/>
                <a:gd name="connsiteY13" fmla="*/ 1190885 h 3827499"/>
                <a:gd name="connsiteX14" fmla="*/ 1800751 w 2822824"/>
                <a:gd name="connsiteY14" fmla="*/ 1263813 h 3827499"/>
                <a:gd name="connsiteX15" fmla="*/ 1649286 w 2822824"/>
                <a:gd name="connsiteY15" fmla="*/ 1488205 h 3827499"/>
                <a:gd name="connsiteX16" fmla="*/ 1727824 w 2822824"/>
                <a:gd name="connsiteY16" fmla="*/ 1706988 h 3827499"/>
                <a:gd name="connsiteX17" fmla="*/ 1817581 w 2822824"/>
                <a:gd name="connsiteY17" fmla="*/ 1701379 h 3827499"/>
                <a:gd name="connsiteX18" fmla="*/ 1671725 w 2822824"/>
                <a:gd name="connsiteY18" fmla="*/ 1869673 h 3827499"/>
                <a:gd name="connsiteX19" fmla="*/ 914400 w 2822824"/>
                <a:gd name="connsiteY19" fmla="*/ 1617231 h 3827499"/>
                <a:gd name="connsiteX20" fmla="*/ 460005 w 2822824"/>
                <a:gd name="connsiteY20" fmla="*/ 2643828 h 3827499"/>
                <a:gd name="connsiteX21" fmla="*/ 263662 w 2822824"/>
                <a:gd name="connsiteY21" fmla="*/ 2851391 h 3827499"/>
                <a:gd name="connsiteX22" fmla="*/ 44879 w 2822824"/>
                <a:gd name="connsiteY22" fmla="*/ 2896269 h 3827499"/>
                <a:gd name="connsiteX23" fmla="*/ 0 w 2822824"/>
                <a:gd name="connsiteY23" fmla="*/ 3002856 h 3827499"/>
                <a:gd name="connsiteX24" fmla="*/ 274881 w 2822824"/>
                <a:gd name="connsiteY24" fmla="*/ 3126272 h 3827499"/>
                <a:gd name="connsiteX25" fmla="*/ 504884 w 2822824"/>
                <a:gd name="connsiteY25" fmla="*/ 3025295 h 3827499"/>
                <a:gd name="connsiteX26" fmla="*/ 471225 w 2822824"/>
                <a:gd name="connsiteY26" fmla="*/ 3154321 h 3827499"/>
                <a:gd name="connsiteX27" fmla="*/ 572201 w 2822824"/>
                <a:gd name="connsiteY27" fmla="*/ 3199199 h 3827499"/>
                <a:gd name="connsiteX28" fmla="*/ 381468 w 2822824"/>
                <a:gd name="connsiteY28" fmla="*/ 3659204 h 3827499"/>
                <a:gd name="connsiteX29" fmla="*/ 196344 w 2822824"/>
                <a:gd name="connsiteY29" fmla="*/ 3704083 h 3827499"/>
                <a:gd name="connsiteX30" fmla="*/ 263662 w 2822824"/>
                <a:gd name="connsiteY30" fmla="*/ 3805059 h 3827499"/>
                <a:gd name="connsiteX31" fmla="*/ 555372 w 2822824"/>
                <a:gd name="connsiteY31" fmla="*/ 3827499 h 3827499"/>
                <a:gd name="connsiteX32" fmla="*/ 589031 w 2822824"/>
                <a:gd name="connsiteY32" fmla="*/ 3619936 h 3827499"/>
                <a:gd name="connsiteX33" fmla="*/ 645129 w 2822824"/>
                <a:gd name="connsiteY33" fmla="*/ 3614326 h 3827499"/>
                <a:gd name="connsiteX34" fmla="*/ 690008 w 2822824"/>
                <a:gd name="connsiteY34" fmla="*/ 3737742 h 3827499"/>
                <a:gd name="connsiteX35" fmla="*/ 774155 w 2822824"/>
                <a:gd name="connsiteY35" fmla="*/ 3743352 h 3827499"/>
                <a:gd name="connsiteX36" fmla="*/ 779765 w 2822824"/>
                <a:gd name="connsiteY36" fmla="*/ 3513349 h 3827499"/>
                <a:gd name="connsiteX37" fmla="*/ 746106 w 2822824"/>
                <a:gd name="connsiteY37" fmla="*/ 3244078 h 3827499"/>
                <a:gd name="connsiteX38" fmla="*/ 903181 w 2822824"/>
                <a:gd name="connsiteY38" fmla="*/ 2666267 h 3827499"/>
                <a:gd name="connsiteX39" fmla="*/ 1166842 w 2822824"/>
                <a:gd name="connsiteY39" fmla="*/ 2559680 h 3827499"/>
                <a:gd name="connsiteX40" fmla="*/ 1531480 w 2822824"/>
                <a:gd name="connsiteY40" fmla="*/ 2666267 h 3827499"/>
                <a:gd name="connsiteX41" fmla="*/ 1593188 w 2822824"/>
                <a:gd name="connsiteY41" fmla="*/ 2666267 h 3827499"/>
                <a:gd name="connsiteX42" fmla="*/ 1649286 w 2822824"/>
                <a:gd name="connsiteY42" fmla="*/ 2767244 h 3827499"/>
                <a:gd name="connsiteX43" fmla="*/ 1800751 w 2822824"/>
                <a:gd name="connsiteY43" fmla="*/ 2800902 h 3827499"/>
                <a:gd name="connsiteX44" fmla="*/ 1811971 w 2822824"/>
                <a:gd name="connsiteY44" fmla="*/ 2834561 h 3827499"/>
                <a:gd name="connsiteX45" fmla="*/ 1772702 w 2822824"/>
                <a:gd name="connsiteY45" fmla="*/ 3036515 h 3827499"/>
                <a:gd name="connsiteX46" fmla="*/ 1750263 w 2822824"/>
                <a:gd name="connsiteY46" fmla="*/ 3361884 h 3827499"/>
                <a:gd name="connsiteX47" fmla="*/ 1542700 w 2822824"/>
                <a:gd name="connsiteY47" fmla="*/ 3384323 h 3827499"/>
                <a:gd name="connsiteX48" fmla="*/ 1206111 w 2822824"/>
                <a:gd name="connsiteY48" fmla="*/ 3434812 h 3827499"/>
                <a:gd name="connsiteX49" fmla="*/ 1178062 w 2822824"/>
                <a:gd name="connsiteY49" fmla="*/ 3507739 h 3827499"/>
                <a:gd name="connsiteX50" fmla="*/ 1116354 w 2822824"/>
                <a:gd name="connsiteY50" fmla="*/ 3535788 h 3827499"/>
                <a:gd name="connsiteX51" fmla="*/ 1144403 w 2822824"/>
                <a:gd name="connsiteY51" fmla="*/ 3670424 h 3827499"/>
                <a:gd name="connsiteX52" fmla="*/ 1284648 w 2822824"/>
                <a:gd name="connsiteY52" fmla="*/ 3676034 h 3827499"/>
                <a:gd name="connsiteX53" fmla="*/ 1279038 w 2822824"/>
                <a:gd name="connsiteY53" fmla="*/ 3524569 h 3827499"/>
                <a:gd name="connsiteX54" fmla="*/ 1458552 w 2822824"/>
                <a:gd name="connsiteY54" fmla="*/ 3535788 h 3827499"/>
                <a:gd name="connsiteX55" fmla="*/ 1430503 w 2822824"/>
                <a:gd name="connsiteY55" fmla="*/ 3614326 h 3827499"/>
                <a:gd name="connsiteX56" fmla="*/ 1402454 w 2822824"/>
                <a:gd name="connsiteY56" fmla="*/ 3676034 h 3827499"/>
                <a:gd name="connsiteX57" fmla="*/ 1318307 w 2822824"/>
                <a:gd name="connsiteY57" fmla="*/ 3692863 h 3827499"/>
                <a:gd name="connsiteX58" fmla="*/ 1452943 w 2822824"/>
                <a:gd name="connsiteY58" fmla="*/ 3816279 h 3827499"/>
                <a:gd name="connsiteX59" fmla="*/ 1520260 w 2822824"/>
                <a:gd name="connsiteY59" fmla="*/ 3681644 h 3827499"/>
                <a:gd name="connsiteX60" fmla="*/ 1823190 w 2822824"/>
                <a:gd name="connsiteY60" fmla="*/ 3580667 h 3827499"/>
                <a:gd name="connsiteX61" fmla="*/ 2159779 w 2822824"/>
                <a:gd name="connsiteY61" fmla="*/ 3653594 h 3827499"/>
                <a:gd name="connsiteX62" fmla="*/ 2114901 w 2822824"/>
                <a:gd name="connsiteY62" fmla="*/ 3754571 h 3827499"/>
                <a:gd name="connsiteX63" fmla="*/ 2210268 w 2822824"/>
                <a:gd name="connsiteY63" fmla="*/ 3821889 h 3827499"/>
                <a:gd name="connsiteX64" fmla="*/ 2283195 w 2822824"/>
                <a:gd name="connsiteY64" fmla="*/ 3771401 h 3827499"/>
                <a:gd name="connsiteX65" fmla="*/ 2271976 w 2822824"/>
                <a:gd name="connsiteY65" fmla="*/ 3676034 h 3827499"/>
                <a:gd name="connsiteX66" fmla="*/ 2451490 w 2822824"/>
                <a:gd name="connsiteY66" fmla="*/ 3597496 h 3827499"/>
                <a:gd name="connsiteX67" fmla="*/ 2434660 w 2822824"/>
                <a:gd name="connsiteY67" fmla="*/ 3423592 h 3827499"/>
                <a:gd name="connsiteX68" fmla="*/ 1929777 w 2822824"/>
                <a:gd name="connsiteY68" fmla="*/ 3395543 h 3827499"/>
                <a:gd name="connsiteX69" fmla="*/ 1918557 w 2822824"/>
                <a:gd name="connsiteY69" fmla="*/ 3070174 h 3827499"/>
                <a:gd name="connsiteX70" fmla="*/ 1884898 w 2822824"/>
                <a:gd name="connsiteY70" fmla="*/ 3053344 h 3827499"/>
                <a:gd name="connsiteX71" fmla="*/ 1907338 w 2822824"/>
                <a:gd name="connsiteY71" fmla="*/ 2873830 h 3827499"/>
                <a:gd name="connsiteX72" fmla="*/ 1862459 w 2822824"/>
                <a:gd name="connsiteY72" fmla="*/ 2812122 h 3827499"/>
                <a:gd name="connsiteX73" fmla="*/ 2109291 w 2822824"/>
                <a:gd name="connsiteY73" fmla="*/ 2756024 h 3827499"/>
                <a:gd name="connsiteX74" fmla="*/ 2131730 w 2822824"/>
                <a:gd name="connsiteY74" fmla="*/ 2626998 h 3827499"/>
                <a:gd name="connsiteX75" fmla="*/ 2372952 w 2822824"/>
                <a:gd name="connsiteY75" fmla="*/ 2660657 h 3827499"/>
                <a:gd name="connsiteX76" fmla="*/ 2597345 w 2822824"/>
                <a:gd name="connsiteY76" fmla="*/ 2071626 h 3827499"/>
                <a:gd name="connsiteX77" fmla="*/ 2552466 w 2822824"/>
                <a:gd name="connsiteY77" fmla="*/ 1987479 h 3827499"/>
                <a:gd name="connsiteX78" fmla="*/ 2698322 w 2822824"/>
                <a:gd name="connsiteY78" fmla="*/ 1499425 h 3827499"/>
                <a:gd name="connsiteX79" fmla="*/ 2642224 w 2822824"/>
                <a:gd name="connsiteY79" fmla="*/ 1392839 h 3827499"/>
                <a:gd name="connsiteX80" fmla="*/ 2501978 w 2822824"/>
                <a:gd name="connsiteY80" fmla="*/ 809418 h 3827499"/>
                <a:gd name="connsiteX81" fmla="*/ 2782470 w 2822824"/>
                <a:gd name="connsiteY81" fmla="*/ 714051 h 3827499"/>
                <a:gd name="connsiteX82" fmla="*/ 2715151 w 2822824"/>
                <a:gd name="connsiteY82" fmla="*/ 472829 h 3827499"/>
                <a:gd name="connsiteX83" fmla="*/ 2647833 w 2822824"/>
                <a:gd name="connsiteY83" fmla="*/ 80143 h 3827499"/>
                <a:gd name="connsiteX0" fmla="*/ 2647833 w 2822824"/>
                <a:gd name="connsiteY0" fmla="*/ 80143 h 3827499"/>
                <a:gd name="connsiteX1" fmla="*/ 2395391 w 2822824"/>
                <a:gd name="connsiteY1" fmla="*/ 1604 h 3827499"/>
                <a:gd name="connsiteX2" fmla="*/ 2193438 w 2822824"/>
                <a:gd name="connsiteY2" fmla="*/ 197948 h 3827499"/>
                <a:gd name="connsiteX3" fmla="*/ 2114901 w 2822824"/>
                <a:gd name="connsiteY3" fmla="*/ 214777 h 3827499"/>
                <a:gd name="connsiteX4" fmla="*/ 2142950 w 2822824"/>
                <a:gd name="connsiteY4" fmla="*/ 326974 h 3827499"/>
                <a:gd name="connsiteX5" fmla="*/ 2047583 w 2822824"/>
                <a:gd name="connsiteY5" fmla="*/ 495268 h 3827499"/>
                <a:gd name="connsiteX6" fmla="*/ 2159779 w 2822824"/>
                <a:gd name="connsiteY6" fmla="*/ 747710 h 3827499"/>
                <a:gd name="connsiteX7" fmla="*/ 2030754 w 2822824"/>
                <a:gd name="connsiteY7" fmla="*/ 792588 h 3827499"/>
                <a:gd name="connsiteX8" fmla="*/ 1997095 w 2822824"/>
                <a:gd name="connsiteY8" fmla="*/ 859906 h 3827499"/>
                <a:gd name="connsiteX9" fmla="*/ 1997095 w 2822824"/>
                <a:gd name="connsiteY9" fmla="*/ 747710 h 3827499"/>
                <a:gd name="connsiteX10" fmla="*/ 1946606 w 2822824"/>
                <a:gd name="connsiteY10" fmla="*/ 708441 h 3827499"/>
                <a:gd name="connsiteX11" fmla="*/ 1772702 w 2822824"/>
                <a:gd name="connsiteY11" fmla="*/ 758929 h 3827499"/>
                <a:gd name="connsiteX12" fmla="*/ 1402454 w 2822824"/>
                <a:gd name="connsiteY12" fmla="*/ 618684 h 3827499"/>
                <a:gd name="connsiteX13" fmla="*/ 1705384 w 2822824"/>
                <a:gd name="connsiteY13" fmla="*/ 1190885 h 3827499"/>
                <a:gd name="connsiteX14" fmla="*/ 1800751 w 2822824"/>
                <a:gd name="connsiteY14" fmla="*/ 1263813 h 3827499"/>
                <a:gd name="connsiteX15" fmla="*/ 1649286 w 2822824"/>
                <a:gd name="connsiteY15" fmla="*/ 1488205 h 3827499"/>
                <a:gd name="connsiteX16" fmla="*/ 1727824 w 2822824"/>
                <a:gd name="connsiteY16" fmla="*/ 1706988 h 3827499"/>
                <a:gd name="connsiteX17" fmla="*/ 1817581 w 2822824"/>
                <a:gd name="connsiteY17" fmla="*/ 1701379 h 3827499"/>
                <a:gd name="connsiteX18" fmla="*/ 1671725 w 2822824"/>
                <a:gd name="connsiteY18" fmla="*/ 1869673 h 3827499"/>
                <a:gd name="connsiteX19" fmla="*/ 914400 w 2822824"/>
                <a:gd name="connsiteY19" fmla="*/ 1617231 h 3827499"/>
                <a:gd name="connsiteX20" fmla="*/ 460005 w 2822824"/>
                <a:gd name="connsiteY20" fmla="*/ 2643828 h 3827499"/>
                <a:gd name="connsiteX21" fmla="*/ 263662 w 2822824"/>
                <a:gd name="connsiteY21" fmla="*/ 2851391 h 3827499"/>
                <a:gd name="connsiteX22" fmla="*/ 44879 w 2822824"/>
                <a:gd name="connsiteY22" fmla="*/ 2896269 h 3827499"/>
                <a:gd name="connsiteX23" fmla="*/ 0 w 2822824"/>
                <a:gd name="connsiteY23" fmla="*/ 3002856 h 3827499"/>
                <a:gd name="connsiteX24" fmla="*/ 274881 w 2822824"/>
                <a:gd name="connsiteY24" fmla="*/ 3126272 h 3827499"/>
                <a:gd name="connsiteX25" fmla="*/ 504884 w 2822824"/>
                <a:gd name="connsiteY25" fmla="*/ 3025295 h 3827499"/>
                <a:gd name="connsiteX26" fmla="*/ 471225 w 2822824"/>
                <a:gd name="connsiteY26" fmla="*/ 3154321 h 3827499"/>
                <a:gd name="connsiteX27" fmla="*/ 572201 w 2822824"/>
                <a:gd name="connsiteY27" fmla="*/ 3199199 h 3827499"/>
                <a:gd name="connsiteX28" fmla="*/ 381468 w 2822824"/>
                <a:gd name="connsiteY28" fmla="*/ 3659204 h 3827499"/>
                <a:gd name="connsiteX29" fmla="*/ 196344 w 2822824"/>
                <a:gd name="connsiteY29" fmla="*/ 3704083 h 3827499"/>
                <a:gd name="connsiteX30" fmla="*/ 263662 w 2822824"/>
                <a:gd name="connsiteY30" fmla="*/ 3805059 h 3827499"/>
                <a:gd name="connsiteX31" fmla="*/ 555372 w 2822824"/>
                <a:gd name="connsiteY31" fmla="*/ 3827499 h 3827499"/>
                <a:gd name="connsiteX32" fmla="*/ 589031 w 2822824"/>
                <a:gd name="connsiteY32" fmla="*/ 3619936 h 3827499"/>
                <a:gd name="connsiteX33" fmla="*/ 645129 w 2822824"/>
                <a:gd name="connsiteY33" fmla="*/ 3614326 h 3827499"/>
                <a:gd name="connsiteX34" fmla="*/ 690008 w 2822824"/>
                <a:gd name="connsiteY34" fmla="*/ 3737742 h 3827499"/>
                <a:gd name="connsiteX35" fmla="*/ 774155 w 2822824"/>
                <a:gd name="connsiteY35" fmla="*/ 3743352 h 3827499"/>
                <a:gd name="connsiteX36" fmla="*/ 779765 w 2822824"/>
                <a:gd name="connsiteY36" fmla="*/ 3513349 h 3827499"/>
                <a:gd name="connsiteX37" fmla="*/ 746106 w 2822824"/>
                <a:gd name="connsiteY37" fmla="*/ 3244078 h 3827499"/>
                <a:gd name="connsiteX38" fmla="*/ 903181 w 2822824"/>
                <a:gd name="connsiteY38" fmla="*/ 2666267 h 3827499"/>
                <a:gd name="connsiteX39" fmla="*/ 1166842 w 2822824"/>
                <a:gd name="connsiteY39" fmla="*/ 2559680 h 3827499"/>
                <a:gd name="connsiteX40" fmla="*/ 1531480 w 2822824"/>
                <a:gd name="connsiteY40" fmla="*/ 2666267 h 3827499"/>
                <a:gd name="connsiteX41" fmla="*/ 1593188 w 2822824"/>
                <a:gd name="connsiteY41" fmla="*/ 2666267 h 3827499"/>
                <a:gd name="connsiteX42" fmla="*/ 1649286 w 2822824"/>
                <a:gd name="connsiteY42" fmla="*/ 2767244 h 3827499"/>
                <a:gd name="connsiteX43" fmla="*/ 1800751 w 2822824"/>
                <a:gd name="connsiteY43" fmla="*/ 2800902 h 3827499"/>
                <a:gd name="connsiteX44" fmla="*/ 1811971 w 2822824"/>
                <a:gd name="connsiteY44" fmla="*/ 2834561 h 3827499"/>
                <a:gd name="connsiteX45" fmla="*/ 1772702 w 2822824"/>
                <a:gd name="connsiteY45" fmla="*/ 3036515 h 3827499"/>
                <a:gd name="connsiteX46" fmla="*/ 1750263 w 2822824"/>
                <a:gd name="connsiteY46" fmla="*/ 3361884 h 3827499"/>
                <a:gd name="connsiteX47" fmla="*/ 1542700 w 2822824"/>
                <a:gd name="connsiteY47" fmla="*/ 3384323 h 3827499"/>
                <a:gd name="connsiteX48" fmla="*/ 1206111 w 2822824"/>
                <a:gd name="connsiteY48" fmla="*/ 3434812 h 3827499"/>
                <a:gd name="connsiteX49" fmla="*/ 1178062 w 2822824"/>
                <a:gd name="connsiteY49" fmla="*/ 3507739 h 3827499"/>
                <a:gd name="connsiteX50" fmla="*/ 1116354 w 2822824"/>
                <a:gd name="connsiteY50" fmla="*/ 3535788 h 3827499"/>
                <a:gd name="connsiteX51" fmla="*/ 1144403 w 2822824"/>
                <a:gd name="connsiteY51" fmla="*/ 3670424 h 3827499"/>
                <a:gd name="connsiteX52" fmla="*/ 1284648 w 2822824"/>
                <a:gd name="connsiteY52" fmla="*/ 3676034 h 3827499"/>
                <a:gd name="connsiteX53" fmla="*/ 1279038 w 2822824"/>
                <a:gd name="connsiteY53" fmla="*/ 3524569 h 3827499"/>
                <a:gd name="connsiteX54" fmla="*/ 1458552 w 2822824"/>
                <a:gd name="connsiteY54" fmla="*/ 3535788 h 3827499"/>
                <a:gd name="connsiteX55" fmla="*/ 1430503 w 2822824"/>
                <a:gd name="connsiteY55" fmla="*/ 3614326 h 3827499"/>
                <a:gd name="connsiteX56" fmla="*/ 1402454 w 2822824"/>
                <a:gd name="connsiteY56" fmla="*/ 3676034 h 3827499"/>
                <a:gd name="connsiteX57" fmla="*/ 1318307 w 2822824"/>
                <a:gd name="connsiteY57" fmla="*/ 3692863 h 3827499"/>
                <a:gd name="connsiteX58" fmla="*/ 1452943 w 2822824"/>
                <a:gd name="connsiteY58" fmla="*/ 3816279 h 3827499"/>
                <a:gd name="connsiteX59" fmla="*/ 1520260 w 2822824"/>
                <a:gd name="connsiteY59" fmla="*/ 3681644 h 3827499"/>
                <a:gd name="connsiteX60" fmla="*/ 1823190 w 2822824"/>
                <a:gd name="connsiteY60" fmla="*/ 3580667 h 3827499"/>
                <a:gd name="connsiteX61" fmla="*/ 2159779 w 2822824"/>
                <a:gd name="connsiteY61" fmla="*/ 3653594 h 3827499"/>
                <a:gd name="connsiteX62" fmla="*/ 2114901 w 2822824"/>
                <a:gd name="connsiteY62" fmla="*/ 3754571 h 3827499"/>
                <a:gd name="connsiteX63" fmla="*/ 2210268 w 2822824"/>
                <a:gd name="connsiteY63" fmla="*/ 3821889 h 3827499"/>
                <a:gd name="connsiteX64" fmla="*/ 2283195 w 2822824"/>
                <a:gd name="connsiteY64" fmla="*/ 3771401 h 3827499"/>
                <a:gd name="connsiteX65" fmla="*/ 2271976 w 2822824"/>
                <a:gd name="connsiteY65" fmla="*/ 3676034 h 3827499"/>
                <a:gd name="connsiteX66" fmla="*/ 2451490 w 2822824"/>
                <a:gd name="connsiteY66" fmla="*/ 3597496 h 3827499"/>
                <a:gd name="connsiteX67" fmla="*/ 2434660 w 2822824"/>
                <a:gd name="connsiteY67" fmla="*/ 3423592 h 3827499"/>
                <a:gd name="connsiteX68" fmla="*/ 1929777 w 2822824"/>
                <a:gd name="connsiteY68" fmla="*/ 3395543 h 3827499"/>
                <a:gd name="connsiteX69" fmla="*/ 1918557 w 2822824"/>
                <a:gd name="connsiteY69" fmla="*/ 3070174 h 3827499"/>
                <a:gd name="connsiteX70" fmla="*/ 1884898 w 2822824"/>
                <a:gd name="connsiteY70" fmla="*/ 3053344 h 3827499"/>
                <a:gd name="connsiteX71" fmla="*/ 1907338 w 2822824"/>
                <a:gd name="connsiteY71" fmla="*/ 2873830 h 3827499"/>
                <a:gd name="connsiteX72" fmla="*/ 1862459 w 2822824"/>
                <a:gd name="connsiteY72" fmla="*/ 2812122 h 3827499"/>
                <a:gd name="connsiteX73" fmla="*/ 2109291 w 2822824"/>
                <a:gd name="connsiteY73" fmla="*/ 2756024 h 3827499"/>
                <a:gd name="connsiteX74" fmla="*/ 2131730 w 2822824"/>
                <a:gd name="connsiteY74" fmla="*/ 2626998 h 3827499"/>
                <a:gd name="connsiteX75" fmla="*/ 2372952 w 2822824"/>
                <a:gd name="connsiteY75" fmla="*/ 2660657 h 3827499"/>
                <a:gd name="connsiteX76" fmla="*/ 2597345 w 2822824"/>
                <a:gd name="connsiteY76" fmla="*/ 2071626 h 3827499"/>
                <a:gd name="connsiteX77" fmla="*/ 2552466 w 2822824"/>
                <a:gd name="connsiteY77" fmla="*/ 1987479 h 3827499"/>
                <a:gd name="connsiteX78" fmla="*/ 2698322 w 2822824"/>
                <a:gd name="connsiteY78" fmla="*/ 1499425 h 3827499"/>
                <a:gd name="connsiteX79" fmla="*/ 2642224 w 2822824"/>
                <a:gd name="connsiteY79" fmla="*/ 1392839 h 3827499"/>
                <a:gd name="connsiteX80" fmla="*/ 2501978 w 2822824"/>
                <a:gd name="connsiteY80" fmla="*/ 809418 h 3827499"/>
                <a:gd name="connsiteX81" fmla="*/ 2782470 w 2822824"/>
                <a:gd name="connsiteY81" fmla="*/ 714051 h 3827499"/>
                <a:gd name="connsiteX82" fmla="*/ 2715151 w 2822824"/>
                <a:gd name="connsiteY82" fmla="*/ 472829 h 3827499"/>
                <a:gd name="connsiteX83" fmla="*/ 2647833 w 2822824"/>
                <a:gd name="connsiteY83" fmla="*/ 80143 h 3827499"/>
                <a:gd name="connsiteX0" fmla="*/ 2647833 w 2822824"/>
                <a:gd name="connsiteY0" fmla="*/ 80143 h 3827499"/>
                <a:gd name="connsiteX1" fmla="*/ 2395391 w 2822824"/>
                <a:gd name="connsiteY1" fmla="*/ 1604 h 3827499"/>
                <a:gd name="connsiteX2" fmla="*/ 2193438 w 2822824"/>
                <a:gd name="connsiteY2" fmla="*/ 197948 h 3827499"/>
                <a:gd name="connsiteX3" fmla="*/ 2114901 w 2822824"/>
                <a:gd name="connsiteY3" fmla="*/ 214777 h 3827499"/>
                <a:gd name="connsiteX4" fmla="*/ 2142950 w 2822824"/>
                <a:gd name="connsiteY4" fmla="*/ 326974 h 3827499"/>
                <a:gd name="connsiteX5" fmla="*/ 2047583 w 2822824"/>
                <a:gd name="connsiteY5" fmla="*/ 495268 h 3827499"/>
                <a:gd name="connsiteX6" fmla="*/ 2159779 w 2822824"/>
                <a:gd name="connsiteY6" fmla="*/ 747710 h 3827499"/>
                <a:gd name="connsiteX7" fmla="*/ 2030754 w 2822824"/>
                <a:gd name="connsiteY7" fmla="*/ 792588 h 3827499"/>
                <a:gd name="connsiteX8" fmla="*/ 1997095 w 2822824"/>
                <a:gd name="connsiteY8" fmla="*/ 859906 h 3827499"/>
                <a:gd name="connsiteX9" fmla="*/ 1997095 w 2822824"/>
                <a:gd name="connsiteY9" fmla="*/ 747710 h 3827499"/>
                <a:gd name="connsiteX10" fmla="*/ 1946606 w 2822824"/>
                <a:gd name="connsiteY10" fmla="*/ 708441 h 3827499"/>
                <a:gd name="connsiteX11" fmla="*/ 1772702 w 2822824"/>
                <a:gd name="connsiteY11" fmla="*/ 758929 h 3827499"/>
                <a:gd name="connsiteX12" fmla="*/ 1402454 w 2822824"/>
                <a:gd name="connsiteY12" fmla="*/ 618684 h 3827499"/>
                <a:gd name="connsiteX13" fmla="*/ 1705384 w 2822824"/>
                <a:gd name="connsiteY13" fmla="*/ 1190885 h 3827499"/>
                <a:gd name="connsiteX14" fmla="*/ 1800751 w 2822824"/>
                <a:gd name="connsiteY14" fmla="*/ 1263813 h 3827499"/>
                <a:gd name="connsiteX15" fmla="*/ 1649286 w 2822824"/>
                <a:gd name="connsiteY15" fmla="*/ 1488205 h 3827499"/>
                <a:gd name="connsiteX16" fmla="*/ 1727824 w 2822824"/>
                <a:gd name="connsiteY16" fmla="*/ 1706988 h 3827499"/>
                <a:gd name="connsiteX17" fmla="*/ 1817581 w 2822824"/>
                <a:gd name="connsiteY17" fmla="*/ 1701379 h 3827499"/>
                <a:gd name="connsiteX18" fmla="*/ 1671725 w 2822824"/>
                <a:gd name="connsiteY18" fmla="*/ 1869673 h 3827499"/>
                <a:gd name="connsiteX19" fmla="*/ 914400 w 2822824"/>
                <a:gd name="connsiteY19" fmla="*/ 1617231 h 3827499"/>
                <a:gd name="connsiteX20" fmla="*/ 460005 w 2822824"/>
                <a:gd name="connsiteY20" fmla="*/ 2643828 h 3827499"/>
                <a:gd name="connsiteX21" fmla="*/ 263662 w 2822824"/>
                <a:gd name="connsiteY21" fmla="*/ 2851391 h 3827499"/>
                <a:gd name="connsiteX22" fmla="*/ 44879 w 2822824"/>
                <a:gd name="connsiteY22" fmla="*/ 2896269 h 3827499"/>
                <a:gd name="connsiteX23" fmla="*/ 0 w 2822824"/>
                <a:gd name="connsiteY23" fmla="*/ 3002856 h 3827499"/>
                <a:gd name="connsiteX24" fmla="*/ 274881 w 2822824"/>
                <a:gd name="connsiteY24" fmla="*/ 3126272 h 3827499"/>
                <a:gd name="connsiteX25" fmla="*/ 504884 w 2822824"/>
                <a:gd name="connsiteY25" fmla="*/ 3025295 h 3827499"/>
                <a:gd name="connsiteX26" fmla="*/ 471225 w 2822824"/>
                <a:gd name="connsiteY26" fmla="*/ 3154321 h 3827499"/>
                <a:gd name="connsiteX27" fmla="*/ 572201 w 2822824"/>
                <a:gd name="connsiteY27" fmla="*/ 3199199 h 3827499"/>
                <a:gd name="connsiteX28" fmla="*/ 381468 w 2822824"/>
                <a:gd name="connsiteY28" fmla="*/ 3659204 h 3827499"/>
                <a:gd name="connsiteX29" fmla="*/ 196344 w 2822824"/>
                <a:gd name="connsiteY29" fmla="*/ 3704083 h 3827499"/>
                <a:gd name="connsiteX30" fmla="*/ 263662 w 2822824"/>
                <a:gd name="connsiteY30" fmla="*/ 3805059 h 3827499"/>
                <a:gd name="connsiteX31" fmla="*/ 555372 w 2822824"/>
                <a:gd name="connsiteY31" fmla="*/ 3827499 h 3827499"/>
                <a:gd name="connsiteX32" fmla="*/ 589031 w 2822824"/>
                <a:gd name="connsiteY32" fmla="*/ 3619936 h 3827499"/>
                <a:gd name="connsiteX33" fmla="*/ 645129 w 2822824"/>
                <a:gd name="connsiteY33" fmla="*/ 3614326 h 3827499"/>
                <a:gd name="connsiteX34" fmla="*/ 690008 w 2822824"/>
                <a:gd name="connsiteY34" fmla="*/ 3737742 h 3827499"/>
                <a:gd name="connsiteX35" fmla="*/ 774155 w 2822824"/>
                <a:gd name="connsiteY35" fmla="*/ 3743352 h 3827499"/>
                <a:gd name="connsiteX36" fmla="*/ 779765 w 2822824"/>
                <a:gd name="connsiteY36" fmla="*/ 3513349 h 3827499"/>
                <a:gd name="connsiteX37" fmla="*/ 746106 w 2822824"/>
                <a:gd name="connsiteY37" fmla="*/ 3244078 h 3827499"/>
                <a:gd name="connsiteX38" fmla="*/ 903181 w 2822824"/>
                <a:gd name="connsiteY38" fmla="*/ 2666267 h 3827499"/>
                <a:gd name="connsiteX39" fmla="*/ 1166842 w 2822824"/>
                <a:gd name="connsiteY39" fmla="*/ 2559680 h 3827499"/>
                <a:gd name="connsiteX40" fmla="*/ 1531480 w 2822824"/>
                <a:gd name="connsiteY40" fmla="*/ 2666267 h 3827499"/>
                <a:gd name="connsiteX41" fmla="*/ 1593188 w 2822824"/>
                <a:gd name="connsiteY41" fmla="*/ 2666267 h 3827499"/>
                <a:gd name="connsiteX42" fmla="*/ 1649286 w 2822824"/>
                <a:gd name="connsiteY42" fmla="*/ 2767244 h 3827499"/>
                <a:gd name="connsiteX43" fmla="*/ 1800751 w 2822824"/>
                <a:gd name="connsiteY43" fmla="*/ 2800902 h 3827499"/>
                <a:gd name="connsiteX44" fmla="*/ 1811971 w 2822824"/>
                <a:gd name="connsiteY44" fmla="*/ 2834561 h 3827499"/>
                <a:gd name="connsiteX45" fmla="*/ 1772702 w 2822824"/>
                <a:gd name="connsiteY45" fmla="*/ 3036515 h 3827499"/>
                <a:gd name="connsiteX46" fmla="*/ 1750263 w 2822824"/>
                <a:gd name="connsiteY46" fmla="*/ 3361884 h 3827499"/>
                <a:gd name="connsiteX47" fmla="*/ 1542700 w 2822824"/>
                <a:gd name="connsiteY47" fmla="*/ 3384323 h 3827499"/>
                <a:gd name="connsiteX48" fmla="*/ 1206111 w 2822824"/>
                <a:gd name="connsiteY48" fmla="*/ 3434812 h 3827499"/>
                <a:gd name="connsiteX49" fmla="*/ 1178062 w 2822824"/>
                <a:gd name="connsiteY49" fmla="*/ 3507739 h 3827499"/>
                <a:gd name="connsiteX50" fmla="*/ 1116354 w 2822824"/>
                <a:gd name="connsiteY50" fmla="*/ 3535788 h 3827499"/>
                <a:gd name="connsiteX51" fmla="*/ 1144403 w 2822824"/>
                <a:gd name="connsiteY51" fmla="*/ 3670424 h 3827499"/>
                <a:gd name="connsiteX52" fmla="*/ 1284648 w 2822824"/>
                <a:gd name="connsiteY52" fmla="*/ 3676034 h 3827499"/>
                <a:gd name="connsiteX53" fmla="*/ 1279038 w 2822824"/>
                <a:gd name="connsiteY53" fmla="*/ 3524569 h 3827499"/>
                <a:gd name="connsiteX54" fmla="*/ 1458552 w 2822824"/>
                <a:gd name="connsiteY54" fmla="*/ 3535788 h 3827499"/>
                <a:gd name="connsiteX55" fmla="*/ 1430503 w 2822824"/>
                <a:gd name="connsiteY55" fmla="*/ 3614326 h 3827499"/>
                <a:gd name="connsiteX56" fmla="*/ 1402454 w 2822824"/>
                <a:gd name="connsiteY56" fmla="*/ 3676034 h 3827499"/>
                <a:gd name="connsiteX57" fmla="*/ 1318307 w 2822824"/>
                <a:gd name="connsiteY57" fmla="*/ 3692863 h 3827499"/>
                <a:gd name="connsiteX58" fmla="*/ 1452943 w 2822824"/>
                <a:gd name="connsiteY58" fmla="*/ 3816279 h 3827499"/>
                <a:gd name="connsiteX59" fmla="*/ 1520260 w 2822824"/>
                <a:gd name="connsiteY59" fmla="*/ 3681644 h 3827499"/>
                <a:gd name="connsiteX60" fmla="*/ 1823190 w 2822824"/>
                <a:gd name="connsiteY60" fmla="*/ 3580667 h 3827499"/>
                <a:gd name="connsiteX61" fmla="*/ 2159779 w 2822824"/>
                <a:gd name="connsiteY61" fmla="*/ 3653594 h 3827499"/>
                <a:gd name="connsiteX62" fmla="*/ 2114901 w 2822824"/>
                <a:gd name="connsiteY62" fmla="*/ 3754571 h 3827499"/>
                <a:gd name="connsiteX63" fmla="*/ 2210268 w 2822824"/>
                <a:gd name="connsiteY63" fmla="*/ 3821889 h 3827499"/>
                <a:gd name="connsiteX64" fmla="*/ 2283195 w 2822824"/>
                <a:gd name="connsiteY64" fmla="*/ 3771401 h 3827499"/>
                <a:gd name="connsiteX65" fmla="*/ 2271976 w 2822824"/>
                <a:gd name="connsiteY65" fmla="*/ 3676034 h 3827499"/>
                <a:gd name="connsiteX66" fmla="*/ 2451490 w 2822824"/>
                <a:gd name="connsiteY66" fmla="*/ 3597496 h 3827499"/>
                <a:gd name="connsiteX67" fmla="*/ 2434660 w 2822824"/>
                <a:gd name="connsiteY67" fmla="*/ 3423592 h 3827499"/>
                <a:gd name="connsiteX68" fmla="*/ 1929777 w 2822824"/>
                <a:gd name="connsiteY68" fmla="*/ 3395543 h 3827499"/>
                <a:gd name="connsiteX69" fmla="*/ 1918557 w 2822824"/>
                <a:gd name="connsiteY69" fmla="*/ 3070174 h 3827499"/>
                <a:gd name="connsiteX70" fmla="*/ 1884898 w 2822824"/>
                <a:gd name="connsiteY70" fmla="*/ 3053344 h 3827499"/>
                <a:gd name="connsiteX71" fmla="*/ 1907338 w 2822824"/>
                <a:gd name="connsiteY71" fmla="*/ 2873830 h 3827499"/>
                <a:gd name="connsiteX72" fmla="*/ 1862459 w 2822824"/>
                <a:gd name="connsiteY72" fmla="*/ 2812122 h 3827499"/>
                <a:gd name="connsiteX73" fmla="*/ 2109291 w 2822824"/>
                <a:gd name="connsiteY73" fmla="*/ 2756024 h 3827499"/>
                <a:gd name="connsiteX74" fmla="*/ 2131730 w 2822824"/>
                <a:gd name="connsiteY74" fmla="*/ 2626998 h 3827499"/>
                <a:gd name="connsiteX75" fmla="*/ 2372952 w 2822824"/>
                <a:gd name="connsiteY75" fmla="*/ 2660657 h 3827499"/>
                <a:gd name="connsiteX76" fmla="*/ 2597345 w 2822824"/>
                <a:gd name="connsiteY76" fmla="*/ 2071626 h 3827499"/>
                <a:gd name="connsiteX77" fmla="*/ 2552466 w 2822824"/>
                <a:gd name="connsiteY77" fmla="*/ 1987479 h 3827499"/>
                <a:gd name="connsiteX78" fmla="*/ 2698322 w 2822824"/>
                <a:gd name="connsiteY78" fmla="*/ 1499425 h 3827499"/>
                <a:gd name="connsiteX79" fmla="*/ 2642224 w 2822824"/>
                <a:gd name="connsiteY79" fmla="*/ 1392839 h 3827499"/>
                <a:gd name="connsiteX80" fmla="*/ 2490758 w 2822824"/>
                <a:gd name="connsiteY80" fmla="*/ 848687 h 3827499"/>
                <a:gd name="connsiteX81" fmla="*/ 2782470 w 2822824"/>
                <a:gd name="connsiteY81" fmla="*/ 714051 h 3827499"/>
                <a:gd name="connsiteX82" fmla="*/ 2715151 w 2822824"/>
                <a:gd name="connsiteY82" fmla="*/ 472829 h 3827499"/>
                <a:gd name="connsiteX83" fmla="*/ 2647833 w 2822824"/>
                <a:gd name="connsiteY83" fmla="*/ 80143 h 3827499"/>
                <a:gd name="connsiteX0" fmla="*/ 2647833 w 2822824"/>
                <a:gd name="connsiteY0" fmla="*/ 80143 h 3827499"/>
                <a:gd name="connsiteX1" fmla="*/ 2395391 w 2822824"/>
                <a:gd name="connsiteY1" fmla="*/ 1604 h 3827499"/>
                <a:gd name="connsiteX2" fmla="*/ 2193438 w 2822824"/>
                <a:gd name="connsiteY2" fmla="*/ 197948 h 3827499"/>
                <a:gd name="connsiteX3" fmla="*/ 2114901 w 2822824"/>
                <a:gd name="connsiteY3" fmla="*/ 214777 h 3827499"/>
                <a:gd name="connsiteX4" fmla="*/ 2142950 w 2822824"/>
                <a:gd name="connsiteY4" fmla="*/ 326974 h 3827499"/>
                <a:gd name="connsiteX5" fmla="*/ 2047583 w 2822824"/>
                <a:gd name="connsiteY5" fmla="*/ 495268 h 3827499"/>
                <a:gd name="connsiteX6" fmla="*/ 2159779 w 2822824"/>
                <a:gd name="connsiteY6" fmla="*/ 747710 h 3827499"/>
                <a:gd name="connsiteX7" fmla="*/ 2030754 w 2822824"/>
                <a:gd name="connsiteY7" fmla="*/ 792588 h 3827499"/>
                <a:gd name="connsiteX8" fmla="*/ 1997095 w 2822824"/>
                <a:gd name="connsiteY8" fmla="*/ 859906 h 3827499"/>
                <a:gd name="connsiteX9" fmla="*/ 1997095 w 2822824"/>
                <a:gd name="connsiteY9" fmla="*/ 747710 h 3827499"/>
                <a:gd name="connsiteX10" fmla="*/ 1946606 w 2822824"/>
                <a:gd name="connsiteY10" fmla="*/ 708441 h 3827499"/>
                <a:gd name="connsiteX11" fmla="*/ 1772702 w 2822824"/>
                <a:gd name="connsiteY11" fmla="*/ 758929 h 3827499"/>
                <a:gd name="connsiteX12" fmla="*/ 1402454 w 2822824"/>
                <a:gd name="connsiteY12" fmla="*/ 618684 h 3827499"/>
                <a:gd name="connsiteX13" fmla="*/ 1705384 w 2822824"/>
                <a:gd name="connsiteY13" fmla="*/ 1190885 h 3827499"/>
                <a:gd name="connsiteX14" fmla="*/ 1800751 w 2822824"/>
                <a:gd name="connsiteY14" fmla="*/ 1263813 h 3827499"/>
                <a:gd name="connsiteX15" fmla="*/ 1649286 w 2822824"/>
                <a:gd name="connsiteY15" fmla="*/ 1488205 h 3827499"/>
                <a:gd name="connsiteX16" fmla="*/ 1727824 w 2822824"/>
                <a:gd name="connsiteY16" fmla="*/ 1706988 h 3827499"/>
                <a:gd name="connsiteX17" fmla="*/ 1817581 w 2822824"/>
                <a:gd name="connsiteY17" fmla="*/ 1701379 h 3827499"/>
                <a:gd name="connsiteX18" fmla="*/ 1671725 w 2822824"/>
                <a:gd name="connsiteY18" fmla="*/ 1869673 h 3827499"/>
                <a:gd name="connsiteX19" fmla="*/ 914400 w 2822824"/>
                <a:gd name="connsiteY19" fmla="*/ 1617231 h 3827499"/>
                <a:gd name="connsiteX20" fmla="*/ 460005 w 2822824"/>
                <a:gd name="connsiteY20" fmla="*/ 2643828 h 3827499"/>
                <a:gd name="connsiteX21" fmla="*/ 263662 w 2822824"/>
                <a:gd name="connsiteY21" fmla="*/ 2851391 h 3827499"/>
                <a:gd name="connsiteX22" fmla="*/ 44879 w 2822824"/>
                <a:gd name="connsiteY22" fmla="*/ 2896269 h 3827499"/>
                <a:gd name="connsiteX23" fmla="*/ 0 w 2822824"/>
                <a:gd name="connsiteY23" fmla="*/ 3002856 h 3827499"/>
                <a:gd name="connsiteX24" fmla="*/ 274881 w 2822824"/>
                <a:gd name="connsiteY24" fmla="*/ 3126272 h 3827499"/>
                <a:gd name="connsiteX25" fmla="*/ 504884 w 2822824"/>
                <a:gd name="connsiteY25" fmla="*/ 3025295 h 3827499"/>
                <a:gd name="connsiteX26" fmla="*/ 471225 w 2822824"/>
                <a:gd name="connsiteY26" fmla="*/ 3154321 h 3827499"/>
                <a:gd name="connsiteX27" fmla="*/ 572201 w 2822824"/>
                <a:gd name="connsiteY27" fmla="*/ 3199199 h 3827499"/>
                <a:gd name="connsiteX28" fmla="*/ 381468 w 2822824"/>
                <a:gd name="connsiteY28" fmla="*/ 3659204 h 3827499"/>
                <a:gd name="connsiteX29" fmla="*/ 196344 w 2822824"/>
                <a:gd name="connsiteY29" fmla="*/ 3704083 h 3827499"/>
                <a:gd name="connsiteX30" fmla="*/ 263662 w 2822824"/>
                <a:gd name="connsiteY30" fmla="*/ 3805059 h 3827499"/>
                <a:gd name="connsiteX31" fmla="*/ 555372 w 2822824"/>
                <a:gd name="connsiteY31" fmla="*/ 3827499 h 3827499"/>
                <a:gd name="connsiteX32" fmla="*/ 589031 w 2822824"/>
                <a:gd name="connsiteY32" fmla="*/ 3619936 h 3827499"/>
                <a:gd name="connsiteX33" fmla="*/ 645129 w 2822824"/>
                <a:gd name="connsiteY33" fmla="*/ 3614326 h 3827499"/>
                <a:gd name="connsiteX34" fmla="*/ 690008 w 2822824"/>
                <a:gd name="connsiteY34" fmla="*/ 3737742 h 3827499"/>
                <a:gd name="connsiteX35" fmla="*/ 774155 w 2822824"/>
                <a:gd name="connsiteY35" fmla="*/ 3743352 h 3827499"/>
                <a:gd name="connsiteX36" fmla="*/ 779765 w 2822824"/>
                <a:gd name="connsiteY36" fmla="*/ 3513349 h 3827499"/>
                <a:gd name="connsiteX37" fmla="*/ 746106 w 2822824"/>
                <a:gd name="connsiteY37" fmla="*/ 3244078 h 3827499"/>
                <a:gd name="connsiteX38" fmla="*/ 903181 w 2822824"/>
                <a:gd name="connsiteY38" fmla="*/ 2666267 h 3827499"/>
                <a:gd name="connsiteX39" fmla="*/ 1166842 w 2822824"/>
                <a:gd name="connsiteY39" fmla="*/ 2559680 h 3827499"/>
                <a:gd name="connsiteX40" fmla="*/ 1531480 w 2822824"/>
                <a:gd name="connsiteY40" fmla="*/ 2666267 h 3827499"/>
                <a:gd name="connsiteX41" fmla="*/ 1593188 w 2822824"/>
                <a:gd name="connsiteY41" fmla="*/ 2666267 h 3827499"/>
                <a:gd name="connsiteX42" fmla="*/ 1649286 w 2822824"/>
                <a:gd name="connsiteY42" fmla="*/ 2767244 h 3827499"/>
                <a:gd name="connsiteX43" fmla="*/ 1800751 w 2822824"/>
                <a:gd name="connsiteY43" fmla="*/ 2800902 h 3827499"/>
                <a:gd name="connsiteX44" fmla="*/ 1811971 w 2822824"/>
                <a:gd name="connsiteY44" fmla="*/ 2834561 h 3827499"/>
                <a:gd name="connsiteX45" fmla="*/ 1772702 w 2822824"/>
                <a:gd name="connsiteY45" fmla="*/ 3036515 h 3827499"/>
                <a:gd name="connsiteX46" fmla="*/ 1750263 w 2822824"/>
                <a:gd name="connsiteY46" fmla="*/ 3361884 h 3827499"/>
                <a:gd name="connsiteX47" fmla="*/ 1542700 w 2822824"/>
                <a:gd name="connsiteY47" fmla="*/ 3384323 h 3827499"/>
                <a:gd name="connsiteX48" fmla="*/ 1206111 w 2822824"/>
                <a:gd name="connsiteY48" fmla="*/ 3434812 h 3827499"/>
                <a:gd name="connsiteX49" fmla="*/ 1178062 w 2822824"/>
                <a:gd name="connsiteY49" fmla="*/ 3507739 h 3827499"/>
                <a:gd name="connsiteX50" fmla="*/ 1116354 w 2822824"/>
                <a:gd name="connsiteY50" fmla="*/ 3535788 h 3827499"/>
                <a:gd name="connsiteX51" fmla="*/ 1144403 w 2822824"/>
                <a:gd name="connsiteY51" fmla="*/ 3670424 h 3827499"/>
                <a:gd name="connsiteX52" fmla="*/ 1284648 w 2822824"/>
                <a:gd name="connsiteY52" fmla="*/ 3676034 h 3827499"/>
                <a:gd name="connsiteX53" fmla="*/ 1279038 w 2822824"/>
                <a:gd name="connsiteY53" fmla="*/ 3524569 h 3827499"/>
                <a:gd name="connsiteX54" fmla="*/ 1458552 w 2822824"/>
                <a:gd name="connsiteY54" fmla="*/ 3535788 h 3827499"/>
                <a:gd name="connsiteX55" fmla="*/ 1430503 w 2822824"/>
                <a:gd name="connsiteY55" fmla="*/ 3614326 h 3827499"/>
                <a:gd name="connsiteX56" fmla="*/ 1402454 w 2822824"/>
                <a:gd name="connsiteY56" fmla="*/ 3676034 h 3827499"/>
                <a:gd name="connsiteX57" fmla="*/ 1318307 w 2822824"/>
                <a:gd name="connsiteY57" fmla="*/ 3692863 h 3827499"/>
                <a:gd name="connsiteX58" fmla="*/ 1452943 w 2822824"/>
                <a:gd name="connsiteY58" fmla="*/ 3816279 h 3827499"/>
                <a:gd name="connsiteX59" fmla="*/ 1520260 w 2822824"/>
                <a:gd name="connsiteY59" fmla="*/ 3681644 h 3827499"/>
                <a:gd name="connsiteX60" fmla="*/ 1823190 w 2822824"/>
                <a:gd name="connsiteY60" fmla="*/ 3580667 h 3827499"/>
                <a:gd name="connsiteX61" fmla="*/ 2159779 w 2822824"/>
                <a:gd name="connsiteY61" fmla="*/ 3653594 h 3827499"/>
                <a:gd name="connsiteX62" fmla="*/ 2114901 w 2822824"/>
                <a:gd name="connsiteY62" fmla="*/ 3754571 h 3827499"/>
                <a:gd name="connsiteX63" fmla="*/ 2210268 w 2822824"/>
                <a:gd name="connsiteY63" fmla="*/ 3821889 h 3827499"/>
                <a:gd name="connsiteX64" fmla="*/ 2283195 w 2822824"/>
                <a:gd name="connsiteY64" fmla="*/ 3771401 h 3827499"/>
                <a:gd name="connsiteX65" fmla="*/ 2271976 w 2822824"/>
                <a:gd name="connsiteY65" fmla="*/ 3676034 h 3827499"/>
                <a:gd name="connsiteX66" fmla="*/ 2451490 w 2822824"/>
                <a:gd name="connsiteY66" fmla="*/ 3597496 h 3827499"/>
                <a:gd name="connsiteX67" fmla="*/ 2434660 w 2822824"/>
                <a:gd name="connsiteY67" fmla="*/ 3423592 h 3827499"/>
                <a:gd name="connsiteX68" fmla="*/ 1929777 w 2822824"/>
                <a:gd name="connsiteY68" fmla="*/ 3395543 h 3827499"/>
                <a:gd name="connsiteX69" fmla="*/ 1918557 w 2822824"/>
                <a:gd name="connsiteY69" fmla="*/ 3070174 h 3827499"/>
                <a:gd name="connsiteX70" fmla="*/ 1884898 w 2822824"/>
                <a:gd name="connsiteY70" fmla="*/ 3053344 h 3827499"/>
                <a:gd name="connsiteX71" fmla="*/ 1907338 w 2822824"/>
                <a:gd name="connsiteY71" fmla="*/ 2873830 h 3827499"/>
                <a:gd name="connsiteX72" fmla="*/ 1862459 w 2822824"/>
                <a:gd name="connsiteY72" fmla="*/ 2812122 h 3827499"/>
                <a:gd name="connsiteX73" fmla="*/ 2109291 w 2822824"/>
                <a:gd name="connsiteY73" fmla="*/ 2756024 h 3827499"/>
                <a:gd name="connsiteX74" fmla="*/ 2131730 w 2822824"/>
                <a:gd name="connsiteY74" fmla="*/ 2626998 h 3827499"/>
                <a:gd name="connsiteX75" fmla="*/ 2372952 w 2822824"/>
                <a:gd name="connsiteY75" fmla="*/ 2660657 h 3827499"/>
                <a:gd name="connsiteX76" fmla="*/ 2597345 w 2822824"/>
                <a:gd name="connsiteY76" fmla="*/ 2071626 h 3827499"/>
                <a:gd name="connsiteX77" fmla="*/ 2552466 w 2822824"/>
                <a:gd name="connsiteY77" fmla="*/ 1987479 h 3827499"/>
                <a:gd name="connsiteX78" fmla="*/ 2698322 w 2822824"/>
                <a:gd name="connsiteY78" fmla="*/ 1499425 h 3827499"/>
                <a:gd name="connsiteX79" fmla="*/ 2642224 w 2822824"/>
                <a:gd name="connsiteY79" fmla="*/ 1392839 h 3827499"/>
                <a:gd name="connsiteX80" fmla="*/ 2490758 w 2822824"/>
                <a:gd name="connsiteY80" fmla="*/ 848687 h 3827499"/>
                <a:gd name="connsiteX81" fmla="*/ 2782470 w 2822824"/>
                <a:gd name="connsiteY81" fmla="*/ 714051 h 3827499"/>
                <a:gd name="connsiteX82" fmla="*/ 2715151 w 2822824"/>
                <a:gd name="connsiteY82" fmla="*/ 472829 h 3827499"/>
                <a:gd name="connsiteX83" fmla="*/ 2647833 w 2822824"/>
                <a:gd name="connsiteY83" fmla="*/ 80143 h 3827499"/>
                <a:gd name="connsiteX0" fmla="*/ 2647833 w 2803959"/>
                <a:gd name="connsiteY0" fmla="*/ 80143 h 3827499"/>
                <a:gd name="connsiteX1" fmla="*/ 2395391 w 2803959"/>
                <a:gd name="connsiteY1" fmla="*/ 1604 h 3827499"/>
                <a:gd name="connsiteX2" fmla="*/ 2193438 w 2803959"/>
                <a:gd name="connsiteY2" fmla="*/ 197948 h 3827499"/>
                <a:gd name="connsiteX3" fmla="*/ 2114901 w 2803959"/>
                <a:gd name="connsiteY3" fmla="*/ 214777 h 3827499"/>
                <a:gd name="connsiteX4" fmla="*/ 2142950 w 2803959"/>
                <a:gd name="connsiteY4" fmla="*/ 326974 h 3827499"/>
                <a:gd name="connsiteX5" fmla="*/ 2047583 w 2803959"/>
                <a:gd name="connsiteY5" fmla="*/ 495268 h 3827499"/>
                <a:gd name="connsiteX6" fmla="*/ 2159779 w 2803959"/>
                <a:gd name="connsiteY6" fmla="*/ 747710 h 3827499"/>
                <a:gd name="connsiteX7" fmla="*/ 2030754 w 2803959"/>
                <a:gd name="connsiteY7" fmla="*/ 792588 h 3827499"/>
                <a:gd name="connsiteX8" fmla="*/ 1997095 w 2803959"/>
                <a:gd name="connsiteY8" fmla="*/ 859906 h 3827499"/>
                <a:gd name="connsiteX9" fmla="*/ 1997095 w 2803959"/>
                <a:gd name="connsiteY9" fmla="*/ 747710 h 3827499"/>
                <a:gd name="connsiteX10" fmla="*/ 1946606 w 2803959"/>
                <a:gd name="connsiteY10" fmla="*/ 708441 h 3827499"/>
                <a:gd name="connsiteX11" fmla="*/ 1772702 w 2803959"/>
                <a:gd name="connsiteY11" fmla="*/ 758929 h 3827499"/>
                <a:gd name="connsiteX12" fmla="*/ 1402454 w 2803959"/>
                <a:gd name="connsiteY12" fmla="*/ 618684 h 3827499"/>
                <a:gd name="connsiteX13" fmla="*/ 1705384 w 2803959"/>
                <a:gd name="connsiteY13" fmla="*/ 1190885 h 3827499"/>
                <a:gd name="connsiteX14" fmla="*/ 1800751 w 2803959"/>
                <a:gd name="connsiteY14" fmla="*/ 1263813 h 3827499"/>
                <a:gd name="connsiteX15" fmla="*/ 1649286 w 2803959"/>
                <a:gd name="connsiteY15" fmla="*/ 1488205 h 3827499"/>
                <a:gd name="connsiteX16" fmla="*/ 1727824 w 2803959"/>
                <a:gd name="connsiteY16" fmla="*/ 1706988 h 3827499"/>
                <a:gd name="connsiteX17" fmla="*/ 1817581 w 2803959"/>
                <a:gd name="connsiteY17" fmla="*/ 1701379 h 3827499"/>
                <a:gd name="connsiteX18" fmla="*/ 1671725 w 2803959"/>
                <a:gd name="connsiteY18" fmla="*/ 1869673 h 3827499"/>
                <a:gd name="connsiteX19" fmla="*/ 914400 w 2803959"/>
                <a:gd name="connsiteY19" fmla="*/ 1617231 h 3827499"/>
                <a:gd name="connsiteX20" fmla="*/ 460005 w 2803959"/>
                <a:gd name="connsiteY20" fmla="*/ 2643828 h 3827499"/>
                <a:gd name="connsiteX21" fmla="*/ 263662 w 2803959"/>
                <a:gd name="connsiteY21" fmla="*/ 2851391 h 3827499"/>
                <a:gd name="connsiteX22" fmla="*/ 44879 w 2803959"/>
                <a:gd name="connsiteY22" fmla="*/ 2896269 h 3827499"/>
                <a:gd name="connsiteX23" fmla="*/ 0 w 2803959"/>
                <a:gd name="connsiteY23" fmla="*/ 3002856 h 3827499"/>
                <a:gd name="connsiteX24" fmla="*/ 274881 w 2803959"/>
                <a:gd name="connsiteY24" fmla="*/ 3126272 h 3827499"/>
                <a:gd name="connsiteX25" fmla="*/ 504884 w 2803959"/>
                <a:gd name="connsiteY25" fmla="*/ 3025295 h 3827499"/>
                <a:gd name="connsiteX26" fmla="*/ 471225 w 2803959"/>
                <a:gd name="connsiteY26" fmla="*/ 3154321 h 3827499"/>
                <a:gd name="connsiteX27" fmla="*/ 572201 w 2803959"/>
                <a:gd name="connsiteY27" fmla="*/ 3199199 h 3827499"/>
                <a:gd name="connsiteX28" fmla="*/ 381468 w 2803959"/>
                <a:gd name="connsiteY28" fmla="*/ 3659204 h 3827499"/>
                <a:gd name="connsiteX29" fmla="*/ 196344 w 2803959"/>
                <a:gd name="connsiteY29" fmla="*/ 3704083 h 3827499"/>
                <a:gd name="connsiteX30" fmla="*/ 263662 w 2803959"/>
                <a:gd name="connsiteY30" fmla="*/ 3805059 h 3827499"/>
                <a:gd name="connsiteX31" fmla="*/ 555372 w 2803959"/>
                <a:gd name="connsiteY31" fmla="*/ 3827499 h 3827499"/>
                <a:gd name="connsiteX32" fmla="*/ 589031 w 2803959"/>
                <a:gd name="connsiteY32" fmla="*/ 3619936 h 3827499"/>
                <a:gd name="connsiteX33" fmla="*/ 645129 w 2803959"/>
                <a:gd name="connsiteY33" fmla="*/ 3614326 h 3827499"/>
                <a:gd name="connsiteX34" fmla="*/ 690008 w 2803959"/>
                <a:gd name="connsiteY34" fmla="*/ 3737742 h 3827499"/>
                <a:gd name="connsiteX35" fmla="*/ 774155 w 2803959"/>
                <a:gd name="connsiteY35" fmla="*/ 3743352 h 3827499"/>
                <a:gd name="connsiteX36" fmla="*/ 779765 w 2803959"/>
                <a:gd name="connsiteY36" fmla="*/ 3513349 h 3827499"/>
                <a:gd name="connsiteX37" fmla="*/ 746106 w 2803959"/>
                <a:gd name="connsiteY37" fmla="*/ 3244078 h 3827499"/>
                <a:gd name="connsiteX38" fmla="*/ 903181 w 2803959"/>
                <a:gd name="connsiteY38" fmla="*/ 2666267 h 3827499"/>
                <a:gd name="connsiteX39" fmla="*/ 1166842 w 2803959"/>
                <a:gd name="connsiteY39" fmla="*/ 2559680 h 3827499"/>
                <a:gd name="connsiteX40" fmla="*/ 1531480 w 2803959"/>
                <a:gd name="connsiteY40" fmla="*/ 2666267 h 3827499"/>
                <a:gd name="connsiteX41" fmla="*/ 1593188 w 2803959"/>
                <a:gd name="connsiteY41" fmla="*/ 2666267 h 3827499"/>
                <a:gd name="connsiteX42" fmla="*/ 1649286 w 2803959"/>
                <a:gd name="connsiteY42" fmla="*/ 2767244 h 3827499"/>
                <a:gd name="connsiteX43" fmla="*/ 1800751 w 2803959"/>
                <a:gd name="connsiteY43" fmla="*/ 2800902 h 3827499"/>
                <a:gd name="connsiteX44" fmla="*/ 1811971 w 2803959"/>
                <a:gd name="connsiteY44" fmla="*/ 2834561 h 3827499"/>
                <a:gd name="connsiteX45" fmla="*/ 1772702 w 2803959"/>
                <a:gd name="connsiteY45" fmla="*/ 3036515 h 3827499"/>
                <a:gd name="connsiteX46" fmla="*/ 1750263 w 2803959"/>
                <a:gd name="connsiteY46" fmla="*/ 3361884 h 3827499"/>
                <a:gd name="connsiteX47" fmla="*/ 1542700 w 2803959"/>
                <a:gd name="connsiteY47" fmla="*/ 3384323 h 3827499"/>
                <a:gd name="connsiteX48" fmla="*/ 1206111 w 2803959"/>
                <a:gd name="connsiteY48" fmla="*/ 3434812 h 3827499"/>
                <a:gd name="connsiteX49" fmla="*/ 1178062 w 2803959"/>
                <a:gd name="connsiteY49" fmla="*/ 3507739 h 3827499"/>
                <a:gd name="connsiteX50" fmla="*/ 1116354 w 2803959"/>
                <a:gd name="connsiteY50" fmla="*/ 3535788 h 3827499"/>
                <a:gd name="connsiteX51" fmla="*/ 1144403 w 2803959"/>
                <a:gd name="connsiteY51" fmla="*/ 3670424 h 3827499"/>
                <a:gd name="connsiteX52" fmla="*/ 1284648 w 2803959"/>
                <a:gd name="connsiteY52" fmla="*/ 3676034 h 3827499"/>
                <a:gd name="connsiteX53" fmla="*/ 1279038 w 2803959"/>
                <a:gd name="connsiteY53" fmla="*/ 3524569 h 3827499"/>
                <a:gd name="connsiteX54" fmla="*/ 1458552 w 2803959"/>
                <a:gd name="connsiteY54" fmla="*/ 3535788 h 3827499"/>
                <a:gd name="connsiteX55" fmla="*/ 1430503 w 2803959"/>
                <a:gd name="connsiteY55" fmla="*/ 3614326 h 3827499"/>
                <a:gd name="connsiteX56" fmla="*/ 1402454 w 2803959"/>
                <a:gd name="connsiteY56" fmla="*/ 3676034 h 3827499"/>
                <a:gd name="connsiteX57" fmla="*/ 1318307 w 2803959"/>
                <a:gd name="connsiteY57" fmla="*/ 3692863 h 3827499"/>
                <a:gd name="connsiteX58" fmla="*/ 1452943 w 2803959"/>
                <a:gd name="connsiteY58" fmla="*/ 3816279 h 3827499"/>
                <a:gd name="connsiteX59" fmla="*/ 1520260 w 2803959"/>
                <a:gd name="connsiteY59" fmla="*/ 3681644 h 3827499"/>
                <a:gd name="connsiteX60" fmla="*/ 1823190 w 2803959"/>
                <a:gd name="connsiteY60" fmla="*/ 3580667 h 3827499"/>
                <a:gd name="connsiteX61" fmla="*/ 2159779 w 2803959"/>
                <a:gd name="connsiteY61" fmla="*/ 3653594 h 3827499"/>
                <a:gd name="connsiteX62" fmla="*/ 2114901 w 2803959"/>
                <a:gd name="connsiteY62" fmla="*/ 3754571 h 3827499"/>
                <a:gd name="connsiteX63" fmla="*/ 2210268 w 2803959"/>
                <a:gd name="connsiteY63" fmla="*/ 3821889 h 3827499"/>
                <a:gd name="connsiteX64" fmla="*/ 2283195 w 2803959"/>
                <a:gd name="connsiteY64" fmla="*/ 3771401 h 3827499"/>
                <a:gd name="connsiteX65" fmla="*/ 2271976 w 2803959"/>
                <a:gd name="connsiteY65" fmla="*/ 3676034 h 3827499"/>
                <a:gd name="connsiteX66" fmla="*/ 2451490 w 2803959"/>
                <a:gd name="connsiteY66" fmla="*/ 3597496 h 3827499"/>
                <a:gd name="connsiteX67" fmla="*/ 2434660 w 2803959"/>
                <a:gd name="connsiteY67" fmla="*/ 3423592 h 3827499"/>
                <a:gd name="connsiteX68" fmla="*/ 1929777 w 2803959"/>
                <a:gd name="connsiteY68" fmla="*/ 3395543 h 3827499"/>
                <a:gd name="connsiteX69" fmla="*/ 1918557 w 2803959"/>
                <a:gd name="connsiteY69" fmla="*/ 3070174 h 3827499"/>
                <a:gd name="connsiteX70" fmla="*/ 1884898 w 2803959"/>
                <a:gd name="connsiteY70" fmla="*/ 3053344 h 3827499"/>
                <a:gd name="connsiteX71" fmla="*/ 1907338 w 2803959"/>
                <a:gd name="connsiteY71" fmla="*/ 2873830 h 3827499"/>
                <a:gd name="connsiteX72" fmla="*/ 1862459 w 2803959"/>
                <a:gd name="connsiteY72" fmla="*/ 2812122 h 3827499"/>
                <a:gd name="connsiteX73" fmla="*/ 2109291 w 2803959"/>
                <a:gd name="connsiteY73" fmla="*/ 2756024 h 3827499"/>
                <a:gd name="connsiteX74" fmla="*/ 2131730 w 2803959"/>
                <a:gd name="connsiteY74" fmla="*/ 2626998 h 3827499"/>
                <a:gd name="connsiteX75" fmla="*/ 2372952 w 2803959"/>
                <a:gd name="connsiteY75" fmla="*/ 2660657 h 3827499"/>
                <a:gd name="connsiteX76" fmla="*/ 2597345 w 2803959"/>
                <a:gd name="connsiteY76" fmla="*/ 2071626 h 3827499"/>
                <a:gd name="connsiteX77" fmla="*/ 2552466 w 2803959"/>
                <a:gd name="connsiteY77" fmla="*/ 1987479 h 3827499"/>
                <a:gd name="connsiteX78" fmla="*/ 2698322 w 2803959"/>
                <a:gd name="connsiteY78" fmla="*/ 1499425 h 3827499"/>
                <a:gd name="connsiteX79" fmla="*/ 2642224 w 2803959"/>
                <a:gd name="connsiteY79" fmla="*/ 1392839 h 3827499"/>
                <a:gd name="connsiteX80" fmla="*/ 2490758 w 2803959"/>
                <a:gd name="connsiteY80" fmla="*/ 848687 h 3827499"/>
                <a:gd name="connsiteX81" fmla="*/ 2743201 w 2803959"/>
                <a:gd name="connsiteY81" fmla="*/ 714051 h 3827499"/>
                <a:gd name="connsiteX82" fmla="*/ 2715151 w 2803959"/>
                <a:gd name="connsiteY82" fmla="*/ 472829 h 3827499"/>
                <a:gd name="connsiteX83" fmla="*/ 2647833 w 2803959"/>
                <a:gd name="connsiteY83" fmla="*/ 80143 h 3827499"/>
                <a:gd name="connsiteX0" fmla="*/ 2647833 w 2798650"/>
                <a:gd name="connsiteY0" fmla="*/ 80143 h 3827499"/>
                <a:gd name="connsiteX1" fmla="*/ 2395391 w 2798650"/>
                <a:gd name="connsiteY1" fmla="*/ 1604 h 3827499"/>
                <a:gd name="connsiteX2" fmla="*/ 2193438 w 2798650"/>
                <a:gd name="connsiteY2" fmla="*/ 197948 h 3827499"/>
                <a:gd name="connsiteX3" fmla="*/ 2114901 w 2798650"/>
                <a:gd name="connsiteY3" fmla="*/ 214777 h 3827499"/>
                <a:gd name="connsiteX4" fmla="*/ 2142950 w 2798650"/>
                <a:gd name="connsiteY4" fmla="*/ 326974 h 3827499"/>
                <a:gd name="connsiteX5" fmla="*/ 2047583 w 2798650"/>
                <a:gd name="connsiteY5" fmla="*/ 495268 h 3827499"/>
                <a:gd name="connsiteX6" fmla="*/ 2159779 w 2798650"/>
                <a:gd name="connsiteY6" fmla="*/ 747710 h 3827499"/>
                <a:gd name="connsiteX7" fmla="*/ 2030754 w 2798650"/>
                <a:gd name="connsiteY7" fmla="*/ 792588 h 3827499"/>
                <a:gd name="connsiteX8" fmla="*/ 1997095 w 2798650"/>
                <a:gd name="connsiteY8" fmla="*/ 859906 h 3827499"/>
                <a:gd name="connsiteX9" fmla="*/ 1997095 w 2798650"/>
                <a:gd name="connsiteY9" fmla="*/ 747710 h 3827499"/>
                <a:gd name="connsiteX10" fmla="*/ 1946606 w 2798650"/>
                <a:gd name="connsiteY10" fmla="*/ 708441 h 3827499"/>
                <a:gd name="connsiteX11" fmla="*/ 1772702 w 2798650"/>
                <a:gd name="connsiteY11" fmla="*/ 758929 h 3827499"/>
                <a:gd name="connsiteX12" fmla="*/ 1402454 w 2798650"/>
                <a:gd name="connsiteY12" fmla="*/ 618684 h 3827499"/>
                <a:gd name="connsiteX13" fmla="*/ 1705384 w 2798650"/>
                <a:gd name="connsiteY13" fmla="*/ 1190885 h 3827499"/>
                <a:gd name="connsiteX14" fmla="*/ 1800751 w 2798650"/>
                <a:gd name="connsiteY14" fmla="*/ 1263813 h 3827499"/>
                <a:gd name="connsiteX15" fmla="*/ 1649286 w 2798650"/>
                <a:gd name="connsiteY15" fmla="*/ 1488205 h 3827499"/>
                <a:gd name="connsiteX16" fmla="*/ 1727824 w 2798650"/>
                <a:gd name="connsiteY16" fmla="*/ 1706988 h 3827499"/>
                <a:gd name="connsiteX17" fmla="*/ 1817581 w 2798650"/>
                <a:gd name="connsiteY17" fmla="*/ 1701379 h 3827499"/>
                <a:gd name="connsiteX18" fmla="*/ 1671725 w 2798650"/>
                <a:gd name="connsiteY18" fmla="*/ 1869673 h 3827499"/>
                <a:gd name="connsiteX19" fmla="*/ 914400 w 2798650"/>
                <a:gd name="connsiteY19" fmla="*/ 1617231 h 3827499"/>
                <a:gd name="connsiteX20" fmla="*/ 460005 w 2798650"/>
                <a:gd name="connsiteY20" fmla="*/ 2643828 h 3827499"/>
                <a:gd name="connsiteX21" fmla="*/ 263662 w 2798650"/>
                <a:gd name="connsiteY21" fmla="*/ 2851391 h 3827499"/>
                <a:gd name="connsiteX22" fmla="*/ 44879 w 2798650"/>
                <a:gd name="connsiteY22" fmla="*/ 2896269 h 3827499"/>
                <a:gd name="connsiteX23" fmla="*/ 0 w 2798650"/>
                <a:gd name="connsiteY23" fmla="*/ 3002856 h 3827499"/>
                <a:gd name="connsiteX24" fmla="*/ 274881 w 2798650"/>
                <a:gd name="connsiteY24" fmla="*/ 3126272 h 3827499"/>
                <a:gd name="connsiteX25" fmla="*/ 504884 w 2798650"/>
                <a:gd name="connsiteY25" fmla="*/ 3025295 h 3827499"/>
                <a:gd name="connsiteX26" fmla="*/ 471225 w 2798650"/>
                <a:gd name="connsiteY26" fmla="*/ 3154321 h 3827499"/>
                <a:gd name="connsiteX27" fmla="*/ 572201 w 2798650"/>
                <a:gd name="connsiteY27" fmla="*/ 3199199 h 3827499"/>
                <a:gd name="connsiteX28" fmla="*/ 381468 w 2798650"/>
                <a:gd name="connsiteY28" fmla="*/ 3659204 h 3827499"/>
                <a:gd name="connsiteX29" fmla="*/ 196344 w 2798650"/>
                <a:gd name="connsiteY29" fmla="*/ 3704083 h 3827499"/>
                <a:gd name="connsiteX30" fmla="*/ 263662 w 2798650"/>
                <a:gd name="connsiteY30" fmla="*/ 3805059 h 3827499"/>
                <a:gd name="connsiteX31" fmla="*/ 555372 w 2798650"/>
                <a:gd name="connsiteY31" fmla="*/ 3827499 h 3827499"/>
                <a:gd name="connsiteX32" fmla="*/ 589031 w 2798650"/>
                <a:gd name="connsiteY32" fmla="*/ 3619936 h 3827499"/>
                <a:gd name="connsiteX33" fmla="*/ 645129 w 2798650"/>
                <a:gd name="connsiteY33" fmla="*/ 3614326 h 3827499"/>
                <a:gd name="connsiteX34" fmla="*/ 690008 w 2798650"/>
                <a:gd name="connsiteY34" fmla="*/ 3737742 h 3827499"/>
                <a:gd name="connsiteX35" fmla="*/ 774155 w 2798650"/>
                <a:gd name="connsiteY35" fmla="*/ 3743352 h 3827499"/>
                <a:gd name="connsiteX36" fmla="*/ 779765 w 2798650"/>
                <a:gd name="connsiteY36" fmla="*/ 3513349 h 3827499"/>
                <a:gd name="connsiteX37" fmla="*/ 746106 w 2798650"/>
                <a:gd name="connsiteY37" fmla="*/ 3244078 h 3827499"/>
                <a:gd name="connsiteX38" fmla="*/ 903181 w 2798650"/>
                <a:gd name="connsiteY38" fmla="*/ 2666267 h 3827499"/>
                <a:gd name="connsiteX39" fmla="*/ 1166842 w 2798650"/>
                <a:gd name="connsiteY39" fmla="*/ 2559680 h 3827499"/>
                <a:gd name="connsiteX40" fmla="*/ 1531480 w 2798650"/>
                <a:gd name="connsiteY40" fmla="*/ 2666267 h 3827499"/>
                <a:gd name="connsiteX41" fmla="*/ 1593188 w 2798650"/>
                <a:gd name="connsiteY41" fmla="*/ 2666267 h 3827499"/>
                <a:gd name="connsiteX42" fmla="*/ 1649286 w 2798650"/>
                <a:gd name="connsiteY42" fmla="*/ 2767244 h 3827499"/>
                <a:gd name="connsiteX43" fmla="*/ 1800751 w 2798650"/>
                <a:gd name="connsiteY43" fmla="*/ 2800902 h 3827499"/>
                <a:gd name="connsiteX44" fmla="*/ 1811971 w 2798650"/>
                <a:gd name="connsiteY44" fmla="*/ 2834561 h 3827499"/>
                <a:gd name="connsiteX45" fmla="*/ 1772702 w 2798650"/>
                <a:gd name="connsiteY45" fmla="*/ 3036515 h 3827499"/>
                <a:gd name="connsiteX46" fmla="*/ 1750263 w 2798650"/>
                <a:gd name="connsiteY46" fmla="*/ 3361884 h 3827499"/>
                <a:gd name="connsiteX47" fmla="*/ 1542700 w 2798650"/>
                <a:gd name="connsiteY47" fmla="*/ 3384323 h 3827499"/>
                <a:gd name="connsiteX48" fmla="*/ 1206111 w 2798650"/>
                <a:gd name="connsiteY48" fmla="*/ 3434812 h 3827499"/>
                <a:gd name="connsiteX49" fmla="*/ 1178062 w 2798650"/>
                <a:gd name="connsiteY49" fmla="*/ 3507739 h 3827499"/>
                <a:gd name="connsiteX50" fmla="*/ 1116354 w 2798650"/>
                <a:gd name="connsiteY50" fmla="*/ 3535788 h 3827499"/>
                <a:gd name="connsiteX51" fmla="*/ 1144403 w 2798650"/>
                <a:gd name="connsiteY51" fmla="*/ 3670424 h 3827499"/>
                <a:gd name="connsiteX52" fmla="*/ 1284648 w 2798650"/>
                <a:gd name="connsiteY52" fmla="*/ 3676034 h 3827499"/>
                <a:gd name="connsiteX53" fmla="*/ 1279038 w 2798650"/>
                <a:gd name="connsiteY53" fmla="*/ 3524569 h 3827499"/>
                <a:gd name="connsiteX54" fmla="*/ 1458552 w 2798650"/>
                <a:gd name="connsiteY54" fmla="*/ 3535788 h 3827499"/>
                <a:gd name="connsiteX55" fmla="*/ 1430503 w 2798650"/>
                <a:gd name="connsiteY55" fmla="*/ 3614326 h 3827499"/>
                <a:gd name="connsiteX56" fmla="*/ 1402454 w 2798650"/>
                <a:gd name="connsiteY56" fmla="*/ 3676034 h 3827499"/>
                <a:gd name="connsiteX57" fmla="*/ 1318307 w 2798650"/>
                <a:gd name="connsiteY57" fmla="*/ 3692863 h 3827499"/>
                <a:gd name="connsiteX58" fmla="*/ 1452943 w 2798650"/>
                <a:gd name="connsiteY58" fmla="*/ 3816279 h 3827499"/>
                <a:gd name="connsiteX59" fmla="*/ 1520260 w 2798650"/>
                <a:gd name="connsiteY59" fmla="*/ 3681644 h 3827499"/>
                <a:gd name="connsiteX60" fmla="*/ 1823190 w 2798650"/>
                <a:gd name="connsiteY60" fmla="*/ 3580667 h 3827499"/>
                <a:gd name="connsiteX61" fmla="*/ 2159779 w 2798650"/>
                <a:gd name="connsiteY61" fmla="*/ 3653594 h 3827499"/>
                <a:gd name="connsiteX62" fmla="*/ 2114901 w 2798650"/>
                <a:gd name="connsiteY62" fmla="*/ 3754571 h 3827499"/>
                <a:gd name="connsiteX63" fmla="*/ 2210268 w 2798650"/>
                <a:gd name="connsiteY63" fmla="*/ 3821889 h 3827499"/>
                <a:gd name="connsiteX64" fmla="*/ 2283195 w 2798650"/>
                <a:gd name="connsiteY64" fmla="*/ 3771401 h 3827499"/>
                <a:gd name="connsiteX65" fmla="*/ 2271976 w 2798650"/>
                <a:gd name="connsiteY65" fmla="*/ 3676034 h 3827499"/>
                <a:gd name="connsiteX66" fmla="*/ 2451490 w 2798650"/>
                <a:gd name="connsiteY66" fmla="*/ 3597496 h 3827499"/>
                <a:gd name="connsiteX67" fmla="*/ 2434660 w 2798650"/>
                <a:gd name="connsiteY67" fmla="*/ 3423592 h 3827499"/>
                <a:gd name="connsiteX68" fmla="*/ 1929777 w 2798650"/>
                <a:gd name="connsiteY68" fmla="*/ 3395543 h 3827499"/>
                <a:gd name="connsiteX69" fmla="*/ 1918557 w 2798650"/>
                <a:gd name="connsiteY69" fmla="*/ 3070174 h 3827499"/>
                <a:gd name="connsiteX70" fmla="*/ 1884898 w 2798650"/>
                <a:gd name="connsiteY70" fmla="*/ 3053344 h 3827499"/>
                <a:gd name="connsiteX71" fmla="*/ 1907338 w 2798650"/>
                <a:gd name="connsiteY71" fmla="*/ 2873830 h 3827499"/>
                <a:gd name="connsiteX72" fmla="*/ 1862459 w 2798650"/>
                <a:gd name="connsiteY72" fmla="*/ 2812122 h 3827499"/>
                <a:gd name="connsiteX73" fmla="*/ 2109291 w 2798650"/>
                <a:gd name="connsiteY73" fmla="*/ 2756024 h 3827499"/>
                <a:gd name="connsiteX74" fmla="*/ 2131730 w 2798650"/>
                <a:gd name="connsiteY74" fmla="*/ 2626998 h 3827499"/>
                <a:gd name="connsiteX75" fmla="*/ 2372952 w 2798650"/>
                <a:gd name="connsiteY75" fmla="*/ 2660657 h 3827499"/>
                <a:gd name="connsiteX76" fmla="*/ 2597345 w 2798650"/>
                <a:gd name="connsiteY76" fmla="*/ 2071626 h 3827499"/>
                <a:gd name="connsiteX77" fmla="*/ 2552466 w 2798650"/>
                <a:gd name="connsiteY77" fmla="*/ 1987479 h 3827499"/>
                <a:gd name="connsiteX78" fmla="*/ 2698322 w 2798650"/>
                <a:gd name="connsiteY78" fmla="*/ 1499425 h 3827499"/>
                <a:gd name="connsiteX79" fmla="*/ 2642224 w 2798650"/>
                <a:gd name="connsiteY79" fmla="*/ 1392839 h 3827499"/>
                <a:gd name="connsiteX80" fmla="*/ 2490758 w 2798650"/>
                <a:gd name="connsiteY80" fmla="*/ 848687 h 3827499"/>
                <a:gd name="connsiteX81" fmla="*/ 2743201 w 2798650"/>
                <a:gd name="connsiteY81" fmla="*/ 714051 h 3827499"/>
                <a:gd name="connsiteX82" fmla="*/ 2715151 w 2798650"/>
                <a:gd name="connsiteY82" fmla="*/ 472829 h 3827499"/>
                <a:gd name="connsiteX83" fmla="*/ 2647833 w 2798650"/>
                <a:gd name="connsiteY83" fmla="*/ 80143 h 3827499"/>
                <a:gd name="connsiteX0" fmla="*/ 2647833 w 2777761"/>
                <a:gd name="connsiteY0" fmla="*/ 80143 h 3827499"/>
                <a:gd name="connsiteX1" fmla="*/ 2395391 w 2777761"/>
                <a:gd name="connsiteY1" fmla="*/ 1604 h 3827499"/>
                <a:gd name="connsiteX2" fmla="*/ 2193438 w 2777761"/>
                <a:gd name="connsiteY2" fmla="*/ 197948 h 3827499"/>
                <a:gd name="connsiteX3" fmla="*/ 2114901 w 2777761"/>
                <a:gd name="connsiteY3" fmla="*/ 214777 h 3827499"/>
                <a:gd name="connsiteX4" fmla="*/ 2142950 w 2777761"/>
                <a:gd name="connsiteY4" fmla="*/ 326974 h 3827499"/>
                <a:gd name="connsiteX5" fmla="*/ 2047583 w 2777761"/>
                <a:gd name="connsiteY5" fmla="*/ 495268 h 3827499"/>
                <a:gd name="connsiteX6" fmla="*/ 2159779 w 2777761"/>
                <a:gd name="connsiteY6" fmla="*/ 747710 h 3827499"/>
                <a:gd name="connsiteX7" fmla="*/ 2030754 w 2777761"/>
                <a:gd name="connsiteY7" fmla="*/ 792588 h 3827499"/>
                <a:gd name="connsiteX8" fmla="*/ 1997095 w 2777761"/>
                <a:gd name="connsiteY8" fmla="*/ 859906 h 3827499"/>
                <a:gd name="connsiteX9" fmla="*/ 1997095 w 2777761"/>
                <a:gd name="connsiteY9" fmla="*/ 747710 h 3827499"/>
                <a:gd name="connsiteX10" fmla="*/ 1946606 w 2777761"/>
                <a:gd name="connsiteY10" fmla="*/ 708441 h 3827499"/>
                <a:gd name="connsiteX11" fmla="*/ 1772702 w 2777761"/>
                <a:gd name="connsiteY11" fmla="*/ 758929 h 3827499"/>
                <a:gd name="connsiteX12" fmla="*/ 1402454 w 2777761"/>
                <a:gd name="connsiteY12" fmla="*/ 618684 h 3827499"/>
                <a:gd name="connsiteX13" fmla="*/ 1705384 w 2777761"/>
                <a:gd name="connsiteY13" fmla="*/ 1190885 h 3827499"/>
                <a:gd name="connsiteX14" fmla="*/ 1800751 w 2777761"/>
                <a:gd name="connsiteY14" fmla="*/ 1263813 h 3827499"/>
                <a:gd name="connsiteX15" fmla="*/ 1649286 w 2777761"/>
                <a:gd name="connsiteY15" fmla="*/ 1488205 h 3827499"/>
                <a:gd name="connsiteX16" fmla="*/ 1727824 w 2777761"/>
                <a:gd name="connsiteY16" fmla="*/ 1706988 h 3827499"/>
                <a:gd name="connsiteX17" fmla="*/ 1817581 w 2777761"/>
                <a:gd name="connsiteY17" fmla="*/ 1701379 h 3827499"/>
                <a:gd name="connsiteX18" fmla="*/ 1671725 w 2777761"/>
                <a:gd name="connsiteY18" fmla="*/ 1869673 h 3827499"/>
                <a:gd name="connsiteX19" fmla="*/ 914400 w 2777761"/>
                <a:gd name="connsiteY19" fmla="*/ 1617231 h 3827499"/>
                <a:gd name="connsiteX20" fmla="*/ 460005 w 2777761"/>
                <a:gd name="connsiteY20" fmla="*/ 2643828 h 3827499"/>
                <a:gd name="connsiteX21" fmla="*/ 263662 w 2777761"/>
                <a:gd name="connsiteY21" fmla="*/ 2851391 h 3827499"/>
                <a:gd name="connsiteX22" fmla="*/ 44879 w 2777761"/>
                <a:gd name="connsiteY22" fmla="*/ 2896269 h 3827499"/>
                <a:gd name="connsiteX23" fmla="*/ 0 w 2777761"/>
                <a:gd name="connsiteY23" fmla="*/ 3002856 h 3827499"/>
                <a:gd name="connsiteX24" fmla="*/ 274881 w 2777761"/>
                <a:gd name="connsiteY24" fmla="*/ 3126272 h 3827499"/>
                <a:gd name="connsiteX25" fmla="*/ 504884 w 2777761"/>
                <a:gd name="connsiteY25" fmla="*/ 3025295 h 3827499"/>
                <a:gd name="connsiteX26" fmla="*/ 471225 w 2777761"/>
                <a:gd name="connsiteY26" fmla="*/ 3154321 h 3827499"/>
                <a:gd name="connsiteX27" fmla="*/ 572201 w 2777761"/>
                <a:gd name="connsiteY27" fmla="*/ 3199199 h 3827499"/>
                <a:gd name="connsiteX28" fmla="*/ 381468 w 2777761"/>
                <a:gd name="connsiteY28" fmla="*/ 3659204 h 3827499"/>
                <a:gd name="connsiteX29" fmla="*/ 196344 w 2777761"/>
                <a:gd name="connsiteY29" fmla="*/ 3704083 h 3827499"/>
                <a:gd name="connsiteX30" fmla="*/ 263662 w 2777761"/>
                <a:gd name="connsiteY30" fmla="*/ 3805059 h 3827499"/>
                <a:gd name="connsiteX31" fmla="*/ 555372 w 2777761"/>
                <a:gd name="connsiteY31" fmla="*/ 3827499 h 3827499"/>
                <a:gd name="connsiteX32" fmla="*/ 589031 w 2777761"/>
                <a:gd name="connsiteY32" fmla="*/ 3619936 h 3827499"/>
                <a:gd name="connsiteX33" fmla="*/ 645129 w 2777761"/>
                <a:gd name="connsiteY33" fmla="*/ 3614326 h 3827499"/>
                <a:gd name="connsiteX34" fmla="*/ 690008 w 2777761"/>
                <a:gd name="connsiteY34" fmla="*/ 3737742 h 3827499"/>
                <a:gd name="connsiteX35" fmla="*/ 774155 w 2777761"/>
                <a:gd name="connsiteY35" fmla="*/ 3743352 h 3827499"/>
                <a:gd name="connsiteX36" fmla="*/ 779765 w 2777761"/>
                <a:gd name="connsiteY36" fmla="*/ 3513349 h 3827499"/>
                <a:gd name="connsiteX37" fmla="*/ 746106 w 2777761"/>
                <a:gd name="connsiteY37" fmla="*/ 3244078 h 3827499"/>
                <a:gd name="connsiteX38" fmla="*/ 903181 w 2777761"/>
                <a:gd name="connsiteY38" fmla="*/ 2666267 h 3827499"/>
                <a:gd name="connsiteX39" fmla="*/ 1166842 w 2777761"/>
                <a:gd name="connsiteY39" fmla="*/ 2559680 h 3827499"/>
                <a:gd name="connsiteX40" fmla="*/ 1531480 w 2777761"/>
                <a:gd name="connsiteY40" fmla="*/ 2666267 h 3827499"/>
                <a:gd name="connsiteX41" fmla="*/ 1593188 w 2777761"/>
                <a:gd name="connsiteY41" fmla="*/ 2666267 h 3827499"/>
                <a:gd name="connsiteX42" fmla="*/ 1649286 w 2777761"/>
                <a:gd name="connsiteY42" fmla="*/ 2767244 h 3827499"/>
                <a:gd name="connsiteX43" fmla="*/ 1800751 w 2777761"/>
                <a:gd name="connsiteY43" fmla="*/ 2800902 h 3827499"/>
                <a:gd name="connsiteX44" fmla="*/ 1811971 w 2777761"/>
                <a:gd name="connsiteY44" fmla="*/ 2834561 h 3827499"/>
                <a:gd name="connsiteX45" fmla="*/ 1772702 w 2777761"/>
                <a:gd name="connsiteY45" fmla="*/ 3036515 h 3827499"/>
                <a:gd name="connsiteX46" fmla="*/ 1750263 w 2777761"/>
                <a:gd name="connsiteY46" fmla="*/ 3361884 h 3827499"/>
                <a:gd name="connsiteX47" fmla="*/ 1542700 w 2777761"/>
                <a:gd name="connsiteY47" fmla="*/ 3384323 h 3827499"/>
                <a:gd name="connsiteX48" fmla="*/ 1206111 w 2777761"/>
                <a:gd name="connsiteY48" fmla="*/ 3434812 h 3827499"/>
                <a:gd name="connsiteX49" fmla="*/ 1178062 w 2777761"/>
                <a:gd name="connsiteY49" fmla="*/ 3507739 h 3827499"/>
                <a:gd name="connsiteX50" fmla="*/ 1116354 w 2777761"/>
                <a:gd name="connsiteY50" fmla="*/ 3535788 h 3827499"/>
                <a:gd name="connsiteX51" fmla="*/ 1144403 w 2777761"/>
                <a:gd name="connsiteY51" fmla="*/ 3670424 h 3827499"/>
                <a:gd name="connsiteX52" fmla="*/ 1284648 w 2777761"/>
                <a:gd name="connsiteY52" fmla="*/ 3676034 h 3827499"/>
                <a:gd name="connsiteX53" fmla="*/ 1279038 w 2777761"/>
                <a:gd name="connsiteY53" fmla="*/ 3524569 h 3827499"/>
                <a:gd name="connsiteX54" fmla="*/ 1458552 w 2777761"/>
                <a:gd name="connsiteY54" fmla="*/ 3535788 h 3827499"/>
                <a:gd name="connsiteX55" fmla="*/ 1430503 w 2777761"/>
                <a:gd name="connsiteY55" fmla="*/ 3614326 h 3827499"/>
                <a:gd name="connsiteX56" fmla="*/ 1402454 w 2777761"/>
                <a:gd name="connsiteY56" fmla="*/ 3676034 h 3827499"/>
                <a:gd name="connsiteX57" fmla="*/ 1318307 w 2777761"/>
                <a:gd name="connsiteY57" fmla="*/ 3692863 h 3827499"/>
                <a:gd name="connsiteX58" fmla="*/ 1452943 w 2777761"/>
                <a:gd name="connsiteY58" fmla="*/ 3816279 h 3827499"/>
                <a:gd name="connsiteX59" fmla="*/ 1520260 w 2777761"/>
                <a:gd name="connsiteY59" fmla="*/ 3681644 h 3827499"/>
                <a:gd name="connsiteX60" fmla="*/ 1823190 w 2777761"/>
                <a:gd name="connsiteY60" fmla="*/ 3580667 h 3827499"/>
                <a:gd name="connsiteX61" fmla="*/ 2159779 w 2777761"/>
                <a:gd name="connsiteY61" fmla="*/ 3653594 h 3827499"/>
                <a:gd name="connsiteX62" fmla="*/ 2114901 w 2777761"/>
                <a:gd name="connsiteY62" fmla="*/ 3754571 h 3827499"/>
                <a:gd name="connsiteX63" fmla="*/ 2210268 w 2777761"/>
                <a:gd name="connsiteY63" fmla="*/ 3821889 h 3827499"/>
                <a:gd name="connsiteX64" fmla="*/ 2283195 w 2777761"/>
                <a:gd name="connsiteY64" fmla="*/ 3771401 h 3827499"/>
                <a:gd name="connsiteX65" fmla="*/ 2271976 w 2777761"/>
                <a:gd name="connsiteY65" fmla="*/ 3676034 h 3827499"/>
                <a:gd name="connsiteX66" fmla="*/ 2451490 w 2777761"/>
                <a:gd name="connsiteY66" fmla="*/ 3597496 h 3827499"/>
                <a:gd name="connsiteX67" fmla="*/ 2434660 w 2777761"/>
                <a:gd name="connsiteY67" fmla="*/ 3423592 h 3827499"/>
                <a:gd name="connsiteX68" fmla="*/ 1929777 w 2777761"/>
                <a:gd name="connsiteY68" fmla="*/ 3395543 h 3827499"/>
                <a:gd name="connsiteX69" fmla="*/ 1918557 w 2777761"/>
                <a:gd name="connsiteY69" fmla="*/ 3070174 h 3827499"/>
                <a:gd name="connsiteX70" fmla="*/ 1884898 w 2777761"/>
                <a:gd name="connsiteY70" fmla="*/ 3053344 h 3827499"/>
                <a:gd name="connsiteX71" fmla="*/ 1907338 w 2777761"/>
                <a:gd name="connsiteY71" fmla="*/ 2873830 h 3827499"/>
                <a:gd name="connsiteX72" fmla="*/ 1862459 w 2777761"/>
                <a:gd name="connsiteY72" fmla="*/ 2812122 h 3827499"/>
                <a:gd name="connsiteX73" fmla="*/ 2109291 w 2777761"/>
                <a:gd name="connsiteY73" fmla="*/ 2756024 h 3827499"/>
                <a:gd name="connsiteX74" fmla="*/ 2131730 w 2777761"/>
                <a:gd name="connsiteY74" fmla="*/ 2626998 h 3827499"/>
                <a:gd name="connsiteX75" fmla="*/ 2372952 w 2777761"/>
                <a:gd name="connsiteY75" fmla="*/ 2660657 h 3827499"/>
                <a:gd name="connsiteX76" fmla="*/ 2597345 w 2777761"/>
                <a:gd name="connsiteY76" fmla="*/ 2071626 h 3827499"/>
                <a:gd name="connsiteX77" fmla="*/ 2552466 w 2777761"/>
                <a:gd name="connsiteY77" fmla="*/ 1987479 h 3827499"/>
                <a:gd name="connsiteX78" fmla="*/ 2698322 w 2777761"/>
                <a:gd name="connsiteY78" fmla="*/ 1499425 h 3827499"/>
                <a:gd name="connsiteX79" fmla="*/ 2642224 w 2777761"/>
                <a:gd name="connsiteY79" fmla="*/ 1392839 h 3827499"/>
                <a:gd name="connsiteX80" fmla="*/ 2490758 w 2777761"/>
                <a:gd name="connsiteY80" fmla="*/ 848687 h 3827499"/>
                <a:gd name="connsiteX81" fmla="*/ 2743201 w 2777761"/>
                <a:gd name="connsiteY81" fmla="*/ 714051 h 3827499"/>
                <a:gd name="connsiteX82" fmla="*/ 2715151 w 2777761"/>
                <a:gd name="connsiteY82" fmla="*/ 472829 h 3827499"/>
                <a:gd name="connsiteX83" fmla="*/ 2647833 w 2777761"/>
                <a:gd name="connsiteY83" fmla="*/ 80143 h 3827499"/>
                <a:gd name="connsiteX0" fmla="*/ 2647833 w 2777761"/>
                <a:gd name="connsiteY0" fmla="*/ 80143 h 3827499"/>
                <a:gd name="connsiteX1" fmla="*/ 2395391 w 2777761"/>
                <a:gd name="connsiteY1" fmla="*/ 1604 h 3827499"/>
                <a:gd name="connsiteX2" fmla="*/ 2193438 w 2777761"/>
                <a:gd name="connsiteY2" fmla="*/ 197948 h 3827499"/>
                <a:gd name="connsiteX3" fmla="*/ 2114901 w 2777761"/>
                <a:gd name="connsiteY3" fmla="*/ 214777 h 3827499"/>
                <a:gd name="connsiteX4" fmla="*/ 2142950 w 2777761"/>
                <a:gd name="connsiteY4" fmla="*/ 326974 h 3827499"/>
                <a:gd name="connsiteX5" fmla="*/ 2047583 w 2777761"/>
                <a:gd name="connsiteY5" fmla="*/ 495268 h 3827499"/>
                <a:gd name="connsiteX6" fmla="*/ 2159779 w 2777761"/>
                <a:gd name="connsiteY6" fmla="*/ 747710 h 3827499"/>
                <a:gd name="connsiteX7" fmla="*/ 2030754 w 2777761"/>
                <a:gd name="connsiteY7" fmla="*/ 792588 h 3827499"/>
                <a:gd name="connsiteX8" fmla="*/ 1997095 w 2777761"/>
                <a:gd name="connsiteY8" fmla="*/ 859906 h 3827499"/>
                <a:gd name="connsiteX9" fmla="*/ 1997095 w 2777761"/>
                <a:gd name="connsiteY9" fmla="*/ 747710 h 3827499"/>
                <a:gd name="connsiteX10" fmla="*/ 1946606 w 2777761"/>
                <a:gd name="connsiteY10" fmla="*/ 708441 h 3827499"/>
                <a:gd name="connsiteX11" fmla="*/ 1772702 w 2777761"/>
                <a:gd name="connsiteY11" fmla="*/ 758929 h 3827499"/>
                <a:gd name="connsiteX12" fmla="*/ 1402454 w 2777761"/>
                <a:gd name="connsiteY12" fmla="*/ 618684 h 3827499"/>
                <a:gd name="connsiteX13" fmla="*/ 1705384 w 2777761"/>
                <a:gd name="connsiteY13" fmla="*/ 1190885 h 3827499"/>
                <a:gd name="connsiteX14" fmla="*/ 1800751 w 2777761"/>
                <a:gd name="connsiteY14" fmla="*/ 1263813 h 3827499"/>
                <a:gd name="connsiteX15" fmla="*/ 1649286 w 2777761"/>
                <a:gd name="connsiteY15" fmla="*/ 1488205 h 3827499"/>
                <a:gd name="connsiteX16" fmla="*/ 1727824 w 2777761"/>
                <a:gd name="connsiteY16" fmla="*/ 1706988 h 3827499"/>
                <a:gd name="connsiteX17" fmla="*/ 1817581 w 2777761"/>
                <a:gd name="connsiteY17" fmla="*/ 1701379 h 3827499"/>
                <a:gd name="connsiteX18" fmla="*/ 1671725 w 2777761"/>
                <a:gd name="connsiteY18" fmla="*/ 1869673 h 3827499"/>
                <a:gd name="connsiteX19" fmla="*/ 914400 w 2777761"/>
                <a:gd name="connsiteY19" fmla="*/ 1617231 h 3827499"/>
                <a:gd name="connsiteX20" fmla="*/ 460005 w 2777761"/>
                <a:gd name="connsiteY20" fmla="*/ 2643828 h 3827499"/>
                <a:gd name="connsiteX21" fmla="*/ 263662 w 2777761"/>
                <a:gd name="connsiteY21" fmla="*/ 2851391 h 3827499"/>
                <a:gd name="connsiteX22" fmla="*/ 44879 w 2777761"/>
                <a:gd name="connsiteY22" fmla="*/ 2896269 h 3827499"/>
                <a:gd name="connsiteX23" fmla="*/ 0 w 2777761"/>
                <a:gd name="connsiteY23" fmla="*/ 3002856 h 3827499"/>
                <a:gd name="connsiteX24" fmla="*/ 274881 w 2777761"/>
                <a:gd name="connsiteY24" fmla="*/ 3126272 h 3827499"/>
                <a:gd name="connsiteX25" fmla="*/ 504884 w 2777761"/>
                <a:gd name="connsiteY25" fmla="*/ 3025295 h 3827499"/>
                <a:gd name="connsiteX26" fmla="*/ 471225 w 2777761"/>
                <a:gd name="connsiteY26" fmla="*/ 3154321 h 3827499"/>
                <a:gd name="connsiteX27" fmla="*/ 572201 w 2777761"/>
                <a:gd name="connsiteY27" fmla="*/ 3199199 h 3827499"/>
                <a:gd name="connsiteX28" fmla="*/ 381468 w 2777761"/>
                <a:gd name="connsiteY28" fmla="*/ 3659204 h 3827499"/>
                <a:gd name="connsiteX29" fmla="*/ 196344 w 2777761"/>
                <a:gd name="connsiteY29" fmla="*/ 3704083 h 3827499"/>
                <a:gd name="connsiteX30" fmla="*/ 263662 w 2777761"/>
                <a:gd name="connsiteY30" fmla="*/ 3805059 h 3827499"/>
                <a:gd name="connsiteX31" fmla="*/ 555372 w 2777761"/>
                <a:gd name="connsiteY31" fmla="*/ 3827499 h 3827499"/>
                <a:gd name="connsiteX32" fmla="*/ 589031 w 2777761"/>
                <a:gd name="connsiteY32" fmla="*/ 3619936 h 3827499"/>
                <a:gd name="connsiteX33" fmla="*/ 645129 w 2777761"/>
                <a:gd name="connsiteY33" fmla="*/ 3614326 h 3827499"/>
                <a:gd name="connsiteX34" fmla="*/ 690008 w 2777761"/>
                <a:gd name="connsiteY34" fmla="*/ 3737742 h 3827499"/>
                <a:gd name="connsiteX35" fmla="*/ 774155 w 2777761"/>
                <a:gd name="connsiteY35" fmla="*/ 3743352 h 3827499"/>
                <a:gd name="connsiteX36" fmla="*/ 779765 w 2777761"/>
                <a:gd name="connsiteY36" fmla="*/ 3513349 h 3827499"/>
                <a:gd name="connsiteX37" fmla="*/ 746106 w 2777761"/>
                <a:gd name="connsiteY37" fmla="*/ 3244078 h 3827499"/>
                <a:gd name="connsiteX38" fmla="*/ 903181 w 2777761"/>
                <a:gd name="connsiteY38" fmla="*/ 2666267 h 3827499"/>
                <a:gd name="connsiteX39" fmla="*/ 1166842 w 2777761"/>
                <a:gd name="connsiteY39" fmla="*/ 2559680 h 3827499"/>
                <a:gd name="connsiteX40" fmla="*/ 1531480 w 2777761"/>
                <a:gd name="connsiteY40" fmla="*/ 2666267 h 3827499"/>
                <a:gd name="connsiteX41" fmla="*/ 1593188 w 2777761"/>
                <a:gd name="connsiteY41" fmla="*/ 2666267 h 3827499"/>
                <a:gd name="connsiteX42" fmla="*/ 1649286 w 2777761"/>
                <a:gd name="connsiteY42" fmla="*/ 2767244 h 3827499"/>
                <a:gd name="connsiteX43" fmla="*/ 1800751 w 2777761"/>
                <a:gd name="connsiteY43" fmla="*/ 2800902 h 3827499"/>
                <a:gd name="connsiteX44" fmla="*/ 1811971 w 2777761"/>
                <a:gd name="connsiteY44" fmla="*/ 2834561 h 3827499"/>
                <a:gd name="connsiteX45" fmla="*/ 1772702 w 2777761"/>
                <a:gd name="connsiteY45" fmla="*/ 3036515 h 3827499"/>
                <a:gd name="connsiteX46" fmla="*/ 1750263 w 2777761"/>
                <a:gd name="connsiteY46" fmla="*/ 3361884 h 3827499"/>
                <a:gd name="connsiteX47" fmla="*/ 1542700 w 2777761"/>
                <a:gd name="connsiteY47" fmla="*/ 3384323 h 3827499"/>
                <a:gd name="connsiteX48" fmla="*/ 1206111 w 2777761"/>
                <a:gd name="connsiteY48" fmla="*/ 3434812 h 3827499"/>
                <a:gd name="connsiteX49" fmla="*/ 1178062 w 2777761"/>
                <a:gd name="connsiteY49" fmla="*/ 3507739 h 3827499"/>
                <a:gd name="connsiteX50" fmla="*/ 1116354 w 2777761"/>
                <a:gd name="connsiteY50" fmla="*/ 3535788 h 3827499"/>
                <a:gd name="connsiteX51" fmla="*/ 1144403 w 2777761"/>
                <a:gd name="connsiteY51" fmla="*/ 3670424 h 3827499"/>
                <a:gd name="connsiteX52" fmla="*/ 1284648 w 2777761"/>
                <a:gd name="connsiteY52" fmla="*/ 3676034 h 3827499"/>
                <a:gd name="connsiteX53" fmla="*/ 1279038 w 2777761"/>
                <a:gd name="connsiteY53" fmla="*/ 3524569 h 3827499"/>
                <a:gd name="connsiteX54" fmla="*/ 1458552 w 2777761"/>
                <a:gd name="connsiteY54" fmla="*/ 3535788 h 3827499"/>
                <a:gd name="connsiteX55" fmla="*/ 1430503 w 2777761"/>
                <a:gd name="connsiteY55" fmla="*/ 3614326 h 3827499"/>
                <a:gd name="connsiteX56" fmla="*/ 1402454 w 2777761"/>
                <a:gd name="connsiteY56" fmla="*/ 3676034 h 3827499"/>
                <a:gd name="connsiteX57" fmla="*/ 1318307 w 2777761"/>
                <a:gd name="connsiteY57" fmla="*/ 3692863 h 3827499"/>
                <a:gd name="connsiteX58" fmla="*/ 1452943 w 2777761"/>
                <a:gd name="connsiteY58" fmla="*/ 3816279 h 3827499"/>
                <a:gd name="connsiteX59" fmla="*/ 1520260 w 2777761"/>
                <a:gd name="connsiteY59" fmla="*/ 3681644 h 3827499"/>
                <a:gd name="connsiteX60" fmla="*/ 1823190 w 2777761"/>
                <a:gd name="connsiteY60" fmla="*/ 3580667 h 3827499"/>
                <a:gd name="connsiteX61" fmla="*/ 2159779 w 2777761"/>
                <a:gd name="connsiteY61" fmla="*/ 3653594 h 3827499"/>
                <a:gd name="connsiteX62" fmla="*/ 2114901 w 2777761"/>
                <a:gd name="connsiteY62" fmla="*/ 3754571 h 3827499"/>
                <a:gd name="connsiteX63" fmla="*/ 2210268 w 2777761"/>
                <a:gd name="connsiteY63" fmla="*/ 3821889 h 3827499"/>
                <a:gd name="connsiteX64" fmla="*/ 2283195 w 2777761"/>
                <a:gd name="connsiteY64" fmla="*/ 3771401 h 3827499"/>
                <a:gd name="connsiteX65" fmla="*/ 2271976 w 2777761"/>
                <a:gd name="connsiteY65" fmla="*/ 3676034 h 3827499"/>
                <a:gd name="connsiteX66" fmla="*/ 2451490 w 2777761"/>
                <a:gd name="connsiteY66" fmla="*/ 3597496 h 3827499"/>
                <a:gd name="connsiteX67" fmla="*/ 2434660 w 2777761"/>
                <a:gd name="connsiteY67" fmla="*/ 3423592 h 3827499"/>
                <a:gd name="connsiteX68" fmla="*/ 1929777 w 2777761"/>
                <a:gd name="connsiteY68" fmla="*/ 3395543 h 3827499"/>
                <a:gd name="connsiteX69" fmla="*/ 1918557 w 2777761"/>
                <a:gd name="connsiteY69" fmla="*/ 3070174 h 3827499"/>
                <a:gd name="connsiteX70" fmla="*/ 1884898 w 2777761"/>
                <a:gd name="connsiteY70" fmla="*/ 3053344 h 3827499"/>
                <a:gd name="connsiteX71" fmla="*/ 1907338 w 2777761"/>
                <a:gd name="connsiteY71" fmla="*/ 2873830 h 3827499"/>
                <a:gd name="connsiteX72" fmla="*/ 1862459 w 2777761"/>
                <a:gd name="connsiteY72" fmla="*/ 2812122 h 3827499"/>
                <a:gd name="connsiteX73" fmla="*/ 2109291 w 2777761"/>
                <a:gd name="connsiteY73" fmla="*/ 2756024 h 3827499"/>
                <a:gd name="connsiteX74" fmla="*/ 2131730 w 2777761"/>
                <a:gd name="connsiteY74" fmla="*/ 2626998 h 3827499"/>
                <a:gd name="connsiteX75" fmla="*/ 2372952 w 2777761"/>
                <a:gd name="connsiteY75" fmla="*/ 2660657 h 3827499"/>
                <a:gd name="connsiteX76" fmla="*/ 2597345 w 2777761"/>
                <a:gd name="connsiteY76" fmla="*/ 2071626 h 3827499"/>
                <a:gd name="connsiteX77" fmla="*/ 2552466 w 2777761"/>
                <a:gd name="connsiteY77" fmla="*/ 1987479 h 3827499"/>
                <a:gd name="connsiteX78" fmla="*/ 2698322 w 2777761"/>
                <a:gd name="connsiteY78" fmla="*/ 1499425 h 3827499"/>
                <a:gd name="connsiteX79" fmla="*/ 2642224 w 2777761"/>
                <a:gd name="connsiteY79" fmla="*/ 1392839 h 3827499"/>
                <a:gd name="connsiteX80" fmla="*/ 2490758 w 2777761"/>
                <a:gd name="connsiteY80" fmla="*/ 848687 h 3827499"/>
                <a:gd name="connsiteX81" fmla="*/ 2743201 w 2777761"/>
                <a:gd name="connsiteY81" fmla="*/ 714051 h 3827499"/>
                <a:gd name="connsiteX82" fmla="*/ 2715151 w 2777761"/>
                <a:gd name="connsiteY82" fmla="*/ 472829 h 3827499"/>
                <a:gd name="connsiteX83" fmla="*/ 2647833 w 2777761"/>
                <a:gd name="connsiteY83" fmla="*/ 80143 h 3827499"/>
                <a:gd name="connsiteX0" fmla="*/ 2647833 w 2777761"/>
                <a:gd name="connsiteY0" fmla="*/ 80143 h 3827499"/>
                <a:gd name="connsiteX1" fmla="*/ 2395391 w 2777761"/>
                <a:gd name="connsiteY1" fmla="*/ 1604 h 3827499"/>
                <a:gd name="connsiteX2" fmla="*/ 2193438 w 2777761"/>
                <a:gd name="connsiteY2" fmla="*/ 197948 h 3827499"/>
                <a:gd name="connsiteX3" fmla="*/ 2114901 w 2777761"/>
                <a:gd name="connsiteY3" fmla="*/ 214777 h 3827499"/>
                <a:gd name="connsiteX4" fmla="*/ 2142950 w 2777761"/>
                <a:gd name="connsiteY4" fmla="*/ 326974 h 3827499"/>
                <a:gd name="connsiteX5" fmla="*/ 2047583 w 2777761"/>
                <a:gd name="connsiteY5" fmla="*/ 495268 h 3827499"/>
                <a:gd name="connsiteX6" fmla="*/ 2159779 w 2777761"/>
                <a:gd name="connsiteY6" fmla="*/ 747710 h 3827499"/>
                <a:gd name="connsiteX7" fmla="*/ 2030754 w 2777761"/>
                <a:gd name="connsiteY7" fmla="*/ 792588 h 3827499"/>
                <a:gd name="connsiteX8" fmla="*/ 1997095 w 2777761"/>
                <a:gd name="connsiteY8" fmla="*/ 859906 h 3827499"/>
                <a:gd name="connsiteX9" fmla="*/ 1997095 w 2777761"/>
                <a:gd name="connsiteY9" fmla="*/ 747710 h 3827499"/>
                <a:gd name="connsiteX10" fmla="*/ 1946606 w 2777761"/>
                <a:gd name="connsiteY10" fmla="*/ 708441 h 3827499"/>
                <a:gd name="connsiteX11" fmla="*/ 1772702 w 2777761"/>
                <a:gd name="connsiteY11" fmla="*/ 758929 h 3827499"/>
                <a:gd name="connsiteX12" fmla="*/ 1402454 w 2777761"/>
                <a:gd name="connsiteY12" fmla="*/ 618684 h 3827499"/>
                <a:gd name="connsiteX13" fmla="*/ 1705384 w 2777761"/>
                <a:gd name="connsiteY13" fmla="*/ 1190885 h 3827499"/>
                <a:gd name="connsiteX14" fmla="*/ 1800751 w 2777761"/>
                <a:gd name="connsiteY14" fmla="*/ 1263813 h 3827499"/>
                <a:gd name="connsiteX15" fmla="*/ 1649286 w 2777761"/>
                <a:gd name="connsiteY15" fmla="*/ 1488205 h 3827499"/>
                <a:gd name="connsiteX16" fmla="*/ 1727824 w 2777761"/>
                <a:gd name="connsiteY16" fmla="*/ 1706988 h 3827499"/>
                <a:gd name="connsiteX17" fmla="*/ 1817581 w 2777761"/>
                <a:gd name="connsiteY17" fmla="*/ 1701379 h 3827499"/>
                <a:gd name="connsiteX18" fmla="*/ 1671725 w 2777761"/>
                <a:gd name="connsiteY18" fmla="*/ 1869673 h 3827499"/>
                <a:gd name="connsiteX19" fmla="*/ 914400 w 2777761"/>
                <a:gd name="connsiteY19" fmla="*/ 1617231 h 3827499"/>
                <a:gd name="connsiteX20" fmla="*/ 460005 w 2777761"/>
                <a:gd name="connsiteY20" fmla="*/ 2643828 h 3827499"/>
                <a:gd name="connsiteX21" fmla="*/ 263662 w 2777761"/>
                <a:gd name="connsiteY21" fmla="*/ 2851391 h 3827499"/>
                <a:gd name="connsiteX22" fmla="*/ 44879 w 2777761"/>
                <a:gd name="connsiteY22" fmla="*/ 2896269 h 3827499"/>
                <a:gd name="connsiteX23" fmla="*/ 0 w 2777761"/>
                <a:gd name="connsiteY23" fmla="*/ 3002856 h 3827499"/>
                <a:gd name="connsiteX24" fmla="*/ 274881 w 2777761"/>
                <a:gd name="connsiteY24" fmla="*/ 3126272 h 3827499"/>
                <a:gd name="connsiteX25" fmla="*/ 504884 w 2777761"/>
                <a:gd name="connsiteY25" fmla="*/ 3025295 h 3827499"/>
                <a:gd name="connsiteX26" fmla="*/ 471225 w 2777761"/>
                <a:gd name="connsiteY26" fmla="*/ 3154321 h 3827499"/>
                <a:gd name="connsiteX27" fmla="*/ 572201 w 2777761"/>
                <a:gd name="connsiteY27" fmla="*/ 3199199 h 3827499"/>
                <a:gd name="connsiteX28" fmla="*/ 381468 w 2777761"/>
                <a:gd name="connsiteY28" fmla="*/ 3659204 h 3827499"/>
                <a:gd name="connsiteX29" fmla="*/ 196344 w 2777761"/>
                <a:gd name="connsiteY29" fmla="*/ 3704083 h 3827499"/>
                <a:gd name="connsiteX30" fmla="*/ 263662 w 2777761"/>
                <a:gd name="connsiteY30" fmla="*/ 3805059 h 3827499"/>
                <a:gd name="connsiteX31" fmla="*/ 555372 w 2777761"/>
                <a:gd name="connsiteY31" fmla="*/ 3827499 h 3827499"/>
                <a:gd name="connsiteX32" fmla="*/ 589031 w 2777761"/>
                <a:gd name="connsiteY32" fmla="*/ 3619936 h 3827499"/>
                <a:gd name="connsiteX33" fmla="*/ 645129 w 2777761"/>
                <a:gd name="connsiteY33" fmla="*/ 3614326 h 3827499"/>
                <a:gd name="connsiteX34" fmla="*/ 690008 w 2777761"/>
                <a:gd name="connsiteY34" fmla="*/ 3737742 h 3827499"/>
                <a:gd name="connsiteX35" fmla="*/ 774155 w 2777761"/>
                <a:gd name="connsiteY35" fmla="*/ 3743352 h 3827499"/>
                <a:gd name="connsiteX36" fmla="*/ 779765 w 2777761"/>
                <a:gd name="connsiteY36" fmla="*/ 3513349 h 3827499"/>
                <a:gd name="connsiteX37" fmla="*/ 746106 w 2777761"/>
                <a:gd name="connsiteY37" fmla="*/ 3244078 h 3827499"/>
                <a:gd name="connsiteX38" fmla="*/ 903181 w 2777761"/>
                <a:gd name="connsiteY38" fmla="*/ 2666267 h 3827499"/>
                <a:gd name="connsiteX39" fmla="*/ 1166842 w 2777761"/>
                <a:gd name="connsiteY39" fmla="*/ 2559680 h 3827499"/>
                <a:gd name="connsiteX40" fmla="*/ 1531480 w 2777761"/>
                <a:gd name="connsiteY40" fmla="*/ 2666267 h 3827499"/>
                <a:gd name="connsiteX41" fmla="*/ 1593188 w 2777761"/>
                <a:gd name="connsiteY41" fmla="*/ 2666267 h 3827499"/>
                <a:gd name="connsiteX42" fmla="*/ 1649286 w 2777761"/>
                <a:gd name="connsiteY42" fmla="*/ 2767244 h 3827499"/>
                <a:gd name="connsiteX43" fmla="*/ 1800751 w 2777761"/>
                <a:gd name="connsiteY43" fmla="*/ 2800902 h 3827499"/>
                <a:gd name="connsiteX44" fmla="*/ 1811971 w 2777761"/>
                <a:gd name="connsiteY44" fmla="*/ 2834561 h 3827499"/>
                <a:gd name="connsiteX45" fmla="*/ 1772702 w 2777761"/>
                <a:gd name="connsiteY45" fmla="*/ 3036515 h 3827499"/>
                <a:gd name="connsiteX46" fmla="*/ 1750263 w 2777761"/>
                <a:gd name="connsiteY46" fmla="*/ 3361884 h 3827499"/>
                <a:gd name="connsiteX47" fmla="*/ 1542700 w 2777761"/>
                <a:gd name="connsiteY47" fmla="*/ 3384323 h 3827499"/>
                <a:gd name="connsiteX48" fmla="*/ 1206111 w 2777761"/>
                <a:gd name="connsiteY48" fmla="*/ 3434812 h 3827499"/>
                <a:gd name="connsiteX49" fmla="*/ 1178062 w 2777761"/>
                <a:gd name="connsiteY49" fmla="*/ 3507739 h 3827499"/>
                <a:gd name="connsiteX50" fmla="*/ 1116354 w 2777761"/>
                <a:gd name="connsiteY50" fmla="*/ 3535788 h 3827499"/>
                <a:gd name="connsiteX51" fmla="*/ 1144403 w 2777761"/>
                <a:gd name="connsiteY51" fmla="*/ 3670424 h 3827499"/>
                <a:gd name="connsiteX52" fmla="*/ 1284648 w 2777761"/>
                <a:gd name="connsiteY52" fmla="*/ 3676034 h 3827499"/>
                <a:gd name="connsiteX53" fmla="*/ 1279038 w 2777761"/>
                <a:gd name="connsiteY53" fmla="*/ 3524569 h 3827499"/>
                <a:gd name="connsiteX54" fmla="*/ 1458552 w 2777761"/>
                <a:gd name="connsiteY54" fmla="*/ 3535788 h 3827499"/>
                <a:gd name="connsiteX55" fmla="*/ 1430503 w 2777761"/>
                <a:gd name="connsiteY55" fmla="*/ 3614326 h 3827499"/>
                <a:gd name="connsiteX56" fmla="*/ 1402454 w 2777761"/>
                <a:gd name="connsiteY56" fmla="*/ 3676034 h 3827499"/>
                <a:gd name="connsiteX57" fmla="*/ 1318307 w 2777761"/>
                <a:gd name="connsiteY57" fmla="*/ 3692863 h 3827499"/>
                <a:gd name="connsiteX58" fmla="*/ 1452943 w 2777761"/>
                <a:gd name="connsiteY58" fmla="*/ 3816279 h 3827499"/>
                <a:gd name="connsiteX59" fmla="*/ 1520260 w 2777761"/>
                <a:gd name="connsiteY59" fmla="*/ 3681644 h 3827499"/>
                <a:gd name="connsiteX60" fmla="*/ 1823190 w 2777761"/>
                <a:gd name="connsiteY60" fmla="*/ 3580667 h 3827499"/>
                <a:gd name="connsiteX61" fmla="*/ 2159779 w 2777761"/>
                <a:gd name="connsiteY61" fmla="*/ 3653594 h 3827499"/>
                <a:gd name="connsiteX62" fmla="*/ 2114901 w 2777761"/>
                <a:gd name="connsiteY62" fmla="*/ 3754571 h 3827499"/>
                <a:gd name="connsiteX63" fmla="*/ 2210268 w 2777761"/>
                <a:gd name="connsiteY63" fmla="*/ 3821889 h 3827499"/>
                <a:gd name="connsiteX64" fmla="*/ 2283195 w 2777761"/>
                <a:gd name="connsiteY64" fmla="*/ 3771401 h 3827499"/>
                <a:gd name="connsiteX65" fmla="*/ 2271976 w 2777761"/>
                <a:gd name="connsiteY65" fmla="*/ 3676034 h 3827499"/>
                <a:gd name="connsiteX66" fmla="*/ 2451490 w 2777761"/>
                <a:gd name="connsiteY66" fmla="*/ 3597496 h 3827499"/>
                <a:gd name="connsiteX67" fmla="*/ 2434660 w 2777761"/>
                <a:gd name="connsiteY67" fmla="*/ 3423592 h 3827499"/>
                <a:gd name="connsiteX68" fmla="*/ 1929777 w 2777761"/>
                <a:gd name="connsiteY68" fmla="*/ 3395543 h 3827499"/>
                <a:gd name="connsiteX69" fmla="*/ 1918557 w 2777761"/>
                <a:gd name="connsiteY69" fmla="*/ 3070174 h 3827499"/>
                <a:gd name="connsiteX70" fmla="*/ 1884898 w 2777761"/>
                <a:gd name="connsiteY70" fmla="*/ 3053344 h 3827499"/>
                <a:gd name="connsiteX71" fmla="*/ 1907338 w 2777761"/>
                <a:gd name="connsiteY71" fmla="*/ 2873830 h 3827499"/>
                <a:gd name="connsiteX72" fmla="*/ 1862459 w 2777761"/>
                <a:gd name="connsiteY72" fmla="*/ 2812122 h 3827499"/>
                <a:gd name="connsiteX73" fmla="*/ 2109291 w 2777761"/>
                <a:gd name="connsiteY73" fmla="*/ 2756024 h 3827499"/>
                <a:gd name="connsiteX74" fmla="*/ 2131730 w 2777761"/>
                <a:gd name="connsiteY74" fmla="*/ 2626998 h 3827499"/>
                <a:gd name="connsiteX75" fmla="*/ 2372952 w 2777761"/>
                <a:gd name="connsiteY75" fmla="*/ 2660657 h 3827499"/>
                <a:gd name="connsiteX76" fmla="*/ 2597345 w 2777761"/>
                <a:gd name="connsiteY76" fmla="*/ 2071626 h 3827499"/>
                <a:gd name="connsiteX77" fmla="*/ 2552466 w 2777761"/>
                <a:gd name="connsiteY77" fmla="*/ 1987479 h 3827499"/>
                <a:gd name="connsiteX78" fmla="*/ 2698322 w 2777761"/>
                <a:gd name="connsiteY78" fmla="*/ 1499425 h 3827499"/>
                <a:gd name="connsiteX79" fmla="*/ 2642224 w 2777761"/>
                <a:gd name="connsiteY79" fmla="*/ 1392839 h 3827499"/>
                <a:gd name="connsiteX80" fmla="*/ 2501977 w 2777761"/>
                <a:gd name="connsiteY80" fmla="*/ 815028 h 3827499"/>
                <a:gd name="connsiteX81" fmla="*/ 2743201 w 2777761"/>
                <a:gd name="connsiteY81" fmla="*/ 714051 h 3827499"/>
                <a:gd name="connsiteX82" fmla="*/ 2715151 w 2777761"/>
                <a:gd name="connsiteY82" fmla="*/ 472829 h 3827499"/>
                <a:gd name="connsiteX83" fmla="*/ 2647833 w 2777761"/>
                <a:gd name="connsiteY83" fmla="*/ 80143 h 3827499"/>
                <a:gd name="connsiteX0" fmla="*/ 2647833 w 2777761"/>
                <a:gd name="connsiteY0" fmla="*/ 80143 h 3827499"/>
                <a:gd name="connsiteX1" fmla="*/ 2395391 w 2777761"/>
                <a:gd name="connsiteY1" fmla="*/ 1604 h 3827499"/>
                <a:gd name="connsiteX2" fmla="*/ 2193438 w 2777761"/>
                <a:gd name="connsiteY2" fmla="*/ 197948 h 3827499"/>
                <a:gd name="connsiteX3" fmla="*/ 2114901 w 2777761"/>
                <a:gd name="connsiteY3" fmla="*/ 214777 h 3827499"/>
                <a:gd name="connsiteX4" fmla="*/ 2142950 w 2777761"/>
                <a:gd name="connsiteY4" fmla="*/ 326974 h 3827499"/>
                <a:gd name="connsiteX5" fmla="*/ 2047583 w 2777761"/>
                <a:gd name="connsiteY5" fmla="*/ 495268 h 3827499"/>
                <a:gd name="connsiteX6" fmla="*/ 2159779 w 2777761"/>
                <a:gd name="connsiteY6" fmla="*/ 747710 h 3827499"/>
                <a:gd name="connsiteX7" fmla="*/ 2030754 w 2777761"/>
                <a:gd name="connsiteY7" fmla="*/ 792588 h 3827499"/>
                <a:gd name="connsiteX8" fmla="*/ 1997095 w 2777761"/>
                <a:gd name="connsiteY8" fmla="*/ 859906 h 3827499"/>
                <a:gd name="connsiteX9" fmla="*/ 1997095 w 2777761"/>
                <a:gd name="connsiteY9" fmla="*/ 747710 h 3827499"/>
                <a:gd name="connsiteX10" fmla="*/ 1946606 w 2777761"/>
                <a:gd name="connsiteY10" fmla="*/ 708441 h 3827499"/>
                <a:gd name="connsiteX11" fmla="*/ 1772702 w 2777761"/>
                <a:gd name="connsiteY11" fmla="*/ 758929 h 3827499"/>
                <a:gd name="connsiteX12" fmla="*/ 1402454 w 2777761"/>
                <a:gd name="connsiteY12" fmla="*/ 618684 h 3827499"/>
                <a:gd name="connsiteX13" fmla="*/ 1705384 w 2777761"/>
                <a:gd name="connsiteY13" fmla="*/ 1190885 h 3827499"/>
                <a:gd name="connsiteX14" fmla="*/ 1800751 w 2777761"/>
                <a:gd name="connsiteY14" fmla="*/ 1263813 h 3827499"/>
                <a:gd name="connsiteX15" fmla="*/ 1649286 w 2777761"/>
                <a:gd name="connsiteY15" fmla="*/ 1488205 h 3827499"/>
                <a:gd name="connsiteX16" fmla="*/ 1727824 w 2777761"/>
                <a:gd name="connsiteY16" fmla="*/ 1706988 h 3827499"/>
                <a:gd name="connsiteX17" fmla="*/ 1817581 w 2777761"/>
                <a:gd name="connsiteY17" fmla="*/ 1701379 h 3827499"/>
                <a:gd name="connsiteX18" fmla="*/ 1671725 w 2777761"/>
                <a:gd name="connsiteY18" fmla="*/ 1869673 h 3827499"/>
                <a:gd name="connsiteX19" fmla="*/ 914400 w 2777761"/>
                <a:gd name="connsiteY19" fmla="*/ 1617231 h 3827499"/>
                <a:gd name="connsiteX20" fmla="*/ 460005 w 2777761"/>
                <a:gd name="connsiteY20" fmla="*/ 2643828 h 3827499"/>
                <a:gd name="connsiteX21" fmla="*/ 263662 w 2777761"/>
                <a:gd name="connsiteY21" fmla="*/ 2851391 h 3827499"/>
                <a:gd name="connsiteX22" fmla="*/ 44879 w 2777761"/>
                <a:gd name="connsiteY22" fmla="*/ 2896269 h 3827499"/>
                <a:gd name="connsiteX23" fmla="*/ 0 w 2777761"/>
                <a:gd name="connsiteY23" fmla="*/ 3002856 h 3827499"/>
                <a:gd name="connsiteX24" fmla="*/ 274881 w 2777761"/>
                <a:gd name="connsiteY24" fmla="*/ 3126272 h 3827499"/>
                <a:gd name="connsiteX25" fmla="*/ 504884 w 2777761"/>
                <a:gd name="connsiteY25" fmla="*/ 3025295 h 3827499"/>
                <a:gd name="connsiteX26" fmla="*/ 471225 w 2777761"/>
                <a:gd name="connsiteY26" fmla="*/ 3154321 h 3827499"/>
                <a:gd name="connsiteX27" fmla="*/ 572201 w 2777761"/>
                <a:gd name="connsiteY27" fmla="*/ 3199199 h 3827499"/>
                <a:gd name="connsiteX28" fmla="*/ 381468 w 2777761"/>
                <a:gd name="connsiteY28" fmla="*/ 3659204 h 3827499"/>
                <a:gd name="connsiteX29" fmla="*/ 196344 w 2777761"/>
                <a:gd name="connsiteY29" fmla="*/ 3704083 h 3827499"/>
                <a:gd name="connsiteX30" fmla="*/ 263662 w 2777761"/>
                <a:gd name="connsiteY30" fmla="*/ 3805059 h 3827499"/>
                <a:gd name="connsiteX31" fmla="*/ 555372 w 2777761"/>
                <a:gd name="connsiteY31" fmla="*/ 3827499 h 3827499"/>
                <a:gd name="connsiteX32" fmla="*/ 589031 w 2777761"/>
                <a:gd name="connsiteY32" fmla="*/ 3619936 h 3827499"/>
                <a:gd name="connsiteX33" fmla="*/ 645129 w 2777761"/>
                <a:gd name="connsiteY33" fmla="*/ 3614326 h 3827499"/>
                <a:gd name="connsiteX34" fmla="*/ 690008 w 2777761"/>
                <a:gd name="connsiteY34" fmla="*/ 3737742 h 3827499"/>
                <a:gd name="connsiteX35" fmla="*/ 774155 w 2777761"/>
                <a:gd name="connsiteY35" fmla="*/ 3743352 h 3827499"/>
                <a:gd name="connsiteX36" fmla="*/ 779765 w 2777761"/>
                <a:gd name="connsiteY36" fmla="*/ 3513349 h 3827499"/>
                <a:gd name="connsiteX37" fmla="*/ 746106 w 2777761"/>
                <a:gd name="connsiteY37" fmla="*/ 3244078 h 3827499"/>
                <a:gd name="connsiteX38" fmla="*/ 903181 w 2777761"/>
                <a:gd name="connsiteY38" fmla="*/ 2666267 h 3827499"/>
                <a:gd name="connsiteX39" fmla="*/ 1166842 w 2777761"/>
                <a:gd name="connsiteY39" fmla="*/ 2559680 h 3827499"/>
                <a:gd name="connsiteX40" fmla="*/ 1531480 w 2777761"/>
                <a:gd name="connsiteY40" fmla="*/ 2666267 h 3827499"/>
                <a:gd name="connsiteX41" fmla="*/ 1593188 w 2777761"/>
                <a:gd name="connsiteY41" fmla="*/ 2666267 h 3827499"/>
                <a:gd name="connsiteX42" fmla="*/ 1649286 w 2777761"/>
                <a:gd name="connsiteY42" fmla="*/ 2767244 h 3827499"/>
                <a:gd name="connsiteX43" fmla="*/ 1800751 w 2777761"/>
                <a:gd name="connsiteY43" fmla="*/ 2800902 h 3827499"/>
                <a:gd name="connsiteX44" fmla="*/ 1811971 w 2777761"/>
                <a:gd name="connsiteY44" fmla="*/ 2834561 h 3827499"/>
                <a:gd name="connsiteX45" fmla="*/ 1772702 w 2777761"/>
                <a:gd name="connsiteY45" fmla="*/ 3036515 h 3827499"/>
                <a:gd name="connsiteX46" fmla="*/ 1750263 w 2777761"/>
                <a:gd name="connsiteY46" fmla="*/ 3361884 h 3827499"/>
                <a:gd name="connsiteX47" fmla="*/ 1542700 w 2777761"/>
                <a:gd name="connsiteY47" fmla="*/ 3384323 h 3827499"/>
                <a:gd name="connsiteX48" fmla="*/ 1206111 w 2777761"/>
                <a:gd name="connsiteY48" fmla="*/ 3434812 h 3827499"/>
                <a:gd name="connsiteX49" fmla="*/ 1178062 w 2777761"/>
                <a:gd name="connsiteY49" fmla="*/ 3507739 h 3827499"/>
                <a:gd name="connsiteX50" fmla="*/ 1116354 w 2777761"/>
                <a:gd name="connsiteY50" fmla="*/ 3535788 h 3827499"/>
                <a:gd name="connsiteX51" fmla="*/ 1144403 w 2777761"/>
                <a:gd name="connsiteY51" fmla="*/ 3670424 h 3827499"/>
                <a:gd name="connsiteX52" fmla="*/ 1284648 w 2777761"/>
                <a:gd name="connsiteY52" fmla="*/ 3676034 h 3827499"/>
                <a:gd name="connsiteX53" fmla="*/ 1279038 w 2777761"/>
                <a:gd name="connsiteY53" fmla="*/ 3524569 h 3827499"/>
                <a:gd name="connsiteX54" fmla="*/ 1458552 w 2777761"/>
                <a:gd name="connsiteY54" fmla="*/ 3535788 h 3827499"/>
                <a:gd name="connsiteX55" fmla="*/ 1430503 w 2777761"/>
                <a:gd name="connsiteY55" fmla="*/ 3614326 h 3827499"/>
                <a:gd name="connsiteX56" fmla="*/ 1402454 w 2777761"/>
                <a:gd name="connsiteY56" fmla="*/ 3676034 h 3827499"/>
                <a:gd name="connsiteX57" fmla="*/ 1318307 w 2777761"/>
                <a:gd name="connsiteY57" fmla="*/ 3692863 h 3827499"/>
                <a:gd name="connsiteX58" fmla="*/ 1452943 w 2777761"/>
                <a:gd name="connsiteY58" fmla="*/ 3816279 h 3827499"/>
                <a:gd name="connsiteX59" fmla="*/ 1520260 w 2777761"/>
                <a:gd name="connsiteY59" fmla="*/ 3681644 h 3827499"/>
                <a:gd name="connsiteX60" fmla="*/ 1823190 w 2777761"/>
                <a:gd name="connsiteY60" fmla="*/ 3580667 h 3827499"/>
                <a:gd name="connsiteX61" fmla="*/ 2159779 w 2777761"/>
                <a:gd name="connsiteY61" fmla="*/ 3653594 h 3827499"/>
                <a:gd name="connsiteX62" fmla="*/ 2114901 w 2777761"/>
                <a:gd name="connsiteY62" fmla="*/ 3754571 h 3827499"/>
                <a:gd name="connsiteX63" fmla="*/ 2210268 w 2777761"/>
                <a:gd name="connsiteY63" fmla="*/ 3821889 h 3827499"/>
                <a:gd name="connsiteX64" fmla="*/ 2283195 w 2777761"/>
                <a:gd name="connsiteY64" fmla="*/ 3771401 h 3827499"/>
                <a:gd name="connsiteX65" fmla="*/ 2271976 w 2777761"/>
                <a:gd name="connsiteY65" fmla="*/ 3676034 h 3827499"/>
                <a:gd name="connsiteX66" fmla="*/ 2451490 w 2777761"/>
                <a:gd name="connsiteY66" fmla="*/ 3597496 h 3827499"/>
                <a:gd name="connsiteX67" fmla="*/ 2434660 w 2777761"/>
                <a:gd name="connsiteY67" fmla="*/ 3423592 h 3827499"/>
                <a:gd name="connsiteX68" fmla="*/ 1929777 w 2777761"/>
                <a:gd name="connsiteY68" fmla="*/ 3395543 h 3827499"/>
                <a:gd name="connsiteX69" fmla="*/ 1918557 w 2777761"/>
                <a:gd name="connsiteY69" fmla="*/ 3070174 h 3827499"/>
                <a:gd name="connsiteX70" fmla="*/ 1884898 w 2777761"/>
                <a:gd name="connsiteY70" fmla="*/ 3053344 h 3827499"/>
                <a:gd name="connsiteX71" fmla="*/ 1907338 w 2777761"/>
                <a:gd name="connsiteY71" fmla="*/ 2873830 h 3827499"/>
                <a:gd name="connsiteX72" fmla="*/ 1862459 w 2777761"/>
                <a:gd name="connsiteY72" fmla="*/ 2812122 h 3827499"/>
                <a:gd name="connsiteX73" fmla="*/ 2109291 w 2777761"/>
                <a:gd name="connsiteY73" fmla="*/ 2756024 h 3827499"/>
                <a:gd name="connsiteX74" fmla="*/ 2131730 w 2777761"/>
                <a:gd name="connsiteY74" fmla="*/ 2626998 h 3827499"/>
                <a:gd name="connsiteX75" fmla="*/ 2372952 w 2777761"/>
                <a:gd name="connsiteY75" fmla="*/ 2660657 h 3827499"/>
                <a:gd name="connsiteX76" fmla="*/ 2597345 w 2777761"/>
                <a:gd name="connsiteY76" fmla="*/ 2071626 h 3827499"/>
                <a:gd name="connsiteX77" fmla="*/ 2552466 w 2777761"/>
                <a:gd name="connsiteY77" fmla="*/ 1987479 h 3827499"/>
                <a:gd name="connsiteX78" fmla="*/ 2698322 w 2777761"/>
                <a:gd name="connsiteY78" fmla="*/ 1499425 h 3827499"/>
                <a:gd name="connsiteX79" fmla="*/ 2642224 w 2777761"/>
                <a:gd name="connsiteY79" fmla="*/ 1392839 h 3827499"/>
                <a:gd name="connsiteX80" fmla="*/ 2485148 w 2777761"/>
                <a:gd name="connsiteY80" fmla="*/ 837467 h 3827499"/>
                <a:gd name="connsiteX81" fmla="*/ 2743201 w 2777761"/>
                <a:gd name="connsiteY81" fmla="*/ 714051 h 3827499"/>
                <a:gd name="connsiteX82" fmla="*/ 2715151 w 2777761"/>
                <a:gd name="connsiteY82" fmla="*/ 472829 h 3827499"/>
                <a:gd name="connsiteX83" fmla="*/ 2647833 w 2777761"/>
                <a:gd name="connsiteY83" fmla="*/ 80143 h 3827499"/>
                <a:gd name="connsiteX0" fmla="*/ 2647833 w 2777761"/>
                <a:gd name="connsiteY0" fmla="*/ 80143 h 3827499"/>
                <a:gd name="connsiteX1" fmla="*/ 2395391 w 2777761"/>
                <a:gd name="connsiteY1" fmla="*/ 1604 h 3827499"/>
                <a:gd name="connsiteX2" fmla="*/ 2193438 w 2777761"/>
                <a:gd name="connsiteY2" fmla="*/ 197948 h 3827499"/>
                <a:gd name="connsiteX3" fmla="*/ 2114901 w 2777761"/>
                <a:gd name="connsiteY3" fmla="*/ 214777 h 3827499"/>
                <a:gd name="connsiteX4" fmla="*/ 2142950 w 2777761"/>
                <a:gd name="connsiteY4" fmla="*/ 326974 h 3827499"/>
                <a:gd name="connsiteX5" fmla="*/ 2047583 w 2777761"/>
                <a:gd name="connsiteY5" fmla="*/ 495268 h 3827499"/>
                <a:gd name="connsiteX6" fmla="*/ 2159779 w 2777761"/>
                <a:gd name="connsiteY6" fmla="*/ 747710 h 3827499"/>
                <a:gd name="connsiteX7" fmla="*/ 2030754 w 2777761"/>
                <a:gd name="connsiteY7" fmla="*/ 792588 h 3827499"/>
                <a:gd name="connsiteX8" fmla="*/ 1997095 w 2777761"/>
                <a:gd name="connsiteY8" fmla="*/ 859906 h 3827499"/>
                <a:gd name="connsiteX9" fmla="*/ 1997095 w 2777761"/>
                <a:gd name="connsiteY9" fmla="*/ 747710 h 3827499"/>
                <a:gd name="connsiteX10" fmla="*/ 1946606 w 2777761"/>
                <a:gd name="connsiteY10" fmla="*/ 708441 h 3827499"/>
                <a:gd name="connsiteX11" fmla="*/ 1772702 w 2777761"/>
                <a:gd name="connsiteY11" fmla="*/ 758929 h 3827499"/>
                <a:gd name="connsiteX12" fmla="*/ 1402454 w 2777761"/>
                <a:gd name="connsiteY12" fmla="*/ 618684 h 3827499"/>
                <a:gd name="connsiteX13" fmla="*/ 1705384 w 2777761"/>
                <a:gd name="connsiteY13" fmla="*/ 1190885 h 3827499"/>
                <a:gd name="connsiteX14" fmla="*/ 1800751 w 2777761"/>
                <a:gd name="connsiteY14" fmla="*/ 1263813 h 3827499"/>
                <a:gd name="connsiteX15" fmla="*/ 1649286 w 2777761"/>
                <a:gd name="connsiteY15" fmla="*/ 1488205 h 3827499"/>
                <a:gd name="connsiteX16" fmla="*/ 1727824 w 2777761"/>
                <a:gd name="connsiteY16" fmla="*/ 1706988 h 3827499"/>
                <a:gd name="connsiteX17" fmla="*/ 1817581 w 2777761"/>
                <a:gd name="connsiteY17" fmla="*/ 1701379 h 3827499"/>
                <a:gd name="connsiteX18" fmla="*/ 1671725 w 2777761"/>
                <a:gd name="connsiteY18" fmla="*/ 1869673 h 3827499"/>
                <a:gd name="connsiteX19" fmla="*/ 914400 w 2777761"/>
                <a:gd name="connsiteY19" fmla="*/ 1617231 h 3827499"/>
                <a:gd name="connsiteX20" fmla="*/ 460005 w 2777761"/>
                <a:gd name="connsiteY20" fmla="*/ 2643828 h 3827499"/>
                <a:gd name="connsiteX21" fmla="*/ 263662 w 2777761"/>
                <a:gd name="connsiteY21" fmla="*/ 2851391 h 3827499"/>
                <a:gd name="connsiteX22" fmla="*/ 44879 w 2777761"/>
                <a:gd name="connsiteY22" fmla="*/ 2896269 h 3827499"/>
                <a:gd name="connsiteX23" fmla="*/ 0 w 2777761"/>
                <a:gd name="connsiteY23" fmla="*/ 3002856 h 3827499"/>
                <a:gd name="connsiteX24" fmla="*/ 274881 w 2777761"/>
                <a:gd name="connsiteY24" fmla="*/ 3126272 h 3827499"/>
                <a:gd name="connsiteX25" fmla="*/ 504884 w 2777761"/>
                <a:gd name="connsiteY25" fmla="*/ 3025295 h 3827499"/>
                <a:gd name="connsiteX26" fmla="*/ 471225 w 2777761"/>
                <a:gd name="connsiteY26" fmla="*/ 3154321 h 3827499"/>
                <a:gd name="connsiteX27" fmla="*/ 572201 w 2777761"/>
                <a:gd name="connsiteY27" fmla="*/ 3199199 h 3827499"/>
                <a:gd name="connsiteX28" fmla="*/ 381468 w 2777761"/>
                <a:gd name="connsiteY28" fmla="*/ 3659204 h 3827499"/>
                <a:gd name="connsiteX29" fmla="*/ 196344 w 2777761"/>
                <a:gd name="connsiteY29" fmla="*/ 3704083 h 3827499"/>
                <a:gd name="connsiteX30" fmla="*/ 263662 w 2777761"/>
                <a:gd name="connsiteY30" fmla="*/ 3805059 h 3827499"/>
                <a:gd name="connsiteX31" fmla="*/ 555372 w 2777761"/>
                <a:gd name="connsiteY31" fmla="*/ 3827499 h 3827499"/>
                <a:gd name="connsiteX32" fmla="*/ 589031 w 2777761"/>
                <a:gd name="connsiteY32" fmla="*/ 3619936 h 3827499"/>
                <a:gd name="connsiteX33" fmla="*/ 645129 w 2777761"/>
                <a:gd name="connsiteY33" fmla="*/ 3614326 h 3827499"/>
                <a:gd name="connsiteX34" fmla="*/ 690008 w 2777761"/>
                <a:gd name="connsiteY34" fmla="*/ 3737742 h 3827499"/>
                <a:gd name="connsiteX35" fmla="*/ 774155 w 2777761"/>
                <a:gd name="connsiteY35" fmla="*/ 3743352 h 3827499"/>
                <a:gd name="connsiteX36" fmla="*/ 779765 w 2777761"/>
                <a:gd name="connsiteY36" fmla="*/ 3513349 h 3827499"/>
                <a:gd name="connsiteX37" fmla="*/ 746106 w 2777761"/>
                <a:gd name="connsiteY37" fmla="*/ 3244078 h 3827499"/>
                <a:gd name="connsiteX38" fmla="*/ 903181 w 2777761"/>
                <a:gd name="connsiteY38" fmla="*/ 2666267 h 3827499"/>
                <a:gd name="connsiteX39" fmla="*/ 1166842 w 2777761"/>
                <a:gd name="connsiteY39" fmla="*/ 2559680 h 3827499"/>
                <a:gd name="connsiteX40" fmla="*/ 1531480 w 2777761"/>
                <a:gd name="connsiteY40" fmla="*/ 2666267 h 3827499"/>
                <a:gd name="connsiteX41" fmla="*/ 1593188 w 2777761"/>
                <a:gd name="connsiteY41" fmla="*/ 2666267 h 3827499"/>
                <a:gd name="connsiteX42" fmla="*/ 1649286 w 2777761"/>
                <a:gd name="connsiteY42" fmla="*/ 2767244 h 3827499"/>
                <a:gd name="connsiteX43" fmla="*/ 1800751 w 2777761"/>
                <a:gd name="connsiteY43" fmla="*/ 2800902 h 3827499"/>
                <a:gd name="connsiteX44" fmla="*/ 1811971 w 2777761"/>
                <a:gd name="connsiteY44" fmla="*/ 2834561 h 3827499"/>
                <a:gd name="connsiteX45" fmla="*/ 1772702 w 2777761"/>
                <a:gd name="connsiteY45" fmla="*/ 3036515 h 3827499"/>
                <a:gd name="connsiteX46" fmla="*/ 1750263 w 2777761"/>
                <a:gd name="connsiteY46" fmla="*/ 3361884 h 3827499"/>
                <a:gd name="connsiteX47" fmla="*/ 1542700 w 2777761"/>
                <a:gd name="connsiteY47" fmla="*/ 3384323 h 3827499"/>
                <a:gd name="connsiteX48" fmla="*/ 1206111 w 2777761"/>
                <a:gd name="connsiteY48" fmla="*/ 3434812 h 3827499"/>
                <a:gd name="connsiteX49" fmla="*/ 1178062 w 2777761"/>
                <a:gd name="connsiteY49" fmla="*/ 3507739 h 3827499"/>
                <a:gd name="connsiteX50" fmla="*/ 1116354 w 2777761"/>
                <a:gd name="connsiteY50" fmla="*/ 3535788 h 3827499"/>
                <a:gd name="connsiteX51" fmla="*/ 1144403 w 2777761"/>
                <a:gd name="connsiteY51" fmla="*/ 3670424 h 3827499"/>
                <a:gd name="connsiteX52" fmla="*/ 1284648 w 2777761"/>
                <a:gd name="connsiteY52" fmla="*/ 3676034 h 3827499"/>
                <a:gd name="connsiteX53" fmla="*/ 1279038 w 2777761"/>
                <a:gd name="connsiteY53" fmla="*/ 3524569 h 3827499"/>
                <a:gd name="connsiteX54" fmla="*/ 1458552 w 2777761"/>
                <a:gd name="connsiteY54" fmla="*/ 3535788 h 3827499"/>
                <a:gd name="connsiteX55" fmla="*/ 1430503 w 2777761"/>
                <a:gd name="connsiteY55" fmla="*/ 3614326 h 3827499"/>
                <a:gd name="connsiteX56" fmla="*/ 1402454 w 2777761"/>
                <a:gd name="connsiteY56" fmla="*/ 3676034 h 3827499"/>
                <a:gd name="connsiteX57" fmla="*/ 1318307 w 2777761"/>
                <a:gd name="connsiteY57" fmla="*/ 3692863 h 3827499"/>
                <a:gd name="connsiteX58" fmla="*/ 1452943 w 2777761"/>
                <a:gd name="connsiteY58" fmla="*/ 3816279 h 3827499"/>
                <a:gd name="connsiteX59" fmla="*/ 1520260 w 2777761"/>
                <a:gd name="connsiteY59" fmla="*/ 3681644 h 3827499"/>
                <a:gd name="connsiteX60" fmla="*/ 1823190 w 2777761"/>
                <a:gd name="connsiteY60" fmla="*/ 3580667 h 3827499"/>
                <a:gd name="connsiteX61" fmla="*/ 2159779 w 2777761"/>
                <a:gd name="connsiteY61" fmla="*/ 3653594 h 3827499"/>
                <a:gd name="connsiteX62" fmla="*/ 2114901 w 2777761"/>
                <a:gd name="connsiteY62" fmla="*/ 3754571 h 3827499"/>
                <a:gd name="connsiteX63" fmla="*/ 2210268 w 2777761"/>
                <a:gd name="connsiteY63" fmla="*/ 3821889 h 3827499"/>
                <a:gd name="connsiteX64" fmla="*/ 2283195 w 2777761"/>
                <a:gd name="connsiteY64" fmla="*/ 3771401 h 3827499"/>
                <a:gd name="connsiteX65" fmla="*/ 2271976 w 2777761"/>
                <a:gd name="connsiteY65" fmla="*/ 3676034 h 3827499"/>
                <a:gd name="connsiteX66" fmla="*/ 2451490 w 2777761"/>
                <a:gd name="connsiteY66" fmla="*/ 3597496 h 3827499"/>
                <a:gd name="connsiteX67" fmla="*/ 2434660 w 2777761"/>
                <a:gd name="connsiteY67" fmla="*/ 3423592 h 3827499"/>
                <a:gd name="connsiteX68" fmla="*/ 1929777 w 2777761"/>
                <a:gd name="connsiteY68" fmla="*/ 3395543 h 3827499"/>
                <a:gd name="connsiteX69" fmla="*/ 1918557 w 2777761"/>
                <a:gd name="connsiteY69" fmla="*/ 3070174 h 3827499"/>
                <a:gd name="connsiteX70" fmla="*/ 1884898 w 2777761"/>
                <a:gd name="connsiteY70" fmla="*/ 3053344 h 3827499"/>
                <a:gd name="connsiteX71" fmla="*/ 1907338 w 2777761"/>
                <a:gd name="connsiteY71" fmla="*/ 2873830 h 3827499"/>
                <a:gd name="connsiteX72" fmla="*/ 1862459 w 2777761"/>
                <a:gd name="connsiteY72" fmla="*/ 2812122 h 3827499"/>
                <a:gd name="connsiteX73" fmla="*/ 2109291 w 2777761"/>
                <a:gd name="connsiteY73" fmla="*/ 2756024 h 3827499"/>
                <a:gd name="connsiteX74" fmla="*/ 2131730 w 2777761"/>
                <a:gd name="connsiteY74" fmla="*/ 2626998 h 3827499"/>
                <a:gd name="connsiteX75" fmla="*/ 2372952 w 2777761"/>
                <a:gd name="connsiteY75" fmla="*/ 2660657 h 3827499"/>
                <a:gd name="connsiteX76" fmla="*/ 2597345 w 2777761"/>
                <a:gd name="connsiteY76" fmla="*/ 2071626 h 3827499"/>
                <a:gd name="connsiteX77" fmla="*/ 2552466 w 2777761"/>
                <a:gd name="connsiteY77" fmla="*/ 1987479 h 3827499"/>
                <a:gd name="connsiteX78" fmla="*/ 2698322 w 2777761"/>
                <a:gd name="connsiteY78" fmla="*/ 1499425 h 3827499"/>
                <a:gd name="connsiteX79" fmla="*/ 2642224 w 2777761"/>
                <a:gd name="connsiteY79" fmla="*/ 1392839 h 3827499"/>
                <a:gd name="connsiteX80" fmla="*/ 2485148 w 2777761"/>
                <a:gd name="connsiteY80" fmla="*/ 837467 h 3827499"/>
                <a:gd name="connsiteX81" fmla="*/ 2743201 w 2777761"/>
                <a:gd name="connsiteY81" fmla="*/ 714051 h 3827499"/>
                <a:gd name="connsiteX82" fmla="*/ 2715151 w 2777761"/>
                <a:gd name="connsiteY82" fmla="*/ 472829 h 3827499"/>
                <a:gd name="connsiteX83" fmla="*/ 2647833 w 2777761"/>
                <a:gd name="connsiteY83" fmla="*/ 80143 h 3827499"/>
                <a:gd name="connsiteX0" fmla="*/ 2597345 w 2777761"/>
                <a:gd name="connsiteY0" fmla="*/ 91363 h 3827499"/>
                <a:gd name="connsiteX1" fmla="*/ 2395391 w 2777761"/>
                <a:gd name="connsiteY1" fmla="*/ 1604 h 3827499"/>
                <a:gd name="connsiteX2" fmla="*/ 2193438 w 2777761"/>
                <a:gd name="connsiteY2" fmla="*/ 197948 h 3827499"/>
                <a:gd name="connsiteX3" fmla="*/ 2114901 w 2777761"/>
                <a:gd name="connsiteY3" fmla="*/ 214777 h 3827499"/>
                <a:gd name="connsiteX4" fmla="*/ 2142950 w 2777761"/>
                <a:gd name="connsiteY4" fmla="*/ 326974 h 3827499"/>
                <a:gd name="connsiteX5" fmla="*/ 2047583 w 2777761"/>
                <a:gd name="connsiteY5" fmla="*/ 495268 h 3827499"/>
                <a:gd name="connsiteX6" fmla="*/ 2159779 w 2777761"/>
                <a:gd name="connsiteY6" fmla="*/ 747710 h 3827499"/>
                <a:gd name="connsiteX7" fmla="*/ 2030754 w 2777761"/>
                <a:gd name="connsiteY7" fmla="*/ 792588 h 3827499"/>
                <a:gd name="connsiteX8" fmla="*/ 1997095 w 2777761"/>
                <a:gd name="connsiteY8" fmla="*/ 859906 h 3827499"/>
                <a:gd name="connsiteX9" fmla="*/ 1997095 w 2777761"/>
                <a:gd name="connsiteY9" fmla="*/ 747710 h 3827499"/>
                <a:gd name="connsiteX10" fmla="*/ 1946606 w 2777761"/>
                <a:gd name="connsiteY10" fmla="*/ 708441 h 3827499"/>
                <a:gd name="connsiteX11" fmla="*/ 1772702 w 2777761"/>
                <a:gd name="connsiteY11" fmla="*/ 758929 h 3827499"/>
                <a:gd name="connsiteX12" fmla="*/ 1402454 w 2777761"/>
                <a:gd name="connsiteY12" fmla="*/ 618684 h 3827499"/>
                <a:gd name="connsiteX13" fmla="*/ 1705384 w 2777761"/>
                <a:gd name="connsiteY13" fmla="*/ 1190885 h 3827499"/>
                <a:gd name="connsiteX14" fmla="*/ 1800751 w 2777761"/>
                <a:gd name="connsiteY14" fmla="*/ 1263813 h 3827499"/>
                <a:gd name="connsiteX15" fmla="*/ 1649286 w 2777761"/>
                <a:gd name="connsiteY15" fmla="*/ 1488205 h 3827499"/>
                <a:gd name="connsiteX16" fmla="*/ 1727824 w 2777761"/>
                <a:gd name="connsiteY16" fmla="*/ 1706988 h 3827499"/>
                <a:gd name="connsiteX17" fmla="*/ 1817581 w 2777761"/>
                <a:gd name="connsiteY17" fmla="*/ 1701379 h 3827499"/>
                <a:gd name="connsiteX18" fmla="*/ 1671725 w 2777761"/>
                <a:gd name="connsiteY18" fmla="*/ 1869673 h 3827499"/>
                <a:gd name="connsiteX19" fmla="*/ 914400 w 2777761"/>
                <a:gd name="connsiteY19" fmla="*/ 1617231 h 3827499"/>
                <a:gd name="connsiteX20" fmla="*/ 460005 w 2777761"/>
                <a:gd name="connsiteY20" fmla="*/ 2643828 h 3827499"/>
                <a:gd name="connsiteX21" fmla="*/ 263662 w 2777761"/>
                <a:gd name="connsiteY21" fmla="*/ 2851391 h 3827499"/>
                <a:gd name="connsiteX22" fmla="*/ 44879 w 2777761"/>
                <a:gd name="connsiteY22" fmla="*/ 2896269 h 3827499"/>
                <a:gd name="connsiteX23" fmla="*/ 0 w 2777761"/>
                <a:gd name="connsiteY23" fmla="*/ 3002856 h 3827499"/>
                <a:gd name="connsiteX24" fmla="*/ 274881 w 2777761"/>
                <a:gd name="connsiteY24" fmla="*/ 3126272 h 3827499"/>
                <a:gd name="connsiteX25" fmla="*/ 504884 w 2777761"/>
                <a:gd name="connsiteY25" fmla="*/ 3025295 h 3827499"/>
                <a:gd name="connsiteX26" fmla="*/ 471225 w 2777761"/>
                <a:gd name="connsiteY26" fmla="*/ 3154321 h 3827499"/>
                <a:gd name="connsiteX27" fmla="*/ 572201 w 2777761"/>
                <a:gd name="connsiteY27" fmla="*/ 3199199 h 3827499"/>
                <a:gd name="connsiteX28" fmla="*/ 381468 w 2777761"/>
                <a:gd name="connsiteY28" fmla="*/ 3659204 h 3827499"/>
                <a:gd name="connsiteX29" fmla="*/ 196344 w 2777761"/>
                <a:gd name="connsiteY29" fmla="*/ 3704083 h 3827499"/>
                <a:gd name="connsiteX30" fmla="*/ 263662 w 2777761"/>
                <a:gd name="connsiteY30" fmla="*/ 3805059 h 3827499"/>
                <a:gd name="connsiteX31" fmla="*/ 555372 w 2777761"/>
                <a:gd name="connsiteY31" fmla="*/ 3827499 h 3827499"/>
                <a:gd name="connsiteX32" fmla="*/ 589031 w 2777761"/>
                <a:gd name="connsiteY32" fmla="*/ 3619936 h 3827499"/>
                <a:gd name="connsiteX33" fmla="*/ 645129 w 2777761"/>
                <a:gd name="connsiteY33" fmla="*/ 3614326 h 3827499"/>
                <a:gd name="connsiteX34" fmla="*/ 690008 w 2777761"/>
                <a:gd name="connsiteY34" fmla="*/ 3737742 h 3827499"/>
                <a:gd name="connsiteX35" fmla="*/ 774155 w 2777761"/>
                <a:gd name="connsiteY35" fmla="*/ 3743352 h 3827499"/>
                <a:gd name="connsiteX36" fmla="*/ 779765 w 2777761"/>
                <a:gd name="connsiteY36" fmla="*/ 3513349 h 3827499"/>
                <a:gd name="connsiteX37" fmla="*/ 746106 w 2777761"/>
                <a:gd name="connsiteY37" fmla="*/ 3244078 h 3827499"/>
                <a:gd name="connsiteX38" fmla="*/ 903181 w 2777761"/>
                <a:gd name="connsiteY38" fmla="*/ 2666267 h 3827499"/>
                <a:gd name="connsiteX39" fmla="*/ 1166842 w 2777761"/>
                <a:gd name="connsiteY39" fmla="*/ 2559680 h 3827499"/>
                <a:gd name="connsiteX40" fmla="*/ 1531480 w 2777761"/>
                <a:gd name="connsiteY40" fmla="*/ 2666267 h 3827499"/>
                <a:gd name="connsiteX41" fmla="*/ 1593188 w 2777761"/>
                <a:gd name="connsiteY41" fmla="*/ 2666267 h 3827499"/>
                <a:gd name="connsiteX42" fmla="*/ 1649286 w 2777761"/>
                <a:gd name="connsiteY42" fmla="*/ 2767244 h 3827499"/>
                <a:gd name="connsiteX43" fmla="*/ 1800751 w 2777761"/>
                <a:gd name="connsiteY43" fmla="*/ 2800902 h 3827499"/>
                <a:gd name="connsiteX44" fmla="*/ 1811971 w 2777761"/>
                <a:gd name="connsiteY44" fmla="*/ 2834561 h 3827499"/>
                <a:gd name="connsiteX45" fmla="*/ 1772702 w 2777761"/>
                <a:gd name="connsiteY45" fmla="*/ 3036515 h 3827499"/>
                <a:gd name="connsiteX46" fmla="*/ 1750263 w 2777761"/>
                <a:gd name="connsiteY46" fmla="*/ 3361884 h 3827499"/>
                <a:gd name="connsiteX47" fmla="*/ 1542700 w 2777761"/>
                <a:gd name="connsiteY47" fmla="*/ 3384323 h 3827499"/>
                <a:gd name="connsiteX48" fmla="*/ 1206111 w 2777761"/>
                <a:gd name="connsiteY48" fmla="*/ 3434812 h 3827499"/>
                <a:gd name="connsiteX49" fmla="*/ 1178062 w 2777761"/>
                <a:gd name="connsiteY49" fmla="*/ 3507739 h 3827499"/>
                <a:gd name="connsiteX50" fmla="*/ 1116354 w 2777761"/>
                <a:gd name="connsiteY50" fmla="*/ 3535788 h 3827499"/>
                <a:gd name="connsiteX51" fmla="*/ 1144403 w 2777761"/>
                <a:gd name="connsiteY51" fmla="*/ 3670424 h 3827499"/>
                <a:gd name="connsiteX52" fmla="*/ 1284648 w 2777761"/>
                <a:gd name="connsiteY52" fmla="*/ 3676034 h 3827499"/>
                <a:gd name="connsiteX53" fmla="*/ 1279038 w 2777761"/>
                <a:gd name="connsiteY53" fmla="*/ 3524569 h 3827499"/>
                <a:gd name="connsiteX54" fmla="*/ 1458552 w 2777761"/>
                <a:gd name="connsiteY54" fmla="*/ 3535788 h 3827499"/>
                <a:gd name="connsiteX55" fmla="*/ 1430503 w 2777761"/>
                <a:gd name="connsiteY55" fmla="*/ 3614326 h 3827499"/>
                <a:gd name="connsiteX56" fmla="*/ 1402454 w 2777761"/>
                <a:gd name="connsiteY56" fmla="*/ 3676034 h 3827499"/>
                <a:gd name="connsiteX57" fmla="*/ 1318307 w 2777761"/>
                <a:gd name="connsiteY57" fmla="*/ 3692863 h 3827499"/>
                <a:gd name="connsiteX58" fmla="*/ 1452943 w 2777761"/>
                <a:gd name="connsiteY58" fmla="*/ 3816279 h 3827499"/>
                <a:gd name="connsiteX59" fmla="*/ 1520260 w 2777761"/>
                <a:gd name="connsiteY59" fmla="*/ 3681644 h 3827499"/>
                <a:gd name="connsiteX60" fmla="*/ 1823190 w 2777761"/>
                <a:gd name="connsiteY60" fmla="*/ 3580667 h 3827499"/>
                <a:gd name="connsiteX61" fmla="*/ 2159779 w 2777761"/>
                <a:gd name="connsiteY61" fmla="*/ 3653594 h 3827499"/>
                <a:gd name="connsiteX62" fmla="*/ 2114901 w 2777761"/>
                <a:gd name="connsiteY62" fmla="*/ 3754571 h 3827499"/>
                <a:gd name="connsiteX63" fmla="*/ 2210268 w 2777761"/>
                <a:gd name="connsiteY63" fmla="*/ 3821889 h 3827499"/>
                <a:gd name="connsiteX64" fmla="*/ 2283195 w 2777761"/>
                <a:gd name="connsiteY64" fmla="*/ 3771401 h 3827499"/>
                <a:gd name="connsiteX65" fmla="*/ 2271976 w 2777761"/>
                <a:gd name="connsiteY65" fmla="*/ 3676034 h 3827499"/>
                <a:gd name="connsiteX66" fmla="*/ 2451490 w 2777761"/>
                <a:gd name="connsiteY66" fmla="*/ 3597496 h 3827499"/>
                <a:gd name="connsiteX67" fmla="*/ 2434660 w 2777761"/>
                <a:gd name="connsiteY67" fmla="*/ 3423592 h 3827499"/>
                <a:gd name="connsiteX68" fmla="*/ 1929777 w 2777761"/>
                <a:gd name="connsiteY68" fmla="*/ 3395543 h 3827499"/>
                <a:gd name="connsiteX69" fmla="*/ 1918557 w 2777761"/>
                <a:gd name="connsiteY69" fmla="*/ 3070174 h 3827499"/>
                <a:gd name="connsiteX70" fmla="*/ 1884898 w 2777761"/>
                <a:gd name="connsiteY70" fmla="*/ 3053344 h 3827499"/>
                <a:gd name="connsiteX71" fmla="*/ 1907338 w 2777761"/>
                <a:gd name="connsiteY71" fmla="*/ 2873830 h 3827499"/>
                <a:gd name="connsiteX72" fmla="*/ 1862459 w 2777761"/>
                <a:gd name="connsiteY72" fmla="*/ 2812122 h 3827499"/>
                <a:gd name="connsiteX73" fmla="*/ 2109291 w 2777761"/>
                <a:gd name="connsiteY73" fmla="*/ 2756024 h 3827499"/>
                <a:gd name="connsiteX74" fmla="*/ 2131730 w 2777761"/>
                <a:gd name="connsiteY74" fmla="*/ 2626998 h 3827499"/>
                <a:gd name="connsiteX75" fmla="*/ 2372952 w 2777761"/>
                <a:gd name="connsiteY75" fmla="*/ 2660657 h 3827499"/>
                <a:gd name="connsiteX76" fmla="*/ 2597345 w 2777761"/>
                <a:gd name="connsiteY76" fmla="*/ 2071626 h 3827499"/>
                <a:gd name="connsiteX77" fmla="*/ 2552466 w 2777761"/>
                <a:gd name="connsiteY77" fmla="*/ 1987479 h 3827499"/>
                <a:gd name="connsiteX78" fmla="*/ 2698322 w 2777761"/>
                <a:gd name="connsiteY78" fmla="*/ 1499425 h 3827499"/>
                <a:gd name="connsiteX79" fmla="*/ 2642224 w 2777761"/>
                <a:gd name="connsiteY79" fmla="*/ 1392839 h 3827499"/>
                <a:gd name="connsiteX80" fmla="*/ 2485148 w 2777761"/>
                <a:gd name="connsiteY80" fmla="*/ 837467 h 3827499"/>
                <a:gd name="connsiteX81" fmla="*/ 2743201 w 2777761"/>
                <a:gd name="connsiteY81" fmla="*/ 714051 h 3827499"/>
                <a:gd name="connsiteX82" fmla="*/ 2715151 w 2777761"/>
                <a:gd name="connsiteY82" fmla="*/ 472829 h 3827499"/>
                <a:gd name="connsiteX83" fmla="*/ 2597345 w 2777761"/>
                <a:gd name="connsiteY83" fmla="*/ 91363 h 3827499"/>
                <a:gd name="connsiteX0" fmla="*/ 2597345 w 2777761"/>
                <a:gd name="connsiteY0" fmla="*/ 91363 h 3827499"/>
                <a:gd name="connsiteX1" fmla="*/ 2395391 w 2777761"/>
                <a:gd name="connsiteY1" fmla="*/ 1604 h 3827499"/>
                <a:gd name="connsiteX2" fmla="*/ 2193438 w 2777761"/>
                <a:gd name="connsiteY2" fmla="*/ 197948 h 3827499"/>
                <a:gd name="connsiteX3" fmla="*/ 2114901 w 2777761"/>
                <a:gd name="connsiteY3" fmla="*/ 214777 h 3827499"/>
                <a:gd name="connsiteX4" fmla="*/ 2142950 w 2777761"/>
                <a:gd name="connsiteY4" fmla="*/ 326974 h 3827499"/>
                <a:gd name="connsiteX5" fmla="*/ 2047583 w 2777761"/>
                <a:gd name="connsiteY5" fmla="*/ 495268 h 3827499"/>
                <a:gd name="connsiteX6" fmla="*/ 2159779 w 2777761"/>
                <a:gd name="connsiteY6" fmla="*/ 747710 h 3827499"/>
                <a:gd name="connsiteX7" fmla="*/ 2030754 w 2777761"/>
                <a:gd name="connsiteY7" fmla="*/ 792588 h 3827499"/>
                <a:gd name="connsiteX8" fmla="*/ 1997095 w 2777761"/>
                <a:gd name="connsiteY8" fmla="*/ 859906 h 3827499"/>
                <a:gd name="connsiteX9" fmla="*/ 1997095 w 2777761"/>
                <a:gd name="connsiteY9" fmla="*/ 747710 h 3827499"/>
                <a:gd name="connsiteX10" fmla="*/ 1946606 w 2777761"/>
                <a:gd name="connsiteY10" fmla="*/ 708441 h 3827499"/>
                <a:gd name="connsiteX11" fmla="*/ 1772702 w 2777761"/>
                <a:gd name="connsiteY11" fmla="*/ 758929 h 3827499"/>
                <a:gd name="connsiteX12" fmla="*/ 1402454 w 2777761"/>
                <a:gd name="connsiteY12" fmla="*/ 618684 h 3827499"/>
                <a:gd name="connsiteX13" fmla="*/ 1705384 w 2777761"/>
                <a:gd name="connsiteY13" fmla="*/ 1190885 h 3827499"/>
                <a:gd name="connsiteX14" fmla="*/ 1800751 w 2777761"/>
                <a:gd name="connsiteY14" fmla="*/ 1263813 h 3827499"/>
                <a:gd name="connsiteX15" fmla="*/ 1649286 w 2777761"/>
                <a:gd name="connsiteY15" fmla="*/ 1488205 h 3827499"/>
                <a:gd name="connsiteX16" fmla="*/ 1727824 w 2777761"/>
                <a:gd name="connsiteY16" fmla="*/ 1706988 h 3827499"/>
                <a:gd name="connsiteX17" fmla="*/ 1817581 w 2777761"/>
                <a:gd name="connsiteY17" fmla="*/ 1701379 h 3827499"/>
                <a:gd name="connsiteX18" fmla="*/ 1671725 w 2777761"/>
                <a:gd name="connsiteY18" fmla="*/ 1869673 h 3827499"/>
                <a:gd name="connsiteX19" fmla="*/ 914400 w 2777761"/>
                <a:gd name="connsiteY19" fmla="*/ 1617231 h 3827499"/>
                <a:gd name="connsiteX20" fmla="*/ 460005 w 2777761"/>
                <a:gd name="connsiteY20" fmla="*/ 2643828 h 3827499"/>
                <a:gd name="connsiteX21" fmla="*/ 263662 w 2777761"/>
                <a:gd name="connsiteY21" fmla="*/ 2851391 h 3827499"/>
                <a:gd name="connsiteX22" fmla="*/ 44879 w 2777761"/>
                <a:gd name="connsiteY22" fmla="*/ 2896269 h 3827499"/>
                <a:gd name="connsiteX23" fmla="*/ 0 w 2777761"/>
                <a:gd name="connsiteY23" fmla="*/ 3002856 h 3827499"/>
                <a:gd name="connsiteX24" fmla="*/ 274881 w 2777761"/>
                <a:gd name="connsiteY24" fmla="*/ 3126272 h 3827499"/>
                <a:gd name="connsiteX25" fmla="*/ 504884 w 2777761"/>
                <a:gd name="connsiteY25" fmla="*/ 3025295 h 3827499"/>
                <a:gd name="connsiteX26" fmla="*/ 471225 w 2777761"/>
                <a:gd name="connsiteY26" fmla="*/ 3154321 h 3827499"/>
                <a:gd name="connsiteX27" fmla="*/ 572201 w 2777761"/>
                <a:gd name="connsiteY27" fmla="*/ 3199199 h 3827499"/>
                <a:gd name="connsiteX28" fmla="*/ 381468 w 2777761"/>
                <a:gd name="connsiteY28" fmla="*/ 3659204 h 3827499"/>
                <a:gd name="connsiteX29" fmla="*/ 196344 w 2777761"/>
                <a:gd name="connsiteY29" fmla="*/ 3704083 h 3827499"/>
                <a:gd name="connsiteX30" fmla="*/ 263662 w 2777761"/>
                <a:gd name="connsiteY30" fmla="*/ 3805059 h 3827499"/>
                <a:gd name="connsiteX31" fmla="*/ 555372 w 2777761"/>
                <a:gd name="connsiteY31" fmla="*/ 3827499 h 3827499"/>
                <a:gd name="connsiteX32" fmla="*/ 589031 w 2777761"/>
                <a:gd name="connsiteY32" fmla="*/ 3619936 h 3827499"/>
                <a:gd name="connsiteX33" fmla="*/ 645129 w 2777761"/>
                <a:gd name="connsiteY33" fmla="*/ 3614326 h 3827499"/>
                <a:gd name="connsiteX34" fmla="*/ 690008 w 2777761"/>
                <a:gd name="connsiteY34" fmla="*/ 3737742 h 3827499"/>
                <a:gd name="connsiteX35" fmla="*/ 774155 w 2777761"/>
                <a:gd name="connsiteY35" fmla="*/ 3743352 h 3827499"/>
                <a:gd name="connsiteX36" fmla="*/ 779765 w 2777761"/>
                <a:gd name="connsiteY36" fmla="*/ 3513349 h 3827499"/>
                <a:gd name="connsiteX37" fmla="*/ 746106 w 2777761"/>
                <a:gd name="connsiteY37" fmla="*/ 3244078 h 3827499"/>
                <a:gd name="connsiteX38" fmla="*/ 903181 w 2777761"/>
                <a:gd name="connsiteY38" fmla="*/ 2666267 h 3827499"/>
                <a:gd name="connsiteX39" fmla="*/ 1166842 w 2777761"/>
                <a:gd name="connsiteY39" fmla="*/ 2559680 h 3827499"/>
                <a:gd name="connsiteX40" fmla="*/ 1531480 w 2777761"/>
                <a:gd name="connsiteY40" fmla="*/ 2666267 h 3827499"/>
                <a:gd name="connsiteX41" fmla="*/ 1593188 w 2777761"/>
                <a:gd name="connsiteY41" fmla="*/ 2666267 h 3827499"/>
                <a:gd name="connsiteX42" fmla="*/ 1649286 w 2777761"/>
                <a:gd name="connsiteY42" fmla="*/ 2767244 h 3827499"/>
                <a:gd name="connsiteX43" fmla="*/ 1800751 w 2777761"/>
                <a:gd name="connsiteY43" fmla="*/ 2800902 h 3827499"/>
                <a:gd name="connsiteX44" fmla="*/ 1811971 w 2777761"/>
                <a:gd name="connsiteY44" fmla="*/ 2834561 h 3827499"/>
                <a:gd name="connsiteX45" fmla="*/ 1772702 w 2777761"/>
                <a:gd name="connsiteY45" fmla="*/ 3036515 h 3827499"/>
                <a:gd name="connsiteX46" fmla="*/ 1750263 w 2777761"/>
                <a:gd name="connsiteY46" fmla="*/ 3361884 h 3827499"/>
                <a:gd name="connsiteX47" fmla="*/ 1542700 w 2777761"/>
                <a:gd name="connsiteY47" fmla="*/ 3384323 h 3827499"/>
                <a:gd name="connsiteX48" fmla="*/ 1206111 w 2777761"/>
                <a:gd name="connsiteY48" fmla="*/ 3434812 h 3827499"/>
                <a:gd name="connsiteX49" fmla="*/ 1178062 w 2777761"/>
                <a:gd name="connsiteY49" fmla="*/ 3507739 h 3827499"/>
                <a:gd name="connsiteX50" fmla="*/ 1116354 w 2777761"/>
                <a:gd name="connsiteY50" fmla="*/ 3535788 h 3827499"/>
                <a:gd name="connsiteX51" fmla="*/ 1144403 w 2777761"/>
                <a:gd name="connsiteY51" fmla="*/ 3670424 h 3827499"/>
                <a:gd name="connsiteX52" fmla="*/ 1284648 w 2777761"/>
                <a:gd name="connsiteY52" fmla="*/ 3676034 h 3827499"/>
                <a:gd name="connsiteX53" fmla="*/ 1279038 w 2777761"/>
                <a:gd name="connsiteY53" fmla="*/ 3524569 h 3827499"/>
                <a:gd name="connsiteX54" fmla="*/ 1458552 w 2777761"/>
                <a:gd name="connsiteY54" fmla="*/ 3535788 h 3827499"/>
                <a:gd name="connsiteX55" fmla="*/ 1430503 w 2777761"/>
                <a:gd name="connsiteY55" fmla="*/ 3614326 h 3827499"/>
                <a:gd name="connsiteX56" fmla="*/ 1402454 w 2777761"/>
                <a:gd name="connsiteY56" fmla="*/ 3676034 h 3827499"/>
                <a:gd name="connsiteX57" fmla="*/ 1318307 w 2777761"/>
                <a:gd name="connsiteY57" fmla="*/ 3692863 h 3827499"/>
                <a:gd name="connsiteX58" fmla="*/ 1452943 w 2777761"/>
                <a:gd name="connsiteY58" fmla="*/ 3816279 h 3827499"/>
                <a:gd name="connsiteX59" fmla="*/ 1520260 w 2777761"/>
                <a:gd name="connsiteY59" fmla="*/ 3681644 h 3827499"/>
                <a:gd name="connsiteX60" fmla="*/ 1823190 w 2777761"/>
                <a:gd name="connsiteY60" fmla="*/ 3580667 h 3827499"/>
                <a:gd name="connsiteX61" fmla="*/ 2159779 w 2777761"/>
                <a:gd name="connsiteY61" fmla="*/ 3653594 h 3827499"/>
                <a:gd name="connsiteX62" fmla="*/ 2114901 w 2777761"/>
                <a:gd name="connsiteY62" fmla="*/ 3754571 h 3827499"/>
                <a:gd name="connsiteX63" fmla="*/ 2210268 w 2777761"/>
                <a:gd name="connsiteY63" fmla="*/ 3821889 h 3827499"/>
                <a:gd name="connsiteX64" fmla="*/ 2283195 w 2777761"/>
                <a:gd name="connsiteY64" fmla="*/ 3771401 h 3827499"/>
                <a:gd name="connsiteX65" fmla="*/ 2271976 w 2777761"/>
                <a:gd name="connsiteY65" fmla="*/ 3676034 h 3827499"/>
                <a:gd name="connsiteX66" fmla="*/ 2451490 w 2777761"/>
                <a:gd name="connsiteY66" fmla="*/ 3597496 h 3827499"/>
                <a:gd name="connsiteX67" fmla="*/ 2434660 w 2777761"/>
                <a:gd name="connsiteY67" fmla="*/ 3423592 h 3827499"/>
                <a:gd name="connsiteX68" fmla="*/ 1929777 w 2777761"/>
                <a:gd name="connsiteY68" fmla="*/ 3395543 h 3827499"/>
                <a:gd name="connsiteX69" fmla="*/ 1918557 w 2777761"/>
                <a:gd name="connsiteY69" fmla="*/ 3070174 h 3827499"/>
                <a:gd name="connsiteX70" fmla="*/ 1884898 w 2777761"/>
                <a:gd name="connsiteY70" fmla="*/ 3053344 h 3827499"/>
                <a:gd name="connsiteX71" fmla="*/ 1907338 w 2777761"/>
                <a:gd name="connsiteY71" fmla="*/ 2873830 h 3827499"/>
                <a:gd name="connsiteX72" fmla="*/ 1862459 w 2777761"/>
                <a:gd name="connsiteY72" fmla="*/ 2812122 h 3827499"/>
                <a:gd name="connsiteX73" fmla="*/ 2109291 w 2777761"/>
                <a:gd name="connsiteY73" fmla="*/ 2756024 h 3827499"/>
                <a:gd name="connsiteX74" fmla="*/ 2131730 w 2777761"/>
                <a:gd name="connsiteY74" fmla="*/ 2626998 h 3827499"/>
                <a:gd name="connsiteX75" fmla="*/ 2372952 w 2777761"/>
                <a:gd name="connsiteY75" fmla="*/ 2660657 h 3827499"/>
                <a:gd name="connsiteX76" fmla="*/ 2597345 w 2777761"/>
                <a:gd name="connsiteY76" fmla="*/ 2071626 h 3827499"/>
                <a:gd name="connsiteX77" fmla="*/ 2552466 w 2777761"/>
                <a:gd name="connsiteY77" fmla="*/ 1987479 h 3827499"/>
                <a:gd name="connsiteX78" fmla="*/ 2698322 w 2777761"/>
                <a:gd name="connsiteY78" fmla="*/ 1499425 h 3827499"/>
                <a:gd name="connsiteX79" fmla="*/ 2642224 w 2777761"/>
                <a:gd name="connsiteY79" fmla="*/ 1392839 h 3827499"/>
                <a:gd name="connsiteX80" fmla="*/ 2485148 w 2777761"/>
                <a:gd name="connsiteY80" fmla="*/ 837467 h 3827499"/>
                <a:gd name="connsiteX81" fmla="*/ 2743201 w 2777761"/>
                <a:gd name="connsiteY81" fmla="*/ 714051 h 3827499"/>
                <a:gd name="connsiteX82" fmla="*/ 2715151 w 2777761"/>
                <a:gd name="connsiteY82" fmla="*/ 472829 h 3827499"/>
                <a:gd name="connsiteX83" fmla="*/ 2597345 w 2777761"/>
                <a:gd name="connsiteY83" fmla="*/ 91363 h 3827499"/>
                <a:gd name="connsiteX0" fmla="*/ 2597345 w 2777761"/>
                <a:gd name="connsiteY0" fmla="*/ 91363 h 3827499"/>
                <a:gd name="connsiteX1" fmla="*/ 2395391 w 2777761"/>
                <a:gd name="connsiteY1" fmla="*/ 1604 h 3827499"/>
                <a:gd name="connsiteX2" fmla="*/ 2193438 w 2777761"/>
                <a:gd name="connsiteY2" fmla="*/ 197948 h 3827499"/>
                <a:gd name="connsiteX3" fmla="*/ 2114901 w 2777761"/>
                <a:gd name="connsiteY3" fmla="*/ 214777 h 3827499"/>
                <a:gd name="connsiteX4" fmla="*/ 2142950 w 2777761"/>
                <a:gd name="connsiteY4" fmla="*/ 326974 h 3827499"/>
                <a:gd name="connsiteX5" fmla="*/ 2047583 w 2777761"/>
                <a:gd name="connsiteY5" fmla="*/ 495268 h 3827499"/>
                <a:gd name="connsiteX6" fmla="*/ 2159779 w 2777761"/>
                <a:gd name="connsiteY6" fmla="*/ 747710 h 3827499"/>
                <a:gd name="connsiteX7" fmla="*/ 2030754 w 2777761"/>
                <a:gd name="connsiteY7" fmla="*/ 792588 h 3827499"/>
                <a:gd name="connsiteX8" fmla="*/ 1997095 w 2777761"/>
                <a:gd name="connsiteY8" fmla="*/ 859906 h 3827499"/>
                <a:gd name="connsiteX9" fmla="*/ 1997095 w 2777761"/>
                <a:gd name="connsiteY9" fmla="*/ 747710 h 3827499"/>
                <a:gd name="connsiteX10" fmla="*/ 1946606 w 2777761"/>
                <a:gd name="connsiteY10" fmla="*/ 708441 h 3827499"/>
                <a:gd name="connsiteX11" fmla="*/ 1772702 w 2777761"/>
                <a:gd name="connsiteY11" fmla="*/ 758929 h 3827499"/>
                <a:gd name="connsiteX12" fmla="*/ 1402454 w 2777761"/>
                <a:gd name="connsiteY12" fmla="*/ 618684 h 3827499"/>
                <a:gd name="connsiteX13" fmla="*/ 1705384 w 2777761"/>
                <a:gd name="connsiteY13" fmla="*/ 1190885 h 3827499"/>
                <a:gd name="connsiteX14" fmla="*/ 1800751 w 2777761"/>
                <a:gd name="connsiteY14" fmla="*/ 1263813 h 3827499"/>
                <a:gd name="connsiteX15" fmla="*/ 1649286 w 2777761"/>
                <a:gd name="connsiteY15" fmla="*/ 1488205 h 3827499"/>
                <a:gd name="connsiteX16" fmla="*/ 1727824 w 2777761"/>
                <a:gd name="connsiteY16" fmla="*/ 1706988 h 3827499"/>
                <a:gd name="connsiteX17" fmla="*/ 1817581 w 2777761"/>
                <a:gd name="connsiteY17" fmla="*/ 1701379 h 3827499"/>
                <a:gd name="connsiteX18" fmla="*/ 1671725 w 2777761"/>
                <a:gd name="connsiteY18" fmla="*/ 1869673 h 3827499"/>
                <a:gd name="connsiteX19" fmla="*/ 914400 w 2777761"/>
                <a:gd name="connsiteY19" fmla="*/ 1617231 h 3827499"/>
                <a:gd name="connsiteX20" fmla="*/ 460005 w 2777761"/>
                <a:gd name="connsiteY20" fmla="*/ 2643828 h 3827499"/>
                <a:gd name="connsiteX21" fmla="*/ 263662 w 2777761"/>
                <a:gd name="connsiteY21" fmla="*/ 2851391 h 3827499"/>
                <a:gd name="connsiteX22" fmla="*/ 44879 w 2777761"/>
                <a:gd name="connsiteY22" fmla="*/ 2896269 h 3827499"/>
                <a:gd name="connsiteX23" fmla="*/ 0 w 2777761"/>
                <a:gd name="connsiteY23" fmla="*/ 3002856 h 3827499"/>
                <a:gd name="connsiteX24" fmla="*/ 274881 w 2777761"/>
                <a:gd name="connsiteY24" fmla="*/ 3126272 h 3827499"/>
                <a:gd name="connsiteX25" fmla="*/ 504884 w 2777761"/>
                <a:gd name="connsiteY25" fmla="*/ 3025295 h 3827499"/>
                <a:gd name="connsiteX26" fmla="*/ 471225 w 2777761"/>
                <a:gd name="connsiteY26" fmla="*/ 3154321 h 3827499"/>
                <a:gd name="connsiteX27" fmla="*/ 572201 w 2777761"/>
                <a:gd name="connsiteY27" fmla="*/ 3199199 h 3827499"/>
                <a:gd name="connsiteX28" fmla="*/ 381468 w 2777761"/>
                <a:gd name="connsiteY28" fmla="*/ 3659204 h 3827499"/>
                <a:gd name="connsiteX29" fmla="*/ 196344 w 2777761"/>
                <a:gd name="connsiteY29" fmla="*/ 3704083 h 3827499"/>
                <a:gd name="connsiteX30" fmla="*/ 263662 w 2777761"/>
                <a:gd name="connsiteY30" fmla="*/ 3805059 h 3827499"/>
                <a:gd name="connsiteX31" fmla="*/ 555372 w 2777761"/>
                <a:gd name="connsiteY31" fmla="*/ 3827499 h 3827499"/>
                <a:gd name="connsiteX32" fmla="*/ 589031 w 2777761"/>
                <a:gd name="connsiteY32" fmla="*/ 3619936 h 3827499"/>
                <a:gd name="connsiteX33" fmla="*/ 645129 w 2777761"/>
                <a:gd name="connsiteY33" fmla="*/ 3614326 h 3827499"/>
                <a:gd name="connsiteX34" fmla="*/ 690008 w 2777761"/>
                <a:gd name="connsiteY34" fmla="*/ 3737742 h 3827499"/>
                <a:gd name="connsiteX35" fmla="*/ 774155 w 2777761"/>
                <a:gd name="connsiteY35" fmla="*/ 3743352 h 3827499"/>
                <a:gd name="connsiteX36" fmla="*/ 779765 w 2777761"/>
                <a:gd name="connsiteY36" fmla="*/ 3513349 h 3827499"/>
                <a:gd name="connsiteX37" fmla="*/ 746106 w 2777761"/>
                <a:gd name="connsiteY37" fmla="*/ 3244078 h 3827499"/>
                <a:gd name="connsiteX38" fmla="*/ 903181 w 2777761"/>
                <a:gd name="connsiteY38" fmla="*/ 2666267 h 3827499"/>
                <a:gd name="connsiteX39" fmla="*/ 1166842 w 2777761"/>
                <a:gd name="connsiteY39" fmla="*/ 2559680 h 3827499"/>
                <a:gd name="connsiteX40" fmla="*/ 1531480 w 2777761"/>
                <a:gd name="connsiteY40" fmla="*/ 2666267 h 3827499"/>
                <a:gd name="connsiteX41" fmla="*/ 1593188 w 2777761"/>
                <a:gd name="connsiteY41" fmla="*/ 2666267 h 3827499"/>
                <a:gd name="connsiteX42" fmla="*/ 1649286 w 2777761"/>
                <a:gd name="connsiteY42" fmla="*/ 2767244 h 3827499"/>
                <a:gd name="connsiteX43" fmla="*/ 1800751 w 2777761"/>
                <a:gd name="connsiteY43" fmla="*/ 2800902 h 3827499"/>
                <a:gd name="connsiteX44" fmla="*/ 1811971 w 2777761"/>
                <a:gd name="connsiteY44" fmla="*/ 2834561 h 3827499"/>
                <a:gd name="connsiteX45" fmla="*/ 1772702 w 2777761"/>
                <a:gd name="connsiteY45" fmla="*/ 3036515 h 3827499"/>
                <a:gd name="connsiteX46" fmla="*/ 1750263 w 2777761"/>
                <a:gd name="connsiteY46" fmla="*/ 3361884 h 3827499"/>
                <a:gd name="connsiteX47" fmla="*/ 1542700 w 2777761"/>
                <a:gd name="connsiteY47" fmla="*/ 3384323 h 3827499"/>
                <a:gd name="connsiteX48" fmla="*/ 1206111 w 2777761"/>
                <a:gd name="connsiteY48" fmla="*/ 3434812 h 3827499"/>
                <a:gd name="connsiteX49" fmla="*/ 1178062 w 2777761"/>
                <a:gd name="connsiteY49" fmla="*/ 3507739 h 3827499"/>
                <a:gd name="connsiteX50" fmla="*/ 1116354 w 2777761"/>
                <a:gd name="connsiteY50" fmla="*/ 3535788 h 3827499"/>
                <a:gd name="connsiteX51" fmla="*/ 1144403 w 2777761"/>
                <a:gd name="connsiteY51" fmla="*/ 3670424 h 3827499"/>
                <a:gd name="connsiteX52" fmla="*/ 1284648 w 2777761"/>
                <a:gd name="connsiteY52" fmla="*/ 3676034 h 3827499"/>
                <a:gd name="connsiteX53" fmla="*/ 1279038 w 2777761"/>
                <a:gd name="connsiteY53" fmla="*/ 3524569 h 3827499"/>
                <a:gd name="connsiteX54" fmla="*/ 1458552 w 2777761"/>
                <a:gd name="connsiteY54" fmla="*/ 3535788 h 3827499"/>
                <a:gd name="connsiteX55" fmla="*/ 1430503 w 2777761"/>
                <a:gd name="connsiteY55" fmla="*/ 3614326 h 3827499"/>
                <a:gd name="connsiteX56" fmla="*/ 1402454 w 2777761"/>
                <a:gd name="connsiteY56" fmla="*/ 3676034 h 3827499"/>
                <a:gd name="connsiteX57" fmla="*/ 1318307 w 2777761"/>
                <a:gd name="connsiteY57" fmla="*/ 3692863 h 3827499"/>
                <a:gd name="connsiteX58" fmla="*/ 1452943 w 2777761"/>
                <a:gd name="connsiteY58" fmla="*/ 3816279 h 3827499"/>
                <a:gd name="connsiteX59" fmla="*/ 1520260 w 2777761"/>
                <a:gd name="connsiteY59" fmla="*/ 3681644 h 3827499"/>
                <a:gd name="connsiteX60" fmla="*/ 1823190 w 2777761"/>
                <a:gd name="connsiteY60" fmla="*/ 3580667 h 3827499"/>
                <a:gd name="connsiteX61" fmla="*/ 2159779 w 2777761"/>
                <a:gd name="connsiteY61" fmla="*/ 3653594 h 3827499"/>
                <a:gd name="connsiteX62" fmla="*/ 2114901 w 2777761"/>
                <a:gd name="connsiteY62" fmla="*/ 3754571 h 3827499"/>
                <a:gd name="connsiteX63" fmla="*/ 2210268 w 2777761"/>
                <a:gd name="connsiteY63" fmla="*/ 3821889 h 3827499"/>
                <a:gd name="connsiteX64" fmla="*/ 2283195 w 2777761"/>
                <a:gd name="connsiteY64" fmla="*/ 3771401 h 3827499"/>
                <a:gd name="connsiteX65" fmla="*/ 2271976 w 2777761"/>
                <a:gd name="connsiteY65" fmla="*/ 3676034 h 3827499"/>
                <a:gd name="connsiteX66" fmla="*/ 2451490 w 2777761"/>
                <a:gd name="connsiteY66" fmla="*/ 3597496 h 3827499"/>
                <a:gd name="connsiteX67" fmla="*/ 2434660 w 2777761"/>
                <a:gd name="connsiteY67" fmla="*/ 3423592 h 3827499"/>
                <a:gd name="connsiteX68" fmla="*/ 1929777 w 2777761"/>
                <a:gd name="connsiteY68" fmla="*/ 3395543 h 3827499"/>
                <a:gd name="connsiteX69" fmla="*/ 1918557 w 2777761"/>
                <a:gd name="connsiteY69" fmla="*/ 3070174 h 3827499"/>
                <a:gd name="connsiteX70" fmla="*/ 1884898 w 2777761"/>
                <a:gd name="connsiteY70" fmla="*/ 3053344 h 3827499"/>
                <a:gd name="connsiteX71" fmla="*/ 1907338 w 2777761"/>
                <a:gd name="connsiteY71" fmla="*/ 2873830 h 3827499"/>
                <a:gd name="connsiteX72" fmla="*/ 1862459 w 2777761"/>
                <a:gd name="connsiteY72" fmla="*/ 2812122 h 3827499"/>
                <a:gd name="connsiteX73" fmla="*/ 2109291 w 2777761"/>
                <a:gd name="connsiteY73" fmla="*/ 2756024 h 3827499"/>
                <a:gd name="connsiteX74" fmla="*/ 2131730 w 2777761"/>
                <a:gd name="connsiteY74" fmla="*/ 2626998 h 3827499"/>
                <a:gd name="connsiteX75" fmla="*/ 2372952 w 2777761"/>
                <a:gd name="connsiteY75" fmla="*/ 2660657 h 3827499"/>
                <a:gd name="connsiteX76" fmla="*/ 2597345 w 2777761"/>
                <a:gd name="connsiteY76" fmla="*/ 2071626 h 3827499"/>
                <a:gd name="connsiteX77" fmla="*/ 2552466 w 2777761"/>
                <a:gd name="connsiteY77" fmla="*/ 1987479 h 3827499"/>
                <a:gd name="connsiteX78" fmla="*/ 2698322 w 2777761"/>
                <a:gd name="connsiteY78" fmla="*/ 1499425 h 3827499"/>
                <a:gd name="connsiteX79" fmla="*/ 2642224 w 2777761"/>
                <a:gd name="connsiteY79" fmla="*/ 1392839 h 3827499"/>
                <a:gd name="connsiteX80" fmla="*/ 2485148 w 2777761"/>
                <a:gd name="connsiteY80" fmla="*/ 837467 h 3827499"/>
                <a:gd name="connsiteX81" fmla="*/ 2743201 w 2777761"/>
                <a:gd name="connsiteY81" fmla="*/ 714051 h 3827499"/>
                <a:gd name="connsiteX82" fmla="*/ 2715151 w 2777761"/>
                <a:gd name="connsiteY82" fmla="*/ 472829 h 3827499"/>
                <a:gd name="connsiteX83" fmla="*/ 2597345 w 2777761"/>
                <a:gd name="connsiteY83" fmla="*/ 91363 h 3827499"/>
                <a:gd name="connsiteX0" fmla="*/ 2597345 w 2777761"/>
                <a:gd name="connsiteY0" fmla="*/ 130631 h 3827499"/>
                <a:gd name="connsiteX1" fmla="*/ 2395391 w 2777761"/>
                <a:gd name="connsiteY1" fmla="*/ 1604 h 3827499"/>
                <a:gd name="connsiteX2" fmla="*/ 2193438 w 2777761"/>
                <a:gd name="connsiteY2" fmla="*/ 197948 h 3827499"/>
                <a:gd name="connsiteX3" fmla="*/ 2114901 w 2777761"/>
                <a:gd name="connsiteY3" fmla="*/ 214777 h 3827499"/>
                <a:gd name="connsiteX4" fmla="*/ 2142950 w 2777761"/>
                <a:gd name="connsiteY4" fmla="*/ 326974 h 3827499"/>
                <a:gd name="connsiteX5" fmla="*/ 2047583 w 2777761"/>
                <a:gd name="connsiteY5" fmla="*/ 495268 h 3827499"/>
                <a:gd name="connsiteX6" fmla="*/ 2159779 w 2777761"/>
                <a:gd name="connsiteY6" fmla="*/ 747710 h 3827499"/>
                <a:gd name="connsiteX7" fmla="*/ 2030754 w 2777761"/>
                <a:gd name="connsiteY7" fmla="*/ 792588 h 3827499"/>
                <a:gd name="connsiteX8" fmla="*/ 1997095 w 2777761"/>
                <a:gd name="connsiteY8" fmla="*/ 859906 h 3827499"/>
                <a:gd name="connsiteX9" fmla="*/ 1997095 w 2777761"/>
                <a:gd name="connsiteY9" fmla="*/ 747710 h 3827499"/>
                <a:gd name="connsiteX10" fmla="*/ 1946606 w 2777761"/>
                <a:gd name="connsiteY10" fmla="*/ 708441 h 3827499"/>
                <a:gd name="connsiteX11" fmla="*/ 1772702 w 2777761"/>
                <a:gd name="connsiteY11" fmla="*/ 758929 h 3827499"/>
                <a:gd name="connsiteX12" fmla="*/ 1402454 w 2777761"/>
                <a:gd name="connsiteY12" fmla="*/ 618684 h 3827499"/>
                <a:gd name="connsiteX13" fmla="*/ 1705384 w 2777761"/>
                <a:gd name="connsiteY13" fmla="*/ 1190885 h 3827499"/>
                <a:gd name="connsiteX14" fmla="*/ 1800751 w 2777761"/>
                <a:gd name="connsiteY14" fmla="*/ 1263813 h 3827499"/>
                <a:gd name="connsiteX15" fmla="*/ 1649286 w 2777761"/>
                <a:gd name="connsiteY15" fmla="*/ 1488205 h 3827499"/>
                <a:gd name="connsiteX16" fmla="*/ 1727824 w 2777761"/>
                <a:gd name="connsiteY16" fmla="*/ 1706988 h 3827499"/>
                <a:gd name="connsiteX17" fmla="*/ 1817581 w 2777761"/>
                <a:gd name="connsiteY17" fmla="*/ 1701379 h 3827499"/>
                <a:gd name="connsiteX18" fmla="*/ 1671725 w 2777761"/>
                <a:gd name="connsiteY18" fmla="*/ 1869673 h 3827499"/>
                <a:gd name="connsiteX19" fmla="*/ 914400 w 2777761"/>
                <a:gd name="connsiteY19" fmla="*/ 1617231 h 3827499"/>
                <a:gd name="connsiteX20" fmla="*/ 460005 w 2777761"/>
                <a:gd name="connsiteY20" fmla="*/ 2643828 h 3827499"/>
                <a:gd name="connsiteX21" fmla="*/ 263662 w 2777761"/>
                <a:gd name="connsiteY21" fmla="*/ 2851391 h 3827499"/>
                <a:gd name="connsiteX22" fmla="*/ 44879 w 2777761"/>
                <a:gd name="connsiteY22" fmla="*/ 2896269 h 3827499"/>
                <a:gd name="connsiteX23" fmla="*/ 0 w 2777761"/>
                <a:gd name="connsiteY23" fmla="*/ 3002856 h 3827499"/>
                <a:gd name="connsiteX24" fmla="*/ 274881 w 2777761"/>
                <a:gd name="connsiteY24" fmla="*/ 3126272 h 3827499"/>
                <a:gd name="connsiteX25" fmla="*/ 504884 w 2777761"/>
                <a:gd name="connsiteY25" fmla="*/ 3025295 h 3827499"/>
                <a:gd name="connsiteX26" fmla="*/ 471225 w 2777761"/>
                <a:gd name="connsiteY26" fmla="*/ 3154321 h 3827499"/>
                <a:gd name="connsiteX27" fmla="*/ 572201 w 2777761"/>
                <a:gd name="connsiteY27" fmla="*/ 3199199 h 3827499"/>
                <a:gd name="connsiteX28" fmla="*/ 381468 w 2777761"/>
                <a:gd name="connsiteY28" fmla="*/ 3659204 h 3827499"/>
                <a:gd name="connsiteX29" fmla="*/ 196344 w 2777761"/>
                <a:gd name="connsiteY29" fmla="*/ 3704083 h 3827499"/>
                <a:gd name="connsiteX30" fmla="*/ 263662 w 2777761"/>
                <a:gd name="connsiteY30" fmla="*/ 3805059 h 3827499"/>
                <a:gd name="connsiteX31" fmla="*/ 555372 w 2777761"/>
                <a:gd name="connsiteY31" fmla="*/ 3827499 h 3827499"/>
                <a:gd name="connsiteX32" fmla="*/ 589031 w 2777761"/>
                <a:gd name="connsiteY32" fmla="*/ 3619936 h 3827499"/>
                <a:gd name="connsiteX33" fmla="*/ 645129 w 2777761"/>
                <a:gd name="connsiteY33" fmla="*/ 3614326 h 3827499"/>
                <a:gd name="connsiteX34" fmla="*/ 690008 w 2777761"/>
                <a:gd name="connsiteY34" fmla="*/ 3737742 h 3827499"/>
                <a:gd name="connsiteX35" fmla="*/ 774155 w 2777761"/>
                <a:gd name="connsiteY35" fmla="*/ 3743352 h 3827499"/>
                <a:gd name="connsiteX36" fmla="*/ 779765 w 2777761"/>
                <a:gd name="connsiteY36" fmla="*/ 3513349 h 3827499"/>
                <a:gd name="connsiteX37" fmla="*/ 746106 w 2777761"/>
                <a:gd name="connsiteY37" fmla="*/ 3244078 h 3827499"/>
                <a:gd name="connsiteX38" fmla="*/ 903181 w 2777761"/>
                <a:gd name="connsiteY38" fmla="*/ 2666267 h 3827499"/>
                <a:gd name="connsiteX39" fmla="*/ 1166842 w 2777761"/>
                <a:gd name="connsiteY39" fmla="*/ 2559680 h 3827499"/>
                <a:gd name="connsiteX40" fmla="*/ 1531480 w 2777761"/>
                <a:gd name="connsiteY40" fmla="*/ 2666267 h 3827499"/>
                <a:gd name="connsiteX41" fmla="*/ 1593188 w 2777761"/>
                <a:gd name="connsiteY41" fmla="*/ 2666267 h 3827499"/>
                <a:gd name="connsiteX42" fmla="*/ 1649286 w 2777761"/>
                <a:gd name="connsiteY42" fmla="*/ 2767244 h 3827499"/>
                <a:gd name="connsiteX43" fmla="*/ 1800751 w 2777761"/>
                <a:gd name="connsiteY43" fmla="*/ 2800902 h 3827499"/>
                <a:gd name="connsiteX44" fmla="*/ 1811971 w 2777761"/>
                <a:gd name="connsiteY44" fmla="*/ 2834561 h 3827499"/>
                <a:gd name="connsiteX45" fmla="*/ 1772702 w 2777761"/>
                <a:gd name="connsiteY45" fmla="*/ 3036515 h 3827499"/>
                <a:gd name="connsiteX46" fmla="*/ 1750263 w 2777761"/>
                <a:gd name="connsiteY46" fmla="*/ 3361884 h 3827499"/>
                <a:gd name="connsiteX47" fmla="*/ 1542700 w 2777761"/>
                <a:gd name="connsiteY47" fmla="*/ 3384323 h 3827499"/>
                <a:gd name="connsiteX48" fmla="*/ 1206111 w 2777761"/>
                <a:gd name="connsiteY48" fmla="*/ 3434812 h 3827499"/>
                <a:gd name="connsiteX49" fmla="*/ 1178062 w 2777761"/>
                <a:gd name="connsiteY49" fmla="*/ 3507739 h 3827499"/>
                <a:gd name="connsiteX50" fmla="*/ 1116354 w 2777761"/>
                <a:gd name="connsiteY50" fmla="*/ 3535788 h 3827499"/>
                <a:gd name="connsiteX51" fmla="*/ 1144403 w 2777761"/>
                <a:gd name="connsiteY51" fmla="*/ 3670424 h 3827499"/>
                <a:gd name="connsiteX52" fmla="*/ 1284648 w 2777761"/>
                <a:gd name="connsiteY52" fmla="*/ 3676034 h 3827499"/>
                <a:gd name="connsiteX53" fmla="*/ 1279038 w 2777761"/>
                <a:gd name="connsiteY53" fmla="*/ 3524569 h 3827499"/>
                <a:gd name="connsiteX54" fmla="*/ 1458552 w 2777761"/>
                <a:gd name="connsiteY54" fmla="*/ 3535788 h 3827499"/>
                <a:gd name="connsiteX55" fmla="*/ 1430503 w 2777761"/>
                <a:gd name="connsiteY55" fmla="*/ 3614326 h 3827499"/>
                <a:gd name="connsiteX56" fmla="*/ 1402454 w 2777761"/>
                <a:gd name="connsiteY56" fmla="*/ 3676034 h 3827499"/>
                <a:gd name="connsiteX57" fmla="*/ 1318307 w 2777761"/>
                <a:gd name="connsiteY57" fmla="*/ 3692863 h 3827499"/>
                <a:gd name="connsiteX58" fmla="*/ 1452943 w 2777761"/>
                <a:gd name="connsiteY58" fmla="*/ 3816279 h 3827499"/>
                <a:gd name="connsiteX59" fmla="*/ 1520260 w 2777761"/>
                <a:gd name="connsiteY59" fmla="*/ 3681644 h 3827499"/>
                <a:gd name="connsiteX60" fmla="*/ 1823190 w 2777761"/>
                <a:gd name="connsiteY60" fmla="*/ 3580667 h 3827499"/>
                <a:gd name="connsiteX61" fmla="*/ 2159779 w 2777761"/>
                <a:gd name="connsiteY61" fmla="*/ 3653594 h 3827499"/>
                <a:gd name="connsiteX62" fmla="*/ 2114901 w 2777761"/>
                <a:gd name="connsiteY62" fmla="*/ 3754571 h 3827499"/>
                <a:gd name="connsiteX63" fmla="*/ 2210268 w 2777761"/>
                <a:gd name="connsiteY63" fmla="*/ 3821889 h 3827499"/>
                <a:gd name="connsiteX64" fmla="*/ 2283195 w 2777761"/>
                <a:gd name="connsiteY64" fmla="*/ 3771401 h 3827499"/>
                <a:gd name="connsiteX65" fmla="*/ 2271976 w 2777761"/>
                <a:gd name="connsiteY65" fmla="*/ 3676034 h 3827499"/>
                <a:gd name="connsiteX66" fmla="*/ 2451490 w 2777761"/>
                <a:gd name="connsiteY66" fmla="*/ 3597496 h 3827499"/>
                <a:gd name="connsiteX67" fmla="*/ 2434660 w 2777761"/>
                <a:gd name="connsiteY67" fmla="*/ 3423592 h 3827499"/>
                <a:gd name="connsiteX68" fmla="*/ 1929777 w 2777761"/>
                <a:gd name="connsiteY68" fmla="*/ 3395543 h 3827499"/>
                <a:gd name="connsiteX69" fmla="*/ 1918557 w 2777761"/>
                <a:gd name="connsiteY69" fmla="*/ 3070174 h 3827499"/>
                <a:gd name="connsiteX70" fmla="*/ 1884898 w 2777761"/>
                <a:gd name="connsiteY70" fmla="*/ 3053344 h 3827499"/>
                <a:gd name="connsiteX71" fmla="*/ 1907338 w 2777761"/>
                <a:gd name="connsiteY71" fmla="*/ 2873830 h 3827499"/>
                <a:gd name="connsiteX72" fmla="*/ 1862459 w 2777761"/>
                <a:gd name="connsiteY72" fmla="*/ 2812122 h 3827499"/>
                <a:gd name="connsiteX73" fmla="*/ 2109291 w 2777761"/>
                <a:gd name="connsiteY73" fmla="*/ 2756024 h 3827499"/>
                <a:gd name="connsiteX74" fmla="*/ 2131730 w 2777761"/>
                <a:gd name="connsiteY74" fmla="*/ 2626998 h 3827499"/>
                <a:gd name="connsiteX75" fmla="*/ 2372952 w 2777761"/>
                <a:gd name="connsiteY75" fmla="*/ 2660657 h 3827499"/>
                <a:gd name="connsiteX76" fmla="*/ 2597345 w 2777761"/>
                <a:gd name="connsiteY76" fmla="*/ 2071626 h 3827499"/>
                <a:gd name="connsiteX77" fmla="*/ 2552466 w 2777761"/>
                <a:gd name="connsiteY77" fmla="*/ 1987479 h 3827499"/>
                <a:gd name="connsiteX78" fmla="*/ 2698322 w 2777761"/>
                <a:gd name="connsiteY78" fmla="*/ 1499425 h 3827499"/>
                <a:gd name="connsiteX79" fmla="*/ 2642224 w 2777761"/>
                <a:gd name="connsiteY79" fmla="*/ 1392839 h 3827499"/>
                <a:gd name="connsiteX80" fmla="*/ 2485148 w 2777761"/>
                <a:gd name="connsiteY80" fmla="*/ 837467 h 3827499"/>
                <a:gd name="connsiteX81" fmla="*/ 2743201 w 2777761"/>
                <a:gd name="connsiteY81" fmla="*/ 714051 h 3827499"/>
                <a:gd name="connsiteX82" fmla="*/ 2715151 w 2777761"/>
                <a:gd name="connsiteY82" fmla="*/ 472829 h 3827499"/>
                <a:gd name="connsiteX83" fmla="*/ 2597345 w 2777761"/>
                <a:gd name="connsiteY83" fmla="*/ 130631 h 3827499"/>
                <a:gd name="connsiteX0" fmla="*/ 2597345 w 2777761"/>
                <a:gd name="connsiteY0" fmla="*/ 91863 h 3788731"/>
                <a:gd name="connsiteX1" fmla="*/ 2434660 w 2777761"/>
                <a:gd name="connsiteY1" fmla="*/ 2105 h 3788731"/>
                <a:gd name="connsiteX2" fmla="*/ 2193438 w 2777761"/>
                <a:gd name="connsiteY2" fmla="*/ 159180 h 3788731"/>
                <a:gd name="connsiteX3" fmla="*/ 2114901 w 2777761"/>
                <a:gd name="connsiteY3" fmla="*/ 176009 h 3788731"/>
                <a:gd name="connsiteX4" fmla="*/ 2142950 w 2777761"/>
                <a:gd name="connsiteY4" fmla="*/ 288206 h 3788731"/>
                <a:gd name="connsiteX5" fmla="*/ 2047583 w 2777761"/>
                <a:gd name="connsiteY5" fmla="*/ 456500 h 3788731"/>
                <a:gd name="connsiteX6" fmla="*/ 2159779 w 2777761"/>
                <a:gd name="connsiteY6" fmla="*/ 708942 h 3788731"/>
                <a:gd name="connsiteX7" fmla="*/ 2030754 w 2777761"/>
                <a:gd name="connsiteY7" fmla="*/ 753820 h 3788731"/>
                <a:gd name="connsiteX8" fmla="*/ 1997095 w 2777761"/>
                <a:gd name="connsiteY8" fmla="*/ 821138 h 3788731"/>
                <a:gd name="connsiteX9" fmla="*/ 1997095 w 2777761"/>
                <a:gd name="connsiteY9" fmla="*/ 708942 h 3788731"/>
                <a:gd name="connsiteX10" fmla="*/ 1946606 w 2777761"/>
                <a:gd name="connsiteY10" fmla="*/ 669673 h 3788731"/>
                <a:gd name="connsiteX11" fmla="*/ 1772702 w 2777761"/>
                <a:gd name="connsiteY11" fmla="*/ 720161 h 3788731"/>
                <a:gd name="connsiteX12" fmla="*/ 1402454 w 2777761"/>
                <a:gd name="connsiteY12" fmla="*/ 579916 h 3788731"/>
                <a:gd name="connsiteX13" fmla="*/ 1705384 w 2777761"/>
                <a:gd name="connsiteY13" fmla="*/ 1152117 h 3788731"/>
                <a:gd name="connsiteX14" fmla="*/ 1800751 w 2777761"/>
                <a:gd name="connsiteY14" fmla="*/ 1225045 h 3788731"/>
                <a:gd name="connsiteX15" fmla="*/ 1649286 w 2777761"/>
                <a:gd name="connsiteY15" fmla="*/ 1449437 h 3788731"/>
                <a:gd name="connsiteX16" fmla="*/ 1727824 w 2777761"/>
                <a:gd name="connsiteY16" fmla="*/ 1668220 h 3788731"/>
                <a:gd name="connsiteX17" fmla="*/ 1817581 w 2777761"/>
                <a:gd name="connsiteY17" fmla="*/ 1662611 h 3788731"/>
                <a:gd name="connsiteX18" fmla="*/ 1671725 w 2777761"/>
                <a:gd name="connsiteY18" fmla="*/ 1830905 h 3788731"/>
                <a:gd name="connsiteX19" fmla="*/ 914400 w 2777761"/>
                <a:gd name="connsiteY19" fmla="*/ 1578463 h 3788731"/>
                <a:gd name="connsiteX20" fmla="*/ 460005 w 2777761"/>
                <a:gd name="connsiteY20" fmla="*/ 2605060 h 3788731"/>
                <a:gd name="connsiteX21" fmla="*/ 263662 w 2777761"/>
                <a:gd name="connsiteY21" fmla="*/ 2812623 h 3788731"/>
                <a:gd name="connsiteX22" fmla="*/ 44879 w 2777761"/>
                <a:gd name="connsiteY22" fmla="*/ 2857501 h 3788731"/>
                <a:gd name="connsiteX23" fmla="*/ 0 w 2777761"/>
                <a:gd name="connsiteY23" fmla="*/ 2964088 h 3788731"/>
                <a:gd name="connsiteX24" fmla="*/ 274881 w 2777761"/>
                <a:gd name="connsiteY24" fmla="*/ 3087504 h 3788731"/>
                <a:gd name="connsiteX25" fmla="*/ 504884 w 2777761"/>
                <a:gd name="connsiteY25" fmla="*/ 2986527 h 3788731"/>
                <a:gd name="connsiteX26" fmla="*/ 471225 w 2777761"/>
                <a:gd name="connsiteY26" fmla="*/ 3115553 h 3788731"/>
                <a:gd name="connsiteX27" fmla="*/ 572201 w 2777761"/>
                <a:gd name="connsiteY27" fmla="*/ 3160431 h 3788731"/>
                <a:gd name="connsiteX28" fmla="*/ 381468 w 2777761"/>
                <a:gd name="connsiteY28" fmla="*/ 3620436 h 3788731"/>
                <a:gd name="connsiteX29" fmla="*/ 196344 w 2777761"/>
                <a:gd name="connsiteY29" fmla="*/ 3665315 h 3788731"/>
                <a:gd name="connsiteX30" fmla="*/ 263662 w 2777761"/>
                <a:gd name="connsiteY30" fmla="*/ 3766291 h 3788731"/>
                <a:gd name="connsiteX31" fmla="*/ 555372 w 2777761"/>
                <a:gd name="connsiteY31" fmla="*/ 3788731 h 3788731"/>
                <a:gd name="connsiteX32" fmla="*/ 589031 w 2777761"/>
                <a:gd name="connsiteY32" fmla="*/ 3581168 h 3788731"/>
                <a:gd name="connsiteX33" fmla="*/ 645129 w 2777761"/>
                <a:gd name="connsiteY33" fmla="*/ 3575558 h 3788731"/>
                <a:gd name="connsiteX34" fmla="*/ 690008 w 2777761"/>
                <a:gd name="connsiteY34" fmla="*/ 3698974 h 3788731"/>
                <a:gd name="connsiteX35" fmla="*/ 774155 w 2777761"/>
                <a:gd name="connsiteY35" fmla="*/ 3704584 h 3788731"/>
                <a:gd name="connsiteX36" fmla="*/ 779765 w 2777761"/>
                <a:gd name="connsiteY36" fmla="*/ 3474581 h 3788731"/>
                <a:gd name="connsiteX37" fmla="*/ 746106 w 2777761"/>
                <a:gd name="connsiteY37" fmla="*/ 3205310 h 3788731"/>
                <a:gd name="connsiteX38" fmla="*/ 903181 w 2777761"/>
                <a:gd name="connsiteY38" fmla="*/ 2627499 h 3788731"/>
                <a:gd name="connsiteX39" fmla="*/ 1166842 w 2777761"/>
                <a:gd name="connsiteY39" fmla="*/ 2520912 h 3788731"/>
                <a:gd name="connsiteX40" fmla="*/ 1531480 w 2777761"/>
                <a:gd name="connsiteY40" fmla="*/ 2627499 h 3788731"/>
                <a:gd name="connsiteX41" fmla="*/ 1593188 w 2777761"/>
                <a:gd name="connsiteY41" fmla="*/ 2627499 h 3788731"/>
                <a:gd name="connsiteX42" fmla="*/ 1649286 w 2777761"/>
                <a:gd name="connsiteY42" fmla="*/ 2728476 h 3788731"/>
                <a:gd name="connsiteX43" fmla="*/ 1800751 w 2777761"/>
                <a:gd name="connsiteY43" fmla="*/ 2762134 h 3788731"/>
                <a:gd name="connsiteX44" fmla="*/ 1811971 w 2777761"/>
                <a:gd name="connsiteY44" fmla="*/ 2795793 h 3788731"/>
                <a:gd name="connsiteX45" fmla="*/ 1772702 w 2777761"/>
                <a:gd name="connsiteY45" fmla="*/ 2997747 h 3788731"/>
                <a:gd name="connsiteX46" fmla="*/ 1750263 w 2777761"/>
                <a:gd name="connsiteY46" fmla="*/ 3323116 h 3788731"/>
                <a:gd name="connsiteX47" fmla="*/ 1542700 w 2777761"/>
                <a:gd name="connsiteY47" fmla="*/ 3345555 h 3788731"/>
                <a:gd name="connsiteX48" fmla="*/ 1206111 w 2777761"/>
                <a:gd name="connsiteY48" fmla="*/ 3396044 h 3788731"/>
                <a:gd name="connsiteX49" fmla="*/ 1178062 w 2777761"/>
                <a:gd name="connsiteY49" fmla="*/ 3468971 h 3788731"/>
                <a:gd name="connsiteX50" fmla="*/ 1116354 w 2777761"/>
                <a:gd name="connsiteY50" fmla="*/ 3497020 h 3788731"/>
                <a:gd name="connsiteX51" fmla="*/ 1144403 w 2777761"/>
                <a:gd name="connsiteY51" fmla="*/ 3631656 h 3788731"/>
                <a:gd name="connsiteX52" fmla="*/ 1284648 w 2777761"/>
                <a:gd name="connsiteY52" fmla="*/ 3637266 h 3788731"/>
                <a:gd name="connsiteX53" fmla="*/ 1279038 w 2777761"/>
                <a:gd name="connsiteY53" fmla="*/ 3485801 h 3788731"/>
                <a:gd name="connsiteX54" fmla="*/ 1458552 w 2777761"/>
                <a:gd name="connsiteY54" fmla="*/ 3497020 h 3788731"/>
                <a:gd name="connsiteX55" fmla="*/ 1430503 w 2777761"/>
                <a:gd name="connsiteY55" fmla="*/ 3575558 h 3788731"/>
                <a:gd name="connsiteX56" fmla="*/ 1402454 w 2777761"/>
                <a:gd name="connsiteY56" fmla="*/ 3637266 h 3788731"/>
                <a:gd name="connsiteX57" fmla="*/ 1318307 w 2777761"/>
                <a:gd name="connsiteY57" fmla="*/ 3654095 h 3788731"/>
                <a:gd name="connsiteX58" fmla="*/ 1452943 w 2777761"/>
                <a:gd name="connsiteY58" fmla="*/ 3777511 h 3788731"/>
                <a:gd name="connsiteX59" fmla="*/ 1520260 w 2777761"/>
                <a:gd name="connsiteY59" fmla="*/ 3642876 h 3788731"/>
                <a:gd name="connsiteX60" fmla="*/ 1823190 w 2777761"/>
                <a:gd name="connsiteY60" fmla="*/ 3541899 h 3788731"/>
                <a:gd name="connsiteX61" fmla="*/ 2159779 w 2777761"/>
                <a:gd name="connsiteY61" fmla="*/ 3614826 h 3788731"/>
                <a:gd name="connsiteX62" fmla="*/ 2114901 w 2777761"/>
                <a:gd name="connsiteY62" fmla="*/ 3715803 h 3788731"/>
                <a:gd name="connsiteX63" fmla="*/ 2210268 w 2777761"/>
                <a:gd name="connsiteY63" fmla="*/ 3783121 h 3788731"/>
                <a:gd name="connsiteX64" fmla="*/ 2283195 w 2777761"/>
                <a:gd name="connsiteY64" fmla="*/ 3732633 h 3788731"/>
                <a:gd name="connsiteX65" fmla="*/ 2271976 w 2777761"/>
                <a:gd name="connsiteY65" fmla="*/ 3637266 h 3788731"/>
                <a:gd name="connsiteX66" fmla="*/ 2451490 w 2777761"/>
                <a:gd name="connsiteY66" fmla="*/ 3558728 h 3788731"/>
                <a:gd name="connsiteX67" fmla="*/ 2434660 w 2777761"/>
                <a:gd name="connsiteY67" fmla="*/ 3384824 h 3788731"/>
                <a:gd name="connsiteX68" fmla="*/ 1929777 w 2777761"/>
                <a:gd name="connsiteY68" fmla="*/ 3356775 h 3788731"/>
                <a:gd name="connsiteX69" fmla="*/ 1918557 w 2777761"/>
                <a:gd name="connsiteY69" fmla="*/ 3031406 h 3788731"/>
                <a:gd name="connsiteX70" fmla="*/ 1884898 w 2777761"/>
                <a:gd name="connsiteY70" fmla="*/ 3014576 h 3788731"/>
                <a:gd name="connsiteX71" fmla="*/ 1907338 w 2777761"/>
                <a:gd name="connsiteY71" fmla="*/ 2835062 h 3788731"/>
                <a:gd name="connsiteX72" fmla="*/ 1862459 w 2777761"/>
                <a:gd name="connsiteY72" fmla="*/ 2773354 h 3788731"/>
                <a:gd name="connsiteX73" fmla="*/ 2109291 w 2777761"/>
                <a:gd name="connsiteY73" fmla="*/ 2717256 h 3788731"/>
                <a:gd name="connsiteX74" fmla="*/ 2131730 w 2777761"/>
                <a:gd name="connsiteY74" fmla="*/ 2588230 h 3788731"/>
                <a:gd name="connsiteX75" fmla="*/ 2372952 w 2777761"/>
                <a:gd name="connsiteY75" fmla="*/ 2621889 h 3788731"/>
                <a:gd name="connsiteX76" fmla="*/ 2597345 w 2777761"/>
                <a:gd name="connsiteY76" fmla="*/ 2032858 h 3788731"/>
                <a:gd name="connsiteX77" fmla="*/ 2552466 w 2777761"/>
                <a:gd name="connsiteY77" fmla="*/ 1948711 h 3788731"/>
                <a:gd name="connsiteX78" fmla="*/ 2698322 w 2777761"/>
                <a:gd name="connsiteY78" fmla="*/ 1460657 h 3788731"/>
                <a:gd name="connsiteX79" fmla="*/ 2642224 w 2777761"/>
                <a:gd name="connsiteY79" fmla="*/ 1354071 h 3788731"/>
                <a:gd name="connsiteX80" fmla="*/ 2485148 w 2777761"/>
                <a:gd name="connsiteY80" fmla="*/ 798699 h 3788731"/>
                <a:gd name="connsiteX81" fmla="*/ 2743201 w 2777761"/>
                <a:gd name="connsiteY81" fmla="*/ 675283 h 3788731"/>
                <a:gd name="connsiteX82" fmla="*/ 2715151 w 2777761"/>
                <a:gd name="connsiteY82" fmla="*/ 434061 h 3788731"/>
                <a:gd name="connsiteX83" fmla="*/ 2597345 w 2777761"/>
                <a:gd name="connsiteY83" fmla="*/ 91863 h 3788731"/>
                <a:gd name="connsiteX0" fmla="*/ 2631004 w 2777761"/>
                <a:gd name="connsiteY0" fmla="*/ 86253 h 3788731"/>
                <a:gd name="connsiteX1" fmla="*/ 2434660 w 2777761"/>
                <a:gd name="connsiteY1" fmla="*/ 2105 h 3788731"/>
                <a:gd name="connsiteX2" fmla="*/ 2193438 w 2777761"/>
                <a:gd name="connsiteY2" fmla="*/ 159180 h 3788731"/>
                <a:gd name="connsiteX3" fmla="*/ 2114901 w 2777761"/>
                <a:gd name="connsiteY3" fmla="*/ 176009 h 3788731"/>
                <a:gd name="connsiteX4" fmla="*/ 2142950 w 2777761"/>
                <a:gd name="connsiteY4" fmla="*/ 288206 h 3788731"/>
                <a:gd name="connsiteX5" fmla="*/ 2047583 w 2777761"/>
                <a:gd name="connsiteY5" fmla="*/ 456500 h 3788731"/>
                <a:gd name="connsiteX6" fmla="*/ 2159779 w 2777761"/>
                <a:gd name="connsiteY6" fmla="*/ 708942 h 3788731"/>
                <a:gd name="connsiteX7" fmla="*/ 2030754 w 2777761"/>
                <a:gd name="connsiteY7" fmla="*/ 753820 h 3788731"/>
                <a:gd name="connsiteX8" fmla="*/ 1997095 w 2777761"/>
                <a:gd name="connsiteY8" fmla="*/ 821138 h 3788731"/>
                <a:gd name="connsiteX9" fmla="*/ 1997095 w 2777761"/>
                <a:gd name="connsiteY9" fmla="*/ 708942 h 3788731"/>
                <a:gd name="connsiteX10" fmla="*/ 1946606 w 2777761"/>
                <a:gd name="connsiteY10" fmla="*/ 669673 h 3788731"/>
                <a:gd name="connsiteX11" fmla="*/ 1772702 w 2777761"/>
                <a:gd name="connsiteY11" fmla="*/ 720161 h 3788731"/>
                <a:gd name="connsiteX12" fmla="*/ 1402454 w 2777761"/>
                <a:gd name="connsiteY12" fmla="*/ 579916 h 3788731"/>
                <a:gd name="connsiteX13" fmla="*/ 1705384 w 2777761"/>
                <a:gd name="connsiteY13" fmla="*/ 1152117 h 3788731"/>
                <a:gd name="connsiteX14" fmla="*/ 1800751 w 2777761"/>
                <a:gd name="connsiteY14" fmla="*/ 1225045 h 3788731"/>
                <a:gd name="connsiteX15" fmla="*/ 1649286 w 2777761"/>
                <a:gd name="connsiteY15" fmla="*/ 1449437 h 3788731"/>
                <a:gd name="connsiteX16" fmla="*/ 1727824 w 2777761"/>
                <a:gd name="connsiteY16" fmla="*/ 1668220 h 3788731"/>
                <a:gd name="connsiteX17" fmla="*/ 1817581 w 2777761"/>
                <a:gd name="connsiteY17" fmla="*/ 1662611 h 3788731"/>
                <a:gd name="connsiteX18" fmla="*/ 1671725 w 2777761"/>
                <a:gd name="connsiteY18" fmla="*/ 1830905 h 3788731"/>
                <a:gd name="connsiteX19" fmla="*/ 914400 w 2777761"/>
                <a:gd name="connsiteY19" fmla="*/ 1578463 h 3788731"/>
                <a:gd name="connsiteX20" fmla="*/ 460005 w 2777761"/>
                <a:gd name="connsiteY20" fmla="*/ 2605060 h 3788731"/>
                <a:gd name="connsiteX21" fmla="*/ 263662 w 2777761"/>
                <a:gd name="connsiteY21" fmla="*/ 2812623 h 3788731"/>
                <a:gd name="connsiteX22" fmla="*/ 44879 w 2777761"/>
                <a:gd name="connsiteY22" fmla="*/ 2857501 h 3788731"/>
                <a:gd name="connsiteX23" fmla="*/ 0 w 2777761"/>
                <a:gd name="connsiteY23" fmla="*/ 2964088 h 3788731"/>
                <a:gd name="connsiteX24" fmla="*/ 274881 w 2777761"/>
                <a:gd name="connsiteY24" fmla="*/ 3087504 h 3788731"/>
                <a:gd name="connsiteX25" fmla="*/ 504884 w 2777761"/>
                <a:gd name="connsiteY25" fmla="*/ 2986527 h 3788731"/>
                <a:gd name="connsiteX26" fmla="*/ 471225 w 2777761"/>
                <a:gd name="connsiteY26" fmla="*/ 3115553 h 3788731"/>
                <a:gd name="connsiteX27" fmla="*/ 572201 w 2777761"/>
                <a:gd name="connsiteY27" fmla="*/ 3160431 h 3788731"/>
                <a:gd name="connsiteX28" fmla="*/ 381468 w 2777761"/>
                <a:gd name="connsiteY28" fmla="*/ 3620436 h 3788731"/>
                <a:gd name="connsiteX29" fmla="*/ 196344 w 2777761"/>
                <a:gd name="connsiteY29" fmla="*/ 3665315 h 3788731"/>
                <a:gd name="connsiteX30" fmla="*/ 263662 w 2777761"/>
                <a:gd name="connsiteY30" fmla="*/ 3766291 h 3788731"/>
                <a:gd name="connsiteX31" fmla="*/ 555372 w 2777761"/>
                <a:gd name="connsiteY31" fmla="*/ 3788731 h 3788731"/>
                <a:gd name="connsiteX32" fmla="*/ 589031 w 2777761"/>
                <a:gd name="connsiteY32" fmla="*/ 3581168 h 3788731"/>
                <a:gd name="connsiteX33" fmla="*/ 645129 w 2777761"/>
                <a:gd name="connsiteY33" fmla="*/ 3575558 h 3788731"/>
                <a:gd name="connsiteX34" fmla="*/ 690008 w 2777761"/>
                <a:gd name="connsiteY34" fmla="*/ 3698974 h 3788731"/>
                <a:gd name="connsiteX35" fmla="*/ 774155 w 2777761"/>
                <a:gd name="connsiteY35" fmla="*/ 3704584 h 3788731"/>
                <a:gd name="connsiteX36" fmla="*/ 779765 w 2777761"/>
                <a:gd name="connsiteY36" fmla="*/ 3474581 h 3788731"/>
                <a:gd name="connsiteX37" fmla="*/ 746106 w 2777761"/>
                <a:gd name="connsiteY37" fmla="*/ 3205310 h 3788731"/>
                <a:gd name="connsiteX38" fmla="*/ 903181 w 2777761"/>
                <a:gd name="connsiteY38" fmla="*/ 2627499 h 3788731"/>
                <a:gd name="connsiteX39" fmla="*/ 1166842 w 2777761"/>
                <a:gd name="connsiteY39" fmla="*/ 2520912 h 3788731"/>
                <a:gd name="connsiteX40" fmla="*/ 1531480 w 2777761"/>
                <a:gd name="connsiteY40" fmla="*/ 2627499 h 3788731"/>
                <a:gd name="connsiteX41" fmla="*/ 1593188 w 2777761"/>
                <a:gd name="connsiteY41" fmla="*/ 2627499 h 3788731"/>
                <a:gd name="connsiteX42" fmla="*/ 1649286 w 2777761"/>
                <a:gd name="connsiteY42" fmla="*/ 2728476 h 3788731"/>
                <a:gd name="connsiteX43" fmla="*/ 1800751 w 2777761"/>
                <a:gd name="connsiteY43" fmla="*/ 2762134 h 3788731"/>
                <a:gd name="connsiteX44" fmla="*/ 1811971 w 2777761"/>
                <a:gd name="connsiteY44" fmla="*/ 2795793 h 3788731"/>
                <a:gd name="connsiteX45" fmla="*/ 1772702 w 2777761"/>
                <a:gd name="connsiteY45" fmla="*/ 2997747 h 3788731"/>
                <a:gd name="connsiteX46" fmla="*/ 1750263 w 2777761"/>
                <a:gd name="connsiteY46" fmla="*/ 3323116 h 3788731"/>
                <a:gd name="connsiteX47" fmla="*/ 1542700 w 2777761"/>
                <a:gd name="connsiteY47" fmla="*/ 3345555 h 3788731"/>
                <a:gd name="connsiteX48" fmla="*/ 1206111 w 2777761"/>
                <a:gd name="connsiteY48" fmla="*/ 3396044 h 3788731"/>
                <a:gd name="connsiteX49" fmla="*/ 1178062 w 2777761"/>
                <a:gd name="connsiteY49" fmla="*/ 3468971 h 3788731"/>
                <a:gd name="connsiteX50" fmla="*/ 1116354 w 2777761"/>
                <a:gd name="connsiteY50" fmla="*/ 3497020 h 3788731"/>
                <a:gd name="connsiteX51" fmla="*/ 1144403 w 2777761"/>
                <a:gd name="connsiteY51" fmla="*/ 3631656 h 3788731"/>
                <a:gd name="connsiteX52" fmla="*/ 1284648 w 2777761"/>
                <a:gd name="connsiteY52" fmla="*/ 3637266 h 3788731"/>
                <a:gd name="connsiteX53" fmla="*/ 1279038 w 2777761"/>
                <a:gd name="connsiteY53" fmla="*/ 3485801 h 3788731"/>
                <a:gd name="connsiteX54" fmla="*/ 1458552 w 2777761"/>
                <a:gd name="connsiteY54" fmla="*/ 3497020 h 3788731"/>
                <a:gd name="connsiteX55" fmla="*/ 1430503 w 2777761"/>
                <a:gd name="connsiteY55" fmla="*/ 3575558 h 3788731"/>
                <a:gd name="connsiteX56" fmla="*/ 1402454 w 2777761"/>
                <a:gd name="connsiteY56" fmla="*/ 3637266 h 3788731"/>
                <a:gd name="connsiteX57" fmla="*/ 1318307 w 2777761"/>
                <a:gd name="connsiteY57" fmla="*/ 3654095 h 3788731"/>
                <a:gd name="connsiteX58" fmla="*/ 1452943 w 2777761"/>
                <a:gd name="connsiteY58" fmla="*/ 3777511 h 3788731"/>
                <a:gd name="connsiteX59" fmla="*/ 1520260 w 2777761"/>
                <a:gd name="connsiteY59" fmla="*/ 3642876 h 3788731"/>
                <a:gd name="connsiteX60" fmla="*/ 1823190 w 2777761"/>
                <a:gd name="connsiteY60" fmla="*/ 3541899 h 3788731"/>
                <a:gd name="connsiteX61" fmla="*/ 2159779 w 2777761"/>
                <a:gd name="connsiteY61" fmla="*/ 3614826 h 3788731"/>
                <a:gd name="connsiteX62" fmla="*/ 2114901 w 2777761"/>
                <a:gd name="connsiteY62" fmla="*/ 3715803 h 3788731"/>
                <a:gd name="connsiteX63" fmla="*/ 2210268 w 2777761"/>
                <a:gd name="connsiteY63" fmla="*/ 3783121 h 3788731"/>
                <a:gd name="connsiteX64" fmla="*/ 2283195 w 2777761"/>
                <a:gd name="connsiteY64" fmla="*/ 3732633 h 3788731"/>
                <a:gd name="connsiteX65" fmla="*/ 2271976 w 2777761"/>
                <a:gd name="connsiteY65" fmla="*/ 3637266 h 3788731"/>
                <a:gd name="connsiteX66" fmla="*/ 2451490 w 2777761"/>
                <a:gd name="connsiteY66" fmla="*/ 3558728 h 3788731"/>
                <a:gd name="connsiteX67" fmla="*/ 2434660 w 2777761"/>
                <a:gd name="connsiteY67" fmla="*/ 3384824 h 3788731"/>
                <a:gd name="connsiteX68" fmla="*/ 1929777 w 2777761"/>
                <a:gd name="connsiteY68" fmla="*/ 3356775 h 3788731"/>
                <a:gd name="connsiteX69" fmla="*/ 1918557 w 2777761"/>
                <a:gd name="connsiteY69" fmla="*/ 3031406 h 3788731"/>
                <a:gd name="connsiteX70" fmla="*/ 1884898 w 2777761"/>
                <a:gd name="connsiteY70" fmla="*/ 3014576 h 3788731"/>
                <a:gd name="connsiteX71" fmla="*/ 1907338 w 2777761"/>
                <a:gd name="connsiteY71" fmla="*/ 2835062 h 3788731"/>
                <a:gd name="connsiteX72" fmla="*/ 1862459 w 2777761"/>
                <a:gd name="connsiteY72" fmla="*/ 2773354 h 3788731"/>
                <a:gd name="connsiteX73" fmla="*/ 2109291 w 2777761"/>
                <a:gd name="connsiteY73" fmla="*/ 2717256 h 3788731"/>
                <a:gd name="connsiteX74" fmla="*/ 2131730 w 2777761"/>
                <a:gd name="connsiteY74" fmla="*/ 2588230 h 3788731"/>
                <a:gd name="connsiteX75" fmla="*/ 2372952 w 2777761"/>
                <a:gd name="connsiteY75" fmla="*/ 2621889 h 3788731"/>
                <a:gd name="connsiteX76" fmla="*/ 2597345 w 2777761"/>
                <a:gd name="connsiteY76" fmla="*/ 2032858 h 3788731"/>
                <a:gd name="connsiteX77" fmla="*/ 2552466 w 2777761"/>
                <a:gd name="connsiteY77" fmla="*/ 1948711 h 3788731"/>
                <a:gd name="connsiteX78" fmla="*/ 2698322 w 2777761"/>
                <a:gd name="connsiteY78" fmla="*/ 1460657 h 3788731"/>
                <a:gd name="connsiteX79" fmla="*/ 2642224 w 2777761"/>
                <a:gd name="connsiteY79" fmla="*/ 1354071 h 3788731"/>
                <a:gd name="connsiteX80" fmla="*/ 2485148 w 2777761"/>
                <a:gd name="connsiteY80" fmla="*/ 798699 h 3788731"/>
                <a:gd name="connsiteX81" fmla="*/ 2743201 w 2777761"/>
                <a:gd name="connsiteY81" fmla="*/ 675283 h 3788731"/>
                <a:gd name="connsiteX82" fmla="*/ 2715151 w 2777761"/>
                <a:gd name="connsiteY82" fmla="*/ 434061 h 3788731"/>
                <a:gd name="connsiteX83" fmla="*/ 2631004 w 2777761"/>
                <a:gd name="connsiteY83" fmla="*/ 86253 h 3788731"/>
                <a:gd name="connsiteX0" fmla="*/ 2631004 w 2777761"/>
                <a:gd name="connsiteY0" fmla="*/ 86253 h 3788731"/>
                <a:gd name="connsiteX1" fmla="*/ 2434660 w 2777761"/>
                <a:gd name="connsiteY1" fmla="*/ 2105 h 3788731"/>
                <a:gd name="connsiteX2" fmla="*/ 2193438 w 2777761"/>
                <a:gd name="connsiteY2" fmla="*/ 159180 h 3788731"/>
                <a:gd name="connsiteX3" fmla="*/ 2092462 w 2777761"/>
                <a:gd name="connsiteY3" fmla="*/ 198449 h 3788731"/>
                <a:gd name="connsiteX4" fmla="*/ 2142950 w 2777761"/>
                <a:gd name="connsiteY4" fmla="*/ 288206 h 3788731"/>
                <a:gd name="connsiteX5" fmla="*/ 2047583 w 2777761"/>
                <a:gd name="connsiteY5" fmla="*/ 456500 h 3788731"/>
                <a:gd name="connsiteX6" fmla="*/ 2159779 w 2777761"/>
                <a:gd name="connsiteY6" fmla="*/ 708942 h 3788731"/>
                <a:gd name="connsiteX7" fmla="*/ 2030754 w 2777761"/>
                <a:gd name="connsiteY7" fmla="*/ 753820 h 3788731"/>
                <a:gd name="connsiteX8" fmla="*/ 1997095 w 2777761"/>
                <a:gd name="connsiteY8" fmla="*/ 821138 h 3788731"/>
                <a:gd name="connsiteX9" fmla="*/ 1997095 w 2777761"/>
                <a:gd name="connsiteY9" fmla="*/ 708942 h 3788731"/>
                <a:gd name="connsiteX10" fmla="*/ 1946606 w 2777761"/>
                <a:gd name="connsiteY10" fmla="*/ 669673 h 3788731"/>
                <a:gd name="connsiteX11" fmla="*/ 1772702 w 2777761"/>
                <a:gd name="connsiteY11" fmla="*/ 720161 h 3788731"/>
                <a:gd name="connsiteX12" fmla="*/ 1402454 w 2777761"/>
                <a:gd name="connsiteY12" fmla="*/ 579916 h 3788731"/>
                <a:gd name="connsiteX13" fmla="*/ 1705384 w 2777761"/>
                <a:gd name="connsiteY13" fmla="*/ 1152117 h 3788731"/>
                <a:gd name="connsiteX14" fmla="*/ 1800751 w 2777761"/>
                <a:gd name="connsiteY14" fmla="*/ 1225045 h 3788731"/>
                <a:gd name="connsiteX15" fmla="*/ 1649286 w 2777761"/>
                <a:gd name="connsiteY15" fmla="*/ 1449437 h 3788731"/>
                <a:gd name="connsiteX16" fmla="*/ 1727824 w 2777761"/>
                <a:gd name="connsiteY16" fmla="*/ 1668220 h 3788731"/>
                <a:gd name="connsiteX17" fmla="*/ 1817581 w 2777761"/>
                <a:gd name="connsiteY17" fmla="*/ 1662611 h 3788731"/>
                <a:gd name="connsiteX18" fmla="*/ 1671725 w 2777761"/>
                <a:gd name="connsiteY18" fmla="*/ 1830905 h 3788731"/>
                <a:gd name="connsiteX19" fmla="*/ 914400 w 2777761"/>
                <a:gd name="connsiteY19" fmla="*/ 1578463 h 3788731"/>
                <a:gd name="connsiteX20" fmla="*/ 460005 w 2777761"/>
                <a:gd name="connsiteY20" fmla="*/ 2605060 h 3788731"/>
                <a:gd name="connsiteX21" fmla="*/ 263662 w 2777761"/>
                <a:gd name="connsiteY21" fmla="*/ 2812623 h 3788731"/>
                <a:gd name="connsiteX22" fmla="*/ 44879 w 2777761"/>
                <a:gd name="connsiteY22" fmla="*/ 2857501 h 3788731"/>
                <a:gd name="connsiteX23" fmla="*/ 0 w 2777761"/>
                <a:gd name="connsiteY23" fmla="*/ 2964088 h 3788731"/>
                <a:gd name="connsiteX24" fmla="*/ 274881 w 2777761"/>
                <a:gd name="connsiteY24" fmla="*/ 3087504 h 3788731"/>
                <a:gd name="connsiteX25" fmla="*/ 504884 w 2777761"/>
                <a:gd name="connsiteY25" fmla="*/ 2986527 h 3788731"/>
                <a:gd name="connsiteX26" fmla="*/ 471225 w 2777761"/>
                <a:gd name="connsiteY26" fmla="*/ 3115553 h 3788731"/>
                <a:gd name="connsiteX27" fmla="*/ 572201 w 2777761"/>
                <a:gd name="connsiteY27" fmla="*/ 3160431 h 3788731"/>
                <a:gd name="connsiteX28" fmla="*/ 381468 w 2777761"/>
                <a:gd name="connsiteY28" fmla="*/ 3620436 h 3788731"/>
                <a:gd name="connsiteX29" fmla="*/ 196344 w 2777761"/>
                <a:gd name="connsiteY29" fmla="*/ 3665315 h 3788731"/>
                <a:gd name="connsiteX30" fmla="*/ 263662 w 2777761"/>
                <a:gd name="connsiteY30" fmla="*/ 3766291 h 3788731"/>
                <a:gd name="connsiteX31" fmla="*/ 555372 w 2777761"/>
                <a:gd name="connsiteY31" fmla="*/ 3788731 h 3788731"/>
                <a:gd name="connsiteX32" fmla="*/ 589031 w 2777761"/>
                <a:gd name="connsiteY32" fmla="*/ 3581168 h 3788731"/>
                <a:gd name="connsiteX33" fmla="*/ 645129 w 2777761"/>
                <a:gd name="connsiteY33" fmla="*/ 3575558 h 3788731"/>
                <a:gd name="connsiteX34" fmla="*/ 690008 w 2777761"/>
                <a:gd name="connsiteY34" fmla="*/ 3698974 h 3788731"/>
                <a:gd name="connsiteX35" fmla="*/ 774155 w 2777761"/>
                <a:gd name="connsiteY35" fmla="*/ 3704584 h 3788731"/>
                <a:gd name="connsiteX36" fmla="*/ 779765 w 2777761"/>
                <a:gd name="connsiteY36" fmla="*/ 3474581 h 3788731"/>
                <a:gd name="connsiteX37" fmla="*/ 746106 w 2777761"/>
                <a:gd name="connsiteY37" fmla="*/ 3205310 h 3788731"/>
                <a:gd name="connsiteX38" fmla="*/ 903181 w 2777761"/>
                <a:gd name="connsiteY38" fmla="*/ 2627499 h 3788731"/>
                <a:gd name="connsiteX39" fmla="*/ 1166842 w 2777761"/>
                <a:gd name="connsiteY39" fmla="*/ 2520912 h 3788731"/>
                <a:gd name="connsiteX40" fmla="*/ 1531480 w 2777761"/>
                <a:gd name="connsiteY40" fmla="*/ 2627499 h 3788731"/>
                <a:gd name="connsiteX41" fmla="*/ 1593188 w 2777761"/>
                <a:gd name="connsiteY41" fmla="*/ 2627499 h 3788731"/>
                <a:gd name="connsiteX42" fmla="*/ 1649286 w 2777761"/>
                <a:gd name="connsiteY42" fmla="*/ 2728476 h 3788731"/>
                <a:gd name="connsiteX43" fmla="*/ 1800751 w 2777761"/>
                <a:gd name="connsiteY43" fmla="*/ 2762134 h 3788731"/>
                <a:gd name="connsiteX44" fmla="*/ 1811971 w 2777761"/>
                <a:gd name="connsiteY44" fmla="*/ 2795793 h 3788731"/>
                <a:gd name="connsiteX45" fmla="*/ 1772702 w 2777761"/>
                <a:gd name="connsiteY45" fmla="*/ 2997747 h 3788731"/>
                <a:gd name="connsiteX46" fmla="*/ 1750263 w 2777761"/>
                <a:gd name="connsiteY46" fmla="*/ 3323116 h 3788731"/>
                <a:gd name="connsiteX47" fmla="*/ 1542700 w 2777761"/>
                <a:gd name="connsiteY47" fmla="*/ 3345555 h 3788731"/>
                <a:gd name="connsiteX48" fmla="*/ 1206111 w 2777761"/>
                <a:gd name="connsiteY48" fmla="*/ 3396044 h 3788731"/>
                <a:gd name="connsiteX49" fmla="*/ 1178062 w 2777761"/>
                <a:gd name="connsiteY49" fmla="*/ 3468971 h 3788731"/>
                <a:gd name="connsiteX50" fmla="*/ 1116354 w 2777761"/>
                <a:gd name="connsiteY50" fmla="*/ 3497020 h 3788731"/>
                <a:gd name="connsiteX51" fmla="*/ 1144403 w 2777761"/>
                <a:gd name="connsiteY51" fmla="*/ 3631656 h 3788731"/>
                <a:gd name="connsiteX52" fmla="*/ 1284648 w 2777761"/>
                <a:gd name="connsiteY52" fmla="*/ 3637266 h 3788731"/>
                <a:gd name="connsiteX53" fmla="*/ 1279038 w 2777761"/>
                <a:gd name="connsiteY53" fmla="*/ 3485801 h 3788731"/>
                <a:gd name="connsiteX54" fmla="*/ 1458552 w 2777761"/>
                <a:gd name="connsiteY54" fmla="*/ 3497020 h 3788731"/>
                <a:gd name="connsiteX55" fmla="*/ 1430503 w 2777761"/>
                <a:gd name="connsiteY55" fmla="*/ 3575558 h 3788731"/>
                <a:gd name="connsiteX56" fmla="*/ 1402454 w 2777761"/>
                <a:gd name="connsiteY56" fmla="*/ 3637266 h 3788731"/>
                <a:gd name="connsiteX57" fmla="*/ 1318307 w 2777761"/>
                <a:gd name="connsiteY57" fmla="*/ 3654095 h 3788731"/>
                <a:gd name="connsiteX58" fmla="*/ 1452943 w 2777761"/>
                <a:gd name="connsiteY58" fmla="*/ 3777511 h 3788731"/>
                <a:gd name="connsiteX59" fmla="*/ 1520260 w 2777761"/>
                <a:gd name="connsiteY59" fmla="*/ 3642876 h 3788731"/>
                <a:gd name="connsiteX60" fmla="*/ 1823190 w 2777761"/>
                <a:gd name="connsiteY60" fmla="*/ 3541899 h 3788731"/>
                <a:gd name="connsiteX61" fmla="*/ 2159779 w 2777761"/>
                <a:gd name="connsiteY61" fmla="*/ 3614826 h 3788731"/>
                <a:gd name="connsiteX62" fmla="*/ 2114901 w 2777761"/>
                <a:gd name="connsiteY62" fmla="*/ 3715803 h 3788731"/>
                <a:gd name="connsiteX63" fmla="*/ 2210268 w 2777761"/>
                <a:gd name="connsiteY63" fmla="*/ 3783121 h 3788731"/>
                <a:gd name="connsiteX64" fmla="*/ 2283195 w 2777761"/>
                <a:gd name="connsiteY64" fmla="*/ 3732633 h 3788731"/>
                <a:gd name="connsiteX65" fmla="*/ 2271976 w 2777761"/>
                <a:gd name="connsiteY65" fmla="*/ 3637266 h 3788731"/>
                <a:gd name="connsiteX66" fmla="*/ 2451490 w 2777761"/>
                <a:gd name="connsiteY66" fmla="*/ 3558728 h 3788731"/>
                <a:gd name="connsiteX67" fmla="*/ 2434660 w 2777761"/>
                <a:gd name="connsiteY67" fmla="*/ 3384824 h 3788731"/>
                <a:gd name="connsiteX68" fmla="*/ 1929777 w 2777761"/>
                <a:gd name="connsiteY68" fmla="*/ 3356775 h 3788731"/>
                <a:gd name="connsiteX69" fmla="*/ 1918557 w 2777761"/>
                <a:gd name="connsiteY69" fmla="*/ 3031406 h 3788731"/>
                <a:gd name="connsiteX70" fmla="*/ 1884898 w 2777761"/>
                <a:gd name="connsiteY70" fmla="*/ 3014576 h 3788731"/>
                <a:gd name="connsiteX71" fmla="*/ 1907338 w 2777761"/>
                <a:gd name="connsiteY71" fmla="*/ 2835062 h 3788731"/>
                <a:gd name="connsiteX72" fmla="*/ 1862459 w 2777761"/>
                <a:gd name="connsiteY72" fmla="*/ 2773354 h 3788731"/>
                <a:gd name="connsiteX73" fmla="*/ 2109291 w 2777761"/>
                <a:gd name="connsiteY73" fmla="*/ 2717256 h 3788731"/>
                <a:gd name="connsiteX74" fmla="*/ 2131730 w 2777761"/>
                <a:gd name="connsiteY74" fmla="*/ 2588230 h 3788731"/>
                <a:gd name="connsiteX75" fmla="*/ 2372952 w 2777761"/>
                <a:gd name="connsiteY75" fmla="*/ 2621889 h 3788731"/>
                <a:gd name="connsiteX76" fmla="*/ 2597345 w 2777761"/>
                <a:gd name="connsiteY76" fmla="*/ 2032858 h 3788731"/>
                <a:gd name="connsiteX77" fmla="*/ 2552466 w 2777761"/>
                <a:gd name="connsiteY77" fmla="*/ 1948711 h 3788731"/>
                <a:gd name="connsiteX78" fmla="*/ 2698322 w 2777761"/>
                <a:gd name="connsiteY78" fmla="*/ 1460657 h 3788731"/>
                <a:gd name="connsiteX79" fmla="*/ 2642224 w 2777761"/>
                <a:gd name="connsiteY79" fmla="*/ 1354071 h 3788731"/>
                <a:gd name="connsiteX80" fmla="*/ 2485148 w 2777761"/>
                <a:gd name="connsiteY80" fmla="*/ 798699 h 3788731"/>
                <a:gd name="connsiteX81" fmla="*/ 2743201 w 2777761"/>
                <a:gd name="connsiteY81" fmla="*/ 675283 h 3788731"/>
                <a:gd name="connsiteX82" fmla="*/ 2715151 w 2777761"/>
                <a:gd name="connsiteY82" fmla="*/ 434061 h 3788731"/>
                <a:gd name="connsiteX83" fmla="*/ 2631004 w 2777761"/>
                <a:gd name="connsiteY83" fmla="*/ 86253 h 3788731"/>
                <a:gd name="connsiteX0" fmla="*/ 2631004 w 2777761"/>
                <a:gd name="connsiteY0" fmla="*/ 86253 h 3788731"/>
                <a:gd name="connsiteX1" fmla="*/ 2434660 w 2777761"/>
                <a:gd name="connsiteY1" fmla="*/ 2105 h 3788731"/>
                <a:gd name="connsiteX2" fmla="*/ 2193438 w 2777761"/>
                <a:gd name="connsiteY2" fmla="*/ 159180 h 3788731"/>
                <a:gd name="connsiteX3" fmla="*/ 2092462 w 2777761"/>
                <a:gd name="connsiteY3" fmla="*/ 198449 h 3788731"/>
                <a:gd name="connsiteX4" fmla="*/ 2142950 w 2777761"/>
                <a:gd name="connsiteY4" fmla="*/ 288206 h 3788731"/>
                <a:gd name="connsiteX5" fmla="*/ 2030754 w 2777761"/>
                <a:gd name="connsiteY5" fmla="*/ 450890 h 3788731"/>
                <a:gd name="connsiteX6" fmla="*/ 2159779 w 2777761"/>
                <a:gd name="connsiteY6" fmla="*/ 708942 h 3788731"/>
                <a:gd name="connsiteX7" fmla="*/ 2030754 w 2777761"/>
                <a:gd name="connsiteY7" fmla="*/ 753820 h 3788731"/>
                <a:gd name="connsiteX8" fmla="*/ 1997095 w 2777761"/>
                <a:gd name="connsiteY8" fmla="*/ 821138 h 3788731"/>
                <a:gd name="connsiteX9" fmla="*/ 1997095 w 2777761"/>
                <a:gd name="connsiteY9" fmla="*/ 708942 h 3788731"/>
                <a:gd name="connsiteX10" fmla="*/ 1946606 w 2777761"/>
                <a:gd name="connsiteY10" fmla="*/ 669673 h 3788731"/>
                <a:gd name="connsiteX11" fmla="*/ 1772702 w 2777761"/>
                <a:gd name="connsiteY11" fmla="*/ 720161 h 3788731"/>
                <a:gd name="connsiteX12" fmla="*/ 1402454 w 2777761"/>
                <a:gd name="connsiteY12" fmla="*/ 579916 h 3788731"/>
                <a:gd name="connsiteX13" fmla="*/ 1705384 w 2777761"/>
                <a:gd name="connsiteY13" fmla="*/ 1152117 h 3788731"/>
                <a:gd name="connsiteX14" fmla="*/ 1800751 w 2777761"/>
                <a:gd name="connsiteY14" fmla="*/ 1225045 h 3788731"/>
                <a:gd name="connsiteX15" fmla="*/ 1649286 w 2777761"/>
                <a:gd name="connsiteY15" fmla="*/ 1449437 h 3788731"/>
                <a:gd name="connsiteX16" fmla="*/ 1727824 w 2777761"/>
                <a:gd name="connsiteY16" fmla="*/ 1668220 h 3788731"/>
                <a:gd name="connsiteX17" fmla="*/ 1817581 w 2777761"/>
                <a:gd name="connsiteY17" fmla="*/ 1662611 h 3788731"/>
                <a:gd name="connsiteX18" fmla="*/ 1671725 w 2777761"/>
                <a:gd name="connsiteY18" fmla="*/ 1830905 h 3788731"/>
                <a:gd name="connsiteX19" fmla="*/ 914400 w 2777761"/>
                <a:gd name="connsiteY19" fmla="*/ 1578463 h 3788731"/>
                <a:gd name="connsiteX20" fmla="*/ 460005 w 2777761"/>
                <a:gd name="connsiteY20" fmla="*/ 2605060 h 3788731"/>
                <a:gd name="connsiteX21" fmla="*/ 263662 w 2777761"/>
                <a:gd name="connsiteY21" fmla="*/ 2812623 h 3788731"/>
                <a:gd name="connsiteX22" fmla="*/ 44879 w 2777761"/>
                <a:gd name="connsiteY22" fmla="*/ 2857501 h 3788731"/>
                <a:gd name="connsiteX23" fmla="*/ 0 w 2777761"/>
                <a:gd name="connsiteY23" fmla="*/ 2964088 h 3788731"/>
                <a:gd name="connsiteX24" fmla="*/ 274881 w 2777761"/>
                <a:gd name="connsiteY24" fmla="*/ 3087504 h 3788731"/>
                <a:gd name="connsiteX25" fmla="*/ 504884 w 2777761"/>
                <a:gd name="connsiteY25" fmla="*/ 2986527 h 3788731"/>
                <a:gd name="connsiteX26" fmla="*/ 471225 w 2777761"/>
                <a:gd name="connsiteY26" fmla="*/ 3115553 h 3788731"/>
                <a:gd name="connsiteX27" fmla="*/ 572201 w 2777761"/>
                <a:gd name="connsiteY27" fmla="*/ 3160431 h 3788731"/>
                <a:gd name="connsiteX28" fmla="*/ 381468 w 2777761"/>
                <a:gd name="connsiteY28" fmla="*/ 3620436 h 3788731"/>
                <a:gd name="connsiteX29" fmla="*/ 196344 w 2777761"/>
                <a:gd name="connsiteY29" fmla="*/ 3665315 h 3788731"/>
                <a:gd name="connsiteX30" fmla="*/ 263662 w 2777761"/>
                <a:gd name="connsiteY30" fmla="*/ 3766291 h 3788731"/>
                <a:gd name="connsiteX31" fmla="*/ 555372 w 2777761"/>
                <a:gd name="connsiteY31" fmla="*/ 3788731 h 3788731"/>
                <a:gd name="connsiteX32" fmla="*/ 589031 w 2777761"/>
                <a:gd name="connsiteY32" fmla="*/ 3581168 h 3788731"/>
                <a:gd name="connsiteX33" fmla="*/ 645129 w 2777761"/>
                <a:gd name="connsiteY33" fmla="*/ 3575558 h 3788731"/>
                <a:gd name="connsiteX34" fmla="*/ 690008 w 2777761"/>
                <a:gd name="connsiteY34" fmla="*/ 3698974 h 3788731"/>
                <a:gd name="connsiteX35" fmla="*/ 774155 w 2777761"/>
                <a:gd name="connsiteY35" fmla="*/ 3704584 h 3788731"/>
                <a:gd name="connsiteX36" fmla="*/ 779765 w 2777761"/>
                <a:gd name="connsiteY36" fmla="*/ 3474581 h 3788731"/>
                <a:gd name="connsiteX37" fmla="*/ 746106 w 2777761"/>
                <a:gd name="connsiteY37" fmla="*/ 3205310 h 3788731"/>
                <a:gd name="connsiteX38" fmla="*/ 903181 w 2777761"/>
                <a:gd name="connsiteY38" fmla="*/ 2627499 h 3788731"/>
                <a:gd name="connsiteX39" fmla="*/ 1166842 w 2777761"/>
                <a:gd name="connsiteY39" fmla="*/ 2520912 h 3788731"/>
                <a:gd name="connsiteX40" fmla="*/ 1531480 w 2777761"/>
                <a:gd name="connsiteY40" fmla="*/ 2627499 h 3788731"/>
                <a:gd name="connsiteX41" fmla="*/ 1593188 w 2777761"/>
                <a:gd name="connsiteY41" fmla="*/ 2627499 h 3788731"/>
                <a:gd name="connsiteX42" fmla="*/ 1649286 w 2777761"/>
                <a:gd name="connsiteY42" fmla="*/ 2728476 h 3788731"/>
                <a:gd name="connsiteX43" fmla="*/ 1800751 w 2777761"/>
                <a:gd name="connsiteY43" fmla="*/ 2762134 h 3788731"/>
                <a:gd name="connsiteX44" fmla="*/ 1811971 w 2777761"/>
                <a:gd name="connsiteY44" fmla="*/ 2795793 h 3788731"/>
                <a:gd name="connsiteX45" fmla="*/ 1772702 w 2777761"/>
                <a:gd name="connsiteY45" fmla="*/ 2997747 h 3788731"/>
                <a:gd name="connsiteX46" fmla="*/ 1750263 w 2777761"/>
                <a:gd name="connsiteY46" fmla="*/ 3323116 h 3788731"/>
                <a:gd name="connsiteX47" fmla="*/ 1542700 w 2777761"/>
                <a:gd name="connsiteY47" fmla="*/ 3345555 h 3788731"/>
                <a:gd name="connsiteX48" fmla="*/ 1206111 w 2777761"/>
                <a:gd name="connsiteY48" fmla="*/ 3396044 h 3788731"/>
                <a:gd name="connsiteX49" fmla="*/ 1178062 w 2777761"/>
                <a:gd name="connsiteY49" fmla="*/ 3468971 h 3788731"/>
                <a:gd name="connsiteX50" fmla="*/ 1116354 w 2777761"/>
                <a:gd name="connsiteY50" fmla="*/ 3497020 h 3788731"/>
                <a:gd name="connsiteX51" fmla="*/ 1144403 w 2777761"/>
                <a:gd name="connsiteY51" fmla="*/ 3631656 h 3788731"/>
                <a:gd name="connsiteX52" fmla="*/ 1284648 w 2777761"/>
                <a:gd name="connsiteY52" fmla="*/ 3637266 h 3788731"/>
                <a:gd name="connsiteX53" fmla="*/ 1279038 w 2777761"/>
                <a:gd name="connsiteY53" fmla="*/ 3485801 h 3788731"/>
                <a:gd name="connsiteX54" fmla="*/ 1458552 w 2777761"/>
                <a:gd name="connsiteY54" fmla="*/ 3497020 h 3788731"/>
                <a:gd name="connsiteX55" fmla="*/ 1430503 w 2777761"/>
                <a:gd name="connsiteY55" fmla="*/ 3575558 h 3788731"/>
                <a:gd name="connsiteX56" fmla="*/ 1402454 w 2777761"/>
                <a:gd name="connsiteY56" fmla="*/ 3637266 h 3788731"/>
                <a:gd name="connsiteX57" fmla="*/ 1318307 w 2777761"/>
                <a:gd name="connsiteY57" fmla="*/ 3654095 h 3788731"/>
                <a:gd name="connsiteX58" fmla="*/ 1452943 w 2777761"/>
                <a:gd name="connsiteY58" fmla="*/ 3777511 h 3788731"/>
                <a:gd name="connsiteX59" fmla="*/ 1520260 w 2777761"/>
                <a:gd name="connsiteY59" fmla="*/ 3642876 h 3788731"/>
                <a:gd name="connsiteX60" fmla="*/ 1823190 w 2777761"/>
                <a:gd name="connsiteY60" fmla="*/ 3541899 h 3788731"/>
                <a:gd name="connsiteX61" fmla="*/ 2159779 w 2777761"/>
                <a:gd name="connsiteY61" fmla="*/ 3614826 h 3788731"/>
                <a:gd name="connsiteX62" fmla="*/ 2114901 w 2777761"/>
                <a:gd name="connsiteY62" fmla="*/ 3715803 h 3788731"/>
                <a:gd name="connsiteX63" fmla="*/ 2210268 w 2777761"/>
                <a:gd name="connsiteY63" fmla="*/ 3783121 h 3788731"/>
                <a:gd name="connsiteX64" fmla="*/ 2283195 w 2777761"/>
                <a:gd name="connsiteY64" fmla="*/ 3732633 h 3788731"/>
                <a:gd name="connsiteX65" fmla="*/ 2271976 w 2777761"/>
                <a:gd name="connsiteY65" fmla="*/ 3637266 h 3788731"/>
                <a:gd name="connsiteX66" fmla="*/ 2451490 w 2777761"/>
                <a:gd name="connsiteY66" fmla="*/ 3558728 h 3788731"/>
                <a:gd name="connsiteX67" fmla="*/ 2434660 w 2777761"/>
                <a:gd name="connsiteY67" fmla="*/ 3384824 h 3788731"/>
                <a:gd name="connsiteX68" fmla="*/ 1929777 w 2777761"/>
                <a:gd name="connsiteY68" fmla="*/ 3356775 h 3788731"/>
                <a:gd name="connsiteX69" fmla="*/ 1918557 w 2777761"/>
                <a:gd name="connsiteY69" fmla="*/ 3031406 h 3788731"/>
                <a:gd name="connsiteX70" fmla="*/ 1884898 w 2777761"/>
                <a:gd name="connsiteY70" fmla="*/ 3014576 h 3788731"/>
                <a:gd name="connsiteX71" fmla="*/ 1907338 w 2777761"/>
                <a:gd name="connsiteY71" fmla="*/ 2835062 h 3788731"/>
                <a:gd name="connsiteX72" fmla="*/ 1862459 w 2777761"/>
                <a:gd name="connsiteY72" fmla="*/ 2773354 h 3788731"/>
                <a:gd name="connsiteX73" fmla="*/ 2109291 w 2777761"/>
                <a:gd name="connsiteY73" fmla="*/ 2717256 h 3788731"/>
                <a:gd name="connsiteX74" fmla="*/ 2131730 w 2777761"/>
                <a:gd name="connsiteY74" fmla="*/ 2588230 h 3788731"/>
                <a:gd name="connsiteX75" fmla="*/ 2372952 w 2777761"/>
                <a:gd name="connsiteY75" fmla="*/ 2621889 h 3788731"/>
                <a:gd name="connsiteX76" fmla="*/ 2597345 w 2777761"/>
                <a:gd name="connsiteY76" fmla="*/ 2032858 h 3788731"/>
                <a:gd name="connsiteX77" fmla="*/ 2552466 w 2777761"/>
                <a:gd name="connsiteY77" fmla="*/ 1948711 h 3788731"/>
                <a:gd name="connsiteX78" fmla="*/ 2698322 w 2777761"/>
                <a:gd name="connsiteY78" fmla="*/ 1460657 h 3788731"/>
                <a:gd name="connsiteX79" fmla="*/ 2642224 w 2777761"/>
                <a:gd name="connsiteY79" fmla="*/ 1354071 h 3788731"/>
                <a:gd name="connsiteX80" fmla="*/ 2485148 w 2777761"/>
                <a:gd name="connsiteY80" fmla="*/ 798699 h 3788731"/>
                <a:gd name="connsiteX81" fmla="*/ 2743201 w 2777761"/>
                <a:gd name="connsiteY81" fmla="*/ 675283 h 3788731"/>
                <a:gd name="connsiteX82" fmla="*/ 2715151 w 2777761"/>
                <a:gd name="connsiteY82" fmla="*/ 434061 h 3788731"/>
                <a:gd name="connsiteX83" fmla="*/ 2631004 w 2777761"/>
                <a:gd name="connsiteY83" fmla="*/ 86253 h 3788731"/>
                <a:gd name="connsiteX0" fmla="*/ 2631004 w 2777761"/>
                <a:gd name="connsiteY0" fmla="*/ 86253 h 3788731"/>
                <a:gd name="connsiteX1" fmla="*/ 2434660 w 2777761"/>
                <a:gd name="connsiteY1" fmla="*/ 2105 h 3788731"/>
                <a:gd name="connsiteX2" fmla="*/ 2193438 w 2777761"/>
                <a:gd name="connsiteY2" fmla="*/ 159180 h 3788731"/>
                <a:gd name="connsiteX3" fmla="*/ 2092462 w 2777761"/>
                <a:gd name="connsiteY3" fmla="*/ 198449 h 3788731"/>
                <a:gd name="connsiteX4" fmla="*/ 2142950 w 2777761"/>
                <a:gd name="connsiteY4" fmla="*/ 288206 h 3788731"/>
                <a:gd name="connsiteX5" fmla="*/ 2030754 w 2777761"/>
                <a:gd name="connsiteY5" fmla="*/ 450890 h 3788731"/>
                <a:gd name="connsiteX6" fmla="*/ 2137342 w 2777761"/>
                <a:gd name="connsiteY6" fmla="*/ 585526 h 3788731"/>
                <a:gd name="connsiteX7" fmla="*/ 2159779 w 2777761"/>
                <a:gd name="connsiteY7" fmla="*/ 708942 h 3788731"/>
                <a:gd name="connsiteX8" fmla="*/ 2030754 w 2777761"/>
                <a:gd name="connsiteY8" fmla="*/ 753820 h 3788731"/>
                <a:gd name="connsiteX9" fmla="*/ 1997095 w 2777761"/>
                <a:gd name="connsiteY9" fmla="*/ 821138 h 3788731"/>
                <a:gd name="connsiteX10" fmla="*/ 1997095 w 2777761"/>
                <a:gd name="connsiteY10" fmla="*/ 708942 h 3788731"/>
                <a:gd name="connsiteX11" fmla="*/ 1946606 w 2777761"/>
                <a:gd name="connsiteY11" fmla="*/ 669673 h 3788731"/>
                <a:gd name="connsiteX12" fmla="*/ 1772702 w 2777761"/>
                <a:gd name="connsiteY12" fmla="*/ 720161 h 3788731"/>
                <a:gd name="connsiteX13" fmla="*/ 1402454 w 2777761"/>
                <a:gd name="connsiteY13" fmla="*/ 579916 h 3788731"/>
                <a:gd name="connsiteX14" fmla="*/ 1705384 w 2777761"/>
                <a:gd name="connsiteY14" fmla="*/ 1152117 h 3788731"/>
                <a:gd name="connsiteX15" fmla="*/ 1800751 w 2777761"/>
                <a:gd name="connsiteY15" fmla="*/ 1225045 h 3788731"/>
                <a:gd name="connsiteX16" fmla="*/ 1649286 w 2777761"/>
                <a:gd name="connsiteY16" fmla="*/ 1449437 h 3788731"/>
                <a:gd name="connsiteX17" fmla="*/ 1727824 w 2777761"/>
                <a:gd name="connsiteY17" fmla="*/ 1668220 h 3788731"/>
                <a:gd name="connsiteX18" fmla="*/ 1817581 w 2777761"/>
                <a:gd name="connsiteY18" fmla="*/ 1662611 h 3788731"/>
                <a:gd name="connsiteX19" fmla="*/ 1671725 w 2777761"/>
                <a:gd name="connsiteY19" fmla="*/ 1830905 h 3788731"/>
                <a:gd name="connsiteX20" fmla="*/ 914400 w 2777761"/>
                <a:gd name="connsiteY20" fmla="*/ 1578463 h 3788731"/>
                <a:gd name="connsiteX21" fmla="*/ 460005 w 2777761"/>
                <a:gd name="connsiteY21" fmla="*/ 2605060 h 3788731"/>
                <a:gd name="connsiteX22" fmla="*/ 263662 w 2777761"/>
                <a:gd name="connsiteY22" fmla="*/ 2812623 h 3788731"/>
                <a:gd name="connsiteX23" fmla="*/ 44879 w 2777761"/>
                <a:gd name="connsiteY23" fmla="*/ 2857501 h 3788731"/>
                <a:gd name="connsiteX24" fmla="*/ 0 w 2777761"/>
                <a:gd name="connsiteY24" fmla="*/ 2964088 h 3788731"/>
                <a:gd name="connsiteX25" fmla="*/ 274881 w 2777761"/>
                <a:gd name="connsiteY25" fmla="*/ 3087504 h 3788731"/>
                <a:gd name="connsiteX26" fmla="*/ 504884 w 2777761"/>
                <a:gd name="connsiteY26" fmla="*/ 2986527 h 3788731"/>
                <a:gd name="connsiteX27" fmla="*/ 471225 w 2777761"/>
                <a:gd name="connsiteY27" fmla="*/ 3115553 h 3788731"/>
                <a:gd name="connsiteX28" fmla="*/ 572201 w 2777761"/>
                <a:gd name="connsiteY28" fmla="*/ 3160431 h 3788731"/>
                <a:gd name="connsiteX29" fmla="*/ 381468 w 2777761"/>
                <a:gd name="connsiteY29" fmla="*/ 3620436 h 3788731"/>
                <a:gd name="connsiteX30" fmla="*/ 196344 w 2777761"/>
                <a:gd name="connsiteY30" fmla="*/ 3665315 h 3788731"/>
                <a:gd name="connsiteX31" fmla="*/ 263662 w 2777761"/>
                <a:gd name="connsiteY31" fmla="*/ 3766291 h 3788731"/>
                <a:gd name="connsiteX32" fmla="*/ 555372 w 2777761"/>
                <a:gd name="connsiteY32" fmla="*/ 3788731 h 3788731"/>
                <a:gd name="connsiteX33" fmla="*/ 589031 w 2777761"/>
                <a:gd name="connsiteY33" fmla="*/ 3581168 h 3788731"/>
                <a:gd name="connsiteX34" fmla="*/ 645129 w 2777761"/>
                <a:gd name="connsiteY34" fmla="*/ 3575558 h 3788731"/>
                <a:gd name="connsiteX35" fmla="*/ 690008 w 2777761"/>
                <a:gd name="connsiteY35" fmla="*/ 3698974 h 3788731"/>
                <a:gd name="connsiteX36" fmla="*/ 774155 w 2777761"/>
                <a:gd name="connsiteY36" fmla="*/ 3704584 h 3788731"/>
                <a:gd name="connsiteX37" fmla="*/ 779765 w 2777761"/>
                <a:gd name="connsiteY37" fmla="*/ 3474581 h 3788731"/>
                <a:gd name="connsiteX38" fmla="*/ 746106 w 2777761"/>
                <a:gd name="connsiteY38" fmla="*/ 3205310 h 3788731"/>
                <a:gd name="connsiteX39" fmla="*/ 903181 w 2777761"/>
                <a:gd name="connsiteY39" fmla="*/ 2627499 h 3788731"/>
                <a:gd name="connsiteX40" fmla="*/ 1166842 w 2777761"/>
                <a:gd name="connsiteY40" fmla="*/ 2520912 h 3788731"/>
                <a:gd name="connsiteX41" fmla="*/ 1531480 w 2777761"/>
                <a:gd name="connsiteY41" fmla="*/ 2627499 h 3788731"/>
                <a:gd name="connsiteX42" fmla="*/ 1593188 w 2777761"/>
                <a:gd name="connsiteY42" fmla="*/ 2627499 h 3788731"/>
                <a:gd name="connsiteX43" fmla="*/ 1649286 w 2777761"/>
                <a:gd name="connsiteY43" fmla="*/ 2728476 h 3788731"/>
                <a:gd name="connsiteX44" fmla="*/ 1800751 w 2777761"/>
                <a:gd name="connsiteY44" fmla="*/ 2762134 h 3788731"/>
                <a:gd name="connsiteX45" fmla="*/ 1811971 w 2777761"/>
                <a:gd name="connsiteY45" fmla="*/ 2795793 h 3788731"/>
                <a:gd name="connsiteX46" fmla="*/ 1772702 w 2777761"/>
                <a:gd name="connsiteY46" fmla="*/ 2997747 h 3788731"/>
                <a:gd name="connsiteX47" fmla="*/ 1750263 w 2777761"/>
                <a:gd name="connsiteY47" fmla="*/ 3323116 h 3788731"/>
                <a:gd name="connsiteX48" fmla="*/ 1542700 w 2777761"/>
                <a:gd name="connsiteY48" fmla="*/ 3345555 h 3788731"/>
                <a:gd name="connsiteX49" fmla="*/ 1206111 w 2777761"/>
                <a:gd name="connsiteY49" fmla="*/ 3396044 h 3788731"/>
                <a:gd name="connsiteX50" fmla="*/ 1178062 w 2777761"/>
                <a:gd name="connsiteY50" fmla="*/ 3468971 h 3788731"/>
                <a:gd name="connsiteX51" fmla="*/ 1116354 w 2777761"/>
                <a:gd name="connsiteY51" fmla="*/ 3497020 h 3788731"/>
                <a:gd name="connsiteX52" fmla="*/ 1144403 w 2777761"/>
                <a:gd name="connsiteY52" fmla="*/ 3631656 h 3788731"/>
                <a:gd name="connsiteX53" fmla="*/ 1284648 w 2777761"/>
                <a:gd name="connsiteY53" fmla="*/ 3637266 h 3788731"/>
                <a:gd name="connsiteX54" fmla="*/ 1279038 w 2777761"/>
                <a:gd name="connsiteY54" fmla="*/ 3485801 h 3788731"/>
                <a:gd name="connsiteX55" fmla="*/ 1458552 w 2777761"/>
                <a:gd name="connsiteY55" fmla="*/ 3497020 h 3788731"/>
                <a:gd name="connsiteX56" fmla="*/ 1430503 w 2777761"/>
                <a:gd name="connsiteY56" fmla="*/ 3575558 h 3788731"/>
                <a:gd name="connsiteX57" fmla="*/ 1402454 w 2777761"/>
                <a:gd name="connsiteY57" fmla="*/ 3637266 h 3788731"/>
                <a:gd name="connsiteX58" fmla="*/ 1318307 w 2777761"/>
                <a:gd name="connsiteY58" fmla="*/ 3654095 h 3788731"/>
                <a:gd name="connsiteX59" fmla="*/ 1452943 w 2777761"/>
                <a:gd name="connsiteY59" fmla="*/ 3777511 h 3788731"/>
                <a:gd name="connsiteX60" fmla="*/ 1520260 w 2777761"/>
                <a:gd name="connsiteY60" fmla="*/ 3642876 h 3788731"/>
                <a:gd name="connsiteX61" fmla="*/ 1823190 w 2777761"/>
                <a:gd name="connsiteY61" fmla="*/ 3541899 h 3788731"/>
                <a:gd name="connsiteX62" fmla="*/ 2159779 w 2777761"/>
                <a:gd name="connsiteY62" fmla="*/ 3614826 h 3788731"/>
                <a:gd name="connsiteX63" fmla="*/ 2114901 w 2777761"/>
                <a:gd name="connsiteY63" fmla="*/ 3715803 h 3788731"/>
                <a:gd name="connsiteX64" fmla="*/ 2210268 w 2777761"/>
                <a:gd name="connsiteY64" fmla="*/ 3783121 h 3788731"/>
                <a:gd name="connsiteX65" fmla="*/ 2283195 w 2777761"/>
                <a:gd name="connsiteY65" fmla="*/ 3732633 h 3788731"/>
                <a:gd name="connsiteX66" fmla="*/ 2271976 w 2777761"/>
                <a:gd name="connsiteY66" fmla="*/ 3637266 h 3788731"/>
                <a:gd name="connsiteX67" fmla="*/ 2451490 w 2777761"/>
                <a:gd name="connsiteY67" fmla="*/ 3558728 h 3788731"/>
                <a:gd name="connsiteX68" fmla="*/ 2434660 w 2777761"/>
                <a:gd name="connsiteY68" fmla="*/ 3384824 h 3788731"/>
                <a:gd name="connsiteX69" fmla="*/ 1929777 w 2777761"/>
                <a:gd name="connsiteY69" fmla="*/ 3356775 h 3788731"/>
                <a:gd name="connsiteX70" fmla="*/ 1918557 w 2777761"/>
                <a:gd name="connsiteY70" fmla="*/ 3031406 h 3788731"/>
                <a:gd name="connsiteX71" fmla="*/ 1884898 w 2777761"/>
                <a:gd name="connsiteY71" fmla="*/ 3014576 h 3788731"/>
                <a:gd name="connsiteX72" fmla="*/ 1907338 w 2777761"/>
                <a:gd name="connsiteY72" fmla="*/ 2835062 h 3788731"/>
                <a:gd name="connsiteX73" fmla="*/ 1862459 w 2777761"/>
                <a:gd name="connsiteY73" fmla="*/ 2773354 h 3788731"/>
                <a:gd name="connsiteX74" fmla="*/ 2109291 w 2777761"/>
                <a:gd name="connsiteY74" fmla="*/ 2717256 h 3788731"/>
                <a:gd name="connsiteX75" fmla="*/ 2131730 w 2777761"/>
                <a:gd name="connsiteY75" fmla="*/ 2588230 h 3788731"/>
                <a:gd name="connsiteX76" fmla="*/ 2372952 w 2777761"/>
                <a:gd name="connsiteY76" fmla="*/ 2621889 h 3788731"/>
                <a:gd name="connsiteX77" fmla="*/ 2597345 w 2777761"/>
                <a:gd name="connsiteY77" fmla="*/ 2032858 h 3788731"/>
                <a:gd name="connsiteX78" fmla="*/ 2552466 w 2777761"/>
                <a:gd name="connsiteY78" fmla="*/ 1948711 h 3788731"/>
                <a:gd name="connsiteX79" fmla="*/ 2698322 w 2777761"/>
                <a:gd name="connsiteY79" fmla="*/ 1460657 h 3788731"/>
                <a:gd name="connsiteX80" fmla="*/ 2642224 w 2777761"/>
                <a:gd name="connsiteY80" fmla="*/ 1354071 h 3788731"/>
                <a:gd name="connsiteX81" fmla="*/ 2485148 w 2777761"/>
                <a:gd name="connsiteY81" fmla="*/ 798699 h 3788731"/>
                <a:gd name="connsiteX82" fmla="*/ 2743201 w 2777761"/>
                <a:gd name="connsiteY82" fmla="*/ 675283 h 3788731"/>
                <a:gd name="connsiteX83" fmla="*/ 2715151 w 2777761"/>
                <a:gd name="connsiteY83" fmla="*/ 434061 h 3788731"/>
                <a:gd name="connsiteX84" fmla="*/ 2631004 w 2777761"/>
                <a:gd name="connsiteY84" fmla="*/ 86253 h 3788731"/>
                <a:gd name="connsiteX0" fmla="*/ 2631004 w 2777761"/>
                <a:gd name="connsiteY0" fmla="*/ 86253 h 3788731"/>
                <a:gd name="connsiteX1" fmla="*/ 2434660 w 2777761"/>
                <a:gd name="connsiteY1" fmla="*/ 2105 h 3788731"/>
                <a:gd name="connsiteX2" fmla="*/ 2193438 w 2777761"/>
                <a:gd name="connsiteY2" fmla="*/ 159180 h 3788731"/>
                <a:gd name="connsiteX3" fmla="*/ 2092462 w 2777761"/>
                <a:gd name="connsiteY3" fmla="*/ 198449 h 3788731"/>
                <a:gd name="connsiteX4" fmla="*/ 2142950 w 2777761"/>
                <a:gd name="connsiteY4" fmla="*/ 288206 h 3788731"/>
                <a:gd name="connsiteX5" fmla="*/ 2030754 w 2777761"/>
                <a:gd name="connsiteY5" fmla="*/ 450890 h 3788731"/>
                <a:gd name="connsiteX6" fmla="*/ 2137342 w 2777761"/>
                <a:gd name="connsiteY6" fmla="*/ 585526 h 3788731"/>
                <a:gd name="connsiteX7" fmla="*/ 2159779 w 2777761"/>
                <a:gd name="connsiteY7" fmla="*/ 708942 h 3788731"/>
                <a:gd name="connsiteX8" fmla="*/ 2030754 w 2777761"/>
                <a:gd name="connsiteY8" fmla="*/ 753820 h 3788731"/>
                <a:gd name="connsiteX9" fmla="*/ 1997095 w 2777761"/>
                <a:gd name="connsiteY9" fmla="*/ 821138 h 3788731"/>
                <a:gd name="connsiteX10" fmla="*/ 1997095 w 2777761"/>
                <a:gd name="connsiteY10" fmla="*/ 708942 h 3788731"/>
                <a:gd name="connsiteX11" fmla="*/ 1946606 w 2777761"/>
                <a:gd name="connsiteY11" fmla="*/ 669673 h 3788731"/>
                <a:gd name="connsiteX12" fmla="*/ 1783922 w 2777761"/>
                <a:gd name="connsiteY12" fmla="*/ 770649 h 3788731"/>
                <a:gd name="connsiteX13" fmla="*/ 1402454 w 2777761"/>
                <a:gd name="connsiteY13" fmla="*/ 579916 h 3788731"/>
                <a:gd name="connsiteX14" fmla="*/ 1705384 w 2777761"/>
                <a:gd name="connsiteY14" fmla="*/ 1152117 h 3788731"/>
                <a:gd name="connsiteX15" fmla="*/ 1800751 w 2777761"/>
                <a:gd name="connsiteY15" fmla="*/ 1225045 h 3788731"/>
                <a:gd name="connsiteX16" fmla="*/ 1649286 w 2777761"/>
                <a:gd name="connsiteY16" fmla="*/ 1449437 h 3788731"/>
                <a:gd name="connsiteX17" fmla="*/ 1727824 w 2777761"/>
                <a:gd name="connsiteY17" fmla="*/ 1668220 h 3788731"/>
                <a:gd name="connsiteX18" fmla="*/ 1817581 w 2777761"/>
                <a:gd name="connsiteY18" fmla="*/ 1662611 h 3788731"/>
                <a:gd name="connsiteX19" fmla="*/ 1671725 w 2777761"/>
                <a:gd name="connsiteY19" fmla="*/ 1830905 h 3788731"/>
                <a:gd name="connsiteX20" fmla="*/ 914400 w 2777761"/>
                <a:gd name="connsiteY20" fmla="*/ 1578463 h 3788731"/>
                <a:gd name="connsiteX21" fmla="*/ 460005 w 2777761"/>
                <a:gd name="connsiteY21" fmla="*/ 2605060 h 3788731"/>
                <a:gd name="connsiteX22" fmla="*/ 263662 w 2777761"/>
                <a:gd name="connsiteY22" fmla="*/ 2812623 h 3788731"/>
                <a:gd name="connsiteX23" fmla="*/ 44879 w 2777761"/>
                <a:gd name="connsiteY23" fmla="*/ 2857501 h 3788731"/>
                <a:gd name="connsiteX24" fmla="*/ 0 w 2777761"/>
                <a:gd name="connsiteY24" fmla="*/ 2964088 h 3788731"/>
                <a:gd name="connsiteX25" fmla="*/ 274881 w 2777761"/>
                <a:gd name="connsiteY25" fmla="*/ 3087504 h 3788731"/>
                <a:gd name="connsiteX26" fmla="*/ 504884 w 2777761"/>
                <a:gd name="connsiteY26" fmla="*/ 2986527 h 3788731"/>
                <a:gd name="connsiteX27" fmla="*/ 471225 w 2777761"/>
                <a:gd name="connsiteY27" fmla="*/ 3115553 h 3788731"/>
                <a:gd name="connsiteX28" fmla="*/ 572201 w 2777761"/>
                <a:gd name="connsiteY28" fmla="*/ 3160431 h 3788731"/>
                <a:gd name="connsiteX29" fmla="*/ 381468 w 2777761"/>
                <a:gd name="connsiteY29" fmla="*/ 3620436 h 3788731"/>
                <a:gd name="connsiteX30" fmla="*/ 196344 w 2777761"/>
                <a:gd name="connsiteY30" fmla="*/ 3665315 h 3788731"/>
                <a:gd name="connsiteX31" fmla="*/ 263662 w 2777761"/>
                <a:gd name="connsiteY31" fmla="*/ 3766291 h 3788731"/>
                <a:gd name="connsiteX32" fmla="*/ 555372 w 2777761"/>
                <a:gd name="connsiteY32" fmla="*/ 3788731 h 3788731"/>
                <a:gd name="connsiteX33" fmla="*/ 589031 w 2777761"/>
                <a:gd name="connsiteY33" fmla="*/ 3581168 h 3788731"/>
                <a:gd name="connsiteX34" fmla="*/ 645129 w 2777761"/>
                <a:gd name="connsiteY34" fmla="*/ 3575558 h 3788731"/>
                <a:gd name="connsiteX35" fmla="*/ 690008 w 2777761"/>
                <a:gd name="connsiteY35" fmla="*/ 3698974 h 3788731"/>
                <a:gd name="connsiteX36" fmla="*/ 774155 w 2777761"/>
                <a:gd name="connsiteY36" fmla="*/ 3704584 h 3788731"/>
                <a:gd name="connsiteX37" fmla="*/ 779765 w 2777761"/>
                <a:gd name="connsiteY37" fmla="*/ 3474581 h 3788731"/>
                <a:gd name="connsiteX38" fmla="*/ 746106 w 2777761"/>
                <a:gd name="connsiteY38" fmla="*/ 3205310 h 3788731"/>
                <a:gd name="connsiteX39" fmla="*/ 903181 w 2777761"/>
                <a:gd name="connsiteY39" fmla="*/ 2627499 h 3788731"/>
                <a:gd name="connsiteX40" fmla="*/ 1166842 w 2777761"/>
                <a:gd name="connsiteY40" fmla="*/ 2520912 h 3788731"/>
                <a:gd name="connsiteX41" fmla="*/ 1531480 w 2777761"/>
                <a:gd name="connsiteY41" fmla="*/ 2627499 h 3788731"/>
                <a:gd name="connsiteX42" fmla="*/ 1593188 w 2777761"/>
                <a:gd name="connsiteY42" fmla="*/ 2627499 h 3788731"/>
                <a:gd name="connsiteX43" fmla="*/ 1649286 w 2777761"/>
                <a:gd name="connsiteY43" fmla="*/ 2728476 h 3788731"/>
                <a:gd name="connsiteX44" fmla="*/ 1800751 w 2777761"/>
                <a:gd name="connsiteY44" fmla="*/ 2762134 h 3788731"/>
                <a:gd name="connsiteX45" fmla="*/ 1811971 w 2777761"/>
                <a:gd name="connsiteY45" fmla="*/ 2795793 h 3788731"/>
                <a:gd name="connsiteX46" fmla="*/ 1772702 w 2777761"/>
                <a:gd name="connsiteY46" fmla="*/ 2997747 h 3788731"/>
                <a:gd name="connsiteX47" fmla="*/ 1750263 w 2777761"/>
                <a:gd name="connsiteY47" fmla="*/ 3323116 h 3788731"/>
                <a:gd name="connsiteX48" fmla="*/ 1542700 w 2777761"/>
                <a:gd name="connsiteY48" fmla="*/ 3345555 h 3788731"/>
                <a:gd name="connsiteX49" fmla="*/ 1206111 w 2777761"/>
                <a:gd name="connsiteY49" fmla="*/ 3396044 h 3788731"/>
                <a:gd name="connsiteX50" fmla="*/ 1178062 w 2777761"/>
                <a:gd name="connsiteY50" fmla="*/ 3468971 h 3788731"/>
                <a:gd name="connsiteX51" fmla="*/ 1116354 w 2777761"/>
                <a:gd name="connsiteY51" fmla="*/ 3497020 h 3788731"/>
                <a:gd name="connsiteX52" fmla="*/ 1144403 w 2777761"/>
                <a:gd name="connsiteY52" fmla="*/ 3631656 h 3788731"/>
                <a:gd name="connsiteX53" fmla="*/ 1284648 w 2777761"/>
                <a:gd name="connsiteY53" fmla="*/ 3637266 h 3788731"/>
                <a:gd name="connsiteX54" fmla="*/ 1279038 w 2777761"/>
                <a:gd name="connsiteY54" fmla="*/ 3485801 h 3788731"/>
                <a:gd name="connsiteX55" fmla="*/ 1458552 w 2777761"/>
                <a:gd name="connsiteY55" fmla="*/ 3497020 h 3788731"/>
                <a:gd name="connsiteX56" fmla="*/ 1430503 w 2777761"/>
                <a:gd name="connsiteY56" fmla="*/ 3575558 h 3788731"/>
                <a:gd name="connsiteX57" fmla="*/ 1402454 w 2777761"/>
                <a:gd name="connsiteY57" fmla="*/ 3637266 h 3788731"/>
                <a:gd name="connsiteX58" fmla="*/ 1318307 w 2777761"/>
                <a:gd name="connsiteY58" fmla="*/ 3654095 h 3788731"/>
                <a:gd name="connsiteX59" fmla="*/ 1452943 w 2777761"/>
                <a:gd name="connsiteY59" fmla="*/ 3777511 h 3788731"/>
                <a:gd name="connsiteX60" fmla="*/ 1520260 w 2777761"/>
                <a:gd name="connsiteY60" fmla="*/ 3642876 h 3788731"/>
                <a:gd name="connsiteX61" fmla="*/ 1823190 w 2777761"/>
                <a:gd name="connsiteY61" fmla="*/ 3541899 h 3788731"/>
                <a:gd name="connsiteX62" fmla="*/ 2159779 w 2777761"/>
                <a:gd name="connsiteY62" fmla="*/ 3614826 h 3788731"/>
                <a:gd name="connsiteX63" fmla="*/ 2114901 w 2777761"/>
                <a:gd name="connsiteY63" fmla="*/ 3715803 h 3788731"/>
                <a:gd name="connsiteX64" fmla="*/ 2210268 w 2777761"/>
                <a:gd name="connsiteY64" fmla="*/ 3783121 h 3788731"/>
                <a:gd name="connsiteX65" fmla="*/ 2283195 w 2777761"/>
                <a:gd name="connsiteY65" fmla="*/ 3732633 h 3788731"/>
                <a:gd name="connsiteX66" fmla="*/ 2271976 w 2777761"/>
                <a:gd name="connsiteY66" fmla="*/ 3637266 h 3788731"/>
                <a:gd name="connsiteX67" fmla="*/ 2451490 w 2777761"/>
                <a:gd name="connsiteY67" fmla="*/ 3558728 h 3788731"/>
                <a:gd name="connsiteX68" fmla="*/ 2434660 w 2777761"/>
                <a:gd name="connsiteY68" fmla="*/ 3384824 h 3788731"/>
                <a:gd name="connsiteX69" fmla="*/ 1929777 w 2777761"/>
                <a:gd name="connsiteY69" fmla="*/ 3356775 h 3788731"/>
                <a:gd name="connsiteX70" fmla="*/ 1918557 w 2777761"/>
                <a:gd name="connsiteY70" fmla="*/ 3031406 h 3788731"/>
                <a:gd name="connsiteX71" fmla="*/ 1884898 w 2777761"/>
                <a:gd name="connsiteY71" fmla="*/ 3014576 h 3788731"/>
                <a:gd name="connsiteX72" fmla="*/ 1907338 w 2777761"/>
                <a:gd name="connsiteY72" fmla="*/ 2835062 h 3788731"/>
                <a:gd name="connsiteX73" fmla="*/ 1862459 w 2777761"/>
                <a:gd name="connsiteY73" fmla="*/ 2773354 h 3788731"/>
                <a:gd name="connsiteX74" fmla="*/ 2109291 w 2777761"/>
                <a:gd name="connsiteY74" fmla="*/ 2717256 h 3788731"/>
                <a:gd name="connsiteX75" fmla="*/ 2131730 w 2777761"/>
                <a:gd name="connsiteY75" fmla="*/ 2588230 h 3788731"/>
                <a:gd name="connsiteX76" fmla="*/ 2372952 w 2777761"/>
                <a:gd name="connsiteY76" fmla="*/ 2621889 h 3788731"/>
                <a:gd name="connsiteX77" fmla="*/ 2597345 w 2777761"/>
                <a:gd name="connsiteY77" fmla="*/ 2032858 h 3788731"/>
                <a:gd name="connsiteX78" fmla="*/ 2552466 w 2777761"/>
                <a:gd name="connsiteY78" fmla="*/ 1948711 h 3788731"/>
                <a:gd name="connsiteX79" fmla="*/ 2698322 w 2777761"/>
                <a:gd name="connsiteY79" fmla="*/ 1460657 h 3788731"/>
                <a:gd name="connsiteX80" fmla="*/ 2642224 w 2777761"/>
                <a:gd name="connsiteY80" fmla="*/ 1354071 h 3788731"/>
                <a:gd name="connsiteX81" fmla="*/ 2485148 w 2777761"/>
                <a:gd name="connsiteY81" fmla="*/ 798699 h 3788731"/>
                <a:gd name="connsiteX82" fmla="*/ 2743201 w 2777761"/>
                <a:gd name="connsiteY82" fmla="*/ 675283 h 3788731"/>
                <a:gd name="connsiteX83" fmla="*/ 2715151 w 2777761"/>
                <a:gd name="connsiteY83" fmla="*/ 434061 h 3788731"/>
                <a:gd name="connsiteX84" fmla="*/ 2631004 w 2777761"/>
                <a:gd name="connsiteY84" fmla="*/ 86253 h 3788731"/>
                <a:gd name="connsiteX0" fmla="*/ 2631004 w 2777761"/>
                <a:gd name="connsiteY0" fmla="*/ 86253 h 3788731"/>
                <a:gd name="connsiteX1" fmla="*/ 2434660 w 2777761"/>
                <a:gd name="connsiteY1" fmla="*/ 2105 h 3788731"/>
                <a:gd name="connsiteX2" fmla="*/ 2193438 w 2777761"/>
                <a:gd name="connsiteY2" fmla="*/ 159180 h 3788731"/>
                <a:gd name="connsiteX3" fmla="*/ 2092462 w 2777761"/>
                <a:gd name="connsiteY3" fmla="*/ 198449 h 3788731"/>
                <a:gd name="connsiteX4" fmla="*/ 2142950 w 2777761"/>
                <a:gd name="connsiteY4" fmla="*/ 288206 h 3788731"/>
                <a:gd name="connsiteX5" fmla="*/ 2030754 w 2777761"/>
                <a:gd name="connsiteY5" fmla="*/ 450890 h 3788731"/>
                <a:gd name="connsiteX6" fmla="*/ 2137342 w 2777761"/>
                <a:gd name="connsiteY6" fmla="*/ 585526 h 3788731"/>
                <a:gd name="connsiteX7" fmla="*/ 2159779 w 2777761"/>
                <a:gd name="connsiteY7" fmla="*/ 708942 h 3788731"/>
                <a:gd name="connsiteX8" fmla="*/ 2030754 w 2777761"/>
                <a:gd name="connsiteY8" fmla="*/ 753820 h 3788731"/>
                <a:gd name="connsiteX9" fmla="*/ 1997095 w 2777761"/>
                <a:gd name="connsiteY9" fmla="*/ 821138 h 3788731"/>
                <a:gd name="connsiteX10" fmla="*/ 1997095 w 2777761"/>
                <a:gd name="connsiteY10" fmla="*/ 708942 h 3788731"/>
                <a:gd name="connsiteX11" fmla="*/ 1946606 w 2777761"/>
                <a:gd name="connsiteY11" fmla="*/ 669673 h 3788731"/>
                <a:gd name="connsiteX12" fmla="*/ 1783922 w 2777761"/>
                <a:gd name="connsiteY12" fmla="*/ 770649 h 3788731"/>
                <a:gd name="connsiteX13" fmla="*/ 1402454 w 2777761"/>
                <a:gd name="connsiteY13" fmla="*/ 579916 h 3788731"/>
                <a:gd name="connsiteX14" fmla="*/ 1666115 w 2777761"/>
                <a:gd name="connsiteY14" fmla="*/ 1129678 h 3788731"/>
                <a:gd name="connsiteX15" fmla="*/ 1800751 w 2777761"/>
                <a:gd name="connsiteY15" fmla="*/ 1225045 h 3788731"/>
                <a:gd name="connsiteX16" fmla="*/ 1649286 w 2777761"/>
                <a:gd name="connsiteY16" fmla="*/ 1449437 h 3788731"/>
                <a:gd name="connsiteX17" fmla="*/ 1727824 w 2777761"/>
                <a:gd name="connsiteY17" fmla="*/ 1668220 h 3788731"/>
                <a:gd name="connsiteX18" fmla="*/ 1817581 w 2777761"/>
                <a:gd name="connsiteY18" fmla="*/ 1662611 h 3788731"/>
                <a:gd name="connsiteX19" fmla="*/ 1671725 w 2777761"/>
                <a:gd name="connsiteY19" fmla="*/ 1830905 h 3788731"/>
                <a:gd name="connsiteX20" fmla="*/ 914400 w 2777761"/>
                <a:gd name="connsiteY20" fmla="*/ 1578463 h 3788731"/>
                <a:gd name="connsiteX21" fmla="*/ 460005 w 2777761"/>
                <a:gd name="connsiteY21" fmla="*/ 2605060 h 3788731"/>
                <a:gd name="connsiteX22" fmla="*/ 263662 w 2777761"/>
                <a:gd name="connsiteY22" fmla="*/ 2812623 h 3788731"/>
                <a:gd name="connsiteX23" fmla="*/ 44879 w 2777761"/>
                <a:gd name="connsiteY23" fmla="*/ 2857501 h 3788731"/>
                <a:gd name="connsiteX24" fmla="*/ 0 w 2777761"/>
                <a:gd name="connsiteY24" fmla="*/ 2964088 h 3788731"/>
                <a:gd name="connsiteX25" fmla="*/ 274881 w 2777761"/>
                <a:gd name="connsiteY25" fmla="*/ 3087504 h 3788731"/>
                <a:gd name="connsiteX26" fmla="*/ 504884 w 2777761"/>
                <a:gd name="connsiteY26" fmla="*/ 2986527 h 3788731"/>
                <a:gd name="connsiteX27" fmla="*/ 471225 w 2777761"/>
                <a:gd name="connsiteY27" fmla="*/ 3115553 h 3788731"/>
                <a:gd name="connsiteX28" fmla="*/ 572201 w 2777761"/>
                <a:gd name="connsiteY28" fmla="*/ 3160431 h 3788731"/>
                <a:gd name="connsiteX29" fmla="*/ 381468 w 2777761"/>
                <a:gd name="connsiteY29" fmla="*/ 3620436 h 3788731"/>
                <a:gd name="connsiteX30" fmla="*/ 196344 w 2777761"/>
                <a:gd name="connsiteY30" fmla="*/ 3665315 h 3788731"/>
                <a:gd name="connsiteX31" fmla="*/ 263662 w 2777761"/>
                <a:gd name="connsiteY31" fmla="*/ 3766291 h 3788731"/>
                <a:gd name="connsiteX32" fmla="*/ 555372 w 2777761"/>
                <a:gd name="connsiteY32" fmla="*/ 3788731 h 3788731"/>
                <a:gd name="connsiteX33" fmla="*/ 589031 w 2777761"/>
                <a:gd name="connsiteY33" fmla="*/ 3581168 h 3788731"/>
                <a:gd name="connsiteX34" fmla="*/ 645129 w 2777761"/>
                <a:gd name="connsiteY34" fmla="*/ 3575558 h 3788731"/>
                <a:gd name="connsiteX35" fmla="*/ 690008 w 2777761"/>
                <a:gd name="connsiteY35" fmla="*/ 3698974 h 3788731"/>
                <a:gd name="connsiteX36" fmla="*/ 774155 w 2777761"/>
                <a:gd name="connsiteY36" fmla="*/ 3704584 h 3788731"/>
                <a:gd name="connsiteX37" fmla="*/ 779765 w 2777761"/>
                <a:gd name="connsiteY37" fmla="*/ 3474581 h 3788731"/>
                <a:gd name="connsiteX38" fmla="*/ 746106 w 2777761"/>
                <a:gd name="connsiteY38" fmla="*/ 3205310 h 3788731"/>
                <a:gd name="connsiteX39" fmla="*/ 903181 w 2777761"/>
                <a:gd name="connsiteY39" fmla="*/ 2627499 h 3788731"/>
                <a:gd name="connsiteX40" fmla="*/ 1166842 w 2777761"/>
                <a:gd name="connsiteY40" fmla="*/ 2520912 h 3788731"/>
                <a:gd name="connsiteX41" fmla="*/ 1531480 w 2777761"/>
                <a:gd name="connsiteY41" fmla="*/ 2627499 h 3788731"/>
                <a:gd name="connsiteX42" fmla="*/ 1593188 w 2777761"/>
                <a:gd name="connsiteY42" fmla="*/ 2627499 h 3788731"/>
                <a:gd name="connsiteX43" fmla="*/ 1649286 w 2777761"/>
                <a:gd name="connsiteY43" fmla="*/ 2728476 h 3788731"/>
                <a:gd name="connsiteX44" fmla="*/ 1800751 w 2777761"/>
                <a:gd name="connsiteY44" fmla="*/ 2762134 h 3788731"/>
                <a:gd name="connsiteX45" fmla="*/ 1811971 w 2777761"/>
                <a:gd name="connsiteY45" fmla="*/ 2795793 h 3788731"/>
                <a:gd name="connsiteX46" fmla="*/ 1772702 w 2777761"/>
                <a:gd name="connsiteY46" fmla="*/ 2997747 h 3788731"/>
                <a:gd name="connsiteX47" fmla="*/ 1750263 w 2777761"/>
                <a:gd name="connsiteY47" fmla="*/ 3323116 h 3788731"/>
                <a:gd name="connsiteX48" fmla="*/ 1542700 w 2777761"/>
                <a:gd name="connsiteY48" fmla="*/ 3345555 h 3788731"/>
                <a:gd name="connsiteX49" fmla="*/ 1206111 w 2777761"/>
                <a:gd name="connsiteY49" fmla="*/ 3396044 h 3788731"/>
                <a:gd name="connsiteX50" fmla="*/ 1178062 w 2777761"/>
                <a:gd name="connsiteY50" fmla="*/ 3468971 h 3788731"/>
                <a:gd name="connsiteX51" fmla="*/ 1116354 w 2777761"/>
                <a:gd name="connsiteY51" fmla="*/ 3497020 h 3788731"/>
                <a:gd name="connsiteX52" fmla="*/ 1144403 w 2777761"/>
                <a:gd name="connsiteY52" fmla="*/ 3631656 h 3788731"/>
                <a:gd name="connsiteX53" fmla="*/ 1284648 w 2777761"/>
                <a:gd name="connsiteY53" fmla="*/ 3637266 h 3788731"/>
                <a:gd name="connsiteX54" fmla="*/ 1279038 w 2777761"/>
                <a:gd name="connsiteY54" fmla="*/ 3485801 h 3788731"/>
                <a:gd name="connsiteX55" fmla="*/ 1458552 w 2777761"/>
                <a:gd name="connsiteY55" fmla="*/ 3497020 h 3788731"/>
                <a:gd name="connsiteX56" fmla="*/ 1430503 w 2777761"/>
                <a:gd name="connsiteY56" fmla="*/ 3575558 h 3788731"/>
                <a:gd name="connsiteX57" fmla="*/ 1402454 w 2777761"/>
                <a:gd name="connsiteY57" fmla="*/ 3637266 h 3788731"/>
                <a:gd name="connsiteX58" fmla="*/ 1318307 w 2777761"/>
                <a:gd name="connsiteY58" fmla="*/ 3654095 h 3788731"/>
                <a:gd name="connsiteX59" fmla="*/ 1452943 w 2777761"/>
                <a:gd name="connsiteY59" fmla="*/ 3777511 h 3788731"/>
                <a:gd name="connsiteX60" fmla="*/ 1520260 w 2777761"/>
                <a:gd name="connsiteY60" fmla="*/ 3642876 h 3788731"/>
                <a:gd name="connsiteX61" fmla="*/ 1823190 w 2777761"/>
                <a:gd name="connsiteY61" fmla="*/ 3541899 h 3788731"/>
                <a:gd name="connsiteX62" fmla="*/ 2159779 w 2777761"/>
                <a:gd name="connsiteY62" fmla="*/ 3614826 h 3788731"/>
                <a:gd name="connsiteX63" fmla="*/ 2114901 w 2777761"/>
                <a:gd name="connsiteY63" fmla="*/ 3715803 h 3788731"/>
                <a:gd name="connsiteX64" fmla="*/ 2210268 w 2777761"/>
                <a:gd name="connsiteY64" fmla="*/ 3783121 h 3788731"/>
                <a:gd name="connsiteX65" fmla="*/ 2283195 w 2777761"/>
                <a:gd name="connsiteY65" fmla="*/ 3732633 h 3788731"/>
                <a:gd name="connsiteX66" fmla="*/ 2271976 w 2777761"/>
                <a:gd name="connsiteY66" fmla="*/ 3637266 h 3788731"/>
                <a:gd name="connsiteX67" fmla="*/ 2451490 w 2777761"/>
                <a:gd name="connsiteY67" fmla="*/ 3558728 h 3788731"/>
                <a:gd name="connsiteX68" fmla="*/ 2434660 w 2777761"/>
                <a:gd name="connsiteY68" fmla="*/ 3384824 h 3788731"/>
                <a:gd name="connsiteX69" fmla="*/ 1929777 w 2777761"/>
                <a:gd name="connsiteY69" fmla="*/ 3356775 h 3788731"/>
                <a:gd name="connsiteX70" fmla="*/ 1918557 w 2777761"/>
                <a:gd name="connsiteY70" fmla="*/ 3031406 h 3788731"/>
                <a:gd name="connsiteX71" fmla="*/ 1884898 w 2777761"/>
                <a:gd name="connsiteY71" fmla="*/ 3014576 h 3788731"/>
                <a:gd name="connsiteX72" fmla="*/ 1907338 w 2777761"/>
                <a:gd name="connsiteY72" fmla="*/ 2835062 h 3788731"/>
                <a:gd name="connsiteX73" fmla="*/ 1862459 w 2777761"/>
                <a:gd name="connsiteY73" fmla="*/ 2773354 h 3788731"/>
                <a:gd name="connsiteX74" fmla="*/ 2109291 w 2777761"/>
                <a:gd name="connsiteY74" fmla="*/ 2717256 h 3788731"/>
                <a:gd name="connsiteX75" fmla="*/ 2131730 w 2777761"/>
                <a:gd name="connsiteY75" fmla="*/ 2588230 h 3788731"/>
                <a:gd name="connsiteX76" fmla="*/ 2372952 w 2777761"/>
                <a:gd name="connsiteY76" fmla="*/ 2621889 h 3788731"/>
                <a:gd name="connsiteX77" fmla="*/ 2597345 w 2777761"/>
                <a:gd name="connsiteY77" fmla="*/ 2032858 h 3788731"/>
                <a:gd name="connsiteX78" fmla="*/ 2552466 w 2777761"/>
                <a:gd name="connsiteY78" fmla="*/ 1948711 h 3788731"/>
                <a:gd name="connsiteX79" fmla="*/ 2698322 w 2777761"/>
                <a:gd name="connsiteY79" fmla="*/ 1460657 h 3788731"/>
                <a:gd name="connsiteX80" fmla="*/ 2642224 w 2777761"/>
                <a:gd name="connsiteY80" fmla="*/ 1354071 h 3788731"/>
                <a:gd name="connsiteX81" fmla="*/ 2485148 w 2777761"/>
                <a:gd name="connsiteY81" fmla="*/ 798699 h 3788731"/>
                <a:gd name="connsiteX82" fmla="*/ 2743201 w 2777761"/>
                <a:gd name="connsiteY82" fmla="*/ 675283 h 3788731"/>
                <a:gd name="connsiteX83" fmla="*/ 2715151 w 2777761"/>
                <a:gd name="connsiteY83" fmla="*/ 434061 h 3788731"/>
                <a:gd name="connsiteX84" fmla="*/ 2631004 w 2777761"/>
                <a:gd name="connsiteY84" fmla="*/ 86253 h 3788731"/>
                <a:gd name="connsiteX0" fmla="*/ 2631004 w 2777761"/>
                <a:gd name="connsiteY0" fmla="*/ 86253 h 3788731"/>
                <a:gd name="connsiteX1" fmla="*/ 2434660 w 2777761"/>
                <a:gd name="connsiteY1" fmla="*/ 2105 h 3788731"/>
                <a:gd name="connsiteX2" fmla="*/ 2193438 w 2777761"/>
                <a:gd name="connsiteY2" fmla="*/ 159180 h 3788731"/>
                <a:gd name="connsiteX3" fmla="*/ 2092462 w 2777761"/>
                <a:gd name="connsiteY3" fmla="*/ 198449 h 3788731"/>
                <a:gd name="connsiteX4" fmla="*/ 2142950 w 2777761"/>
                <a:gd name="connsiteY4" fmla="*/ 288206 h 3788731"/>
                <a:gd name="connsiteX5" fmla="*/ 2030754 w 2777761"/>
                <a:gd name="connsiteY5" fmla="*/ 450890 h 3788731"/>
                <a:gd name="connsiteX6" fmla="*/ 2137342 w 2777761"/>
                <a:gd name="connsiteY6" fmla="*/ 585526 h 3788731"/>
                <a:gd name="connsiteX7" fmla="*/ 2159779 w 2777761"/>
                <a:gd name="connsiteY7" fmla="*/ 708942 h 3788731"/>
                <a:gd name="connsiteX8" fmla="*/ 2030754 w 2777761"/>
                <a:gd name="connsiteY8" fmla="*/ 753820 h 3788731"/>
                <a:gd name="connsiteX9" fmla="*/ 1997095 w 2777761"/>
                <a:gd name="connsiteY9" fmla="*/ 821138 h 3788731"/>
                <a:gd name="connsiteX10" fmla="*/ 1997095 w 2777761"/>
                <a:gd name="connsiteY10" fmla="*/ 708942 h 3788731"/>
                <a:gd name="connsiteX11" fmla="*/ 1946606 w 2777761"/>
                <a:gd name="connsiteY11" fmla="*/ 669673 h 3788731"/>
                <a:gd name="connsiteX12" fmla="*/ 1783922 w 2777761"/>
                <a:gd name="connsiteY12" fmla="*/ 770649 h 3788731"/>
                <a:gd name="connsiteX13" fmla="*/ 1402454 w 2777761"/>
                <a:gd name="connsiteY13" fmla="*/ 579916 h 3788731"/>
                <a:gd name="connsiteX14" fmla="*/ 1666115 w 2777761"/>
                <a:gd name="connsiteY14" fmla="*/ 1129678 h 3788731"/>
                <a:gd name="connsiteX15" fmla="*/ 1800751 w 2777761"/>
                <a:gd name="connsiteY15" fmla="*/ 1225045 h 3788731"/>
                <a:gd name="connsiteX16" fmla="*/ 1649286 w 2777761"/>
                <a:gd name="connsiteY16" fmla="*/ 1449437 h 3788731"/>
                <a:gd name="connsiteX17" fmla="*/ 1727824 w 2777761"/>
                <a:gd name="connsiteY17" fmla="*/ 1668220 h 3788731"/>
                <a:gd name="connsiteX18" fmla="*/ 1817581 w 2777761"/>
                <a:gd name="connsiteY18" fmla="*/ 1662611 h 3788731"/>
                <a:gd name="connsiteX19" fmla="*/ 1671725 w 2777761"/>
                <a:gd name="connsiteY19" fmla="*/ 1830905 h 3788731"/>
                <a:gd name="connsiteX20" fmla="*/ 914400 w 2777761"/>
                <a:gd name="connsiteY20" fmla="*/ 1578463 h 3788731"/>
                <a:gd name="connsiteX21" fmla="*/ 460005 w 2777761"/>
                <a:gd name="connsiteY21" fmla="*/ 2605060 h 3788731"/>
                <a:gd name="connsiteX22" fmla="*/ 263662 w 2777761"/>
                <a:gd name="connsiteY22" fmla="*/ 2812623 h 3788731"/>
                <a:gd name="connsiteX23" fmla="*/ 44879 w 2777761"/>
                <a:gd name="connsiteY23" fmla="*/ 2857501 h 3788731"/>
                <a:gd name="connsiteX24" fmla="*/ 0 w 2777761"/>
                <a:gd name="connsiteY24" fmla="*/ 2964088 h 3788731"/>
                <a:gd name="connsiteX25" fmla="*/ 274881 w 2777761"/>
                <a:gd name="connsiteY25" fmla="*/ 3087504 h 3788731"/>
                <a:gd name="connsiteX26" fmla="*/ 504884 w 2777761"/>
                <a:gd name="connsiteY26" fmla="*/ 2986527 h 3788731"/>
                <a:gd name="connsiteX27" fmla="*/ 471225 w 2777761"/>
                <a:gd name="connsiteY27" fmla="*/ 3115553 h 3788731"/>
                <a:gd name="connsiteX28" fmla="*/ 572201 w 2777761"/>
                <a:gd name="connsiteY28" fmla="*/ 3160431 h 3788731"/>
                <a:gd name="connsiteX29" fmla="*/ 381468 w 2777761"/>
                <a:gd name="connsiteY29" fmla="*/ 3620436 h 3788731"/>
                <a:gd name="connsiteX30" fmla="*/ 196344 w 2777761"/>
                <a:gd name="connsiteY30" fmla="*/ 3665315 h 3788731"/>
                <a:gd name="connsiteX31" fmla="*/ 263662 w 2777761"/>
                <a:gd name="connsiteY31" fmla="*/ 3766291 h 3788731"/>
                <a:gd name="connsiteX32" fmla="*/ 555372 w 2777761"/>
                <a:gd name="connsiteY32" fmla="*/ 3788731 h 3788731"/>
                <a:gd name="connsiteX33" fmla="*/ 589031 w 2777761"/>
                <a:gd name="connsiteY33" fmla="*/ 3581168 h 3788731"/>
                <a:gd name="connsiteX34" fmla="*/ 645129 w 2777761"/>
                <a:gd name="connsiteY34" fmla="*/ 3575558 h 3788731"/>
                <a:gd name="connsiteX35" fmla="*/ 690008 w 2777761"/>
                <a:gd name="connsiteY35" fmla="*/ 3698974 h 3788731"/>
                <a:gd name="connsiteX36" fmla="*/ 774155 w 2777761"/>
                <a:gd name="connsiteY36" fmla="*/ 3704584 h 3788731"/>
                <a:gd name="connsiteX37" fmla="*/ 779765 w 2777761"/>
                <a:gd name="connsiteY37" fmla="*/ 3474581 h 3788731"/>
                <a:gd name="connsiteX38" fmla="*/ 746106 w 2777761"/>
                <a:gd name="connsiteY38" fmla="*/ 3205310 h 3788731"/>
                <a:gd name="connsiteX39" fmla="*/ 903181 w 2777761"/>
                <a:gd name="connsiteY39" fmla="*/ 2627499 h 3788731"/>
                <a:gd name="connsiteX40" fmla="*/ 1166842 w 2777761"/>
                <a:gd name="connsiteY40" fmla="*/ 2520912 h 3788731"/>
                <a:gd name="connsiteX41" fmla="*/ 1531480 w 2777761"/>
                <a:gd name="connsiteY41" fmla="*/ 2627499 h 3788731"/>
                <a:gd name="connsiteX42" fmla="*/ 1593188 w 2777761"/>
                <a:gd name="connsiteY42" fmla="*/ 2627499 h 3788731"/>
                <a:gd name="connsiteX43" fmla="*/ 1649286 w 2777761"/>
                <a:gd name="connsiteY43" fmla="*/ 2728476 h 3788731"/>
                <a:gd name="connsiteX44" fmla="*/ 1800751 w 2777761"/>
                <a:gd name="connsiteY44" fmla="*/ 2762134 h 3788731"/>
                <a:gd name="connsiteX45" fmla="*/ 1811971 w 2777761"/>
                <a:gd name="connsiteY45" fmla="*/ 2795793 h 3788731"/>
                <a:gd name="connsiteX46" fmla="*/ 1772702 w 2777761"/>
                <a:gd name="connsiteY46" fmla="*/ 2997747 h 3788731"/>
                <a:gd name="connsiteX47" fmla="*/ 1750263 w 2777761"/>
                <a:gd name="connsiteY47" fmla="*/ 3323116 h 3788731"/>
                <a:gd name="connsiteX48" fmla="*/ 1542700 w 2777761"/>
                <a:gd name="connsiteY48" fmla="*/ 3345555 h 3788731"/>
                <a:gd name="connsiteX49" fmla="*/ 1206111 w 2777761"/>
                <a:gd name="connsiteY49" fmla="*/ 3396044 h 3788731"/>
                <a:gd name="connsiteX50" fmla="*/ 1178062 w 2777761"/>
                <a:gd name="connsiteY50" fmla="*/ 3468971 h 3788731"/>
                <a:gd name="connsiteX51" fmla="*/ 1116354 w 2777761"/>
                <a:gd name="connsiteY51" fmla="*/ 3497020 h 3788731"/>
                <a:gd name="connsiteX52" fmla="*/ 1144403 w 2777761"/>
                <a:gd name="connsiteY52" fmla="*/ 3631656 h 3788731"/>
                <a:gd name="connsiteX53" fmla="*/ 1284648 w 2777761"/>
                <a:gd name="connsiteY53" fmla="*/ 3637266 h 3788731"/>
                <a:gd name="connsiteX54" fmla="*/ 1279038 w 2777761"/>
                <a:gd name="connsiteY54" fmla="*/ 3485801 h 3788731"/>
                <a:gd name="connsiteX55" fmla="*/ 1458552 w 2777761"/>
                <a:gd name="connsiteY55" fmla="*/ 3497020 h 3788731"/>
                <a:gd name="connsiteX56" fmla="*/ 1430503 w 2777761"/>
                <a:gd name="connsiteY56" fmla="*/ 3575558 h 3788731"/>
                <a:gd name="connsiteX57" fmla="*/ 1402454 w 2777761"/>
                <a:gd name="connsiteY57" fmla="*/ 3637266 h 3788731"/>
                <a:gd name="connsiteX58" fmla="*/ 1318307 w 2777761"/>
                <a:gd name="connsiteY58" fmla="*/ 3654095 h 3788731"/>
                <a:gd name="connsiteX59" fmla="*/ 1452943 w 2777761"/>
                <a:gd name="connsiteY59" fmla="*/ 3777511 h 3788731"/>
                <a:gd name="connsiteX60" fmla="*/ 1520260 w 2777761"/>
                <a:gd name="connsiteY60" fmla="*/ 3642876 h 3788731"/>
                <a:gd name="connsiteX61" fmla="*/ 1823190 w 2777761"/>
                <a:gd name="connsiteY61" fmla="*/ 3541899 h 3788731"/>
                <a:gd name="connsiteX62" fmla="*/ 2159779 w 2777761"/>
                <a:gd name="connsiteY62" fmla="*/ 3614826 h 3788731"/>
                <a:gd name="connsiteX63" fmla="*/ 2114901 w 2777761"/>
                <a:gd name="connsiteY63" fmla="*/ 3715803 h 3788731"/>
                <a:gd name="connsiteX64" fmla="*/ 2210268 w 2777761"/>
                <a:gd name="connsiteY64" fmla="*/ 3783121 h 3788731"/>
                <a:gd name="connsiteX65" fmla="*/ 2283195 w 2777761"/>
                <a:gd name="connsiteY65" fmla="*/ 3732633 h 3788731"/>
                <a:gd name="connsiteX66" fmla="*/ 2271976 w 2777761"/>
                <a:gd name="connsiteY66" fmla="*/ 3637266 h 3788731"/>
                <a:gd name="connsiteX67" fmla="*/ 2451490 w 2777761"/>
                <a:gd name="connsiteY67" fmla="*/ 3558728 h 3788731"/>
                <a:gd name="connsiteX68" fmla="*/ 2434660 w 2777761"/>
                <a:gd name="connsiteY68" fmla="*/ 3384824 h 3788731"/>
                <a:gd name="connsiteX69" fmla="*/ 1929777 w 2777761"/>
                <a:gd name="connsiteY69" fmla="*/ 3356775 h 3788731"/>
                <a:gd name="connsiteX70" fmla="*/ 1918557 w 2777761"/>
                <a:gd name="connsiteY70" fmla="*/ 3031406 h 3788731"/>
                <a:gd name="connsiteX71" fmla="*/ 1884898 w 2777761"/>
                <a:gd name="connsiteY71" fmla="*/ 3014576 h 3788731"/>
                <a:gd name="connsiteX72" fmla="*/ 1907338 w 2777761"/>
                <a:gd name="connsiteY72" fmla="*/ 2835062 h 3788731"/>
                <a:gd name="connsiteX73" fmla="*/ 1862459 w 2777761"/>
                <a:gd name="connsiteY73" fmla="*/ 2773354 h 3788731"/>
                <a:gd name="connsiteX74" fmla="*/ 2109291 w 2777761"/>
                <a:gd name="connsiteY74" fmla="*/ 2717256 h 3788731"/>
                <a:gd name="connsiteX75" fmla="*/ 2131730 w 2777761"/>
                <a:gd name="connsiteY75" fmla="*/ 2588230 h 3788731"/>
                <a:gd name="connsiteX76" fmla="*/ 2372952 w 2777761"/>
                <a:gd name="connsiteY76" fmla="*/ 2621889 h 3788731"/>
                <a:gd name="connsiteX77" fmla="*/ 2597345 w 2777761"/>
                <a:gd name="connsiteY77" fmla="*/ 2032858 h 3788731"/>
                <a:gd name="connsiteX78" fmla="*/ 2552466 w 2777761"/>
                <a:gd name="connsiteY78" fmla="*/ 1948711 h 3788731"/>
                <a:gd name="connsiteX79" fmla="*/ 2698322 w 2777761"/>
                <a:gd name="connsiteY79" fmla="*/ 1460657 h 3788731"/>
                <a:gd name="connsiteX80" fmla="*/ 2642224 w 2777761"/>
                <a:gd name="connsiteY80" fmla="*/ 1354071 h 3788731"/>
                <a:gd name="connsiteX81" fmla="*/ 2485148 w 2777761"/>
                <a:gd name="connsiteY81" fmla="*/ 798699 h 3788731"/>
                <a:gd name="connsiteX82" fmla="*/ 2743201 w 2777761"/>
                <a:gd name="connsiteY82" fmla="*/ 675283 h 3788731"/>
                <a:gd name="connsiteX83" fmla="*/ 2715151 w 2777761"/>
                <a:gd name="connsiteY83" fmla="*/ 434061 h 3788731"/>
                <a:gd name="connsiteX84" fmla="*/ 2631004 w 2777761"/>
                <a:gd name="connsiteY84" fmla="*/ 86253 h 3788731"/>
                <a:gd name="connsiteX0" fmla="*/ 2631004 w 2777761"/>
                <a:gd name="connsiteY0" fmla="*/ 86253 h 3788731"/>
                <a:gd name="connsiteX1" fmla="*/ 2434660 w 2777761"/>
                <a:gd name="connsiteY1" fmla="*/ 2105 h 3788731"/>
                <a:gd name="connsiteX2" fmla="*/ 2193438 w 2777761"/>
                <a:gd name="connsiteY2" fmla="*/ 159180 h 3788731"/>
                <a:gd name="connsiteX3" fmla="*/ 2092462 w 2777761"/>
                <a:gd name="connsiteY3" fmla="*/ 198449 h 3788731"/>
                <a:gd name="connsiteX4" fmla="*/ 2142950 w 2777761"/>
                <a:gd name="connsiteY4" fmla="*/ 288206 h 3788731"/>
                <a:gd name="connsiteX5" fmla="*/ 2030754 w 2777761"/>
                <a:gd name="connsiteY5" fmla="*/ 450890 h 3788731"/>
                <a:gd name="connsiteX6" fmla="*/ 2137342 w 2777761"/>
                <a:gd name="connsiteY6" fmla="*/ 585526 h 3788731"/>
                <a:gd name="connsiteX7" fmla="*/ 2159779 w 2777761"/>
                <a:gd name="connsiteY7" fmla="*/ 708942 h 3788731"/>
                <a:gd name="connsiteX8" fmla="*/ 2030754 w 2777761"/>
                <a:gd name="connsiteY8" fmla="*/ 753820 h 3788731"/>
                <a:gd name="connsiteX9" fmla="*/ 1997095 w 2777761"/>
                <a:gd name="connsiteY9" fmla="*/ 821138 h 3788731"/>
                <a:gd name="connsiteX10" fmla="*/ 1997095 w 2777761"/>
                <a:gd name="connsiteY10" fmla="*/ 708942 h 3788731"/>
                <a:gd name="connsiteX11" fmla="*/ 1946606 w 2777761"/>
                <a:gd name="connsiteY11" fmla="*/ 669673 h 3788731"/>
                <a:gd name="connsiteX12" fmla="*/ 1783922 w 2777761"/>
                <a:gd name="connsiteY12" fmla="*/ 770649 h 3788731"/>
                <a:gd name="connsiteX13" fmla="*/ 1402454 w 2777761"/>
                <a:gd name="connsiteY13" fmla="*/ 579916 h 3788731"/>
                <a:gd name="connsiteX14" fmla="*/ 1666115 w 2777761"/>
                <a:gd name="connsiteY14" fmla="*/ 1129678 h 3788731"/>
                <a:gd name="connsiteX15" fmla="*/ 1800751 w 2777761"/>
                <a:gd name="connsiteY15" fmla="*/ 1225045 h 3788731"/>
                <a:gd name="connsiteX16" fmla="*/ 1649286 w 2777761"/>
                <a:gd name="connsiteY16" fmla="*/ 1449437 h 3788731"/>
                <a:gd name="connsiteX17" fmla="*/ 1727824 w 2777761"/>
                <a:gd name="connsiteY17" fmla="*/ 1668220 h 3788731"/>
                <a:gd name="connsiteX18" fmla="*/ 1817581 w 2777761"/>
                <a:gd name="connsiteY18" fmla="*/ 1662611 h 3788731"/>
                <a:gd name="connsiteX19" fmla="*/ 1671725 w 2777761"/>
                <a:gd name="connsiteY19" fmla="*/ 1830905 h 3788731"/>
                <a:gd name="connsiteX20" fmla="*/ 914400 w 2777761"/>
                <a:gd name="connsiteY20" fmla="*/ 1578463 h 3788731"/>
                <a:gd name="connsiteX21" fmla="*/ 460005 w 2777761"/>
                <a:gd name="connsiteY21" fmla="*/ 2605060 h 3788731"/>
                <a:gd name="connsiteX22" fmla="*/ 263662 w 2777761"/>
                <a:gd name="connsiteY22" fmla="*/ 2812623 h 3788731"/>
                <a:gd name="connsiteX23" fmla="*/ 44879 w 2777761"/>
                <a:gd name="connsiteY23" fmla="*/ 2857501 h 3788731"/>
                <a:gd name="connsiteX24" fmla="*/ 0 w 2777761"/>
                <a:gd name="connsiteY24" fmla="*/ 2964088 h 3788731"/>
                <a:gd name="connsiteX25" fmla="*/ 274881 w 2777761"/>
                <a:gd name="connsiteY25" fmla="*/ 3087504 h 3788731"/>
                <a:gd name="connsiteX26" fmla="*/ 504884 w 2777761"/>
                <a:gd name="connsiteY26" fmla="*/ 2986527 h 3788731"/>
                <a:gd name="connsiteX27" fmla="*/ 471225 w 2777761"/>
                <a:gd name="connsiteY27" fmla="*/ 3115553 h 3788731"/>
                <a:gd name="connsiteX28" fmla="*/ 572201 w 2777761"/>
                <a:gd name="connsiteY28" fmla="*/ 3160431 h 3788731"/>
                <a:gd name="connsiteX29" fmla="*/ 381468 w 2777761"/>
                <a:gd name="connsiteY29" fmla="*/ 3620436 h 3788731"/>
                <a:gd name="connsiteX30" fmla="*/ 196344 w 2777761"/>
                <a:gd name="connsiteY30" fmla="*/ 3665315 h 3788731"/>
                <a:gd name="connsiteX31" fmla="*/ 263662 w 2777761"/>
                <a:gd name="connsiteY31" fmla="*/ 3766291 h 3788731"/>
                <a:gd name="connsiteX32" fmla="*/ 555372 w 2777761"/>
                <a:gd name="connsiteY32" fmla="*/ 3788731 h 3788731"/>
                <a:gd name="connsiteX33" fmla="*/ 589031 w 2777761"/>
                <a:gd name="connsiteY33" fmla="*/ 3581168 h 3788731"/>
                <a:gd name="connsiteX34" fmla="*/ 645129 w 2777761"/>
                <a:gd name="connsiteY34" fmla="*/ 3575558 h 3788731"/>
                <a:gd name="connsiteX35" fmla="*/ 690008 w 2777761"/>
                <a:gd name="connsiteY35" fmla="*/ 3698974 h 3788731"/>
                <a:gd name="connsiteX36" fmla="*/ 774155 w 2777761"/>
                <a:gd name="connsiteY36" fmla="*/ 3704584 h 3788731"/>
                <a:gd name="connsiteX37" fmla="*/ 779765 w 2777761"/>
                <a:gd name="connsiteY37" fmla="*/ 3474581 h 3788731"/>
                <a:gd name="connsiteX38" fmla="*/ 746106 w 2777761"/>
                <a:gd name="connsiteY38" fmla="*/ 3205310 h 3788731"/>
                <a:gd name="connsiteX39" fmla="*/ 903181 w 2777761"/>
                <a:gd name="connsiteY39" fmla="*/ 2627499 h 3788731"/>
                <a:gd name="connsiteX40" fmla="*/ 1166842 w 2777761"/>
                <a:gd name="connsiteY40" fmla="*/ 2520912 h 3788731"/>
                <a:gd name="connsiteX41" fmla="*/ 1531480 w 2777761"/>
                <a:gd name="connsiteY41" fmla="*/ 2627499 h 3788731"/>
                <a:gd name="connsiteX42" fmla="*/ 1593188 w 2777761"/>
                <a:gd name="connsiteY42" fmla="*/ 2627499 h 3788731"/>
                <a:gd name="connsiteX43" fmla="*/ 1649286 w 2777761"/>
                <a:gd name="connsiteY43" fmla="*/ 2728476 h 3788731"/>
                <a:gd name="connsiteX44" fmla="*/ 1800751 w 2777761"/>
                <a:gd name="connsiteY44" fmla="*/ 2762134 h 3788731"/>
                <a:gd name="connsiteX45" fmla="*/ 1811971 w 2777761"/>
                <a:gd name="connsiteY45" fmla="*/ 2795793 h 3788731"/>
                <a:gd name="connsiteX46" fmla="*/ 1772702 w 2777761"/>
                <a:gd name="connsiteY46" fmla="*/ 2997747 h 3788731"/>
                <a:gd name="connsiteX47" fmla="*/ 1750263 w 2777761"/>
                <a:gd name="connsiteY47" fmla="*/ 3323116 h 3788731"/>
                <a:gd name="connsiteX48" fmla="*/ 1542700 w 2777761"/>
                <a:gd name="connsiteY48" fmla="*/ 3345555 h 3788731"/>
                <a:gd name="connsiteX49" fmla="*/ 1206111 w 2777761"/>
                <a:gd name="connsiteY49" fmla="*/ 3396044 h 3788731"/>
                <a:gd name="connsiteX50" fmla="*/ 1178062 w 2777761"/>
                <a:gd name="connsiteY50" fmla="*/ 3468971 h 3788731"/>
                <a:gd name="connsiteX51" fmla="*/ 1116354 w 2777761"/>
                <a:gd name="connsiteY51" fmla="*/ 3497020 h 3788731"/>
                <a:gd name="connsiteX52" fmla="*/ 1144403 w 2777761"/>
                <a:gd name="connsiteY52" fmla="*/ 3631656 h 3788731"/>
                <a:gd name="connsiteX53" fmla="*/ 1284648 w 2777761"/>
                <a:gd name="connsiteY53" fmla="*/ 3637266 h 3788731"/>
                <a:gd name="connsiteX54" fmla="*/ 1279038 w 2777761"/>
                <a:gd name="connsiteY54" fmla="*/ 3485801 h 3788731"/>
                <a:gd name="connsiteX55" fmla="*/ 1458552 w 2777761"/>
                <a:gd name="connsiteY55" fmla="*/ 3497020 h 3788731"/>
                <a:gd name="connsiteX56" fmla="*/ 1430503 w 2777761"/>
                <a:gd name="connsiteY56" fmla="*/ 3575558 h 3788731"/>
                <a:gd name="connsiteX57" fmla="*/ 1402454 w 2777761"/>
                <a:gd name="connsiteY57" fmla="*/ 3637266 h 3788731"/>
                <a:gd name="connsiteX58" fmla="*/ 1318307 w 2777761"/>
                <a:gd name="connsiteY58" fmla="*/ 3654095 h 3788731"/>
                <a:gd name="connsiteX59" fmla="*/ 1452943 w 2777761"/>
                <a:gd name="connsiteY59" fmla="*/ 3777511 h 3788731"/>
                <a:gd name="connsiteX60" fmla="*/ 1520260 w 2777761"/>
                <a:gd name="connsiteY60" fmla="*/ 3642876 h 3788731"/>
                <a:gd name="connsiteX61" fmla="*/ 1823190 w 2777761"/>
                <a:gd name="connsiteY61" fmla="*/ 3541899 h 3788731"/>
                <a:gd name="connsiteX62" fmla="*/ 2159779 w 2777761"/>
                <a:gd name="connsiteY62" fmla="*/ 3614826 h 3788731"/>
                <a:gd name="connsiteX63" fmla="*/ 2114901 w 2777761"/>
                <a:gd name="connsiteY63" fmla="*/ 3715803 h 3788731"/>
                <a:gd name="connsiteX64" fmla="*/ 2210268 w 2777761"/>
                <a:gd name="connsiteY64" fmla="*/ 3783121 h 3788731"/>
                <a:gd name="connsiteX65" fmla="*/ 2283195 w 2777761"/>
                <a:gd name="connsiteY65" fmla="*/ 3732633 h 3788731"/>
                <a:gd name="connsiteX66" fmla="*/ 2271976 w 2777761"/>
                <a:gd name="connsiteY66" fmla="*/ 3637266 h 3788731"/>
                <a:gd name="connsiteX67" fmla="*/ 2451490 w 2777761"/>
                <a:gd name="connsiteY67" fmla="*/ 3558728 h 3788731"/>
                <a:gd name="connsiteX68" fmla="*/ 2434660 w 2777761"/>
                <a:gd name="connsiteY68" fmla="*/ 3384824 h 3788731"/>
                <a:gd name="connsiteX69" fmla="*/ 1929777 w 2777761"/>
                <a:gd name="connsiteY69" fmla="*/ 3356775 h 3788731"/>
                <a:gd name="connsiteX70" fmla="*/ 1918557 w 2777761"/>
                <a:gd name="connsiteY70" fmla="*/ 3031406 h 3788731"/>
                <a:gd name="connsiteX71" fmla="*/ 1884898 w 2777761"/>
                <a:gd name="connsiteY71" fmla="*/ 3014576 h 3788731"/>
                <a:gd name="connsiteX72" fmla="*/ 1907338 w 2777761"/>
                <a:gd name="connsiteY72" fmla="*/ 2835062 h 3788731"/>
                <a:gd name="connsiteX73" fmla="*/ 1862459 w 2777761"/>
                <a:gd name="connsiteY73" fmla="*/ 2773354 h 3788731"/>
                <a:gd name="connsiteX74" fmla="*/ 2109291 w 2777761"/>
                <a:gd name="connsiteY74" fmla="*/ 2717256 h 3788731"/>
                <a:gd name="connsiteX75" fmla="*/ 2131730 w 2777761"/>
                <a:gd name="connsiteY75" fmla="*/ 2588230 h 3788731"/>
                <a:gd name="connsiteX76" fmla="*/ 2372952 w 2777761"/>
                <a:gd name="connsiteY76" fmla="*/ 2621889 h 3788731"/>
                <a:gd name="connsiteX77" fmla="*/ 2597345 w 2777761"/>
                <a:gd name="connsiteY77" fmla="*/ 2032858 h 3788731"/>
                <a:gd name="connsiteX78" fmla="*/ 2552466 w 2777761"/>
                <a:gd name="connsiteY78" fmla="*/ 1948711 h 3788731"/>
                <a:gd name="connsiteX79" fmla="*/ 2698322 w 2777761"/>
                <a:gd name="connsiteY79" fmla="*/ 1460657 h 3788731"/>
                <a:gd name="connsiteX80" fmla="*/ 2642224 w 2777761"/>
                <a:gd name="connsiteY80" fmla="*/ 1354071 h 3788731"/>
                <a:gd name="connsiteX81" fmla="*/ 2485148 w 2777761"/>
                <a:gd name="connsiteY81" fmla="*/ 798699 h 3788731"/>
                <a:gd name="connsiteX82" fmla="*/ 2743201 w 2777761"/>
                <a:gd name="connsiteY82" fmla="*/ 675283 h 3788731"/>
                <a:gd name="connsiteX83" fmla="*/ 2715151 w 2777761"/>
                <a:gd name="connsiteY83" fmla="*/ 434061 h 3788731"/>
                <a:gd name="connsiteX84" fmla="*/ 2631004 w 2777761"/>
                <a:gd name="connsiteY84" fmla="*/ 86253 h 3788731"/>
                <a:gd name="connsiteX0" fmla="*/ 2631004 w 2777761"/>
                <a:gd name="connsiteY0" fmla="*/ 86253 h 3788731"/>
                <a:gd name="connsiteX1" fmla="*/ 2434660 w 2777761"/>
                <a:gd name="connsiteY1" fmla="*/ 2105 h 3788731"/>
                <a:gd name="connsiteX2" fmla="*/ 2193438 w 2777761"/>
                <a:gd name="connsiteY2" fmla="*/ 159180 h 3788731"/>
                <a:gd name="connsiteX3" fmla="*/ 2092462 w 2777761"/>
                <a:gd name="connsiteY3" fmla="*/ 198449 h 3788731"/>
                <a:gd name="connsiteX4" fmla="*/ 2142950 w 2777761"/>
                <a:gd name="connsiteY4" fmla="*/ 288206 h 3788731"/>
                <a:gd name="connsiteX5" fmla="*/ 2030754 w 2777761"/>
                <a:gd name="connsiteY5" fmla="*/ 450890 h 3788731"/>
                <a:gd name="connsiteX6" fmla="*/ 2137342 w 2777761"/>
                <a:gd name="connsiteY6" fmla="*/ 585526 h 3788731"/>
                <a:gd name="connsiteX7" fmla="*/ 2159779 w 2777761"/>
                <a:gd name="connsiteY7" fmla="*/ 708942 h 3788731"/>
                <a:gd name="connsiteX8" fmla="*/ 2030754 w 2777761"/>
                <a:gd name="connsiteY8" fmla="*/ 753820 h 3788731"/>
                <a:gd name="connsiteX9" fmla="*/ 1997095 w 2777761"/>
                <a:gd name="connsiteY9" fmla="*/ 821138 h 3788731"/>
                <a:gd name="connsiteX10" fmla="*/ 1997095 w 2777761"/>
                <a:gd name="connsiteY10" fmla="*/ 708942 h 3788731"/>
                <a:gd name="connsiteX11" fmla="*/ 1946606 w 2777761"/>
                <a:gd name="connsiteY11" fmla="*/ 669673 h 3788731"/>
                <a:gd name="connsiteX12" fmla="*/ 1783922 w 2777761"/>
                <a:gd name="connsiteY12" fmla="*/ 770649 h 3788731"/>
                <a:gd name="connsiteX13" fmla="*/ 1402454 w 2777761"/>
                <a:gd name="connsiteY13" fmla="*/ 579916 h 3788731"/>
                <a:gd name="connsiteX14" fmla="*/ 1666115 w 2777761"/>
                <a:gd name="connsiteY14" fmla="*/ 1129678 h 3788731"/>
                <a:gd name="connsiteX15" fmla="*/ 1800751 w 2777761"/>
                <a:gd name="connsiteY15" fmla="*/ 1225045 h 3788731"/>
                <a:gd name="connsiteX16" fmla="*/ 1649286 w 2777761"/>
                <a:gd name="connsiteY16" fmla="*/ 1449437 h 3788731"/>
                <a:gd name="connsiteX17" fmla="*/ 1727824 w 2777761"/>
                <a:gd name="connsiteY17" fmla="*/ 1668220 h 3788731"/>
                <a:gd name="connsiteX18" fmla="*/ 1817581 w 2777761"/>
                <a:gd name="connsiteY18" fmla="*/ 1662611 h 3788731"/>
                <a:gd name="connsiteX19" fmla="*/ 1671725 w 2777761"/>
                <a:gd name="connsiteY19" fmla="*/ 1830905 h 3788731"/>
                <a:gd name="connsiteX20" fmla="*/ 914400 w 2777761"/>
                <a:gd name="connsiteY20" fmla="*/ 1578463 h 3788731"/>
                <a:gd name="connsiteX21" fmla="*/ 460005 w 2777761"/>
                <a:gd name="connsiteY21" fmla="*/ 2605060 h 3788731"/>
                <a:gd name="connsiteX22" fmla="*/ 263662 w 2777761"/>
                <a:gd name="connsiteY22" fmla="*/ 2812623 h 3788731"/>
                <a:gd name="connsiteX23" fmla="*/ 44879 w 2777761"/>
                <a:gd name="connsiteY23" fmla="*/ 2857501 h 3788731"/>
                <a:gd name="connsiteX24" fmla="*/ 0 w 2777761"/>
                <a:gd name="connsiteY24" fmla="*/ 2964088 h 3788731"/>
                <a:gd name="connsiteX25" fmla="*/ 274881 w 2777761"/>
                <a:gd name="connsiteY25" fmla="*/ 3087504 h 3788731"/>
                <a:gd name="connsiteX26" fmla="*/ 504884 w 2777761"/>
                <a:gd name="connsiteY26" fmla="*/ 2986527 h 3788731"/>
                <a:gd name="connsiteX27" fmla="*/ 471225 w 2777761"/>
                <a:gd name="connsiteY27" fmla="*/ 3115553 h 3788731"/>
                <a:gd name="connsiteX28" fmla="*/ 572201 w 2777761"/>
                <a:gd name="connsiteY28" fmla="*/ 3160431 h 3788731"/>
                <a:gd name="connsiteX29" fmla="*/ 381468 w 2777761"/>
                <a:gd name="connsiteY29" fmla="*/ 3620436 h 3788731"/>
                <a:gd name="connsiteX30" fmla="*/ 196344 w 2777761"/>
                <a:gd name="connsiteY30" fmla="*/ 3665315 h 3788731"/>
                <a:gd name="connsiteX31" fmla="*/ 263662 w 2777761"/>
                <a:gd name="connsiteY31" fmla="*/ 3766291 h 3788731"/>
                <a:gd name="connsiteX32" fmla="*/ 555372 w 2777761"/>
                <a:gd name="connsiteY32" fmla="*/ 3788731 h 3788731"/>
                <a:gd name="connsiteX33" fmla="*/ 589031 w 2777761"/>
                <a:gd name="connsiteY33" fmla="*/ 3581168 h 3788731"/>
                <a:gd name="connsiteX34" fmla="*/ 645129 w 2777761"/>
                <a:gd name="connsiteY34" fmla="*/ 3575558 h 3788731"/>
                <a:gd name="connsiteX35" fmla="*/ 690008 w 2777761"/>
                <a:gd name="connsiteY35" fmla="*/ 3698974 h 3788731"/>
                <a:gd name="connsiteX36" fmla="*/ 774155 w 2777761"/>
                <a:gd name="connsiteY36" fmla="*/ 3704584 h 3788731"/>
                <a:gd name="connsiteX37" fmla="*/ 779765 w 2777761"/>
                <a:gd name="connsiteY37" fmla="*/ 3474581 h 3788731"/>
                <a:gd name="connsiteX38" fmla="*/ 746106 w 2777761"/>
                <a:gd name="connsiteY38" fmla="*/ 3205310 h 3788731"/>
                <a:gd name="connsiteX39" fmla="*/ 903181 w 2777761"/>
                <a:gd name="connsiteY39" fmla="*/ 2627499 h 3788731"/>
                <a:gd name="connsiteX40" fmla="*/ 1166842 w 2777761"/>
                <a:gd name="connsiteY40" fmla="*/ 2520912 h 3788731"/>
                <a:gd name="connsiteX41" fmla="*/ 1531480 w 2777761"/>
                <a:gd name="connsiteY41" fmla="*/ 2627499 h 3788731"/>
                <a:gd name="connsiteX42" fmla="*/ 1593188 w 2777761"/>
                <a:gd name="connsiteY42" fmla="*/ 2627499 h 3788731"/>
                <a:gd name="connsiteX43" fmla="*/ 1649286 w 2777761"/>
                <a:gd name="connsiteY43" fmla="*/ 2728476 h 3788731"/>
                <a:gd name="connsiteX44" fmla="*/ 1800751 w 2777761"/>
                <a:gd name="connsiteY44" fmla="*/ 2762134 h 3788731"/>
                <a:gd name="connsiteX45" fmla="*/ 1811971 w 2777761"/>
                <a:gd name="connsiteY45" fmla="*/ 2795793 h 3788731"/>
                <a:gd name="connsiteX46" fmla="*/ 1772702 w 2777761"/>
                <a:gd name="connsiteY46" fmla="*/ 2997747 h 3788731"/>
                <a:gd name="connsiteX47" fmla="*/ 1750263 w 2777761"/>
                <a:gd name="connsiteY47" fmla="*/ 3323116 h 3788731"/>
                <a:gd name="connsiteX48" fmla="*/ 1542700 w 2777761"/>
                <a:gd name="connsiteY48" fmla="*/ 3345555 h 3788731"/>
                <a:gd name="connsiteX49" fmla="*/ 1206111 w 2777761"/>
                <a:gd name="connsiteY49" fmla="*/ 3396044 h 3788731"/>
                <a:gd name="connsiteX50" fmla="*/ 1178062 w 2777761"/>
                <a:gd name="connsiteY50" fmla="*/ 3468971 h 3788731"/>
                <a:gd name="connsiteX51" fmla="*/ 1116354 w 2777761"/>
                <a:gd name="connsiteY51" fmla="*/ 3497020 h 3788731"/>
                <a:gd name="connsiteX52" fmla="*/ 1144403 w 2777761"/>
                <a:gd name="connsiteY52" fmla="*/ 3631656 h 3788731"/>
                <a:gd name="connsiteX53" fmla="*/ 1284648 w 2777761"/>
                <a:gd name="connsiteY53" fmla="*/ 3637266 h 3788731"/>
                <a:gd name="connsiteX54" fmla="*/ 1279038 w 2777761"/>
                <a:gd name="connsiteY54" fmla="*/ 3485801 h 3788731"/>
                <a:gd name="connsiteX55" fmla="*/ 1458552 w 2777761"/>
                <a:gd name="connsiteY55" fmla="*/ 3497020 h 3788731"/>
                <a:gd name="connsiteX56" fmla="*/ 1430503 w 2777761"/>
                <a:gd name="connsiteY56" fmla="*/ 3575558 h 3788731"/>
                <a:gd name="connsiteX57" fmla="*/ 1402454 w 2777761"/>
                <a:gd name="connsiteY57" fmla="*/ 3637266 h 3788731"/>
                <a:gd name="connsiteX58" fmla="*/ 1318307 w 2777761"/>
                <a:gd name="connsiteY58" fmla="*/ 3654095 h 3788731"/>
                <a:gd name="connsiteX59" fmla="*/ 1452943 w 2777761"/>
                <a:gd name="connsiteY59" fmla="*/ 3777511 h 3788731"/>
                <a:gd name="connsiteX60" fmla="*/ 1520260 w 2777761"/>
                <a:gd name="connsiteY60" fmla="*/ 3642876 h 3788731"/>
                <a:gd name="connsiteX61" fmla="*/ 1823190 w 2777761"/>
                <a:gd name="connsiteY61" fmla="*/ 3541899 h 3788731"/>
                <a:gd name="connsiteX62" fmla="*/ 2159779 w 2777761"/>
                <a:gd name="connsiteY62" fmla="*/ 3614826 h 3788731"/>
                <a:gd name="connsiteX63" fmla="*/ 2114901 w 2777761"/>
                <a:gd name="connsiteY63" fmla="*/ 3715803 h 3788731"/>
                <a:gd name="connsiteX64" fmla="*/ 2210268 w 2777761"/>
                <a:gd name="connsiteY64" fmla="*/ 3783121 h 3788731"/>
                <a:gd name="connsiteX65" fmla="*/ 2283195 w 2777761"/>
                <a:gd name="connsiteY65" fmla="*/ 3732633 h 3788731"/>
                <a:gd name="connsiteX66" fmla="*/ 2271976 w 2777761"/>
                <a:gd name="connsiteY66" fmla="*/ 3637266 h 3788731"/>
                <a:gd name="connsiteX67" fmla="*/ 2451490 w 2777761"/>
                <a:gd name="connsiteY67" fmla="*/ 3558728 h 3788731"/>
                <a:gd name="connsiteX68" fmla="*/ 2434660 w 2777761"/>
                <a:gd name="connsiteY68" fmla="*/ 3384824 h 3788731"/>
                <a:gd name="connsiteX69" fmla="*/ 1929777 w 2777761"/>
                <a:gd name="connsiteY69" fmla="*/ 3356775 h 3788731"/>
                <a:gd name="connsiteX70" fmla="*/ 1918557 w 2777761"/>
                <a:gd name="connsiteY70" fmla="*/ 3031406 h 3788731"/>
                <a:gd name="connsiteX71" fmla="*/ 1884898 w 2777761"/>
                <a:gd name="connsiteY71" fmla="*/ 3014576 h 3788731"/>
                <a:gd name="connsiteX72" fmla="*/ 1907338 w 2777761"/>
                <a:gd name="connsiteY72" fmla="*/ 2835062 h 3788731"/>
                <a:gd name="connsiteX73" fmla="*/ 1862459 w 2777761"/>
                <a:gd name="connsiteY73" fmla="*/ 2773354 h 3788731"/>
                <a:gd name="connsiteX74" fmla="*/ 2109291 w 2777761"/>
                <a:gd name="connsiteY74" fmla="*/ 2717256 h 3788731"/>
                <a:gd name="connsiteX75" fmla="*/ 2131730 w 2777761"/>
                <a:gd name="connsiteY75" fmla="*/ 2588230 h 3788731"/>
                <a:gd name="connsiteX76" fmla="*/ 2372952 w 2777761"/>
                <a:gd name="connsiteY76" fmla="*/ 2621889 h 3788731"/>
                <a:gd name="connsiteX77" fmla="*/ 2597345 w 2777761"/>
                <a:gd name="connsiteY77" fmla="*/ 2032858 h 3788731"/>
                <a:gd name="connsiteX78" fmla="*/ 2552466 w 2777761"/>
                <a:gd name="connsiteY78" fmla="*/ 1948711 h 3788731"/>
                <a:gd name="connsiteX79" fmla="*/ 2698322 w 2777761"/>
                <a:gd name="connsiteY79" fmla="*/ 1460657 h 3788731"/>
                <a:gd name="connsiteX80" fmla="*/ 2642224 w 2777761"/>
                <a:gd name="connsiteY80" fmla="*/ 1354071 h 3788731"/>
                <a:gd name="connsiteX81" fmla="*/ 2485148 w 2777761"/>
                <a:gd name="connsiteY81" fmla="*/ 798699 h 3788731"/>
                <a:gd name="connsiteX82" fmla="*/ 2743201 w 2777761"/>
                <a:gd name="connsiteY82" fmla="*/ 675283 h 3788731"/>
                <a:gd name="connsiteX83" fmla="*/ 2715151 w 2777761"/>
                <a:gd name="connsiteY83" fmla="*/ 434061 h 3788731"/>
                <a:gd name="connsiteX84" fmla="*/ 2631004 w 2777761"/>
                <a:gd name="connsiteY84" fmla="*/ 86253 h 3788731"/>
                <a:gd name="connsiteX0" fmla="*/ 2631004 w 2777761"/>
                <a:gd name="connsiteY0" fmla="*/ 86253 h 3788731"/>
                <a:gd name="connsiteX1" fmla="*/ 2434660 w 2777761"/>
                <a:gd name="connsiteY1" fmla="*/ 2105 h 3788731"/>
                <a:gd name="connsiteX2" fmla="*/ 2193438 w 2777761"/>
                <a:gd name="connsiteY2" fmla="*/ 159180 h 3788731"/>
                <a:gd name="connsiteX3" fmla="*/ 2092462 w 2777761"/>
                <a:gd name="connsiteY3" fmla="*/ 198449 h 3788731"/>
                <a:gd name="connsiteX4" fmla="*/ 2142950 w 2777761"/>
                <a:gd name="connsiteY4" fmla="*/ 288206 h 3788731"/>
                <a:gd name="connsiteX5" fmla="*/ 2030754 w 2777761"/>
                <a:gd name="connsiteY5" fmla="*/ 450890 h 3788731"/>
                <a:gd name="connsiteX6" fmla="*/ 2137342 w 2777761"/>
                <a:gd name="connsiteY6" fmla="*/ 585526 h 3788731"/>
                <a:gd name="connsiteX7" fmla="*/ 2159779 w 2777761"/>
                <a:gd name="connsiteY7" fmla="*/ 708942 h 3788731"/>
                <a:gd name="connsiteX8" fmla="*/ 2030754 w 2777761"/>
                <a:gd name="connsiteY8" fmla="*/ 753820 h 3788731"/>
                <a:gd name="connsiteX9" fmla="*/ 1997095 w 2777761"/>
                <a:gd name="connsiteY9" fmla="*/ 821138 h 3788731"/>
                <a:gd name="connsiteX10" fmla="*/ 1997095 w 2777761"/>
                <a:gd name="connsiteY10" fmla="*/ 708942 h 3788731"/>
                <a:gd name="connsiteX11" fmla="*/ 1946606 w 2777761"/>
                <a:gd name="connsiteY11" fmla="*/ 669673 h 3788731"/>
                <a:gd name="connsiteX12" fmla="*/ 1783922 w 2777761"/>
                <a:gd name="connsiteY12" fmla="*/ 770649 h 3788731"/>
                <a:gd name="connsiteX13" fmla="*/ 1402454 w 2777761"/>
                <a:gd name="connsiteY13" fmla="*/ 579916 h 3788731"/>
                <a:gd name="connsiteX14" fmla="*/ 1666115 w 2777761"/>
                <a:gd name="connsiteY14" fmla="*/ 1129678 h 3788731"/>
                <a:gd name="connsiteX15" fmla="*/ 1800751 w 2777761"/>
                <a:gd name="connsiteY15" fmla="*/ 1225045 h 3788731"/>
                <a:gd name="connsiteX16" fmla="*/ 1649286 w 2777761"/>
                <a:gd name="connsiteY16" fmla="*/ 1449437 h 3788731"/>
                <a:gd name="connsiteX17" fmla="*/ 1727824 w 2777761"/>
                <a:gd name="connsiteY17" fmla="*/ 1668220 h 3788731"/>
                <a:gd name="connsiteX18" fmla="*/ 1817581 w 2777761"/>
                <a:gd name="connsiteY18" fmla="*/ 1662611 h 3788731"/>
                <a:gd name="connsiteX19" fmla="*/ 1671725 w 2777761"/>
                <a:gd name="connsiteY19" fmla="*/ 1830905 h 3788731"/>
                <a:gd name="connsiteX20" fmla="*/ 914400 w 2777761"/>
                <a:gd name="connsiteY20" fmla="*/ 1578463 h 3788731"/>
                <a:gd name="connsiteX21" fmla="*/ 460005 w 2777761"/>
                <a:gd name="connsiteY21" fmla="*/ 2605060 h 3788731"/>
                <a:gd name="connsiteX22" fmla="*/ 263662 w 2777761"/>
                <a:gd name="connsiteY22" fmla="*/ 2812623 h 3788731"/>
                <a:gd name="connsiteX23" fmla="*/ 44879 w 2777761"/>
                <a:gd name="connsiteY23" fmla="*/ 2857501 h 3788731"/>
                <a:gd name="connsiteX24" fmla="*/ 0 w 2777761"/>
                <a:gd name="connsiteY24" fmla="*/ 2964088 h 3788731"/>
                <a:gd name="connsiteX25" fmla="*/ 274881 w 2777761"/>
                <a:gd name="connsiteY25" fmla="*/ 3087504 h 3788731"/>
                <a:gd name="connsiteX26" fmla="*/ 504884 w 2777761"/>
                <a:gd name="connsiteY26" fmla="*/ 2986527 h 3788731"/>
                <a:gd name="connsiteX27" fmla="*/ 471225 w 2777761"/>
                <a:gd name="connsiteY27" fmla="*/ 3115553 h 3788731"/>
                <a:gd name="connsiteX28" fmla="*/ 572201 w 2777761"/>
                <a:gd name="connsiteY28" fmla="*/ 3160431 h 3788731"/>
                <a:gd name="connsiteX29" fmla="*/ 381468 w 2777761"/>
                <a:gd name="connsiteY29" fmla="*/ 3620436 h 3788731"/>
                <a:gd name="connsiteX30" fmla="*/ 196344 w 2777761"/>
                <a:gd name="connsiteY30" fmla="*/ 3665315 h 3788731"/>
                <a:gd name="connsiteX31" fmla="*/ 263662 w 2777761"/>
                <a:gd name="connsiteY31" fmla="*/ 3766291 h 3788731"/>
                <a:gd name="connsiteX32" fmla="*/ 555372 w 2777761"/>
                <a:gd name="connsiteY32" fmla="*/ 3788731 h 3788731"/>
                <a:gd name="connsiteX33" fmla="*/ 589031 w 2777761"/>
                <a:gd name="connsiteY33" fmla="*/ 3581168 h 3788731"/>
                <a:gd name="connsiteX34" fmla="*/ 645129 w 2777761"/>
                <a:gd name="connsiteY34" fmla="*/ 3575558 h 3788731"/>
                <a:gd name="connsiteX35" fmla="*/ 690008 w 2777761"/>
                <a:gd name="connsiteY35" fmla="*/ 3698974 h 3788731"/>
                <a:gd name="connsiteX36" fmla="*/ 774155 w 2777761"/>
                <a:gd name="connsiteY36" fmla="*/ 3704584 h 3788731"/>
                <a:gd name="connsiteX37" fmla="*/ 779765 w 2777761"/>
                <a:gd name="connsiteY37" fmla="*/ 3474581 h 3788731"/>
                <a:gd name="connsiteX38" fmla="*/ 746106 w 2777761"/>
                <a:gd name="connsiteY38" fmla="*/ 3205310 h 3788731"/>
                <a:gd name="connsiteX39" fmla="*/ 903181 w 2777761"/>
                <a:gd name="connsiteY39" fmla="*/ 2627499 h 3788731"/>
                <a:gd name="connsiteX40" fmla="*/ 1166842 w 2777761"/>
                <a:gd name="connsiteY40" fmla="*/ 2520912 h 3788731"/>
                <a:gd name="connsiteX41" fmla="*/ 1531480 w 2777761"/>
                <a:gd name="connsiteY41" fmla="*/ 2627499 h 3788731"/>
                <a:gd name="connsiteX42" fmla="*/ 1593188 w 2777761"/>
                <a:gd name="connsiteY42" fmla="*/ 2627499 h 3788731"/>
                <a:gd name="connsiteX43" fmla="*/ 1649286 w 2777761"/>
                <a:gd name="connsiteY43" fmla="*/ 2728476 h 3788731"/>
                <a:gd name="connsiteX44" fmla="*/ 1800751 w 2777761"/>
                <a:gd name="connsiteY44" fmla="*/ 2762134 h 3788731"/>
                <a:gd name="connsiteX45" fmla="*/ 1811971 w 2777761"/>
                <a:gd name="connsiteY45" fmla="*/ 2795793 h 3788731"/>
                <a:gd name="connsiteX46" fmla="*/ 1772702 w 2777761"/>
                <a:gd name="connsiteY46" fmla="*/ 2997747 h 3788731"/>
                <a:gd name="connsiteX47" fmla="*/ 1750263 w 2777761"/>
                <a:gd name="connsiteY47" fmla="*/ 3323116 h 3788731"/>
                <a:gd name="connsiteX48" fmla="*/ 1542700 w 2777761"/>
                <a:gd name="connsiteY48" fmla="*/ 3345555 h 3788731"/>
                <a:gd name="connsiteX49" fmla="*/ 1206111 w 2777761"/>
                <a:gd name="connsiteY49" fmla="*/ 3396044 h 3788731"/>
                <a:gd name="connsiteX50" fmla="*/ 1178062 w 2777761"/>
                <a:gd name="connsiteY50" fmla="*/ 3468971 h 3788731"/>
                <a:gd name="connsiteX51" fmla="*/ 1116354 w 2777761"/>
                <a:gd name="connsiteY51" fmla="*/ 3497020 h 3788731"/>
                <a:gd name="connsiteX52" fmla="*/ 1144403 w 2777761"/>
                <a:gd name="connsiteY52" fmla="*/ 3631656 h 3788731"/>
                <a:gd name="connsiteX53" fmla="*/ 1284648 w 2777761"/>
                <a:gd name="connsiteY53" fmla="*/ 3637266 h 3788731"/>
                <a:gd name="connsiteX54" fmla="*/ 1279038 w 2777761"/>
                <a:gd name="connsiteY54" fmla="*/ 3485801 h 3788731"/>
                <a:gd name="connsiteX55" fmla="*/ 1458552 w 2777761"/>
                <a:gd name="connsiteY55" fmla="*/ 3497020 h 3788731"/>
                <a:gd name="connsiteX56" fmla="*/ 1430503 w 2777761"/>
                <a:gd name="connsiteY56" fmla="*/ 3575558 h 3788731"/>
                <a:gd name="connsiteX57" fmla="*/ 1402454 w 2777761"/>
                <a:gd name="connsiteY57" fmla="*/ 3637266 h 3788731"/>
                <a:gd name="connsiteX58" fmla="*/ 1318307 w 2777761"/>
                <a:gd name="connsiteY58" fmla="*/ 3654095 h 3788731"/>
                <a:gd name="connsiteX59" fmla="*/ 1452943 w 2777761"/>
                <a:gd name="connsiteY59" fmla="*/ 3777511 h 3788731"/>
                <a:gd name="connsiteX60" fmla="*/ 1520260 w 2777761"/>
                <a:gd name="connsiteY60" fmla="*/ 3642876 h 3788731"/>
                <a:gd name="connsiteX61" fmla="*/ 1823190 w 2777761"/>
                <a:gd name="connsiteY61" fmla="*/ 3541899 h 3788731"/>
                <a:gd name="connsiteX62" fmla="*/ 2159779 w 2777761"/>
                <a:gd name="connsiteY62" fmla="*/ 3614826 h 3788731"/>
                <a:gd name="connsiteX63" fmla="*/ 2114901 w 2777761"/>
                <a:gd name="connsiteY63" fmla="*/ 3715803 h 3788731"/>
                <a:gd name="connsiteX64" fmla="*/ 2210268 w 2777761"/>
                <a:gd name="connsiteY64" fmla="*/ 3783121 h 3788731"/>
                <a:gd name="connsiteX65" fmla="*/ 2283195 w 2777761"/>
                <a:gd name="connsiteY65" fmla="*/ 3732633 h 3788731"/>
                <a:gd name="connsiteX66" fmla="*/ 2271976 w 2777761"/>
                <a:gd name="connsiteY66" fmla="*/ 3637266 h 3788731"/>
                <a:gd name="connsiteX67" fmla="*/ 2451490 w 2777761"/>
                <a:gd name="connsiteY67" fmla="*/ 3558728 h 3788731"/>
                <a:gd name="connsiteX68" fmla="*/ 2434660 w 2777761"/>
                <a:gd name="connsiteY68" fmla="*/ 3384824 h 3788731"/>
                <a:gd name="connsiteX69" fmla="*/ 1929777 w 2777761"/>
                <a:gd name="connsiteY69" fmla="*/ 3356775 h 3788731"/>
                <a:gd name="connsiteX70" fmla="*/ 1918557 w 2777761"/>
                <a:gd name="connsiteY70" fmla="*/ 3031406 h 3788731"/>
                <a:gd name="connsiteX71" fmla="*/ 1884898 w 2777761"/>
                <a:gd name="connsiteY71" fmla="*/ 3014576 h 3788731"/>
                <a:gd name="connsiteX72" fmla="*/ 1907338 w 2777761"/>
                <a:gd name="connsiteY72" fmla="*/ 2835062 h 3788731"/>
                <a:gd name="connsiteX73" fmla="*/ 1862459 w 2777761"/>
                <a:gd name="connsiteY73" fmla="*/ 2773354 h 3788731"/>
                <a:gd name="connsiteX74" fmla="*/ 2109291 w 2777761"/>
                <a:gd name="connsiteY74" fmla="*/ 2717256 h 3788731"/>
                <a:gd name="connsiteX75" fmla="*/ 2131730 w 2777761"/>
                <a:gd name="connsiteY75" fmla="*/ 2588230 h 3788731"/>
                <a:gd name="connsiteX76" fmla="*/ 2372952 w 2777761"/>
                <a:gd name="connsiteY76" fmla="*/ 2621889 h 3788731"/>
                <a:gd name="connsiteX77" fmla="*/ 2597345 w 2777761"/>
                <a:gd name="connsiteY77" fmla="*/ 2032858 h 3788731"/>
                <a:gd name="connsiteX78" fmla="*/ 2552466 w 2777761"/>
                <a:gd name="connsiteY78" fmla="*/ 1948711 h 3788731"/>
                <a:gd name="connsiteX79" fmla="*/ 2698322 w 2777761"/>
                <a:gd name="connsiteY79" fmla="*/ 1460657 h 3788731"/>
                <a:gd name="connsiteX80" fmla="*/ 2642224 w 2777761"/>
                <a:gd name="connsiteY80" fmla="*/ 1354071 h 3788731"/>
                <a:gd name="connsiteX81" fmla="*/ 2485148 w 2777761"/>
                <a:gd name="connsiteY81" fmla="*/ 798699 h 3788731"/>
                <a:gd name="connsiteX82" fmla="*/ 2743201 w 2777761"/>
                <a:gd name="connsiteY82" fmla="*/ 675283 h 3788731"/>
                <a:gd name="connsiteX83" fmla="*/ 2715151 w 2777761"/>
                <a:gd name="connsiteY83" fmla="*/ 434061 h 3788731"/>
                <a:gd name="connsiteX84" fmla="*/ 2631004 w 2777761"/>
                <a:gd name="connsiteY84" fmla="*/ 86253 h 3788731"/>
                <a:gd name="connsiteX0" fmla="*/ 2631004 w 2777761"/>
                <a:gd name="connsiteY0" fmla="*/ 86253 h 3788731"/>
                <a:gd name="connsiteX1" fmla="*/ 2434660 w 2777761"/>
                <a:gd name="connsiteY1" fmla="*/ 2105 h 3788731"/>
                <a:gd name="connsiteX2" fmla="*/ 2193438 w 2777761"/>
                <a:gd name="connsiteY2" fmla="*/ 159180 h 3788731"/>
                <a:gd name="connsiteX3" fmla="*/ 2092462 w 2777761"/>
                <a:gd name="connsiteY3" fmla="*/ 198449 h 3788731"/>
                <a:gd name="connsiteX4" fmla="*/ 2142950 w 2777761"/>
                <a:gd name="connsiteY4" fmla="*/ 288206 h 3788731"/>
                <a:gd name="connsiteX5" fmla="*/ 2030754 w 2777761"/>
                <a:gd name="connsiteY5" fmla="*/ 450890 h 3788731"/>
                <a:gd name="connsiteX6" fmla="*/ 2137342 w 2777761"/>
                <a:gd name="connsiteY6" fmla="*/ 585526 h 3788731"/>
                <a:gd name="connsiteX7" fmla="*/ 2159779 w 2777761"/>
                <a:gd name="connsiteY7" fmla="*/ 708942 h 3788731"/>
                <a:gd name="connsiteX8" fmla="*/ 2030754 w 2777761"/>
                <a:gd name="connsiteY8" fmla="*/ 753820 h 3788731"/>
                <a:gd name="connsiteX9" fmla="*/ 1997095 w 2777761"/>
                <a:gd name="connsiteY9" fmla="*/ 821138 h 3788731"/>
                <a:gd name="connsiteX10" fmla="*/ 1997095 w 2777761"/>
                <a:gd name="connsiteY10" fmla="*/ 708942 h 3788731"/>
                <a:gd name="connsiteX11" fmla="*/ 1946606 w 2777761"/>
                <a:gd name="connsiteY11" fmla="*/ 669673 h 3788731"/>
                <a:gd name="connsiteX12" fmla="*/ 1783922 w 2777761"/>
                <a:gd name="connsiteY12" fmla="*/ 770649 h 3788731"/>
                <a:gd name="connsiteX13" fmla="*/ 1402454 w 2777761"/>
                <a:gd name="connsiteY13" fmla="*/ 579916 h 3788731"/>
                <a:gd name="connsiteX14" fmla="*/ 1666115 w 2777761"/>
                <a:gd name="connsiteY14" fmla="*/ 1129678 h 3788731"/>
                <a:gd name="connsiteX15" fmla="*/ 1800751 w 2777761"/>
                <a:gd name="connsiteY15" fmla="*/ 1225045 h 3788731"/>
                <a:gd name="connsiteX16" fmla="*/ 1649286 w 2777761"/>
                <a:gd name="connsiteY16" fmla="*/ 1449437 h 3788731"/>
                <a:gd name="connsiteX17" fmla="*/ 1727824 w 2777761"/>
                <a:gd name="connsiteY17" fmla="*/ 1668220 h 3788731"/>
                <a:gd name="connsiteX18" fmla="*/ 1817581 w 2777761"/>
                <a:gd name="connsiteY18" fmla="*/ 1662611 h 3788731"/>
                <a:gd name="connsiteX19" fmla="*/ 1626846 w 2777761"/>
                <a:gd name="connsiteY19" fmla="*/ 1858954 h 3788731"/>
                <a:gd name="connsiteX20" fmla="*/ 914400 w 2777761"/>
                <a:gd name="connsiteY20" fmla="*/ 1578463 h 3788731"/>
                <a:gd name="connsiteX21" fmla="*/ 460005 w 2777761"/>
                <a:gd name="connsiteY21" fmla="*/ 2605060 h 3788731"/>
                <a:gd name="connsiteX22" fmla="*/ 263662 w 2777761"/>
                <a:gd name="connsiteY22" fmla="*/ 2812623 h 3788731"/>
                <a:gd name="connsiteX23" fmla="*/ 44879 w 2777761"/>
                <a:gd name="connsiteY23" fmla="*/ 2857501 h 3788731"/>
                <a:gd name="connsiteX24" fmla="*/ 0 w 2777761"/>
                <a:gd name="connsiteY24" fmla="*/ 2964088 h 3788731"/>
                <a:gd name="connsiteX25" fmla="*/ 274881 w 2777761"/>
                <a:gd name="connsiteY25" fmla="*/ 3087504 h 3788731"/>
                <a:gd name="connsiteX26" fmla="*/ 504884 w 2777761"/>
                <a:gd name="connsiteY26" fmla="*/ 2986527 h 3788731"/>
                <a:gd name="connsiteX27" fmla="*/ 471225 w 2777761"/>
                <a:gd name="connsiteY27" fmla="*/ 3115553 h 3788731"/>
                <a:gd name="connsiteX28" fmla="*/ 572201 w 2777761"/>
                <a:gd name="connsiteY28" fmla="*/ 3160431 h 3788731"/>
                <a:gd name="connsiteX29" fmla="*/ 381468 w 2777761"/>
                <a:gd name="connsiteY29" fmla="*/ 3620436 h 3788731"/>
                <a:gd name="connsiteX30" fmla="*/ 196344 w 2777761"/>
                <a:gd name="connsiteY30" fmla="*/ 3665315 h 3788731"/>
                <a:gd name="connsiteX31" fmla="*/ 263662 w 2777761"/>
                <a:gd name="connsiteY31" fmla="*/ 3766291 h 3788731"/>
                <a:gd name="connsiteX32" fmla="*/ 555372 w 2777761"/>
                <a:gd name="connsiteY32" fmla="*/ 3788731 h 3788731"/>
                <a:gd name="connsiteX33" fmla="*/ 589031 w 2777761"/>
                <a:gd name="connsiteY33" fmla="*/ 3581168 h 3788731"/>
                <a:gd name="connsiteX34" fmla="*/ 645129 w 2777761"/>
                <a:gd name="connsiteY34" fmla="*/ 3575558 h 3788731"/>
                <a:gd name="connsiteX35" fmla="*/ 690008 w 2777761"/>
                <a:gd name="connsiteY35" fmla="*/ 3698974 h 3788731"/>
                <a:gd name="connsiteX36" fmla="*/ 774155 w 2777761"/>
                <a:gd name="connsiteY36" fmla="*/ 3704584 h 3788731"/>
                <a:gd name="connsiteX37" fmla="*/ 779765 w 2777761"/>
                <a:gd name="connsiteY37" fmla="*/ 3474581 h 3788731"/>
                <a:gd name="connsiteX38" fmla="*/ 746106 w 2777761"/>
                <a:gd name="connsiteY38" fmla="*/ 3205310 h 3788731"/>
                <a:gd name="connsiteX39" fmla="*/ 903181 w 2777761"/>
                <a:gd name="connsiteY39" fmla="*/ 2627499 h 3788731"/>
                <a:gd name="connsiteX40" fmla="*/ 1166842 w 2777761"/>
                <a:gd name="connsiteY40" fmla="*/ 2520912 h 3788731"/>
                <a:gd name="connsiteX41" fmla="*/ 1531480 w 2777761"/>
                <a:gd name="connsiteY41" fmla="*/ 2627499 h 3788731"/>
                <a:gd name="connsiteX42" fmla="*/ 1593188 w 2777761"/>
                <a:gd name="connsiteY42" fmla="*/ 2627499 h 3788731"/>
                <a:gd name="connsiteX43" fmla="*/ 1649286 w 2777761"/>
                <a:gd name="connsiteY43" fmla="*/ 2728476 h 3788731"/>
                <a:gd name="connsiteX44" fmla="*/ 1800751 w 2777761"/>
                <a:gd name="connsiteY44" fmla="*/ 2762134 h 3788731"/>
                <a:gd name="connsiteX45" fmla="*/ 1811971 w 2777761"/>
                <a:gd name="connsiteY45" fmla="*/ 2795793 h 3788731"/>
                <a:gd name="connsiteX46" fmla="*/ 1772702 w 2777761"/>
                <a:gd name="connsiteY46" fmla="*/ 2997747 h 3788731"/>
                <a:gd name="connsiteX47" fmla="*/ 1750263 w 2777761"/>
                <a:gd name="connsiteY47" fmla="*/ 3323116 h 3788731"/>
                <a:gd name="connsiteX48" fmla="*/ 1542700 w 2777761"/>
                <a:gd name="connsiteY48" fmla="*/ 3345555 h 3788731"/>
                <a:gd name="connsiteX49" fmla="*/ 1206111 w 2777761"/>
                <a:gd name="connsiteY49" fmla="*/ 3396044 h 3788731"/>
                <a:gd name="connsiteX50" fmla="*/ 1178062 w 2777761"/>
                <a:gd name="connsiteY50" fmla="*/ 3468971 h 3788731"/>
                <a:gd name="connsiteX51" fmla="*/ 1116354 w 2777761"/>
                <a:gd name="connsiteY51" fmla="*/ 3497020 h 3788731"/>
                <a:gd name="connsiteX52" fmla="*/ 1144403 w 2777761"/>
                <a:gd name="connsiteY52" fmla="*/ 3631656 h 3788731"/>
                <a:gd name="connsiteX53" fmla="*/ 1284648 w 2777761"/>
                <a:gd name="connsiteY53" fmla="*/ 3637266 h 3788731"/>
                <a:gd name="connsiteX54" fmla="*/ 1279038 w 2777761"/>
                <a:gd name="connsiteY54" fmla="*/ 3485801 h 3788731"/>
                <a:gd name="connsiteX55" fmla="*/ 1458552 w 2777761"/>
                <a:gd name="connsiteY55" fmla="*/ 3497020 h 3788731"/>
                <a:gd name="connsiteX56" fmla="*/ 1430503 w 2777761"/>
                <a:gd name="connsiteY56" fmla="*/ 3575558 h 3788731"/>
                <a:gd name="connsiteX57" fmla="*/ 1402454 w 2777761"/>
                <a:gd name="connsiteY57" fmla="*/ 3637266 h 3788731"/>
                <a:gd name="connsiteX58" fmla="*/ 1318307 w 2777761"/>
                <a:gd name="connsiteY58" fmla="*/ 3654095 h 3788731"/>
                <a:gd name="connsiteX59" fmla="*/ 1452943 w 2777761"/>
                <a:gd name="connsiteY59" fmla="*/ 3777511 h 3788731"/>
                <a:gd name="connsiteX60" fmla="*/ 1520260 w 2777761"/>
                <a:gd name="connsiteY60" fmla="*/ 3642876 h 3788731"/>
                <a:gd name="connsiteX61" fmla="*/ 1823190 w 2777761"/>
                <a:gd name="connsiteY61" fmla="*/ 3541899 h 3788731"/>
                <a:gd name="connsiteX62" fmla="*/ 2159779 w 2777761"/>
                <a:gd name="connsiteY62" fmla="*/ 3614826 h 3788731"/>
                <a:gd name="connsiteX63" fmla="*/ 2114901 w 2777761"/>
                <a:gd name="connsiteY63" fmla="*/ 3715803 h 3788731"/>
                <a:gd name="connsiteX64" fmla="*/ 2210268 w 2777761"/>
                <a:gd name="connsiteY64" fmla="*/ 3783121 h 3788731"/>
                <a:gd name="connsiteX65" fmla="*/ 2283195 w 2777761"/>
                <a:gd name="connsiteY65" fmla="*/ 3732633 h 3788731"/>
                <a:gd name="connsiteX66" fmla="*/ 2271976 w 2777761"/>
                <a:gd name="connsiteY66" fmla="*/ 3637266 h 3788731"/>
                <a:gd name="connsiteX67" fmla="*/ 2451490 w 2777761"/>
                <a:gd name="connsiteY67" fmla="*/ 3558728 h 3788731"/>
                <a:gd name="connsiteX68" fmla="*/ 2434660 w 2777761"/>
                <a:gd name="connsiteY68" fmla="*/ 3384824 h 3788731"/>
                <a:gd name="connsiteX69" fmla="*/ 1929777 w 2777761"/>
                <a:gd name="connsiteY69" fmla="*/ 3356775 h 3788731"/>
                <a:gd name="connsiteX70" fmla="*/ 1918557 w 2777761"/>
                <a:gd name="connsiteY70" fmla="*/ 3031406 h 3788731"/>
                <a:gd name="connsiteX71" fmla="*/ 1884898 w 2777761"/>
                <a:gd name="connsiteY71" fmla="*/ 3014576 h 3788731"/>
                <a:gd name="connsiteX72" fmla="*/ 1907338 w 2777761"/>
                <a:gd name="connsiteY72" fmla="*/ 2835062 h 3788731"/>
                <a:gd name="connsiteX73" fmla="*/ 1862459 w 2777761"/>
                <a:gd name="connsiteY73" fmla="*/ 2773354 h 3788731"/>
                <a:gd name="connsiteX74" fmla="*/ 2109291 w 2777761"/>
                <a:gd name="connsiteY74" fmla="*/ 2717256 h 3788731"/>
                <a:gd name="connsiteX75" fmla="*/ 2131730 w 2777761"/>
                <a:gd name="connsiteY75" fmla="*/ 2588230 h 3788731"/>
                <a:gd name="connsiteX76" fmla="*/ 2372952 w 2777761"/>
                <a:gd name="connsiteY76" fmla="*/ 2621889 h 3788731"/>
                <a:gd name="connsiteX77" fmla="*/ 2597345 w 2777761"/>
                <a:gd name="connsiteY77" fmla="*/ 2032858 h 3788731"/>
                <a:gd name="connsiteX78" fmla="*/ 2552466 w 2777761"/>
                <a:gd name="connsiteY78" fmla="*/ 1948711 h 3788731"/>
                <a:gd name="connsiteX79" fmla="*/ 2698322 w 2777761"/>
                <a:gd name="connsiteY79" fmla="*/ 1460657 h 3788731"/>
                <a:gd name="connsiteX80" fmla="*/ 2642224 w 2777761"/>
                <a:gd name="connsiteY80" fmla="*/ 1354071 h 3788731"/>
                <a:gd name="connsiteX81" fmla="*/ 2485148 w 2777761"/>
                <a:gd name="connsiteY81" fmla="*/ 798699 h 3788731"/>
                <a:gd name="connsiteX82" fmla="*/ 2743201 w 2777761"/>
                <a:gd name="connsiteY82" fmla="*/ 675283 h 3788731"/>
                <a:gd name="connsiteX83" fmla="*/ 2715151 w 2777761"/>
                <a:gd name="connsiteY83" fmla="*/ 434061 h 3788731"/>
                <a:gd name="connsiteX84" fmla="*/ 2631004 w 2777761"/>
                <a:gd name="connsiteY84" fmla="*/ 86253 h 3788731"/>
                <a:gd name="connsiteX0" fmla="*/ 2631004 w 2777761"/>
                <a:gd name="connsiteY0" fmla="*/ 86253 h 3788731"/>
                <a:gd name="connsiteX1" fmla="*/ 2434660 w 2777761"/>
                <a:gd name="connsiteY1" fmla="*/ 2105 h 3788731"/>
                <a:gd name="connsiteX2" fmla="*/ 2193438 w 2777761"/>
                <a:gd name="connsiteY2" fmla="*/ 159180 h 3788731"/>
                <a:gd name="connsiteX3" fmla="*/ 2092462 w 2777761"/>
                <a:gd name="connsiteY3" fmla="*/ 198449 h 3788731"/>
                <a:gd name="connsiteX4" fmla="*/ 2142950 w 2777761"/>
                <a:gd name="connsiteY4" fmla="*/ 288206 h 3788731"/>
                <a:gd name="connsiteX5" fmla="*/ 2030754 w 2777761"/>
                <a:gd name="connsiteY5" fmla="*/ 450890 h 3788731"/>
                <a:gd name="connsiteX6" fmla="*/ 2137342 w 2777761"/>
                <a:gd name="connsiteY6" fmla="*/ 585526 h 3788731"/>
                <a:gd name="connsiteX7" fmla="*/ 2159779 w 2777761"/>
                <a:gd name="connsiteY7" fmla="*/ 708942 h 3788731"/>
                <a:gd name="connsiteX8" fmla="*/ 2030754 w 2777761"/>
                <a:gd name="connsiteY8" fmla="*/ 753820 h 3788731"/>
                <a:gd name="connsiteX9" fmla="*/ 1997095 w 2777761"/>
                <a:gd name="connsiteY9" fmla="*/ 821138 h 3788731"/>
                <a:gd name="connsiteX10" fmla="*/ 1997095 w 2777761"/>
                <a:gd name="connsiteY10" fmla="*/ 708942 h 3788731"/>
                <a:gd name="connsiteX11" fmla="*/ 1946606 w 2777761"/>
                <a:gd name="connsiteY11" fmla="*/ 669673 h 3788731"/>
                <a:gd name="connsiteX12" fmla="*/ 1783922 w 2777761"/>
                <a:gd name="connsiteY12" fmla="*/ 770649 h 3788731"/>
                <a:gd name="connsiteX13" fmla="*/ 1402454 w 2777761"/>
                <a:gd name="connsiteY13" fmla="*/ 579916 h 3788731"/>
                <a:gd name="connsiteX14" fmla="*/ 1666115 w 2777761"/>
                <a:gd name="connsiteY14" fmla="*/ 1129678 h 3788731"/>
                <a:gd name="connsiteX15" fmla="*/ 1800751 w 2777761"/>
                <a:gd name="connsiteY15" fmla="*/ 1225045 h 3788731"/>
                <a:gd name="connsiteX16" fmla="*/ 1649286 w 2777761"/>
                <a:gd name="connsiteY16" fmla="*/ 1449437 h 3788731"/>
                <a:gd name="connsiteX17" fmla="*/ 1727824 w 2777761"/>
                <a:gd name="connsiteY17" fmla="*/ 1668220 h 3788731"/>
                <a:gd name="connsiteX18" fmla="*/ 1817581 w 2777761"/>
                <a:gd name="connsiteY18" fmla="*/ 1662611 h 3788731"/>
                <a:gd name="connsiteX19" fmla="*/ 1626846 w 2777761"/>
                <a:gd name="connsiteY19" fmla="*/ 1858954 h 3788731"/>
                <a:gd name="connsiteX20" fmla="*/ 914400 w 2777761"/>
                <a:gd name="connsiteY20" fmla="*/ 1578463 h 3788731"/>
                <a:gd name="connsiteX21" fmla="*/ 460005 w 2777761"/>
                <a:gd name="connsiteY21" fmla="*/ 2605060 h 3788731"/>
                <a:gd name="connsiteX22" fmla="*/ 263662 w 2777761"/>
                <a:gd name="connsiteY22" fmla="*/ 2812623 h 3788731"/>
                <a:gd name="connsiteX23" fmla="*/ 44879 w 2777761"/>
                <a:gd name="connsiteY23" fmla="*/ 2857501 h 3788731"/>
                <a:gd name="connsiteX24" fmla="*/ 0 w 2777761"/>
                <a:gd name="connsiteY24" fmla="*/ 2964088 h 3788731"/>
                <a:gd name="connsiteX25" fmla="*/ 274881 w 2777761"/>
                <a:gd name="connsiteY25" fmla="*/ 3087504 h 3788731"/>
                <a:gd name="connsiteX26" fmla="*/ 504884 w 2777761"/>
                <a:gd name="connsiteY26" fmla="*/ 2986527 h 3788731"/>
                <a:gd name="connsiteX27" fmla="*/ 471225 w 2777761"/>
                <a:gd name="connsiteY27" fmla="*/ 3115553 h 3788731"/>
                <a:gd name="connsiteX28" fmla="*/ 572201 w 2777761"/>
                <a:gd name="connsiteY28" fmla="*/ 3160431 h 3788731"/>
                <a:gd name="connsiteX29" fmla="*/ 381468 w 2777761"/>
                <a:gd name="connsiteY29" fmla="*/ 3620436 h 3788731"/>
                <a:gd name="connsiteX30" fmla="*/ 196344 w 2777761"/>
                <a:gd name="connsiteY30" fmla="*/ 3665315 h 3788731"/>
                <a:gd name="connsiteX31" fmla="*/ 263662 w 2777761"/>
                <a:gd name="connsiteY31" fmla="*/ 3766291 h 3788731"/>
                <a:gd name="connsiteX32" fmla="*/ 555372 w 2777761"/>
                <a:gd name="connsiteY32" fmla="*/ 3788731 h 3788731"/>
                <a:gd name="connsiteX33" fmla="*/ 589031 w 2777761"/>
                <a:gd name="connsiteY33" fmla="*/ 3581168 h 3788731"/>
                <a:gd name="connsiteX34" fmla="*/ 645129 w 2777761"/>
                <a:gd name="connsiteY34" fmla="*/ 3575558 h 3788731"/>
                <a:gd name="connsiteX35" fmla="*/ 690008 w 2777761"/>
                <a:gd name="connsiteY35" fmla="*/ 3698974 h 3788731"/>
                <a:gd name="connsiteX36" fmla="*/ 774155 w 2777761"/>
                <a:gd name="connsiteY36" fmla="*/ 3704584 h 3788731"/>
                <a:gd name="connsiteX37" fmla="*/ 779765 w 2777761"/>
                <a:gd name="connsiteY37" fmla="*/ 3474581 h 3788731"/>
                <a:gd name="connsiteX38" fmla="*/ 746106 w 2777761"/>
                <a:gd name="connsiteY38" fmla="*/ 3205310 h 3788731"/>
                <a:gd name="connsiteX39" fmla="*/ 903181 w 2777761"/>
                <a:gd name="connsiteY39" fmla="*/ 2627499 h 3788731"/>
                <a:gd name="connsiteX40" fmla="*/ 1166842 w 2777761"/>
                <a:gd name="connsiteY40" fmla="*/ 2520912 h 3788731"/>
                <a:gd name="connsiteX41" fmla="*/ 1531480 w 2777761"/>
                <a:gd name="connsiteY41" fmla="*/ 2627499 h 3788731"/>
                <a:gd name="connsiteX42" fmla="*/ 1593188 w 2777761"/>
                <a:gd name="connsiteY42" fmla="*/ 2627499 h 3788731"/>
                <a:gd name="connsiteX43" fmla="*/ 1649286 w 2777761"/>
                <a:gd name="connsiteY43" fmla="*/ 2728476 h 3788731"/>
                <a:gd name="connsiteX44" fmla="*/ 1800751 w 2777761"/>
                <a:gd name="connsiteY44" fmla="*/ 2762134 h 3788731"/>
                <a:gd name="connsiteX45" fmla="*/ 1811971 w 2777761"/>
                <a:gd name="connsiteY45" fmla="*/ 2795793 h 3788731"/>
                <a:gd name="connsiteX46" fmla="*/ 1772702 w 2777761"/>
                <a:gd name="connsiteY46" fmla="*/ 2997747 h 3788731"/>
                <a:gd name="connsiteX47" fmla="*/ 1750263 w 2777761"/>
                <a:gd name="connsiteY47" fmla="*/ 3323116 h 3788731"/>
                <a:gd name="connsiteX48" fmla="*/ 1542700 w 2777761"/>
                <a:gd name="connsiteY48" fmla="*/ 3345555 h 3788731"/>
                <a:gd name="connsiteX49" fmla="*/ 1206111 w 2777761"/>
                <a:gd name="connsiteY49" fmla="*/ 3396044 h 3788731"/>
                <a:gd name="connsiteX50" fmla="*/ 1178062 w 2777761"/>
                <a:gd name="connsiteY50" fmla="*/ 3468971 h 3788731"/>
                <a:gd name="connsiteX51" fmla="*/ 1116354 w 2777761"/>
                <a:gd name="connsiteY51" fmla="*/ 3497020 h 3788731"/>
                <a:gd name="connsiteX52" fmla="*/ 1144403 w 2777761"/>
                <a:gd name="connsiteY52" fmla="*/ 3631656 h 3788731"/>
                <a:gd name="connsiteX53" fmla="*/ 1284648 w 2777761"/>
                <a:gd name="connsiteY53" fmla="*/ 3637266 h 3788731"/>
                <a:gd name="connsiteX54" fmla="*/ 1279038 w 2777761"/>
                <a:gd name="connsiteY54" fmla="*/ 3485801 h 3788731"/>
                <a:gd name="connsiteX55" fmla="*/ 1458552 w 2777761"/>
                <a:gd name="connsiteY55" fmla="*/ 3497020 h 3788731"/>
                <a:gd name="connsiteX56" fmla="*/ 1430503 w 2777761"/>
                <a:gd name="connsiteY56" fmla="*/ 3575558 h 3788731"/>
                <a:gd name="connsiteX57" fmla="*/ 1402454 w 2777761"/>
                <a:gd name="connsiteY57" fmla="*/ 3637266 h 3788731"/>
                <a:gd name="connsiteX58" fmla="*/ 1318307 w 2777761"/>
                <a:gd name="connsiteY58" fmla="*/ 3654095 h 3788731"/>
                <a:gd name="connsiteX59" fmla="*/ 1452943 w 2777761"/>
                <a:gd name="connsiteY59" fmla="*/ 3777511 h 3788731"/>
                <a:gd name="connsiteX60" fmla="*/ 1520260 w 2777761"/>
                <a:gd name="connsiteY60" fmla="*/ 3642876 h 3788731"/>
                <a:gd name="connsiteX61" fmla="*/ 1823190 w 2777761"/>
                <a:gd name="connsiteY61" fmla="*/ 3541899 h 3788731"/>
                <a:gd name="connsiteX62" fmla="*/ 2159779 w 2777761"/>
                <a:gd name="connsiteY62" fmla="*/ 3614826 h 3788731"/>
                <a:gd name="connsiteX63" fmla="*/ 2114901 w 2777761"/>
                <a:gd name="connsiteY63" fmla="*/ 3715803 h 3788731"/>
                <a:gd name="connsiteX64" fmla="*/ 2210268 w 2777761"/>
                <a:gd name="connsiteY64" fmla="*/ 3783121 h 3788731"/>
                <a:gd name="connsiteX65" fmla="*/ 2283195 w 2777761"/>
                <a:gd name="connsiteY65" fmla="*/ 3732633 h 3788731"/>
                <a:gd name="connsiteX66" fmla="*/ 2271976 w 2777761"/>
                <a:gd name="connsiteY66" fmla="*/ 3637266 h 3788731"/>
                <a:gd name="connsiteX67" fmla="*/ 2451490 w 2777761"/>
                <a:gd name="connsiteY67" fmla="*/ 3558728 h 3788731"/>
                <a:gd name="connsiteX68" fmla="*/ 2434660 w 2777761"/>
                <a:gd name="connsiteY68" fmla="*/ 3384824 h 3788731"/>
                <a:gd name="connsiteX69" fmla="*/ 1929777 w 2777761"/>
                <a:gd name="connsiteY69" fmla="*/ 3356775 h 3788731"/>
                <a:gd name="connsiteX70" fmla="*/ 1918557 w 2777761"/>
                <a:gd name="connsiteY70" fmla="*/ 3031406 h 3788731"/>
                <a:gd name="connsiteX71" fmla="*/ 1884898 w 2777761"/>
                <a:gd name="connsiteY71" fmla="*/ 3014576 h 3788731"/>
                <a:gd name="connsiteX72" fmla="*/ 1907338 w 2777761"/>
                <a:gd name="connsiteY72" fmla="*/ 2835062 h 3788731"/>
                <a:gd name="connsiteX73" fmla="*/ 1862459 w 2777761"/>
                <a:gd name="connsiteY73" fmla="*/ 2773354 h 3788731"/>
                <a:gd name="connsiteX74" fmla="*/ 2109291 w 2777761"/>
                <a:gd name="connsiteY74" fmla="*/ 2717256 h 3788731"/>
                <a:gd name="connsiteX75" fmla="*/ 2131730 w 2777761"/>
                <a:gd name="connsiteY75" fmla="*/ 2588230 h 3788731"/>
                <a:gd name="connsiteX76" fmla="*/ 2372952 w 2777761"/>
                <a:gd name="connsiteY76" fmla="*/ 2621889 h 3788731"/>
                <a:gd name="connsiteX77" fmla="*/ 2597345 w 2777761"/>
                <a:gd name="connsiteY77" fmla="*/ 2032858 h 3788731"/>
                <a:gd name="connsiteX78" fmla="*/ 2552466 w 2777761"/>
                <a:gd name="connsiteY78" fmla="*/ 1948711 h 3788731"/>
                <a:gd name="connsiteX79" fmla="*/ 2698322 w 2777761"/>
                <a:gd name="connsiteY79" fmla="*/ 1460657 h 3788731"/>
                <a:gd name="connsiteX80" fmla="*/ 2642224 w 2777761"/>
                <a:gd name="connsiteY80" fmla="*/ 1354071 h 3788731"/>
                <a:gd name="connsiteX81" fmla="*/ 2485148 w 2777761"/>
                <a:gd name="connsiteY81" fmla="*/ 798699 h 3788731"/>
                <a:gd name="connsiteX82" fmla="*/ 2743201 w 2777761"/>
                <a:gd name="connsiteY82" fmla="*/ 675283 h 3788731"/>
                <a:gd name="connsiteX83" fmla="*/ 2715151 w 2777761"/>
                <a:gd name="connsiteY83" fmla="*/ 434061 h 3788731"/>
                <a:gd name="connsiteX84" fmla="*/ 2631004 w 2777761"/>
                <a:gd name="connsiteY84" fmla="*/ 86253 h 3788731"/>
                <a:gd name="connsiteX0" fmla="*/ 2631004 w 2777761"/>
                <a:gd name="connsiteY0" fmla="*/ 86253 h 3788731"/>
                <a:gd name="connsiteX1" fmla="*/ 2434660 w 2777761"/>
                <a:gd name="connsiteY1" fmla="*/ 2105 h 3788731"/>
                <a:gd name="connsiteX2" fmla="*/ 2193438 w 2777761"/>
                <a:gd name="connsiteY2" fmla="*/ 159180 h 3788731"/>
                <a:gd name="connsiteX3" fmla="*/ 2092462 w 2777761"/>
                <a:gd name="connsiteY3" fmla="*/ 198449 h 3788731"/>
                <a:gd name="connsiteX4" fmla="*/ 2142950 w 2777761"/>
                <a:gd name="connsiteY4" fmla="*/ 288206 h 3788731"/>
                <a:gd name="connsiteX5" fmla="*/ 2030754 w 2777761"/>
                <a:gd name="connsiteY5" fmla="*/ 450890 h 3788731"/>
                <a:gd name="connsiteX6" fmla="*/ 2137342 w 2777761"/>
                <a:gd name="connsiteY6" fmla="*/ 585526 h 3788731"/>
                <a:gd name="connsiteX7" fmla="*/ 2159779 w 2777761"/>
                <a:gd name="connsiteY7" fmla="*/ 708942 h 3788731"/>
                <a:gd name="connsiteX8" fmla="*/ 2030754 w 2777761"/>
                <a:gd name="connsiteY8" fmla="*/ 753820 h 3788731"/>
                <a:gd name="connsiteX9" fmla="*/ 1997095 w 2777761"/>
                <a:gd name="connsiteY9" fmla="*/ 821138 h 3788731"/>
                <a:gd name="connsiteX10" fmla="*/ 1997095 w 2777761"/>
                <a:gd name="connsiteY10" fmla="*/ 708942 h 3788731"/>
                <a:gd name="connsiteX11" fmla="*/ 1946606 w 2777761"/>
                <a:gd name="connsiteY11" fmla="*/ 669673 h 3788731"/>
                <a:gd name="connsiteX12" fmla="*/ 1783922 w 2777761"/>
                <a:gd name="connsiteY12" fmla="*/ 770649 h 3788731"/>
                <a:gd name="connsiteX13" fmla="*/ 1402454 w 2777761"/>
                <a:gd name="connsiteY13" fmla="*/ 579916 h 3788731"/>
                <a:gd name="connsiteX14" fmla="*/ 1666115 w 2777761"/>
                <a:gd name="connsiteY14" fmla="*/ 1129678 h 3788731"/>
                <a:gd name="connsiteX15" fmla="*/ 1800751 w 2777761"/>
                <a:gd name="connsiteY15" fmla="*/ 1225045 h 3788731"/>
                <a:gd name="connsiteX16" fmla="*/ 1649286 w 2777761"/>
                <a:gd name="connsiteY16" fmla="*/ 1449437 h 3788731"/>
                <a:gd name="connsiteX17" fmla="*/ 1727824 w 2777761"/>
                <a:gd name="connsiteY17" fmla="*/ 1668220 h 3788731"/>
                <a:gd name="connsiteX18" fmla="*/ 1817581 w 2777761"/>
                <a:gd name="connsiteY18" fmla="*/ 1662611 h 3788731"/>
                <a:gd name="connsiteX19" fmla="*/ 1626846 w 2777761"/>
                <a:gd name="connsiteY19" fmla="*/ 1858954 h 3788731"/>
                <a:gd name="connsiteX20" fmla="*/ 914400 w 2777761"/>
                <a:gd name="connsiteY20" fmla="*/ 1578463 h 3788731"/>
                <a:gd name="connsiteX21" fmla="*/ 460005 w 2777761"/>
                <a:gd name="connsiteY21" fmla="*/ 2605060 h 3788731"/>
                <a:gd name="connsiteX22" fmla="*/ 263662 w 2777761"/>
                <a:gd name="connsiteY22" fmla="*/ 2812623 h 3788731"/>
                <a:gd name="connsiteX23" fmla="*/ 44879 w 2777761"/>
                <a:gd name="connsiteY23" fmla="*/ 2857501 h 3788731"/>
                <a:gd name="connsiteX24" fmla="*/ 0 w 2777761"/>
                <a:gd name="connsiteY24" fmla="*/ 2964088 h 3788731"/>
                <a:gd name="connsiteX25" fmla="*/ 274881 w 2777761"/>
                <a:gd name="connsiteY25" fmla="*/ 3087504 h 3788731"/>
                <a:gd name="connsiteX26" fmla="*/ 504884 w 2777761"/>
                <a:gd name="connsiteY26" fmla="*/ 2986527 h 3788731"/>
                <a:gd name="connsiteX27" fmla="*/ 471225 w 2777761"/>
                <a:gd name="connsiteY27" fmla="*/ 3115553 h 3788731"/>
                <a:gd name="connsiteX28" fmla="*/ 572201 w 2777761"/>
                <a:gd name="connsiteY28" fmla="*/ 3160431 h 3788731"/>
                <a:gd name="connsiteX29" fmla="*/ 381468 w 2777761"/>
                <a:gd name="connsiteY29" fmla="*/ 3620436 h 3788731"/>
                <a:gd name="connsiteX30" fmla="*/ 196344 w 2777761"/>
                <a:gd name="connsiteY30" fmla="*/ 3665315 h 3788731"/>
                <a:gd name="connsiteX31" fmla="*/ 263662 w 2777761"/>
                <a:gd name="connsiteY31" fmla="*/ 3766291 h 3788731"/>
                <a:gd name="connsiteX32" fmla="*/ 555372 w 2777761"/>
                <a:gd name="connsiteY32" fmla="*/ 3788731 h 3788731"/>
                <a:gd name="connsiteX33" fmla="*/ 589031 w 2777761"/>
                <a:gd name="connsiteY33" fmla="*/ 3581168 h 3788731"/>
                <a:gd name="connsiteX34" fmla="*/ 645129 w 2777761"/>
                <a:gd name="connsiteY34" fmla="*/ 3575558 h 3788731"/>
                <a:gd name="connsiteX35" fmla="*/ 690008 w 2777761"/>
                <a:gd name="connsiteY35" fmla="*/ 3698974 h 3788731"/>
                <a:gd name="connsiteX36" fmla="*/ 774155 w 2777761"/>
                <a:gd name="connsiteY36" fmla="*/ 3704584 h 3788731"/>
                <a:gd name="connsiteX37" fmla="*/ 779765 w 2777761"/>
                <a:gd name="connsiteY37" fmla="*/ 3474581 h 3788731"/>
                <a:gd name="connsiteX38" fmla="*/ 746106 w 2777761"/>
                <a:gd name="connsiteY38" fmla="*/ 3205310 h 3788731"/>
                <a:gd name="connsiteX39" fmla="*/ 903181 w 2777761"/>
                <a:gd name="connsiteY39" fmla="*/ 2627499 h 3788731"/>
                <a:gd name="connsiteX40" fmla="*/ 1166842 w 2777761"/>
                <a:gd name="connsiteY40" fmla="*/ 2520912 h 3788731"/>
                <a:gd name="connsiteX41" fmla="*/ 1531480 w 2777761"/>
                <a:gd name="connsiteY41" fmla="*/ 2627499 h 3788731"/>
                <a:gd name="connsiteX42" fmla="*/ 1593188 w 2777761"/>
                <a:gd name="connsiteY42" fmla="*/ 2627499 h 3788731"/>
                <a:gd name="connsiteX43" fmla="*/ 1649286 w 2777761"/>
                <a:gd name="connsiteY43" fmla="*/ 2728476 h 3788731"/>
                <a:gd name="connsiteX44" fmla="*/ 1800751 w 2777761"/>
                <a:gd name="connsiteY44" fmla="*/ 2762134 h 3788731"/>
                <a:gd name="connsiteX45" fmla="*/ 1811971 w 2777761"/>
                <a:gd name="connsiteY45" fmla="*/ 2795793 h 3788731"/>
                <a:gd name="connsiteX46" fmla="*/ 1772702 w 2777761"/>
                <a:gd name="connsiteY46" fmla="*/ 2997747 h 3788731"/>
                <a:gd name="connsiteX47" fmla="*/ 1750263 w 2777761"/>
                <a:gd name="connsiteY47" fmla="*/ 3323116 h 3788731"/>
                <a:gd name="connsiteX48" fmla="*/ 1542700 w 2777761"/>
                <a:gd name="connsiteY48" fmla="*/ 3345555 h 3788731"/>
                <a:gd name="connsiteX49" fmla="*/ 1206111 w 2777761"/>
                <a:gd name="connsiteY49" fmla="*/ 3396044 h 3788731"/>
                <a:gd name="connsiteX50" fmla="*/ 1178062 w 2777761"/>
                <a:gd name="connsiteY50" fmla="*/ 3468971 h 3788731"/>
                <a:gd name="connsiteX51" fmla="*/ 1116354 w 2777761"/>
                <a:gd name="connsiteY51" fmla="*/ 3497020 h 3788731"/>
                <a:gd name="connsiteX52" fmla="*/ 1144403 w 2777761"/>
                <a:gd name="connsiteY52" fmla="*/ 3631656 h 3788731"/>
                <a:gd name="connsiteX53" fmla="*/ 1284648 w 2777761"/>
                <a:gd name="connsiteY53" fmla="*/ 3637266 h 3788731"/>
                <a:gd name="connsiteX54" fmla="*/ 1279038 w 2777761"/>
                <a:gd name="connsiteY54" fmla="*/ 3485801 h 3788731"/>
                <a:gd name="connsiteX55" fmla="*/ 1458552 w 2777761"/>
                <a:gd name="connsiteY55" fmla="*/ 3497020 h 3788731"/>
                <a:gd name="connsiteX56" fmla="*/ 1430503 w 2777761"/>
                <a:gd name="connsiteY56" fmla="*/ 3575558 h 3788731"/>
                <a:gd name="connsiteX57" fmla="*/ 1402454 w 2777761"/>
                <a:gd name="connsiteY57" fmla="*/ 3637266 h 3788731"/>
                <a:gd name="connsiteX58" fmla="*/ 1318307 w 2777761"/>
                <a:gd name="connsiteY58" fmla="*/ 3654095 h 3788731"/>
                <a:gd name="connsiteX59" fmla="*/ 1452943 w 2777761"/>
                <a:gd name="connsiteY59" fmla="*/ 3777511 h 3788731"/>
                <a:gd name="connsiteX60" fmla="*/ 1520260 w 2777761"/>
                <a:gd name="connsiteY60" fmla="*/ 3642876 h 3788731"/>
                <a:gd name="connsiteX61" fmla="*/ 1823190 w 2777761"/>
                <a:gd name="connsiteY61" fmla="*/ 3541899 h 3788731"/>
                <a:gd name="connsiteX62" fmla="*/ 2159779 w 2777761"/>
                <a:gd name="connsiteY62" fmla="*/ 3614826 h 3788731"/>
                <a:gd name="connsiteX63" fmla="*/ 2114901 w 2777761"/>
                <a:gd name="connsiteY63" fmla="*/ 3715803 h 3788731"/>
                <a:gd name="connsiteX64" fmla="*/ 2210268 w 2777761"/>
                <a:gd name="connsiteY64" fmla="*/ 3783121 h 3788731"/>
                <a:gd name="connsiteX65" fmla="*/ 2283195 w 2777761"/>
                <a:gd name="connsiteY65" fmla="*/ 3732633 h 3788731"/>
                <a:gd name="connsiteX66" fmla="*/ 2271976 w 2777761"/>
                <a:gd name="connsiteY66" fmla="*/ 3637266 h 3788731"/>
                <a:gd name="connsiteX67" fmla="*/ 2451490 w 2777761"/>
                <a:gd name="connsiteY67" fmla="*/ 3558728 h 3788731"/>
                <a:gd name="connsiteX68" fmla="*/ 2434660 w 2777761"/>
                <a:gd name="connsiteY68" fmla="*/ 3384824 h 3788731"/>
                <a:gd name="connsiteX69" fmla="*/ 1929777 w 2777761"/>
                <a:gd name="connsiteY69" fmla="*/ 3356775 h 3788731"/>
                <a:gd name="connsiteX70" fmla="*/ 1918557 w 2777761"/>
                <a:gd name="connsiteY70" fmla="*/ 3031406 h 3788731"/>
                <a:gd name="connsiteX71" fmla="*/ 1884898 w 2777761"/>
                <a:gd name="connsiteY71" fmla="*/ 3014576 h 3788731"/>
                <a:gd name="connsiteX72" fmla="*/ 1907338 w 2777761"/>
                <a:gd name="connsiteY72" fmla="*/ 2835062 h 3788731"/>
                <a:gd name="connsiteX73" fmla="*/ 1862459 w 2777761"/>
                <a:gd name="connsiteY73" fmla="*/ 2773354 h 3788731"/>
                <a:gd name="connsiteX74" fmla="*/ 2109291 w 2777761"/>
                <a:gd name="connsiteY74" fmla="*/ 2717256 h 3788731"/>
                <a:gd name="connsiteX75" fmla="*/ 2131730 w 2777761"/>
                <a:gd name="connsiteY75" fmla="*/ 2588230 h 3788731"/>
                <a:gd name="connsiteX76" fmla="*/ 2372952 w 2777761"/>
                <a:gd name="connsiteY76" fmla="*/ 2621889 h 3788731"/>
                <a:gd name="connsiteX77" fmla="*/ 2597345 w 2777761"/>
                <a:gd name="connsiteY77" fmla="*/ 2032858 h 3788731"/>
                <a:gd name="connsiteX78" fmla="*/ 2552466 w 2777761"/>
                <a:gd name="connsiteY78" fmla="*/ 1948711 h 3788731"/>
                <a:gd name="connsiteX79" fmla="*/ 2698322 w 2777761"/>
                <a:gd name="connsiteY79" fmla="*/ 1460657 h 3788731"/>
                <a:gd name="connsiteX80" fmla="*/ 2642224 w 2777761"/>
                <a:gd name="connsiteY80" fmla="*/ 1354071 h 3788731"/>
                <a:gd name="connsiteX81" fmla="*/ 2485148 w 2777761"/>
                <a:gd name="connsiteY81" fmla="*/ 798699 h 3788731"/>
                <a:gd name="connsiteX82" fmla="*/ 2743201 w 2777761"/>
                <a:gd name="connsiteY82" fmla="*/ 675283 h 3788731"/>
                <a:gd name="connsiteX83" fmla="*/ 2715151 w 2777761"/>
                <a:gd name="connsiteY83" fmla="*/ 434061 h 3788731"/>
                <a:gd name="connsiteX84" fmla="*/ 2631004 w 2777761"/>
                <a:gd name="connsiteY84" fmla="*/ 86253 h 3788731"/>
                <a:gd name="connsiteX0" fmla="*/ 2631004 w 2777761"/>
                <a:gd name="connsiteY0" fmla="*/ 86253 h 3788731"/>
                <a:gd name="connsiteX1" fmla="*/ 2434660 w 2777761"/>
                <a:gd name="connsiteY1" fmla="*/ 2105 h 3788731"/>
                <a:gd name="connsiteX2" fmla="*/ 2193438 w 2777761"/>
                <a:gd name="connsiteY2" fmla="*/ 159180 h 3788731"/>
                <a:gd name="connsiteX3" fmla="*/ 2092462 w 2777761"/>
                <a:gd name="connsiteY3" fmla="*/ 198449 h 3788731"/>
                <a:gd name="connsiteX4" fmla="*/ 2142950 w 2777761"/>
                <a:gd name="connsiteY4" fmla="*/ 288206 h 3788731"/>
                <a:gd name="connsiteX5" fmla="*/ 2030754 w 2777761"/>
                <a:gd name="connsiteY5" fmla="*/ 450890 h 3788731"/>
                <a:gd name="connsiteX6" fmla="*/ 2137342 w 2777761"/>
                <a:gd name="connsiteY6" fmla="*/ 585526 h 3788731"/>
                <a:gd name="connsiteX7" fmla="*/ 2159779 w 2777761"/>
                <a:gd name="connsiteY7" fmla="*/ 708942 h 3788731"/>
                <a:gd name="connsiteX8" fmla="*/ 2030754 w 2777761"/>
                <a:gd name="connsiteY8" fmla="*/ 753820 h 3788731"/>
                <a:gd name="connsiteX9" fmla="*/ 1997095 w 2777761"/>
                <a:gd name="connsiteY9" fmla="*/ 821138 h 3788731"/>
                <a:gd name="connsiteX10" fmla="*/ 1997095 w 2777761"/>
                <a:gd name="connsiteY10" fmla="*/ 708942 h 3788731"/>
                <a:gd name="connsiteX11" fmla="*/ 1946606 w 2777761"/>
                <a:gd name="connsiteY11" fmla="*/ 669673 h 3788731"/>
                <a:gd name="connsiteX12" fmla="*/ 1783922 w 2777761"/>
                <a:gd name="connsiteY12" fmla="*/ 770649 h 3788731"/>
                <a:gd name="connsiteX13" fmla="*/ 1402454 w 2777761"/>
                <a:gd name="connsiteY13" fmla="*/ 579916 h 3788731"/>
                <a:gd name="connsiteX14" fmla="*/ 1666115 w 2777761"/>
                <a:gd name="connsiteY14" fmla="*/ 1129678 h 3788731"/>
                <a:gd name="connsiteX15" fmla="*/ 1800751 w 2777761"/>
                <a:gd name="connsiteY15" fmla="*/ 1225045 h 3788731"/>
                <a:gd name="connsiteX16" fmla="*/ 1649286 w 2777761"/>
                <a:gd name="connsiteY16" fmla="*/ 1449437 h 3788731"/>
                <a:gd name="connsiteX17" fmla="*/ 1727824 w 2777761"/>
                <a:gd name="connsiteY17" fmla="*/ 1668220 h 3788731"/>
                <a:gd name="connsiteX18" fmla="*/ 1817581 w 2777761"/>
                <a:gd name="connsiteY18" fmla="*/ 1662611 h 3788731"/>
                <a:gd name="connsiteX19" fmla="*/ 1626846 w 2777761"/>
                <a:gd name="connsiteY19" fmla="*/ 1858954 h 3788731"/>
                <a:gd name="connsiteX20" fmla="*/ 914400 w 2777761"/>
                <a:gd name="connsiteY20" fmla="*/ 1578463 h 3788731"/>
                <a:gd name="connsiteX21" fmla="*/ 460005 w 2777761"/>
                <a:gd name="connsiteY21" fmla="*/ 2605060 h 3788731"/>
                <a:gd name="connsiteX22" fmla="*/ 263662 w 2777761"/>
                <a:gd name="connsiteY22" fmla="*/ 2812623 h 3788731"/>
                <a:gd name="connsiteX23" fmla="*/ 44879 w 2777761"/>
                <a:gd name="connsiteY23" fmla="*/ 2857501 h 3788731"/>
                <a:gd name="connsiteX24" fmla="*/ 0 w 2777761"/>
                <a:gd name="connsiteY24" fmla="*/ 2964088 h 3788731"/>
                <a:gd name="connsiteX25" fmla="*/ 274881 w 2777761"/>
                <a:gd name="connsiteY25" fmla="*/ 3087504 h 3788731"/>
                <a:gd name="connsiteX26" fmla="*/ 504884 w 2777761"/>
                <a:gd name="connsiteY26" fmla="*/ 2986527 h 3788731"/>
                <a:gd name="connsiteX27" fmla="*/ 471225 w 2777761"/>
                <a:gd name="connsiteY27" fmla="*/ 3115553 h 3788731"/>
                <a:gd name="connsiteX28" fmla="*/ 572201 w 2777761"/>
                <a:gd name="connsiteY28" fmla="*/ 3160431 h 3788731"/>
                <a:gd name="connsiteX29" fmla="*/ 381468 w 2777761"/>
                <a:gd name="connsiteY29" fmla="*/ 3620436 h 3788731"/>
                <a:gd name="connsiteX30" fmla="*/ 196344 w 2777761"/>
                <a:gd name="connsiteY30" fmla="*/ 3665315 h 3788731"/>
                <a:gd name="connsiteX31" fmla="*/ 263662 w 2777761"/>
                <a:gd name="connsiteY31" fmla="*/ 3766291 h 3788731"/>
                <a:gd name="connsiteX32" fmla="*/ 555372 w 2777761"/>
                <a:gd name="connsiteY32" fmla="*/ 3788731 h 3788731"/>
                <a:gd name="connsiteX33" fmla="*/ 589031 w 2777761"/>
                <a:gd name="connsiteY33" fmla="*/ 3581168 h 3788731"/>
                <a:gd name="connsiteX34" fmla="*/ 645129 w 2777761"/>
                <a:gd name="connsiteY34" fmla="*/ 3575558 h 3788731"/>
                <a:gd name="connsiteX35" fmla="*/ 690008 w 2777761"/>
                <a:gd name="connsiteY35" fmla="*/ 3698974 h 3788731"/>
                <a:gd name="connsiteX36" fmla="*/ 774155 w 2777761"/>
                <a:gd name="connsiteY36" fmla="*/ 3704584 h 3788731"/>
                <a:gd name="connsiteX37" fmla="*/ 779765 w 2777761"/>
                <a:gd name="connsiteY37" fmla="*/ 3474581 h 3788731"/>
                <a:gd name="connsiteX38" fmla="*/ 746106 w 2777761"/>
                <a:gd name="connsiteY38" fmla="*/ 3205310 h 3788731"/>
                <a:gd name="connsiteX39" fmla="*/ 903181 w 2777761"/>
                <a:gd name="connsiteY39" fmla="*/ 2627499 h 3788731"/>
                <a:gd name="connsiteX40" fmla="*/ 1166842 w 2777761"/>
                <a:gd name="connsiteY40" fmla="*/ 2520912 h 3788731"/>
                <a:gd name="connsiteX41" fmla="*/ 1531480 w 2777761"/>
                <a:gd name="connsiteY41" fmla="*/ 2627499 h 3788731"/>
                <a:gd name="connsiteX42" fmla="*/ 1593188 w 2777761"/>
                <a:gd name="connsiteY42" fmla="*/ 2627499 h 3788731"/>
                <a:gd name="connsiteX43" fmla="*/ 1649286 w 2777761"/>
                <a:gd name="connsiteY43" fmla="*/ 2728476 h 3788731"/>
                <a:gd name="connsiteX44" fmla="*/ 1800751 w 2777761"/>
                <a:gd name="connsiteY44" fmla="*/ 2762134 h 3788731"/>
                <a:gd name="connsiteX45" fmla="*/ 1811971 w 2777761"/>
                <a:gd name="connsiteY45" fmla="*/ 2795793 h 3788731"/>
                <a:gd name="connsiteX46" fmla="*/ 1772702 w 2777761"/>
                <a:gd name="connsiteY46" fmla="*/ 2997747 h 3788731"/>
                <a:gd name="connsiteX47" fmla="*/ 1750263 w 2777761"/>
                <a:gd name="connsiteY47" fmla="*/ 3323116 h 3788731"/>
                <a:gd name="connsiteX48" fmla="*/ 1542700 w 2777761"/>
                <a:gd name="connsiteY48" fmla="*/ 3345555 h 3788731"/>
                <a:gd name="connsiteX49" fmla="*/ 1206111 w 2777761"/>
                <a:gd name="connsiteY49" fmla="*/ 3396044 h 3788731"/>
                <a:gd name="connsiteX50" fmla="*/ 1178062 w 2777761"/>
                <a:gd name="connsiteY50" fmla="*/ 3468971 h 3788731"/>
                <a:gd name="connsiteX51" fmla="*/ 1116354 w 2777761"/>
                <a:gd name="connsiteY51" fmla="*/ 3497020 h 3788731"/>
                <a:gd name="connsiteX52" fmla="*/ 1144403 w 2777761"/>
                <a:gd name="connsiteY52" fmla="*/ 3631656 h 3788731"/>
                <a:gd name="connsiteX53" fmla="*/ 1284648 w 2777761"/>
                <a:gd name="connsiteY53" fmla="*/ 3637266 h 3788731"/>
                <a:gd name="connsiteX54" fmla="*/ 1279038 w 2777761"/>
                <a:gd name="connsiteY54" fmla="*/ 3485801 h 3788731"/>
                <a:gd name="connsiteX55" fmla="*/ 1458552 w 2777761"/>
                <a:gd name="connsiteY55" fmla="*/ 3497020 h 3788731"/>
                <a:gd name="connsiteX56" fmla="*/ 1430503 w 2777761"/>
                <a:gd name="connsiteY56" fmla="*/ 3575558 h 3788731"/>
                <a:gd name="connsiteX57" fmla="*/ 1402454 w 2777761"/>
                <a:gd name="connsiteY57" fmla="*/ 3637266 h 3788731"/>
                <a:gd name="connsiteX58" fmla="*/ 1318307 w 2777761"/>
                <a:gd name="connsiteY58" fmla="*/ 3654095 h 3788731"/>
                <a:gd name="connsiteX59" fmla="*/ 1452943 w 2777761"/>
                <a:gd name="connsiteY59" fmla="*/ 3777511 h 3788731"/>
                <a:gd name="connsiteX60" fmla="*/ 1520260 w 2777761"/>
                <a:gd name="connsiteY60" fmla="*/ 3642876 h 3788731"/>
                <a:gd name="connsiteX61" fmla="*/ 1823190 w 2777761"/>
                <a:gd name="connsiteY61" fmla="*/ 3541899 h 3788731"/>
                <a:gd name="connsiteX62" fmla="*/ 2159779 w 2777761"/>
                <a:gd name="connsiteY62" fmla="*/ 3614826 h 3788731"/>
                <a:gd name="connsiteX63" fmla="*/ 2114901 w 2777761"/>
                <a:gd name="connsiteY63" fmla="*/ 3715803 h 3788731"/>
                <a:gd name="connsiteX64" fmla="*/ 2210268 w 2777761"/>
                <a:gd name="connsiteY64" fmla="*/ 3783121 h 3788731"/>
                <a:gd name="connsiteX65" fmla="*/ 2283195 w 2777761"/>
                <a:gd name="connsiteY65" fmla="*/ 3732633 h 3788731"/>
                <a:gd name="connsiteX66" fmla="*/ 2271976 w 2777761"/>
                <a:gd name="connsiteY66" fmla="*/ 3637266 h 3788731"/>
                <a:gd name="connsiteX67" fmla="*/ 2451490 w 2777761"/>
                <a:gd name="connsiteY67" fmla="*/ 3558728 h 3788731"/>
                <a:gd name="connsiteX68" fmla="*/ 2434660 w 2777761"/>
                <a:gd name="connsiteY68" fmla="*/ 3384824 h 3788731"/>
                <a:gd name="connsiteX69" fmla="*/ 1929777 w 2777761"/>
                <a:gd name="connsiteY69" fmla="*/ 3356775 h 3788731"/>
                <a:gd name="connsiteX70" fmla="*/ 1918557 w 2777761"/>
                <a:gd name="connsiteY70" fmla="*/ 3031406 h 3788731"/>
                <a:gd name="connsiteX71" fmla="*/ 1884898 w 2777761"/>
                <a:gd name="connsiteY71" fmla="*/ 3014576 h 3788731"/>
                <a:gd name="connsiteX72" fmla="*/ 1907338 w 2777761"/>
                <a:gd name="connsiteY72" fmla="*/ 2835062 h 3788731"/>
                <a:gd name="connsiteX73" fmla="*/ 1862459 w 2777761"/>
                <a:gd name="connsiteY73" fmla="*/ 2773354 h 3788731"/>
                <a:gd name="connsiteX74" fmla="*/ 2109291 w 2777761"/>
                <a:gd name="connsiteY74" fmla="*/ 2717256 h 3788731"/>
                <a:gd name="connsiteX75" fmla="*/ 2131730 w 2777761"/>
                <a:gd name="connsiteY75" fmla="*/ 2588230 h 3788731"/>
                <a:gd name="connsiteX76" fmla="*/ 2372952 w 2777761"/>
                <a:gd name="connsiteY76" fmla="*/ 2621889 h 3788731"/>
                <a:gd name="connsiteX77" fmla="*/ 2597345 w 2777761"/>
                <a:gd name="connsiteY77" fmla="*/ 2032858 h 3788731"/>
                <a:gd name="connsiteX78" fmla="*/ 2552466 w 2777761"/>
                <a:gd name="connsiteY78" fmla="*/ 1948711 h 3788731"/>
                <a:gd name="connsiteX79" fmla="*/ 2698322 w 2777761"/>
                <a:gd name="connsiteY79" fmla="*/ 1460657 h 3788731"/>
                <a:gd name="connsiteX80" fmla="*/ 2642224 w 2777761"/>
                <a:gd name="connsiteY80" fmla="*/ 1354071 h 3788731"/>
                <a:gd name="connsiteX81" fmla="*/ 2485148 w 2777761"/>
                <a:gd name="connsiteY81" fmla="*/ 798699 h 3788731"/>
                <a:gd name="connsiteX82" fmla="*/ 2743201 w 2777761"/>
                <a:gd name="connsiteY82" fmla="*/ 675283 h 3788731"/>
                <a:gd name="connsiteX83" fmla="*/ 2715151 w 2777761"/>
                <a:gd name="connsiteY83" fmla="*/ 434061 h 3788731"/>
                <a:gd name="connsiteX84" fmla="*/ 2631004 w 2777761"/>
                <a:gd name="connsiteY84" fmla="*/ 86253 h 3788731"/>
                <a:gd name="connsiteX0" fmla="*/ 2631004 w 2777761"/>
                <a:gd name="connsiteY0" fmla="*/ 86253 h 3788731"/>
                <a:gd name="connsiteX1" fmla="*/ 2434660 w 2777761"/>
                <a:gd name="connsiteY1" fmla="*/ 2105 h 3788731"/>
                <a:gd name="connsiteX2" fmla="*/ 2193438 w 2777761"/>
                <a:gd name="connsiteY2" fmla="*/ 159180 h 3788731"/>
                <a:gd name="connsiteX3" fmla="*/ 2092462 w 2777761"/>
                <a:gd name="connsiteY3" fmla="*/ 198449 h 3788731"/>
                <a:gd name="connsiteX4" fmla="*/ 2142950 w 2777761"/>
                <a:gd name="connsiteY4" fmla="*/ 288206 h 3788731"/>
                <a:gd name="connsiteX5" fmla="*/ 2030754 w 2777761"/>
                <a:gd name="connsiteY5" fmla="*/ 450890 h 3788731"/>
                <a:gd name="connsiteX6" fmla="*/ 2137342 w 2777761"/>
                <a:gd name="connsiteY6" fmla="*/ 585526 h 3788731"/>
                <a:gd name="connsiteX7" fmla="*/ 2159779 w 2777761"/>
                <a:gd name="connsiteY7" fmla="*/ 708942 h 3788731"/>
                <a:gd name="connsiteX8" fmla="*/ 2030754 w 2777761"/>
                <a:gd name="connsiteY8" fmla="*/ 753820 h 3788731"/>
                <a:gd name="connsiteX9" fmla="*/ 1997095 w 2777761"/>
                <a:gd name="connsiteY9" fmla="*/ 821138 h 3788731"/>
                <a:gd name="connsiteX10" fmla="*/ 1997095 w 2777761"/>
                <a:gd name="connsiteY10" fmla="*/ 708942 h 3788731"/>
                <a:gd name="connsiteX11" fmla="*/ 1946606 w 2777761"/>
                <a:gd name="connsiteY11" fmla="*/ 669673 h 3788731"/>
                <a:gd name="connsiteX12" fmla="*/ 1783922 w 2777761"/>
                <a:gd name="connsiteY12" fmla="*/ 770649 h 3788731"/>
                <a:gd name="connsiteX13" fmla="*/ 1402454 w 2777761"/>
                <a:gd name="connsiteY13" fmla="*/ 579916 h 3788731"/>
                <a:gd name="connsiteX14" fmla="*/ 1666115 w 2777761"/>
                <a:gd name="connsiteY14" fmla="*/ 1129678 h 3788731"/>
                <a:gd name="connsiteX15" fmla="*/ 1800751 w 2777761"/>
                <a:gd name="connsiteY15" fmla="*/ 1225045 h 3788731"/>
                <a:gd name="connsiteX16" fmla="*/ 1649286 w 2777761"/>
                <a:gd name="connsiteY16" fmla="*/ 1449437 h 3788731"/>
                <a:gd name="connsiteX17" fmla="*/ 1727824 w 2777761"/>
                <a:gd name="connsiteY17" fmla="*/ 1668220 h 3788731"/>
                <a:gd name="connsiteX18" fmla="*/ 1817581 w 2777761"/>
                <a:gd name="connsiteY18" fmla="*/ 1662611 h 3788731"/>
                <a:gd name="connsiteX19" fmla="*/ 1626846 w 2777761"/>
                <a:gd name="connsiteY19" fmla="*/ 1858954 h 3788731"/>
                <a:gd name="connsiteX20" fmla="*/ 914400 w 2777761"/>
                <a:gd name="connsiteY20" fmla="*/ 1578463 h 3788731"/>
                <a:gd name="connsiteX21" fmla="*/ 460005 w 2777761"/>
                <a:gd name="connsiteY21" fmla="*/ 2605060 h 3788731"/>
                <a:gd name="connsiteX22" fmla="*/ 263662 w 2777761"/>
                <a:gd name="connsiteY22" fmla="*/ 2812623 h 3788731"/>
                <a:gd name="connsiteX23" fmla="*/ 44879 w 2777761"/>
                <a:gd name="connsiteY23" fmla="*/ 2857501 h 3788731"/>
                <a:gd name="connsiteX24" fmla="*/ 0 w 2777761"/>
                <a:gd name="connsiteY24" fmla="*/ 2964088 h 3788731"/>
                <a:gd name="connsiteX25" fmla="*/ 274881 w 2777761"/>
                <a:gd name="connsiteY25" fmla="*/ 3087504 h 3788731"/>
                <a:gd name="connsiteX26" fmla="*/ 504884 w 2777761"/>
                <a:gd name="connsiteY26" fmla="*/ 2986527 h 3788731"/>
                <a:gd name="connsiteX27" fmla="*/ 471225 w 2777761"/>
                <a:gd name="connsiteY27" fmla="*/ 3115553 h 3788731"/>
                <a:gd name="connsiteX28" fmla="*/ 572201 w 2777761"/>
                <a:gd name="connsiteY28" fmla="*/ 3160431 h 3788731"/>
                <a:gd name="connsiteX29" fmla="*/ 381468 w 2777761"/>
                <a:gd name="connsiteY29" fmla="*/ 3620436 h 3788731"/>
                <a:gd name="connsiteX30" fmla="*/ 196344 w 2777761"/>
                <a:gd name="connsiteY30" fmla="*/ 3665315 h 3788731"/>
                <a:gd name="connsiteX31" fmla="*/ 263662 w 2777761"/>
                <a:gd name="connsiteY31" fmla="*/ 3766291 h 3788731"/>
                <a:gd name="connsiteX32" fmla="*/ 555372 w 2777761"/>
                <a:gd name="connsiteY32" fmla="*/ 3788731 h 3788731"/>
                <a:gd name="connsiteX33" fmla="*/ 589031 w 2777761"/>
                <a:gd name="connsiteY33" fmla="*/ 3581168 h 3788731"/>
                <a:gd name="connsiteX34" fmla="*/ 645129 w 2777761"/>
                <a:gd name="connsiteY34" fmla="*/ 3575558 h 3788731"/>
                <a:gd name="connsiteX35" fmla="*/ 690008 w 2777761"/>
                <a:gd name="connsiteY35" fmla="*/ 3698974 h 3788731"/>
                <a:gd name="connsiteX36" fmla="*/ 774155 w 2777761"/>
                <a:gd name="connsiteY36" fmla="*/ 3704584 h 3788731"/>
                <a:gd name="connsiteX37" fmla="*/ 779765 w 2777761"/>
                <a:gd name="connsiteY37" fmla="*/ 3474581 h 3788731"/>
                <a:gd name="connsiteX38" fmla="*/ 746106 w 2777761"/>
                <a:gd name="connsiteY38" fmla="*/ 3205310 h 3788731"/>
                <a:gd name="connsiteX39" fmla="*/ 903181 w 2777761"/>
                <a:gd name="connsiteY39" fmla="*/ 2627499 h 3788731"/>
                <a:gd name="connsiteX40" fmla="*/ 1166842 w 2777761"/>
                <a:gd name="connsiteY40" fmla="*/ 2520912 h 3788731"/>
                <a:gd name="connsiteX41" fmla="*/ 1531480 w 2777761"/>
                <a:gd name="connsiteY41" fmla="*/ 2627499 h 3788731"/>
                <a:gd name="connsiteX42" fmla="*/ 1593188 w 2777761"/>
                <a:gd name="connsiteY42" fmla="*/ 2627499 h 3788731"/>
                <a:gd name="connsiteX43" fmla="*/ 1649286 w 2777761"/>
                <a:gd name="connsiteY43" fmla="*/ 2728476 h 3788731"/>
                <a:gd name="connsiteX44" fmla="*/ 1800751 w 2777761"/>
                <a:gd name="connsiteY44" fmla="*/ 2762134 h 3788731"/>
                <a:gd name="connsiteX45" fmla="*/ 1811971 w 2777761"/>
                <a:gd name="connsiteY45" fmla="*/ 2795793 h 3788731"/>
                <a:gd name="connsiteX46" fmla="*/ 1772702 w 2777761"/>
                <a:gd name="connsiteY46" fmla="*/ 2997747 h 3788731"/>
                <a:gd name="connsiteX47" fmla="*/ 1750263 w 2777761"/>
                <a:gd name="connsiteY47" fmla="*/ 3323116 h 3788731"/>
                <a:gd name="connsiteX48" fmla="*/ 1542700 w 2777761"/>
                <a:gd name="connsiteY48" fmla="*/ 3345555 h 3788731"/>
                <a:gd name="connsiteX49" fmla="*/ 1206111 w 2777761"/>
                <a:gd name="connsiteY49" fmla="*/ 3396044 h 3788731"/>
                <a:gd name="connsiteX50" fmla="*/ 1178062 w 2777761"/>
                <a:gd name="connsiteY50" fmla="*/ 3468971 h 3788731"/>
                <a:gd name="connsiteX51" fmla="*/ 1116354 w 2777761"/>
                <a:gd name="connsiteY51" fmla="*/ 3497020 h 3788731"/>
                <a:gd name="connsiteX52" fmla="*/ 1144403 w 2777761"/>
                <a:gd name="connsiteY52" fmla="*/ 3631656 h 3788731"/>
                <a:gd name="connsiteX53" fmla="*/ 1284648 w 2777761"/>
                <a:gd name="connsiteY53" fmla="*/ 3637266 h 3788731"/>
                <a:gd name="connsiteX54" fmla="*/ 1279038 w 2777761"/>
                <a:gd name="connsiteY54" fmla="*/ 3485801 h 3788731"/>
                <a:gd name="connsiteX55" fmla="*/ 1458552 w 2777761"/>
                <a:gd name="connsiteY55" fmla="*/ 3497020 h 3788731"/>
                <a:gd name="connsiteX56" fmla="*/ 1430503 w 2777761"/>
                <a:gd name="connsiteY56" fmla="*/ 3575558 h 3788731"/>
                <a:gd name="connsiteX57" fmla="*/ 1402454 w 2777761"/>
                <a:gd name="connsiteY57" fmla="*/ 3637266 h 3788731"/>
                <a:gd name="connsiteX58" fmla="*/ 1318307 w 2777761"/>
                <a:gd name="connsiteY58" fmla="*/ 3654095 h 3788731"/>
                <a:gd name="connsiteX59" fmla="*/ 1452943 w 2777761"/>
                <a:gd name="connsiteY59" fmla="*/ 3777511 h 3788731"/>
                <a:gd name="connsiteX60" fmla="*/ 1520260 w 2777761"/>
                <a:gd name="connsiteY60" fmla="*/ 3642876 h 3788731"/>
                <a:gd name="connsiteX61" fmla="*/ 1823190 w 2777761"/>
                <a:gd name="connsiteY61" fmla="*/ 3541899 h 3788731"/>
                <a:gd name="connsiteX62" fmla="*/ 2159779 w 2777761"/>
                <a:gd name="connsiteY62" fmla="*/ 3614826 h 3788731"/>
                <a:gd name="connsiteX63" fmla="*/ 2114901 w 2777761"/>
                <a:gd name="connsiteY63" fmla="*/ 3715803 h 3788731"/>
                <a:gd name="connsiteX64" fmla="*/ 2210268 w 2777761"/>
                <a:gd name="connsiteY64" fmla="*/ 3783121 h 3788731"/>
                <a:gd name="connsiteX65" fmla="*/ 2283195 w 2777761"/>
                <a:gd name="connsiteY65" fmla="*/ 3732633 h 3788731"/>
                <a:gd name="connsiteX66" fmla="*/ 2271976 w 2777761"/>
                <a:gd name="connsiteY66" fmla="*/ 3637266 h 3788731"/>
                <a:gd name="connsiteX67" fmla="*/ 2451490 w 2777761"/>
                <a:gd name="connsiteY67" fmla="*/ 3558728 h 3788731"/>
                <a:gd name="connsiteX68" fmla="*/ 2434660 w 2777761"/>
                <a:gd name="connsiteY68" fmla="*/ 3384824 h 3788731"/>
                <a:gd name="connsiteX69" fmla="*/ 1929777 w 2777761"/>
                <a:gd name="connsiteY69" fmla="*/ 3356775 h 3788731"/>
                <a:gd name="connsiteX70" fmla="*/ 1918557 w 2777761"/>
                <a:gd name="connsiteY70" fmla="*/ 3031406 h 3788731"/>
                <a:gd name="connsiteX71" fmla="*/ 1884898 w 2777761"/>
                <a:gd name="connsiteY71" fmla="*/ 3014576 h 3788731"/>
                <a:gd name="connsiteX72" fmla="*/ 1907338 w 2777761"/>
                <a:gd name="connsiteY72" fmla="*/ 2835062 h 3788731"/>
                <a:gd name="connsiteX73" fmla="*/ 1862459 w 2777761"/>
                <a:gd name="connsiteY73" fmla="*/ 2773354 h 3788731"/>
                <a:gd name="connsiteX74" fmla="*/ 2109291 w 2777761"/>
                <a:gd name="connsiteY74" fmla="*/ 2717256 h 3788731"/>
                <a:gd name="connsiteX75" fmla="*/ 2131730 w 2777761"/>
                <a:gd name="connsiteY75" fmla="*/ 2588230 h 3788731"/>
                <a:gd name="connsiteX76" fmla="*/ 2372952 w 2777761"/>
                <a:gd name="connsiteY76" fmla="*/ 2621889 h 3788731"/>
                <a:gd name="connsiteX77" fmla="*/ 2597345 w 2777761"/>
                <a:gd name="connsiteY77" fmla="*/ 2032858 h 3788731"/>
                <a:gd name="connsiteX78" fmla="*/ 2552466 w 2777761"/>
                <a:gd name="connsiteY78" fmla="*/ 1948711 h 3788731"/>
                <a:gd name="connsiteX79" fmla="*/ 2698322 w 2777761"/>
                <a:gd name="connsiteY79" fmla="*/ 1460657 h 3788731"/>
                <a:gd name="connsiteX80" fmla="*/ 2642224 w 2777761"/>
                <a:gd name="connsiteY80" fmla="*/ 1354071 h 3788731"/>
                <a:gd name="connsiteX81" fmla="*/ 2485148 w 2777761"/>
                <a:gd name="connsiteY81" fmla="*/ 798699 h 3788731"/>
                <a:gd name="connsiteX82" fmla="*/ 2743201 w 2777761"/>
                <a:gd name="connsiteY82" fmla="*/ 675283 h 3788731"/>
                <a:gd name="connsiteX83" fmla="*/ 2715151 w 2777761"/>
                <a:gd name="connsiteY83" fmla="*/ 434061 h 3788731"/>
                <a:gd name="connsiteX84" fmla="*/ 2631004 w 2777761"/>
                <a:gd name="connsiteY84" fmla="*/ 86253 h 3788731"/>
                <a:gd name="connsiteX0" fmla="*/ 2631004 w 2777761"/>
                <a:gd name="connsiteY0" fmla="*/ 86253 h 3788731"/>
                <a:gd name="connsiteX1" fmla="*/ 2434660 w 2777761"/>
                <a:gd name="connsiteY1" fmla="*/ 2105 h 3788731"/>
                <a:gd name="connsiteX2" fmla="*/ 2193438 w 2777761"/>
                <a:gd name="connsiteY2" fmla="*/ 159180 h 3788731"/>
                <a:gd name="connsiteX3" fmla="*/ 2092462 w 2777761"/>
                <a:gd name="connsiteY3" fmla="*/ 198449 h 3788731"/>
                <a:gd name="connsiteX4" fmla="*/ 2142950 w 2777761"/>
                <a:gd name="connsiteY4" fmla="*/ 288206 h 3788731"/>
                <a:gd name="connsiteX5" fmla="*/ 2030754 w 2777761"/>
                <a:gd name="connsiteY5" fmla="*/ 450890 h 3788731"/>
                <a:gd name="connsiteX6" fmla="*/ 2137342 w 2777761"/>
                <a:gd name="connsiteY6" fmla="*/ 585526 h 3788731"/>
                <a:gd name="connsiteX7" fmla="*/ 2159779 w 2777761"/>
                <a:gd name="connsiteY7" fmla="*/ 708942 h 3788731"/>
                <a:gd name="connsiteX8" fmla="*/ 2030754 w 2777761"/>
                <a:gd name="connsiteY8" fmla="*/ 753820 h 3788731"/>
                <a:gd name="connsiteX9" fmla="*/ 1997095 w 2777761"/>
                <a:gd name="connsiteY9" fmla="*/ 821138 h 3788731"/>
                <a:gd name="connsiteX10" fmla="*/ 1997095 w 2777761"/>
                <a:gd name="connsiteY10" fmla="*/ 708942 h 3788731"/>
                <a:gd name="connsiteX11" fmla="*/ 1946606 w 2777761"/>
                <a:gd name="connsiteY11" fmla="*/ 669673 h 3788731"/>
                <a:gd name="connsiteX12" fmla="*/ 1783922 w 2777761"/>
                <a:gd name="connsiteY12" fmla="*/ 770649 h 3788731"/>
                <a:gd name="connsiteX13" fmla="*/ 1402454 w 2777761"/>
                <a:gd name="connsiteY13" fmla="*/ 579916 h 3788731"/>
                <a:gd name="connsiteX14" fmla="*/ 1666115 w 2777761"/>
                <a:gd name="connsiteY14" fmla="*/ 1129678 h 3788731"/>
                <a:gd name="connsiteX15" fmla="*/ 1800751 w 2777761"/>
                <a:gd name="connsiteY15" fmla="*/ 1225045 h 3788731"/>
                <a:gd name="connsiteX16" fmla="*/ 1649286 w 2777761"/>
                <a:gd name="connsiteY16" fmla="*/ 1449437 h 3788731"/>
                <a:gd name="connsiteX17" fmla="*/ 1727824 w 2777761"/>
                <a:gd name="connsiteY17" fmla="*/ 1668220 h 3788731"/>
                <a:gd name="connsiteX18" fmla="*/ 1817581 w 2777761"/>
                <a:gd name="connsiteY18" fmla="*/ 1662611 h 3788731"/>
                <a:gd name="connsiteX19" fmla="*/ 1626846 w 2777761"/>
                <a:gd name="connsiteY19" fmla="*/ 1858954 h 3788731"/>
                <a:gd name="connsiteX20" fmla="*/ 914400 w 2777761"/>
                <a:gd name="connsiteY20" fmla="*/ 1578463 h 3788731"/>
                <a:gd name="connsiteX21" fmla="*/ 460005 w 2777761"/>
                <a:gd name="connsiteY21" fmla="*/ 2605060 h 3788731"/>
                <a:gd name="connsiteX22" fmla="*/ 263662 w 2777761"/>
                <a:gd name="connsiteY22" fmla="*/ 2812623 h 3788731"/>
                <a:gd name="connsiteX23" fmla="*/ 44879 w 2777761"/>
                <a:gd name="connsiteY23" fmla="*/ 2857501 h 3788731"/>
                <a:gd name="connsiteX24" fmla="*/ 0 w 2777761"/>
                <a:gd name="connsiteY24" fmla="*/ 2964088 h 3788731"/>
                <a:gd name="connsiteX25" fmla="*/ 274881 w 2777761"/>
                <a:gd name="connsiteY25" fmla="*/ 3087504 h 3788731"/>
                <a:gd name="connsiteX26" fmla="*/ 504884 w 2777761"/>
                <a:gd name="connsiteY26" fmla="*/ 2986527 h 3788731"/>
                <a:gd name="connsiteX27" fmla="*/ 471225 w 2777761"/>
                <a:gd name="connsiteY27" fmla="*/ 3115553 h 3788731"/>
                <a:gd name="connsiteX28" fmla="*/ 572201 w 2777761"/>
                <a:gd name="connsiteY28" fmla="*/ 3160431 h 3788731"/>
                <a:gd name="connsiteX29" fmla="*/ 381468 w 2777761"/>
                <a:gd name="connsiteY29" fmla="*/ 3620436 h 3788731"/>
                <a:gd name="connsiteX30" fmla="*/ 196344 w 2777761"/>
                <a:gd name="connsiteY30" fmla="*/ 3665315 h 3788731"/>
                <a:gd name="connsiteX31" fmla="*/ 263662 w 2777761"/>
                <a:gd name="connsiteY31" fmla="*/ 3766291 h 3788731"/>
                <a:gd name="connsiteX32" fmla="*/ 555372 w 2777761"/>
                <a:gd name="connsiteY32" fmla="*/ 3788731 h 3788731"/>
                <a:gd name="connsiteX33" fmla="*/ 589031 w 2777761"/>
                <a:gd name="connsiteY33" fmla="*/ 3581168 h 3788731"/>
                <a:gd name="connsiteX34" fmla="*/ 645129 w 2777761"/>
                <a:gd name="connsiteY34" fmla="*/ 3575558 h 3788731"/>
                <a:gd name="connsiteX35" fmla="*/ 690008 w 2777761"/>
                <a:gd name="connsiteY35" fmla="*/ 3698974 h 3788731"/>
                <a:gd name="connsiteX36" fmla="*/ 774155 w 2777761"/>
                <a:gd name="connsiteY36" fmla="*/ 3704584 h 3788731"/>
                <a:gd name="connsiteX37" fmla="*/ 779765 w 2777761"/>
                <a:gd name="connsiteY37" fmla="*/ 3474581 h 3788731"/>
                <a:gd name="connsiteX38" fmla="*/ 746106 w 2777761"/>
                <a:gd name="connsiteY38" fmla="*/ 3205310 h 3788731"/>
                <a:gd name="connsiteX39" fmla="*/ 903181 w 2777761"/>
                <a:gd name="connsiteY39" fmla="*/ 2627499 h 3788731"/>
                <a:gd name="connsiteX40" fmla="*/ 1166842 w 2777761"/>
                <a:gd name="connsiteY40" fmla="*/ 2520912 h 3788731"/>
                <a:gd name="connsiteX41" fmla="*/ 1531480 w 2777761"/>
                <a:gd name="connsiteY41" fmla="*/ 2627499 h 3788731"/>
                <a:gd name="connsiteX42" fmla="*/ 1593188 w 2777761"/>
                <a:gd name="connsiteY42" fmla="*/ 2627499 h 3788731"/>
                <a:gd name="connsiteX43" fmla="*/ 1649286 w 2777761"/>
                <a:gd name="connsiteY43" fmla="*/ 2728476 h 3788731"/>
                <a:gd name="connsiteX44" fmla="*/ 1800751 w 2777761"/>
                <a:gd name="connsiteY44" fmla="*/ 2762134 h 3788731"/>
                <a:gd name="connsiteX45" fmla="*/ 1811971 w 2777761"/>
                <a:gd name="connsiteY45" fmla="*/ 2795793 h 3788731"/>
                <a:gd name="connsiteX46" fmla="*/ 1772702 w 2777761"/>
                <a:gd name="connsiteY46" fmla="*/ 2997747 h 3788731"/>
                <a:gd name="connsiteX47" fmla="*/ 1750263 w 2777761"/>
                <a:gd name="connsiteY47" fmla="*/ 3323116 h 3788731"/>
                <a:gd name="connsiteX48" fmla="*/ 1542700 w 2777761"/>
                <a:gd name="connsiteY48" fmla="*/ 3345555 h 3788731"/>
                <a:gd name="connsiteX49" fmla="*/ 1206111 w 2777761"/>
                <a:gd name="connsiteY49" fmla="*/ 3396044 h 3788731"/>
                <a:gd name="connsiteX50" fmla="*/ 1178062 w 2777761"/>
                <a:gd name="connsiteY50" fmla="*/ 3468971 h 3788731"/>
                <a:gd name="connsiteX51" fmla="*/ 1116354 w 2777761"/>
                <a:gd name="connsiteY51" fmla="*/ 3497020 h 3788731"/>
                <a:gd name="connsiteX52" fmla="*/ 1144403 w 2777761"/>
                <a:gd name="connsiteY52" fmla="*/ 3631656 h 3788731"/>
                <a:gd name="connsiteX53" fmla="*/ 1284648 w 2777761"/>
                <a:gd name="connsiteY53" fmla="*/ 3637266 h 3788731"/>
                <a:gd name="connsiteX54" fmla="*/ 1279038 w 2777761"/>
                <a:gd name="connsiteY54" fmla="*/ 3485801 h 3788731"/>
                <a:gd name="connsiteX55" fmla="*/ 1458552 w 2777761"/>
                <a:gd name="connsiteY55" fmla="*/ 3497020 h 3788731"/>
                <a:gd name="connsiteX56" fmla="*/ 1430503 w 2777761"/>
                <a:gd name="connsiteY56" fmla="*/ 3575558 h 3788731"/>
                <a:gd name="connsiteX57" fmla="*/ 1402454 w 2777761"/>
                <a:gd name="connsiteY57" fmla="*/ 3637266 h 3788731"/>
                <a:gd name="connsiteX58" fmla="*/ 1318307 w 2777761"/>
                <a:gd name="connsiteY58" fmla="*/ 3654095 h 3788731"/>
                <a:gd name="connsiteX59" fmla="*/ 1452943 w 2777761"/>
                <a:gd name="connsiteY59" fmla="*/ 3777511 h 3788731"/>
                <a:gd name="connsiteX60" fmla="*/ 1520260 w 2777761"/>
                <a:gd name="connsiteY60" fmla="*/ 3642876 h 3788731"/>
                <a:gd name="connsiteX61" fmla="*/ 1823190 w 2777761"/>
                <a:gd name="connsiteY61" fmla="*/ 3541899 h 3788731"/>
                <a:gd name="connsiteX62" fmla="*/ 2159779 w 2777761"/>
                <a:gd name="connsiteY62" fmla="*/ 3614826 h 3788731"/>
                <a:gd name="connsiteX63" fmla="*/ 2114901 w 2777761"/>
                <a:gd name="connsiteY63" fmla="*/ 3715803 h 3788731"/>
                <a:gd name="connsiteX64" fmla="*/ 2210268 w 2777761"/>
                <a:gd name="connsiteY64" fmla="*/ 3783121 h 3788731"/>
                <a:gd name="connsiteX65" fmla="*/ 2283195 w 2777761"/>
                <a:gd name="connsiteY65" fmla="*/ 3732633 h 3788731"/>
                <a:gd name="connsiteX66" fmla="*/ 2271976 w 2777761"/>
                <a:gd name="connsiteY66" fmla="*/ 3637266 h 3788731"/>
                <a:gd name="connsiteX67" fmla="*/ 2451490 w 2777761"/>
                <a:gd name="connsiteY67" fmla="*/ 3558728 h 3788731"/>
                <a:gd name="connsiteX68" fmla="*/ 2434660 w 2777761"/>
                <a:gd name="connsiteY68" fmla="*/ 3384824 h 3788731"/>
                <a:gd name="connsiteX69" fmla="*/ 1929777 w 2777761"/>
                <a:gd name="connsiteY69" fmla="*/ 3356775 h 3788731"/>
                <a:gd name="connsiteX70" fmla="*/ 1918557 w 2777761"/>
                <a:gd name="connsiteY70" fmla="*/ 3031406 h 3788731"/>
                <a:gd name="connsiteX71" fmla="*/ 1884898 w 2777761"/>
                <a:gd name="connsiteY71" fmla="*/ 3014576 h 3788731"/>
                <a:gd name="connsiteX72" fmla="*/ 1907338 w 2777761"/>
                <a:gd name="connsiteY72" fmla="*/ 2835062 h 3788731"/>
                <a:gd name="connsiteX73" fmla="*/ 1862459 w 2777761"/>
                <a:gd name="connsiteY73" fmla="*/ 2773354 h 3788731"/>
                <a:gd name="connsiteX74" fmla="*/ 2109291 w 2777761"/>
                <a:gd name="connsiteY74" fmla="*/ 2717256 h 3788731"/>
                <a:gd name="connsiteX75" fmla="*/ 2131730 w 2777761"/>
                <a:gd name="connsiteY75" fmla="*/ 2588230 h 3788731"/>
                <a:gd name="connsiteX76" fmla="*/ 2372952 w 2777761"/>
                <a:gd name="connsiteY76" fmla="*/ 2621889 h 3788731"/>
                <a:gd name="connsiteX77" fmla="*/ 2597345 w 2777761"/>
                <a:gd name="connsiteY77" fmla="*/ 2032858 h 3788731"/>
                <a:gd name="connsiteX78" fmla="*/ 2552466 w 2777761"/>
                <a:gd name="connsiteY78" fmla="*/ 1948711 h 3788731"/>
                <a:gd name="connsiteX79" fmla="*/ 2698322 w 2777761"/>
                <a:gd name="connsiteY79" fmla="*/ 1460657 h 3788731"/>
                <a:gd name="connsiteX80" fmla="*/ 2642224 w 2777761"/>
                <a:gd name="connsiteY80" fmla="*/ 1354071 h 3788731"/>
                <a:gd name="connsiteX81" fmla="*/ 2485148 w 2777761"/>
                <a:gd name="connsiteY81" fmla="*/ 798699 h 3788731"/>
                <a:gd name="connsiteX82" fmla="*/ 2743201 w 2777761"/>
                <a:gd name="connsiteY82" fmla="*/ 675283 h 3788731"/>
                <a:gd name="connsiteX83" fmla="*/ 2715151 w 2777761"/>
                <a:gd name="connsiteY83" fmla="*/ 434061 h 3788731"/>
                <a:gd name="connsiteX84" fmla="*/ 2631004 w 2777761"/>
                <a:gd name="connsiteY84" fmla="*/ 86253 h 3788731"/>
                <a:gd name="connsiteX0" fmla="*/ 2631004 w 2777761"/>
                <a:gd name="connsiteY0" fmla="*/ 86253 h 3788731"/>
                <a:gd name="connsiteX1" fmla="*/ 2434660 w 2777761"/>
                <a:gd name="connsiteY1" fmla="*/ 2105 h 3788731"/>
                <a:gd name="connsiteX2" fmla="*/ 2193438 w 2777761"/>
                <a:gd name="connsiteY2" fmla="*/ 159180 h 3788731"/>
                <a:gd name="connsiteX3" fmla="*/ 2092462 w 2777761"/>
                <a:gd name="connsiteY3" fmla="*/ 198449 h 3788731"/>
                <a:gd name="connsiteX4" fmla="*/ 2142950 w 2777761"/>
                <a:gd name="connsiteY4" fmla="*/ 288206 h 3788731"/>
                <a:gd name="connsiteX5" fmla="*/ 2030754 w 2777761"/>
                <a:gd name="connsiteY5" fmla="*/ 450890 h 3788731"/>
                <a:gd name="connsiteX6" fmla="*/ 2137342 w 2777761"/>
                <a:gd name="connsiteY6" fmla="*/ 585526 h 3788731"/>
                <a:gd name="connsiteX7" fmla="*/ 2159779 w 2777761"/>
                <a:gd name="connsiteY7" fmla="*/ 708942 h 3788731"/>
                <a:gd name="connsiteX8" fmla="*/ 2030754 w 2777761"/>
                <a:gd name="connsiteY8" fmla="*/ 753820 h 3788731"/>
                <a:gd name="connsiteX9" fmla="*/ 1997095 w 2777761"/>
                <a:gd name="connsiteY9" fmla="*/ 821138 h 3788731"/>
                <a:gd name="connsiteX10" fmla="*/ 1997095 w 2777761"/>
                <a:gd name="connsiteY10" fmla="*/ 708942 h 3788731"/>
                <a:gd name="connsiteX11" fmla="*/ 1946606 w 2777761"/>
                <a:gd name="connsiteY11" fmla="*/ 669673 h 3788731"/>
                <a:gd name="connsiteX12" fmla="*/ 1783922 w 2777761"/>
                <a:gd name="connsiteY12" fmla="*/ 770649 h 3788731"/>
                <a:gd name="connsiteX13" fmla="*/ 1402454 w 2777761"/>
                <a:gd name="connsiteY13" fmla="*/ 579916 h 3788731"/>
                <a:gd name="connsiteX14" fmla="*/ 1666115 w 2777761"/>
                <a:gd name="connsiteY14" fmla="*/ 1129678 h 3788731"/>
                <a:gd name="connsiteX15" fmla="*/ 1800751 w 2777761"/>
                <a:gd name="connsiteY15" fmla="*/ 1225045 h 3788731"/>
                <a:gd name="connsiteX16" fmla="*/ 1649286 w 2777761"/>
                <a:gd name="connsiteY16" fmla="*/ 1449437 h 3788731"/>
                <a:gd name="connsiteX17" fmla="*/ 1727824 w 2777761"/>
                <a:gd name="connsiteY17" fmla="*/ 1668220 h 3788731"/>
                <a:gd name="connsiteX18" fmla="*/ 1817581 w 2777761"/>
                <a:gd name="connsiteY18" fmla="*/ 1662611 h 3788731"/>
                <a:gd name="connsiteX19" fmla="*/ 1626846 w 2777761"/>
                <a:gd name="connsiteY19" fmla="*/ 1858954 h 3788731"/>
                <a:gd name="connsiteX20" fmla="*/ 914400 w 2777761"/>
                <a:gd name="connsiteY20" fmla="*/ 1578463 h 3788731"/>
                <a:gd name="connsiteX21" fmla="*/ 460005 w 2777761"/>
                <a:gd name="connsiteY21" fmla="*/ 2605060 h 3788731"/>
                <a:gd name="connsiteX22" fmla="*/ 263662 w 2777761"/>
                <a:gd name="connsiteY22" fmla="*/ 2812623 h 3788731"/>
                <a:gd name="connsiteX23" fmla="*/ 44879 w 2777761"/>
                <a:gd name="connsiteY23" fmla="*/ 2857501 h 3788731"/>
                <a:gd name="connsiteX24" fmla="*/ 0 w 2777761"/>
                <a:gd name="connsiteY24" fmla="*/ 2964088 h 3788731"/>
                <a:gd name="connsiteX25" fmla="*/ 274881 w 2777761"/>
                <a:gd name="connsiteY25" fmla="*/ 3087504 h 3788731"/>
                <a:gd name="connsiteX26" fmla="*/ 504884 w 2777761"/>
                <a:gd name="connsiteY26" fmla="*/ 2986527 h 3788731"/>
                <a:gd name="connsiteX27" fmla="*/ 471225 w 2777761"/>
                <a:gd name="connsiteY27" fmla="*/ 3115553 h 3788731"/>
                <a:gd name="connsiteX28" fmla="*/ 572201 w 2777761"/>
                <a:gd name="connsiteY28" fmla="*/ 3160431 h 3788731"/>
                <a:gd name="connsiteX29" fmla="*/ 381468 w 2777761"/>
                <a:gd name="connsiteY29" fmla="*/ 3620436 h 3788731"/>
                <a:gd name="connsiteX30" fmla="*/ 196344 w 2777761"/>
                <a:gd name="connsiteY30" fmla="*/ 3665315 h 3788731"/>
                <a:gd name="connsiteX31" fmla="*/ 263662 w 2777761"/>
                <a:gd name="connsiteY31" fmla="*/ 3766291 h 3788731"/>
                <a:gd name="connsiteX32" fmla="*/ 555372 w 2777761"/>
                <a:gd name="connsiteY32" fmla="*/ 3788731 h 3788731"/>
                <a:gd name="connsiteX33" fmla="*/ 589031 w 2777761"/>
                <a:gd name="connsiteY33" fmla="*/ 3581168 h 3788731"/>
                <a:gd name="connsiteX34" fmla="*/ 645129 w 2777761"/>
                <a:gd name="connsiteY34" fmla="*/ 3575558 h 3788731"/>
                <a:gd name="connsiteX35" fmla="*/ 690008 w 2777761"/>
                <a:gd name="connsiteY35" fmla="*/ 3698974 h 3788731"/>
                <a:gd name="connsiteX36" fmla="*/ 774155 w 2777761"/>
                <a:gd name="connsiteY36" fmla="*/ 3704584 h 3788731"/>
                <a:gd name="connsiteX37" fmla="*/ 779765 w 2777761"/>
                <a:gd name="connsiteY37" fmla="*/ 3474581 h 3788731"/>
                <a:gd name="connsiteX38" fmla="*/ 746106 w 2777761"/>
                <a:gd name="connsiteY38" fmla="*/ 3205310 h 3788731"/>
                <a:gd name="connsiteX39" fmla="*/ 903181 w 2777761"/>
                <a:gd name="connsiteY39" fmla="*/ 2627499 h 3788731"/>
                <a:gd name="connsiteX40" fmla="*/ 1166842 w 2777761"/>
                <a:gd name="connsiteY40" fmla="*/ 2520912 h 3788731"/>
                <a:gd name="connsiteX41" fmla="*/ 1531480 w 2777761"/>
                <a:gd name="connsiteY41" fmla="*/ 2627499 h 3788731"/>
                <a:gd name="connsiteX42" fmla="*/ 1593188 w 2777761"/>
                <a:gd name="connsiteY42" fmla="*/ 2627499 h 3788731"/>
                <a:gd name="connsiteX43" fmla="*/ 1649286 w 2777761"/>
                <a:gd name="connsiteY43" fmla="*/ 2728476 h 3788731"/>
                <a:gd name="connsiteX44" fmla="*/ 1800751 w 2777761"/>
                <a:gd name="connsiteY44" fmla="*/ 2762134 h 3788731"/>
                <a:gd name="connsiteX45" fmla="*/ 1811971 w 2777761"/>
                <a:gd name="connsiteY45" fmla="*/ 2795793 h 3788731"/>
                <a:gd name="connsiteX46" fmla="*/ 1772702 w 2777761"/>
                <a:gd name="connsiteY46" fmla="*/ 2997747 h 3788731"/>
                <a:gd name="connsiteX47" fmla="*/ 1750263 w 2777761"/>
                <a:gd name="connsiteY47" fmla="*/ 3323116 h 3788731"/>
                <a:gd name="connsiteX48" fmla="*/ 1542700 w 2777761"/>
                <a:gd name="connsiteY48" fmla="*/ 3345555 h 3788731"/>
                <a:gd name="connsiteX49" fmla="*/ 1206111 w 2777761"/>
                <a:gd name="connsiteY49" fmla="*/ 3396044 h 3788731"/>
                <a:gd name="connsiteX50" fmla="*/ 1178062 w 2777761"/>
                <a:gd name="connsiteY50" fmla="*/ 3468971 h 3788731"/>
                <a:gd name="connsiteX51" fmla="*/ 1116354 w 2777761"/>
                <a:gd name="connsiteY51" fmla="*/ 3497020 h 3788731"/>
                <a:gd name="connsiteX52" fmla="*/ 1144403 w 2777761"/>
                <a:gd name="connsiteY52" fmla="*/ 3631656 h 3788731"/>
                <a:gd name="connsiteX53" fmla="*/ 1284648 w 2777761"/>
                <a:gd name="connsiteY53" fmla="*/ 3637266 h 3788731"/>
                <a:gd name="connsiteX54" fmla="*/ 1279038 w 2777761"/>
                <a:gd name="connsiteY54" fmla="*/ 3485801 h 3788731"/>
                <a:gd name="connsiteX55" fmla="*/ 1458552 w 2777761"/>
                <a:gd name="connsiteY55" fmla="*/ 3497020 h 3788731"/>
                <a:gd name="connsiteX56" fmla="*/ 1430503 w 2777761"/>
                <a:gd name="connsiteY56" fmla="*/ 3575558 h 3788731"/>
                <a:gd name="connsiteX57" fmla="*/ 1402454 w 2777761"/>
                <a:gd name="connsiteY57" fmla="*/ 3637266 h 3788731"/>
                <a:gd name="connsiteX58" fmla="*/ 1318307 w 2777761"/>
                <a:gd name="connsiteY58" fmla="*/ 3654095 h 3788731"/>
                <a:gd name="connsiteX59" fmla="*/ 1452943 w 2777761"/>
                <a:gd name="connsiteY59" fmla="*/ 3777511 h 3788731"/>
                <a:gd name="connsiteX60" fmla="*/ 1520260 w 2777761"/>
                <a:gd name="connsiteY60" fmla="*/ 3642876 h 3788731"/>
                <a:gd name="connsiteX61" fmla="*/ 1823190 w 2777761"/>
                <a:gd name="connsiteY61" fmla="*/ 3541899 h 3788731"/>
                <a:gd name="connsiteX62" fmla="*/ 2159779 w 2777761"/>
                <a:gd name="connsiteY62" fmla="*/ 3614826 h 3788731"/>
                <a:gd name="connsiteX63" fmla="*/ 2114901 w 2777761"/>
                <a:gd name="connsiteY63" fmla="*/ 3715803 h 3788731"/>
                <a:gd name="connsiteX64" fmla="*/ 2210268 w 2777761"/>
                <a:gd name="connsiteY64" fmla="*/ 3783121 h 3788731"/>
                <a:gd name="connsiteX65" fmla="*/ 2283195 w 2777761"/>
                <a:gd name="connsiteY65" fmla="*/ 3732633 h 3788731"/>
                <a:gd name="connsiteX66" fmla="*/ 2271976 w 2777761"/>
                <a:gd name="connsiteY66" fmla="*/ 3637266 h 3788731"/>
                <a:gd name="connsiteX67" fmla="*/ 2451490 w 2777761"/>
                <a:gd name="connsiteY67" fmla="*/ 3558728 h 3788731"/>
                <a:gd name="connsiteX68" fmla="*/ 2434660 w 2777761"/>
                <a:gd name="connsiteY68" fmla="*/ 3384824 h 3788731"/>
                <a:gd name="connsiteX69" fmla="*/ 1929777 w 2777761"/>
                <a:gd name="connsiteY69" fmla="*/ 3356775 h 3788731"/>
                <a:gd name="connsiteX70" fmla="*/ 1918557 w 2777761"/>
                <a:gd name="connsiteY70" fmla="*/ 3031406 h 3788731"/>
                <a:gd name="connsiteX71" fmla="*/ 1884898 w 2777761"/>
                <a:gd name="connsiteY71" fmla="*/ 3014576 h 3788731"/>
                <a:gd name="connsiteX72" fmla="*/ 1907338 w 2777761"/>
                <a:gd name="connsiteY72" fmla="*/ 2835062 h 3788731"/>
                <a:gd name="connsiteX73" fmla="*/ 1862459 w 2777761"/>
                <a:gd name="connsiteY73" fmla="*/ 2773354 h 3788731"/>
                <a:gd name="connsiteX74" fmla="*/ 2109291 w 2777761"/>
                <a:gd name="connsiteY74" fmla="*/ 2717256 h 3788731"/>
                <a:gd name="connsiteX75" fmla="*/ 2131730 w 2777761"/>
                <a:gd name="connsiteY75" fmla="*/ 2588230 h 3788731"/>
                <a:gd name="connsiteX76" fmla="*/ 2372952 w 2777761"/>
                <a:gd name="connsiteY76" fmla="*/ 2621889 h 3788731"/>
                <a:gd name="connsiteX77" fmla="*/ 2597345 w 2777761"/>
                <a:gd name="connsiteY77" fmla="*/ 2032858 h 3788731"/>
                <a:gd name="connsiteX78" fmla="*/ 2552466 w 2777761"/>
                <a:gd name="connsiteY78" fmla="*/ 1948711 h 3788731"/>
                <a:gd name="connsiteX79" fmla="*/ 2698322 w 2777761"/>
                <a:gd name="connsiteY79" fmla="*/ 1460657 h 3788731"/>
                <a:gd name="connsiteX80" fmla="*/ 2642224 w 2777761"/>
                <a:gd name="connsiteY80" fmla="*/ 1354071 h 3788731"/>
                <a:gd name="connsiteX81" fmla="*/ 2485148 w 2777761"/>
                <a:gd name="connsiteY81" fmla="*/ 798699 h 3788731"/>
                <a:gd name="connsiteX82" fmla="*/ 2743201 w 2777761"/>
                <a:gd name="connsiteY82" fmla="*/ 675283 h 3788731"/>
                <a:gd name="connsiteX83" fmla="*/ 2715151 w 2777761"/>
                <a:gd name="connsiteY83" fmla="*/ 434061 h 3788731"/>
                <a:gd name="connsiteX84" fmla="*/ 2631004 w 2777761"/>
                <a:gd name="connsiteY84" fmla="*/ 86253 h 3788731"/>
                <a:gd name="connsiteX0" fmla="*/ 2631004 w 2777761"/>
                <a:gd name="connsiteY0" fmla="*/ 86253 h 3788731"/>
                <a:gd name="connsiteX1" fmla="*/ 2434660 w 2777761"/>
                <a:gd name="connsiteY1" fmla="*/ 2105 h 3788731"/>
                <a:gd name="connsiteX2" fmla="*/ 2193438 w 2777761"/>
                <a:gd name="connsiteY2" fmla="*/ 159180 h 3788731"/>
                <a:gd name="connsiteX3" fmla="*/ 2092462 w 2777761"/>
                <a:gd name="connsiteY3" fmla="*/ 198449 h 3788731"/>
                <a:gd name="connsiteX4" fmla="*/ 2142950 w 2777761"/>
                <a:gd name="connsiteY4" fmla="*/ 288206 h 3788731"/>
                <a:gd name="connsiteX5" fmla="*/ 2030754 w 2777761"/>
                <a:gd name="connsiteY5" fmla="*/ 450890 h 3788731"/>
                <a:gd name="connsiteX6" fmla="*/ 2137342 w 2777761"/>
                <a:gd name="connsiteY6" fmla="*/ 585526 h 3788731"/>
                <a:gd name="connsiteX7" fmla="*/ 2159779 w 2777761"/>
                <a:gd name="connsiteY7" fmla="*/ 708942 h 3788731"/>
                <a:gd name="connsiteX8" fmla="*/ 2030754 w 2777761"/>
                <a:gd name="connsiteY8" fmla="*/ 753820 h 3788731"/>
                <a:gd name="connsiteX9" fmla="*/ 1997095 w 2777761"/>
                <a:gd name="connsiteY9" fmla="*/ 821138 h 3788731"/>
                <a:gd name="connsiteX10" fmla="*/ 1997095 w 2777761"/>
                <a:gd name="connsiteY10" fmla="*/ 708942 h 3788731"/>
                <a:gd name="connsiteX11" fmla="*/ 1946606 w 2777761"/>
                <a:gd name="connsiteY11" fmla="*/ 669673 h 3788731"/>
                <a:gd name="connsiteX12" fmla="*/ 1783922 w 2777761"/>
                <a:gd name="connsiteY12" fmla="*/ 770649 h 3788731"/>
                <a:gd name="connsiteX13" fmla="*/ 1402454 w 2777761"/>
                <a:gd name="connsiteY13" fmla="*/ 579916 h 3788731"/>
                <a:gd name="connsiteX14" fmla="*/ 1666115 w 2777761"/>
                <a:gd name="connsiteY14" fmla="*/ 1129678 h 3788731"/>
                <a:gd name="connsiteX15" fmla="*/ 1800751 w 2777761"/>
                <a:gd name="connsiteY15" fmla="*/ 1225045 h 3788731"/>
                <a:gd name="connsiteX16" fmla="*/ 1649286 w 2777761"/>
                <a:gd name="connsiteY16" fmla="*/ 1449437 h 3788731"/>
                <a:gd name="connsiteX17" fmla="*/ 1727824 w 2777761"/>
                <a:gd name="connsiteY17" fmla="*/ 1668220 h 3788731"/>
                <a:gd name="connsiteX18" fmla="*/ 1817581 w 2777761"/>
                <a:gd name="connsiteY18" fmla="*/ 1662611 h 3788731"/>
                <a:gd name="connsiteX19" fmla="*/ 1626846 w 2777761"/>
                <a:gd name="connsiteY19" fmla="*/ 1858954 h 3788731"/>
                <a:gd name="connsiteX20" fmla="*/ 914400 w 2777761"/>
                <a:gd name="connsiteY20" fmla="*/ 1578463 h 3788731"/>
                <a:gd name="connsiteX21" fmla="*/ 460005 w 2777761"/>
                <a:gd name="connsiteY21" fmla="*/ 2605060 h 3788731"/>
                <a:gd name="connsiteX22" fmla="*/ 263662 w 2777761"/>
                <a:gd name="connsiteY22" fmla="*/ 2812623 h 3788731"/>
                <a:gd name="connsiteX23" fmla="*/ 44879 w 2777761"/>
                <a:gd name="connsiteY23" fmla="*/ 2857501 h 3788731"/>
                <a:gd name="connsiteX24" fmla="*/ 0 w 2777761"/>
                <a:gd name="connsiteY24" fmla="*/ 2964088 h 3788731"/>
                <a:gd name="connsiteX25" fmla="*/ 274881 w 2777761"/>
                <a:gd name="connsiteY25" fmla="*/ 3087504 h 3788731"/>
                <a:gd name="connsiteX26" fmla="*/ 504884 w 2777761"/>
                <a:gd name="connsiteY26" fmla="*/ 2986527 h 3788731"/>
                <a:gd name="connsiteX27" fmla="*/ 471225 w 2777761"/>
                <a:gd name="connsiteY27" fmla="*/ 3115553 h 3788731"/>
                <a:gd name="connsiteX28" fmla="*/ 572201 w 2777761"/>
                <a:gd name="connsiteY28" fmla="*/ 3160431 h 3788731"/>
                <a:gd name="connsiteX29" fmla="*/ 381468 w 2777761"/>
                <a:gd name="connsiteY29" fmla="*/ 3620436 h 3788731"/>
                <a:gd name="connsiteX30" fmla="*/ 196344 w 2777761"/>
                <a:gd name="connsiteY30" fmla="*/ 3665315 h 3788731"/>
                <a:gd name="connsiteX31" fmla="*/ 263662 w 2777761"/>
                <a:gd name="connsiteY31" fmla="*/ 3766291 h 3788731"/>
                <a:gd name="connsiteX32" fmla="*/ 555372 w 2777761"/>
                <a:gd name="connsiteY32" fmla="*/ 3788731 h 3788731"/>
                <a:gd name="connsiteX33" fmla="*/ 589031 w 2777761"/>
                <a:gd name="connsiteY33" fmla="*/ 3581168 h 3788731"/>
                <a:gd name="connsiteX34" fmla="*/ 645129 w 2777761"/>
                <a:gd name="connsiteY34" fmla="*/ 3575558 h 3788731"/>
                <a:gd name="connsiteX35" fmla="*/ 690008 w 2777761"/>
                <a:gd name="connsiteY35" fmla="*/ 3698974 h 3788731"/>
                <a:gd name="connsiteX36" fmla="*/ 774155 w 2777761"/>
                <a:gd name="connsiteY36" fmla="*/ 3704584 h 3788731"/>
                <a:gd name="connsiteX37" fmla="*/ 779765 w 2777761"/>
                <a:gd name="connsiteY37" fmla="*/ 3474581 h 3788731"/>
                <a:gd name="connsiteX38" fmla="*/ 746106 w 2777761"/>
                <a:gd name="connsiteY38" fmla="*/ 3205310 h 3788731"/>
                <a:gd name="connsiteX39" fmla="*/ 903181 w 2777761"/>
                <a:gd name="connsiteY39" fmla="*/ 2627499 h 3788731"/>
                <a:gd name="connsiteX40" fmla="*/ 1166842 w 2777761"/>
                <a:gd name="connsiteY40" fmla="*/ 2520912 h 3788731"/>
                <a:gd name="connsiteX41" fmla="*/ 1531480 w 2777761"/>
                <a:gd name="connsiteY41" fmla="*/ 2627499 h 3788731"/>
                <a:gd name="connsiteX42" fmla="*/ 1593188 w 2777761"/>
                <a:gd name="connsiteY42" fmla="*/ 2627499 h 3788731"/>
                <a:gd name="connsiteX43" fmla="*/ 1649286 w 2777761"/>
                <a:gd name="connsiteY43" fmla="*/ 2728476 h 3788731"/>
                <a:gd name="connsiteX44" fmla="*/ 1800751 w 2777761"/>
                <a:gd name="connsiteY44" fmla="*/ 2762134 h 3788731"/>
                <a:gd name="connsiteX45" fmla="*/ 1811971 w 2777761"/>
                <a:gd name="connsiteY45" fmla="*/ 2795793 h 3788731"/>
                <a:gd name="connsiteX46" fmla="*/ 1772702 w 2777761"/>
                <a:gd name="connsiteY46" fmla="*/ 2997747 h 3788731"/>
                <a:gd name="connsiteX47" fmla="*/ 1750263 w 2777761"/>
                <a:gd name="connsiteY47" fmla="*/ 3323116 h 3788731"/>
                <a:gd name="connsiteX48" fmla="*/ 1542700 w 2777761"/>
                <a:gd name="connsiteY48" fmla="*/ 3345555 h 3788731"/>
                <a:gd name="connsiteX49" fmla="*/ 1206111 w 2777761"/>
                <a:gd name="connsiteY49" fmla="*/ 3396044 h 3788731"/>
                <a:gd name="connsiteX50" fmla="*/ 1178062 w 2777761"/>
                <a:gd name="connsiteY50" fmla="*/ 3468971 h 3788731"/>
                <a:gd name="connsiteX51" fmla="*/ 1116354 w 2777761"/>
                <a:gd name="connsiteY51" fmla="*/ 3497020 h 3788731"/>
                <a:gd name="connsiteX52" fmla="*/ 1144403 w 2777761"/>
                <a:gd name="connsiteY52" fmla="*/ 3631656 h 3788731"/>
                <a:gd name="connsiteX53" fmla="*/ 1284648 w 2777761"/>
                <a:gd name="connsiteY53" fmla="*/ 3637266 h 3788731"/>
                <a:gd name="connsiteX54" fmla="*/ 1279038 w 2777761"/>
                <a:gd name="connsiteY54" fmla="*/ 3485801 h 3788731"/>
                <a:gd name="connsiteX55" fmla="*/ 1458552 w 2777761"/>
                <a:gd name="connsiteY55" fmla="*/ 3497020 h 3788731"/>
                <a:gd name="connsiteX56" fmla="*/ 1430503 w 2777761"/>
                <a:gd name="connsiteY56" fmla="*/ 3575558 h 3788731"/>
                <a:gd name="connsiteX57" fmla="*/ 1402454 w 2777761"/>
                <a:gd name="connsiteY57" fmla="*/ 3637266 h 3788731"/>
                <a:gd name="connsiteX58" fmla="*/ 1318307 w 2777761"/>
                <a:gd name="connsiteY58" fmla="*/ 3654095 h 3788731"/>
                <a:gd name="connsiteX59" fmla="*/ 1452943 w 2777761"/>
                <a:gd name="connsiteY59" fmla="*/ 3777511 h 3788731"/>
                <a:gd name="connsiteX60" fmla="*/ 1520260 w 2777761"/>
                <a:gd name="connsiteY60" fmla="*/ 3642876 h 3788731"/>
                <a:gd name="connsiteX61" fmla="*/ 1823190 w 2777761"/>
                <a:gd name="connsiteY61" fmla="*/ 3541899 h 3788731"/>
                <a:gd name="connsiteX62" fmla="*/ 2159779 w 2777761"/>
                <a:gd name="connsiteY62" fmla="*/ 3614826 h 3788731"/>
                <a:gd name="connsiteX63" fmla="*/ 2114901 w 2777761"/>
                <a:gd name="connsiteY63" fmla="*/ 3715803 h 3788731"/>
                <a:gd name="connsiteX64" fmla="*/ 2210268 w 2777761"/>
                <a:gd name="connsiteY64" fmla="*/ 3783121 h 3788731"/>
                <a:gd name="connsiteX65" fmla="*/ 2283195 w 2777761"/>
                <a:gd name="connsiteY65" fmla="*/ 3732633 h 3788731"/>
                <a:gd name="connsiteX66" fmla="*/ 2271976 w 2777761"/>
                <a:gd name="connsiteY66" fmla="*/ 3637266 h 3788731"/>
                <a:gd name="connsiteX67" fmla="*/ 2451490 w 2777761"/>
                <a:gd name="connsiteY67" fmla="*/ 3558728 h 3788731"/>
                <a:gd name="connsiteX68" fmla="*/ 2434660 w 2777761"/>
                <a:gd name="connsiteY68" fmla="*/ 3384824 h 3788731"/>
                <a:gd name="connsiteX69" fmla="*/ 1929777 w 2777761"/>
                <a:gd name="connsiteY69" fmla="*/ 3356775 h 3788731"/>
                <a:gd name="connsiteX70" fmla="*/ 1918557 w 2777761"/>
                <a:gd name="connsiteY70" fmla="*/ 3031406 h 3788731"/>
                <a:gd name="connsiteX71" fmla="*/ 1884898 w 2777761"/>
                <a:gd name="connsiteY71" fmla="*/ 3014576 h 3788731"/>
                <a:gd name="connsiteX72" fmla="*/ 1907338 w 2777761"/>
                <a:gd name="connsiteY72" fmla="*/ 2835062 h 3788731"/>
                <a:gd name="connsiteX73" fmla="*/ 1862459 w 2777761"/>
                <a:gd name="connsiteY73" fmla="*/ 2773354 h 3788731"/>
                <a:gd name="connsiteX74" fmla="*/ 2109291 w 2777761"/>
                <a:gd name="connsiteY74" fmla="*/ 2717256 h 3788731"/>
                <a:gd name="connsiteX75" fmla="*/ 2131730 w 2777761"/>
                <a:gd name="connsiteY75" fmla="*/ 2588230 h 3788731"/>
                <a:gd name="connsiteX76" fmla="*/ 2372952 w 2777761"/>
                <a:gd name="connsiteY76" fmla="*/ 2621889 h 3788731"/>
                <a:gd name="connsiteX77" fmla="*/ 2597345 w 2777761"/>
                <a:gd name="connsiteY77" fmla="*/ 2032858 h 3788731"/>
                <a:gd name="connsiteX78" fmla="*/ 2552466 w 2777761"/>
                <a:gd name="connsiteY78" fmla="*/ 1948711 h 3788731"/>
                <a:gd name="connsiteX79" fmla="*/ 2698322 w 2777761"/>
                <a:gd name="connsiteY79" fmla="*/ 1460657 h 3788731"/>
                <a:gd name="connsiteX80" fmla="*/ 2642224 w 2777761"/>
                <a:gd name="connsiteY80" fmla="*/ 1354071 h 3788731"/>
                <a:gd name="connsiteX81" fmla="*/ 2485148 w 2777761"/>
                <a:gd name="connsiteY81" fmla="*/ 798699 h 3788731"/>
                <a:gd name="connsiteX82" fmla="*/ 2743201 w 2777761"/>
                <a:gd name="connsiteY82" fmla="*/ 675283 h 3788731"/>
                <a:gd name="connsiteX83" fmla="*/ 2715151 w 2777761"/>
                <a:gd name="connsiteY83" fmla="*/ 434061 h 3788731"/>
                <a:gd name="connsiteX84" fmla="*/ 2631004 w 2777761"/>
                <a:gd name="connsiteY84" fmla="*/ 86253 h 3788731"/>
                <a:gd name="connsiteX0" fmla="*/ 2607319 w 2754076"/>
                <a:gd name="connsiteY0" fmla="*/ 86253 h 3788731"/>
                <a:gd name="connsiteX1" fmla="*/ 2410975 w 2754076"/>
                <a:gd name="connsiteY1" fmla="*/ 2105 h 3788731"/>
                <a:gd name="connsiteX2" fmla="*/ 2169753 w 2754076"/>
                <a:gd name="connsiteY2" fmla="*/ 159180 h 3788731"/>
                <a:gd name="connsiteX3" fmla="*/ 2068777 w 2754076"/>
                <a:gd name="connsiteY3" fmla="*/ 198449 h 3788731"/>
                <a:gd name="connsiteX4" fmla="*/ 2119265 w 2754076"/>
                <a:gd name="connsiteY4" fmla="*/ 288206 h 3788731"/>
                <a:gd name="connsiteX5" fmla="*/ 2007069 w 2754076"/>
                <a:gd name="connsiteY5" fmla="*/ 450890 h 3788731"/>
                <a:gd name="connsiteX6" fmla="*/ 2113657 w 2754076"/>
                <a:gd name="connsiteY6" fmla="*/ 585526 h 3788731"/>
                <a:gd name="connsiteX7" fmla="*/ 2136094 w 2754076"/>
                <a:gd name="connsiteY7" fmla="*/ 708942 h 3788731"/>
                <a:gd name="connsiteX8" fmla="*/ 2007069 w 2754076"/>
                <a:gd name="connsiteY8" fmla="*/ 753820 h 3788731"/>
                <a:gd name="connsiteX9" fmla="*/ 1973410 w 2754076"/>
                <a:gd name="connsiteY9" fmla="*/ 821138 h 3788731"/>
                <a:gd name="connsiteX10" fmla="*/ 1973410 w 2754076"/>
                <a:gd name="connsiteY10" fmla="*/ 708942 h 3788731"/>
                <a:gd name="connsiteX11" fmla="*/ 1922921 w 2754076"/>
                <a:gd name="connsiteY11" fmla="*/ 669673 h 3788731"/>
                <a:gd name="connsiteX12" fmla="*/ 1760237 w 2754076"/>
                <a:gd name="connsiteY12" fmla="*/ 770649 h 3788731"/>
                <a:gd name="connsiteX13" fmla="*/ 1378769 w 2754076"/>
                <a:gd name="connsiteY13" fmla="*/ 579916 h 3788731"/>
                <a:gd name="connsiteX14" fmla="*/ 1642430 w 2754076"/>
                <a:gd name="connsiteY14" fmla="*/ 1129678 h 3788731"/>
                <a:gd name="connsiteX15" fmla="*/ 1777066 w 2754076"/>
                <a:gd name="connsiteY15" fmla="*/ 1225045 h 3788731"/>
                <a:gd name="connsiteX16" fmla="*/ 1625601 w 2754076"/>
                <a:gd name="connsiteY16" fmla="*/ 1449437 h 3788731"/>
                <a:gd name="connsiteX17" fmla="*/ 1704139 w 2754076"/>
                <a:gd name="connsiteY17" fmla="*/ 1668220 h 3788731"/>
                <a:gd name="connsiteX18" fmla="*/ 1793896 w 2754076"/>
                <a:gd name="connsiteY18" fmla="*/ 1662611 h 3788731"/>
                <a:gd name="connsiteX19" fmla="*/ 1603161 w 2754076"/>
                <a:gd name="connsiteY19" fmla="*/ 1858954 h 3788731"/>
                <a:gd name="connsiteX20" fmla="*/ 890715 w 2754076"/>
                <a:gd name="connsiteY20" fmla="*/ 1578463 h 3788731"/>
                <a:gd name="connsiteX21" fmla="*/ 436320 w 2754076"/>
                <a:gd name="connsiteY21" fmla="*/ 2605060 h 3788731"/>
                <a:gd name="connsiteX22" fmla="*/ 239977 w 2754076"/>
                <a:gd name="connsiteY22" fmla="*/ 2812623 h 3788731"/>
                <a:gd name="connsiteX23" fmla="*/ 21194 w 2754076"/>
                <a:gd name="connsiteY23" fmla="*/ 2857501 h 3788731"/>
                <a:gd name="connsiteX24" fmla="*/ 9973 w 2754076"/>
                <a:gd name="connsiteY24" fmla="*/ 2975307 h 3788731"/>
                <a:gd name="connsiteX25" fmla="*/ 251196 w 2754076"/>
                <a:gd name="connsiteY25" fmla="*/ 3087504 h 3788731"/>
                <a:gd name="connsiteX26" fmla="*/ 481199 w 2754076"/>
                <a:gd name="connsiteY26" fmla="*/ 2986527 h 3788731"/>
                <a:gd name="connsiteX27" fmla="*/ 447540 w 2754076"/>
                <a:gd name="connsiteY27" fmla="*/ 3115553 h 3788731"/>
                <a:gd name="connsiteX28" fmla="*/ 548516 w 2754076"/>
                <a:gd name="connsiteY28" fmla="*/ 3160431 h 3788731"/>
                <a:gd name="connsiteX29" fmla="*/ 357783 w 2754076"/>
                <a:gd name="connsiteY29" fmla="*/ 3620436 h 3788731"/>
                <a:gd name="connsiteX30" fmla="*/ 172659 w 2754076"/>
                <a:gd name="connsiteY30" fmla="*/ 3665315 h 3788731"/>
                <a:gd name="connsiteX31" fmla="*/ 239977 w 2754076"/>
                <a:gd name="connsiteY31" fmla="*/ 3766291 h 3788731"/>
                <a:gd name="connsiteX32" fmla="*/ 531687 w 2754076"/>
                <a:gd name="connsiteY32" fmla="*/ 3788731 h 3788731"/>
                <a:gd name="connsiteX33" fmla="*/ 565346 w 2754076"/>
                <a:gd name="connsiteY33" fmla="*/ 3581168 h 3788731"/>
                <a:gd name="connsiteX34" fmla="*/ 621444 w 2754076"/>
                <a:gd name="connsiteY34" fmla="*/ 3575558 h 3788731"/>
                <a:gd name="connsiteX35" fmla="*/ 666323 w 2754076"/>
                <a:gd name="connsiteY35" fmla="*/ 3698974 h 3788731"/>
                <a:gd name="connsiteX36" fmla="*/ 750470 w 2754076"/>
                <a:gd name="connsiteY36" fmla="*/ 3704584 h 3788731"/>
                <a:gd name="connsiteX37" fmla="*/ 756080 w 2754076"/>
                <a:gd name="connsiteY37" fmla="*/ 3474581 h 3788731"/>
                <a:gd name="connsiteX38" fmla="*/ 722421 w 2754076"/>
                <a:gd name="connsiteY38" fmla="*/ 3205310 h 3788731"/>
                <a:gd name="connsiteX39" fmla="*/ 879496 w 2754076"/>
                <a:gd name="connsiteY39" fmla="*/ 2627499 h 3788731"/>
                <a:gd name="connsiteX40" fmla="*/ 1143157 w 2754076"/>
                <a:gd name="connsiteY40" fmla="*/ 2520912 h 3788731"/>
                <a:gd name="connsiteX41" fmla="*/ 1507795 w 2754076"/>
                <a:gd name="connsiteY41" fmla="*/ 2627499 h 3788731"/>
                <a:gd name="connsiteX42" fmla="*/ 1569503 w 2754076"/>
                <a:gd name="connsiteY42" fmla="*/ 2627499 h 3788731"/>
                <a:gd name="connsiteX43" fmla="*/ 1625601 w 2754076"/>
                <a:gd name="connsiteY43" fmla="*/ 2728476 h 3788731"/>
                <a:gd name="connsiteX44" fmla="*/ 1777066 w 2754076"/>
                <a:gd name="connsiteY44" fmla="*/ 2762134 h 3788731"/>
                <a:gd name="connsiteX45" fmla="*/ 1788286 w 2754076"/>
                <a:gd name="connsiteY45" fmla="*/ 2795793 h 3788731"/>
                <a:gd name="connsiteX46" fmla="*/ 1749017 w 2754076"/>
                <a:gd name="connsiteY46" fmla="*/ 2997747 h 3788731"/>
                <a:gd name="connsiteX47" fmla="*/ 1726578 w 2754076"/>
                <a:gd name="connsiteY47" fmla="*/ 3323116 h 3788731"/>
                <a:gd name="connsiteX48" fmla="*/ 1519015 w 2754076"/>
                <a:gd name="connsiteY48" fmla="*/ 3345555 h 3788731"/>
                <a:gd name="connsiteX49" fmla="*/ 1182426 w 2754076"/>
                <a:gd name="connsiteY49" fmla="*/ 3396044 h 3788731"/>
                <a:gd name="connsiteX50" fmla="*/ 1154377 w 2754076"/>
                <a:gd name="connsiteY50" fmla="*/ 3468971 h 3788731"/>
                <a:gd name="connsiteX51" fmla="*/ 1092669 w 2754076"/>
                <a:gd name="connsiteY51" fmla="*/ 3497020 h 3788731"/>
                <a:gd name="connsiteX52" fmla="*/ 1120718 w 2754076"/>
                <a:gd name="connsiteY52" fmla="*/ 3631656 h 3788731"/>
                <a:gd name="connsiteX53" fmla="*/ 1260963 w 2754076"/>
                <a:gd name="connsiteY53" fmla="*/ 3637266 h 3788731"/>
                <a:gd name="connsiteX54" fmla="*/ 1255353 w 2754076"/>
                <a:gd name="connsiteY54" fmla="*/ 3485801 h 3788731"/>
                <a:gd name="connsiteX55" fmla="*/ 1434867 w 2754076"/>
                <a:gd name="connsiteY55" fmla="*/ 3497020 h 3788731"/>
                <a:gd name="connsiteX56" fmla="*/ 1406818 w 2754076"/>
                <a:gd name="connsiteY56" fmla="*/ 3575558 h 3788731"/>
                <a:gd name="connsiteX57" fmla="*/ 1378769 w 2754076"/>
                <a:gd name="connsiteY57" fmla="*/ 3637266 h 3788731"/>
                <a:gd name="connsiteX58" fmla="*/ 1294622 w 2754076"/>
                <a:gd name="connsiteY58" fmla="*/ 3654095 h 3788731"/>
                <a:gd name="connsiteX59" fmla="*/ 1429258 w 2754076"/>
                <a:gd name="connsiteY59" fmla="*/ 3777511 h 3788731"/>
                <a:gd name="connsiteX60" fmla="*/ 1496575 w 2754076"/>
                <a:gd name="connsiteY60" fmla="*/ 3642876 h 3788731"/>
                <a:gd name="connsiteX61" fmla="*/ 1799505 w 2754076"/>
                <a:gd name="connsiteY61" fmla="*/ 3541899 h 3788731"/>
                <a:gd name="connsiteX62" fmla="*/ 2136094 w 2754076"/>
                <a:gd name="connsiteY62" fmla="*/ 3614826 h 3788731"/>
                <a:gd name="connsiteX63" fmla="*/ 2091216 w 2754076"/>
                <a:gd name="connsiteY63" fmla="*/ 3715803 h 3788731"/>
                <a:gd name="connsiteX64" fmla="*/ 2186583 w 2754076"/>
                <a:gd name="connsiteY64" fmla="*/ 3783121 h 3788731"/>
                <a:gd name="connsiteX65" fmla="*/ 2259510 w 2754076"/>
                <a:gd name="connsiteY65" fmla="*/ 3732633 h 3788731"/>
                <a:gd name="connsiteX66" fmla="*/ 2248291 w 2754076"/>
                <a:gd name="connsiteY66" fmla="*/ 3637266 h 3788731"/>
                <a:gd name="connsiteX67" fmla="*/ 2427805 w 2754076"/>
                <a:gd name="connsiteY67" fmla="*/ 3558728 h 3788731"/>
                <a:gd name="connsiteX68" fmla="*/ 2410975 w 2754076"/>
                <a:gd name="connsiteY68" fmla="*/ 3384824 h 3788731"/>
                <a:gd name="connsiteX69" fmla="*/ 1906092 w 2754076"/>
                <a:gd name="connsiteY69" fmla="*/ 3356775 h 3788731"/>
                <a:gd name="connsiteX70" fmla="*/ 1894872 w 2754076"/>
                <a:gd name="connsiteY70" fmla="*/ 3031406 h 3788731"/>
                <a:gd name="connsiteX71" fmla="*/ 1861213 w 2754076"/>
                <a:gd name="connsiteY71" fmla="*/ 3014576 h 3788731"/>
                <a:gd name="connsiteX72" fmla="*/ 1883653 w 2754076"/>
                <a:gd name="connsiteY72" fmla="*/ 2835062 h 3788731"/>
                <a:gd name="connsiteX73" fmla="*/ 1838774 w 2754076"/>
                <a:gd name="connsiteY73" fmla="*/ 2773354 h 3788731"/>
                <a:gd name="connsiteX74" fmla="*/ 2085606 w 2754076"/>
                <a:gd name="connsiteY74" fmla="*/ 2717256 h 3788731"/>
                <a:gd name="connsiteX75" fmla="*/ 2108045 w 2754076"/>
                <a:gd name="connsiteY75" fmla="*/ 2588230 h 3788731"/>
                <a:gd name="connsiteX76" fmla="*/ 2349267 w 2754076"/>
                <a:gd name="connsiteY76" fmla="*/ 2621889 h 3788731"/>
                <a:gd name="connsiteX77" fmla="*/ 2573660 w 2754076"/>
                <a:gd name="connsiteY77" fmla="*/ 2032858 h 3788731"/>
                <a:gd name="connsiteX78" fmla="*/ 2528781 w 2754076"/>
                <a:gd name="connsiteY78" fmla="*/ 1948711 h 3788731"/>
                <a:gd name="connsiteX79" fmla="*/ 2674637 w 2754076"/>
                <a:gd name="connsiteY79" fmla="*/ 1460657 h 3788731"/>
                <a:gd name="connsiteX80" fmla="*/ 2618539 w 2754076"/>
                <a:gd name="connsiteY80" fmla="*/ 1354071 h 3788731"/>
                <a:gd name="connsiteX81" fmla="*/ 2461463 w 2754076"/>
                <a:gd name="connsiteY81" fmla="*/ 798699 h 3788731"/>
                <a:gd name="connsiteX82" fmla="*/ 2719516 w 2754076"/>
                <a:gd name="connsiteY82" fmla="*/ 675283 h 3788731"/>
                <a:gd name="connsiteX83" fmla="*/ 2691466 w 2754076"/>
                <a:gd name="connsiteY83" fmla="*/ 434061 h 3788731"/>
                <a:gd name="connsiteX84" fmla="*/ 2607319 w 2754076"/>
                <a:gd name="connsiteY84" fmla="*/ 86253 h 3788731"/>
                <a:gd name="connsiteX0" fmla="*/ 2625628 w 2772385"/>
                <a:gd name="connsiteY0" fmla="*/ 86253 h 3788731"/>
                <a:gd name="connsiteX1" fmla="*/ 2429284 w 2772385"/>
                <a:gd name="connsiteY1" fmla="*/ 2105 h 3788731"/>
                <a:gd name="connsiteX2" fmla="*/ 2188062 w 2772385"/>
                <a:gd name="connsiteY2" fmla="*/ 159180 h 3788731"/>
                <a:gd name="connsiteX3" fmla="*/ 2087086 w 2772385"/>
                <a:gd name="connsiteY3" fmla="*/ 198449 h 3788731"/>
                <a:gd name="connsiteX4" fmla="*/ 2137574 w 2772385"/>
                <a:gd name="connsiteY4" fmla="*/ 288206 h 3788731"/>
                <a:gd name="connsiteX5" fmla="*/ 2025378 w 2772385"/>
                <a:gd name="connsiteY5" fmla="*/ 450890 h 3788731"/>
                <a:gd name="connsiteX6" fmla="*/ 2131966 w 2772385"/>
                <a:gd name="connsiteY6" fmla="*/ 585526 h 3788731"/>
                <a:gd name="connsiteX7" fmla="*/ 2154403 w 2772385"/>
                <a:gd name="connsiteY7" fmla="*/ 708942 h 3788731"/>
                <a:gd name="connsiteX8" fmla="*/ 2025378 w 2772385"/>
                <a:gd name="connsiteY8" fmla="*/ 753820 h 3788731"/>
                <a:gd name="connsiteX9" fmla="*/ 1991719 w 2772385"/>
                <a:gd name="connsiteY9" fmla="*/ 821138 h 3788731"/>
                <a:gd name="connsiteX10" fmla="*/ 1991719 w 2772385"/>
                <a:gd name="connsiteY10" fmla="*/ 708942 h 3788731"/>
                <a:gd name="connsiteX11" fmla="*/ 1941230 w 2772385"/>
                <a:gd name="connsiteY11" fmla="*/ 669673 h 3788731"/>
                <a:gd name="connsiteX12" fmla="*/ 1778546 w 2772385"/>
                <a:gd name="connsiteY12" fmla="*/ 770649 h 3788731"/>
                <a:gd name="connsiteX13" fmla="*/ 1397078 w 2772385"/>
                <a:gd name="connsiteY13" fmla="*/ 579916 h 3788731"/>
                <a:gd name="connsiteX14" fmla="*/ 1660739 w 2772385"/>
                <a:gd name="connsiteY14" fmla="*/ 1129678 h 3788731"/>
                <a:gd name="connsiteX15" fmla="*/ 1795375 w 2772385"/>
                <a:gd name="connsiteY15" fmla="*/ 1225045 h 3788731"/>
                <a:gd name="connsiteX16" fmla="*/ 1643910 w 2772385"/>
                <a:gd name="connsiteY16" fmla="*/ 1449437 h 3788731"/>
                <a:gd name="connsiteX17" fmla="*/ 1722448 w 2772385"/>
                <a:gd name="connsiteY17" fmla="*/ 1668220 h 3788731"/>
                <a:gd name="connsiteX18" fmla="*/ 1812205 w 2772385"/>
                <a:gd name="connsiteY18" fmla="*/ 1662611 h 3788731"/>
                <a:gd name="connsiteX19" fmla="*/ 1621470 w 2772385"/>
                <a:gd name="connsiteY19" fmla="*/ 1858954 h 3788731"/>
                <a:gd name="connsiteX20" fmla="*/ 909024 w 2772385"/>
                <a:gd name="connsiteY20" fmla="*/ 1578463 h 3788731"/>
                <a:gd name="connsiteX21" fmla="*/ 454629 w 2772385"/>
                <a:gd name="connsiteY21" fmla="*/ 2605060 h 3788731"/>
                <a:gd name="connsiteX22" fmla="*/ 258286 w 2772385"/>
                <a:gd name="connsiteY22" fmla="*/ 2812623 h 3788731"/>
                <a:gd name="connsiteX23" fmla="*/ 39503 w 2772385"/>
                <a:gd name="connsiteY23" fmla="*/ 2857501 h 3788731"/>
                <a:gd name="connsiteX24" fmla="*/ 28282 w 2772385"/>
                <a:gd name="connsiteY24" fmla="*/ 2975307 h 3788731"/>
                <a:gd name="connsiteX25" fmla="*/ 269505 w 2772385"/>
                <a:gd name="connsiteY25" fmla="*/ 3087504 h 3788731"/>
                <a:gd name="connsiteX26" fmla="*/ 499508 w 2772385"/>
                <a:gd name="connsiteY26" fmla="*/ 2986527 h 3788731"/>
                <a:gd name="connsiteX27" fmla="*/ 465849 w 2772385"/>
                <a:gd name="connsiteY27" fmla="*/ 3115553 h 3788731"/>
                <a:gd name="connsiteX28" fmla="*/ 566825 w 2772385"/>
                <a:gd name="connsiteY28" fmla="*/ 3160431 h 3788731"/>
                <a:gd name="connsiteX29" fmla="*/ 376092 w 2772385"/>
                <a:gd name="connsiteY29" fmla="*/ 3620436 h 3788731"/>
                <a:gd name="connsiteX30" fmla="*/ 190968 w 2772385"/>
                <a:gd name="connsiteY30" fmla="*/ 3665315 h 3788731"/>
                <a:gd name="connsiteX31" fmla="*/ 258286 w 2772385"/>
                <a:gd name="connsiteY31" fmla="*/ 3766291 h 3788731"/>
                <a:gd name="connsiteX32" fmla="*/ 549996 w 2772385"/>
                <a:gd name="connsiteY32" fmla="*/ 3788731 h 3788731"/>
                <a:gd name="connsiteX33" fmla="*/ 583655 w 2772385"/>
                <a:gd name="connsiteY33" fmla="*/ 3581168 h 3788731"/>
                <a:gd name="connsiteX34" fmla="*/ 639753 w 2772385"/>
                <a:gd name="connsiteY34" fmla="*/ 3575558 h 3788731"/>
                <a:gd name="connsiteX35" fmla="*/ 684632 w 2772385"/>
                <a:gd name="connsiteY35" fmla="*/ 3698974 h 3788731"/>
                <a:gd name="connsiteX36" fmla="*/ 768779 w 2772385"/>
                <a:gd name="connsiteY36" fmla="*/ 3704584 h 3788731"/>
                <a:gd name="connsiteX37" fmla="*/ 774389 w 2772385"/>
                <a:gd name="connsiteY37" fmla="*/ 3474581 h 3788731"/>
                <a:gd name="connsiteX38" fmla="*/ 740730 w 2772385"/>
                <a:gd name="connsiteY38" fmla="*/ 3205310 h 3788731"/>
                <a:gd name="connsiteX39" fmla="*/ 897805 w 2772385"/>
                <a:gd name="connsiteY39" fmla="*/ 2627499 h 3788731"/>
                <a:gd name="connsiteX40" fmla="*/ 1161466 w 2772385"/>
                <a:gd name="connsiteY40" fmla="*/ 2520912 h 3788731"/>
                <a:gd name="connsiteX41" fmla="*/ 1526104 w 2772385"/>
                <a:gd name="connsiteY41" fmla="*/ 2627499 h 3788731"/>
                <a:gd name="connsiteX42" fmla="*/ 1587812 w 2772385"/>
                <a:gd name="connsiteY42" fmla="*/ 2627499 h 3788731"/>
                <a:gd name="connsiteX43" fmla="*/ 1643910 w 2772385"/>
                <a:gd name="connsiteY43" fmla="*/ 2728476 h 3788731"/>
                <a:gd name="connsiteX44" fmla="*/ 1795375 w 2772385"/>
                <a:gd name="connsiteY44" fmla="*/ 2762134 h 3788731"/>
                <a:gd name="connsiteX45" fmla="*/ 1806595 w 2772385"/>
                <a:gd name="connsiteY45" fmla="*/ 2795793 h 3788731"/>
                <a:gd name="connsiteX46" fmla="*/ 1767326 w 2772385"/>
                <a:gd name="connsiteY46" fmla="*/ 2997747 h 3788731"/>
                <a:gd name="connsiteX47" fmla="*/ 1744887 w 2772385"/>
                <a:gd name="connsiteY47" fmla="*/ 3323116 h 3788731"/>
                <a:gd name="connsiteX48" fmla="*/ 1537324 w 2772385"/>
                <a:gd name="connsiteY48" fmla="*/ 3345555 h 3788731"/>
                <a:gd name="connsiteX49" fmla="*/ 1200735 w 2772385"/>
                <a:gd name="connsiteY49" fmla="*/ 3396044 h 3788731"/>
                <a:gd name="connsiteX50" fmla="*/ 1172686 w 2772385"/>
                <a:gd name="connsiteY50" fmla="*/ 3468971 h 3788731"/>
                <a:gd name="connsiteX51" fmla="*/ 1110978 w 2772385"/>
                <a:gd name="connsiteY51" fmla="*/ 3497020 h 3788731"/>
                <a:gd name="connsiteX52" fmla="*/ 1139027 w 2772385"/>
                <a:gd name="connsiteY52" fmla="*/ 3631656 h 3788731"/>
                <a:gd name="connsiteX53" fmla="*/ 1279272 w 2772385"/>
                <a:gd name="connsiteY53" fmla="*/ 3637266 h 3788731"/>
                <a:gd name="connsiteX54" fmla="*/ 1273662 w 2772385"/>
                <a:gd name="connsiteY54" fmla="*/ 3485801 h 3788731"/>
                <a:gd name="connsiteX55" fmla="*/ 1453176 w 2772385"/>
                <a:gd name="connsiteY55" fmla="*/ 3497020 h 3788731"/>
                <a:gd name="connsiteX56" fmla="*/ 1425127 w 2772385"/>
                <a:gd name="connsiteY56" fmla="*/ 3575558 h 3788731"/>
                <a:gd name="connsiteX57" fmla="*/ 1397078 w 2772385"/>
                <a:gd name="connsiteY57" fmla="*/ 3637266 h 3788731"/>
                <a:gd name="connsiteX58" fmla="*/ 1312931 w 2772385"/>
                <a:gd name="connsiteY58" fmla="*/ 3654095 h 3788731"/>
                <a:gd name="connsiteX59" fmla="*/ 1447567 w 2772385"/>
                <a:gd name="connsiteY59" fmla="*/ 3777511 h 3788731"/>
                <a:gd name="connsiteX60" fmla="*/ 1514884 w 2772385"/>
                <a:gd name="connsiteY60" fmla="*/ 3642876 h 3788731"/>
                <a:gd name="connsiteX61" fmla="*/ 1817814 w 2772385"/>
                <a:gd name="connsiteY61" fmla="*/ 3541899 h 3788731"/>
                <a:gd name="connsiteX62" fmla="*/ 2154403 w 2772385"/>
                <a:gd name="connsiteY62" fmla="*/ 3614826 h 3788731"/>
                <a:gd name="connsiteX63" fmla="*/ 2109525 w 2772385"/>
                <a:gd name="connsiteY63" fmla="*/ 3715803 h 3788731"/>
                <a:gd name="connsiteX64" fmla="*/ 2204892 w 2772385"/>
                <a:gd name="connsiteY64" fmla="*/ 3783121 h 3788731"/>
                <a:gd name="connsiteX65" fmla="*/ 2277819 w 2772385"/>
                <a:gd name="connsiteY65" fmla="*/ 3732633 h 3788731"/>
                <a:gd name="connsiteX66" fmla="*/ 2266600 w 2772385"/>
                <a:gd name="connsiteY66" fmla="*/ 3637266 h 3788731"/>
                <a:gd name="connsiteX67" fmla="*/ 2446114 w 2772385"/>
                <a:gd name="connsiteY67" fmla="*/ 3558728 h 3788731"/>
                <a:gd name="connsiteX68" fmla="*/ 2429284 w 2772385"/>
                <a:gd name="connsiteY68" fmla="*/ 3384824 h 3788731"/>
                <a:gd name="connsiteX69" fmla="*/ 1924401 w 2772385"/>
                <a:gd name="connsiteY69" fmla="*/ 3356775 h 3788731"/>
                <a:gd name="connsiteX70" fmla="*/ 1913181 w 2772385"/>
                <a:gd name="connsiteY70" fmla="*/ 3031406 h 3788731"/>
                <a:gd name="connsiteX71" fmla="*/ 1879522 w 2772385"/>
                <a:gd name="connsiteY71" fmla="*/ 3014576 h 3788731"/>
                <a:gd name="connsiteX72" fmla="*/ 1901962 w 2772385"/>
                <a:gd name="connsiteY72" fmla="*/ 2835062 h 3788731"/>
                <a:gd name="connsiteX73" fmla="*/ 1857083 w 2772385"/>
                <a:gd name="connsiteY73" fmla="*/ 2773354 h 3788731"/>
                <a:gd name="connsiteX74" fmla="*/ 2103915 w 2772385"/>
                <a:gd name="connsiteY74" fmla="*/ 2717256 h 3788731"/>
                <a:gd name="connsiteX75" fmla="*/ 2126354 w 2772385"/>
                <a:gd name="connsiteY75" fmla="*/ 2588230 h 3788731"/>
                <a:gd name="connsiteX76" fmla="*/ 2367576 w 2772385"/>
                <a:gd name="connsiteY76" fmla="*/ 2621889 h 3788731"/>
                <a:gd name="connsiteX77" fmla="*/ 2591969 w 2772385"/>
                <a:gd name="connsiteY77" fmla="*/ 2032858 h 3788731"/>
                <a:gd name="connsiteX78" fmla="*/ 2547090 w 2772385"/>
                <a:gd name="connsiteY78" fmla="*/ 1948711 h 3788731"/>
                <a:gd name="connsiteX79" fmla="*/ 2692946 w 2772385"/>
                <a:gd name="connsiteY79" fmla="*/ 1460657 h 3788731"/>
                <a:gd name="connsiteX80" fmla="*/ 2636848 w 2772385"/>
                <a:gd name="connsiteY80" fmla="*/ 1354071 h 3788731"/>
                <a:gd name="connsiteX81" fmla="*/ 2479772 w 2772385"/>
                <a:gd name="connsiteY81" fmla="*/ 798699 h 3788731"/>
                <a:gd name="connsiteX82" fmla="*/ 2737825 w 2772385"/>
                <a:gd name="connsiteY82" fmla="*/ 675283 h 3788731"/>
                <a:gd name="connsiteX83" fmla="*/ 2709775 w 2772385"/>
                <a:gd name="connsiteY83" fmla="*/ 434061 h 3788731"/>
                <a:gd name="connsiteX84" fmla="*/ 2625628 w 2772385"/>
                <a:gd name="connsiteY84" fmla="*/ 86253 h 3788731"/>
                <a:gd name="connsiteX0" fmla="*/ 2625628 w 2772385"/>
                <a:gd name="connsiteY0" fmla="*/ 86253 h 3788731"/>
                <a:gd name="connsiteX1" fmla="*/ 2429284 w 2772385"/>
                <a:gd name="connsiteY1" fmla="*/ 2105 h 3788731"/>
                <a:gd name="connsiteX2" fmla="*/ 2188062 w 2772385"/>
                <a:gd name="connsiteY2" fmla="*/ 159180 h 3788731"/>
                <a:gd name="connsiteX3" fmla="*/ 2087086 w 2772385"/>
                <a:gd name="connsiteY3" fmla="*/ 198449 h 3788731"/>
                <a:gd name="connsiteX4" fmla="*/ 2137574 w 2772385"/>
                <a:gd name="connsiteY4" fmla="*/ 288206 h 3788731"/>
                <a:gd name="connsiteX5" fmla="*/ 2025378 w 2772385"/>
                <a:gd name="connsiteY5" fmla="*/ 450890 h 3788731"/>
                <a:gd name="connsiteX6" fmla="*/ 2131966 w 2772385"/>
                <a:gd name="connsiteY6" fmla="*/ 585526 h 3788731"/>
                <a:gd name="connsiteX7" fmla="*/ 2154403 w 2772385"/>
                <a:gd name="connsiteY7" fmla="*/ 708942 h 3788731"/>
                <a:gd name="connsiteX8" fmla="*/ 2025378 w 2772385"/>
                <a:gd name="connsiteY8" fmla="*/ 753820 h 3788731"/>
                <a:gd name="connsiteX9" fmla="*/ 1991719 w 2772385"/>
                <a:gd name="connsiteY9" fmla="*/ 821138 h 3788731"/>
                <a:gd name="connsiteX10" fmla="*/ 1991719 w 2772385"/>
                <a:gd name="connsiteY10" fmla="*/ 708942 h 3788731"/>
                <a:gd name="connsiteX11" fmla="*/ 1941230 w 2772385"/>
                <a:gd name="connsiteY11" fmla="*/ 669673 h 3788731"/>
                <a:gd name="connsiteX12" fmla="*/ 1778546 w 2772385"/>
                <a:gd name="connsiteY12" fmla="*/ 770649 h 3788731"/>
                <a:gd name="connsiteX13" fmla="*/ 1397078 w 2772385"/>
                <a:gd name="connsiteY13" fmla="*/ 579916 h 3788731"/>
                <a:gd name="connsiteX14" fmla="*/ 1660739 w 2772385"/>
                <a:gd name="connsiteY14" fmla="*/ 1129678 h 3788731"/>
                <a:gd name="connsiteX15" fmla="*/ 1795375 w 2772385"/>
                <a:gd name="connsiteY15" fmla="*/ 1225045 h 3788731"/>
                <a:gd name="connsiteX16" fmla="*/ 1643910 w 2772385"/>
                <a:gd name="connsiteY16" fmla="*/ 1449437 h 3788731"/>
                <a:gd name="connsiteX17" fmla="*/ 1722448 w 2772385"/>
                <a:gd name="connsiteY17" fmla="*/ 1668220 h 3788731"/>
                <a:gd name="connsiteX18" fmla="*/ 1812205 w 2772385"/>
                <a:gd name="connsiteY18" fmla="*/ 1662611 h 3788731"/>
                <a:gd name="connsiteX19" fmla="*/ 1621470 w 2772385"/>
                <a:gd name="connsiteY19" fmla="*/ 1858954 h 3788731"/>
                <a:gd name="connsiteX20" fmla="*/ 909024 w 2772385"/>
                <a:gd name="connsiteY20" fmla="*/ 1578463 h 3788731"/>
                <a:gd name="connsiteX21" fmla="*/ 454629 w 2772385"/>
                <a:gd name="connsiteY21" fmla="*/ 2605060 h 3788731"/>
                <a:gd name="connsiteX22" fmla="*/ 258286 w 2772385"/>
                <a:gd name="connsiteY22" fmla="*/ 2812623 h 3788731"/>
                <a:gd name="connsiteX23" fmla="*/ 39503 w 2772385"/>
                <a:gd name="connsiteY23" fmla="*/ 2857501 h 3788731"/>
                <a:gd name="connsiteX24" fmla="*/ 28282 w 2772385"/>
                <a:gd name="connsiteY24" fmla="*/ 2975307 h 3788731"/>
                <a:gd name="connsiteX25" fmla="*/ 269505 w 2772385"/>
                <a:gd name="connsiteY25" fmla="*/ 3087504 h 3788731"/>
                <a:gd name="connsiteX26" fmla="*/ 499508 w 2772385"/>
                <a:gd name="connsiteY26" fmla="*/ 2986527 h 3788731"/>
                <a:gd name="connsiteX27" fmla="*/ 465849 w 2772385"/>
                <a:gd name="connsiteY27" fmla="*/ 3115553 h 3788731"/>
                <a:gd name="connsiteX28" fmla="*/ 566825 w 2772385"/>
                <a:gd name="connsiteY28" fmla="*/ 3160431 h 3788731"/>
                <a:gd name="connsiteX29" fmla="*/ 376092 w 2772385"/>
                <a:gd name="connsiteY29" fmla="*/ 3620436 h 3788731"/>
                <a:gd name="connsiteX30" fmla="*/ 190968 w 2772385"/>
                <a:gd name="connsiteY30" fmla="*/ 3665315 h 3788731"/>
                <a:gd name="connsiteX31" fmla="*/ 258286 w 2772385"/>
                <a:gd name="connsiteY31" fmla="*/ 3766291 h 3788731"/>
                <a:gd name="connsiteX32" fmla="*/ 549996 w 2772385"/>
                <a:gd name="connsiteY32" fmla="*/ 3788731 h 3788731"/>
                <a:gd name="connsiteX33" fmla="*/ 583655 w 2772385"/>
                <a:gd name="connsiteY33" fmla="*/ 3581168 h 3788731"/>
                <a:gd name="connsiteX34" fmla="*/ 639753 w 2772385"/>
                <a:gd name="connsiteY34" fmla="*/ 3575558 h 3788731"/>
                <a:gd name="connsiteX35" fmla="*/ 684632 w 2772385"/>
                <a:gd name="connsiteY35" fmla="*/ 3698974 h 3788731"/>
                <a:gd name="connsiteX36" fmla="*/ 768779 w 2772385"/>
                <a:gd name="connsiteY36" fmla="*/ 3704584 h 3788731"/>
                <a:gd name="connsiteX37" fmla="*/ 774389 w 2772385"/>
                <a:gd name="connsiteY37" fmla="*/ 3474581 h 3788731"/>
                <a:gd name="connsiteX38" fmla="*/ 740730 w 2772385"/>
                <a:gd name="connsiteY38" fmla="*/ 3205310 h 3788731"/>
                <a:gd name="connsiteX39" fmla="*/ 897805 w 2772385"/>
                <a:gd name="connsiteY39" fmla="*/ 2627499 h 3788731"/>
                <a:gd name="connsiteX40" fmla="*/ 1161466 w 2772385"/>
                <a:gd name="connsiteY40" fmla="*/ 2520912 h 3788731"/>
                <a:gd name="connsiteX41" fmla="*/ 1526104 w 2772385"/>
                <a:gd name="connsiteY41" fmla="*/ 2627499 h 3788731"/>
                <a:gd name="connsiteX42" fmla="*/ 1587812 w 2772385"/>
                <a:gd name="connsiteY42" fmla="*/ 2627499 h 3788731"/>
                <a:gd name="connsiteX43" fmla="*/ 1643910 w 2772385"/>
                <a:gd name="connsiteY43" fmla="*/ 2728476 h 3788731"/>
                <a:gd name="connsiteX44" fmla="*/ 1795375 w 2772385"/>
                <a:gd name="connsiteY44" fmla="*/ 2762134 h 3788731"/>
                <a:gd name="connsiteX45" fmla="*/ 1806595 w 2772385"/>
                <a:gd name="connsiteY45" fmla="*/ 2795793 h 3788731"/>
                <a:gd name="connsiteX46" fmla="*/ 1767326 w 2772385"/>
                <a:gd name="connsiteY46" fmla="*/ 2997747 h 3788731"/>
                <a:gd name="connsiteX47" fmla="*/ 1744887 w 2772385"/>
                <a:gd name="connsiteY47" fmla="*/ 3323116 h 3788731"/>
                <a:gd name="connsiteX48" fmla="*/ 1537324 w 2772385"/>
                <a:gd name="connsiteY48" fmla="*/ 3345555 h 3788731"/>
                <a:gd name="connsiteX49" fmla="*/ 1200735 w 2772385"/>
                <a:gd name="connsiteY49" fmla="*/ 3396044 h 3788731"/>
                <a:gd name="connsiteX50" fmla="*/ 1172686 w 2772385"/>
                <a:gd name="connsiteY50" fmla="*/ 3468971 h 3788731"/>
                <a:gd name="connsiteX51" fmla="*/ 1110978 w 2772385"/>
                <a:gd name="connsiteY51" fmla="*/ 3497020 h 3788731"/>
                <a:gd name="connsiteX52" fmla="*/ 1139027 w 2772385"/>
                <a:gd name="connsiteY52" fmla="*/ 3631656 h 3788731"/>
                <a:gd name="connsiteX53" fmla="*/ 1279272 w 2772385"/>
                <a:gd name="connsiteY53" fmla="*/ 3637266 h 3788731"/>
                <a:gd name="connsiteX54" fmla="*/ 1273662 w 2772385"/>
                <a:gd name="connsiteY54" fmla="*/ 3485801 h 3788731"/>
                <a:gd name="connsiteX55" fmla="*/ 1453176 w 2772385"/>
                <a:gd name="connsiteY55" fmla="*/ 3497020 h 3788731"/>
                <a:gd name="connsiteX56" fmla="*/ 1425127 w 2772385"/>
                <a:gd name="connsiteY56" fmla="*/ 3575558 h 3788731"/>
                <a:gd name="connsiteX57" fmla="*/ 1397078 w 2772385"/>
                <a:gd name="connsiteY57" fmla="*/ 3637266 h 3788731"/>
                <a:gd name="connsiteX58" fmla="*/ 1312931 w 2772385"/>
                <a:gd name="connsiteY58" fmla="*/ 3654095 h 3788731"/>
                <a:gd name="connsiteX59" fmla="*/ 1447567 w 2772385"/>
                <a:gd name="connsiteY59" fmla="*/ 3777511 h 3788731"/>
                <a:gd name="connsiteX60" fmla="*/ 1514884 w 2772385"/>
                <a:gd name="connsiteY60" fmla="*/ 3642876 h 3788731"/>
                <a:gd name="connsiteX61" fmla="*/ 1817814 w 2772385"/>
                <a:gd name="connsiteY61" fmla="*/ 3541899 h 3788731"/>
                <a:gd name="connsiteX62" fmla="*/ 2154403 w 2772385"/>
                <a:gd name="connsiteY62" fmla="*/ 3614826 h 3788731"/>
                <a:gd name="connsiteX63" fmla="*/ 2109525 w 2772385"/>
                <a:gd name="connsiteY63" fmla="*/ 3715803 h 3788731"/>
                <a:gd name="connsiteX64" fmla="*/ 2204892 w 2772385"/>
                <a:gd name="connsiteY64" fmla="*/ 3783121 h 3788731"/>
                <a:gd name="connsiteX65" fmla="*/ 2277819 w 2772385"/>
                <a:gd name="connsiteY65" fmla="*/ 3732633 h 3788731"/>
                <a:gd name="connsiteX66" fmla="*/ 2266600 w 2772385"/>
                <a:gd name="connsiteY66" fmla="*/ 3637266 h 3788731"/>
                <a:gd name="connsiteX67" fmla="*/ 2446114 w 2772385"/>
                <a:gd name="connsiteY67" fmla="*/ 3558728 h 3788731"/>
                <a:gd name="connsiteX68" fmla="*/ 2429284 w 2772385"/>
                <a:gd name="connsiteY68" fmla="*/ 3384824 h 3788731"/>
                <a:gd name="connsiteX69" fmla="*/ 1924401 w 2772385"/>
                <a:gd name="connsiteY69" fmla="*/ 3356775 h 3788731"/>
                <a:gd name="connsiteX70" fmla="*/ 1913181 w 2772385"/>
                <a:gd name="connsiteY70" fmla="*/ 3031406 h 3788731"/>
                <a:gd name="connsiteX71" fmla="*/ 1879522 w 2772385"/>
                <a:gd name="connsiteY71" fmla="*/ 3014576 h 3788731"/>
                <a:gd name="connsiteX72" fmla="*/ 1901962 w 2772385"/>
                <a:gd name="connsiteY72" fmla="*/ 2835062 h 3788731"/>
                <a:gd name="connsiteX73" fmla="*/ 1857083 w 2772385"/>
                <a:gd name="connsiteY73" fmla="*/ 2773354 h 3788731"/>
                <a:gd name="connsiteX74" fmla="*/ 2103915 w 2772385"/>
                <a:gd name="connsiteY74" fmla="*/ 2717256 h 3788731"/>
                <a:gd name="connsiteX75" fmla="*/ 2126354 w 2772385"/>
                <a:gd name="connsiteY75" fmla="*/ 2588230 h 3788731"/>
                <a:gd name="connsiteX76" fmla="*/ 2367576 w 2772385"/>
                <a:gd name="connsiteY76" fmla="*/ 2621889 h 3788731"/>
                <a:gd name="connsiteX77" fmla="*/ 2591969 w 2772385"/>
                <a:gd name="connsiteY77" fmla="*/ 2032858 h 3788731"/>
                <a:gd name="connsiteX78" fmla="*/ 2547090 w 2772385"/>
                <a:gd name="connsiteY78" fmla="*/ 1948711 h 3788731"/>
                <a:gd name="connsiteX79" fmla="*/ 2692946 w 2772385"/>
                <a:gd name="connsiteY79" fmla="*/ 1460657 h 3788731"/>
                <a:gd name="connsiteX80" fmla="*/ 2636848 w 2772385"/>
                <a:gd name="connsiteY80" fmla="*/ 1354071 h 3788731"/>
                <a:gd name="connsiteX81" fmla="*/ 2479772 w 2772385"/>
                <a:gd name="connsiteY81" fmla="*/ 798699 h 3788731"/>
                <a:gd name="connsiteX82" fmla="*/ 2737825 w 2772385"/>
                <a:gd name="connsiteY82" fmla="*/ 675283 h 3788731"/>
                <a:gd name="connsiteX83" fmla="*/ 2709775 w 2772385"/>
                <a:gd name="connsiteY83" fmla="*/ 434061 h 3788731"/>
                <a:gd name="connsiteX84" fmla="*/ 2625628 w 2772385"/>
                <a:gd name="connsiteY84" fmla="*/ 86253 h 3788731"/>
                <a:gd name="connsiteX0" fmla="*/ 2625628 w 2772385"/>
                <a:gd name="connsiteY0" fmla="*/ 86253 h 3788731"/>
                <a:gd name="connsiteX1" fmla="*/ 2429284 w 2772385"/>
                <a:gd name="connsiteY1" fmla="*/ 2105 h 3788731"/>
                <a:gd name="connsiteX2" fmla="*/ 2188062 w 2772385"/>
                <a:gd name="connsiteY2" fmla="*/ 159180 h 3788731"/>
                <a:gd name="connsiteX3" fmla="*/ 2087086 w 2772385"/>
                <a:gd name="connsiteY3" fmla="*/ 198449 h 3788731"/>
                <a:gd name="connsiteX4" fmla="*/ 2137574 w 2772385"/>
                <a:gd name="connsiteY4" fmla="*/ 288206 h 3788731"/>
                <a:gd name="connsiteX5" fmla="*/ 2025378 w 2772385"/>
                <a:gd name="connsiteY5" fmla="*/ 450890 h 3788731"/>
                <a:gd name="connsiteX6" fmla="*/ 2131966 w 2772385"/>
                <a:gd name="connsiteY6" fmla="*/ 585526 h 3788731"/>
                <a:gd name="connsiteX7" fmla="*/ 2154403 w 2772385"/>
                <a:gd name="connsiteY7" fmla="*/ 708942 h 3788731"/>
                <a:gd name="connsiteX8" fmla="*/ 2025378 w 2772385"/>
                <a:gd name="connsiteY8" fmla="*/ 753820 h 3788731"/>
                <a:gd name="connsiteX9" fmla="*/ 1991719 w 2772385"/>
                <a:gd name="connsiteY9" fmla="*/ 821138 h 3788731"/>
                <a:gd name="connsiteX10" fmla="*/ 1991719 w 2772385"/>
                <a:gd name="connsiteY10" fmla="*/ 708942 h 3788731"/>
                <a:gd name="connsiteX11" fmla="*/ 1941230 w 2772385"/>
                <a:gd name="connsiteY11" fmla="*/ 669673 h 3788731"/>
                <a:gd name="connsiteX12" fmla="*/ 1778546 w 2772385"/>
                <a:gd name="connsiteY12" fmla="*/ 770649 h 3788731"/>
                <a:gd name="connsiteX13" fmla="*/ 1397078 w 2772385"/>
                <a:gd name="connsiteY13" fmla="*/ 579916 h 3788731"/>
                <a:gd name="connsiteX14" fmla="*/ 1660739 w 2772385"/>
                <a:gd name="connsiteY14" fmla="*/ 1129678 h 3788731"/>
                <a:gd name="connsiteX15" fmla="*/ 1795375 w 2772385"/>
                <a:gd name="connsiteY15" fmla="*/ 1225045 h 3788731"/>
                <a:gd name="connsiteX16" fmla="*/ 1643910 w 2772385"/>
                <a:gd name="connsiteY16" fmla="*/ 1449437 h 3788731"/>
                <a:gd name="connsiteX17" fmla="*/ 1722448 w 2772385"/>
                <a:gd name="connsiteY17" fmla="*/ 1668220 h 3788731"/>
                <a:gd name="connsiteX18" fmla="*/ 1812205 w 2772385"/>
                <a:gd name="connsiteY18" fmla="*/ 1662611 h 3788731"/>
                <a:gd name="connsiteX19" fmla="*/ 1621470 w 2772385"/>
                <a:gd name="connsiteY19" fmla="*/ 1858954 h 3788731"/>
                <a:gd name="connsiteX20" fmla="*/ 909024 w 2772385"/>
                <a:gd name="connsiteY20" fmla="*/ 1578463 h 3788731"/>
                <a:gd name="connsiteX21" fmla="*/ 454629 w 2772385"/>
                <a:gd name="connsiteY21" fmla="*/ 2605060 h 3788731"/>
                <a:gd name="connsiteX22" fmla="*/ 258286 w 2772385"/>
                <a:gd name="connsiteY22" fmla="*/ 2812623 h 3788731"/>
                <a:gd name="connsiteX23" fmla="*/ 39503 w 2772385"/>
                <a:gd name="connsiteY23" fmla="*/ 2857501 h 3788731"/>
                <a:gd name="connsiteX24" fmla="*/ 28282 w 2772385"/>
                <a:gd name="connsiteY24" fmla="*/ 2975307 h 3788731"/>
                <a:gd name="connsiteX25" fmla="*/ 219017 w 2772385"/>
                <a:gd name="connsiteY25" fmla="*/ 3093114 h 3788731"/>
                <a:gd name="connsiteX26" fmla="*/ 499508 w 2772385"/>
                <a:gd name="connsiteY26" fmla="*/ 2986527 h 3788731"/>
                <a:gd name="connsiteX27" fmla="*/ 465849 w 2772385"/>
                <a:gd name="connsiteY27" fmla="*/ 3115553 h 3788731"/>
                <a:gd name="connsiteX28" fmla="*/ 566825 w 2772385"/>
                <a:gd name="connsiteY28" fmla="*/ 3160431 h 3788731"/>
                <a:gd name="connsiteX29" fmla="*/ 376092 w 2772385"/>
                <a:gd name="connsiteY29" fmla="*/ 3620436 h 3788731"/>
                <a:gd name="connsiteX30" fmla="*/ 190968 w 2772385"/>
                <a:gd name="connsiteY30" fmla="*/ 3665315 h 3788731"/>
                <a:gd name="connsiteX31" fmla="*/ 258286 w 2772385"/>
                <a:gd name="connsiteY31" fmla="*/ 3766291 h 3788731"/>
                <a:gd name="connsiteX32" fmla="*/ 549996 w 2772385"/>
                <a:gd name="connsiteY32" fmla="*/ 3788731 h 3788731"/>
                <a:gd name="connsiteX33" fmla="*/ 583655 w 2772385"/>
                <a:gd name="connsiteY33" fmla="*/ 3581168 h 3788731"/>
                <a:gd name="connsiteX34" fmla="*/ 639753 w 2772385"/>
                <a:gd name="connsiteY34" fmla="*/ 3575558 h 3788731"/>
                <a:gd name="connsiteX35" fmla="*/ 684632 w 2772385"/>
                <a:gd name="connsiteY35" fmla="*/ 3698974 h 3788731"/>
                <a:gd name="connsiteX36" fmla="*/ 768779 w 2772385"/>
                <a:gd name="connsiteY36" fmla="*/ 3704584 h 3788731"/>
                <a:gd name="connsiteX37" fmla="*/ 774389 w 2772385"/>
                <a:gd name="connsiteY37" fmla="*/ 3474581 h 3788731"/>
                <a:gd name="connsiteX38" fmla="*/ 740730 w 2772385"/>
                <a:gd name="connsiteY38" fmla="*/ 3205310 h 3788731"/>
                <a:gd name="connsiteX39" fmla="*/ 897805 w 2772385"/>
                <a:gd name="connsiteY39" fmla="*/ 2627499 h 3788731"/>
                <a:gd name="connsiteX40" fmla="*/ 1161466 w 2772385"/>
                <a:gd name="connsiteY40" fmla="*/ 2520912 h 3788731"/>
                <a:gd name="connsiteX41" fmla="*/ 1526104 w 2772385"/>
                <a:gd name="connsiteY41" fmla="*/ 2627499 h 3788731"/>
                <a:gd name="connsiteX42" fmla="*/ 1587812 w 2772385"/>
                <a:gd name="connsiteY42" fmla="*/ 2627499 h 3788731"/>
                <a:gd name="connsiteX43" fmla="*/ 1643910 w 2772385"/>
                <a:gd name="connsiteY43" fmla="*/ 2728476 h 3788731"/>
                <a:gd name="connsiteX44" fmla="*/ 1795375 w 2772385"/>
                <a:gd name="connsiteY44" fmla="*/ 2762134 h 3788731"/>
                <a:gd name="connsiteX45" fmla="*/ 1806595 w 2772385"/>
                <a:gd name="connsiteY45" fmla="*/ 2795793 h 3788731"/>
                <a:gd name="connsiteX46" fmla="*/ 1767326 w 2772385"/>
                <a:gd name="connsiteY46" fmla="*/ 2997747 h 3788731"/>
                <a:gd name="connsiteX47" fmla="*/ 1744887 w 2772385"/>
                <a:gd name="connsiteY47" fmla="*/ 3323116 h 3788731"/>
                <a:gd name="connsiteX48" fmla="*/ 1537324 w 2772385"/>
                <a:gd name="connsiteY48" fmla="*/ 3345555 h 3788731"/>
                <a:gd name="connsiteX49" fmla="*/ 1200735 w 2772385"/>
                <a:gd name="connsiteY49" fmla="*/ 3396044 h 3788731"/>
                <a:gd name="connsiteX50" fmla="*/ 1172686 w 2772385"/>
                <a:gd name="connsiteY50" fmla="*/ 3468971 h 3788731"/>
                <a:gd name="connsiteX51" fmla="*/ 1110978 w 2772385"/>
                <a:gd name="connsiteY51" fmla="*/ 3497020 h 3788731"/>
                <a:gd name="connsiteX52" fmla="*/ 1139027 w 2772385"/>
                <a:gd name="connsiteY52" fmla="*/ 3631656 h 3788731"/>
                <a:gd name="connsiteX53" fmla="*/ 1279272 w 2772385"/>
                <a:gd name="connsiteY53" fmla="*/ 3637266 h 3788731"/>
                <a:gd name="connsiteX54" fmla="*/ 1273662 w 2772385"/>
                <a:gd name="connsiteY54" fmla="*/ 3485801 h 3788731"/>
                <a:gd name="connsiteX55" fmla="*/ 1453176 w 2772385"/>
                <a:gd name="connsiteY55" fmla="*/ 3497020 h 3788731"/>
                <a:gd name="connsiteX56" fmla="*/ 1425127 w 2772385"/>
                <a:gd name="connsiteY56" fmla="*/ 3575558 h 3788731"/>
                <a:gd name="connsiteX57" fmla="*/ 1397078 w 2772385"/>
                <a:gd name="connsiteY57" fmla="*/ 3637266 h 3788731"/>
                <a:gd name="connsiteX58" fmla="*/ 1312931 w 2772385"/>
                <a:gd name="connsiteY58" fmla="*/ 3654095 h 3788731"/>
                <a:gd name="connsiteX59" fmla="*/ 1447567 w 2772385"/>
                <a:gd name="connsiteY59" fmla="*/ 3777511 h 3788731"/>
                <a:gd name="connsiteX60" fmla="*/ 1514884 w 2772385"/>
                <a:gd name="connsiteY60" fmla="*/ 3642876 h 3788731"/>
                <a:gd name="connsiteX61" fmla="*/ 1817814 w 2772385"/>
                <a:gd name="connsiteY61" fmla="*/ 3541899 h 3788731"/>
                <a:gd name="connsiteX62" fmla="*/ 2154403 w 2772385"/>
                <a:gd name="connsiteY62" fmla="*/ 3614826 h 3788731"/>
                <a:gd name="connsiteX63" fmla="*/ 2109525 w 2772385"/>
                <a:gd name="connsiteY63" fmla="*/ 3715803 h 3788731"/>
                <a:gd name="connsiteX64" fmla="*/ 2204892 w 2772385"/>
                <a:gd name="connsiteY64" fmla="*/ 3783121 h 3788731"/>
                <a:gd name="connsiteX65" fmla="*/ 2277819 w 2772385"/>
                <a:gd name="connsiteY65" fmla="*/ 3732633 h 3788731"/>
                <a:gd name="connsiteX66" fmla="*/ 2266600 w 2772385"/>
                <a:gd name="connsiteY66" fmla="*/ 3637266 h 3788731"/>
                <a:gd name="connsiteX67" fmla="*/ 2446114 w 2772385"/>
                <a:gd name="connsiteY67" fmla="*/ 3558728 h 3788731"/>
                <a:gd name="connsiteX68" fmla="*/ 2429284 w 2772385"/>
                <a:gd name="connsiteY68" fmla="*/ 3384824 h 3788731"/>
                <a:gd name="connsiteX69" fmla="*/ 1924401 w 2772385"/>
                <a:gd name="connsiteY69" fmla="*/ 3356775 h 3788731"/>
                <a:gd name="connsiteX70" fmla="*/ 1913181 w 2772385"/>
                <a:gd name="connsiteY70" fmla="*/ 3031406 h 3788731"/>
                <a:gd name="connsiteX71" fmla="*/ 1879522 w 2772385"/>
                <a:gd name="connsiteY71" fmla="*/ 3014576 h 3788731"/>
                <a:gd name="connsiteX72" fmla="*/ 1901962 w 2772385"/>
                <a:gd name="connsiteY72" fmla="*/ 2835062 h 3788731"/>
                <a:gd name="connsiteX73" fmla="*/ 1857083 w 2772385"/>
                <a:gd name="connsiteY73" fmla="*/ 2773354 h 3788731"/>
                <a:gd name="connsiteX74" fmla="*/ 2103915 w 2772385"/>
                <a:gd name="connsiteY74" fmla="*/ 2717256 h 3788731"/>
                <a:gd name="connsiteX75" fmla="*/ 2126354 w 2772385"/>
                <a:gd name="connsiteY75" fmla="*/ 2588230 h 3788731"/>
                <a:gd name="connsiteX76" fmla="*/ 2367576 w 2772385"/>
                <a:gd name="connsiteY76" fmla="*/ 2621889 h 3788731"/>
                <a:gd name="connsiteX77" fmla="*/ 2591969 w 2772385"/>
                <a:gd name="connsiteY77" fmla="*/ 2032858 h 3788731"/>
                <a:gd name="connsiteX78" fmla="*/ 2547090 w 2772385"/>
                <a:gd name="connsiteY78" fmla="*/ 1948711 h 3788731"/>
                <a:gd name="connsiteX79" fmla="*/ 2692946 w 2772385"/>
                <a:gd name="connsiteY79" fmla="*/ 1460657 h 3788731"/>
                <a:gd name="connsiteX80" fmla="*/ 2636848 w 2772385"/>
                <a:gd name="connsiteY80" fmla="*/ 1354071 h 3788731"/>
                <a:gd name="connsiteX81" fmla="*/ 2479772 w 2772385"/>
                <a:gd name="connsiteY81" fmla="*/ 798699 h 3788731"/>
                <a:gd name="connsiteX82" fmla="*/ 2737825 w 2772385"/>
                <a:gd name="connsiteY82" fmla="*/ 675283 h 3788731"/>
                <a:gd name="connsiteX83" fmla="*/ 2709775 w 2772385"/>
                <a:gd name="connsiteY83" fmla="*/ 434061 h 3788731"/>
                <a:gd name="connsiteX84" fmla="*/ 2625628 w 2772385"/>
                <a:gd name="connsiteY84" fmla="*/ 86253 h 3788731"/>
                <a:gd name="connsiteX0" fmla="*/ 2625628 w 2772385"/>
                <a:gd name="connsiteY0" fmla="*/ 86253 h 3788731"/>
                <a:gd name="connsiteX1" fmla="*/ 2429284 w 2772385"/>
                <a:gd name="connsiteY1" fmla="*/ 2105 h 3788731"/>
                <a:gd name="connsiteX2" fmla="*/ 2188062 w 2772385"/>
                <a:gd name="connsiteY2" fmla="*/ 159180 h 3788731"/>
                <a:gd name="connsiteX3" fmla="*/ 2087086 w 2772385"/>
                <a:gd name="connsiteY3" fmla="*/ 198449 h 3788731"/>
                <a:gd name="connsiteX4" fmla="*/ 2137574 w 2772385"/>
                <a:gd name="connsiteY4" fmla="*/ 288206 h 3788731"/>
                <a:gd name="connsiteX5" fmla="*/ 2025378 w 2772385"/>
                <a:gd name="connsiteY5" fmla="*/ 450890 h 3788731"/>
                <a:gd name="connsiteX6" fmla="*/ 2131966 w 2772385"/>
                <a:gd name="connsiteY6" fmla="*/ 585526 h 3788731"/>
                <a:gd name="connsiteX7" fmla="*/ 2154403 w 2772385"/>
                <a:gd name="connsiteY7" fmla="*/ 708942 h 3788731"/>
                <a:gd name="connsiteX8" fmla="*/ 2025378 w 2772385"/>
                <a:gd name="connsiteY8" fmla="*/ 753820 h 3788731"/>
                <a:gd name="connsiteX9" fmla="*/ 1991719 w 2772385"/>
                <a:gd name="connsiteY9" fmla="*/ 821138 h 3788731"/>
                <a:gd name="connsiteX10" fmla="*/ 1991719 w 2772385"/>
                <a:gd name="connsiteY10" fmla="*/ 708942 h 3788731"/>
                <a:gd name="connsiteX11" fmla="*/ 1941230 w 2772385"/>
                <a:gd name="connsiteY11" fmla="*/ 669673 h 3788731"/>
                <a:gd name="connsiteX12" fmla="*/ 1778546 w 2772385"/>
                <a:gd name="connsiteY12" fmla="*/ 770649 h 3788731"/>
                <a:gd name="connsiteX13" fmla="*/ 1397078 w 2772385"/>
                <a:gd name="connsiteY13" fmla="*/ 579916 h 3788731"/>
                <a:gd name="connsiteX14" fmla="*/ 1660739 w 2772385"/>
                <a:gd name="connsiteY14" fmla="*/ 1129678 h 3788731"/>
                <a:gd name="connsiteX15" fmla="*/ 1795375 w 2772385"/>
                <a:gd name="connsiteY15" fmla="*/ 1225045 h 3788731"/>
                <a:gd name="connsiteX16" fmla="*/ 1643910 w 2772385"/>
                <a:gd name="connsiteY16" fmla="*/ 1449437 h 3788731"/>
                <a:gd name="connsiteX17" fmla="*/ 1722448 w 2772385"/>
                <a:gd name="connsiteY17" fmla="*/ 1668220 h 3788731"/>
                <a:gd name="connsiteX18" fmla="*/ 1812205 w 2772385"/>
                <a:gd name="connsiteY18" fmla="*/ 1662611 h 3788731"/>
                <a:gd name="connsiteX19" fmla="*/ 1621470 w 2772385"/>
                <a:gd name="connsiteY19" fmla="*/ 1858954 h 3788731"/>
                <a:gd name="connsiteX20" fmla="*/ 909024 w 2772385"/>
                <a:gd name="connsiteY20" fmla="*/ 1578463 h 3788731"/>
                <a:gd name="connsiteX21" fmla="*/ 454629 w 2772385"/>
                <a:gd name="connsiteY21" fmla="*/ 2605060 h 3788731"/>
                <a:gd name="connsiteX22" fmla="*/ 258286 w 2772385"/>
                <a:gd name="connsiteY22" fmla="*/ 2812623 h 3788731"/>
                <a:gd name="connsiteX23" fmla="*/ 39503 w 2772385"/>
                <a:gd name="connsiteY23" fmla="*/ 2857501 h 3788731"/>
                <a:gd name="connsiteX24" fmla="*/ 28282 w 2772385"/>
                <a:gd name="connsiteY24" fmla="*/ 2975307 h 3788731"/>
                <a:gd name="connsiteX25" fmla="*/ 219017 w 2772385"/>
                <a:gd name="connsiteY25" fmla="*/ 3093114 h 3788731"/>
                <a:gd name="connsiteX26" fmla="*/ 499508 w 2772385"/>
                <a:gd name="connsiteY26" fmla="*/ 2986527 h 3788731"/>
                <a:gd name="connsiteX27" fmla="*/ 465849 w 2772385"/>
                <a:gd name="connsiteY27" fmla="*/ 3115553 h 3788731"/>
                <a:gd name="connsiteX28" fmla="*/ 566825 w 2772385"/>
                <a:gd name="connsiteY28" fmla="*/ 3160431 h 3788731"/>
                <a:gd name="connsiteX29" fmla="*/ 376092 w 2772385"/>
                <a:gd name="connsiteY29" fmla="*/ 3620436 h 3788731"/>
                <a:gd name="connsiteX30" fmla="*/ 190968 w 2772385"/>
                <a:gd name="connsiteY30" fmla="*/ 3665315 h 3788731"/>
                <a:gd name="connsiteX31" fmla="*/ 258286 w 2772385"/>
                <a:gd name="connsiteY31" fmla="*/ 3766291 h 3788731"/>
                <a:gd name="connsiteX32" fmla="*/ 549996 w 2772385"/>
                <a:gd name="connsiteY32" fmla="*/ 3788731 h 3788731"/>
                <a:gd name="connsiteX33" fmla="*/ 583655 w 2772385"/>
                <a:gd name="connsiteY33" fmla="*/ 3581168 h 3788731"/>
                <a:gd name="connsiteX34" fmla="*/ 639753 w 2772385"/>
                <a:gd name="connsiteY34" fmla="*/ 3575558 h 3788731"/>
                <a:gd name="connsiteX35" fmla="*/ 684632 w 2772385"/>
                <a:gd name="connsiteY35" fmla="*/ 3698974 h 3788731"/>
                <a:gd name="connsiteX36" fmla="*/ 768779 w 2772385"/>
                <a:gd name="connsiteY36" fmla="*/ 3704584 h 3788731"/>
                <a:gd name="connsiteX37" fmla="*/ 774389 w 2772385"/>
                <a:gd name="connsiteY37" fmla="*/ 3474581 h 3788731"/>
                <a:gd name="connsiteX38" fmla="*/ 740730 w 2772385"/>
                <a:gd name="connsiteY38" fmla="*/ 3205310 h 3788731"/>
                <a:gd name="connsiteX39" fmla="*/ 897805 w 2772385"/>
                <a:gd name="connsiteY39" fmla="*/ 2627499 h 3788731"/>
                <a:gd name="connsiteX40" fmla="*/ 1161466 w 2772385"/>
                <a:gd name="connsiteY40" fmla="*/ 2520912 h 3788731"/>
                <a:gd name="connsiteX41" fmla="*/ 1526104 w 2772385"/>
                <a:gd name="connsiteY41" fmla="*/ 2627499 h 3788731"/>
                <a:gd name="connsiteX42" fmla="*/ 1587812 w 2772385"/>
                <a:gd name="connsiteY42" fmla="*/ 2627499 h 3788731"/>
                <a:gd name="connsiteX43" fmla="*/ 1643910 w 2772385"/>
                <a:gd name="connsiteY43" fmla="*/ 2728476 h 3788731"/>
                <a:gd name="connsiteX44" fmla="*/ 1795375 w 2772385"/>
                <a:gd name="connsiteY44" fmla="*/ 2762134 h 3788731"/>
                <a:gd name="connsiteX45" fmla="*/ 1806595 w 2772385"/>
                <a:gd name="connsiteY45" fmla="*/ 2795793 h 3788731"/>
                <a:gd name="connsiteX46" fmla="*/ 1767326 w 2772385"/>
                <a:gd name="connsiteY46" fmla="*/ 2997747 h 3788731"/>
                <a:gd name="connsiteX47" fmla="*/ 1744887 w 2772385"/>
                <a:gd name="connsiteY47" fmla="*/ 3323116 h 3788731"/>
                <a:gd name="connsiteX48" fmla="*/ 1537324 w 2772385"/>
                <a:gd name="connsiteY48" fmla="*/ 3345555 h 3788731"/>
                <a:gd name="connsiteX49" fmla="*/ 1200735 w 2772385"/>
                <a:gd name="connsiteY49" fmla="*/ 3396044 h 3788731"/>
                <a:gd name="connsiteX50" fmla="*/ 1172686 w 2772385"/>
                <a:gd name="connsiteY50" fmla="*/ 3468971 h 3788731"/>
                <a:gd name="connsiteX51" fmla="*/ 1110978 w 2772385"/>
                <a:gd name="connsiteY51" fmla="*/ 3497020 h 3788731"/>
                <a:gd name="connsiteX52" fmla="*/ 1139027 w 2772385"/>
                <a:gd name="connsiteY52" fmla="*/ 3631656 h 3788731"/>
                <a:gd name="connsiteX53" fmla="*/ 1279272 w 2772385"/>
                <a:gd name="connsiteY53" fmla="*/ 3637266 h 3788731"/>
                <a:gd name="connsiteX54" fmla="*/ 1273662 w 2772385"/>
                <a:gd name="connsiteY54" fmla="*/ 3485801 h 3788731"/>
                <a:gd name="connsiteX55" fmla="*/ 1453176 w 2772385"/>
                <a:gd name="connsiteY55" fmla="*/ 3497020 h 3788731"/>
                <a:gd name="connsiteX56" fmla="*/ 1425127 w 2772385"/>
                <a:gd name="connsiteY56" fmla="*/ 3575558 h 3788731"/>
                <a:gd name="connsiteX57" fmla="*/ 1397078 w 2772385"/>
                <a:gd name="connsiteY57" fmla="*/ 3637266 h 3788731"/>
                <a:gd name="connsiteX58" fmla="*/ 1312931 w 2772385"/>
                <a:gd name="connsiteY58" fmla="*/ 3654095 h 3788731"/>
                <a:gd name="connsiteX59" fmla="*/ 1447567 w 2772385"/>
                <a:gd name="connsiteY59" fmla="*/ 3777511 h 3788731"/>
                <a:gd name="connsiteX60" fmla="*/ 1514884 w 2772385"/>
                <a:gd name="connsiteY60" fmla="*/ 3642876 h 3788731"/>
                <a:gd name="connsiteX61" fmla="*/ 1817814 w 2772385"/>
                <a:gd name="connsiteY61" fmla="*/ 3541899 h 3788731"/>
                <a:gd name="connsiteX62" fmla="*/ 2154403 w 2772385"/>
                <a:gd name="connsiteY62" fmla="*/ 3614826 h 3788731"/>
                <a:gd name="connsiteX63" fmla="*/ 2109525 w 2772385"/>
                <a:gd name="connsiteY63" fmla="*/ 3715803 h 3788731"/>
                <a:gd name="connsiteX64" fmla="*/ 2204892 w 2772385"/>
                <a:gd name="connsiteY64" fmla="*/ 3783121 h 3788731"/>
                <a:gd name="connsiteX65" fmla="*/ 2277819 w 2772385"/>
                <a:gd name="connsiteY65" fmla="*/ 3732633 h 3788731"/>
                <a:gd name="connsiteX66" fmla="*/ 2266600 w 2772385"/>
                <a:gd name="connsiteY66" fmla="*/ 3637266 h 3788731"/>
                <a:gd name="connsiteX67" fmla="*/ 2446114 w 2772385"/>
                <a:gd name="connsiteY67" fmla="*/ 3558728 h 3788731"/>
                <a:gd name="connsiteX68" fmla="*/ 2429284 w 2772385"/>
                <a:gd name="connsiteY68" fmla="*/ 3384824 h 3788731"/>
                <a:gd name="connsiteX69" fmla="*/ 1924401 w 2772385"/>
                <a:gd name="connsiteY69" fmla="*/ 3356775 h 3788731"/>
                <a:gd name="connsiteX70" fmla="*/ 1913181 w 2772385"/>
                <a:gd name="connsiteY70" fmla="*/ 3031406 h 3788731"/>
                <a:gd name="connsiteX71" fmla="*/ 1879522 w 2772385"/>
                <a:gd name="connsiteY71" fmla="*/ 3014576 h 3788731"/>
                <a:gd name="connsiteX72" fmla="*/ 1901962 w 2772385"/>
                <a:gd name="connsiteY72" fmla="*/ 2835062 h 3788731"/>
                <a:gd name="connsiteX73" fmla="*/ 1857083 w 2772385"/>
                <a:gd name="connsiteY73" fmla="*/ 2773354 h 3788731"/>
                <a:gd name="connsiteX74" fmla="*/ 2103915 w 2772385"/>
                <a:gd name="connsiteY74" fmla="*/ 2717256 h 3788731"/>
                <a:gd name="connsiteX75" fmla="*/ 2126354 w 2772385"/>
                <a:gd name="connsiteY75" fmla="*/ 2588230 h 3788731"/>
                <a:gd name="connsiteX76" fmla="*/ 2367576 w 2772385"/>
                <a:gd name="connsiteY76" fmla="*/ 2621889 h 3788731"/>
                <a:gd name="connsiteX77" fmla="*/ 2591969 w 2772385"/>
                <a:gd name="connsiteY77" fmla="*/ 2032858 h 3788731"/>
                <a:gd name="connsiteX78" fmla="*/ 2547090 w 2772385"/>
                <a:gd name="connsiteY78" fmla="*/ 1948711 h 3788731"/>
                <a:gd name="connsiteX79" fmla="*/ 2692946 w 2772385"/>
                <a:gd name="connsiteY79" fmla="*/ 1460657 h 3788731"/>
                <a:gd name="connsiteX80" fmla="*/ 2636848 w 2772385"/>
                <a:gd name="connsiteY80" fmla="*/ 1354071 h 3788731"/>
                <a:gd name="connsiteX81" fmla="*/ 2479772 w 2772385"/>
                <a:gd name="connsiteY81" fmla="*/ 798699 h 3788731"/>
                <a:gd name="connsiteX82" fmla="*/ 2737825 w 2772385"/>
                <a:gd name="connsiteY82" fmla="*/ 675283 h 3788731"/>
                <a:gd name="connsiteX83" fmla="*/ 2709775 w 2772385"/>
                <a:gd name="connsiteY83" fmla="*/ 434061 h 3788731"/>
                <a:gd name="connsiteX84" fmla="*/ 2625628 w 2772385"/>
                <a:gd name="connsiteY84" fmla="*/ 86253 h 3788731"/>
                <a:gd name="connsiteX0" fmla="*/ 2625628 w 2772385"/>
                <a:gd name="connsiteY0" fmla="*/ 86253 h 3788731"/>
                <a:gd name="connsiteX1" fmla="*/ 2429284 w 2772385"/>
                <a:gd name="connsiteY1" fmla="*/ 2105 h 3788731"/>
                <a:gd name="connsiteX2" fmla="*/ 2188062 w 2772385"/>
                <a:gd name="connsiteY2" fmla="*/ 159180 h 3788731"/>
                <a:gd name="connsiteX3" fmla="*/ 2087086 w 2772385"/>
                <a:gd name="connsiteY3" fmla="*/ 198449 h 3788731"/>
                <a:gd name="connsiteX4" fmla="*/ 2137574 w 2772385"/>
                <a:gd name="connsiteY4" fmla="*/ 288206 h 3788731"/>
                <a:gd name="connsiteX5" fmla="*/ 2025378 w 2772385"/>
                <a:gd name="connsiteY5" fmla="*/ 450890 h 3788731"/>
                <a:gd name="connsiteX6" fmla="*/ 2131966 w 2772385"/>
                <a:gd name="connsiteY6" fmla="*/ 585526 h 3788731"/>
                <a:gd name="connsiteX7" fmla="*/ 2154403 w 2772385"/>
                <a:gd name="connsiteY7" fmla="*/ 708942 h 3788731"/>
                <a:gd name="connsiteX8" fmla="*/ 2025378 w 2772385"/>
                <a:gd name="connsiteY8" fmla="*/ 753820 h 3788731"/>
                <a:gd name="connsiteX9" fmla="*/ 1991719 w 2772385"/>
                <a:gd name="connsiteY9" fmla="*/ 821138 h 3788731"/>
                <a:gd name="connsiteX10" fmla="*/ 1991719 w 2772385"/>
                <a:gd name="connsiteY10" fmla="*/ 708942 h 3788731"/>
                <a:gd name="connsiteX11" fmla="*/ 1941230 w 2772385"/>
                <a:gd name="connsiteY11" fmla="*/ 669673 h 3788731"/>
                <a:gd name="connsiteX12" fmla="*/ 1778546 w 2772385"/>
                <a:gd name="connsiteY12" fmla="*/ 770649 h 3788731"/>
                <a:gd name="connsiteX13" fmla="*/ 1397078 w 2772385"/>
                <a:gd name="connsiteY13" fmla="*/ 579916 h 3788731"/>
                <a:gd name="connsiteX14" fmla="*/ 1660739 w 2772385"/>
                <a:gd name="connsiteY14" fmla="*/ 1129678 h 3788731"/>
                <a:gd name="connsiteX15" fmla="*/ 1795375 w 2772385"/>
                <a:gd name="connsiteY15" fmla="*/ 1225045 h 3788731"/>
                <a:gd name="connsiteX16" fmla="*/ 1643910 w 2772385"/>
                <a:gd name="connsiteY16" fmla="*/ 1449437 h 3788731"/>
                <a:gd name="connsiteX17" fmla="*/ 1722448 w 2772385"/>
                <a:gd name="connsiteY17" fmla="*/ 1668220 h 3788731"/>
                <a:gd name="connsiteX18" fmla="*/ 1812205 w 2772385"/>
                <a:gd name="connsiteY18" fmla="*/ 1662611 h 3788731"/>
                <a:gd name="connsiteX19" fmla="*/ 1621470 w 2772385"/>
                <a:gd name="connsiteY19" fmla="*/ 1858954 h 3788731"/>
                <a:gd name="connsiteX20" fmla="*/ 909024 w 2772385"/>
                <a:gd name="connsiteY20" fmla="*/ 1578463 h 3788731"/>
                <a:gd name="connsiteX21" fmla="*/ 454629 w 2772385"/>
                <a:gd name="connsiteY21" fmla="*/ 2605060 h 3788731"/>
                <a:gd name="connsiteX22" fmla="*/ 258286 w 2772385"/>
                <a:gd name="connsiteY22" fmla="*/ 2812623 h 3788731"/>
                <a:gd name="connsiteX23" fmla="*/ 39503 w 2772385"/>
                <a:gd name="connsiteY23" fmla="*/ 2857501 h 3788731"/>
                <a:gd name="connsiteX24" fmla="*/ 28282 w 2772385"/>
                <a:gd name="connsiteY24" fmla="*/ 2975307 h 3788731"/>
                <a:gd name="connsiteX25" fmla="*/ 219017 w 2772385"/>
                <a:gd name="connsiteY25" fmla="*/ 3093114 h 3788731"/>
                <a:gd name="connsiteX26" fmla="*/ 516338 w 2772385"/>
                <a:gd name="connsiteY26" fmla="*/ 2964088 h 3788731"/>
                <a:gd name="connsiteX27" fmla="*/ 465849 w 2772385"/>
                <a:gd name="connsiteY27" fmla="*/ 3115553 h 3788731"/>
                <a:gd name="connsiteX28" fmla="*/ 566825 w 2772385"/>
                <a:gd name="connsiteY28" fmla="*/ 3160431 h 3788731"/>
                <a:gd name="connsiteX29" fmla="*/ 376092 w 2772385"/>
                <a:gd name="connsiteY29" fmla="*/ 3620436 h 3788731"/>
                <a:gd name="connsiteX30" fmla="*/ 190968 w 2772385"/>
                <a:gd name="connsiteY30" fmla="*/ 3665315 h 3788731"/>
                <a:gd name="connsiteX31" fmla="*/ 258286 w 2772385"/>
                <a:gd name="connsiteY31" fmla="*/ 3766291 h 3788731"/>
                <a:gd name="connsiteX32" fmla="*/ 549996 w 2772385"/>
                <a:gd name="connsiteY32" fmla="*/ 3788731 h 3788731"/>
                <a:gd name="connsiteX33" fmla="*/ 583655 w 2772385"/>
                <a:gd name="connsiteY33" fmla="*/ 3581168 h 3788731"/>
                <a:gd name="connsiteX34" fmla="*/ 639753 w 2772385"/>
                <a:gd name="connsiteY34" fmla="*/ 3575558 h 3788731"/>
                <a:gd name="connsiteX35" fmla="*/ 684632 w 2772385"/>
                <a:gd name="connsiteY35" fmla="*/ 3698974 h 3788731"/>
                <a:gd name="connsiteX36" fmla="*/ 768779 w 2772385"/>
                <a:gd name="connsiteY36" fmla="*/ 3704584 h 3788731"/>
                <a:gd name="connsiteX37" fmla="*/ 774389 w 2772385"/>
                <a:gd name="connsiteY37" fmla="*/ 3474581 h 3788731"/>
                <a:gd name="connsiteX38" fmla="*/ 740730 w 2772385"/>
                <a:gd name="connsiteY38" fmla="*/ 3205310 h 3788731"/>
                <a:gd name="connsiteX39" fmla="*/ 897805 w 2772385"/>
                <a:gd name="connsiteY39" fmla="*/ 2627499 h 3788731"/>
                <a:gd name="connsiteX40" fmla="*/ 1161466 w 2772385"/>
                <a:gd name="connsiteY40" fmla="*/ 2520912 h 3788731"/>
                <a:gd name="connsiteX41" fmla="*/ 1526104 w 2772385"/>
                <a:gd name="connsiteY41" fmla="*/ 2627499 h 3788731"/>
                <a:gd name="connsiteX42" fmla="*/ 1587812 w 2772385"/>
                <a:gd name="connsiteY42" fmla="*/ 2627499 h 3788731"/>
                <a:gd name="connsiteX43" fmla="*/ 1643910 w 2772385"/>
                <a:gd name="connsiteY43" fmla="*/ 2728476 h 3788731"/>
                <a:gd name="connsiteX44" fmla="*/ 1795375 w 2772385"/>
                <a:gd name="connsiteY44" fmla="*/ 2762134 h 3788731"/>
                <a:gd name="connsiteX45" fmla="*/ 1806595 w 2772385"/>
                <a:gd name="connsiteY45" fmla="*/ 2795793 h 3788731"/>
                <a:gd name="connsiteX46" fmla="*/ 1767326 w 2772385"/>
                <a:gd name="connsiteY46" fmla="*/ 2997747 h 3788731"/>
                <a:gd name="connsiteX47" fmla="*/ 1744887 w 2772385"/>
                <a:gd name="connsiteY47" fmla="*/ 3323116 h 3788731"/>
                <a:gd name="connsiteX48" fmla="*/ 1537324 w 2772385"/>
                <a:gd name="connsiteY48" fmla="*/ 3345555 h 3788731"/>
                <a:gd name="connsiteX49" fmla="*/ 1200735 w 2772385"/>
                <a:gd name="connsiteY49" fmla="*/ 3396044 h 3788731"/>
                <a:gd name="connsiteX50" fmla="*/ 1172686 w 2772385"/>
                <a:gd name="connsiteY50" fmla="*/ 3468971 h 3788731"/>
                <a:gd name="connsiteX51" fmla="*/ 1110978 w 2772385"/>
                <a:gd name="connsiteY51" fmla="*/ 3497020 h 3788731"/>
                <a:gd name="connsiteX52" fmla="*/ 1139027 w 2772385"/>
                <a:gd name="connsiteY52" fmla="*/ 3631656 h 3788731"/>
                <a:gd name="connsiteX53" fmla="*/ 1279272 w 2772385"/>
                <a:gd name="connsiteY53" fmla="*/ 3637266 h 3788731"/>
                <a:gd name="connsiteX54" fmla="*/ 1273662 w 2772385"/>
                <a:gd name="connsiteY54" fmla="*/ 3485801 h 3788731"/>
                <a:gd name="connsiteX55" fmla="*/ 1453176 w 2772385"/>
                <a:gd name="connsiteY55" fmla="*/ 3497020 h 3788731"/>
                <a:gd name="connsiteX56" fmla="*/ 1425127 w 2772385"/>
                <a:gd name="connsiteY56" fmla="*/ 3575558 h 3788731"/>
                <a:gd name="connsiteX57" fmla="*/ 1397078 w 2772385"/>
                <a:gd name="connsiteY57" fmla="*/ 3637266 h 3788731"/>
                <a:gd name="connsiteX58" fmla="*/ 1312931 w 2772385"/>
                <a:gd name="connsiteY58" fmla="*/ 3654095 h 3788731"/>
                <a:gd name="connsiteX59" fmla="*/ 1447567 w 2772385"/>
                <a:gd name="connsiteY59" fmla="*/ 3777511 h 3788731"/>
                <a:gd name="connsiteX60" fmla="*/ 1514884 w 2772385"/>
                <a:gd name="connsiteY60" fmla="*/ 3642876 h 3788731"/>
                <a:gd name="connsiteX61" fmla="*/ 1817814 w 2772385"/>
                <a:gd name="connsiteY61" fmla="*/ 3541899 h 3788731"/>
                <a:gd name="connsiteX62" fmla="*/ 2154403 w 2772385"/>
                <a:gd name="connsiteY62" fmla="*/ 3614826 h 3788731"/>
                <a:gd name="connsiteX63" fmla="*/ 2109525 w 2772385"/>
                <a:gd name="connsiteY63" fmla="*/ 3715803 h 3788731"/>
                <a:gd name="connsiteX64" fmla="*/ 2204892 w 2772385"/>
                <a:gd name="connsiteY64" fmla="*/ 3783121 h 3788731"/>
                <a:gd name="connsiteX65" fmla="*/ 2277819 w 2772385"/>
                <a:gd name="connsiteY65" fmla="*/ 3732633 h 3788731"/>
                <a:gd name="connsiteX66" fmla="*/ 2266600 w 2772385"/>
                <a:gd name="connsiteY66" fmla="*/ 3637266 h 3788731"/>
                <a:gd name="connsiteX67" fmla="*/ 2446114 w 2772385"/>
                <a:gd name="connsiteY67" fmla="*/ 3558728 h 3788731"/>
                <a:gd name="connsiteX68" fmla="*/ 2429284 w 2772385"/>
                <a:gd name="connsiteY68" fmla="*/ 3384824 h 3788731"/>
                <a:gd name="connsiteX69" fmla="*/ 1924401 w 2772385"/>
                <a:gd name="connsiteY69" fmla="*/ 3356775 h 3788731"/>
                <a:gd name="connsiteX70" fmla="*/ 1913181 w 2772385"/>
                <a:gd name="connsiteY70" fmla="*/ 3031406 h 3788731"/>
                <a:gd name="connsiteX71" fmla="*/ 1879522 w 2772385"/>
                <a:gd name="connsiteY71" fmla="*/ 3014576 h 3788731"/>
                <a:gd name="connsiteX72" fmla="*/ 1901962 w 2772385"/>
                <a:gd name="connsiteY72" fmla="*/ 2835062 h 3788731"/>
                <a:gd name="connsiteX73" fmla="*/ 1857083 w 2772385"/>
                <a:gd name="connsiteY73" fmla="*/ 2773354 h 3788731"/>
                <a:gd name="connsiteX74" fmla="*/ 2103915 w 2772385"/>
                <a:gd name="connsiteY74" fmla="*/ 2717256 h 3788731"/>
                <a:gd name="connsiteX75" fmla="*/ 2126354 w 2772385"/>
                <a:gd name="connsiteY75" fmla="*/ 2588230 h 3788731"/>
                <a:gd name="connsiteX76" fmla="*/ 2367576 w 2772385"/>
                <a:gd name="connsiteY76" fmla="*/ 2621889 h 3788731"/>
                <a:gd name="connsiteX77" fmla="*/ 2591969 w 2772385"/>
                <a:gd name="connsiteY77" fmla="*/ 2032858 h 3788731"/>
                <a:gd name="connsiteX78" fmla="*/ 2547090 w 2772385"/>
                <a:gd name="connsiteY78" fmla="*/ 1948711 h 3788731"/>
                <a:gd name="connsiteX79" fmla="*/ 2692946 w 2772385"/>
                <a:gd name="connsiteY79" fmla="*/ 1460657 h 3788731"/>
                <a:gd name="connsiteX80" fmla="*/ 2636848 w 2772385"/>
                <a:gd name="connsiteY80" fmla="*/ 1354071 h 3788731"/>
                <a:gd name="connsiteX81" fmla="*/ 2479772 w 2772385"/>
                <a:gd name="connsiteY81" fmla="*/ 798699 h 3788731"/>
                <a:gd name="connsiteX82" fmla="*/ 2737825 w 2772385"/>
                <a:gd name="connsiteY82" fmla="*/ 675283 h 3788731"/>
                <a:gd name="connsiteX83" fmla="*/ 2709775 w 2772385"/>
                <a:gd name="connsiteY83" fmla="*/ 434061 h 3788731"/>
                <a:gd name="connsiteX84" fmla="*/ 2625628 w 2772385"/>
                <a:gd name="connsiteY84" fmla="*/ 86253 h 3788731"/>
                <a:gd name="connsiteX0" fmla="*/ 2625628 w 2772385"/>
                <a:gd name="connsiteY0" fmla="*/ 86253 h 3788731"/>
                <a:gd name="connsiteX1" fmla="*/ 2429284 w 2772385"/>
                <a:gd name="connsiteY1" fmla="*/ 2105 h 3788731"/>
                <a:gd name="connsiteX2" fmla="*/ 2188062 w 2772385"/>
                <a:gd name="connsiteY2" fmla="*/ 159180 h 3788731"/>
                <a:gd name="connsiteX3" fmla="*/ 2087086 w 2772385"/>
                <a:gd name="connsiteY3" fmla="*/ 198449 h 3788731"/>
                <a:gd name="connsiteX4" fmla="*/ 2137574 w 2772385"/>
                <a:gd name="connsiteY4" fmla="*/ 288206 h 3788731"/>
                <a:gd name="connsiteX5" fmla="*/ 2025378 w 2772385"/>
                <a:gd name="connsiteY5" fmla="*/ 450890 h 3788731"/>
                <a:gd name="connsiteX6" fmla="*/ 2131966 w 2772385"/>
                <a:gd name="connsiteY6" fmla="*/ 585526 h 3788731"/>
                <a:gd name="connsiteX7" fmla="*/ 2154403 w 2772385"/>
                <a:gd name="connsiteY7" fmla="*/ 708942 h 3788731"/>
                <a:gd name="connsiteX8" fmla="*/ 2025378 w 2772385"/>
                <a:gd name="connsiteY8" fmla="*/ 753820 h 3788731"/>
                <a:gd name="connsiteX9" fmla="*/ 1991719 w 2772385"/>
                <a:gd name="connsiteY9" fmla="*/ 821138 h 3788731"/>
                <a:gd name="connsiteX10" fmla="*/ 1991719 w 2772385"/>
                <a:gd name="connsiteY10" fmla="*/ 708942 h 3788731"/>
                <a:gd name="connsiteX11" fmla="*/ 1941230 w 2772385"/>
                <a:gd name="connsiteY11" fmla="*/ 669673 h 3788731"/>
                <a:gd name="connsiteX12" fmla="*/ 1778546 w 2772385"/>
                <a:gd name="connsiteY12" fmla="*/ 770649 h 3788731"/>
                <a:gd name="connsiteX13" fmla="*/ 1397078 w 2772385"/>
                <a:gd name="connsiteY13" fmla="*/ 579916 h 3788731"/>
                <a:gd name="connsiteX14" fmla="*/ 1660739 w 2772385"/>
                <a:gd name="connsiteY14" fmla="*/ 1129678 h 3788731"/>
                <a:gd name="connsiteX15" fmla="*/ 1795375 w 2772385"/>
                <a:gd name="connsiteY15" fmla="*/ 1225045 h 3788731"/>
                <a:gd name="connsiteX16" fmla="*/ 1643910 w 2772385"/>
                <a:gd name="connsiteY16" fmla="*/ 1449437 h 3788731"/>
                <a:gd name="connsiteX17" fmla="*/ 1722448 w 2772385"/>
                <a:gd name="connsiteY17" fmla="*/ 1668220 h 3788731"/>
                <a:gd name="connsiteX18" fmla="*/ 1812205 w 2772385"/>
                <a:gd name="connsiteY18" fmla="*/ 1662611 h 3788731"/>
                <a:gd name="connsiteX19" fmla="*/ 1621470 w 2772385"/>
                <a:gd name="connsiteY19" fmla="*/ 1858954 h 3788731"/>
                <a:gd name="connsiteX20" fmla="*/ 909024 w 2772385"/>
                <a:gd name="connsiteY20" fmla="*/ 1578463 h 3788731"/>
                <a:gd name="connsiteX21" fmla="*/ 454629 w 2772385"/>
                <a:gd name="connsiteY21" fmla="*/ 2605060 h 3788731"/>
                <a:gd name="connsiteX22" fmla="*/ 258286 w 2772385"/>
                <a:gd name="connsiteY22" fmla="*/ 2812623 h 3788731"/>
                <a:gd name="connsiteX23" fmla="*/ 39503 w 2772385"/>
                <a:gd name="connsiteY23" fmla="*/ 2857501 h 3788731"/>
                <a:gd name="connsiteX24" fmla="*/ 28282 w 2772385"/>
                <a:gd name="connsiteY24" fmla="*/ 2975307 h 3788731"/>
                <a:gd name="connsiteX25" fmla="*/ 219017 w 2772385"/>
                <a:gd name="connsiteY25" fmla="*/ 3093114 h 3788731"/>
                <a:gd name="connsiteX26" fmla="*/ 516338 w 2772385"/>
                <a:gd name="connsiteY26" fmla="*/ 2964088 h 3788731"/>
                <a:gd name="connsiteX27" fmla="*/ 465849 w 2772385"/>
                <a:gd name="connsiteY27" fmla="*/ 3115553 h 3788731"/>
                <a:gd name="connsiteX28" fmla="*/ 566825 w 2772385"/>
                <a:gd name="connsiteY28" fmla="*/ 3160431 h 3788731"/>
                <a:gd name="connsiteX29" fmla="*/ 376092 w 2772385"/>
                <a:gd name="connsiteY29" fmla="*/ 3620436 h 3788731"/>
                <a:gd name="connsiteX30" fmla="*/ 190968 w 2772385"/>
                <a:gd name="connsiteY30" fmla="*/ 3665315 h 3788731"/>
                <a:gd name="connsiteX31" fmla="*/ 258286 w 2772385"/>
                <a:gd name="connsiteY31" fmla="*/ 3766291 h 3788731"/>
                <a:gd name="connsiteX32" fmla="*/ 549996 w 2772385"/>
                <a:gd name="connsiteY32" fmla="*/ 3788731 h 3788731"/>
                <a:gd name="connsiteX33" fmla="*/ 583655 w 2772385"/>
                <a:gd name="connsiteY33" fmla="*/ 3581168 h 3788731"/>
                <a:gd name="connsiteX34" fmla="*/ 639753 w 2772385"/>
                <a:gd name="connsiteY34" fmla="*/ 3575558 h 3788731"/>
                <a:gd name="connsiteX35" fmla="*/ 684632 w 2772385"/>
                <a:gd name="connsiteY35" fmla="*/ 3698974 h 3788731"/>
                <a:gd name="connsiteX36" fmla="*/ 768779 w 2772385"/>
                <a:gd name="connsiteY36" fmla="*/ 3704584 h 3788731"/>
                <a:gd name="connsiteX37" fmla="*/ 774389 w 2772385"/>
                <a:gd name="connsiteY37" fmla="*/ 3474581 h 3788731"/>
                <a:gd name="connsiteX38" fmla="*/ 740730 w 2772385"/>
                <a:gd name="connsiteY38" fmla="*/ 3205310 h 3788731"/>
                <a:gd name="connsiteX39" fmla="*/ 897805 w 2772385"/>
                <a:gd name="connsiteY39" fmla="*/ 2627499 h 3788731"/>
                <a:gd name="connsiteX40" fmla="*/ 1161466 w 2772385"/>
                <a:gd name="connsiteY40" fmla="*/ 2520912 h 3788731"/>
                <a:gd name="connsiteX41" fmla="*/ 1526104 w 2772385"/>
                <a:gd name="connsiteY41" fmla="*/ 2627499 h 3788731"/>
                <a:gd name="connsiteX42" fmla="*/ 1587812 w 2772385"/>
                <a:gd name="connsiteY42" fmla="*/ 2627499 h 3788731"/>
                <a:gd name="connsiteX43" fmla="*/ 1643910 w 2772385"/>
                <a:gd name="connsiteY43" fmla="*/ 2728476 h 3788731"/>
                <a:gd name="connsiteX44" fmla="*/ 1795375 w 2772385"/>
                <a:gd name="connsiteY44" fmla="*/ 2762134 h 3788731"/>
                <a:gd name="connsiteX45" fmla="*/ 1806595 w 2772385"/>
                <a:gd name="connsiteY45" fmla="*/ 2795793 h 3788731"/>
                <a:gd name="connsiteX46" fmla="*/ 1767326 w 2772385"/>
                <a:gd name="connsiteY46" fmla="*/ 2997747 h 3788731"/>
                <a:gd name="connsiteX47" fmla="*/ 1744887 w 2772385"/>
                <a:gd name="connsiteY47" fmla="*/ 3323116 h 3788731"/>
                <a:gd name="connsiteX48" fmla="*/ 1537324 w 2772385"/>
                <a:gd name="connsiteY48" fmla="*/ 3345555 h 3788731"/>
                <a:gd name="connsiteX49" fmla="*/ 1200735 w 2772385"/>
                <a:gd name="connsiteY49" fmla="*/ 3396044 h 3788731"/>
                <a:gd name="connsiteX50" fmla="*/ 1172686 w 2772385"/>
                <a:gd name="connsiteY50" fmla="*/ 3468971 h 3788731"/>
                <a:gd name="connsiteX51" fmla="*/ 1110978 w 2772385"/>
                <a:gd name="connsiteY51" fmla="*/ 3497020 h 3788731"/>
                <a:gd name="connsiteX52" fmla="*/ 1139027 w 2772385"/>
                <a:gd name="connsiteY52" fmla="*/ 3631656 h 3788731"/>
                <a:gd name="connsiteX53" fmla="*/ 1279272 w 2772385"/>
                <a:gd name="connsiteY53" fmla="*/ 3637266 h 3788731"/>
                <a:gd name="connsiteX54" fmla="*/ 1273662 w 2772385"/>
                <a:gd name="connsiteY54" fmla="*/ 3485801 h 3788731"/>
                <a:gd name="connsiteX55" fmla="*/ 1453176 w 2772385"/>
                <a:gd name="connsiteY55" fmla="*/ 3497020 h 3788731"/>
                <a:gd name="connsiteX56" fmla="*/ 1425127 w 2772385"/>
                <a:gd name="connsiteY56" fmla="*/ 3575558 h 3788731"/>
                <a:gd name="connsiteX57" fmla="*/ 1397078 w 2772385"/>
                <a:gd name="connsiteY57" fmla="*/ 3637266 h 3788731"/>
                <a:gd name="connsiteX58" fmla="*/ 1312931 w 2772385"/>
                <a:gd name="connsiteY58" fmla="*/ 3654095 h 3788731"/>
                <a:gd name="connsiteX59" fmla="*/ 1447567 w 2772385"/>
                <a:gd name="connsiteY59" fmla="*/ 3777511 h 3788731"/>
                <a:gd name="connsiteX60" fmla="*/ 1514884 w 2772385"/>
                <a:gd name="connsiteY60" fmla="*/ 3642876 h 3788731"/>
                <a:gd name="connsiteX61" fmla="*/ 1817814 w 2772385"/>
                <a:gd name="connsiteY61" fmla="*/ 3541899 h 3788731"/>
                <a:gd name="connsiteX62" fmla="*/ 2154403 w 2772385"/>
                <a:gd name="connsiteY62" fmla="*/ 3614826 h 3788731"/>
                <a:gd name="connsiteX63" fmla="*/ 2109525 w 2772385"/>
                <a:gd name="connsiteY63" fmla="*/ 3715803 h 3788731"/>
                <a:gd name="connsiteX64" fmla="*/ 2204892 w 2772385"/>
                <a:gd name="connsiteY64" fmla="*/ 3783121 h 3788731"/>
                <a:gd name="connsiteX65" fmla="*/ 2277819 w 2772385"/>
                <a:gd name="connsiteY65" fmla="*/ 3732633 h 3788731"/>
                <a:gd name="connsiteX66" fmla="*/ 2266600 w 2772385"/>
                <a:gd name="connsiteY66" fmla="*/ 3637266 h 3788731"/>
                <a:gd name="connsiteX67" fmla="*/ 2446114 w 2772385"/>
                <a:gd name="connsiteY67" fmla="*/ 3558728 h 3788731"/>
                <a:gd name="connsiteX68" fmla="*/ 2429284 w 2772385"/>
                <a:gd name="connsiteY68" fmla="*/ 3384824 h 3788731"/>
                <a:gd name="connsiteX69" fmla="*/ 1924401 w 2772385"/>
                <a:gd name="connsiteY69" fmla="*/ 3356775 h 3788731"/>
                <a:gd name="connsiteX70" fmla="*/ 1913181 w 2772385"/>
                <a:gd name="connsiteY70" fmla="*/ 3031406 h 3788731"/>
                <a:gd name="connsiteX71" fmla="*/ 1879522 w 2772385"/>
                <a:gd name="connsiteY71" fmla="*/ 3014576 h 3788731"/>
                <a:gd name="connsiteX72" fmla="*/ 1901962 w 2772385"/>
                <a:gd name="connsiteY72" fmla="*/ 2835062 h 3788731"/>
                <a:gd name="connsiteX73" fmla="*/ 1857083 w 2772385"/>
                <a:gd name="connsiteY73" fmla="*/ 2773354 h 3788731"/>
                <a:gd name="connsiteX74" fmla="*/ 2103915 w 2772385"/>
                <a:gd name="connsiteY74" fmla="*/ 2717256 h 3788731"/>
                <a:gd name="connsiteX75" fmla="*/ 2126354 w 2772385"/>
                <a:gd name="connsiteY75" fmla="*/ 2588230 h 3788731"/>
                <a:gd name="connsiteX76" fmla="*/ 2367576 w 2772385"/>
                <a:gd name="connsiteY76" fmla="*/ 2621889 h 3788731"/>
                <a:gd name="connsiteX77" fmla="*/ 2591969 w 2772385"/>
                <a:gd name="connsiteY77" fmla="*/ 2032858 h 3788731"/>
                <a:gd name="connsiteX78" fmla="*/ 2547090 w 2772385"/>
                <a:gd name="connsiteY78" fmla="*/ 1948711 h 3788731"/>
                <a:gd name="connsiteX79" fmla="*/ 2692946 w 2772385"/>
                <a:gd name="connsiteY79" fmla="*/ 1460657 h 3788731"/>
                <a:gd name="connsiteX80" fmla="*/ 2636848 w 2772385"/>
                <a:gd name="connsiteY80" fmla="*/ 1354071 h 3788731"/>
                <a:gd name="connsiteX81" fmla="*/ 2479772 w 2772385"/>
                <a:gd name="connsiteY81" fmla="*/ 798699 h 3788731"/>
                <a:gd name="connsiteX82" fmla="*/ 2737825 w 2772385"/>
                <a:gd name="connsiteY82" fmla="*/ 675283 h 3788731"/>
                <a:gd name="connsiteX83" fmla="*/ 2709775 w 2772385"/>
                <a:gd name="connsiteY83" fmla="*/ 434061 h 3788731"/>
                <a:gd name="connsiteX84" fmla="*/ 2625628 w 2772385"/>
                <a:gd name="connsiteY84" fmla="*/ 86253 h 3788731"/>
                <a:gd name="connsiteX0" fmla="*/ 2625628 w 2772385"/>
                <a:gd name="connsiteY0" fmla="*/ 86253 h 3788731"/>
                <a:gd name="connsiteX1" fmla="*/ 2429284 w 2772385"/>
                <a:gd name="connsiteY1" fmla="*/ 2105 h 3788731"/>
                <a:gd name="connsiteX2" fmla="*/ 2188062 w 2772385"/>
                <a:gd name="connsiteY2" fmla="*/ 159180 h 3788731"/>
                <a:gd name="connsiteX3" fmla="*/ 2087086 w 2772385"/>
                <a:gd name="connsiteY3" fmla="*/ 198449 h 3788731"/>
                <a:gd name="connsiteX4" fmla="*/ 2137574 w 2772385"/>
                <a:gd name="connsiteY4" fmla="*/ 288206 h 3788731"/>
                <a:gd name="connsiteX5" fmla="*/ 2025378 w 2772385"/>
                <a:gd name="connsiteY5" fmla="*/ 450890 h 3788731"/>
                <a:gd name="connsiteX6" fmla="*/ 2131966 w 2772385"/>
                <a:gd name="connsiteY6" fmla="*/ 585526 h 3788731"/>
                <a:gd name="connsiteX7" fmla="*/ 2154403 w 2772385"/>
                <a:gd name="connsiteY7" fmla="*/ 708942 h 3788731"/>
                <a:gd name="connsiteX8" fmla="*/ 2025378 w 2772385"/>
                <a:gd name="connsiteY8" fmla="*/ 753820 h 3788731"/>
                <a:gd name="connsiteX9" fmla="*/ 1991719 w 2772385"/>
                <a:gd name="connsiteY9" fmla="*/ 821138 h 3788731"/>
                <a:gd name="connsiteX10" fmla="*/ 1991719 w 2772385"/>
                <a:gd name="connsiteY10" fmla="*/ 708942 h 3788731"/>
                <a:gd name="connsiteX11" fmla="*/ 1941230 w 2772385"/>
                <a:gd name="connsiteY11" fmla="*/ 669673 h 3788731"/>
                <a:gd name="connsiteX12" fmla="*/ 1778546 w 2772385"/>
                <a:gd name="connsiteY12" fmla="*/ 770649 h 3788731"/>
                <a:gd name="connsiteX13" fmla="*/ 1397078 w 2772385"/>
                <a:gd name="connsiteY13" fmla="*/ 579916 h 3788731"/>
                <a:gd name="connsiteX14" fmla="*/ 1660739 w 2772385"/>
                <a:gd name="connsiteY14" fmla="*/ 1129678 h 3788731"/>
                <a:gd name="connsiteX15" fmla="*/ 1795375 w 2772385"/>
                <a:gd name="connsiteY15" fmla="*/ 1225045 h 3788731"/>
                <a:gd name="connsiteX16" fmla="*/ 1643910 w 2772385"/>
                <a:gd name="connsiteY16" fmla="*/ 1449437 h 3788731"/>
                <a:gd name="connsiteX17" fmla="*/ 1722448 w 2772385"/>
                <a:gd name="connsiteY17" fmla="*/ 1668220 h 3788731"/>
                <a:gd name="connsiteX18" fmla="*/ 1812205 w 2772385"/>
                <a:gd name="connsiteY18" fmla="*/ 1662611 h 3788731"/>
                <a:gd name="connsiteX19" fmla="*/ 1621470 w 2772385"/>
                <a:gd name="connsiteY19" fmla="*/ 1858954 h 3788731"/>
                <a:gd name="connsiteX20" fmla="*/ 909024 w 2772385"/>
                <a:gd name="connsiteY20" fmla="*/ 1578463 h 3788731"/>
                <a:gd name="connsiteX21" fmla="*/ 454629 w 2772385"/>
                <a:gd name="connsiteY21" fmla="*/ 2605060 h 3788731"/>
                <a:gd name="connsiteX22" fmla="*/ 258286 w 2772385"/>
                <a:gd name="connsiteY22" fmla="*/ 2812623 h 3788731"/>
                <a:gd name="connsiteX23" fmla="*/ 39503 w 2772385"/>
                <a:gd name="connsiteY23" fmla="*/ 2857501 h 3788731"/>
                <a:gd name="connsiteX24" fmla="*/ 28282 w 2772385"/>
                <a:gd name="connsiteY24" fmla="*/ 2975307 h 3788731"/>
                <a:gd name="connsiteX25" fmla="*/ 219017 w 2772385"/>
                <a:gd name="connsiteY25" fmla="*/ 3093114 h 3788731"/>
                <a:gd name="connsiteX26" fmla="*/ 516338 w 2772385"/>
                <a:gd name="connsiteY26" fmla="*/ 2964088 h 3788731"/>
                <a:gd name="connsiteX27" fmla="*/ 465849 w 2772385"/>
                <a:gd name="connsiteY27" fmla="*/ 3115553 h 3788731"/>
                <a:gd name="connsiteX28" fmla="*/ 566825 w 2772385"/>
                <a:gd name="connsiteY28" fmla="*/ 3160431 h 3788731"/>
                <a:gd name="connsiteX29" fmla="*/ 376092 w 2772385"/>
                <a:gd name="connsiteY29" fmla="*/ 3620436 h 3788731"/>
                <a:gd name="connsiteX30" fmla="*/ 190968 w 2772385"/>
                <a:gd name="connsiteY30" fmla="*/ 3665315 h 3788731"/>
                <a:gd name="connsiteX31" fmla="*/ 258286 w 2772385"/>
                <a:gd name="connsiteY31" fmla="*/ 3766291 h 3788731"/>
                <a:gd name="connsiteX32" fmla="*/ 549996 w 2772385"/>
                <a:gd name="connsiteY32" fmla="*/ 3788731 h 3788731"/>
                <a:gd name="connsiteX33" fmla="*/ 583655 w 2772385"/>
                <a:gd name="connsiteY33" fmla="*/ 3581168 h 3788731"/>
                <a:gd name="connsiteX34" fmla="*/ 639753 w 2772385"/>
                <a:gd name="connsiteY34" fmla="*/ 3575558 h 3788731"/>
                <a:gd name="connsiteX35" fmla="*/ 684632 w 2772385"/>
                <a:gd name="connsiteY35" fmla="*/ 3698974 h 3788731"/>
                <a:gd name="connsiteX36" fmla="*/ 768779 w 2772385"/>
                <a:gd name="connsiteY36" fmla="*/ 3704584 h 3788731"/>
                <a:gd name="connsiteX37" fmla="*/ 774389 w 2772385"/>
                <a:gd name="connsiteY37" fmla="*/ 3474581 h 3788731"/>
                <a:gd name="connsiteX38" fmla="*/ 740730 w 2772385"/>
                <a:gd name="connsiteY38" fmla="*/ 3205310 h 3788731"/>
                <a:gd name="connsiteX39" fmla="*/ 897805 w 2772385"/>
                <a:gd name="connsiteY39" fmla="*/ 2627499 h 3788731"/>
                <a:gd name="connsiteX40" fmla="*/ 1161466 w 2772385"/>
                <a:gd name="connsiteY40" fmla="*/ 2520912 h 3788731"/>
                <a:gd name="connsiteX41" fmla="*/ 1526104 w 2772385"/>
                <a:gd name="connsiteY41" fmla="*/ 2627499 h 3788731"/>
                <a:gd name="connsiteX42" fmla="*/ 1587812 w 2772385"/>
                <a:gd name="connsiteY42" fmla="*/ 2627499 h 3788731"/>
                <a:gd name="connsiteX43" fmla="*/ 1643910 w 2772385"/>
                <a:gd name="connsiteY43" fmla="*/ 2728476 h 3788731"/>
                <a:gd name="connsiteX44" fmla="*/ 1795375 w 2772385"/>
                <a:gd name="connsiteY44" fmla="*/ 2762134 h 3788731"/>
                <a:gd name="connsiteX45" fmla="*/ 1806595 w 2772385"/>
                <a:gd name="connsiteY45" fmla="*/ 2795793 h 3788731"/>
                <a:gd name="connsiteX46" fmla="*/ 1767326 w 2772385"/>
                <a:gd name="connsiteY46" fmla="*/ 2997747 h 3788731"/>
                <a:gd name="connsiteX47" fmla="*/ 1744887 w 2772385"/>
                <a:gd name="connsiteY47" fmla="*/ 3323116 h 3788731"/>
                <a:gd name="connsiteX48" fmla="*/ 1537324 w 2772385"/>
                <a:gd name="connsiteY48" fmla="*/ 3345555 h 3788731"/>
                <a:gd name="connsiteX49" fmla="*/ 1200735 w 2772385"/>
                <a:gd name="connsiteY49" fmla="*/ 3396044 h 3788731"/>
                <a:gd name="connsiteX50" fmla="*/ 1172686 w 2772385"/>
                <a:gd name="connsiteY50" fmla="*/ 3468971 h 3788731"/>
                <a:gd name="connsiteX51" fmla="*/ 1110978 w 2772385"/>
                <a:gd name="connsiteY51" fmla="*/ 3497020 h 3788731"/>
                <a:gd name="connsiteX52" fmla="*/ 1139027 w 2772385"/>
                <a:gd name="connsiteY52" fmla="*/ 3631656 h 3788731"/>
                <a:gd name="connsiteX53" fmla="*/ 1279272 w 2772385"/>
                <a:gd name="connsiteY53" fmla="*/ 3637266 h 3788731"/>
                <a:gd name="connsiteX54" fmla="*/ 1273662 w 2772385"/>
                <a:gd name="connsiteY54" fmla="*/ 3485801 h 3788731"/>
                <a:gd name="connsiteX55" fmla="*/ 1453176 w 2772385"/>
                <a:gd name="connsiteY55" fmla="*/ 3497020 h 3788731"/>
                <a:gd name="connsiteX56" fmla="*/ 1425127 w 2772385"/>
                <a:gd name="connsiteY56" fmla="*/ 3575558 h 3788731"/>
                <a:gd name="connsiteX57" fmla="*/ 1397078 w 2772385"/>
                <a:gd name="connsiteY57" fmla="*/ 3637266 h 3788731"/>
                <a:gd name="connsiteX58" fmla="*/ 1312931 w 2772385"/>
                <a:gd name="connsiteY58" fmla="*/ 3654095 h 3788731"/>
                <a:gd name="connsiteX59" fmla="*/ 1447567 w 2772385"/>
                <a:gd name="connsiteY59" fmla="*/ 3777511 h 3788731"/>
                <a:gd name="connsiteX60" fmla="*/ 1514884 w 2772385"/>
                <a:gd name="connsiteY60" fmla="*/ 3642876 h 3788731"/>
                <a:gd name="connsiteX61" fmla="*/ 1817814 w 2772385"/>
                <a:gd name="connsiteY61" fmla="*/ 3541899 h 3788731"/>
                <a:gd name="connsiteX62" fmla="*/ 2154403 w 2772385"/>
                <a:gd name="connsiteY62" fmla="*/ 3614826 h 3788731"/>
                <a:gd name="connsiteX63" fmla="*/ 2109525 w 2772385"/>
                <a:gd name="connsiteY63" fmla="*/ 3715803 h 3788731"/>
                <a:gd name="connsiteX64" fmla="*/ 2204892 w 2772385"/>
                <a:gd name="connsiteY64" fmla="*/ 3783121 h 3788731"/>
                <a:gd name="connsiteX65" fmla="*/ 2277819 w 2772385"/>
                <a:gd name="connsiteY65" fmla="*/ 3732633 h 3788731"/>
                <a:gd name="connsiteX66" fmla="*/ 2266600 w 2772385"/>
                <a:gd name="connsiteY66" fmla="*/ 3637266 h 3788731"/>
                <a:gd name="connsiteX67" fmla="*/ 2446114 w 2772385"/>
                <a:gd name="connsiteY67" fmla="*/ 3558728 h 3788731"/>
                <a:gd name="connsiteX68" fmla="*/ 2429284 w 2772385"/>
                <a:gd name="connsiteY68" fmla="*/ 3384824 h 3788731"/>
                <a:gd name="connsiteX69" fmla="*/ 1924401 w 2772385"/>
                <a:gd name="connsiteY69" fmla="*/ 3356775 h 3788731"/>
                <a:gd name="connsiteX70" fmla="*/ 1913181 w 2772385"/>
                <a:gd name="connsiteY70" fmla="*/ 3031406 h 3788731"/>
                <a:gd name="connsiteX71" fmla="*/ 1879522 w 2772385"/>
                <a:gd name="connsiteY71" fmla="*/ 3014576 h 3788731"/>
                <a:gd name="connsiteX72" fmla="*/ 1901962 w 2772385"/>
                <a:gd name="connsiteY72" fmla="*/ 2835062 h 3788731"/>
                <a:gd name="connsiteX73" fmla="*/ 1857083 w 2772385"/>
                <a:gd name="connsiteY73" fmla="*/ 2773354 h 3788731"/>
                <a:gd name="connsiteX74" fmla="*/ 2103915 w 2772385"/>
                <a:gd name="connsiteY74" fmla="*/ 2717256 h 3788731"/>
                <a:gd name="connsiteX75" fmla="*/ 2126354 w 2772385"/>
                <a:gd name="connsiteY75" fmla="*/ 2588230 h 3788731"/>
                <a:gd name="connsiteX76" fmla="*/ 2367576 w 2772385"/>
                <a:gd name="connsiteY76" fmla="*/ 2621889 h 3788731"/>
                <a:gd name="connsiteX77" fmla="*/ 2591969 w 2772385"/>
                <a:gd name="connsiteY77" fmla="*/ 2032858 h 3788731"/>
                <a:gd name="connsiteX78" fmla="*/ 2547090 w 2772385"/>
                <a:gd name="connsiteY78" fmla="*/ 1948711 h 3788731"/>
                <a:gd name="connsiteX79" fmla="*/ 2692946 w 2772385"/>
                <a:gd name="connsiteY79" fmla="*/ 1460657 h 3788731"/>
                <a:gd name="connsiteX80" fmla="*/ 2636848 w 2772385"/>
                <a:gd name="connsiteY80" fmla="*/ 1354071 h 3788731"/>
                <a:gd name="connsiteX81" fmla="*/ 2479772 w 2772385"/>
                <a:gd name="connsiteY81" fmla="*/ 798699 h 3788731"/>
                <a:gd name="connsiteX82" fmla="*/ 2737825 w 2772385"/>
                <a:gd name="connsiteY82" fmla="*/ 675283 h 3788731"/>
                <a:gd name="connsiteX83" fmla="*/ 2709775 w 2772385"/>
                <a:gd name="connsiteY83" fmla="*/ 434061 h 3788731"/>
                <a:gd name="connsiteX84" fmla="*/ 2625628 w 2772385"/>
                <a:gd name="connsiteY84" fmla="*/ 86253 h 3788731"/>
                <a:gd name="connsiteX0" fmla="*/ 2625628 w 2772385"/>
                <a:gd name="connsiteY0" fmla="*/ 86253 h 3788731"/>
                <a:gd name="connsiteX1" fmla="*/ 2429284 w 2772385"/>
                <a:gd name="connsiteY1" fmla="*/ 2105 h 3788731"/>
                <a:gd name="connsiteX2" fmla="*/ 2188062 w 2772385"/>
                <a:gd name="connsiteY2" fmla="*/ 159180 h 3788731"/>
                <a:gd name="connsiteX3" fmla="*/ 2087086 w 2772385"/>
                <a:gd name="connsiteY3" fmla="*/ 198449 h 3788731"/>
                <a:gd name="connsiteX4" fmla="*/ 2137574 w 2772385"/>
                <a:gd name="connsiteY4" fmla="*/ 288206 h 3788731"/>
                <a:gd name="connsiteX5" fmla="*/ 2025378 w 2772385"/>
                <a:gd name="connsiteY5" fmla="*/ 450890 h 3788731"/>
                <a:gd name="connsiteX6" fmla="*/ 2131966 w 2772385"/>
                <a:gd name="connsiteY6" fmla="*/ 585526 h 3788731"/>
                <a:gd name="connsiteX7" fmla="*/ 2154403 w 2772385"/>
                <a:gd name="connsiteY7" fmla="*/ 708942 h 3788731"/>
                <a:gd name="connsiteX8" fmla="*/ 2025378 w 2772385"/>
                <a:gd name="connsiteY8" fmla="*/ 753820 h 3788731"/>
                <a:gd name="connsiteX9" fmla="*/ 1991719 w 2772385"/>
                <a:gd name="connsiteY9" fmla="*/ 821138 h 3788731"/>
                <a:gd name="connsiteX10" fmla="*/ 1991719 w 2772385"/>
                <a:gd name="connsiteY10" fmla="*/ 708942 h 3788731"/>
                <a:gd name="connsiteX11" fmla="*/ 1941230 w 2772385"/>
                <a:gd name="connsiteY11" fmla="*/ 669673 h 3788731"/>
                <a:gd name="connsiteX12" fmla="*/ 1778546 w 2772385"/>
                <a:gd name="connsiteY12" fmla="*/ 770649 h 3788731"/>
                <a:gd name="connsiteX13" fmla="*/ 1397078 w 2772385"/>
                <a:gd name="connsiteY13" fmla="*/ 579916 h 3788731"/>
                <a:gd name="connsiteX14" fmla="*/ 1660739 w 2772385"/>
                <a:gd name="connsiteY14" fmla="*/ 1129678 h 3788731"/>
                <a:gd name="connsiteX15" fmla="*/ 1795375 w 2772385"/>
                <a:gd name="connsiteY15" fmla="*/ 1225045 h 3788731"/>
                <a:gd name="connsiteX16" fmla="*/ 1643910 w 2772385"/>
                <a:gd name="connsiteY16" fmla="*/ 1449437 h 3788731"/>
                <a:gd name="connsiteX17" fmla="*/ 1722448 w 2772385"/>
                <a:gd name="connsiteY17" fmla="*/ 1668220 h 3788731"/>
                <a:gd name="connsiteX18" fmla="*/ 1812205 w 2772385"/>
                <a:gd name="connsiteY18" fmla="*/ 1662611 h 3788731"/>
                <a:gd name="connsiteX19" fmla="*/ 1621470 w 2772385"/>
                <a:gd name="connsiteY19" fmla="*/ 1858954 h 3788731"/>
                <a:gd name="connsiteX20" fmla="*/ 909024 w 2772385"/>
                <a:gd name="connsiteY20" fmla="*/ 1578463 h 3788731"/>
                <a:gd name="connsiteX21" fmla="*/ 454629 w 2772385"/>
                <a:gd name="connsiteY21" fmla="*/ 2605060 h 3788731"/>
                <a:gd name="connsiteX22" fmla="*/ 258286 w 2772385"/>
                <a:gd name="connsiteY22" fmla="*/ 2812623 h 3788731"/>
                <a:gd name="connsiteX23" fmla="*/ 39503 w 2772385"/>
                <a:gd name="connsiteY23" fmla="*/ 2857501 h 3788731"/>
                <a:gd name="connsiteX24" fmla="*/ 28282 w 2772385"/>
                <a:gd name="connsiteY24" fmla="*/ 2975307 h 3788731"/>
                <a:gd name="connsiteX25" fmla="*/ 219017 w 2772385"/>
                <a:gd name="connsiteY25" fmla="*/ 3093114 h 3788731"/>
                <a:gd name="connsiteX26" fmla="*/ 538778 w 2772385"/>
                <a:gd name="connsiteY26" fmla="*/ 2980917 h 3788731"/>
                <a:gd name="connsiteX27" fmla="*/ 465849 w 2772385"/>
                <a:gd name="connsiteY27" fmla="*/ 3115553 h 3788731"/>
                <a:gd name="connsiteX28" fmla="*/ 566825 w 2772385"/>
                <a:gd name="connsiteY28" fmla="*/ 3160431 h 3788731"/>
                <a:gd name="connsiteX29" fmla="*/ 376092 w 2772385"/>
                <a:gd name="connsiteY29" fmla="*/ 3620436 h 3788731"/>
                <a:gd name="connsiteX30" fmla="*/ 190968 w 2772385"/>
                <a:gd name="connsiteY30" fmla="*/ 3665315 h 3788731"/>
                <a:gd name="connsiteX31" fmla="*/ 258286 w 2772385"/>
                <a:gd name="connsiteY31" fmla="*/ 3766291 h 3788731"/>
                <a:gd name="connsiteX32" fmla="*/ 549996 w 2772385"/>
                <a:gd name="connsiteY32" fmla="*/ 3788731 h 3788731"/>
                <a:gd name="connsiteX33" fmla="*/ 583655 w 2772385"/>
                <a:gd name="connsiteY33" fmla="*/ 3581168 h 3788731"/>
                <a:gd name="connsiteX34" fmla="*/ 639753 w 2772385"/>
                <a:gd name="connsiteY34" fmla="*/ 3575558 h 3788731"/>
                <a:gd name="connsiteX35" fmla="*/ 684632 w 2772385"/>
                <a:gd name="connsiteY35" fmla="*/ 3698974 h 3788731"/>
                <a:gd name="connsiteX36" fmla="*/ 768779 w 2772385"/>
                <a:gd name="connsiteY36" fmla="*/ 3704584 h 3788731"/>
                <a:gd name="connsiteX37" fmla="*/ 774389 w 2772385"/>
                <a:gd name="connsiteY37" fmla="*/ 3474581 h 3788731"/>
                <a:gd name="connsiteX38" fmla="*/ 740730 w 2772385"/>
                <a:gd name="connsiteY38" fmla="*/ 3205310 h 3788731"/>
                <a:gd name="connsiteX39" fmla="*/ 897805 w 2772385"/>
                <a:gd name="connsiteY39" fmla="*/ 2627499 h 3788731"/>
                <a:gd name="connsiteX40" fmla="*/ 1161466 w 2772385"/>
                <a:gd name="connsiteY40" fmla="*/ 2520912 h 3788731"/>
                <a:gd name="connsiteX41" fmla="*/ 1526104 w 2772385"/>
                <a:gd name="connsiteY41" fmla="*/ 2627499 h 3788731"/>
                <a:gd name="connsiteX42" fmla="*/ 1587812 w 2772385"/>
                <a:gd name="connsiteY42" fmla="*/ 2627499 h 3788731"/>
                <a:gd name="connsiteX43" fmla="*/ 1643910 w 2772385"/>
                <a:gd name="connsiteY43" fmla="*/ 2728476 h 3788731"/>
                <a:gd name="connsiteX44" fmla="*/ 1795375 w 2772385"/>
                <a:gd name="connsiteY44" fmla="*/ 2762134 h 3788731"/>
                <a:gd name="connsiteX45" fmla="*/ 1806595 w 2772385"/>
                <a:gd name="connsiteY45" fmla="*/ 2795793 h 3788731"/>
                <a:gd name="connsiteX46" fmla="*/ 1767326 w 2772385"/>
                <a:gd name="connsiteY46" fmla="*/ 2997747 h 3788731"/>
                <a:gd name="connsiteX47" fmla="*/ 1744887 w 2772385"/>
                <a:gd name="connsiteY47" fmla="*/ 3323116 h 3788731"/>
                <a:gd name="connsiteX48" fmla="*/ 1537324 w 2772385"/>
                <a:gd name="connsiteY48" fmla="*/ 3345555 h 3788731"/>
                <a:gd name="connsiteX49" fmla="*/ 1200735 w 2772385"/>
                <a:gd name="connsiteY49" fmla="*/ 3396044 h 3788731"/>
                <a:gd name="connsiteX50" fmla="*/ 1172686 w 2772385"/>
                <a:gd name="connsiteY50" fmla="*/ 3468971 h 3788731"/>
                <a:gd name="connsiteX51" fmla="*/ 1110978 w 2772385"/>
                <a:gd name="connsiteY51" fmla="*/ 3497020 h 3788731"/>
                <a:gd name="connsiteX52" fmla="*/ 1139027 w 2772385"/>
                <a:gd name="connsiteY52" fmla="*/ 3631656 h 3788731"/>
                <a:gd name="connsiteX53" fmla="*/ 1279272 w 2772385"/>
                <a:gd name="connsiteY53" fmla="*/ 3637266 h 3788731"/>
                <a:gd name="connsiteX54" fmla="*/ 1273662 w 2772385"/>
                <a:gd name="connsiteY54" fmla="*/ 3485801 h 3788731"/>
                <a:gd name="connsiteX55" fmla="*/ 1453176 w 2772385"/>
                <a:gd name="connsiteY55" fmla="*/ 3497020 h 3788731"/>
                <a:gd name="connsiteX56" fmla="*/ 1425127 w 2772385"/>
                <a:gd name="connsiteY56" fmla="*/ 3575558 h 3788731"/>
                <a:gd name="connsiteX57" fmla="*/ 1397078 w 2772385"/>
                <a:gd name="connsiteY57" fmla="*/ 3637266 h 3788731"/>
                <a:gd name="connsiteX58" fmla="*/ 1312931 w 2772385"/>
                <a:gd name="connsiteY58" fmla="*/ 3654095 h 3788731"/>
                <a:gd name="connsiteX59" fmla="*/ 1447567 w 2772385"/>
                <a:gd name="connsiteY59" fmla="*/ 3777511 h 3788731"/>
                <a:gd name="connsiteX60" fmla="*/ 1514884 w 2772385"/>
                <a:gd name="connsiteY60" fmla="*/ 3642876 h 3788731"/>
                <a:gd name="connsiteX61" fmla="*/ 1817814 w 2772385"/>
                <a:gd name="connsiteY61" fmla="*/ 3541899 h 3788731"/>
                <a:gd name="connsiteX62" fmla="*/ 2154403 w 2772385"/>
                <a:gd name="connsiteY62" fmla="*/ 3614826 h 3788731"/>
                <a:gd name="connsiteX63" fmla="*/ 2109525 w 2772385"/>
                <a:gd name="connsiteY63" fmla="*/ 3715803 h 3788731"/>
                <a:gd name="connsiteX64" fmla="*/ 2204892 w 2772385"/>
                <a:gd name="connsiteY64" fmla="*/ 3783121 h 3788731"/>
                <a:gd name="connsiteX65" fmla="*/ 2277819 w 2772385"/>
                <a:gd name="connsiteY65" fmla="*/ 3732633 h 3788731"/>
                <a:gd name="connsiteX66" fmla="*/ 2266600 w 2772385"/>
                <a:gd name="connsiteY66" fmla="*/ 3637266 h 3788731"/>
                <a:gd name="connsiteX67" fmla="*/ 2446114 w 2772385"/>
                <a:gd name="connsiteY67" fmla="*/ 3558728 h 3788731"/>
                <a:gd name="connsiteX68" fmla="*/ 2429284 w 2772385"/>
                <a:gd name="connsiteY68" fmla="*/ 3384824 h 3788731"/>
                <a:gd name="connsiteX69" fmla="*/ 1924401 w 2772385"/>
                <a:gd name="connsiteY69" fmla="*/ 3356775 h 3788731"/>
                <a:gd name="connsiteX70" fmla="*/ 1913181 w 2772385"/>
                <a:gd name="connsiteY70" fmla="*/ 3031406 h 3788731"/>
                <a:gd name="connsiteX71" fmla="*/ 1879522 w 2772385"/>
                <a:gd name="connsiteY71" fmla="*/ 3014576 h 3788731"/>
                <a:gd name="connsiteX72" fmla="*/ 1901962 w 2772385"/>
                <a:gd name="connsiteY72" fmla="*/ 2835062 h 3788731"/>
                <a:gd name="connsiteX73" fmla="*/ 1857083 w 2772385"/>
                <a:gd name="connsiteY73" fmla="*/ 2773354 h 3788731"/>
                <a:gd name="connsiteX74" fmla="*/ 2103915 w 2772385"/>
                <a:gd name="connsiteY74" fmla="*/ 2717256 h 3788731"/>
                <a:gd name="connsiteX75" fmla="*/ 2126354 w 2772385"/>
                <a:gd name="connsiteY75" fmla="*/ 2588230 h 3788731"/>
                <a:gd name="connsiteX76" fmla="*/ 2367576 w 2772385"/>
                <a:gd name="connsiteY76" fmla="*/ 2621889 h 3788731"/>
                <a:gd name="connsiteX77" fmla="*/ 2591969 w 2772385"/>
                <a:gd name="connsiteY77" fmla="*/ 2032858 h 3788731"/>
                <a:gd name="connsiteX78" fmla="*/ 2547090 w 2772385"/>
                <a:gd name="connsiteY78" fmla="*/ 1948711 h 3788731"/>
                <a:gd name="connsiteX79" fmla="*/ 2692946 w 2772385"/>
                <a:gd name="connsiteY79" fmla="*/ 1460657 h 3788731"/>
                <a:gd name="connsiteX80" fmla="*/ 2636848 w 2772385"/>
                <a:gd name="connsiteY80" fmla="*/ 1354071 h 3788731"/>
                <a:gd name="connsiteX81" fmla="*/ 2479772 w 2772385"/>
                <a:gd name="connsiteY81" fmla="*/ 798699 h 3788731"/>
                <a:gd name="connsiteX82" fmla="*/ 2737825 w 2772385"/>
                <a:gd name="connsiteY82" fmla="*/ 675283 h 3788731"/>
                <a:gd name="connsiteX83" fmla="*/ 2709775 w 2772385"/>
                <a:gd name="connsiteY83" fmla="*/ 434061 h 3788731"/>
                <a:gd name="connsiteX84" fmla="*/ 2625628 w 2772385"/>
                <a:gd name="connsiteY84" fmla="*/ 86253 h 3788731"/>
                <a:gd name="connsiteX0" fmla="*/ 2625628 w 2772385"/>
                <a:gd name="connsiteY0" fmla="*/ 86253 h 3788731"/>
                <a:gd name="connsiteX1" fmla="*/ 2429284 w 2772385"/>
                <a:gd name="connsiteY1" fmla="*/ 2105 h 3788731"/>
                <a:gd name="connsiteX2" fmla="*/ 2188062 w 2772385"/>
                <a:gd name="connsiteY2" fmla="*/ 159180 h 3788731"/>
                <a:gd name="connsiteX3" fmla="*/ 2087086 w 2772385"/>
                <a:gd name="connsiteY3" fmla="*/ 198449 h 3788731"/>
                <a:gd name="connsiteX4" fmla="*/ 2137574 w 2772385"/>
                <a:gd name="connsiteY4" fmla="*/ 288206 h 3788731"/>
                <a:gd name="connsiteX5" fmla="*/ 2025378 w 2772385"/>
                <a:gd name="connsiteY5" fmla="*/ 450890 h 3788731"/>
                <a:gd name="connsiteX6" fmla="*/ 2131966 w 2772385"/>
                <a:gd name="connsiteY6" fmla="*/ 585526 h 3788731"/>
                <a:gd name="connsiteX7" fmla="*/ 2154403 w 2772385"/>
                <a:gd name="connsiteY7" fmla="*/ 708942 h 3788731"/>
                <a:gd name="connsiteX8" fmla="*/ 2025378 w 2772385"/>
                <a:gd name="connsiteY8" fmla="*/ 753820 h 3788731"/>
                <a:gd name="connsiteX9" fmla="*/ 1991719 w 2772385"/>
                <a:gd name="connsiteY9" fmla="*/ 821138 h 3788731"/>
                <a:gd name="connsiteX10" fmla="*/ 1991719 w 2772385"/>
                <a:gd name="connsiteY10" fmla="*/ 708942 h 3788731"/>
                <a:gd name="connsiteX11" fmla="*/ 1941230 w 2772385"/>
                <a:gd name="connsiteY11" fmla="*/ 669673 h 3788731"/>
                <a:gd name="connsiteX12" fmla="*/ 1778546 w 2772385"/>
                <a:gd name="connsiteY12" fmla="*/ 770649 h 3788731"/>
                <a:gd name="connsiteX13" fmla="*/ 1397078 w 2772385"/>
                <a:gd name="connsiteY13" fmla="*/ 579916 h 3788731"/>
                <a:gd name="connsiteX14" fmla="*/ 1660739 w 2772385"/>
                <a:gd name="connsiteY14" fmla="*/ 1129678 h 3788731"/>
                <a:gd name="connsiteX15" fmla="*/ 1795375 w 2772385"/>
                <a:gd name="connsiteY15" fmla="*/ 1225045 h 3788731"/>
                <a:gd name="connsiteX16" fmla="*/ 1643910 w 2772385"/>
                <a:gd name="connsiteY16" fmla="*/ 1449437 h 3788731"/>
                <a:gd name="connsiteX17" fmla="*/ 1722448 w 2772385"/>
                <a:gd name="connsiteY17" fmla="*/ 1668220 h 3788731"/>
                <a:gd name="connsiteX18" fmla="*/ 1812205 w 2772385"/>
                <a:gd name="connsiteY18" fmla="*/ 1662611 h 3788731"/>
                <a:gd name="connsiteX19" fmla="*/ 1621470 w 2772385"/>
                <a:gd name="connsiteY19" fmla="*/ 1858954 h 3788731"/>
                <a:gd name="connsiteX20" fmla="*/ 909024 w 2772385"/>
                <a:gd name="connsiteY20" fmla="*/ 1578463 h 3788731"/>
                <a:gd name="connsiteX21" fmla="*/ 454629 w 2772385"/>
                <a:gd name="connsiteY21" fmla="*/ 2605060 h 3788731"/>
                <a:gd name="connsiteX22" fmla="*/ 258286 w 2772385"/>
                <a:gd name="connsiteY22" fmla="*/ 2812623 h 3788731"/>
                <a:gd name="connsiteX23" fmla="*/ 39503 w 2772385"/>
                <a:gd name="connsiteY23" fmla="*/ 2857501 h 3788731"/>
                <a:gd name="connsiteX24" fmla="*/ 28282 w 2772385"/>
                <a:gd name="connsiteY24" fmla="*/ 2975307 h 3788731"/>
                <a:gd name="connsiteX25" fmla="*/ 258285 w 2772385"/>
                <a:gd name="connsiteY25" fmla="*/ 3087504 h 3788731"/>
                <a:gd name="connsiteX26" fmla="*/ 538778 w 2772385"/>
                <a:gd name="connsiteY26" fmla="*/ 2980917 h 3788731"/>
                <a:gd name="connsiteX27" fmla="*/ 465849 w 2772385"/>
                <a:gd name="connsiteY27" fmla="*/ 3115553 h 3788731"/>
                <a:gd name="connsiteX28" fmla="*/ 566825 w 2772385"/>
                <a:gd name="connsiteY28" fmla="*/ 3160431 h 3788731"/>
                <a:gd name="connsiteX29" fmla="*/ 376092 w 2772385"/>
                <a:gd name="connsiteY29" fmla="*/ 3620436 h 3788731"/>
                <a:gd name="connsiteX30" fmla="*/ 190968 w 2772385"/>
                <a:gd name="connsiteY30" fmla="*/ 3665315 h 3788731"/>
                <a:gd name="connsiteX31" fmla="*/ 258286 w 2772385"/>
                <a:gd name="connsiteY31" fmla="*/ 3766291 h 3788731"/>
                <a:gd name="connsiteX32" fmla="*/ 549996 w 2772385"/>
                <a:gd name="connsiteY32" fmla="*/ 3788731 h 3788731"/>
                <a:gd name="connsiteX33" fmla="*/ 583655 w 2772385"/>
                <a:gd name="connsiteY33" fmla="*/ 3581168 h 3788731"/>
                <a:gd name="connsiteX34" fmla="*/ 639753 w 2772385"/>
                <a:gd name="connsiteY34" fmla="*/ 3575558 h 3788731"/>
                <a:gd name="connsiteX35" fmla="*/ 684632 w 2772385"/>
                <a:gd name="connsiteY35" fmla="*/ 3698974 h 3788731"/>
                <a:gd name="connsiteX36" fmla="*/ 768779 w 2772385"/>
                <a:gd name="connsiteY36" fmla="*/ 3704584 h 3788731"/>
                <a:gd name="connsiteX37" fmla="*/ 774389 w 2772385"/>
                <a:gd name="connsiteY37" fmla="*/ 3474581 h 3788731"/>
                <a:gd name="connsiteX38" fmla="*/ 740730 w 2772385"/>
                <a:gd name="connsiteY38" fmla="*/ 3205310 h 3788731"/>
                <a:gd name="connsiteX39" fmla="*/ 897805 w 2772385"/>
                <a:gd name="connsiteY39" fmla="*/ 2627499 h 3788731"/>
                <a:gd name="connsiteX40" fmla="*/ 1161466 w 2772385"/>
                <a:gd name="connsiteY40" fmla="*/ 2520912 h 3788731"/>
                <a:gd name="connsiteX41" fmla="*/ 1526104 w 2772385"/>
                <a:gd name="connsiteY41" fmla="*/ 2627499 h 3788731"/>
                <a:gd name="connsiteX42" fmla="*/ 1587812 w 2772385"/>
                <a:gd name="connsiteY42" fmla="*/ 2627499 h 3788731"/>
                <a:gd name="connsiteX43" fmla="*/ 1643910 w 2772385"/>
                <a:gd name="connsiteY43" fmla="*/ 2728476 h 3788731"/>
                <a:gd name="connsiteX44" fmla="*/ 1795375 w 2772385"/>
                <a:gd name="connsiteY44" fmla="*/ 2762134 h 3788731"/>
                <a:gd name="connsiteX45" fmla="*/ 1806595 w 2772385"/>
                <a:gd name="connsiteY45" fmla="*/ 2795793 h 3788731"/>
                <a:gd name="connsiteX46" fmla="*/ 1767326 w 2772385"/>
                <a:gd name="connsiteY46" fmla="*/ 2997747 h 3788731"/>
                <a:gd name="connsiteX47" fmla="*/ 1744887 w 2772385"/>
                <a:gd name="connsiteY47" fmla="*/ 3323116 h 3788731"/>
                <a:gd name="connsiteX48" fmla="*/ 1537324 w 2772385"/>
                <a:gd name="connsiteY48" fmla="*/ 3345555 h 3788731"/>
                <a:gd name="connsiteX49" fmla="*/ 1200735 w 2772385"/>
                <a:gd name="connsiteY49" fmla="*/ 3396044 h 3788731"/>
                <a:gd name="connsiteX50" fmla="*/ 1172686 w 2772385"/>
                <a:gd name="connsiteY50" fmla="*/ 3468971 h 3788731"/>
                <a:gd name="connsiteX51" fmla="*/ 1110978 w 2772385"/>
                <a:gd name="connsiteY51" fmla="*/ 3497020 h 3788731"/>
                <a:gd name="connsiteX52" fmla="*/ 1139027 w 2772385"/>
                <a:gd name="connsiteY52" fmla="*/ 3631656 h 3788731"/>
                <a:gd name="connsiteX53" fmla="*/ 1279272 w 2772385"/>
                <a:gd name="connsiteY53" fmla="*/ 3637266 h 3788731"/>
                <a:gd name="connsiteX54" fmla="*/ 1273662 w 2772385"/>
                <a:gd name="connsiteY54" fmla="*/ 3485801 h 3788731"/>
                <a:gd name="connsiteX55" fmla="*/ 1453176 w 2772385"/>
                <a:gd name="connsiteY55" fmla="*/ 3497020 h 3788731"/>
                <a:gd name="connsiteX56" fmla="*/ 1425127 w 2772385"/>
                <a:gd name="connsiteY56" fmla="*/ 3575558 h 3788731"/>
                <a:gd name="connsiteX57" fmla="*/ 1397078 w 2772385"/>
                <a:gd name="connsiteY57" fmla="*/ 3637266 h 3788731"/>
                <a:gd name="connsiteX58" fmla="*/ 1312931 w 2772385"/>
                <a:gd name="connsiteY58" fmla="*/ 3654095 h 3788731"/>
                <a:gd name="connsiteX59" fmla="*/ 1447567 w 2772385"/>
                <a:gd name="connsiteY59" fmla="*/ 3777511 h 3788731"/>
                <a:gd name="connsiteX60" fmla="*/ 1514884 w 2772385"/>
                <a:gd name="connsiteY60" fmla="*/ 3642876 h 3788731"/>
                <a:gd name="connsiteX61" fmla="*/ 1817814 w 2772385"/>
                <a:gd name="connsiteY61" fmla="*/ 3541899 h 3788731"/>
                <a:gd name="connsiteX62" fmla="*/ 2154403 w 2772385"/>
                <a:gd name="connsiteY62" fmla="*/ 3614826 h 3788731"/>
                <a:gd name="connsiteX63" fmla="*/ 2109525 w 2772385"/>
                <a:gd name="connsiteY63" fmla="*/ 3715803 h 3788731"/>
                <a:gd name="connsiteX64" fmla="*/ 2204892 w 2772385"/>
                <a:gd name="connsiteY64" fmla="*/ 3783121 h 3788731"/>
                <a:gd name="connsiteX65" fmla="*/ 2277819 w 2772385"/>
                <a:gd name="connsiteY65" fmla="*/ 3732633 h 3788731"/>
                <a:gd name="connsiteX66" fmla="*/ 2266600 w 2772385"/>
                <a:gd name="connsiteY66" fmla="*/ 3637266 h 3788731"/>
                <a:gd name="connsiteX67" fmla="*/ 2446114 w 2772385"/>
                <a:gd name="connsiteY67" fmla="*/ 3558728 h 3788731"/>
                <a:gd name="connsiteX68" fmla="*/ 2429284 w 2772385"/>
                <a:gd name="connsiteY68" fmla="*/ 3384824 h 3788731"/>
                <a:gd name="connsiteX69" fmla="*/ 1924401 w 2772385"/>
                <a:gd name="connsiteY69" fmla="*/ 3356775 h 3788731"/>
                <a:gd name="connsiteX70" fmla="*/ 1913181 w 2772385"/>
                <a:gd name="connsiteY70" fmla="*/ 3031406 h 3788731"/>
                <a:gd name="connsiteX71" fmla="*/ 1879522 w 2772385"/>
                <a:gd name="connsiteY71" fmla="*/ 3014576 h 3788731"/>
                <a:gd name="connsiteX72" fmla="*/ 1901962 w 2772385"/>
                <a:gd name="connsiteY72" fmla="*/ 2835062 h 3788731"/>
                <a:gd name="connsiteX73" fmla="*/ 1857083 w 2772385"/>
                <a:gd name="connsiteY73" fmla="*/ 2773354 h 3788731"/>
                <a:gd name="connsiteX74" fmla="*/ 2103915 w 2772385"/>
                <a:gd name="connsiteY74" fmla="*/ 2717256 h 3788731"/>
                <a:gd name="connsiteX75" fmla="*/ 2126354 w 2772385"/>
                <a:gd name="connsiteY75" fmla="*/ 2588230 h 3788731"/>
                <a:gd name="connsiteX76" fmla="*/ 2367576 w 2772385"/>
                <a:gd name="connsiteY76" fmla="*/ 2621889 h 3788731"/>
                <a:gd name="connsiteX77" fmla="*/ 2591969 w 2772385"/>
                <a:gd name="connsiteY77" fmla="*/ 2032858 h 3788731"/>
                <a:gd name="connsiteX78" fmla="*/ 2547090 w 2772385"/>
                <a:gd name="connsiteY78" fmla="*/ 1948711 h 3788731"/>
                <a:gd name="connsiteX79" fmla="*/ 2692946 w 2772385"/>
                <a:gd name="connsiteY79" fmla="*/ 1460657 h 3788731"/>
                <a:gd name="connsiteX80" fmla="*/ 2636848 w 2772385"/>
                <a:gd name="connsiteY80" fmla="*/ 1354071 h 3788731"/>
                <a:gd name="connsiteX81" fmla="*/ 2479772 w 2772385"/>
                <a:gd name="connsiteY81" fmla="*/ 798699 h 3788731"/>
                <a:gd name="connsiteX82" fmla="*/ 2737825 w 2772385"/>
                <a:gd name="connsiteY82" fmla="*/ 675283 h 3788731"/>
                <a:gd name="connsiteX83" fmla="*/ 2709775 w 2772385"/>
                <a:gd name="connsiteY83" fmla="*/ 434061 h 3788731"/>
                <a:gd name="connsiteX84" fmla="*/ 2625628 w 2772385"/>
                <a:gd name="connsiteY84" fmla="*/ 86253 h 3788731"/>
                <a:gd name="connsiteX0" fmla="*/ 2625628 w 2772385"/>
                <a:gd name="connsiteY0" fmla="*/ 86253 h 3788731"/>
                <a:gd name="connsiteX1" fmla="*/ 2429284 w 2772385"/>
                <a:gd name="connsiteY1" fmla="*/ 2105 h 3788731"/>
                <a:gd name="connsiteX2" fmla="*/ 2188062 w 2772385"/>
                <a:gd name="connsiteY2" fmla="*/ 159180 h 3788731"/>
                <a:gd name="connsiteX3" fmla="*/ 2087086 w 2772385"/>
                <a:gd name="connsiteY3" fmla="*/ 198449 h 3788731"/>
                <a:gd name="connsiteX4" fmla="*/ 2137574 w 2772385"/>
                <a:gd name="connsiteY4" fmla="*/ 288206 h 3788731"/>
                <a:gd name="connsiteX5" fmla="*/ 2025378 w 2772385"/>
                <a:gd name="connsiteY5" fmla="*/ 450890 h 3788731"/>
                <a:gd name="connsiteX6" fmla="*/ 2131966 w 2772385"/>
                <a:gd name="connsiteY6" fmla="*/ 585526 h 3788731"/>
                <a:gd name="connsiteX7" fmla="*/ 2154403 w 2772385"/>
                <a:gd name="connsiteY7" fmla="*/ 708942 h 3788731"/>
                <a:gd name="connsiteX8" fmla="*/ 2025378 w 2772385"/>
                <a:gd name="connsiteY8" fmla="*/ 753820 h 3788731"/>
                <a:gd name="connsiteX9" fmla="*/ 1991719 w 2772385"/>
                <a:gd name="connsiteY9" fmla="*/ 821138 h 3788731"/>
                <a:gd name="connsiteX10" fmla="*/ 1991719 w 2772385"/>
                <a:gd name="connsiteY10" fmla="*/ 708942 h 3788731"/>
                <a:gd name="connsiteX11" fmla="*/ 1941230 w 2772385"/>
                <a:gd name="connsiteY11" fmla="*/ 669673 h 3788731"/>
                <a:gd name="connsiteX12" fmla="*/ 1778546 w 2772385"/>
                <a:gd name="connsiteY12" fmla="*/ 770649 h 3788731"/>
                <a:gd name="connsiteX13" fmla="*/ 1397078 w 2772385"/>
                <a:gd name="connsiteY13" fmla="*/ 579916 h 3788731"/>
                <a:gd name="connsiteX14" fmla="*/ 1660739 w 2772385"/>
                <a:gd name="connsiteY14" fmla="*/ 1129678 h 3788731"/>
                <a:gd name="connsiteX15" fmla="*/ 1795375 w 2772385"/>
                <a:gd name="connsiteY15" fmla="*/ 1225045 h 3788731"/>
                <a:gd name="connsiteX16" fmla="*/ 1643910 w 2772385"/>
                <a:gd name="connsiteY16" fmla="*/ 1449437 h 3788731"/>
                <a:gd name="connsiteX17" fmla="*/ 1722448 w 2772385"/>
                <a:gd name="connsiteY17" fmla="*/ 1668220 h 3788731"/>
                <a:gd name="connsiteX18" fmla="*/ 1812205 w 2772385"/>
                <a:gd name="connsiteY18" fmla="*/ 1662611 h 3788731"/>
                <a:gd name="connsiteX19" fmla="*/ 1621470 w 2772385"/>
                <a:gd name="connsiteY19" fmla="*/ 1858954 h 3788731"/>
                <a:gd name="connsiteX20" fmla="*/ 909024 w 2772385"/>
                <a:gd name="connsiteY20" fmla="*/ 1578463 h 3788731"/>
                <a:gd name="connsiteX21" fmla="*/ 454629 w 2772385"/>
                <a:gd name="connsiteY21" fmla="*/ 2605060 h 3788731"/>
                <a:gd name="connsiteX22" fmla="*/ 258286 w 2772385"/>
                <a:gd name="connsiteY22" fmla="*/ 2812623 h 3788731"/>
                <a:gd name="connsiteX23" fmla="*/ 39503 w 2772385"/>
                <a:gd name="connsiteY23" fmla="*/ 2857501 h 3788731"/>
                <a:gd name="connsiteX24" fmla="*/ 28282 w 2772385"/>
                <a:gd name="connsiteY24" fmla="*/ 2975307 h 3788731"/>
                <a:gd name="connsiteX25" fmla="*/ 258285 w 2772385"/>
                <a:gd name="connsiteY25" fmla="*/ 3087504 h 3788731"/>
                <a:gd name="connsiteX26" fmla="*/ 527559 w 2772385"/>
                <a:gd name="connsiteY26" fmla="*/ 2986527 h 3788731"/>
                <a:gd name="connsiteX27" fmla="*/ 465849 w 2772385"/>
                <a:gd name="connsiteY27" fmla="*/ 3115553 h 3788731"/>
                <a:gd name="connsiteX28" fmla="*/ 566825 w 2772385"/>
                <a:gd name="connsiteY28" fmla="*/ 3160431 h 3788731"/>
                <a:gd name="connsiteX29" fmla="*/ 376092 w 2772385"/>
                <a:gd name="connsiteY29" fmla="*/ 3620436 h 3788731"/>
                <a:gd name="connsiteX30" fmla="*/ 190968 w 2772385"/>
                <a:gd name="connsiteY30" fmla="*/ 3665315 h 3788731"/>
                <a:gd name="connsiteX31" fmla="*/ 258286 w 2772385"/>
                <a:gd name="connsiteY31" fmla="*/ 3766291 h 3788731"/>
                <a:gd name="connsiteX32" fmla="*/ 549996 w 2772385"/>
                <a:gd name="connsiteY32" fmla="*/ 3788731 h 3788731"/>
                <a:gd name="connsiteX33" fmla="*/ 583655 w 2772385"/>
                <a:gd name="connsiteY33" fmla="*/ 3581168 h 3788731"/>
                <a:gd name="connsiteX34" fmla="*/ 639753 w 2772385"/>
                <a:gd name="connsiteY34" fmla="*/ 3575558 h 3788731"/>
                <a:gd name="connsiteX35" fmla="*/ 684632 w 2772385"/>
                <a:gd name="connsiteY35" fmla="*/ 3698974 h 3788731"/>
                <a:gd name="connsiteX36" fmla="*/ 768779 w 2772385"/>
                <a:gd name="connsiteY36" fmla="*/ 3704584 h 3788731"/>
                <a:gd name="connsiteX37" fmla="*/ 774389 w 2772385"/>
                <a:gd name="connsiteY37" fmla="*/ 3474581 h 3788731"/>
                <a:gd name="connsiteX38" fmla="*/ 740730 w 2772385"/>
                <a:gd name="connsiteY38" fmla="*/ 3205310 h 3788731"/>
                <a:gd name="connsiteX39" fmla="*/ 897805 w 2772385"/>
                <a:gd name="connsiteY39" fmla="*/ 2627499 h 3788731"/>
                <a:gd name="connsiteX40" fmla="*/ 1161466 w 2772385"/>
                <a:gd name="connsiteY40" fmla="*/ 2520912 h 3788731"/>
                <a:gd name="connsiteX41" fmla="*/ 1526104 w 2772385"/>
                <a:gd name="connsiteY41" fmla="*/ 2627499 h 3788731"/>
                <a:gd name="connsiteX42" fmla="*/ 1587812 w 2772385"/>
                <a:gd name="connsiteY42" fmla="*/ 2627499 h 3788731"/>
                <a:gd name="connsiteX43" fmla="*/ 1643910 w 2772385"/>
                <a:gd name="connsiteY43" fmla="*/ 2728476 h 3788731"/>
                <a:gd name="connsiteX44" fmla="*/ 1795375 w 2772385"/>
                <a:gd name="connsiteY44" fmla="*/ 2762134 h 3788731"/>
                <a:gd name="connsiteX45" fmla="*/ 1806595 w 2772385"/>
                <a:gd name="connsiteY45" fmla="*/ 2795793 h 3788731"/>
                <a:gd name="connsiteX46" fmla="*/ 1767326 w 2772385"/>
                <a:gd name="connsiteY46" fmla="*/ 2997747 h 3788731"/>
                <a:gd name="connsiteX47" fmla="*/ 1744887 w 2772385"/>
                <a:gd name="connsiteY47" fmla="*/ 3323116 h 3788731"/>
                <a:gd name="connsiteX48" fmla="*/ 1537324 w 2772385"/>
                <a:gd name="connsiteY48" fmla="*/ 3345555 h 3788731"/>
                <a:gd name="connsiteX49" fmla="*/ 1200735 w 2772385"/>
                <a:gd name="connsiteY49" fmla="*/ 3396044 h 3788731"/>
                <a:gd name="connsiteX50" fmla="*/ 1172686 w 2772385"/>
                <a:gd name="connsiteY50" fmla="*/ 3468971 h 3788731"/>
                <a:gd name="connsiteX51" fmla="*/ 1110978 w 2772385"/>
                <a:gd name="connsiteY51" fmla="*/ 3497020 h 3788731"/>
                <a:gd name="connsiteX52" fmla="*/ 1139027 w 2772385"/>
                <a:gd name="connsiteY52" fmla="*/ 3631656 h 3788731"/>
                <a:gd name="connsiteX53" fmla="*/ 1279272 w 2772385"/>
                <a:gd name="connsiteY53" fmla="*/ 3637266 h 3788731"/>
                <a:gd name="connsiteX54" fmla="*/ 1273662 w 2772385"/>
                <a:gd name="connsiteY54" fmla="*/ 3485801 h 3788731"/>
                <a:gd name="connsiteX55" fmla="*/ 1453176 w 2772385"/>
                <a:gd name="connsiteY55" fmla="*/ 3497020 h 3788731"/>
                <a:gd name="connsiteX56" fmla="*/ 1425127 w 2772385"/>
                <a:gd name="connsiteY56" fmla="*/ 3575558 h 3788731"/>
                <a:gd name="connsiteX57" fmla="*/ 1397078 w 2772385"/>
                <a:gd name="connsiteY57" fmla="*/ 3637266 h 3788731"/>
                <a:gd name="connsiteX58" fmla="*/ 1312931 w 2772385"/>
                <a:gd name="connsiteY58" fmla="*/ 3654095 h 3788731"/>
                <a:gd name="connsiteX59" fmla="*/ 1447567 w 2772385"/>
                <a:gd name="connsiteY59" fmla="*/ 3777511 h 3788731"/>
                <a:gd name="connsiteX60" fmla="*/ 1514884 w 2772385"/>
                <a:gd name="connsiteY60" fmla="*/ 3642876 h 3788731"/>
                <a:gd name="connsiteX61" fmla="*/ 1817814 w 2772385"/>
                <a:gd name="connsiteY61" fmla="*/ 3541899 h 3788731"/>
                <a:gd name="connsiteX62" fmla="*/ 2154403 w 2772385"/>
                <a:gd name="connsiteY62" fmla="*/ 3614826 h 3788731"/>
                <a:gd name="connsiteX63" fmla="*/ 2109525 w 2772385"/>
                <a:gd name="connsiteY63" fmla="*/ 3715803 h 3788731"/>
                <a:gd name="connsiteX64" fmla="*/ 2204892 w 2772385"/>
                <a:gd name="connsiteY64" fmla="*/ 3783121 h 3788731"/>
                <a:gd name="connsiteX65" fmla="*/ 2277819 w 2772385"/>
                <a:gd name="connsiteY65" fmla="*/ 3732633 h 3788731"/>
                <a:gd name="connsiteX66" fmla="*/ 2266600 w 2772385"/>
                <a:gd name="connsiteY66" fmla="*/ 3637266 h 3788731"/>
                <a:gd name="connsiteX67" fmla="*/ 2446114 w 2772385"/>
                <a:gd name="connsiteY67" fmla="*/ 3558728 h 3788731"/>
                <a:gd name="connsiteX68" fmla="*/ 2429284 w 2772385"/>
                <a:gd name="connsiteY68" fmla="*/ 3384824 h 3788731"/>
                <a:gd name="connsiteX69" fmla="*/ 1924401 w 2772385"/>
                <a:gd name="connsiteY69" fmla="*/ 3356775 h 3788731"/>
                <a:gd name="connsiteX70" fmla="*/ 1913181 w 2772385"/>
                <a:gd name="connsiteY70" fmla="*/ 3031406 h 3788731"/>
                <a:gd name="connsiteX71" fmla="*/ 1879522 w 2772385"/>
                <a:gd name="connsiteY71" fmla="*/ 3014576 h 3788731"/>
                <a:gd name="connsiteX72" fmla="*/ 1901962 w 2772385"/>
                <a:gd name="connsiteY72" fmla="*/ 2835062 h 3788731"/>
                <a:gd name="connsiteX73" fmla="*/ 1857083 w 2772385"/>
                <a:gd name="connsiteY73" fmla="*/ 2773354 h 3788731"/>
                <a:gd name="connsiteX74" fmla="*/ 2103915 w 2772385"/>
                <a:gd name="connsiteY74" fmla="*/ 2717256 h 3788731"/>
                <a:gd name="connsiteX75" fmla="*/ 2126354 w 2772385"/>
                <a:gd name="connsiteY75" fmla="*/ 2588230 h 3788731"/>
                <a:gd name="connsiteX76" fmla="*/ 2367576 w 2772385"/>
                <a:gd name="connsiteY76" fmla="*/ 2621889 h 3788731"/>
                <a:gd name="connsiteX77" fmla="*/ 2591969 w 2772385"/>
                <a:gd name="connsiteY77" fmla="*/ 2032858 h 3788731"/>
                <a:gd name="connsiteX78" fmla="*/ 2547090 w 2772385"/>
                <a:gd name="connsiteY78" fmla="*/ 1948711 h 3788731"/>
                <a:gd name="connsiteX79" fmla="*/ 2692946 w 2772385"/>
                <a:gd name="connsiteY79" fmla="*/ 1460657 h 3788731"/>
                <a:gd name="connsiteX80" fmla="*/ 2636848 w 2772385"/>
                <a:gd name="connsiteY80" fmla="*/ 1354071 h 3788731"/>
                <a:gd name="connsiteX81" fmla="*/ 2479772 w 2772385"/>
                <a:gd name="connsiteY81" fmla="*/ 798699 h 3788731"/>
                <a:gd name="connsiteX82" fmla="*/ 2737825 w 2772385"/>
                <a:gd name="connsiteY82" fmla="*/ 675283 h 3788731"/>
                <a:gd name="connsiteX83" fmla="*/ 2709775 w 2772385"/>
                <a:gd name="connsiteY83" fmla="*/ 434061 h 3788731"/>
                <a:gd name="connsiteX84" fmla="*/ 2625628 w 2772385"/>
                <a:gd name="connsiteY84" fmla="*/ 86253 h 3788731"/>
                <a:gd name="connsiteX0" fmla="*/ 2625628 w 2772385"/>
                <a:gd name="connsiteY0" fmla="*/ 86253 h 3788731"/>
                <a:gd name="connsiteX1" fmla="*/ 2429284 w 2772385"/>
                <a:gd name="connsiteY1" fmla="*/ 2105 h 3788731"/>
                <a:gd name="connsiteX2" fmla="*/ 2188062 w 2772385"/>
                <a:gd name="connsiteY2" fmla="*/ 159180 h 3788731"/>
                <a:gd name="connsiteX3" fmla="*/ 2087086 w 2772385"/>
                <a:gd name="connsiteY3" fmla="*/ 198449 h 3788731"/>
                <a:gd name="connsiteX4" fmla="*/ 2137574 w 2772385"/>
                <a:gd name="connsiteY4" fmla="*/ 288206 h 3788731"/>
                <a:gd name="connsiteX5" fmla="*/ 2025378 w 2772385"/>
                <a:gd name="connsiteY5" fmla="*/ 450890 h 3788731"/>
                <a:gd name="connsiteX6" fmla="*/ 2131966 w 2772385"/>
                <a:gd name="connsiteY6" fmla="*/ 585526 h 3788731"/>
                <a:gd name="connsiteX7" fmla="*/ 2154403 w 2772385"/>
                <a:gd name="connsiteY7" fmla="*/ 708942 h 3788731"/>
                <a:gd name="connsiteX8" fmla="*/ 2025378 w 2772385"/>
                <a:gd name="connsiteY8" fmla="*/ 753820 h 3788731"/>
                <a:gd name="connsiteX9" fmla="*/ 1991719 w 2772385"/>
                <a:gd name="connsiteY9" fmla="*/ 821138 h 3788731"/>
                <a:gd name="connsiteX10" fmla="*/ 1991719 w 2772385"/>
                <a:gd name="connsiteY10" fmla="*/ 708942 h 3788731"/>
                <a:gd name="connsiteX11" fmla="*/ 1941230 w 2772385"/>
                <a:gd name="connsiteY11" fmla="*/ 669673 h 3788731"/>
                <a:gd name="connsiteX12" fmla="*/ 1778546 w 2772385"/>
                <a:gd name="connsiteY12" fmla="*/ 770649 h 3788731"/>
                <a:gd name="connsiteX13" fmla="*/ 1397078 w 2772385"/>
                <a:gd name="connsiteY13" fmla="*/ 579916 h 3788731"/>
                <a:gd name="connsiteX14" fmla="*/ 1660739 w 2772385"/>
                <a:gd name="connsiteY14" fmla="*/ 1129678 h 3788731"/>
                <a:gd name="connsiteX15" fmla="*/ 1795375 w 2772385"/>
                <a:gd name="connsiteY15" fmla="*/ 1225045 h 3788731"/>
                <a:gd name="connsiteX16" fmla="*/ 1643910 w 2772385"/>
                <a:gd name="connsiteY16" fmla="*/ 1449437 h 3788731"/>
                <a:gd name="connsiteX17" fmla="*/ 1722448 w 2772385"/>
                <a:gd name="connsiteY17" fmla="*/ 1668220 h 3788731"/>
                <a:gd name="connsiteX18" fmla="*/ 1812205 w 2772385"/>
                <a:gd name="connsiteY18" fmla="*/ 1662611 h 3788731"/>
                <a:gd name="connsiteX19" fmla="*/ 1621470 w 2772385"/>
                <a:gd name="connsiteY19" fmla="*/ 1858954 h 3788731"/>
                <a:gd name="connsiteX20" fmla="*/ 909024 w 2772385"/>
                <a:gd name="connsiteY20" fmla="*/ 1578463 h 3788731"/>
                <a:gd name="connsiteX21" fmla="*/ 454629 w 2772385"/>
                <a:gd name="connsiteY21" fmla="*/ 2605060 h 3788731"/>
                <a:gd name="connsiteX22" fmla="*/ 258286 w 2772385"/>
                <a:gd name="connsiteY22" fmla="*/ 2812623 h 3788731"/>
                <a:gd name="connsiteX23" fmla="*/ 39503 w 2772385"/>
                <a:gd name="connsiteY23" fmla="*/ 2857501 h 3788731"/>
                <a:gd name="connsiteX24" fmla="*/ 28282 w 2772385"/>
                <a:gd name="connsiteY24" fmla="*/ 2975307 h 3788731"/>
                <a:gd name="connsiteX25" fmla="*/ 258285 w 2772385"/>
                <a:gd name="connsiteY25" fmla="*/ 3087504 h 3788731"/>
                <a:gd name="connsiteX26" fmla="*/ 527559 w 2772385"/>
                <a:gd name="connsiteY26" fmla="*/ 2986527 h 3788731"/>
                <a:gd name="connsiteX27" fmla="*/ 488288 w 2772385"/>
                <a:gd name="connsiteY27" fmla="*/ 3154821 h 3788731"/>
                <a:gd name="connsiteX28" fmla="*/ 566825 w 2772385"/>
                <a:gd name="connsiteY28" fmla="*/ 3160431 h 3788731"/>
                <a:gd name="connsiteX29" fmla="*/ 376092 w 2772385"/>
                <a:gd name="connsiteY29" fmla="*/ 3620436 h 3788731"/>
                <a:gd name="connsiteX30" fmla="*/ 190968 w 2772385"/>
                <a:gd name="connsiteY30" fmla="*/ 3665315 h 3788731"/>
                <a:gd name="connsiteX31" fmla="*/ 258286 w 2772385"/>
                <a:gd name="connsiteY31" fmla="*/ 3766291 h 3788731"/>
                <a:gd name="connsiteX32" fmla="*/ 549996 w 2772385"/>
                <a:gd name="connsiteY32" fmla="*/ 3788731 h 3788731"/>
                <a:gd name="connsiteX33" fmla="*/ 583655 w 2772385"/>
                <a:gd name="connsiteY33" fmla="*/ 3581168 h 3788731"/>
                <a:gd name="connsiteX34" fmla="*/ 639753 w 2772385"/>
                <a:gd name="connsiteY34" fmla="*/ 3575558 h 3788731"/>
                <a:gd name="connsiteX35" fmla="*/ 684632 w 2772385"/>
                <a:gd name="connsiteY35" fmla="*/ 3698974 h 3788731"/>
                <a:gd name="connsiteX36" fmla="*/ 768779 w 2772385"/>
                <a:gd name="connsiteY36" fmla="*/ 3704584 h 3788731"/>
                <a:gd name="connsiteX37" fmla="*/ 774389 w 2772385"/>
                <a:gd name="connsiteY37" fmla="*/ 3474581 h 3788731"/>
                <a:gd name="connsiteX38" fmla="*/ 740730 w 2772385"/>
                <a:gd name="connsiteY38" fmla="*/ 3205310 h 3788731"/>
                <a:gd name="connsiteX39" fmla="*/ 897805 w 2772385"/>
                <a:gd name="connsiteY39" fmla="*/ 2627499 h 3788731"/>
                <a:gd name="connsiteX40" fmla="*/ 1161466 w 2772385"/>
                <a:gd name="connsiteY40" fmla="*/ 2520912 h 3788731"/>
                <a:gd name="connsiteX41" fmla="*/ 1526104 w 2772385"/>
                <a:gd name="connsiteY41" fmla="*/ 2627499 h 3788731"/>
                <a:gd name="connsiteX42" fmla="*/ 1587812 w 2772385"/>
                <a:gd name="connsiteY42" fmla="*/ 2627499 h 3788731"/>
                <a:gd name="connsiteX43" fmla="*/ 1643910 w 2772385"/>
                <a:gd name="connsiteY43" fmla="*/ 2728476 h 3788731"/>
                <a:gd name="connsiteX44" fmla="*/ 1795375 w 2772385"/>
                <a:gd name="connsiteY44" fmla="*/ 2762134 h 3788731"/>
                <a:gd name="connsiteX45" fmla="*/ 1806595 w 2772385"/>
                <a:gd name="connsiteY45" fmla="*/ 2795793 h 3788731"/>
                <a:gd name="connsiteX46" fmla="*/ 1767326 w 2772385"/>
                <a:gd name="connsiteY46" fmla="*/ 2997747 h 3788731"/>
                <a:gd name="connsiteX47" fmla="*/ 1744887 w 2772385"/>
                <a:gd name="connsiteY47" fmla="*/ 3323116 h 3788731"/>
                <a:gd name="connsiteX48" fmla="*/ 1537324 w 2772385"/>
                <a:gd name="connsiteY48" fmla="*/ 3345555 h 3788731"/>
                <a:gd name="connsiteX49" fmla="*/ 1200735 w 2772385"/>
                <a:gd name="connsiteY49" fmla="*/ 3396044 h 3788731"/>
                <a:gd name="connsiteX50" fmla="*/ 1172686 w 2772385"/>
                <a:gd name="connsiteY50" fmla="*/ 3468971 h 3788731"/>
                <a:gd name="connsiteX51" fmla="*/ 1110978 w 2772385"/>
                <a:gd name="connsiteY51" fmla="*/ 3497020 h 3788731"/>
                <a:gd name="connsiteX52" fmla="*/ 1139027 w 2772385"/>
                <a:gd name="connsiteY52" fmla="*/ 3631656 h 3788731"/>
                <a:gd name="connsiteX53" fmla="*/ 1279272 w 2772385"/>
                <a:gd name="connsiteY53" fmla="*/ 3637266 h 3788731"/>
                <a:gd name="connsiteX54" fmla="*/ 1273662 w 2772385"/>
                <a:gd name="connsiteY54" fmla="*/ 3485801 h 3788731"/>
                <a:gd name="connsiteX55" fmla="*/ 1453176 w 2772385"/>
                <a:gd name="connsiteY55" fmla="*/ 3497020 h 3788731"/>
                <a:gd name="connsiteX56" fmla="*/ 1425127 w 2772385"/>
                <a:gd name="connsiteY56" fmla="*/ 3575558 h 3788731"/>
                <a:gd name="connsiteX57" fmla="*/ 1397078 w 2772385"/>
                <a:gd name="connsiteY57" fmla="*/ 3637266 h 3788731"/>
                <a:gd name="connsiteX58" fmla="*/ 1312931 w 2772385"/>
                <a:gd name="connsiteY58" fmla="*/ 3654095 h 3788731"/>
                <a:gd name="connsiteX59" fmla="*/ 1447567 w 2772385"/>
                <a:gd name="connsiteY59" fmla="*/ 3777511 h 3788731"/>
                <a:gd name="connsiteX60" fmla="*/ 1514884 w 2772385"/>
                <a:gd name="connsiteY60" fmla="*/ 3642876 h 3788731"/>
                <a:gd name="connsiteX61" fmla="*/ 1817814 w 2772385"/>
                <a:gd name="connsiteY61" fmla="*/ 3541899 h 3788731"/>
                <a:gd name="connsiteX62" fmla="*/ 2154403 w 2772385"/>
                <a:gd name="connsiteY62" fmla="*/ 3614826 h 3788731"/>
                <a:gd name="connsiteX63" fmla="*/ 2109525 w 2772385"/>
                <a:gd name="connsiteY63" fmla="*/ 3715803 h 3788731"/>
                <a:gd name="connsiteX64" fmla="*/ 2204892 w 2772385"/>
                <a:gd name="connsiteY64" fmla="*/ 3783121 h 3788731"/>
                <a:gd name="connsiteX65" fmla="*/ 2277819 w 2772385"/>
                <a:gd name="connsiteY65" fmla="*/ 3732633 h 3788731"/>
                <a:gd name="connsiteX66" fmla="*/ 2266600 w 2772385"/>
                <a:gd name="connsiteY66" fmla="*/ 3637266 h 3788731"/>
                <a:gd name="connsiteX67" fmla="*/ 2446114 w 2772385"/>
                <a:gd name="connsiteY67" fmla="*/ 3558728 h 3788731"/>
                <a:gd name="connsiteX68" fmla="*/ 2429284 w 2772385"/>
                <a:gd name="connsiteY68" fmla="*/ 3384824 h 3788731"/>
                <a:gd name="connsiteX69" fmla="*/ 1924401 w 2772385"/>
                <a:gd name="connsiteY69" fmla="*/ 3356775 h 3788731"/>
                <a:gd name="connsiteX70" fmla="*/ 1913181 w 2772385"/>
                <a:gd name="connsiteY70" fmla="*/ 3031406 h 3788731"/>
                <a:gd name="connsiteX71" fmla="*/ 1879522 w 2772385"/>
                <a:gd name="connsiteY71" fmla="*/ 3014576 h 3788731"/>
                <a:gd name="connsiteX72" fmla="*/ 1901962 w 2772385"/>
                <a:gd name="connsiteY72" fmla="*/ 2835062 h 3788731"/>
                <a:gd name="connsiteX73" fmla="*/ 1857083 w 2772385"/>
                <a:gd name="connsiteY73" fmla="*/ 2773354 h 3788731"/>
                <a:gd name="connsiteX74" fmla="*/ 2103915 w 2772385"/>
                <a:gd name="connsiteY74" fmla="*/ 2717256 h 3788731"/>
                <a:gd name="connsiteX75" fmla="*/ 2126354 w 2772385"/>
                <a:gd name="connsiteY75" fmla="*/ 2588230 h 3788731"/>
                <a:gd name="connsiteX76" fmla="*/ 2367576 w 2772385"/>
                <a:gd name="connsiteY76" fmla="*/ 2621889 h 3788731"/>
                <a:gd name="connsiteX77" fmla="*/ 2591969 w 2772385"/>
                <a:gd name="connsiteY77" fmla="*/ 2032858 h 3788731"/>
                <a:gd name="connsiteX78" fmla="*/ 2547090 w 2772385"/>
                <a:gd name="connsiteY78" fmla="*/ 1948711 h 3788731"/>
                <a:gd name="connsiteX79" fmla="*/ 2692946 w 2772385"/>
                <a:gd name="connsiteY79" fmla="*/ 1460657 h 3788731"/>
                <a:gd name="connsiteX80" fmla="*/ 2636848 w 2772385"/>
                <a:gd name="connsiteY80" fmla="*/ 1354071 h 3788731"/>
                <a:gd name="connsiteX81" fmla="*/ 2479772 w 2772385"/>
                <a:gd name="connsiteY81" fmla="*/ 798699 h 3788731"/>
                <a:gd name="connsiteX82" fmla="*/ 2737825 w 2772385"/>
                <a:gd name="connsiteY82" fmla="*/ 675283 h 3788731"/>
                <a:gd name="connsiteX83" fmla="*/ 2709775 w 2772385"/>
                <a:gd name="connsiteY83" fmla="*/ 434061 h 3788731"/>
                <a:gd name="connsiteX84" fmla="*/ 2625628 w 2772385"/>
                <a:gd name="connsiteY84" fmla="*/ 86253 h 3788731"/>
                <a:gd name="connsiteX0" fmla="*/ 2625628 w 2772385"/>
                <a:gd name="connsiteY0" fmla="*/ 86253 h 3788731"/>
                <a:gd name="connsiteX1" fmla="*/ 2429284 w 2772385"/>
                <a:gd name="connsiteY1" fmla="*/ 2105 h 3788731"/>
                <a:gd name="connsiteX2" fmla="*/ 2188062 w 2772385"/>
                <a:gd name="connsiteY2" fmla="*/ 159180 h 3788731"/>
                <a:gd name="connsiteX3" fmla="*/ 2087086 w 2772385"/>
                <a:gd name="connsiteY3" fmla="*/ 198449 h 3788731"/>
                <a:gd name="connsiteX4" fmla="*/ 2137574 w 2772385"/>
                <a:gd name="connsiteY4" fmla="*/ 288206 h 3788731"/>
                <a:gd name="connsiteX5" fmla="*/ 2025378 w 2772385"/>
                <a:gd name="connsiteY5" fmla="*/ 450890 h 3788731"/>
                <a:gd name="connsiteX6" fmla="*/ 2131966 w 2772385"/>
                <a:gd name="connsiteY6" fmla="*/ 585526 h 3788731"/>
                <a:gd name="connsiteX7" fmla="*/ 2154403 w 2772385"/>
                <a:gd name="connsiteY7" fmla="*/ 708942 h 3788731"/>
                <a:gd name="connsiteX8" fmla="*/ 2025378 w 2772385"/>
                <a:gd name="connsiteY8" fmla="*/ 753820 h 3788731"/>
                <a:gd name="connsiteX9" fmla="*/ 1991719 w 2772385"/>
                <a:gd name="connsiteY9" fmla="*/ 821138 h 3788731"/>
                <a:gd name="connsiteX10" fmla="*/ 1991719 w 2772385"/>
                <a:gd name="connsiteY10" fmla="*/ 708942 h 3788731"/>
                <a:gd name="connsiteX11" fmla="*/ 1941230 w 2772385"/>
                <a:gd name="connsiteY11" fmla="*/ 669673 h 3788731"/>
                <a:gd name="connsiteX12" fmla="*/ 1778546 w 2772385"/>
                <a:gd name="connsiteY12" fmla="*/ 770649 h 3788731"/>
                <a:gd name="connsiteX13" fmla="*/ 1397078 w 2772385"/>
                <a:gd name="connsiteY13" fmla="*/ 579916 h 3788731"/>
                <a:gd name="connsiteX14" fmla="*/ 1660739 w 2772385"/>
                <a:gd name="connsiteY14" fmla="*/ 1129678 h 3788731"/>
                <a:gd name="connsiteX15" fmla="*/ 1795375 w 2772385"/>
                <a:gd name="connsiteY15" fmla="*/ 1225045 h 3788731"/>
                <a:gd name="connsiteX16" fmla="*/ 1643910 w 2772385"/>
                <a:gd name="connsiteY16" fmla="*/ 1449437 h 3788731"/>
                <a:gd name="connsiteX17" fmla="*/ 1722448 w 2772385"/>
                <a:gd name="connsiteY17" fmla="*/ 1668220 h 3788731"/>
                <a:gd name="connsiteX18" fmla="*/ 1812205 w 2772385"/>
                <a:gd name="connsiteY18" fmla="*/ 1662611 h 3788731"/>
                <a:gd name="connsiteX19" fmla="*/ 1621470 w 2772385"/>
                <a:gd name="connsiteY19" fmla="*/ 1858954 h 3788731"/>
                <a:gd name="connsiteX20" fmla="*/ 909024 w 2772385"/>
                <a:gd name="connsiteY20" fmla="*/ 1578463 h 3788731"/>
                <a:gd name="connsiteX21" fmla="*/ 454629 w 2772385"/>
                <a:gd name="connsiteY21" fmla="*/ 2605060 h 3788731"/>
                <a:gd name="connsiteX22" fmla="*/ 258286 w 2772385"/>
                <a:gd name="connsiteY22" fmla="*/ 2812623 h 3788731"/>
                <a:gd name="connsiteX23" fmla="*/ 39503 w 2772385"/>
                <a:gd name="connsiteY23" fmla="*/ 2857501 h 3788731"/>
                <a:gd name="connsiteX24" fmla="*/ 28282 w 2772385"/>
                <a:gd name="connsiteY24" fmla="*/ 2975307 h 3788731"/>
                <a:gd name="connsiteX25" fmla="*/ 258285 w 2772385"/>
                <a:gd name="connsiteY25" fmla="*/ 3087504 h 3788731"/>
                <a:gd name="connsiteX26" fmla="*/ 527559 w 2772385"/>
                <a:gd name="connsiteY26" fmla="*/ 2986527 h 3788731"/>
                <a:gd name="connsiteX27" fmla="*/ 488288 w 2772385"/>
                <a:gd name="connsiteY27" fmla="*/ 3154821 h 3788731"/>
                <a:gd name="connsiteX28" fmla="*/ 561215 w 2772385"/>
                <a:gd name="connsiteY28" fmla="*/ 3194090 h 3788731"/>
                <a:gd name="connsiteX29" fmla="*/ 376092 w 2772385"/>
                <a:gd name="connsiteY29" fmla="*/ 3620436 h 3788731"/>
                <a:gd name="connsiteX30" fmla="*/ 190968 w 2772385"/>
                <a:gd name="connsiteY30" fmla="*/ 3665315 h 3788731"/>
                <a:gd name="connsiteX31" fmla="*/ 258286 w 2772385"/>
                <a:gd name="connsiteY31" fmla="*/ 3766291 h 3788731"/>
                <a:gd name="connsiteX32" fmla="*/ 549996 w 2772385"/>
                <a:gd name="connsiteY32" fmla="*/ 3788731 h 3788731"/>
                <a:gd name="connsiteX33" fmla="*/ 583655 w 2772385"/>
                <a:gd name="connsiteY33" fmla="*/ 3581168 h 3788731"/>
                <a:gd name="connsiteX34" fmla="*/ 639753 w 2772385"/>
                <a:gd name="connsiteY34" fmla="*/ 3575558 h 3788731"/>
                <a:gd name="connsiteX35" fmla="*/ 684632 w 2772385"/>
                <a:gd name="connsiteY35" fmla="*/ 3698974 h 3788731"/>
                <a:gd name="connsiteX36" fmla="*/ 768779 w 2772385"/>
                <a:gd name="connsiteY36" fmla="*/ 3704584 h 3788731"/>
                <a:gd name="connsiteX37" fmla="*/ 774389 w 2772385"/>
                <a:gd name="connsiteY37" fmla="*/ 3474581 h 3788731"/>
                <a:gd name="connsiteX38" fmla="*/ 740730 w 2772385"/>
                <a:gd name="connsiteY38" fmla="*/ 3205310 h 3788731"/>
                <a:gd name="connsiteX39" fmla="*/ 897805 w 2772385"/>
                <a:gd name="connsiteY39" fmla="*/ 2627499 h 3788731"/>
                <a:gd name="connsiteX40" fmla="*/ 1161466 w 2772385"/>
                <a:gd name="connsiteY40" fmla="*/ 2520912 h 3788731"/>
                <a:gd name="connsiteX41" fmla="*/ 1526104 w 2772385"/>
                <a:gd name="connsiteY41" fmla="*/ 2627499 h 3788731"/>
                <a:gd name="connsiteX42" fmla="*/ 1587812 w 2772385"/>
                <a:gd name="connsiteY42" fmla="*/ 2627499 h 3788731"/>
                <a:gd name="connsiteX43" fmla="*/ 1643910 w 2772385"/>
                <a:gd name="connsiteY43" fmla="*/ 2728476 h 3788731"/>
                <a:gd name="connsiteX44" fmla="*/ 1795375 w 2772385"/>
                <a:gd name="connsiteY44" fmla="*/ 2762134 h 3788731"/>
                <a:gd name="connsiteX45" fmla="*/ 1806595 w 2772385"/>
                <a:gd name="connsiteY45" fmla="*/ 2795793 h 3788731"/>
                <a:gd name="connsiteX46" fmla="*/ 1767326 w 2772385"/>
                <a:gd name="connsiteY46" fmla="*/ 2997747 h 3788731"/>
                <a:gd name="connsiteX47" fmla="*/ 1744887 w 2772385"/>
                <a:gd name="connsiteY47" fmla="*/ 3323116 h 3788731"/>
                <a:gd name="connsiteX48" fmla="*/ 1537324 w 2772385"/>
                <a:gd name="connsiteY48" fmla="*/ 3345555 h 3788731"/>
                <a:gd name="connsiteX49" fmla="*/ 1200735 w 2772385"/>
                <a:gd name="connsiteY49" fmla="*/ 3396044 h 3788731"/>
                <a:gd name="connsiteX50" fmla="*/ 1172686 w 2772385"/>
                <a:gd name="connsiteY50" fmla="*/ 3468971 h 3788731"/>
                <a:gd name="connsiteX51" fmla="*/ 1110978 w 2772385"/>
                <a:gd name="connsiteY51" fmla="*/ 3497020 h 3788731"/>
                <a:gd name="connsiteX52" fmla="*/ 1139027 w 2772385"/>
                <a:gd name="connsiteY52" fmla="*/ 3631656 h 3788731"/>
                <a:gd name="connsiteX53" fmla="*/ 1279272 w 2772385"/>
                <a:gd name="connsiteY53" fmla="*/ 3637266 h 3788731"/>
                <a:gd name="connsiteX54" fmla="*/ 1273662 w 2772385"/>
                <a:gd name="connsiteY54" fmla="*/ 3485801 h 3788731"/>
                <a:gd name="connsiteX55" fmla="*/ 1453176 w 2772385"/>
                <a:gd name="connsiteY55" fmla="*/ 3497020 h 3788731"/>
                <a:gd name="connsiteX56" fmla="*/ 1425127 w 2772385"/>
                <a:gd name="connsiteY56" fmla="*/ 3575558 h 3788731"/>
                <a:gd name="connsiteX57" fmla="*/ 1397078 w 2772385"/>
                <a:gd name="connsiteY57" fmla="*/ 3637266 h 3788731"/>
                <a:gd name="connsiteX58" fmla="*/ 1312931 w 2772385"/>
                <a:gd name="connsiteY58" fmla="*/ 3654095 h 3788731"/>
                <a:gd name="connsiteX59" fmla="*/ 1447567 w 2772385"/>
                <a:gd name="connsiteY59" fmla="*/ 3777511 h 3788731"/>
                <a:gd name="connsiteX60" fmla="*/ 1514884 w 2772385"/>
                <a:gd name="connsiteY60" fmla="*/ 3642876 h 3788731"/>
                <a:gd name="connsiteX61" fmla="*/ 1817814 w 2772385"/>
                <a:gd name="connsiteY61" fmla="*/ 3541899 h 3788731"/>
                <a:gd name="connsiteX62" fmla="*/ 2154403 w 2772385"/>
                <a:gd name="connsiteY62" fmla="*/ 3614826 h 3788731"/>
                <a:gd name="connsiteX63" fmla="*/ 2109525 w 2772385"/>
                <a:gd name="connsiteY63" fmla="*/ 3715803 h 3788731"/>
                <a:gd name="connsiteX64" fmla="*/ 2204892 w 2772385"/>
                <a:gd name="connsiteY64" fmla="*/ 3783121 h 3788731"/>
                <a:gd name="connsiteX65" fmla="*/ 2277819 w 2772385"/>
                <a:gd name="connsiteY65" fmla="*/ 3732633 h 3788731"/>
                <a:gd name="connsiteX66" fmla="*/ 2266600 w 2772385"/>
                <a:gd name="connsiteY66" fmla="*/ 3637266 h 3788731"/>
                <a:gd name="connsiteX67" fmla="*/ 2446114 w 2772385"/>
                <a:gd name="connsiteY67" fmla="*/ 3558728 h 3788731"/>
                <a:gd name="connsiteX68" fmla="*/ 2429284 w 2772385"/>
                <a:gd name="connsiteY68" fmla="*/ 3384824 h 3788731"/>
                <a:gd name="connsiteX69" fmla="*/ 1924401 w 2772385"/>
                <a:gd name="connsiteY69" fmla="*/ 3356775 h 3788731"/>
                <a:gd name="connsiteX70" fmla="*/ 1913181 w 2772385"/>
                <a:gd name="connsiteY70" fmla="*/ 3031406 h 3788731"/>
                <a:gd name="connsiteX71" fmla="*/ 1879522 w 2772385"/>
                <a:gd name="connsiteY71" fmla="*/ 3014576 h 3788731"/>
                <a:gd name="connsiteX72" fmla="*/ 1901962 w 2772385"/>
                <a:gd name="connsiteY72" fmla="*/ 2835062 h 3788731"/>
                <a:gd name="connsiteX73" fmla="*/ 1857083 w 2772385"/>
                <a:gd name="connsiteY73" fmla="*/ 2773354 h 3788731"/>
                <a:gd name="connsiteX74" fmla="*/ 2103915 w 2772385"/>
                <a:gd name="connsiteY74" fmla="*/ 2717256 h 3788731"/>
                <a:gd name="connsiteX75" fmla="*/ 2126354 w 2772385"/>
                <a:gd name="connsiteY75" fmla="*/ 2588230 h 3788731"/>
                <a:gd name="connsiteX76" fmla="*/ 2367576 w 2772385"/>
                <a:gd name="connsiteY76" fmla="*/ 2621889 h 3788731"/>
                <a:gd name="connsiteX77" fmla="*/ 2591969 w 2772385"/>
                <a:gd name="connsiteY77" fmla="*/ 2032858 h 3788731"/>
                <a:gd name="connsiteX78" fmla="*/ 2547090 w 2772385"/>
                <a:gd name="connsiteY78" fmla="*/ 1948711 h 3788731"/>
                <a:gd name="connsiteX79" fmla="*/ 2692946 w 2772385"/>
                <a:gd name="connsiteY79" fmla="*/ 1460657 h 3788731"/>
                <a:gd name="connsiteX80" fmla="*/ 2636848 w 2772385"/>
                <a:gd name="connsiteY80" fmla="*/ 1354071 h 3788731"/>
                <a:gd name="connsiteX81" fmla="*/ 2479772 w 2772385"/>
                <a:gd name="connsiteY81" fmla="*/ 798699 h 3788731"/>
                <a:gd name="connsiteX82" fmla="*/ 2737825 w 2772385"/>
                <a:gd name="connsiteY82" fmla="*/ 675283 h 3788731"/>
                <a:gd name="connsiteX83" fmla="*/ 2709775 w 2772385"/>
                <a:gd name="connsiteY83" fmla="*/ 434061 h 3788731"/>
                <a:gd name="connsiteX84" fmla="*/ 2625628 w 2772385"/>
                <a:gd name="connsiteY84" fmla="*/ 86253 h 3788731"/>
                <a:gd name="connsiteX0" fmla="*/ 2625628 w 2772385"/>
                <a:gd name="connsiteY0" fmla="*/ 86253 h 3788731"/>
                <a:gd name="connsiteX1" fmla="*/ 2429284 w 2772385"/>
                <a:gd name="connsiteY1" fmla="*/ 2105 h 3788731"/>
                <a:gd name="connsiteX2" fmla="*/ 2188062 w 2772385"/>
                <a:gd name="connsiteY2" fmla="*/ 159180 h 3788731"/>
                <a:gd name="connsiteX3" fmla="*/ 2087086 w 2772385"/>
                <a:gd name="connsiteY3" fmla="*/ 198449 h 3788731"/>
                <a:gd name="connsiteX4" fmla="*/ 2137574 w 2772385"/>
                <a:gd name="connsiteY4" fmla="*/ 288206 h 3788731"/>
                <a:gd name="connsiteX5" fmla="*/ 2025378 w 2772385"/>
                <a:gd name="connsiteY5" fmla="*/ 450890 h 3788731"/>
                <a:gd name="connsiteX6" fmla="*/ 2131966 w 2772385"/>
                <a:gd name="connsiteY6" fmla="*/ 585526 h 3788731"/>
                <a:gd name="connsiteX7" fmla="*/ 2154403 w 2772385"/>
                <a:gd name="connsiteY7" fmla="*/ 708942 h 3788731"/>
                <a:gd name="connsiteX8" fmla="*/ 2025378 w 2772385"/>
                <a:gd name="connsiteY8" fmla="*/ 753820 h 3788731"/>
                <a:gd name="connsiteX9" fmla="*/ 1991719 w 2772385"/>
                <a:gd name="connsiteY9" fmla="*/ 821138 h 3788731"/>
                <a:gd name="connsiteX10" fmla="*/ 1991719 w 2772385"/>
                <a:gd name="connsiteY10" fmla="*/ 708942 h 3788731"/>
                <a:gd name="connsiteX11" fmla="*/ 1941230 w 2772385"/>
                <a:gd name="connsiteY11" fmla="*/ 669673 h 3788731"/>
                <a:gd name="connsiteX12" fmla="*/ 1778546 w 2772385"/>
                <a:gd name="connsiteY12" fmla="*/ 770649 h 3788731"/>
                <a:gd name="connsiteX13" fmla="*/ 1397078 w 2772385"/>
                <a:gd name="connsiteY13" fmla="*/ 579916 h 3788731"/>
                <a:gd name="connsiteX14" fmla="*/ 1660739 w 2772385"/>
                <a:gd name="connsiteY14" fmla="*/ 1129678 h 3788731"/>
                <a:gd name="connsiteX15" fmla="*/ 1795375 w 2772385"/>
                <a:gd name="connsiteY15" fmla="*/ 1225045 h 3788731"/>
                <a:gd name="connsiteX16" fmla="*/ 1643910 w 2772385"/>
                <a:gd name="connsiteY16" fmla="*/ 1449437 h 3788731"/>
                <a:gd name="connsiteX17" fmla="*/ 1722448 w 2772385"/>
                <a:gd name="connsiteY17" fmla="*/ 1668220 h 3788731"/>
                <a:gd name="connsiteX18" fmla="*/ 1812205 w 2772385"/>
                <a:gd name="connsiteY18" fmla="*/ 1662611 h 3788731"/>
                <a:gd name="connsiteX19" fmla="*/ 1621470 w 2772385"/>
                <a:gd name="connsiteY19" fmla="*/ 1858954 h 3788731"/>
                <a:gd name="connsiteX20" fmla="*/ 909024 w 2772385"/>
                <a:gd name="connsiteY20" fmla="*/ 1578463 h 3788731"/>
                <a:gd name="connsiteX21" fmla="*/ 454629 w 2772385"/>
                <a:gd name="connsiteY21" fmla="*/ 2605060 h 3788731"/>
                <a:gd name="connsiteX22" fmla="*/ 258286 w 2772385"/>
                <a:gd name="connsiteY22" fmla="*/ 2812623 h 3788731"/>
                <a:gd name="connsiteX23" fmla="*/ 39503 w 2772385"/>
                <a:gd name="connsiteY23" fmla="*/ 2857501 h 3788731"/>
                <a:gd name="connsiteX24" fmla="*/ 28282 w 2772385"/>
                <a:gd name="connsiteY24" fmla="*/ 2975307 h 3788731"/>
                <a:gd name="connsiteX25" fmla="*/ 258285 w 2772385"/>
                <a:gd name="connsiteY25" fmla="*/ 3087504 h 3788731"/>
                <a:gd name="connsiteX26" fmla="*/ 527559 w 2772385"/>
                <a:gd name="connsiteY26" fmla="*/ 2986527 h 3788731"/>
                <a:gd name="connsiteX27" fmla="*/ 488288 w 2772385"/>
                <a:gd name="connsiteY27" fmla="*/ 3154821 h 3788731"/>
                <a:gd name="connsiteX28" fmla="*/ 561215 w 2772385"/>
                <a:gd name="connsiteY28" fmla="*/ 3194090 h 3788731"/>
                <a:gd name="connsiteX29" fmla="*/ 381702 w 2772385"/>
                <a:gd name="connsiteY29" fmla="*/ 3592387 h 3788731"/>
                <a:gd name="connsiteX30" fmla="*/ 190968 w 2772385"/>
                <a:gd name="connsiteY30" fmla="*/ 3665315 h 3788731"/>
                <a:gd name="connsiteX31" fmla="*/ 258286 w 2772385"/>
                <a:gd name="connsiteY31" fmla="*/ 3766291 h 3788731"/>
                <a:gd name="connsiteX32" fmla="*/ 549996 w 2772385"/>
                <a:gd name="connsiteY32" fmla="*/ 3788731 h 3788731"/>
                <a:gd name="connsiteX33" fmla="*/ 583655 w 2772385"/>
                <a:gd name="connsiteY33" fmla="*/ 3581168 h 3788731"/>
                <a:gd name="connsiteX34" fmla="*/ 639753 w 2772385"/>
                <a:gd name="connsiteY34" fmla="*/ 3575558 h 3788731"/>
                <a:gd name="connsiteX35" fmla="*/ 684632 w 2772385"/>
                <a:gd name="connsiteY35" fmla="*/ 3698974 h 3788731"/>
                <a:gd name="connsiteX36" fmla="*/ 768779 w 2772385"/>
                <a:gd name="connsiteY36" fmla="*/ 3704584 h 3788731"/>
                <a:gd name="connsiteX37" fmla="*/ 774389 w 2772385"/>
                <a:gd name="connsiteY37" fmla="*/ 3474581 h 3788731"/>
                <a:gd name="connsiteX38" fmla="*/ 740730 w 2772385"/>
                <a:gd name="connsiteY38" fmla="*/ 3205310 h 3788731"/>
                <a:gd name="connsiteX39" fmla="*/ 897805 w 2772385"/>
                <a:gd name="connsiteY39" fmla="*/ 2627499 h 3788731"/>
                <a:gd name="connsiteX40" fmla="*/ 1161466 w 2772385"/>
                <a:gd name="connsiteY40" fmla="*/ 2520912 h 3788731"/>
                <a:gd name="connsiteX41" fmla="*/ 1526104 w 2772385"/>
                <a:gd name="connsiteY41" fmla="*/ 2627499 h 3788731"/>
                <a:gd name="connsiteX42" fmla="*/ 1587812 w 2772385"/>
                <a:gd name="connsiteY42" fmla="*/ 2627499 h 3788731"/>
                <a:gd name="connsiteX43" fmla="*/ 1643910 w 2772385"/>
                <a:gd name="connsiteY43" fmla="*/ 2728476 h 3788731"/>
                <a:gd name="connsiteX44" fmla="*/ 1795375 w 2772385"/>
                <a:gd name="connsiteY44" fmla="*/ 2762134 h 3788731"/>
                <a:gd name="connsiteX45" fmla="*/ 1806595 w 2772385"/>
                <a:gd name="connsiteY45" fmla="*/ 2795793 h 3788731"/>
                <a:gd name="connsiteX46" fmla="*/ 1767326 w 2772385"/>
                <a:gd name="connsiteY46" fmla="*/ 2997747 h 3788731"/>
                <a:gd name="connsiteX47" fmla="*/ 1744887 w 2772385"/>
                <a:gd name="connsiteY47" fmla="*/ 3323116 h 3788731"/>
                <a:gd name="connsiteX48" fmla="*/ 1537324 w 2772385"/>
                <a:gd name="connsiteY48" fmla="*/ 3345555 h 3788731"/>
                <a:gd name="connsiteX49" fmla="*/ 1200735 w 2772385"/>
                <a:gd name="connsiteY49" fmla="*/ 3396044 h 3788731"/>
                <a:gd name="connsiteX50" fmla="*/ 1172686 w 2772385"/>
                <a:gd name="connsiteY50" fmla="*/ 3468971 h 3788731"/>
                <a:gd name="connsiteX51" fmla="*/ 1110978 w 2772385"/>
                <a:gd name="connsiteY51" fmla="*/ 3497020 h 3788731"/>
                <a:gd name="connsiteX52" fmla="*/ 1139027 w 2772385"/>
                <a:gd name="connsiteY52" fmla="*/ 3631656 h 3788731"/>
                <a:gd name="connsiteX53" fmla="*/ 1279272 w 2772385"/>
                <a:gd name="connsiteY53" fmla="*/ 3637266 h 3788731"/>
                <a:gd name="connsiteX54" fmla="*/ 1273662 w 2772385"/>
                <a:gd name="connsiteY54" fmla="*/ 3485801 h 3788731"/>
                <a:gd name="connsiteX55" fmla="*/ 1453176 w 2772385"/>
                <a:gd name="connsiteY55" fmla="*/ 3497020 h 3788731"/>
                <a:gd name="connsiteX56" fmla="*/ 1425127 w 2772385"/>
                <a:gd name="connsiteY56" fmla="*/ 3575558 h 3788731"/>
                <a:gd name="connsiteX57" fmla="*/ 1397078 w 2772385"/>
                <a:gd name="connsiteY57" fmla="*/ 3637266 h 3788731"/>
                <a:gd name="connsiteX58" fmla="*/ 1312931 w 2772385"/>
                <a:gd name="connsiteY58" fmla="*/ 3654095 h 3788731"/>
                <a:gd name="connsiteX59" fmla="*/ 1447567 w 2772385"/>
                <a:gd name="connsiteY59" fmla="*/ 3777511 h 3788731"/>
                <a:gd name="connsiteX60" fmla="*/ 1514884 w 2772385"/>
                <a:gd name="connsiteY60" fmla="*/ 3642876 h 3788731"/>
                <a:gd name="connsiteX61" fmla="*/ 1817814 w 2772385"/>
                <a:gd name="connsiteY61" fmla="*/ 3541899 h 3788731"/>
                <a:gd name="connsiteX62" fmla="*/ 2154403 w 2772385"/>
                <a:gd name="connsiteY62" fmla="*/ 3614826 h 3788731"/>
                <a:gd name="connsiteX63" fmla="*/ 2109525 w 2772385"/>
                <a:gd name="connsiteY63" fmla="*/ 3715803 h 3788731"/>
                <a:gd name="connsiteX64" fmla="*/ 2204892 w 2772385"/>
                <a:gd name="connsiteY64" fmla="*/ 3783121 h 3788731"/>
                <a:gd name="connsiteX65" fmla="*/ 2277819 w 2772385"/>
                <a:gd name="connsiteY65" fmla="*/ 3732633 h 3788731"/>
                <a:gd name="connsiteX66" fmla="*/ 2266600 w 2772385"/>
                <a:gd name="connsiteY66" fmla="*/ 3637266 h 3788731"/>
                <a:gd name="connsiteX67" fmla="*/ 2446114 w 2772385"/>
                <a:gd name="connsiteY67" fmla="*/ 3558728 h 3788731"/>
                <a:gd name="connsiteX68" fmla="*/ 2429284 w 2772385"/>
                <a:gd name="connsiteY68" fmla="*/ 3384824 h 3788731"/>
                <a:gd name="connsiteX69" fmla="*/ 1924401 w 2772385"/>
                <a:gd name="connsiteY69" fmla="*/ 3356775 h 3788731"/>
                <a:gd name="connsiteX70" fmla="*/ 1913181 w 2772385"/>
                <a:gd name="connsiteY70" fmla="*/ 3031406 h 3788731"/>
                <a:gd name="connsiteX71" fmla="*/ 1879522 w 2772385"/>
                <a:gd name="connsiteY71" fmla="*/ 3014576 h 3788731"/>
                <a:gd name="connsiteX72" fmla="*/ 1901962 w 2772385"/>
                <a:gd name="connsiteY72" fmla="*/ 2835062 h 3788731"/>
                <a:gd name="connsiteX73" fmla="*/ 1857083 w 2772385"/>
                <a:gd name="connsiteY73" fmla="*/ 2773354 h 3788731"/>
                <a:gd name="connsiteX74" fmla="*/ 2103915 w 2772385"/>
                <a:gd name="connsiteY74" fmla="*/ 2717256 h 3788731"/>
                <a:gd name="connsiteX75" fmla="*/ 2126354 w 2772385"/>
                <a:gd name="connsiteY75" fmla="*/ 2588230 h 3788731"/>
                <a:gd name="connsiteX76" fmla="*/ 2367576 w 2772385"/>
                <a:gd name="connsiteY76" fmla="*/ 2621889 h 3788731"/>
                <a:gd name="connsiteX77" fmla="*/ 2591969 w 2772385"/>
                <a:gd name="connsiteY77" fmla="*/ 2032858 h 3788731"/>
                <a:gd name="connsiteX78" fmla="*/ 2547090 w 2772385"/>
                <a:gd name="connsiteY78" fmla="*/ 1948711 h 3788731"/>
                <a:gd name="connsiteX79" fmla="*/ 2692946 w 2772385"/>
                <a:gd name="connsiteY79" fmla="*/ 1460657 h 3788731"/>
                <a:gd name="connsiteX80" fmla="*/ 2636848 w 2772385"/>
                <a:gd name="connsiteY80" fmla="*/ 1354071 h 3788731"/>
                <a:gd name="connsiteX81" fmla="*/ 2479772 w 2772385"/>
                <a:gd name="connsiteY81" fmla="*/ 798699 h 3788731"/>
                <a:gd name="connsiteX82" fmla="*/ 2737825 w 2772385"/>
                <a:gd name="connsiteY82" fmla="*/ 675283 h 3788731"/>
                <a:gd name="connsiteX83" fmla="*/ 2709775 w 2772385"/>
                <a:gd name="connsiteY83" fmla="*/ 434061 h 3788731"/>
                <a:gd name="connsiteX84" fmla="*/ 2625628 w 2772385"/>
                <a:gd name="connsiteY84" fmla="*/ 86253 h 3788731"/>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190968 w 2772385"/>
                <a:gd name="connsiteY30" fmla="*/ 3665315 h 3811169"/>
                <a:gd name="connsiteX31" fmla="*/ 280726 w 2772385"/>
                <a:gd name="connsiteY31" fmla="*/ 3811169 h 3811169"/>
                <a:gd name="connsiteX32" fmla="*/ 549996 w 2772385"/>
                <a:gd name="connsiteY32" fmla="*/ 3788731 h 3811169"/>
                <a:gd name="connsiteX33" fmla="*/ 583655 w 2772385"/>
                <a:gd name="connsiteY33" fmla="*/ 3581168 h 3811169"/>
                <a:gd name="connsiteX34" fmla="*/ 639753 w 2772385"/>
                <a:gd name="connsiteY34" fmla="*/ 3575558 h 3811169"/>
                <a:gd name="connsiteX35" fmla="*/ 684632 w 2772385"/>
                <a:gd name="connsiteY35" fmla="*/ 3698974 h 3811169"/>
                <a:gd name="connsiteX36" fmla="*/ 768779 w 2772385"/>
                <a:gd name="connsiteY36" fmla="*/ 3704584 h 3811169"/>
                <a:gd name="connsiteX37" fmla="*/ 774389 w 2772385"/>
                <a:gd name="connsiteY37" fmla="*/ 3474581 h 3811169"/>
                <a:gd name="connsiteX38" fmla="*/ 740730 w 2772385"/>
                <a:gd name="connsiteY38" fmla="*/ 3205310 h 3811169"/>
                <a:gd name="connsiteX39" fmla="*/ 897805 w 2772385"/>
                <a:gd name="connsiteY39" fmla="*/ 2627499 h 3811169"/>
                <a:gd name="connsiteX40" fmla="*/ 1161466 w 2772385"/>
                <a:gd name="connsiteY40" fmla="*/ 2520912 h 3811169"/>
                <a:gd name="connsiteX41" fmla="*/ 1526104 w 2772385"/>
                <a:gd name="connsiteY41" fmla="*/ 2627499 h 3811169"/>
                <a:gd name="connsiteX42" fmla="*/ 1587812 w 2772385"/>
                <a:gd name="connsiteY42" fmla="*/ 2627499 h 3811169"/>
                <a:gd name="connsiteX43" fmla="*/ 1643910 w 2772385"/>
                <a:gd name="connsiteY43" fmla="*/ 2728476 h 3811169"/>
                <a:gd name="connsiteX44" fmla="*/ 1795375 w 2772385"/>
                <a:gd name="connsiteY44" fmla="*/ 2762134 h 3811169"/>
                <a:gd name="connsiteX45" fmla="*/ 1806595 w 2772385"/>
                <a:gd name="connsiteY45" fmla="*/ 2795793 h 3811169"/>
                <a:gd name="connsiteX46" fmla="*/ 1767326 w 2772385"/>
                <a:gd name="connsiteY46" fmla="*/ 2997747 h 3811169"/>
                <a:gd name="connsiteX47" fmla="*/ 1744887 w 2772385"/>
                <a:gd name="connsiteY47" fmla="*/ 3323116 h 3811169"/>
                <a:gd name="connsiteX48" fmla="*/ 1537324 w 2772385"/>
                <a:gd name="connsiteY48" fmla="*/ 3345555 h 3811169"/>
                <a:gd name="connsiteX49" fmla="*/ 1200735 w 2772385"/>
                <a:gd name="connsiteY49" fmla="*/ 3396044 h 3811169"/>
                <a:gd name="connsiteX50" fmla="*/ 1172686 w 2772385"/>
                <a:gd name="connsiteY50" fmla="*/ 3468971 h 3811169"/>
                <a:gd name="connsiteX51" fmla="*/ 1110978 w 2772385"/>
                <a:gd name="connsiteY51" fmla="*/ 3497020 h 3811169"/>
                <a:gd name="connsiteX52" fmla="*/ 1139027 w 2772385"/>
                <a:gd name="connsiteY52" fmla="*/ 3631656 h 3811169"/>
                <a:gd name="connsiteX53" fmla="*/ 1279272 w 2772385"/>
                <a:gd name="connsiteY53" fmla="*/ 3637266 h 3811169"/>
                <a:gd name="connsiteX54" fmla="*/ 1273662 w 2772385"/>
                <a:gd name="connsiteY54" fmla="*/ 3485801 h 3811169"/>
                <a:gd name="connsiteX55" fmla="*/ 1453176 w 2772385"/>
                <a:gd name="connsiteY55" fmla="*/ 3497020 h 3811169"/>
                <a:gd name="connsiteX56" fmla="*/ 1425127 w 2772385"/>
                <a:gd name="connsiteY56" fmla="*/ 3575558 h 3811169"/>
                <a:gd name="connsiteX57" fmla="*/ 1397078 w 2772385"/>
                <a:gd name="connsiteY57" fmla="*/ 3637266 h 3811169"/>
                <a:gd name="connsiteX58" fmla="*/ 1312931 w 2772385"/>
                <a:gd name="connsiteY58" fmla="*/ 3654095 h 3811169"/>
                <a:gd name="connsiteX59" fmla="*/ 1447567 w 2772385"/>
                <a:gd name="connsiteY59" fmla="*/ 3777511 h 3811169"/>
                <a:gd name="connsiteX60" fmla="*/ 1514884 w 2772385"/>
                <a:gd name="connsiteY60" fmla="*/ 3642876 h 3811169"/>
                <a:gd name="connsiteX61" fmla="*/ 1817814 w 2772385"/>
                <a:gd name="connsiteY61" fmla="*/ 3541899 h 3811169"/>
                <a:gd name="connsiteX62" fmla="*/ 2154403 w 2772385"/>
                <a:gd name="connsiteY62" fmla="*/ 3614826 h 3811169"/>
                <a:gd name="connsiteX63" fmla="*/ 2109525 w 2772385"/>
                <a:gd name="connsiteY63" fmla="*/ 3715803 h 3811169"/>
                <a:gd name="connsiteX64" fmla="*/ 2204892 w 2772385"/>
                <a:gd name="connsiteY64" fmla="*/ 3783121 h 3811169"/>
                <a:gd name="connsiteX65" fmla="*/ 2277819 w 2772385"/>
                <a:gd name="connsiteY65" fmla="*/ 3732633 h 3811169"/>
                <a:gd name="connsiteX66" fmla="*/ 2266600 w 2772385"/>
                <a:gd name="connsiteY66" fmla="*/ 3637266 h 3811169"/>
                <a:gd name="connsiteX67" fmla="*/ 2446114 w 2772385"/>
                <a:gd name="connsiteY67" fmla="*/ 3558728 h 3811169"/>
                <a:gd name="connsiteX68" fmla="*/ 2429284 w 2772385"/>
                <a:gd name="connsiteY68" fmla="*/ 3384824 h 3811169"/>
                <a:gd name="connsiteX69" fmla="*/ 1924401 w 2772385"/>
                <a:gd name="connsiteY69" fmla="*/ 3356775 h 3811169"/>
                <a:gd name="connsiteX70" fmla="*/ 1913181 w 2772385"/>
                <a:gd name="connsiteY70" fmla="*/ 3031406 h 3811169"/>
                <a:gd name="connsiteX71" fmla="*/ 1879522 w 2772385"/>
                <a:gd name="connsiteY71" fmla="*/ 3014576 h 3811169"/>
                <a:gd name="connsiteX72" fmla="*/ 1901962 w 2772385"/>
                <a:gd name="connsiteY72" fmla="*/ 2835062 h 3811169"/>
                <a:gd name="connsiteX73" fmla="*/ 1857083 w 2772385"/>
                <a:gd name="connsiteY73" fmla="*/ 2773354 h 3811169"/>
                <a:gd name="connsiteX74" fmla="*/ 2103915 w 2772385"/>
                <a:gd name="connsiteY74" fmla="*/ 2717256 h 3811169"/>
                <a:gd name="connsiteX75" fmla="*/ 2126354 w 2772385"/>
                <a:gd name="connsiteY75" fmla="*/ 2588230 h 3811169"/>
                <a:gd name="connsiteX76" fmla="*/ 2367576 w 2772385"/>
                <a:gd name="connsiteY76" fmla="*/ 2621889 h 3811169"/>
                <a:gd name="connsiteX77" fmla="*/ 2591969 w 2772385"/>
                <a:gd name="connsiteY77" fmla="*/ 2032858 h 3811169"/>
                <a:gd name="connsiteX78" fmla="*/ 2547090 w 2772385"/>
                <a:gd name="connsiteY78" fmla="*/ 1948711 h 3811169"/>
                <a:gd name="connsiteX79" fmla="*/ 2692946 w 2772385"/>
                <a:gd name="connsiteY79" fmla="*/ 1460657 h 3811169"/>
                <a:gd name="connsiteX80" fmla="*/ 2636848 w 2772385"/>
                <a:gd name="connsiteY80" fmla="*/ 1354071 h 3811169"/>
                <a:gd name="connsiteX81" fmla="*/ 2479772 w 2772385"/>
                <a:gd name="connsiteY81" fmla="*/ 798699 h 3811169"/>
                <a:gd name="connsiteX82" fmla="*/ 2737825 w 2772385"/>
                <a:gd name="connsiteY82" fmla="*/ 675283 h 3811169"/>
                <a:gd name="connsiteX83" fmla="*/ 2709775 w 2772385"/>
                <a:gd name="connsiteY83" fmla="*/ 434061 h 3811169"/>
                <a:gd name="connsiteX84" fmla="*/ 2625628 w 2772385"/>
                <a:gd name="connsiteY84"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7 w 2772385"/>
                <a:gd name="connsiteY30" fmla="*/ 3743852 h 3811169"/>
                <a:gd name="connsiteX31" fmla="*/ 280726 w 2772385"/>
                <a:gd name="connsiteY31" fmla="*/ 3811169 h 3811169"/>
                <a:gd name="connsiteX32" fmla="*/ 549996 w 2772385"/>
                <a:gd name="connsiteY32" fmla="*/ 3788731 h 3811169"/>
                <a:gd name="connsiteX33" fmla="*/ 583655 w 2772385"/>
                <a:gd name="connsiteY33" fmla="*/ 3581168 h 3811169"/>
                <a:gd name="connsiteX34" fmla="*/ 639753 w 2772385"/>
                <a:gd name="connsiteY34" fmla="*/ 3575558 h 3811169"/>
                <a:gd name="connsiteX35" fmla="*/ 684632 w 2772385"/>
                <a:gd name="connsiteY35" fmla="*/ 3698974 h 3811169"/>
                <a:gd name="connsiteX36" fmla="*/ 768779 w 2772385"/>
                <a:gd name="connsiteY36" fmla="*/ 3704584 h 3811169"/>
                <a:gd name="connsiteX37" fmla="*/ 774389 w 2772385"/>
                <a:gd name="connsiteY37" fmla="*/ 3474581 h 3811169"/>
                <a:gd name="connsiteX38" fmla="*/ 740730 w 2772385"/>
                <a:gd name="connsiteY38" fmla="*/ 3205310 h 3811169"/>
                <a:gd name="connsiteX39" fmla="*/ 897805 w 2772385"/>
                <a:gd name="connsiteY39" fmla="*/ 2627499 h 3811169"/>
                <a:gd name="connsiteX40" fmla="*/ 1161466 w 2772385"/>
                <a:gd name="connsiteY40" fmla="*/ 2520912 h 3811169"/>
                <a:gd name="connsiteX41" fmla="*/ 1526104 w 2772385"/>
                <a:gd name="connsiteY41" fmla="*/ 2627499 h 3811169"/>
                <a:gd name="connsiteX42" fmla="*/ 1587812 w 2772385"/>
                <a:gd name="connsiteY42" fmla="*/ 2627499 h 3811169"/>
                <a:gd name="connsiteX43" fmla="*/ 1643910 w 2772385"/>
                <a:gd name="connsiteY43" fmla="*/ 2728476 h 3811169"/>
                <a:gd name="connsiteX44" fmla="*/ 1795375 w 2772385"/>
                <a:gd name="connsiteY44" fmla="*/ 2762134 h 3811169"/>
                <a:gd name="connsiteX45" fmla="*/ 1806595 w 2772385"/>
                <a:gd name="connsiteY45" fmla="*/ 2795793 h 3811169"/>
                <a:gd name="connsiteX46" fmla="*/ 1767326 w 2772385"/>
                <a:gd name="connsiteY46" fmla="*/ 2997747 h 3811169"/>
                <a:gd name="connsiteX47" fmla="*/ 1744887 w 2772385"/>
                <a:gd name="connsiteY47" fmla="*/ 3323116 h 3811169"/>
                <a:gd name="connsiteX48" fmla="*/ 1537324 w 2772385"/>
                <a:gd name="connsiteY48" fmla="*/ 3345555 h 3811169"/>
                <a:gd name="connsiteX49" fmla="*/ 1200735 w 2772385"/>
                <a:gd name="connsiteY49" fmla="*/ 3396044 h 3811169"/>
                <a:gd name="connsiteX50" fmla="*/ 1172686 w 2772385"/>
                <a:gd name="connsiteY50" fmla="*/ 3468971 h 3811169"/>
                <a:gd name="connsiteX51" fmla="*/ 1110978 w 2772385"/>
                <a:gd name="connsiteY51" fmla="*/ 3497020 h 3811169"/>
                <a:gd name="connsiteX52" fmla="*/ 1139027 w 2772385"/>
                <a:gd name="connsiteY52" fmla="*/ 3631656 h 3811169"/>
                <a:gd name="connsiteX53" fmla="*/ 1279272 w 2772385"/>
                <a:gd name="connsiteY53" fmla="*/ 3637266 h 3811169"/>
                <a:gd name="connsiteX54" fmla="*/ 1273662 w 2772385"/>
                <a:gd name="connsiteY54" fmla="*/ 3485801 h 3811169"/>
                <a:gd name="connsiteX55" fmla="*/ 1453176 w 2772385"/>
                <a:gd name="connsiteY55" fmla="*/ 3497020 h 3811169"/>
                <a:gd name="connsiteX56" fmla="*/ 1425127 w 2772385"/>
                <a:gd name="connsiteY56" fmla="*/ 3575558 h 3811169"/>
                <a:gd name="connsiteX57" fmla="*/ 1397078 w 2772385"/>
                <a:gd name="connsiteY57" fmla="*/ 3637266 h 3811169"/>
                <a:gd name="connsiteX58" fmla="*/ 1312931 w 2772385"/>
                <a:gd name="connsiteY58" fmla="*/ 3654095 h 3811169"/>
                <a:gd name="connsiteX59" fmla="*/ 1447567 w 2772385"/>
                <a:gd name="connsiteY59" fmla="*/ 3777511 h 3811169"/>
                <a:gd name="connsiteX60" fmla="*/ 1514884 w 2772385"/>
                <a:gd name="connsiteY60" fmla="*/ 3642876 h 3811169"/>
                <a:gd name="connsiteX61" fmla="*/ 1817814 w 2772385"/>
                <a:gd name="connsiteY61" fmla="*/ 3541899 h 3811169"/>
                <a:gd name="connsiteX62" fmla="*/ 2154403 w 2772385"/>
                <a:gd name="connsiteY62" fmla="*/ 3614826 h 3811169"/>
                <a:gd name="connsiteX63" fmla="*/ 2109525 w 2772385"/>
                <a:gd name="connsiteY63" fmla="*/ 3715803 h 3811169"/>
                <a:gd name="connsiteX64" fmla="*/ 2204892 w 2772385"/>
                <a:gd name="connsiteY64" fmla="*/ 3783121 h 3811169"/>
                <a:gd name="connsiteX65" fmla="*/ 2277819 w 2772385"/>
                <a:gd name="connsiteY65" fmla="*/ 3732633 h 3811169"/>
                <a:gd name="connsiteX66" fmla="*/ 2266600 w 2772385"/>
                <a:gd name="connsiteY66" fmla="*/ 3637266 h 3811169"/>
                <a:gd name="connsiteX67" fmla="*/ 2446114 w 2772385"/>
                <a:gd name="connsiteY67" fmla="*/ 3558728 h 3811169"/>
                <a:gd name="connsiteX68" fmla="*/ 2429284 w 2772385"/>
                <a:gd name="connsiteY68" fmla="*/ 3384824 h 3811169"/>
                <a:gd name="connsiteX69" fmla="*/ 1924401 w 2772385"/>
                <a:gd name="connsiteY69" fmla="*/ 3356775 h 3811169"/>
                <a:gd name="connsiteX70" fmla="*/ 1913181 w 2772385"/>
                <a:gd name="connsiteY70" fmla="*/ 3031406 h 3811169"/>
                <a:gd name="connsiteX71" fmla="*/ 1879522 w 2772385"/>
                <a:gd name="connsiteY71" fmla="*/ 3014576 h 3811169"/>
                <a:gd name="connsiteX72" fmla="*/ 1901962 w 2772385"/>
                <a:gd name="connsiteY72" fmla="*/ 2835062 h 3811169"/>
                <a:gd name="connsiteX73" fmla="*/ 1857083 w 2772385"/>
                <a:gd name="connsiteY73" fmla="*/ 2773354 h 3811169"/>
                <a:gd name="connsiteX74" fmla="*/ 2103915 w 2772385"/>
                <a:gd name="connsiteY74" fmla="*/ 2717256 h 3811169"/>
                <a:gd name="connsiteX75" fmla="*/ 2126354 w 2772385"/>
                <a:gd name="connsiteY75" fmla="*/ 2588230 h 3811169"/>
                <a:gd name="connsiteX76" fmla="*/ 2367576 w 2772385"/>
                <a:gd name="connsiteY76" fmla="*/ 2621889 h 3811169"/>
                <a:gd name="connsiteX77" fmla="*/ 2591969 w 2772385"/>
                <a:gd name="connsiteY77" fmla="*/ 2032858 h 3811169"/>
                <a:gd name="connsiteX78" fmla="*/ 2547090 w 2772385"/>
                <a:gd name="connsiteY78" fmla="*/ 1948711 h 3811169"/>
                <a:gd name="connsiteX79" fmla="*/ 2692946 w 2772385"/>
                <a:gd name="connsiteY79" fmla="*/ 1460657 h 3811169"/>
                <a:gd name="connsiteX80" fmla="*/ 2636848 w 2772385"/>
                <a:gd name="connsiteY80" fmla="*/ 1354071 h 3811169"/>
                <a:gd name="connsiteX81" fmla="*/ 2479772 w 2772385"/>
                <a:gd name="connsiteY81" fmla="*/ 798699 h 3811169"/>
                <a:gd name="connsiteX82" fmla="*/ 2737825 w 2772385"/>
                <a:gd name="connsiteY82" fmla="*/ 675283 h 3811169"/>
                <a:gd name="connsiteX83" fmla="*/ 2709775 w 2772385"/>
                <a:gd name="connsiteY83" fmla="*/ 434061 h 3811169"/>
                <a:gd name="connsiteX84" fmla="*/ 2625628 w 2772385"/>
                <a:gd name="connsiteY84"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24627 w 2772385"/>
                <a:gd name="connsiteY30" fmla="*/ 3682144 h 3811169"/>
                <a:gd name="connsiteX31" fmla="*/ 280726 w 2772385"/>
                <a:gd name="connsiteY31" fmla="*/ 3811169 h 3811169"/>
                <a:gd name="connsiteX32" fmla="*/ 549996 w 2772385"/>
                <a:gd name="connsiteY32" fmla="*/ 3788731 h 3811169"/>
                <a:gd name="connsiteX33" fmla="*/ 583655 w 2772385"/>
                <a:gd name="connsiteY33" fmla="*/ 3581168 h 3811169"/>
                <a:gd name="connsiteX34" fmla="*/ 639753 w 2772385"/>
                <a:gd name="connsiteY34" fmla="*/ 3575558 h 3811169"/>
                <a:gd name="connsiteX35" fmla="*/ 684632 w 2772385"/>
                <a:gd name="connsiteY35" fmla="*/ 3698974 h 3811169"/>
                <a:gd name="connsiteX36" fmla="*/ 768779 w 2772385"/>
                <a:gd name="connsiteY36" fmla="*/ 3704584 h 3811169"/>
                <a:gd name="connsiteX37" fmla="*/ 774389 w 2772385"/>
                <a:gd name="connsiteY37" fmla="*/ 3474581 h 3811169"/>
                <a:gd name="connsiteX38" fmla="*/ 740730 w 2772385"/>
                <a:gd name="connsiteY38" fmla="*/ 3205310 h 3811169"/>
                <a:gd name="connsiteX39" fmla="*/ 897805 w 2772385"/>
                <a:gd name="connsiteY39" fmla="*/ 2627499 h 3811169"/>
                <a:gd name="connsiteX40" fmla="*/ 1161466 w 2772385"/>
                <a:gd name="connsiteY40" fmla="*/ 2520912 h 3811169"/>
                <a:gd name="connsiteX41" fmla="*/ 1526104 w 2772385"/>
                <a:gd name="connsiteY41" fmla="*/ 2627499 h 3811169"/>
                <a:gd name="connsiteX42" fmla="*/ 1587812 w 2772385"/>
                <a:gd name="connsiteY42" fmla="*/ 2627499 h 3811169"/>
                <a:gd name="connsiteX43" fmla="*/ 1643910 w 2772385"/>
                <a:gd name="connsiteY43" fmla="*/ 2728476 h 3811169"/>
                <a:gd name="connsiteX44" fmla="*/ 1795375 w 2772385"/>
                <a:gd name="connsiteY44" fmla="*/ 2762134 h 3811169"/>
                <a:gd name="connsiteX45" fmla="*/ 1806595 w 2772385"/>
                <a:gd name="connsiteY45" fmla="*/ 2795793 h 3811169"/>
                <a:gd name="connsiteX46" fmla="*/ 1767326 w 2772385"/>
                <a:gd name="connsiteY46" fmla="*/ 2997747 h 3811169"/>
                <a:gd name="connsiteX47" fmla="*/ 1744887 w 2772385"/>
                <a:gd name="connsiteY47" fmla="*/ 3323116 h 3811169"/>
                <a:gd name="connsiteX48" fmla="*/ 1537324 w 2772385"/>
                <a:gd name="connsiteY48" fmla="*/ 3345555 h 3811169"/>
                <a:gd name="connsiteX49" fmla="*/ 1200735 w 2772385"/>
                <a:gd name="connsiteY49" fmla="*/ 3396044 h 3811169"/>
                <a:gd name="connsiteX50" fmla="*/ 1172686 w 2772385"/>
                <a:gd name="connsiteY50" fmla="*/ 3468971 h 3811169"/>
                <a:gd name="connsiteX51" fmla="*/ 1110978 w 2772385"/>
                <a:gd name="connsiteY51" fmla="*/ 3497020 h 3811169"/>
                <a:gd name="connsiteX52" fmla="*/ 1139027 w 2772385"/>
                <a:gd name="connsiteY52" fmla="*/ 3631656 h 3811169"/>
                <a:gd name="connsiteX53" fmla="*/ 1279272 w 2772385"/>
                <a:gd name="connsiteY53" fmla="*/ 3637266 h 3811169"/>
                <a:gd name="connsiteX54" fmla="*/ 1273662 w 2772385"/>
                <a:gd name="connsiteY54" fmla="*/ 3485801 h 3811169"/>
                <a:gd name="connsiteX55" fmla="*/ 1453176 w 2772385"/>
                <a:gd name="connsiteY55" fmla="*/ 3497020 h 3811169"/>
                <a:gd name="connsiteX56" fmla="*/ 1425127 w 2772385"/>
                <a:gd name="connsiteY56" fmla="*/ 3575558 h 3811169"/>
                <a:gd name="connsiteX57" fmla="*/ 1397078 w 2772385"/>
                <a:gd name="connsiteY57" fmla="*/ 3637266 h 3811169"/>
                <a:gd name="connsiteX58" fmla="*/ 1312931 w 2772385"/>
                <a:gd name="connsiteY58" fmla="*/ 3654095 h 3811169"/>
                <a:gd name="connsiteX59" fmla="*/ 1447567 w 2772385"/>
                <a:gd name="connsiteY59" fmla="*/ 3777511 h 3811169"/>
                <a:gd name="connsiteX60" fmla="*/ 1514884 w 2772385"/>
                <a:gd name="connsiteY60" fmla="*/ 3642876 h 3811169"/>
                <a:gd name="connsiteX61" fmla="*/ 1817814 w 2772385"/>
                <a:gd name="connsiteY61" fmla="*/ 3541899 h 3811169"/>
                <a:gd name="connsiteX62" fmla="*/ 2154403 w 2772385"/>
                <a:gd name="connsiteY62" fmla="*/ 3614826 h 3811169"/>
                <a:gd name="connsiteX63" fmla="*/ 2109525 w 2772385"/>
                <a:gd name="connsiteY63" fmla="*/ 3715803 h 3811169"/>
                <a:gd name="connsiteX64" fmla="*/ 2204892 w 2772385"/>
                <a:gd name="connsiteY64" fmla="*/ 3783121 h 3811169"/>
                <a:gd name="connsiteX65" fmla="*/ 2277819 w 2772385"/>
                <a:gd name="connsiteY65" fmla="*/ 3732633 h 3811169"/>
                <a:gd name="connsiteX66" fmla="*/ 2266600 w 2772385"/>
                <a:gd name="connsiteY66" fmla="*/ 3637266 h 3811169"/>
                <a:gd name="connsiteX67" fmla="*/ 2446114 w 2772385"/>
                <a:gd name="connsiteY67" fmla="*/ 3558728 h 3811169"/>
                <a:gd name="connsiteX68" fmla="*/ 2429284 w 2772385"/>
                <a:gd name="connsiteY68" fmla="*/ 3384824 h 3811169"/>
                <a:gd name="connsiteX69" fmla="*/ 1924401 w 2772385"/>
                <a:gd name="connsiteY69" fmla="*/ 3356775 h 3811169"/>
                <a:gd name="connsiteX70" fmla="*/ 1913181 w 2772385"/>
                <a:gd name="connsiteY70" fmla="*/ 3031406 h 3811169"/>
                <a:gd name="connsiteX71" fmla="*/ 1879522 w 2772385"/>
                <a:gd name="connsiteY71" fmla="*/ 3014576 h 3811169"/>
                <a:gd name="connsiteX72" fmla="*/ 1901962 w 2772385"/>
                <a:gd name="connsiteY72" fmla="*/ 2835062 h 3811169"/>
                <a:gd name="connsiteX73" fmla="*/ 1857083 w 2772385"/>
                <a:gd name="connsiteY73" fmla="*/ 2773354 h 3811169"/>
                <a:gd name="connsiteX74" fmla="*/ 2103915 w 2772385"/>
                <a:gd name="connsiteY74" fmla="*/ 2717256 h 3811169"/>
                <a:gd name="connsiteX75" fmla="*/ 2126354 w 2772385"/>
                <a:gd name="connsiteY75" fmla="*/ 2588230 h 3811169"/>
                <a:gd name="connsiteX76" fmla="*/ 2367576 w 2772385"/>
                <a:gd name="connsiteY76" fmla="*/ 2621889 h 3811169"/>
                <a:gd name="connsiteX77" fmla="*/ 2591969 w 2772385"/>
                <a:gd name="connsiteY77" fmla="*/ 2032858 h 3811169"/>
                <a:gd name="connsiteX78" fmla="*/ 2547090 w 2772385"/>
                <a:gd name="connsiteY78" fmla="*/ 1948711 h 3811169"/>
                <a:gd name="connsiteX79" fmla="*/ 2692946 w 2772385"/>
                <a:gd name="connsiteY79" fmla="*/ 1460657 h 3811169"/>
                <a:gd name="connsiteX80" fmla="*/ 2636848 w 2772385"/>
                <a:gd name="connsiteY80" fmla="*/ 1354071 h 3811169"/>
                <a:gd name="connsiteX81" fmla="*/ 2479772 w 2772385"/>
                <a:gd name="connsiteY81" fmla="*/ 798699 h 3811169"/>
                <a:gd name="connsiteX82" fmla="*/ 2737825 w 2772385"/>
                <a:gd name="connsiteY82" fmla="*/ 675283 h 3811169"/>
                <a:gd name="connsiteX83" fmla="*/ 2709775 w 2772385"/>
                <a:gd name="connsiteY83" fmla="*/ 434061 h 3811169"/>
                <a:gd name="connsiteX84" fmla="*/ 2625628 w 2772385"/>
                <a:gd name="connsiteY84"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24627 w 2772385"/>
                <a:gd name="connsiteY30" fmla="*/ 3682144 h 3811169"/>
                <a:gd name="connsiteX31" fmla="*/ 280726 w 2772385"/>
                <a:gd name="connsiteY31" fmla="*/ 3811169 h 3811169"/>
                <a:gd name="connsiteX32" fmla="*/ 549996 w 2772385"/>
                <a:gd name="connsiteY32" fmla="*/ 3788731 h 3811169"/>
                <a:gd name="connsiteX33" fmla="*/ 583655 w 2772385"/>
                <a:gd name="connsiteY33" fmla="*/ 3581168 h 3811169"/>
                <a:gd name="connsiteX34" fmla="*/ 639753 w 2772385"/>
                <a:gd name="connsiteY34" fmla="*/ 3575558 h 3811169"/>
                <a:gd name="connsiteX35" fmla="*/ 684632 w 2772385"/>
                <a:gd name="connsiteY35" fmla="*/ 3698974 h 3811169"/>
                <a:gd name="connsiteX36" fmla="*/ 768779 w 2772385"/>
                <a:gd name="connsiteY36" fmla="*/ 3704584 h 3811169"/>
                <a:gd name="connsiteX37" fmla="*/ 774389 w 2772385"/>
                <a:gd name="connsiteY37" fmla="*/ 3474581 h 3811169"/>
                <a:gd name="connsiteX38" fmla="*/ 740730 w 2772385"/>
                <a:gd name="connsiteY38" fmla="*/ 3205310 h 3811169"/>
                <a:gd name="connsiteX39" fmla="*/ 897805 w 2772385"/>
                <a:gd name="connsiteY39" fmla="*/ 2627499 h 3811169"/>
                <a:gd name="connsiteX40" fmla="*/ 1161466 w 2772385"/>
                <a:gd name="connsiteY40" fmla="*/ 2520912 h 3811169"/>
                <a:gd name="connsiteX41" fmla="*/ 1526104 w 2772385"/>
                <a:gd name="connsiteY41" fmla="*/ 2627499 h 3811169"/>
                <a:gd name="connsiteX42" fmla="*/ 1587812 w 2772385"/>
                <a:gd name="connsiteY42" fmla="*/ 2627499 h 3811169"/>
                <a:gd name="connsiteX43" fmla="*/ 1643910 w 2772385"/>
                <a:gd name="connsiteY43" fmla="*/ 2728476 h 3811169"/>
                <a:gd name="connsiteX44" fmla="*/ 1795375 w 2772385"/>
                <a:gd name="connsiteY44" fmla="*/ 2762134 h 3811169"/>
                <a:gd name="connsiteX45" fmla="*/ 1806595 w 2772385"/>
                <a:gd name="connsiteY45" fmla="*/ 2795793 h 3811169"/>
                <a:gd name="connsiteX46" fmla="*/ 1767326 w 2772385"/>
                <a:gd name="connsiteY46" fmla="*/ 2997747 h 3811169"/>
                <a:gd name="connsiteX47" fmla="*/ 1744887 w 2772385"/>
                <a:gd name="connsiteY47" fmla="*/ 3323116 h 3811169"/>
                <a:gd name="connsiteX48" fmla="*/ 1537324 w 2772385"/>
                <a:gd name="connsiteY48" fmla="*/ 3345555 h 3811169"/>
                <a:gd name="connsiteX49" fmla="*/ 1200735 w 2772385"/>
                <a:gd name="connsiteY49" fmla="*/ 3396044 h 3811169"/>
                <a:gd name="connsiteX50" fmla="*/ 1172686 w 2772385"/>
                <a:gd name="connsiteY50" fmla="*/ 3468971 h 3811169"/>
                <a:gd name="connsiteX51" fmla="*/ 1110978 w 2772385"/>
                <a:gd name="connsiteY51" fmla="*/ 3497020 h 3811169"/>
                <a:gd name="connsiteX52" fmla="*/ 1139027 w 2772385"/>
                <a:gd name="connsiteY52" fmla="*/ 3631656 h 3811169"/>
                <a:gd name="connsiteX53" fmla="*/ 1279272 w 2772385"/>
                <a:gd name="connsiteY53" fmla="*/ 3637266 h 3811169"/>
                <a:gd name="connsiteX54" fmla="*/ 1273662 w 2772385"/>
                <a:gd name="connsiteY54" fmla="*/ 3485801 h 3811169"/>
                <a:gd name="connsiteX55" fmla="*/ 1453176 w 2772385"/>
                <a:gd name="connsiteY55" fmla="*/ 3497020 h 3811169"/>
                <a:gd name="connsiteX56" fmla="*/ 1425127 w 2772385"/>
                <a:gd name="connsiteY56" fmla="*/ 3575558 h 3811169"/>
                <a:gd name="connsiteX57" fmla="*/ 1397078 w 2772385"/>
                <a:gd name="connsiteY57" fmla="*/ 3637266 h 3811169"/>
                <a:gd name="connsiteX58" fmla="*/ 1312931 w 2772385"/>
                <a:gd name="connsiteY58" fmla="*/ 3654095 h 3811169"/>
                <a:gd name="connsiteX59" fmla="*/ 1447567 w 2772385"/>
                <a:gd name="connsiteY59" fmla="*/ 3777511 h 3811169"/>
                <a:gd name="connsiteX60" fmla="*/ 1514884 w 2772385"/>
                <a:gd name="connsiteY60" fmla="*/ 3642876 h 3811169"/>
                <a:gd name="connsiteX61" fmla="*/ 1817814 w 2772385"/>
                <a:gd name="connsiteY61" fmla="*/ 3541899 h 3811169"/>
                <a:gd name="connsiteX62" fmla="*/ 2154403 w 2772385"/>
                <a:gd name="connsiteY62" fmla="*/ 3614826 h 3811169"/>
                <a:gd name="connsiteX63" fmla="*/ 2109525 w 2772385"/>
                <a:gd name="connsiteY63" fmla="*/ 3715803 h 3811169"/>
                <a:gd name="connsiteX64" fmla="*/ 2204892 w 2772385"/>
                <a:gd name="connsiteY64" fmla="*/ 3783121 h 3811169"/>
                <a:gd name="connsiteX65" fmla="*/ 2277819 w 2772385"/>
                <a:gd name="connsiteY65" fmla="*/ 3732633 h 3811169"/>
                <a:gd name="connsiteX66" fmla="*/ 2266600 w 2772385"/>
                <a:gd name="connsiteY66" fmla="*/ 3637266 h 3811169"/>
                <a:gd name="connsiteX67" fmla="*/ 2446114 w 2772385"/>
                <a:gd name="connsiteY67" fmla="*/ 3558728 h 3811169"/>
                <a:gd name="connsiteX68" fmla="*/ 2429284 w 2772385"/>
                <a:gd name="connsiteY68" fmla="*/ 3384824 h 3811169"/>
                <a:gd name="connsiteX69" fmla="*/ 1924401 w 2772385"/>
                <a:gd name="connsiteY69" fmla="*/ 3356775 h 3811169"/>
                <a:gd name="connsiteX70" fmla="*/ 1913181 w 2772385"/>
                <a:gd name="connsiteY70" fmla="*/ 3031406 h 3811169"/>
                <a:gd name="connsiteX71" fmla="*/ 1879522 w 2772385"/>
                <a:gd name="connsiteY71" fmla="*/ 3014576 h 3811169"/>
                <a:gd name="connsiteX72" fmla="*/ 1901962 w 2772385"/>
                <a:gd name="connsiteY72" fmla="*/ 2835062 h 3811169"/>
                <a:gd name="connsiteX73" fmla="*/ 1857083 w 2772385"/>
                <a:gd name="connsiteY73" fmla="*/ 2773354 h 3811169"/>
                <a:gd name="connsiteX74" fmla="*/ 2103915 w 2772385"/>
                <a:gd name="connsiteY74" fmla="*/ 2717256 h 3811169"/>
                <a:gd name="connsiteX75" fmla="*/ 2126354 w 2772385"/>
                <a:gd name="connsiteY75" fmla="*/ 2588230 h 3811169"/>
                <a:gd name="connsiteX76" fmla="*/ 2367576 w 2772385"/>
                <a:gd name="connsiteY76" fmla="*/ 2621889 h 3811169"/>
                <a:gd name="connsiteX77" fmla="*/ 2591969 w 2772385"/>
                <a:gd name="connsiteY77" fmla="*/ 2032858 h 3811169"/>
                <a:gd name="connsiteX78" fmla="*/ 2547090 w 2772385"/>
                <a:gd name="connsiteY78" fmla="*/ 1948711 h 3811169"/>
                <a:gd name="connsiteX79" fmla="*/ 2692946 w 2772385"/>
                <a:gd name="connsiteY79" fmla="*/ 1460657 h 3811169"/>
                <a:gd name="connsiteX80" fmla="*/ 2636848 w 2772385"/>
                <a:gd name="connsiteY80" fmla="*/ 1354071 h 3811169"/>
                <a:gd name="connsiteX81" fmla="*/ 2479772 w 2772385"/>
                <a:gd name="connsiteY81" fmla="*/ 798699 h 3811169"/>
                <a:gd name="connsiteX82" fmla="*/ 2737825 w 2772385"/>
                <a:gd name="connsiteY82" fmla="*/ 675283 h 3811169"/>
                <a:gd name="connsiteX83" fmla="*/ 2709775 w 2772385"/>
                <a:gd name="connsiteY83" fmla="*/ 434061 h 3811169"/>
                <a:gd name="connsiteX84" fmla="*/ 2625628 w 2772385"/>
                <a:gd name="connsiteY84"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549996 w 2772385"/>
                <a:gd name="connsiteY32" fmla="*/ 3788731 h 3811169"/>
                <a:gd name="connsiteX33" fmla="*/ 583655 w 2772385"/>
                <a:gd name="connsiteY33" fmla="*/ 3581168 h 3811169"/>
                <a:gd name="connsiteX34" fmla="*/ 639753 w 2772385"/>
                <a:gd name="connsiteY34" fmla="*/ 3575558 h 3811169"/>
                <a:gd name="connsiteX35" fmla="*/ 684632 w 2772385"/>
                <a:gd name="connsiteY35" fmla="*/ 3698974 h 3811169"/>
                <a:gd name="connsiteX36" fmla="*/ 768779 w 2772385"/>
                <a:gd name="connsiteY36" fmla="*/ 3704584 h 3811169"/>
                <a:gd name="connsiteX37" fmla="*/ 774389 w 2772385"/>
                <a:gd name="connsiteY37" fmla="*/ 3474581 h 3811169"/>
                <a:gd name="connsiteX38" fmla="*/ 740730 w 2772385"/>
                <a:gd name="connsiteY38" fmla="*/ 3205310 h 3811169"/>
                <a:gd name="connsiteX39" fmla="*/ 897805 w 2772385"/>
                <a:gd name="connsiteY39" fmla="*/ 2627499 h 3811169"/>
                <a:gd name="connsiteX40" fmla="*/ 1161466 w 2772385"/>
                <a:gd name="connsiteY40" fmla="*/ 2520912 h 3811169"/>
                <a:gd name="connsiteX41" fmla="*/ 1526104 w 2772385"/>
                <a:gd name="connsiteY41" fmla="*/ 2627499 h 3811169"/>
                <a:gd name="connsiteX42" fmla="*/ 1587812 w 2772385"/>
                <a:gd name="connsiteY42" fmla="*/ 2627499 h 3811169"/>
                <a:gd name="connsiteX43" fmla="*/ 1643910 w 2772385"/>
                <a:gd name="connsiteY43" fmla="*/ 2728476 h 3811169"/>
                <a:gd name="connsiteX44" fmla="*/ 1795375 w 2772385"/>
                <a:gd name="connsiteY44" fmla="*/ 2762134 h 3811169"/>
                <a:gd name="connsiteX45" fmla="*/ 1806595 w 2772385"/>
                <a:gd name="connsiteY45" fmla="*/ 2795793 h 3811169"/>
                <a:gd name="connsiteX46" fmla="*/ 1767326 w 2772385"/>
                <a:gd name="connsiteY46" fmla="*/ 2997747 h 3811169"/>
                <a:gd name="connsiteX47" fmla="*/ 1744887 w 2772385"/>
                <a:gd name="connsiteY47" fmla="*/ 3323116 h 3811169"/>
                <a:gd name="connsiteX48" fmla="*/ 1537324 w 2772385"/>
                <a:gd name="connsiteY48" fmla="*/ 3345555 h 3811169"/>
                <a:gd name="connsiteX49" fmla="*/ 1200735 w 2772385"/>
                <a:gd name="connsiteY49" fmla="*/ 3396044 h 3811169"/>
                <a:gd name="connsiteX50" fmla="*/ 1172686 w 2772385"/>
                <a:gd name="connsiteY50" fmla="*/ 3468971 h 3811169"/>
                <a:gd name="connsiteX51" fmla="*/ 1110978 w 2772385"/>
                <a:gd name="connsiteY51" fmla="*/ 3497020 h 3811169"/>
                <a:gd name="connsiteX52" fmla="*/ 1139027 w 2772385"/>
                <a:gd name="connsiteY52" fmla="*/ 3631656 h 3811169"/>
                <a:gd name="connsiteX53" fmla="*/ 1279272 w 2772385"/>
                <a:gd name="connsiteY53" fmla="*/ 3637266 h 3811169"/>
                <a:gd name="connsiteX54" fmla="*/ 1273662 w 2772385"/>
                <a:gd name="connsiteY54" fmla="*/ 3485801 h 3811169"/>
                <a:gd name="connsiteX55" fmla="*/ 1453176 w 2772385"/>
                <a:gd name="connsiteY55" fmla="*/ 3497020 h 3811169"/>
                <a:gd name="connsiteX56" fmla="*/ 1425127 w 2772385"/>
                <a:gd name="connsiteY56" fmla="*/ 3575558 h 3811169"/>
                <a:gd name="connsiteX57" fmla="*/ 1397078 w 2772385"/>
                <a:gd name="connsiteY57" fmla="*/ 3637266 h 3811169"/>
                <a:gd name="connsiteX58" fmla="*/ 1312931 w 2772385"/>
                <a:gd name="connsiteY58" fmla="*/ 3654095 h 3811169"/>
                <a:gd name="connsiteX59" fmla="*/ 1447567 w 2772385"/>
                <a:gd name="connsiteY59" fmla="*/ 3777511 h 3811169"/>
                <a:gd name="connsiteX60" fmla="*/ 1514884 w 2772385"/>
                <a:gd name="connsiteY60" fmla="*/ 3642876 h 3811169"/>
                <a:gd name="connsiteX61" fmla="*/ 1817814 w 2772385"/>
                <a:gd name="connsiteY61" fmla="*/ 3541899 h 3811169"/>
                <a:gd name="connsiteX62" fmla="*/ 2154403 w 2772385"/>
                <a:gd name="connsiteY62" fmla="*/ 3614826 h 3811169"/>
                <a:gd name="connsiteX63" fmla="*/ 2109525 w 2772385"/>
                <a:gd name="connsiteY63" fmla="*/ 3715803 h 3811169"/>
                <a:gd name="connsiteX64" fmla="*/ 2204892 w 2772385"/>
                <a:gd name="connsiteY64" fmla="*/ 3783121 h 3811169"/>
                <a:gd name="connsiteX65" fmla="*/ 2277819 w 2772385"/>
                <a:gd name="connsiteY65" fmla="*/ 3732633 h 3811169"/>
                <a:gd name="connsiteX66" fmla="*/ 2266600 w 2772385"/>
                <a:gd name="connsiteY66" fmla="*/ 3637266 h 3811169"/>
                <a:gd name="connsiteX67" fmla="*/ 2446114 w 2772385"/>
                <a:gd name="connsiteY67" fmla="*/ 3558728 h 3811169"/>
                <a:gd name="connsiteX68" fmla="*/ 2429284 w 2772385"/>
                <a:gd name="connsiteY68" fmla="*/ 3384824 h 3811169"/>
                <a:gd name="connsiteX69" fmla="*/ 1924401 w 2772385"/>
                <a:gd name="connsiteY69" fmla="*/ 3356775 h 3811169"/>
                <a:gd name="connsiteX70" fmla="*/ 1913181 w 2772385"/>
                <a:gd name="connsiteY70" fmla="*/ 3031406 h 3811169"/>
                <a:gd name="connsiteX71" fmla="*/ 1879522 w 2772385"/>
                <a:gd name="connsiteY71" fmla="*/ 3014576 h 3811169"/>
                <a:gd name="connsiteX72" fmla="*/ 1901962 w 2772385"/>
                <a:gd name="connsiteY72" fmla="*/ 2835062 h 3811169"/>
                <a:gd name="connsiteX73" fmla="*/ 1857083 w 2772385"/>
                <a:gd name="connsiteY73" fmla="*/ 2773354 h 3811169"/>
                <a:gd name="connsiteX74" fmla="*/ 2103915 w 2772385"/>
                <a:gd name="connsiteY74" fmla="*/ 2717256 h 3811169"/>
                <a:gd name="connsiteX75" fmla="*/ 2126354 w 2772385"/>
                <a:gd name="connsiteY75" fmla="*/ 2588230 h 3811169"/>
                <a:gd name="connsiteX76" fmla="*/ 2367576 w 2772385"/>
                <a:gd name="connsiteY76" fmla="*/ 2621889 h 3811169"/>
                <a:gd name="connsiteX77" fmla="*/ 2591969 w 2772385"/>
                <a:gd name="connsiteY77" fmla="*/ 2032858 h 3811169"/>
                <a:gd name="connsiteX78" fmla="*/ 2547090 w 2772385"/>
                <a:gd name="connsiteY78" fmla="*/ 1948711 h 3811169"/>
                <a:gd name="connsiteX79" fmla="*/ 2692946 w 2772385"/>
                <a:gd name="connsiteY79" fmla="*/ 1460657 h 3811169"/>
                <a:gd name="connsiteX80" fmla="*/ 2636848 w 2772385"/>
                <a:gd name="connsiteY80" fmla="*/ 1354071 h 3811169"/>
                <a:gd name="connsiteX81" fmla="*/ 2479772 w 2772385"/>
                <a:gd name="connsiteY81" fmla="*/ 798699 h 3811169"/>
                <a:gd name="connsiteX82" fmla="*/ 2737825 w 2772385"/>
                <a:gd name="connsiteY82" fmla="*/ 675283 h 3811169"/>
                <a:gd name="connsiteX83" fmla="*/ 2709775 w 2772385"/>
                <a:gd name="connsiteY83" fmla="*/ 434061 h 3811169"/>
                <a:gd name="connsiteX84" fmla="*/ 2625628 w 2772385"/>
                <a:gd name="connsiteY84"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549996 w 2772385"/>
                <a:gd name="connsiteY32" fmla="*/ 3788731 h 3811169"/>
                <a:gd name="connsiteX33" fmla="*/ 583655 w 2772385"/>
                <a:gd name="connsiteY33" fmla="*/ 3581168 h 3811169"/>
                <a:gd name="connsiteX34" fmla="*/ 639753 w 2772385"/>
                <a:gd name="connsiteY34" fmla="*/ 3575558 h 3811169"/>
                <a:gd name="connsiteX35" fmla="*/ 684632 w 2772385"/>
                <a:gd name="connsiteY35" fmla="*/ 3698974 h 3811169"/>
                <a:gd name="connsiteX36" fmla="*/ 768779 w 2772385"/>
                <a:gd name="connsiteY36" fmla="*/ 3704584 h 3811169"/>
                <a:gd name="connsiteX37" fmla="*/ 774389 w 2772385"/>
                <a:gd name="connsiteY37" fmla="*/ 3474581 h 3811169"/>
                <a:gd name="connsiteX38" fmla="*/ 740730 w 2772385"/>
                <a:gd name="connsiteY38" fmla="*/ 3205310 h 3811169"/>
                <a:gd name="connsiteX39" fmla="*/ 897805 w 2772385"/>
                <a:gd name="connsiteY39" fmla="*/ 2627499 h 3811169"/>
                <a:gd name="connsiteX40" fmla="*/ 1161466 w 2772385"/>
                <a:gd name="connsiteY40" fmla="*/ 2520912 h 3811169"/>
                <a:gd name="connsiteX41" fmla="*/ 1526104 w 2772385"/>
                <a:gd name="connsiteY41" fmla="*/ 2627499 h 3811169"/>
                <a:gd name="connsiteX42" fmla="*/ 1587812 w 2772385"/>
                <a:gd name="connsiteY42" fmla="*/ 2627499 h 3811169"/>
                <a:gd name="connsiteX43" fmla="*/ 1643910 w 2772385"/>
                <a:gd name="connsiteY43" fmla="*/ 2728476 h 3811169"/>
                <a:gd name="connsiteX44" fmla="*/ 1795375 w 2772385"/>
                <a:gd name="connsiteY44" fmla="*/ 2762134 h 3811169"/>
                <a:gd name="connsiteX45" fmla="*/ 1806595 w 2772385"/>
                <a:gd name="connsiteY45" fmla="*/ 2795793 h 3811169"/>
                <a:gd name="connsiteX46" fmla="*/ 1767326 w 2772385"/>
                <a:gd name="connsiteY46" fmla="*/ 2997747 h 3811169"/>
                <a:gd name="connsiteX47" fmla="*/ 1744887 w 2772385"/>
                <a:gd name="connsiteY47" fmla="*/ 3323116 h 3811169"/>
                <a:gd name="connsiteX48" fmla="*/ 1537324 w 2772385"/>
                <a:gd name="connsiteY48" fmla="*/ 3345555 h 3811169"/>
                <a:gd name="connsiteX49" fmla="*/ 1200735 w 2772385"/>
                <a:gd name="connsiteY49" fmla="*/ 3396044 h 3811169"/>
                <a:gd name="connsiteX50" fmla="*/ 1172686 w 2772385"/>
                <a:gd name="connsiteY50" fmla="*/ 3468971 h 3811169"/>
                <a:gd name="connsiteX51" fmla="*/ 1110978 w 2772385"/>
                <a:gd name="connsiteY51" fmla="*/ 3497020 h 3811169"/>
                <a:gd name="connsiteX52" fmla="*/ 1139027 w 2772385"/>
                <a:gd name="connsiteY52" fmla="*/ 3631656 h 3811169"/>
                <a:gd name="connsiteX53" fmla="*/ 1279272 w 2772385"/>
                <a:gd name="connsiteY53" fmla="*/ 3637266 h 3811169"/>
                <a:gd name="connsiteX54" fmla="*/ 1273662 w 2772385"/>
                <a:gd name="connsiteY54" fmla="*/ 3485801 h 3811169"/>
                <a:gd name="connsiteX55" fmla="*/ 1453176 w 2772385"/>
                <a:gd name="connsiteY55" fmla="*/ 3497020 h 3811169"/>
                <a:gd name="connsiteX56" fmla="*/ 1425127 w 2772385"/>
                <a:gd name="connsiteY56" fmla="*/ 3575558 h 3811169"/>
                <a:gd name="connsiteX57" fmla="*/ 1397078 w 2772385"/>
                <a:gd name="connsiteY57" fmla="*/ 3637266 h 3811169"/>
                <a:gd name="connsiteX58" fmla="*/ 1312931 w 2772385"/>
                <a:gd name="connsiteY58" fmla="*/ 3654095 h 3811169"/>
                <a:gd name="connsiteX59" fmla="*/ 1447567 w 2772385"/>
                <a:gd name="connsiteY59" fmla="*/ 3777511 h 3811169"/>
                <a:gd name="connsiteX60" fmla="*/ 1514884 w 2772385"/>
                <a:gd name="connsiteY60" fmla="*/ 3642876 h 3811169"/>
                <a:gd name="connsiteX61" fmla="*/ 1817814 w 2772385"/>
                <a:gd name="connsiteY61" fmla="*/ 3541899 h 3811169"/>
                <a:gd name="connsiteX62" fmla="*/ 2154403 w 2772385"/>
                <a:gd name="connsiteY62" fmla="*/ 3614826 h 3811169"/>
                <a:gd name="connsiteX63" fmla="*/ 2109525 w 2772385"/>
                <a:gd name="connsiteY63" fmla="*/ 3715803 h 3811169"/>
                <a:gd name="connsiteX64" fmla="*/ 2204892 w 2772385"/>
                <a:gd name="connsiteY64" fmla="*/ 3783121 h 3811169"/>
                <a:gd name="connsiteX65" fmla="*/ 2277819 w 2772385"/>
                <a:gd name="connsiteY65" fmla="*/ 3732633 h 3811169"/>
                <a:gd name="connsiteX66" fmla="*/ 2266600 w 2772385"/>
                <a:gd name="connsiteY66" fmla="*/ 3637266 h 3811169"/>
                <a:gd name="connsiteX67" fmla="*/ 2446114 w 2772385"/>
                <a:gd name="connsiteY67" fmla="*/ 3558728 h 3811169"/>
                <a:gd name="connsiteX68" fmla="*/ 2429284 w 2772385"/>
                <a:gd name="connsiteY68" fmla="*/ 3384824 h 3811169"/>
                <a:gd name="connsiteX69" fmla="*/ 1924401 w 2772385"/>
                <a:gd name="connsiteY69" fmla="*/ 3356775 h 3811169"/>
                <a:gd name="connsiteX70" fmla="*/ 1913181 w 2772385"/>
                <a:gd name="connsiteY70" fmla="*/ 3031406 h 3811169"/>
                <a:gd name="connsiteX71" fmla="*/ 1879522 w 2772385"/>
                <a:gd name="connsiteY71" fmla="*/ 3014576 h 3811169"/>
                <a:gd name="connsiteX72" fmla="*/ 1901962 w 2772385"/>
                <a:gd name="connsiteY72" fmla="*/ 2835062 h 3811169"/>
                <a:gd name="connsiteX73" fmla="*/ 1857083 w 2772385"/>
                <a:gd name="connsiteY73" fmla="*/ 2773354 h 3811169"/>
                <a:gd name="connsiteX74" fmla="*/ 2103915 w 2772385"/>
                <a:gd name="connsiteY74" fmla="*/ 2717256 h 3811169"/>
                <a:gd name="connsiteX75" fmla="*/ 2126354 w 2772385"/>
                <a:gd name="connsiteY75" fmla="*/ 2588230 h 3811169"/>
                <a:gd name="connsiteX76" fmla="*/ 2367576 w 2772385"/>
                <a:gd name="connsiteY76" fmla="*/ 2621889 h 3811169"/>
                <a:gd name="connsiteX77" fmla="*/ 2591969 w 2772385"/>
                <a:gd name="connsiteY77" fmla="*/ 2032858 h 3811169"/>
                <a:gd name="connsiteX78" fmla="*/ 2547090 w 2772385"/>
                <a:gd name="connsiteY78" fmla="*/ 1948711 h 3811169"/>
                <a:gd name="connsiteX79" fmla="*/ 2692946 w 2772385"/>
                <a:gd name="connsiteY79" fmla="*/ 1460657 h 3811169"/>
                <a:gd name="connsiteX80" fmla="*/ 2636848 w 2772385"/>
                <a:gd name="connsiteY80" fmla="*/ 1354071 h 3811169"/>
                <a:gd name="connsiteX81" fmla="*/ 2479772 w 2772385"/>
                <a:gd name="connsiteY81" fmla="*/ 798699 h 3811169"/>
                <a:gd name="connsiteX82" fmla="*/ 2737825 w 2772385"/>
                <a:gd name="connsiteY82" fmla="*/ 675283 h 3811169"/>
                <a:gd name="connsiteX83" fmla="*/ 2709775 w 2772385"/>
                <a:gd name="connsiteY83" fmla="*/ 434061 h 3811169"/>
                <a:gd name="connsiteX84" fmla="*/ 2625628 w 2772385"/>
                <a:gd name="connsiteY84"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549996 w 2772385"/>
                <a:gd name="connsiteY32" fmla="*/ 3788731 h 3811169"/>
                <a:gd name="connsiteX33" fmla="*/ 583655 w 2772385"/>
                <a:gd name="connsiteY33" fmla="*/ 3581168 h 3811169"/>
                <a:gd name="connsiteX34" fmla="*/ 639753 w 2772385"/>
                <a:gd name="connsiteY34" fmla="*/ 3575558 h 3811169"/>
                <a:gd name="connsiteX35" fmla="*/ 684632 w 2772385"/>
                <a:gd name="connsiteY35" fmla="*/ 3698974 h 3811169"/>
                <a:gd name="connsiteX36" fmla="*/ 768779 w 2772385"/>
                <a:gd name="connsiteY36" fmla="*/ 3704584 h 3811169"/>
                <a:gd name="connsiteX37" fmla="*/ 774389 w 2772385"/>
                <a:gd name="connsiteY37" fmla="*/ 3474581 h 3811169"/>
                <a:gd name="connsiteX38" fmla="*/ 740730 w 2772385"/>
                <a:gd name="connsiteY38" fmla="*/ 3205310 h 3811169"/>
                <a:gd name="connsiteX39" fmla="*/ 897805 w 2772385"/>
                <a:gd name="connsiteY39" fmla="*/ 2627499 h 3811169"/>
                <a:gd name="connsiteX40" fmla="*/ 1161466 w 2772385"/>
                <a:gd name="connsiteY40" fmla="*/ 2520912 h 3811169"/>
                <a:gd name="connsiteX41" fmla="*/ 1526104 w 2772385"/>
                <a:gd name="connsiteY41" fmla="*/ 2627499 h 3811169"/>
                <a:gd name="connsiteX42" fmla="*/ 1587812 w 2772385"/>
                <a:gd name="connsiteY42" fmla="*/ 2627499 h 3811169"/>
                <a:gd name="connsiteX43" fmla="*/ 1643910 w 2772385"/>
                <a:gd name="connsiteY43" fmla="*/ 2728476 h 3811169"/>
                <a:gd name="connsiteX44" fmla="*/ 1795375 w 2772385"/>
                <a:gd name="connsiteY44" fmla="*/ 2762134 h 3811169"/>
                <a:gd name="connsiteX45" fmla="*/ 1806595 w 2772385"/>
                <a:gd name="connsiteY45" fmla="*/ 2795793 h 3811169"/>
                <a:gd name="connsiteX46" fmla="*/ 1767326 w 2772385"/>
                <a:gd name="connsiteY46" fmla="*/ 2997747 h 3811169"/>
                <a:gd name="connsiteX47" fmla="*/ 1744887 w 2772385"/>
                <a:gd name="connsiteY47" fmla="*/ 3323116 h 3811169"/>
                <a:gd name="connsiteX48" fmla="*/ 1537324 w 2772385"/>
                <a:gd name="connsiteY48" fmla="*/ 3345555 h 3811169"/>
                <a:gd name="connsiteX49" fmla="*/ 1200735 w 2772385"/>
                <a:gd name="connsiteY49" fmla="*/ 3396044 h 3811169"/>
                <a:gd name="connsiteX50" fmla="*/ 1172686 w 2772385"/>
                <a:gd name="connsiteY50" fmla="*/ 3468971 h 3811169"/>
                <a:gd name="connsiteX51" fmla="*/ 1110978 w 2772385"/>
                <a:gd name="connsiteY51" fmla="*/ 3497020 h 3811169"/>
                <a:gd name="connsiteX52" fmla="*/ 1139027 w 2772385"/>
                <a:gd name="connsiteY52" fmla="*/ 3631656 h 3811169"/>
                <a:gd name="connsiteX53" fmla="*/ 1279272 w 2772385"/>
                <a:gd name="connsiteY53" fmla="*/ 3637266 h 3811169"/>
                <a:gd name="connsiteX54" fmla="*/ 1273662 w 2772385"/>
                <a:gd name="connsiteY54" fmla="*/ 3485801 h 3811169"/>
                <a:gd name="connsiteX55" fmla="*/ 1453176 w 2772385"/>
                <a:gd name="connsiteY55" fmla="*/ 3497020 h 3811169"/>
                <a:gd name="connsiteX56" fmla="*/ 1425127 w 2772385"/>
                <a:gd name="connsiteY56" fmla="*/ 3575558 h 3811169"/>
                <a:gd name="connsiteX57" fmla="*/ 1397078 w 2772385"/>
                <a:gd name="connsiteY57" fmla="*/ 3637266 h 3811169"/>
                <a:gd name="connsiteX58" fmla="*/ 1312931 w 2772385"/>
                <a:gd name="connsiteY58" fmla="*/ 3654095 h 3811169"/>
                <a:gd name="connsiteX59" fmla="*/ 1447567 w 2772385"/>
                <a:gd name="connsiteY59" fmla="*/ 3777511 h 3811169"/>
                <a:gd name="connsiteX60" fmla="*/ 1514884 w 2772385"/>
                <a:gd name="connsiteY60" fmla="*/ 3642876 h 3811169"/>
                <a:gd name="connsiteX61" fmla="*/ 1817814 w 2772385"/>
                <a:gd name="connsiteY61" fmla="*/ 3541899 h 3811169"/>
                <a:gd name="connsiteX62" fmla="*/ 2154403 w 2772385"/>
                <a:gd name="connsiteY62" fmla="*/ 3614826 h 3811169"/>
                <a:gd name="connsiteX63" fmla="*/ 2109525 w 2772385"/>
                <a:gd name="connsiteY63" fmla="*/ 3715803 h 3811169"/>
                <a:gd name="connsiteX64" fmla="*/ 2204892 w 2772385"/>
                <a:gd name="connsiteY64" fmla="*/ 3783121 h 3811169"/>
                <a:gd name="connsiteX65" fmla="*/ 2277819 w 2772385"/>
                <a:gd name="connsiteY65" fmla="*/ 3732633 h 3811169"/>
                <a:gd name="connsiteX66" fmla="*/ 2266600 w 2772385"/>
                <a:gd name="connsiteY66" fmla="*/ 3637266 h 3811169"/>
                <a:gd name="connsiteX67" fmla="*/ 2446114 w 2772385"/>
                <a:gd name="connsiteY67" fmla="*/ 3558728 h 3811169"/>
                <a:gd name="connsiteX68" fmla="*/ 2429284 w 2772385"/>
                <a:gd name="connsiteY68" fmla="*/ 3384824 h 3811169"/>
                <a:gd name="connsiteX69" fmla="*/ 1924401 w 2772385"/>
                <a:gd name="connsiteY69" fmla="*/ 3356775 h 3811169"/>
                <a:gd name="connsiteX70" fmla="*/ 1913181 w 2772385"/>
                <a:gd name="connsiteY70" fmla="*/ 3031406 h 3811169"/>
                <a:gd name="connsiteX71" fmla="*/ 1879522 w 2772385"/>
                <a:gd name="connsiteY71" fmla="*/ 3014576 h 3811169"/>
                <a:gd name="connsiteX72" fmla="*/ 1901962 w 2772385"/>
                <a:gd name="connsiteY72" fmla="*/ 2835062 h 3811169"/>
                <a:gd name="connsiteX73" fmla="*/ 1857083 w 2772385"/>
                <a:gd name="connsiteY73" fmla="*/ 2773354 h 3811169"/>
                <a:gd name="connsiteX74" fmla="*/ 2103915 w 2772385"/>
                <a:gd name="connsiteY74" fmla="*/ 2717256 h 3811169"/>
                <a:gd name="connsiteX75" fmla="*/ 2126354 w 2772385"/>
                <a:gd name="connsiteY75" fmla="*/ 2588230 h 3811169"/>
                <a:gd name="connsiteX76" fmla="*/ 2367576 w 2772385"/>
                <a:gd name="connsiteY76" fmla="*/ 2621889 h 3811169"/>
                <a:gd name="connsiteX77" fmla="*/ 2591969 w 2772385"/>
                <a:gd name="connsiteY77" fmla="*/ 2032858 h 3811169"/>
                <a:gd name="connsiteX78" fmla="*/ 2547090 w 2772385"/>
                <a:gd name="connsiteY78" fmla="*/ 1948711 h 3811169"/>
                <a:gd name="connsiteX79" fmla="*/ 2692946 w 2772385"/>
                <a:gd name="connsiteY79" fmla="*/ 1460657 h 3811169"/>
                <a:gd name="connsiteX80" fmla="*/ 2636848 w 2772385"/>
                <a:gd name="connsiteY80" fmla="*/ 1354071 h 3811169"/>
                <a:gd name="connsiteX81" fmla="*/ 2479772 w 2772385"/>
                <a:gd name="connsiteY81" fmla="*/ 798699 h 3811169"/>
                <a:gd name="connsiteX82" fmla="*/ 2737825 w 2772385"/>
                <a:gd name="connsiteY82" fmla="*/ 675283 h 3811169"/>
                <a:gd name="connsiteX83" fmla="*/ 2709775 w 2772385"/>
                <a:gd name="connsiteY83" fmla="*/ 434061 h 3811169"/>
                <a:gd name="connsiteX84" fmla="*/ 2625628 w 2772385"/>
                <a:gd name="connsiteY84"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583655 w 2772385"/>
                <a:gd name="connsiteY33" fmla="*/ 3581168 h 3811169"/>
                <a:gd name="connsiteX34" fmla="*/ 639753 w 2772385"/>
                <a:gd name="connsiteY34" fmla="*/ 3575558 h 3811169"/>
                <a:gd name="connsiteX35" fmla="*/ 684632 w 2772385"/>
                <a:gd name="connsiteY35" fmla="*/ 3698974 h 3811169"/>
                <a:gd name="connsiteX36" fmla="*/ 768779 w 2772385"/>
                <a:gd name="connsiteY36" fmla="*/ 3704584 h 3811169"/>
                <a:gd name="connsiteX37" fmla="*/ 774389 w 2772385"/>
                <a:gd name="connsiteY37" fmla="*/ 3474581 h 3811169"/>
                <a:gd name="connsiteX38" fmla="*/ 740730 w 2772385"/>
                <a:gd name="connsiteY38" fmla="*/ 3205310 h 3811169"/>
                <a:gd name="connsiteX39" fmla="*/ 897805 w 2772385"/>
                <a:gd name="connsiteY39" fmla="*/ 2627499 h 3811169"/>
                <a:gd name="connsiteX40" fmla="*/ 1161466 w 2772385"/>
                <a:gd name="connsiteY40" fmla="*/ 2520912 h 3811169"/>
                <a:gd name="connsiteX41" fmla="*/ 1526104 w 2772385"/>
                <a:gd name="connsiteY41" fmla="*/ 2627499 h 3811169"/>
                <a:gd name="connsiteX42" fmla="*/ 1587812 w 2772385"/>
                <a:gd name="connsiteY42" fmla="*/ 2627499 h 3811169"/>
                <a:gd name="connsiteX43" fmla="*/ 1643910 w 2772385"/>
                <a:gd name="connsiteY43" fmla="*/ 2728476 h 3811169"/>
                <a:gd name="connsiteX44" fmla="*/ 1795375 w 2772385"/>
                <a:gd name="connsiteY44" fmla="*/ 2762134 h 3811169"/>
                <a:gd name="connsiteX45" fmla="*/ 1806595 w 2772385"/>
                <a:gd name="connsiteY45" fmla="*/ 2795793 h 3811169"/>
                <a:gd name="connsiteX46" fmla="*/ 1767326 w 2772385"/>
                <a:gd name="connsiteY46" fmla="*/ 2997747 h 3811169"/>
                <a:gd name="connsiteX47" fmla="*/ 1744887 w 2772385"/>
                <a:gd name="connsiteY47" fmla="*/ 3323116 h 3811169"/>
                <a:gd name="connsiteX48" fmla="*/ 1537324 w 2772385"/>
                <a:gd name="connsiteY48" fmla="*/ 3345555 h 3811169"/>
                <a:gd name="connsiteX49" fmla="*/ 1200735 w 2772385"/>
                <a:gd name="connsiteY49" fmla="*/ 3396044 h 3811169"/>
                <a:gd name="connsiteX50" fmla="*/ 1172686 w 2772385"/>
                <a:gd name="connsiteY50" fmla="*/ 3468971 h 3811169"/>
                <a:gd name="connsiteX51" fmla="*/ 1110978 w 2772385"/>
                <a:gd name="connsiteY51" fmla="*/ 3497020 h 3811169"/>
                <a:gd name="connsiteX52" fmla="*/ 1139027 w 2772385"/>
                <a:gd name="connsiteY52" fmla="*/ 3631656 h 3811169"/>
                <a:gd name="connsiteX53" fmla="*/ 1279272 w 2772385"/>
                <a:gd name="connsiteY53" fmla="*/ 3637266 h 3811169"/>
                <a:gd name="connsiteX54" fmla="*/ 1273662 w 2772385"/>
                <a:gd name="connsiteY54" fmla="*/ 3485801 h 3811169"/>
                <a:gd name="connsiteX55" fmla="*/ 1453176 w 2772385"/>
                <a:gd name="connsiteY55" fmla="*/ 3497020 h 3811169"/>
                <a:gd name="connsiteX56" fmla="*/ 1425127 w 2772385"/>
                <a:gd name="connsiteY56" fmla="*/ 3575558 h 3811169"/>
                <a:gd name="connsiteX57" fmla="*/ 1397078 w 2772385"/>
                <a:gd name="connsiteY57" fmla="*/ 3637266 h 3811169"/>
                <a:gd name="connsiteX58" fmla="*/ 1312931 w 2772385"/>
                <a:gd name="connsiteY58" fmla="*/ 3654095 h 3811169"/>
                <a:gd name="connsiteX59" fmla="*/ 1447567 w 2772385"/>
                <a:gd name="connsiteY59" fmla="*/ 3777511 h 3811169"/>
                <a:gd name="connsiteX60" fmla="*/ 1514884 w 2772385"/>
                <a:gd name="connsiteY60" fmla="*/ 3642876 h 3811169"/>
                <a:gd name="connsiteX61" fmla="*/ 1817814 w 2772385"/>
                <a:gd name="connsiteY61" fmla="*/ 3541899 h 3811169"/>
                <a:gd name="connsiteX62" fmla="*/ 2154403 w 2772385"/>
                <a:gd name="connsiteY62" fmla="*/ 3614826 h 3811169"/>
                <a:gd name="connsiteX63" fmla="*/ 2109525 w 2772385"/>
                <a:gd name="connsiteY63" fmla="*/ 3715803 h 3811169"/>
                <a:gd name="connsiteX64" fmla="*/ 2204892 w 2772385"/>
                <a:gd name="connsiteY64" fmla="*/ 3783121 h 3811169"/>
                <a:gd name="connsiteX65" fmla="*/ 2277819 w 2772385"/>
                <a:gd name="connsiteY65" fmla="*/ 3732633 h 3811169"/>
                <a:gd name="connsiteX66" fmla="*/ 2266600 w 2772385"/>
                <a:gd name="connsiteY66" fmla="*/ 3637266 h 3811169"/>
                <a:gd name="connsiteX67" fmla="*/ 2446114 w 2772385"/>
                <a:gd name="connsiteY67" fmla="*/ 3558728 h 3811169"/>
                <a:gd name="connsiteX68" fmla="*/ 2429284 w 2772385"/>
                <a:gd name="connsiteY68" fmla="*/ 3384824 h 3811169"/>
                <a:gd name="connsiteX69" fmla="*/ 1924401 w 2772385"/>
                <a:gd name="connsiteY69" fmla="*/ 3356775 h 3811169"/>
                <a:gd name="connsiteX70" fmla="*/ 1913181 w 2772385"/>
                <a:gd name="connsiteY70" fmla="*/ 3031406 h 3811169"/>
                <a:gd name="connsiteX71" fmla="*/ 1879522 w 2772385"/>
                <a:gd name="connsiteY71" fmla="*/ 3014576 h 3811169"/>
                <a:gd name="connsiteX72" fmla="*/ 1901962 w 2772385"/>
                <a:gd name="connsiteY72" fmla="*/ 2835062 h 3811169"/>
                <a:gd name="connsiteX73" fmla="*/ 1857083 w 2772385"/>
                <a:gd name="connsiteY73" fmla="*/ 2773354 h 3811169"/>
                <a:gd name="connsiteX74" fmla="*/ 2103915 w 2772385"/>
                <a:gd name="connsiteY74" fmla="*/ 2717256 h 3811169"/>
                <a:gd name="connsiteX75" fmla="*/ 2126354 w 2772385"/>
                <a:gd name="connsiteY75" fmla="*/ 2588230 h 3811169"/>
                <a:gd name="connsiteX76" fmla="*/ 2367576 w 2772385"/>
                <a:gd name="connsiteY76" fmla="*/ 2621889 h 3811169"/>
                <a:gd name="connsiteX77" fmla="*/ 2591969 w 2772385"/>
                <a:gd name="connsiteY77" fmla="*/ 2032858 h 3811169"/>
                <a:gd name="connsiteX78" fmla="*/ 2547090 w 2772385"/>
                <a:gd name="connsiteY78" fmla="*/ 1948711 h 3811169"/>
                <a:gd name="connsiteX79" fmla="*/ 2692946 w 2772385"/>
                <a:gd name="connsiteY79" fmla="*/ 1460657 h 3811169"/>
                <a:gd name="connsiteX80" fmla="*/ 2636848 w 2772385"/>
                <a:gd name="connsiteY80" fmla="*/ 1354071 h 3811169"/>
                <a:gd name="connsiteX81" fmla="*/ 2479772 w 2772385"/>
                <a:gd name="connsiteY81" fmla="*/ 798699 h 3811169"/>
                <a:gd name="connsiteX82" fmla="*/ 2737825 w 2772385"/>
                <a:gd name="connsiteY82" fmla="*/ 675283 h 3811169"/>
                <a:gd name="connsiteX83" fmla="*/ 2709775 w 2772385"/>
                <a:gd name="connsiteY83" fmla="*/ 434061 h 3811169"/>
                <a:gd name="connsiteX84" fmla="*/ 2625628 w 2772385"/>
                <a:gd name="connsiteY84"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583655 w 2772385"/>
                <a:gd name="connsiteY33" fmla="*/ 3581168 h 3811169"/>
                <a:gd name="connsiteX34" fmla="*/ 673412 w 2772385"/>
                <a:gd name="connsiteY34" fmla="*/ 3564338 h 3811169"/>
                <a:gd name="connsiteX35" fmla="*/ 684632 w 2772385"/>
                <a:gd name="connsiteY35" fmla="*/ 3698974 h 3811169"/>
                <a:gd name="connsiteX36" fmla="*/ 768779 w 2772385"/>
                <a:gd name="connsiteY36" fmla="*/ 3704584 h 3811169"/>
                <a:gd name="connsiteX37" fmla="*/ 774389 w 2772385"/>
                <a:gd name="connsiteY37" fmla="*/ 3474581 h 3811169"/>
                <a:gd name="connsiteX38" fmla="*/ 740730 w 2772385"/>
                <a:gd name="connsiteY38" fmla="*/ 3205310 h 3811169"/>
                <a:gd name="connsiteX39" fmla="*/ 897805 w 2772385"/>
                <a:gd name="connsiteY39" fmla="*/ 2627499 h 3811169"/>
                <a:gd name="connsiteX40" fmla="*/ 1161466 w 2772385"/>
                <a:gd name="connsiteY40" fmla="*/ 2520912 h 3811169"/>
                <a:gd name="connsiteX41" fmla="*/ 1526104 w 2772385"/>
                <a:gd name="connsiteY41" fmla="*/ 2627499 h 3811169"/>
                <a:gd name="connsiteX42" fmla="*/ 1587812 w 2772385"/>
                <a:gd name="connsiteY42" fmla="*/ 2627499 h 3811169"/>
                <a:gd name="connsiteX43" fmla="*/ 1643910 w 2772385"/>
                <a:gd name="connsiteY43" fmla="*/ 2728476 h 3811169"/>
                <a:gd name="connsiteX44" fmla="*/ 1795375 w 2772385"/>
                <a:gd name="connsiteY44" fmla="*/ 2762134 h 3811169"/>
                <a:gd name="connsiteX45" fmla="*/ 1806595 w 2772385"/>
                <a:gd name="connsiteY45" fmla="*/ 2795793 h 3811169"/>
                <a:gd name="connsiteX46" fmla="*/ 1767326 w 2772385"/>
                <a:gd name="connsiteY46" fmla="*/ 2997747 h 3811169"/>
                <a:gd name="connsiteX47" fmla="*/ 1744887 w 2772385"/>
                <a:gd name="connsiteY47" fmla="*/ 3323116 h 3811169"/>
                <a:gd name="connsiteX48" fmla="*/ 1537324 w 2772385"/>
                <a:gd name="connsiteY48" fmla="*/ 3345555 h 3811169"/>
                <a:gd name="connsiteX49" fmla="*/ 1200735 w 2772385"/>
                <a:gd name="connsiteY49" fmla="*/ 3396044 h 3811169"/>
                <a:gd name="connsiteX50" fmla="*/ 1172686 w 2772385"/>
                <a:gd name="connsiteY50" fmla="*/ 3468971 h 3811169"/>
                <a:gd name="connsiteX51" fmla="*/ 1110978 w 2772385"/>
                <a:gd name="connsiteY51" fmla="*/ 3497020 h 3811169"/>
                <a:gd name="connsiteX52" fmla="*/ 1139027 w 2772385"/>
                <a:gd name="connsiteY52" fmla="*/ 3631656 h 3811169"/>
                <a:gd name="connsiteX53" fmla="*/ 1279272 w 2772385"/>
                <a:gd name="connsiteY53" fmla="*/ 3637266 h 3811169"/>
                <a:gd name="connsiteX54" fmla="*/ 1273662 w 2772385"/>
                <a:gd name="connsiteY54" fmla="*/ 3485801 h 3811169"/>
                <a:gd name="connsiteX55" fmla="*/ 1453176 w 2772385"/>
                <a:gd name="connsiteY55" fmla="*/ 3497020 h 3811169"/>
                <a:gd name="connsiteX56" fmla="*/ 1425127 w 2772385"/>
                <a:gd name="connsiteY56" fmla="*/ 3575558 h 3811169"/>
                <a:gd name="connsiteX57" fmla="*/ 1397078 w 2772385"/>
                <a:gd name="connsiteY57" fmla="*/ 3637266 h 3811169"/>
                <a:gd name="connsiteX58" fmla="*/ 1312931 w 2772385"/>
                <a:gd name="connsiteY58" fmla="*/ 3654095 h 3811169"/>
                <a:gd name="connsiteX59" fmla="*/ 1447567 w 2772385"/>
                <a:gd name="connsiteY59" fmla="*/ 3777511 h 3811169"/>
                <a:gd name="connsiteX60" fmla="*/ 1514884 w 2772385"/>
                <a:gd name="connsiteY60" fmla="*/ 3642876 h 3811169"/>
                <a:gd name="connsiteX61" fmla="*/ 1817814 w 2772385"/>
                <a:gd name="connsiteY61" fmla="*/ 3541899 h 3811169"/>
                <a:gd name="connsiteX62" fmla="*/ 2154403 w 2772385"/>
                <a:gd name="connsiteY62" fmla="*/ 3614826 h 3811169"/>
                <a:gd name="connsiteX63" fmla="*/ 2109525 w 2772385"/>
                <a:gd name="connsiteY63" fmla="*/ 3715803 h 3811169"/>
                <a:gd name="connsiteX64" fmla="*/ 2204892 w 2772385"/>
                <a:gd name="connsiteY64" fmla="*/ 3783121 h 3811169"/>
                <a:gd name="connsiteX65" fmla="*/ 2277819 w 2772385"/>
                <a:gd name="connsiteY65" fmla="*/ 3732633 h 3811169"/>
                <a:gd name="connsiteX66" fmla="*/ 2266600 w 2772385"/>
                <a:gd name="connsiteY66" fmla="*/ 3637266 h 3811169"/>
                <a:gd name="connsiteX67" fmla="*/ 2446114 w 2772385"/>
                <a:gd name="connsiteY67" fmla="*/ 3558728 h 3811169"/>
                <a:gd name="connsiteX68" fmla="*/ 2429284 w 2772385"/>
                <a:gd name="connsiteY68" fmla="*/ 3384824 h 3811169"/>
                <a:gd name="connsiteX69" fmla="*/ 1924401 w 2772385"/>
                <a:gd name="connsiteY69" fmla="*/ 3356775 h 3811169"/>
                <a:gd name="connsiteX70" fmla="*/ 1913181 w 2772385"/>
                <a:gd name="connsiteY70" fmla="*/ 3031406 h 3811169"/>
                <a:gd name="connsiteX71" fmla="*/ 1879522 w 2772385"/>
                <a:gd name="connsiteY71" fmla="*/ 3014576 h 3811169"/>
                <a:gd name="connsiteX72" fmla="*/ 1901962 w 2772385"/>
                <a:gd name="connsiteY72" fmla="*/ 2835062 h 3811169"/>
                <a:gd name="connsiteX73" fmla="*/ 1857083 w 2772385"/>
                <a:gd name="connsiteY73" fmla="*/ 2773354 h 3811169"/>
                <a:gd name="connsiteX74" fmla="*/ 2103915 w 2772385"/>
                <a:gd name="connsiteY74" fmla="*/ 2717256 h 3811169"/>
                <a:gd name="connsiteX75" fmla="*/ 2126354 w 2772385"/>
                <a:gd name="connsiteY75" fmla="*/ 2588230 h 3811169"/>
                <a:gd name="connsiteX76" fmla="*/ 2367576 w 2772385"/>
                <a:gd name="connsiteY76" fmla="*/ 2621889 h 3811169"/>
                <a:gd name="connsiteX77" fmla="*/ 2591969 w 2772385"/>
                <a:gd name="connsiteY77" fmla="*/ 2032858 h 3811169"/>
                <a:gd name="connsiteX78" fmla="*/ 2547090 w 2772385"/>
                <a:gd name="connsiteY78" fmla="*/ 1948711 h 3811169"/>
                <a:gd name="connsiteX79" fmla="*/ 2692946 w 2772385"/>
                <a:gd name="connsiteY79" fmla="*/ 1460657 h 3811169"/>
                <a:gd name="connsiteX80" fmla="*/ 2636848 w 2772385"/>
                <a:gd name="connsiteY80" fmla="*/ 1354071 h 3811169"/>
                <a:gd name="connsiteX81" fmla="*/ 2479772 w 2772385"/>
                <a:gd name="connsiteY81" fmla="*/ 798699 h 3811169"/>
                <a:gd name="connsiteX82" fmla="*/ 2737825 w 2772385"/>
                <a:gd name="connsiteY82" fmla="*/ 675283 h 3811169"/>
                <a:gd name="connsiteX83" fmla="*/ 2709775 w 2772385"/>
                <a:gd name="connsiteY83" fmla="*/ 434061 h 3811169"/>
                <a:gd name="connsiteX84" fmla="*/ 2625628 w 2772385"/>
                <a:gd name="connsiteY84"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583655 w 2772385"/>
                <a:gd name="connsiteY33" fmla="*/ 3581168 h 3811169"/>
                <a:gd name="connsiteX34" fmla="*/ 684632 w 2772385"/>
                <a:gd name="connsiteY34" fmla="*/ 3698974 h 3811169"/>
                <a:gd name="connsiteX35" fmla="*/ 768779 w 2772385"/>
                <a:gd name="connsiteY35" fmla="*/ 3704584 h 3811169"/>
                <a:gd name="connsiteX36" fmla="*/ 774389 w 2772385"/>
                <a:gd name="connsiteY36" fmla="*/ 3474581 h 3811169"/>
                <a:gd name="connsiteX37" fmla="*/ 740730 w 2772385"/>
                <a:gd name="connsiteY37" fmla="*/ 3205310 h 3811169"/>
                <a:gd name="connsiteX38" fmla="*/ 897805 w 2772385"/>
                <a:gd name="connsiteY38" fmla="*/ 2627499 h 3811169"/>
                <a:gd name="connsiteX39" fmla="*/ 1161466 w 2772385"/>
                <a:gd name="connsiteY39" fmla="*/ 2520912 h 3811169"/>
                <a:gd name="connsiteX40" fmla="*/ 1526104 w 2772385"/>
                <a:gd name="connsiteY40" fmla="*/ 2627499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806595 w 2772385"/>
                <a:gd name="connsiteY44" fmla="*/ 279579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103915 w 2772385"/>
                <a:gd name="connsiteY73" fmla="*/ 2717256 h 3811169"/>
                <a:gd name="connsiteX74" fmla="*/ 2126354 w 2772385"/>
                <a:gd name="connsiteY74" fmla="*/ 2588230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84632 w 2772385"/>
                <a:gd name="connsiteY34" fmla="*/ 3698974 h 3811169"/>
                <a:gd name="connsiteX35" fmla="*/ 768779 w 2772385"/>
                <a:gd name="connsiteY35" fmla="*/ 3704584 h 3811169"/>
                <a:gd name="connsiteX36" fmla="*/ 774389 w 2772385"/>
                <a:gd name="connsiteY36" fmla="*/ 3474581 h 3811169"/>
                <a:gd name="connsiteX37" fmla="*/ 740730 w 2772385"/>
                <a:gd name="connsiteY37" fmla="*/ 3205310 h 3811169"/>
                <a:gd name="connsiteX38" fmla="*/ 897805 w 2772385"/>
                <a:gd name="connsiteY38" fmla="*/ 2627499 h 3811169"/>
                <a:gd name="connsiteX39" fmla="*/ 1161466 w 2772385"/>
                <a:gd name="connsiteY39" fmla="*/ 2520912 h 3811169"/>
                <a:gd name="connsiteX40" fmla="*/ 1526104 w 2772385"/>
                <a:gd name="connsiteY40" fmla="*/ 2627499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806595 w 2772385"/>
                <a:gd name="connsiteY44" fmla="*/ 279579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103915 w 2772385"/>
                <a:gd name="connsiteY73" fmla="*/ 2717256 h 3811169"/>
                <a:gd name="connsiteX74" fmla="*/ 2126354 w 2772385"/>
                <a:gd name="connsiteY74" fmla="*/ 2588230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84632 w 2772385"/>
                <a:gd name="connsiteY34" fmla="*/ 3698974 h 3811169"/>
                <a:gd name="connsiteX35" fmla="*/ 768779 w 2772385"/>
                <a:gd name="connsiteY35" fmla="*/ 3704584 h 3811169"/>
                <a:gd name="connsiteX36" fmla="*/ 774389 w 2772385"/>
                <a:gd name="connsiteY36" fmla="*/ 3474581 h 3811169"/>
                <a:gd name="connsiteX37" fmla="*/ 740730 w 2772385"/>
                <a:gd name="connsiteY37" fmla="*/ 3205310 h 3811169"/>
                <a:gd name="connsiteX38" fmla="*/ 897805 w 2772385"/>
                <a:gd name="connsiteY38" fmla="*/ 2627499 h 3811169"/>
                <a:gd name="connsiteX39" fmla="*/ 1161466 w 2772385"/>
                <a:gd name="connsiteY39" fmla="*/ 2520912 h 3811169"/>
                <a:gd name="connsiteX40" fmla="*/ 1526104 w 2772385"/>
                <a:gd name="connsiteY40" fmla="*/ 2627499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806595 w 2772385"/>
                <a:gd name="connsiteY44" fmla="*/ 279579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103915 w 2772385"/>
                <a:gd name="connsiteY73" fmla="*/ 2717256 h 3811169"/>
                <a:gd name="connsiteX74" fmla="*/ 2126354 w 2772385"/>
                <a:gd name="connsiteY74" fmla="*/ 2588230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84632 w 2772385"/>
                <a:gd name="connsiteY34" fmla="*/ 3698974 h 3811169"/>
                <a:gd name="connsiteX35" fmla="*/ 768779 w 2772385"/>
                <a:gd name="connsiteY35" fmla="*/ 3704584 h 3811169"/>
                <a:gd name="connsiteX36" fmla="*/ 774389 w 2772385"/>
                <a:gd name="connsiteY36" fmla="*/ 3474581 h 3811169"/>
                <a:gd name="connsiteX37" fmla="*/ 740730 w 2772385"/>
                <a:gd name="connsiteY37" fmla="*/ 3205310 h 3811169"/>
                <a:gd name="connsiteX38" fmla="*/ 897805 w 2772385"/>
                <a:gd name="connsiteY38" fmla="*/ 2627499 h 3811169"/>
                <a:gd name="connsiteX39" fmla="*/ 1161466 w 2772385"/>
                <a:gd name="connsiteY39" fmla="*/ 2520912 h 3811169"/>
                <a:gd name="connsiteX40" fmla="*/ 1526104 w 2772385"/>
                <a:gd name="connsiteY40" fmla="*/ 2627499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806595 w 2772385"/>
                <a:gd name="connsiteY44" fmla="*/ 279579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103915 w 2772385"/>
                <a:gd name="connsiteY73" fmla="*/ 2717256 h 3811169"/>
                <a:gd name="connsiteX74" fmla="*/ 2126354 w 2772385"/>
                <a:gd name="connsiteY74" fmla="*/ 2588230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79023 w 2772385"/>
                <a:gd name="connsiteY34" fmla="*/ 3738242 h 3811169"/>
                <a:gd name="connsiteX35" fmla="*/ 768779 w 2772385"/>
                <a:gd name="connsiteY35" fmla="*/ 3704584 h 3811169"/>
                <a:gd name="connsiteX36" fmla="*/ 774389 w 2772385"/>
                <a:gd name="connsiteY36" fmla="*/ 3474581 h 3811169"/>
                <a:gd name="connsiteX37" fmla="*/ 740730 w 2772385"/>
                <a:gd name="connsiteY37" fmla="*/ 3205310 h 3811169"/>
                <a:gd name="connsiteX38" fmla="*/ 897805 w 2772385"/>
                <a:gd name="connsiteY38" fmla="*/ 2627499 h 3811169"/>
                <a:gd name="connsiteX39" fmla="*/ 1161466 w 2772385"/>
                <a:gd name="connsiteY39" fmla="*/ 2520912 h 3811169"/>
                <a:gd name="connsiteX40" fmla="*/ 1526104 w 2772385"/>
                <a:gd name="connsiteY40" fmla="*/ 2627499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806595 w 2772385"/>
                <a:gd name="connsiteY44" fmla="*/ 279579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103915 w 2772385"/>
                <a:gd name="connsiteY73" fmla="*/ 2717256 h 3811169"/>
                <a:gd name="connsiteX74" fmla="*/ 2126354 w 2772385"/>
                <a:gd name="connsiteY74" fmla="*/ 2588230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79023 w 2772385"/>
                <a:gd name="connsiteY34" fmla="*/ 3738242 h 3811169"/>
                <a:gd name="connsiteX35" fmla="*/ 740730 w 2772385"/>
                <a:gd name="connsiteY35" fmla="*/ 3738243 h 3811169"/>
                <a:gd name="connsiteX36" fmla="*/ 774389 w 2772385"/>
                <a:gd name="connsiteY36" fmla="*/ 3474581 h 3811169"/>
                <a:gd name="connsiteX37" fmla="*/ 740730 w 2772385"/>
                <a:gd name="connsiteY37" fmla="*/ 3205310 h 3811169"/>
                <a:gd name="connsiteX38" fmla="*/ 897805 w 2772385"/>
                <a:gd name="connsiteY38" fmla="*/ 2627499 h 3811169"/>
                <a:gd name="connsiteX39" fmla="*/ 1161466 w 2772385"/>
                <a:gd name="connsiteY39" fmla="*/ 2520912 h 3811169"/>
                <a:gd name="connsiteX40" fmla="*/ 1526104 w 2772385"/>
                <a:gd name="connsiteY40" fmla="*/ 2627499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806595 w 2772385"/>
                <a:gd name="connsiteY44" fmla="*/ 279579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103915 w 2772385"/>
                <a:gd name="connsiteY73" fmla="*/ 2717256 h 3811169"/>
                <a:gd name="connsiteX74" fmla="*/ 2126354 w 2772385"/>
                <a:gd name="connsiteY74" fmla="*/ 2588230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79023 w 2772385"/>
                <a:gd name="connsiteY34" fmla="*/ 3738242 h 3811169"/>
                <a:gd name="connsiteX35" fmla="*/ 718291 w 2772385"/>
                <a:gd name="connsiteY35" fmla="*/ 3743853 h 3811169"/>
                <a:gd name="connsiteX36" fmla="*/ 774389 w 2772385"/>
                <a:gd name="connsiteY36" fmla="*/ 3474581 h 3811169"/>
                <a:gd name="connsiteX37" fmla="*/ 740730 w 2772385"/>
                <a:gd name="connsiteY37" fmla="*/ 3205310 h 3811169"/>
                <a:gd name="connsiteX38" fmla="*/ 897805 w 2772385"/>
                <a:gd name="connsiteY38" fmla="*/ 2627499 h 3811169"/>
                <a:gd name="connsiteX39" fmla="*/ 1161466 w 2772385"/>
                <a:gd name="connsiteY39" fmla="*/ 2520912 h 3811169"/>
                <a:gd name="connsiteX40" fmla="*/ 1526104 w 2772385"/>
                <a:gd name="connsiteY40" fmla="*/ 2627499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806595 w 2772385"/>
                <a:gd name="connsiteY44" fmla="*/ 279579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103915 w 2772385"/>
                <a:gd name="connsiteY73" fmla="*/ 2717256 h 3811169"/>
                <a:gd name="connsiteX74" fmla="*/ 2126354 w 2772385"/>
                <a:gd name="connsiteY74" fmla="*/ 2588230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79023 w 2772385"/>
                <a:gd name="connsiteY34" fmla="*/ 3738242 h 3811169"/>
                <a:gd name="connsiteX35" fmla="*/ 718291 w 2772385"/>
                <a:gd name="connsiteY35" fmla="*/ 3743853 h 3811169"/>
                <a:gd name="connsiteX36" fmla="*/ 774389 w 2772385"/>
                <a:gd name="connsiteY36" fmla="*/ 3474581 h 3811169"/>
                <a:gd name="connsiteX37" fmla="*/ 740730 w 2772385"/>
                <a:gd name="connsiteY37" fmla="*/ 3205310 h 3811169"/>
                <a:gd name="connsiteX38" fmla="*/ 897805 w 2772385"/>
                <a:gd name="connsiteY38" fmla="*/ 2627499 h 3811169"/>
                <a:gd name="connsiteX39" fmla="*/ 1161466 w 2772385"/>
                <a:gd name="connsiteY39" fmla="*/ 2520912 h 3811169"/>
                <a:gd name="connsiteX40" fmla="*/ 1526104 w 2772385"/>
                <a:gd name="connsiteY40" fmla="*/ 2627499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806595 w 2772385"/>
                <a:gd name="connsiteY44" fmla="*/ 279579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103915 w 2772385"/>
                <a:gd name="connsiteY73" fmla="*/ 2717256 h 3811169"/>
                <a:gd name="connsiteX74" fmla="*/ 2126354 w 2772385"/>
                <a:gd name="connsiteY74" fmla="*/ 2588230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79023 w 2772385"/>
                <a:gd name="connsiteY34" fmla="*/ 3738242 h 3811169"/>
                <a:gd name="connsiteX35" fmla="*/ 718291 w 2772385"/>
                <a:gd name="connsiteY35" fmla="*/ 3743853 h 3811169"/>
                <a:gd name="connsiteX36" fmla="*/ 774389 w 2772385"/>
                <a:gd name="connsiteY36" fmla="*/ 3474581 h 3811169"/>
                <a:gd name="connsiteX37" fmla="*/ 740730 w 2772385"/>
                <a:gd name="connsiteY37" fmla="*/ 3205310 h 3811169"/>
                <a:gd name="connsiteX38" fmla="*/ 897805 w 2772385"/>
                <a:gd name="connsiteY38" fmla="*/ 2627499 h 3811169"/>
                <a:gd name="connsiteX39" fmla="*/ 1161466 w 2772385"/>
                <a:gd name="connsiteY39" fmla="*/ 2520912 h 3811169"/>
                <a:gd name="connsiteX40" fmla="*/ 1526104 w 2772385"/>
                <a:gd name="connsiteY40" fmla="*/ 2627499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806595 w 2772385"/>
                <a:gd name="connsiteY44" fmla="*/ 279579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103915 w 2772385"/>
                <a:gd name="connsiteY73" fmla="*/ 2717256 h 3811169"/>
                <a:gd name="connsiteX74" fmla="*/ 2126354 w 2772385"/>
                <a:gd name="connsiteY74" fmla="*/ 2588230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79023 w 2772385"/>
                <a:gd name="connsiteY34" fmla="*/ 3738242 h 3811169"/>
                <a:gd name="connsiteX35" fmla="*/ 718291 w 2772385"/>
                <a:gd name="connsiteY35" fmla="*/ 3743853 h 3811169"/>
                <a:gd name="connsiteX36" fmla="*/ 774389 w 2772385"/>
                <a:gd name="connsiteY36" fmla="*/ 3474581 h 3811169"/>
                <a:gd name="connsiteX37" fmla="*/ 684632 w 2772385"/>
                <a:gd name="connsiteY37" fmla="*/ 3216530 h 3811169"/>
                <a:gd name="connsiteX38" fmla="*/ 897805 w 2772385"/>
                <a:gd name="connsiteY38" fmla="*/ 2627499 h 3811169"/>
                <a:gd name="connsiteX39" fmla="*/ 1161466 w 2772385"/>
                <a:gd name="connsiteY39" fmla="*/ 2520912 h 3811169"/>
                <a:gd name="connsiteX40" fmla="*/ 1526104 w 2772385"/>
                <a:gd name="connsiteY40" fmla="*/ 2627499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806595 w 2772385"/>
                <a:gd name="connsiteY44" fmla="*/ 279579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103915 w 2772385"/>
                <a:gd name="connsiteY73" fmla="*/ 2717256 h 3811169"/>
                <a:gd name="connsiteX74" fmla="*/ 2126354 w 2772385"/>
                <a:gd name="connsiteY74" fmla="*/ 2588230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62193 w 2772385"/>
                <a:gd name="connsiteY34" fmla="*/ 3743852 h 3811169"/>
                <a:gd name="connsiteX35" fmla="*/ 718291 w 2772385"/>
                <a:gd name="connsiteY35" fmla="*/ 3743853 h 3811169"/>
                <a:gd name="connsiteX36" fmla="*/ 774389 w 2772385"/>
                <a:gd name="connsiteY36" fmla="*/ 3474581 h 3811169"/>
                <a:gd name="connsiteX37" fmla="*/ 684632 w 2772385"/>
                <a:gd name="connsiteY37" fmla="*/ 3216530 h 3811169"/>
                <a:gd name="connsiteX38" fmla="*/ 897805 w 2772385"/>
                <a:gd name="connsiteY38" fmla="*/ 2627499 h 3811169"/>
                <a:gd name="connsiteX39" fmla="*/ 1161466 w 2772385"/>
                <a:gd name="connsiteY39" fmla="*/ 2520912 h 3811169"/>
                <a:gd name="connsiteX40" fmla="*/ 1526104 w 2772385"/>
                <a:gd name="connsiteY40" fmla="*/ 2627499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806595 w 2772385"/>
                <a:gd name="connsiteY44" fmla="*/ 279579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103915 w 2772385"/>
                <a:gd name="connsiteY73" fmla="*/ 2717256 h 3811169"/>
                <a:gd name="connsiteX74" fmla="*/ 2126354 w 2772385"/>
                <a:gd name="connsiteY74" fmla="*/ 2588230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62193 w 2772385"/>
                <a:gd name="connsiteY34" fmla="*/ 3743852 h 3811169"/>
                <a:gd name="connsiteX35" fmla="*/ 735121 w 2772385"/>
                <a:gd name="connsiteY35" fmla="*/ 3732634 h 3811169"/>
                <a:gd name="connsiteX36" fmla="*/ 774389 w 2772385"/>
                <a:gd name="connsiteY36" fmla="*/ 3474581 h 3811169"/>
                <a:gd name="connsiteX37" fmla="*/ 684632 w 2772385"/>
                <a:gd name="connsiteY37" fmla="*/ 3216530 h 3811169"/>
                <a:gd name="connsiteX38" fmla="*/ 897805 w 2772385"/>
                <a:gd name="connsiteY38" fmla="*/ 2627499 h 3811169"/>
                <a:gd name="connsiteX39" fmla="*/ 1161466 w 2772385"/>
                <a:gd name="connsiteY39" fmla="*/ 2520912 h 3811169"/>
                <a:gd name="connsiteX40" fmla="*/ 1526104 w 2772385"/>
                <a:gd name="connsiteY40" fmla="*/ 2627499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806595 w 2772385"/>
                <a:gd name="connsiteY44" fmla="*/ 279579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103915 w 2772385"/>
                <a:gd name="connsiteY73" fmla="*/ 2717256 h 3811169"/>
                <a:gd name="connsiteX74" fmla="*/ 2126354 w 2772385"/>
                <a:gd name="connsiteY74" fmla="*/ 2588230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62193 w 2772385"/>
                <a:gd name="connsiteY34" fmla="*/ 3743852 h 3811169"/>
                <a:gd name="connsiteX35" fmla="*/ 735121 w 2772385"/>
                <a:gd name="connsiteY35" fmla="*/ 3732634 h 3811169"/>
                <a:gd name="connsiteX36" fmla="*/ 774389 w 2772385"/>
                <a:gd name="connsiteY36" fmla="*/ 3474581 h 3811169"/>
                <a:gd name="connsiteX37" fmla="*/ 684632 w 2772385"/>
                <a:gd name="connsiteY37" fmla="*/ 3216530 h 3811169"/>
                <a:gd name="connsiteX38" fmla="*/ 897805 w 2772385"/>
                <a:gd name="connsiteY38" fmla="*/ 2627499 h 3811169"/>
                <a:gd name="connsiteX39" fmla="*/ 1161466 w 2772385"/>
                <a:gd name="connsiteY39" fmla="*/ 2520912 h 3811169"/>
                <a:gd name="connsiteX40" fmla="*/ 1526104 w 2772385"/>
                <a:gd name="connsiteY40" fmla="*/ 2627499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806595 w 2772385"/>
                <a:gd name="connsiteY44" fmla="*/ 279579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103915 w 2772385"/>
                <a:gd name="connsiteY73" fmla="*/ 2717256 h 3811169"/>
                <a:gd name="connsiteX74" fmla="*/ 2126354 w 2772385"/>
                <a:gd name="connsiteY74" fmla="*/ 2588230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62193 w 2772385"/>
                <a:gd name="connsiteY34" fmla="*/ 3743852 h 3811169"/>
                <a:gd name="connsiteX35" fmla="*/ 735121 w 2772385"/>
                <a:gd name="connsiteY35" fmla="*/ 3732634 h 3811169"/>
                <a:gd name="connsiteX36" fmla="*/ 774389 w 2772385"/>
                <a:gd name="connsiteY36" fmla="*/ 3474581 h 3811169"/>
                <a:gd name="connsiteX37" fmla="*/ 684632 w 2772385"/>
                <a:gd name="connsiteY37" fmla="*/ 3216530 h 3811169"/>
                <a:gd name="connsiteX38" fmla="*/ 897805 w 2772385"/>
                <a:gd name="connsiteY38" fmla="*/ 2627499 h 3811169"/>
                <a:gd name="connsiteX39" fmla="*/ 1161466 w 2772385"/>
                <a:gd name="connsiteY39" fmla="*/ 2520912 h 3811169"/>
                <a:gd name="connsiteX40" fmla="*/ 1526104 w 2772385"/>
                <a:gd name="connsiteY40" fmla="*/ 2627499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806595 w 2772385"/>
                <a:gd name="connsiteY44" fmla="*/ 279579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103915 w 2772385"/>
                <a:gd name="connsiteY73" fmla="*/ 2717256 h 3811169"/>
                <a:gd name="connsiteX74" fmla="*/ 2126354 w 2772385"/>
                <a:gd name="connsiteY74" fmla="*/ 2588230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62193 w 2772385"/>
                <a:gd name="connsiteY34" fmla="*/ 3743852 h 3811169"/>
                <a:gd name="connsiteX35" fmla="*/ 735121 w 2772385"/>
                <a:gd name="connsiteY35" fmla="*/ 3732634 h 3811169"/>
                <a:gd name="connsiteX36" fmla="*/ 774389 w 2772385"/>
                <a:gd name="connsiteY36" fmla="*/ 3474581 h 3811169"/>
                <a:gd name="connsiteX37" fmla="*/ 695851 w 2772385"/>
                <a:gd name="connsiteY37" fmla="*/ 3238969 h 3811169"/>
                <a:gd name="connsiteX38" fmla="*/ 897805 w 2772385"/>
                <a:gd name="connsiteY38" fmla="*/ 2627499 h 3811169"/>
                <a:gd name="connsiteX39" fmla="*/ 1161466 w 2772385"/>
                <a:gd name="connsiteY39" fmla="*/ 2520912 h 3811169"/>
                <a:gd name="connsiteX40" fmla="*/ 1526104 w 2772385"/>
                <a:gd name="connsiteY40" fmla="*/ 2627499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806595 w 2772385"/>
                <a:gd name="connsiteY44" fmla="*/ 279579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103915 w 2772385"/>
                <a:gd name="connsiteY73" fmla="*/ 2717256 h 3811169"/>
                <a:gd name="connsiteX74" fmla="*/ 2126354 w 2772385"/>
                <a:gd name="connsiteY74" fmla="*/ 2588230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62193 w 2772385"/>
                <a:gd name="connsiteY34" fmla="*/ 3743852 h 3811169"/>
                <a:gd name="connsiteX35" fmla="*/ 735121 w 2772385"/>
                <a:gd name="connsiteY35" fmla="*/ 3732634 h 3811169"/>
                <a:gd name="connsiteX36" fmla="*/ 774389 w 2772385"/>
                <a:gd name="connsiteY36" fmla="*/ 3474581 h 3811169"/>
                <a:gd name="connsiteX37" fmla="*/ 695851 w 2772385"/>
                <a:gd name="connsiteY37" fmla="*/ 3238969 h 3811169"/>
                <a:gd name="connsiteX38" fmla="*/ 897805 w 2772385"/>
                <a:gd name="connsiteY38" fmla="*/ 2627499 h 3811169"/>
                <a:gd name="connsiteX39" fmla="*/ 1161466 w 2772385"/>
                <a:gd name="connsiteY39" fmla="*/ 2520912 h 3811169"/>
                <a:gd name="connsiteX40" fmla="*/ 1492445 w 2772385"/>
                <a:gd name="connsiteY40" fmla="*/ 2638718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806595 w 2772385"/>
                <a:gd name="connsiteY44" fmla="*/ 279579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103915 w 2772385"/>
                <a:gd name="connsiteY73" fmla="*/ 2717256 h 3811169"/>
                <a:gd name="connsiteX74" fmla="*/ 2126354 w 2772385"/>
                <a:gd name="connsiteY74" fmla="*/ 2588230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62193 w 2772385"/>
                <a:gd name="connsiteY34" fmla="*/ 3743852 h 3811169"/>
                <a:gd name="connsiteX35" fmla="*/ 735121 w 2772385"/>
                <a:gd name="connsiteY35" fmla="*/ 3732634 h 3811169"/>
                <a:gd name="connsiteX36" fmla="*/ 774389 w 2772385"/>
                <a:gd name="connsiteY36" fmla="*/ 3474581 h 3811169"/>
                <a:gd name="connsiteX37" fmla="*/ 695851 w 2772385"/>
                <a:gd name="connsiteY37" fmla="*/ 3238969 h 3811169"/>
                <a:gd name="connsiteX38" fmla="*/ 897805 w 2772385"/>
                <a:gd name="connsiteY38" fmla="*/ 2627499 h 3811169"/>
                <a:gd name="connsiteX39" fmla="*/ 1161466 w 2772385"/>
                <a:gd name="connsiteY39" fmla="*/ 2520912 h 3811169"/>
                <a:gd name="connsiteX40" fmla="*/ 1492445 w 2772385"/>
                <a:gd name="connsiteY40" fmla="*/ 2638718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806595 w 2772385"/>
                <a:gd name="connsiteY44" fmla="*/ 279579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103915 w 2772385"/>
                <a:gd name="connsiteY73" fmla="*/ 2717256 h 3811169"/>
                <a:gd name="connsiteX74" fmla="*/ 2126354 w 2772385"/>
                <a:gd name="connsiteY74" fmla="*/ 2588230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62193 w 2772385"/>
                <a:gd name="connsiteY34" fmla="*/ 3743852 h 3811169"/>
                <a:gd name="connsiteX35" fmla="*/ 735121 w 2772385"/>
                <a:gd name="connsiteY35" fmla="*/ 3732634 h 3811169"/>
                <a:gd name="connsiteX36" fmla="*/ 774389 w 2772385"/>
                <a:gd name="connsiteY36" fmla="*/ 3474581 h 3811169"/>
                <a:gd name="connsiteX37" fmla="*/ 695851 w 2772385"/>
                <a:gd name="connsiteY37" fmla="*/ 3238969 h 3811169"/>
                <a:gd name="connsiteX38" fmla="*/ 897805 w 2772385"/>
                <a:gd name="connsiteY38" fmla="*/ 2627499 h 3811169"/>
                <a:gd name="connsiteX39" fmla="*/ 1161466 w 2772385"/>
                <a:gd name="connsiteY39" fmla="*/ 2520912 h 3811169"/>
                <a:gd name="connsiteX40" fmla="*/ 1492445 w 2772385"/>
                <a:gd name="connsiteY40" fmla="*/ 2638718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806595 w 2772385"/>
                <a:gd name="connsiteY44" fmla="*/ 279579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047817 w 2772385"/>
                <a:gd name="connsiteY73" fmla="*/ 2717256 h 3811169"/>
                <a:gd name="connsiteX74" fmla="*/ 2126354 w 2772385"/>
                <a:gd name="connsiteY74" fmla="*/ 2588230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62193 w 2772385"/>
                <a:gd name="connsiteY34" fmla="*/ 3743852 h 3811169"/>
                <a:gd name="connsiteX35" fmla="*/ 735121 w 2772385"/>
                <a:gd name="connsiteY35" fmla="*/ 3732634 h 3811169"/>
                <a:gd name="connsiteX36" fmla="*/ 774389 w 2772385"/>
                <a:gd name="connsiteY36" fmla="*/ 3474581 h 3811169"/>
                <a:gd name="connsiteX37" fmla="*/ 695851 w 2772385"/>
                <a:gd name="connsiteY37" fmla="*/ 3238969 h 3811169"/>
                <a:gd name="connsiteX38" fmla="*/ 897805 w 2772385"/>
                <a:gd name="connsiteY38" fmla="*/ 2627499 h 3811169"/>
                <a:gd name="connsiteX39" fmla="*/ 1161466 w 2772385"/>
                <a:gd name="connsiteY39" fmla="*/ 2520912 h 3811169"/>
                <a:gd name="connsiteX40" fmla="*/ 1492445 w 2772385"/>
                <a:gd name="connsiteY40" fmla="*/ 2638718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806595 w 2772385"/>
                <a:gd name="connsiteY44" fmla="*/ 279579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047817 w 2772385"/>
                <a:gd name="connsiteY73" fmla="*/ 2717256 h 3811169"/>
                <a:gd name="connsiteX74" fmla="*/ 2081476 w 2772385"/>
                <a:gd name="connsiteY74" fmla="*/ 2610669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62193 w 2772385"/>
                <a:gd name="connsiteY34" fmla="*/ 3743852 h 3811169"/>
                <a:gd name="connsiteX35" fmla="*/ 735121 w 2772385"/>
                <a:gd name="connsiteY35" fmla="*/ 3732634 h 3811169"/>
                <a:gd name="connsiteX36" fmla="*/ 774389 w 2772385"/>
                <a:gd name="connsiteY36" fmla="*/ 3474581 h 3811169"/>
                <a:gd name="connsiteX37" fmla="*/ 695851 w 2772385"/>
                <a:gd name="connsiteY37" fmla="*/ 3238969 h 3811169"/>
                <a:gd name="connsiteX38" fmla="*/ 897805 w 2772385"/>
                <a:gd name="connsiteY38" fmla="*/ 2627499 h 3811169"/>
                <a:gd name="connsiteX39" fmla="*/ 1161466 w 2772385"/>
                <a:gd name="connsiteY39" fmla="*/ 2520912 h 3811169"/>
                <a:gd name="connsiteX40" fmla="*/ 1492445 w 2772385"/>
                <a:gd name="connsiteY40" fmla="*/ 2638718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795375 w 2772385"/>
                <a:gd name="connsiteY44" fmla="*/ 281262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047817 w 2772385"/>
                <a:gd name="connsiteY73" fmla="*/ 2717256 h 3811169"/>
                <a:gd name="connsiteX74" fmla="*/ 2081476 w 2772385"/>
                <a:gd name="connsiteY74" fmla="*/ 2610669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62193 w 2772385"/>
                <a:gd name="connsiteY34" fmla="*/ 3743852 h 3811169"/>
                <a:gd name="connsiteX35" fmla="*/ 735121 w 2772385"/>
                <a:gd name="connsiteY35" fmla="*/ 3732634 h 3811169"/>
                <a:gd name="connsiteX36" fmla="*/ 774389 w 2772385"/>
                <a:gd name="connsiteY36" fmla="*/ 3474581 h 3811169"/>
                <a:gd name="connsiteX37" fmla="*/ 695851 w 2772385"/>
                <a:gd name="connsiteY37" fmla="*/ 3238969 h 3811169"/>
                <a:gd name="connsiteX38" fmla="*/ 897805 w 2772385"/>
                <a:gd name="connsiteY38" fmla="*/ 2627499 h 3811169"/>
                <a:gd name="connsiteX39" fmla="*/ 1161466 w 2772385"/>
                <a:gd name="connsiteY39" fmla="*/ 2520912 h 3811169"/>
                <a:gd name="connsiteX40" fmla="*/ 1492445 w 2772385"/>
                <a:gd name="connsiteY40" fmla="*/ 2638718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795375 w 2772385"/>
                <a:gd name="connsiteY44" fmla="*/ 281262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879522 w 2772385"/>
                <a:gd name="connsiteY70" fmla="*/ 3014576 h 3811169"/>
                <a:gd name="connsiteX71" fmla="*/ 1901962 w 2772385"/>
                <a:gd name="connsiteY71" fmla="*/ 2835062 h 3811169"/>
                <a:gd name="connsiteX72" fmla="*/ 1857083 w 2772385"/>
                <a:gd name="connsiteY72" fmla="*/ 2773354 h 3811169"/>
                <a:gd name="connsiteX73" fmla="*/ 2047817 w 2772385"/>
                <a:gd name="connsiteY73" fmla="*/ 2717256 h 3811169"/>
                <a:gd name="connsiteX74" fmla="*/ 2081476 w 2772385"/>
                <a:gd name="connsiteY74" fmla="*/ 2610669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62193 w 2772385"/>
                <a:gd name="connsiteY34" fmla="*/ 3743852 h 3811169"/>
                <a:gd name="connsiteX35" fmla="*/ 735121 w 2772385"/>
                <a:gd name="connsiteY35" fmla="*/ 3732634 h 3811169"/>
                <a:gd name="connsiteX36" fmla="*/ 774389 w 2772385"/>
                <a:gd name="connsiteY36" fmla="*/ 3474581 h 3811169"/>
                <a:gd name="connsiteX37" fmla="*/ 695851 w 2772385"/>
                <a:gd name="connsiteY37" fmla="*/ 3238969 h 3811169"/>
                <a:gd name="connsiteX38" fmla="*/ 897805 w 2772385"/>
                <a:gd name="connsiteY38" fmla="*/ 2627499 h 3811169"/>
                <a:gd name="connsiteX39" fmla="*/ 1161466 w 2772385"/>
                <a:gd name="connsiteY39" fmla="*/ 2520912 h 3811169"/>
                <a:gd name="connsiteX40" fmla="*/ 1492445 w 2772385"/>
                <a:gd name="connsiteY40" fmla="*/ 2638718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795375 w 2772385"/>
                <a:gd name="connsiteY44" fmla="*/ 2812623 h 3811169"/>
                <a:gd name="connsiteX45" fmla="*/ 1767326 w 2772385"/>
                <a:gd name="connsiteY45" fmla="*/ 299774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907571 w 2772385"/>
                <a:gd name="connsiteY70" fmla="*/ 3014576 h 3811169"/>
                <a:gd name="connsiteX71" fmla="*/ 1901962 w 2772385"/>
                <a:gd name="connsiteY71" fmla="*/ 2835062 h 3811169"/>
                <a:gd name="connsiteX72" fmla="*/ 1857083 w 2772385"/>
                <a:gd name="connsiteY72" fmla="*/ 2773354 h 3811169"/>
                <a:gd name="connsiteX73" fmla="*/ 2047817 w 2772385"/>
                <a:gd name="connsiteY73" fmla="*/ 2717256 h 3811169"/>
                <a:gd name="connsiteX74" fmla="*/ 2081476 w 2772385"/>
                <a:gd name="connsiteY74" fmla="*/ 2610669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62193 w 2772385"/>
                <a:gd name="connsiteY34" fmla="*/ 3743852 h 3811169"/>
                <a:gd name="connsiteX35" fmla="*/ 735121 w 2772385"/>
                <a:gd name="connsiteY35" fmla="*/ 3732634 h 3811169"/>
                <a:gd name="connsiteX36" fmla="*/ 774389 w 2772385"/>
                <a:gd name="connsiteY36" fmla="*/ 3474581 h 3811169"/>
                <a:gd name="connsiteX37" fmla="*/ 695851 w 2772385"/>
                <a:gd name="connsiteY37" fmla="*/ 3238969 h 3811169"/>
                <a:gd name="connsiteX38" fmla="*/ 897805 w 2772385"/>
                <a:gd name="connsiteY38" fmla="*/ 2627499 h 3811169"/>
                <a:gd name="connsiteX39" fmla="*/ 1161466 w 2772385"/>
                <a:gd name="connsiteY39" fmla="*/ 2520912 h 3811169"/>
                <a:gd name="connsiteX40" fmla="*/ 1492445 w 2772385"/>
                <a:gd name="connsiteY40" fmla="*/ 2638718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795375 w 2772385"/>
                <a:gd name="connsiteY44" fmla="*/ 2812623 h 3811169"/>
                <a:gd name="connsiteX45" fmla="*/ 1750497 w 2772385"/>
                <a:gd name="connsiteY45" fmla="*/ 3008967 h 3811169"/>
                <a:gd name="connsiteX46" fmla="*/ 1744887 w 2772385"/>
                <a:gd name="connsiteY46" fmla="*/ 332311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907571 w 2772385"/>
                <a:gd name="connsiteY70" fmla="*/ 3014576 h 3811169"/>
                <a:gd name="connsiteX71" fmla="*/ 1901962 w 2772385"/>
                <a:gd name="connsiteY71" fmla="*/ 2835062 h 3811169"/>
                <a:gd name="connsiteX72" fmla="*/ 1857083 w 2772385"/>
                <a:gd name="connsiteY72" fmla="*/ 2773354 h 3811169"/>
                <a:gd name="connsiteX73" fmla="*/ 2047817 w 2772385"/>
                <a:gd name="connsiteY73" fmla="*/ 2717256 h 3811169"/>
                <a:gd name="connsiteX74" fmla="*/ 2081476 w 2772385"/>
                <a:gd name="connsiteY74" fmla="*/ 2610669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62193 w 2772385"/>
                <a:gd name="connsiteY34" fmla="*/ 3743852 h 3811169"/>
                <a:gd name="connsiteX35" fmla="*/ 735121 w 2772385"/>
                <a:gd name="connsiteY35" fmla="*/ 3732634 h 3811169"/>
                <a:gd name="connsiteX36" fmla="*/ 774389 w 2772385"/>
                <a:gd name="connsiteY36" fmla="*/ 3474581 h 3811169"/>
                <a:gd name="connsiteX37" fmla="*/ 695851 w 2772385"/>
                <a:gd name="connsiteY37" fmla="*/ 3238969 h 3811169"/>
                <a:gd name="connsiteX38" fmla="*/ 897805 w 2772385"/>
                <a:gd name="connsiteY38" fmla="*/ 2627499 h 3811169"/>
                <a:gd name="connsiteX39" fmla="*/ 1161466 w 2772385"/>
                <a:gd name="connsiteY39" fmla="*/ 2520912 h 3811169"/>
                <a:gd name="connsiteX40" fmla="*/ 1492445 w 2772385"/>
                <a:gd name="connsiteY40" fmla="*/ 2638718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795375 w 2772385"/>
                <a:gd name="connsiteY44" fmla="*/ 2812623 h 3811169"/>
                <a:gd name="connsiteX45" fmla="*/ 1750497 w 2772385"/>
                <a:gd name="connsiteY45" fmla="*/ 3008967 h 3811169"/>
                <a:gd name="connsiteX46" fmla="*/ 1711228 w 2772385"/>
                <a:gd name="connsiteY46" fmla="*/ 332872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24401 w 2772385"/>
                <a:gd name="connsiteY68" fmla="*/ 3356775 h 3811169"/>
                <a:gd name="connsiteX69" fmla="*/ 1913181 w 2772385"/>
                <a:gd name="connsiteY69" fmla="*/ 3031406 h 3811169"/>
                <a:gd name="connsiteX70" fmla="*/ 1907571 w 2772385"/>
                <a:gd name="connsiteY70" fmla="*/ 3014576 h 3811169"/>
                <a:gd name="connsiteX71" fmla="*/ 1901962 w 2772385"/>
                <a:gd name="connsiteY71" fmla="*/ 2835062 h 3811169"/>
                <a:gd name="connsiteX72" fmla="*/ 1857083 w 2772385"/>
                <a:gd name="connsiteY72" fmla="*/ 2773354 h 3811169"/>
                <a:gd name="connsiteX73" fmla="*/ 2047817 w 2772385"/>
                <a:gd name="connsiteY73" fmla="*/ 2717256 h 3811169"/>
                <a:gd name="connsiteX74" fmla="*/ 2081476 w 2772385"/>
                <a:gd name="connsiteY74" fmla="*/ 2610669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62193 w 2772385"/>
                <a:gd name="connsiteY34" fmla="*/ 3743852 h 3811169"/>
                <a:gd name="connsiteX35" fmla="*/ 735121 w 2772385"/>
                <a:gd name="connsiteY35" fmla="*/ 3732634 h 3811169"/>
                <a:gd name="connsiteX36" fmla="*/ 774389 w 2772385"/>
                <a:gd name="connsiteY36" fmla="*/ 3474581 h 3811169"/>
                <a:gd name="connsiteX37" fmla="*/ 695851 w 2772385"/>
                <a:gd name="connsiteY37" fmla="*/ 3238969 h 3811169"/>
                <a:gd name="connsiteX38" fmla="*/ 897805 w 2772385"/>
                <a:gd name="connsiteY38" fmla="*/ 2627499 h 3811169"/>
                <a:gd name="connsiteX39" fmla="*/ 1161466 w 2772385"/>
                <a:gd name="connsiteY39" fmla="*/ 2520912 h 3811169"/>
                <a:gd name="connsiteX40" fmla="*/ 1492445 w 2772385"/>
                <a:gd name="connsiteY40" fmla="*/ 2638718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795375 w 2772385"/>
                <a:gd name="connsiteY44" fmla="*/ 2812623 h 3811169"/>
                <a:gd name="connsiteX45" fmla="*/ 1750497 w 2772385"/>
                <a:gd name="connsiteY45" fmla="*/ 3008967 h 3811169"/>
                <a:gd name="connsiteX46" fmla="*/ 1711228 w 2772385"/>
                <a:gd name="connsiteY46" fmla="*/ 3328726 h 3811169"/>
                <a:gd name="connsiteX47" fmla="*/ 1537324 w 2772385"/>
                <a:gd name="connsiteY47" fmla="*/ 3345555 h 3811169"/>
                <a:gd name="connsiteX48" fmla="*/ 1200735 w 2772385"/>
                <a:gd name="connsiteY48" fmla="*/ 3396044 h 3811169"/>
                <a:gd name="connsiteX49" fmla="*/ 1172686 w 2772385"/>
                <a:gd name="connsiteY49" fmla="*/ 3468971 h 3811169"/>
                <a:gd name="connsiteX50" fmla="*/ 1110978 w 2772385"/>
                <a:gd name="connsiteY50" fmla="*/ 3497020 h 3811169"/>
                <a:gd name="connsiteX51" fmla="*/ 1139027 w 2772385"/>
                <a:gd name="connsiteY51" fmla="*/ 3631656 h 3811169"/>
                <a:gd name="connsiteX52" fmla="*/ 1279272 w 2772385"/>
                <a:gd name="connsiteY52" fmla="*/ 3637266 h 3811169"/>
                <a:gd name="connsiteX53" fmla="*/ 1273662 w 2772385"/>
                <a:gd name="connsiteY53" fmla="*/ 3485801 h 3811169"/>
                <a:gd name="connsiteX54" fmla="*/ 1453176 w 2772385"/>
                <a:gd name="connsiteY54" fmla="*/ 3497020 h 3811169"/>
                <a:gd name="connsiteX55" fmla="*/ 1425127 w 2772385"/>
                <a:gd name="connsiteY55" fmla="*/ 3575558 h 3811169"/>
                <a:gd name="connsiteX56" fmla="*/ 1397078 w 2772385"/>
                <a:gd name="connsiteY56" fmla="*/ 3637266 h 3811169"/>
                <a:gd name="connsiteX57" fmla="*/ 1312931 w 2772385"/>
                <a:gd name="connsiteY57" fmla="*/ 3654095 h 3811169"/>
                <a:gd name="connsiteX58" fmla="*/ 1447567 w 2772385"/>
                <a:gd name="connsiteY58" fmla="*/ 3777511 h 3811169"/>
                <a:gd name="connsiteX59" fmla="*/ 1514884 w 2772385"/>
                <a:gd name="connsiteY59" fmla="*/ 3642876 h 3811169"/>
                <a:gd name="connsiteX60" fmla="*/ 1817814 w 2772385"/>
                <a:gd name="connsiteY60" fmla="*/ 3541899 h 3811169"/>
                <a:gd name="connsiteX61" fmla="*/ 2154403 w 2772385"/>
                <a:gd name="connsiteY61" fmla="*/ 3614826 h 3811169"/>
                <a:gd name="connsiteX62" fmla="*/ 2109525 w 2772385"/>
                <a:gd name="connsiteY62" fmla="*/ 3715803 h 3811169"/>
                <a:gd name="connsiteX63" fmla="*/ 2204892 w 2772385"/>
                <a:gd name="connsiteY63" fmla="*/ 3783121 h 3811169"/>
                <a:gd name="connsiteX64" fmla="*/ 2277819 w 2772385"/>
                <a:gd name="connsiteY64" fmla="*/ 3732633 h 3811169"/>
                <a:gd name="connsiteX65" fmla="*/ 2266600 w 2772385"/>
                <a:gd name="connsiteY65" fmla="*/ 3637266 h 3811169"/>
                <a:gd name="connsiteX66" fmla="*/ 2446114 w 2772385"/>
                <a:gd name="connsiteY66" fmla="*/ 3558728 h 3811169"/>
                <a:gd name="connsiteX67" fmla="*/ 2429284 w 2772385"/>
                <a:gd name="connsiteY67" fmla="*/ 3384824 h 3811169"/>
                <a:gd name="connsiteX68" fmla="*/ 1907572 w 2772385"/>
                <a:gd name="connsiteY68" fmla="*/ 3345556 h 3811169"/>
                <a:gd name="connsiteX69" fmla="*/ 1913181 w 2772385"/>
                <a:gd name="connsiteY69" fmla="*/ 3031406 h 3811169"/>
                <a:gd name="connsiteX70" fmla="*/ 1907571 w 2772385"/>
                <a:gd name="connsiteY70" fmla="*/ 3014576 h 3811169"/>
                <a:gd name="connsiteX71" fmla="*/ 1901962 w 2772385"/>
                <a:gd name="connsiteY71" fmla="*/ 2835062 h 3811169"/>
                <a:gd name="connsiteX72" fmla="*/ 1857083 w 2772385"/>
                <a:gd name="connsiteY72" fmla="*/ 2773354 h 3811169"/>
                <a:gd name="connsiteX73" fmla="*/ 2047817 w 2772385"/>
                <a:gd name="connsiteY73" fmla="*/ 2717256 h 3811169"/>
                <a:gd name="connsiteX74" fmla="*/ 2081476 w 2772385"/>
                <a:gd name="connsiteY74" fmla="*/ 2610669 h 3811169"/>
                <a:gd name="connsiteX75" fmla="*/ 2367576 w 2772385"/>
                <a:gd name="connsiteY75" fmla="*/ 2621889 h 3811169"/>
                <a:gd name="connsiteX76" fmla="*/ 2591969 w 2772385"/>
                <a:gd name="connsiteY76" fmla="*/ 2032858 h 3811169"/>
                <a:gd name="connsiteX77" fmla="*/ 2547090 w 2772385"/>
                <a:gd name="connsiteY77" fmla="*/ 1948711 h 3811169"/>
                <a:gd name="connsiteX78" fmla="*/ 2692946 w 2772385"/>
                <a:gd name="connsiteY78" fmla="*/ 1460657 h 3811169"/>
                <a:gd name="connsiteX79" fmla="*/ 2636848 w 2772385"/>
                <a:gd name="connsiteY79" fmla="*/ 1354071 h 3811169"/>
                <a:gd name="connsiteX80" fmla="*/ 2479772 w 2772385"/>
                <a:gd name="connsiteY80" fmla="*/ 798699 h 3811169"/>
                <a:gd name="connsiteX81" fmla="*/ 2737825 w 2772385"/>
                <a:gd name="connsiteY81" fmla="*/ 675283 h 3811169"/>
                <a:gd name="connsiteX82" fmla="*/ 2709775 w 2772385"/>
                <a:gd name="connsiteY82" fmla="*/ 434061 h 3811169"/>
                <a:gd name="connsiteX83" fmla="*/ 2625628 w 2772385"/>
                <a:gd name="connsiteY83"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62193 w 2772385"/>
                <a:gd name="connsiteY34" fmla="*/ 3743852 h 3811169"/>
                <a:gd name="connsiteX35" fmla="*/ 735121 w 2772385"/>
                <a:gd name="connsiteY35" fmla="*/ 3732634 h 3811169"/>
                <a:gd name="connsiteX36" fmla="*/ 774389 w 2772385"/>
                <a:gd name="connsiteY36" fmla="*/ 3474581 h 3811169"/>
                <a:gd name="connsiteX37" fmla="*/ 695851 w 2772385"/>
                <a:gd name="connsiteY37" fmla="*/ 3238969 h 3811169"/>
                <a:gd name="connsiteX38" fmla="*/ 897805 w 2772385"/>
                <a:gd name="connsiteY38" fmla="*/ 2627499 h 3811169"/>
                <a:gd name="connsiteX39" fmla="*/ 1161466 w 2772385"/>
                <a:gd name="connsiteY39" fmla="*/ 2520912 h 3811169"/>
                <a:gd name="connsiteX40" fmla="*/ 1492445 w 2772385"/>
                <a:gd name="connsiteY40" fmla="*/ 2638718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795375 w 2772385"/>
                <a:gd name="connsiteY44" fmla="*/ 2812623 h 3811169"/>
                <a:gd name="connsiteX45" fmla="*/ 1750497 w 2772385"/>
                <a:gd name="connsiteY45" fmla="*/ 3008967 h 3811169"/>
                <a:gd name="connsiteX46" fmla="*/ 1711228 w 2772385"/>
                <a:gd name="connsiteY46" fmla="*/ 3328726 h 3811169"/>
                <a:gd name="connsiteX47" fmla="*/ 1200735 w 2772385"/>
                <a:gd name="connsiteY47" fmla="*/ 3396044 h 3811169"/>
                <a:gd name="connsiteX48" fmla="*/ 1172686 w 2772385"/>
                <a:gd name="connsiteY48" fmla="*/ 3468971 h 3811169"/>
                <a:gd name="connsiteX49" fmla="*/ 1110978 w 2772385"/>
                <a:gd name="connsiteY49" fmla="*/ 3497020 h 3811169"/>
                <a:gd name="connsiteX50" fmla="*/ 1139027 w 2772385"/>
                <a:gd name="connsiteY50" fmla="*/ 3631656 h 3811169"/>
                <a:gd name="connsiteX51" fmla="*/ 1279272 w 2772385"/>
                <a:gd name="connsiteY51" fmla="*/ 3637266 h 3811169"/>
                <a:gd name="connsiteX52" fmla="*/ 1273662 w 2772385"/>
                <a:gd name="connsiteY52" fmla="*/ 3485801 h 3811169"/>
                <a:gd name="connsiteX53" fmla="*/ 1453176 w 2772385"/>
                <a:gd name="connsiteY53" fmla="*/ 3497020 h 3811169"/>
                <a:gd name="connsiteX54" fmla="*/ 1425127 w 2772385"/>
                <a:gd name="connsiteY54" fmla="*/ 3575558 h 3811169"/>
                <a:gd name="connsiteX55" fmla="*/ 1397078 w 2772385"/>
                <a:gd name="connsiteY55" fmla="*/ 3637266 h 3811169"/>
                <a:gd name="connsiteX56" fmla="*/ 1312931 w 2772385"/>
                <a:gd name="connsiteY56" fmla="*/ 3654095 h 3811169"/>
                <a:gd name="connsiteX57" fmla="*/ 1447567 w 2772385"/>
                <a:gd name="connsiteY57" fmla="*/ 3777511 h 3811169"/>
                <a:gd name="connsiteX58" fmla="*/ 1514884 w 2772385"/>
                <a:gd name="connsiteY58" fmla="*/ 3642876 h 3811169"/>
                <a:gd name="connsiteX59" fmla="*/ 1817814 w 2772385"/>
                <a:gd name="connsiteY59" fmla="*/ 3541899 h 3811169"/>
                <a:gd name="connsiteX60" fmla="*/ 2154403 w 2772385"/>
                <a:gd name="connsiteY60" fmla="*/ 3614826 h 3811169"/>
                <a:gd name="connsiteX61" fmla="*/ 2109525 w 2772385"/>
                <a:gd name="connsiteY61" fmla="*/ 3715803 h 3811169"/>
                <a:gd name="connsiteX62" fmla="*/ 2204892 w 2772385"/>
                <a:gd name="connsiteY62" fmla="*/ 3783121 h 3811169"/>
                <a:gd name="connsiteX63" fmla="*/ 2277819 w 2772385"/>
                <a:gd name="connsiteY63" fmla="*/ 3732633 h 3811169"/>
                <a:gd name="connsiteX64" fmla="*/ 2266600 w 2772385"/>
                <a:gd name="connsiteY64" fmla="*/ 3637266 h 3811169"/>
                <a:gd name="connsiteX65" fmla="*/ 2446114 w 2772385"/>
                <a:gd name="connsiteY65" fmla="*/ 3558728 h 3811169"/>
                <a:gd name="connsiteX66" fmla="*/ 2429284 w 2772385"/>
                <a:gd name="connsiteY66" fmla="*/ 3384824 h 3811169"/>
                <a:gd name="connsiteX67" fmla="*/ 1907572 w 2772385"/>
                <a:gd name="connsiteY67" fmla="*/ 3345556 h 3811169"/>
                <a:gd name="connsiteX68" fmla="*/ 1913181 w 2772385"/>
                <a:gd name="connsiteY68" fmla="*/ 3031406 h 3811169"/>
                <a:gd name="connsiteX69" fmla="*/ 1907571 w 2772385"/>
                <a:gd name="connsiteY69" fmla="*/ 3014576 h 3811169"/>
                <a:gd name="connsiteX70" fmla="*/ 1901962 w 2772385"/>
                <a:gd name="connsiteY70" fmla="*/ 2835062 h 3811169"/>
                <a:gd name="connsiteX71" fmla="*/ 1857083 w 2772385"/>
                <a:gd name="connsiteY71" fmla="*/ 2773354 h 3811169"/>
                <a:gd name="connsiteX72" fmla="*/ 2047817 w 2772385"/>
                <a:gd name="connsiteY72" fmla="*/ 2717256 h 3811169"/>
                <a:gd name="connsiteX73" fmla="*/ 2081476 w 2772385"/>
                <a:gd name="connsiteY73" fmla="*/ 2610669 h 3811169"/>
                <a:gd name="connsiteX74" fmla="*/ 2367576 w 2772385"/>
                <a:gd name="connsiteY74" fmla="*/ 2621889 h 3811169"/>
                <a:gd name="connsiteX75" fmla="*/ 2591969 w 2772385"/>
                <a:gd name="connsiteY75" fmla="*/ 2032858 h 3811169"/>
                <a:gd name="connsiteX76" fmla="*/ 2547090 w 2772385"/>
                <a:gd name="connsiteY76" fmla="*/ 1948711 h 3811169"/>
                <a:gd name="connsiteX77" fmla="*/ 2692946 w 2772385"/>
                <a:gd name="connsiteY77" fmla="*/ 1460657 h 3811169"/>
                <a:gd name="connsiteX78" fmla="*/ 2636848 w 2772385"/>
                <a:gd name="connsiteY78" fmla="*/ 1354071 h 3811169"/>
                <a:gd name="connsiteX79" fmla="*/ 2479772 w 2772385"/>
                <a:gd name="connsiteY79" fmla="*/ 798699 h 3811169"/>
                <a:gd name="connsiteX80" fmla="*/ 2737825 w 2772385"/>
                <a:gd name="connsiteY80" fmla="*/ 675283 h 3811169"/>
                <a:gd name="connsiteX81" fmla="*/ 2709775 w 2772385"/>
                <a:gd name="connsiteY81" fmla="*/ 434061 h 3811169"/>
                <a:gd name="connsiteX82" fmla="*/ 2625628 w 2772385"/>
                <a:gd name="connsiteY82"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62193 w 2772385"/>
                <a:gd name="connsiteY34" fmla="*/ 3743852 h 3811169"/>
                <a:gd name="connsiteX35" fmla="*/ 735121 w 2772385"/>
                <a:gd name="connsiteY35" fmla="*/ 3732634 h 3811169"/>
                <a:gd name="connsiteX36" fmla="*/ 774389 w 2772385"/>
                <a:gd name="connsiteY36" fmla="*/ 3474581 h 3811169"/>
                <a:gd name="connsiteX37" fmla="*/ 695851 w 2772385"/>
                <a:gd name="connsiteY37" fmla="*/ 3238969 h 3811169"/>
                <a:gd name="connsiteX38" fmla="*/ 897805 w 2772385"/>
                <a:gd name="connsiteY38" fmla="*/ 2627499 h 3811169"/>
                <a:gd name="connsiteX39" fmla="*/ 1161466 w 2772385"/>
                <a:gd name="connsiteY39" fmla="*/ 2520912 h 3811169"/>
                <a:gd name="connsiteX40" fmla="*/ 1492445 w 2772385"/>
                <a:gd name="connsiteY40" fmla="*/ 2638718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795375 w 2772385"/>
                <a:gd name="connsiteY44" fmla="*/ 2812623 h 3811169"/>
                <a:gd name="connsiteX45" fmla="*/ 1750497 w 2772385"/>
                <a:gd name="connsiteY45" fmla="*/ 3008967 h 3811169"/>
                <a:gd name="connsiteX46" fmla="*/ 1711228 w 2772385"/>
                <a:gd name="connsiteY46" fmla="*/ 3328726 h 3811169"/>
                <a:gd name="connsiteX47" fmla="*/ 1200735 w 2772385"/>
                <a:gd name="connsiteY47" fmla="*/ 3396044 h 3811169"/>
                <a:gd name="connsiteX48" fmla="*/ 1172686 w 2772385"/>
                <a:gd name="connsiteY48" fmla="*/ 3468971 h 3811169"/>
                <a:gd name="connsiteX49" fmla="*/ 1110978 w 2772385"/>
                <a:gd name="connsiteY49" fmla="*/ 3497020 h 3811169"/>
                <a:gd name="connsiteX50" fmla="*/ 1139027 w 2772385"/>
                <a:gd name="connsiteY50" fmla="*/ 3631656 h 3811169"/>
                <a:gd name="connsiteX51" fmla="*/ 1279272 w 2772385"/>
                <a:gd name="connsiteY51" fmla="*/ 3637266 h 3811169"/>
                <a:gd name="connsiteX52" fmla="*/ 1273662 w 2772385"/>
                <a:gd name="connsiteY52" fmla="*/ 3485801 h 3811169"/>
                <a:gd name="connsiteX53" fmla="*/ 1453176 w 2772385"/>
                <a:gd name="connsiteY53" fmla="*/ 3497020 h 3811169"/>
                <a:gd name="connsiteX54" fmla="*/ 1425127 w 2772385"/>
                <a:gd name="connsiteY54" fmla="*/ 3575558 h 3811169"/>
                <a:gd name="connsiteX55" fmla="*/ 1397078 w 2772385"/>
                <a:gd name="connsiteY55" fmla="*/ 3637266 h 3811169"/>
                <a:gd name="connsiteX56" fmla="*/ 1312931 w 2772385"/>
                <a:gd name="connsiteY56" fmla="*/ 3654095 h 3811169"/>
                <a:gd name="connsiteX57" fmla="*/ 1447567 w 2772385"/>
                <a:gd name="connsiteY57" fmla="*/ 3777511 h 3811169"/>
                <a:gd name="connsiteX58" fmla="*/ 1514884 w 2772385"/>
                <a:gd name="connsiteY58" fmla="*/ 3642876 h 3811169"/>
                <a:gd name="connsiteX59" fmla="*/ 1817814 w 2772385"/>
                <a:gd name="connsiteY59" fmla="*/ 3541899 h 3811169"/>
                <a:gd name="connsiteX60" fmla="*/ 2154403 w 2772385"/>
                <a:gd name="connsiteY60" fmla="*/ 3614826 h 3811169"/>
                <a:gd name="connsiteX61" fmla="*/ 2109525 w 2772385"/>
                <a:gd name="connsiteY61" fmla="*/ 3715803 h 3811169"/>
                <a:gd name="connsiteX62" fmla="*/ 2204892 w 2772385"/>
                <a:gd name="connsiteY62" fmla="*/ 3783121 h 3811169"/>
                <a:gd name="connsiteX63" fmla="*/ 2277819 w 2772385"/>
                <a:gd name="connsiteY63" fmla="*/ 3732633 h 3811169"/>
                <a:gd name="connsiteX64" fmla="*/ 2266600 w 2772385"/>
                <a:gd name="connsiteY64" fmla="*/ 3637266 h 3811169"/>
                <a:gd name="connsiteX65" fmla="*/ 2423675 w 2772385"/>
                <a:gd name="connsiteY65" fmla="*/ 3564338 h 3811169"/>
                <a:gd name="connsiteX66" fmla="*/ 2429284 w 2772385"/>
                <a:gd name="connsiteY66" fmla="*/ 3384824 h 3811169"/>
                <a:gd name="connsiteX67" fmla="*/ 1907572 w 2772385"/>
                <a:gd name="connsiteY67" fmla="*/ 3345556 h 3811169"/>
                <a:gd name="connsiteX68" fmla="*/ 1913181 w 2772385"/>
                <a:gd name="connsiteY68" fmla="*/ 3031406 h 3811169"/>
                <a:gd name="connsiteX69" fmla="*/ 1907571 w 2772385"/>
                <a:gd name="connsiteY69" fmla="*/ 3014576 h 3811169"/>
                <a:gd name="connsiteX70" fmla="*/ 1901962 w 2772385"/>
                <a:gd name="connsiteY70" fmla="*/ 2835062 h 3811169"/>
                <a:gd name="connsiteX71" fmla="*/ 1857083 w 2772385"/>
                <a:gd name="connsiteY71" fmla="*/ 2773354 h 3811169"/>
                <a:gd name="connsiteX72" fmla="*/ 2047817 w 2772385"/>
                <a:gd name="connsiteY72" fmla="*/ 2717256 h 3811169"/>
                <a:gd name="connsiteX73" fmla="*/ 2081476 w 2772385"/>
                <a:gd name="connsiteY73" fmla="*/ 2610669 h 3811169"/>
                <a:gd name="connsiteX74" fmla="*/ 2367576 w 2772385"/>
                <a:gd name="connsiteY74" fmla="*/ 2621889 h 3811169"/>
                <a:gd name="connsiteX75" fmla="*/ 2591969 w 2772385"/>
                <a:gd name="connsiteY75" fmla="*/ 2032858 h 3811169"/>
                <a:gd name="connsiteX76" fmla="*/ 2547090 w 2772385"/>
                <a:gd name="connsiteY76" fmla="*/ 1948711 h 3811169"/>
                <a:gd name="connsiteX77" fmla="*/ 2692946 w 2772385"/>
                <a:gd name="connsiteY77" fmla="*/ 1460657 h 3811169"/>
                <a:gd name="connsiteX78" fmla="*/ 2636848 w 2772385"/>
                <a:gd name="connsiteY78" fmla="*/ 1354071 h 3811169"/>
                <a:gd name="connsiteX79" fmla="*/ 2479772 w 2772385"/>
                <a:gd name="connsiteY79" fmla="*/ 798699 h 3811169"/>
                <a:gd name="connsiteX80" fmla="*/ 2737825 w 2772385"/>
                <a:gd name="connsiteY80" fmla="*/ 675283 h 3811169"/>
                <a:gd name="connsiteX81" fmla="*/ 2709775 w 2772385"/>
                <a:gd name="connsiteY81" fmla="*/ 434061 h 3811169"/>
                <a:gd name="connsiteX82" fmla="*/ 2625628 w 2772385"/>
                <a:gd name="connsiteY82"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62193 w 2772385"/>
                <a:gd name="connsiteY34" fmla="*/ 3743852 h 3811169"/>
                <a:gd name="connsiteX35" fmla="*/ 735121 w 2772385"/>
                <a:gd name="connsiteY35" fmla="*/ 3732634 h 3811169"/>
                <a:gd name="connsiteX36" fmla="*/ 774389 w 2772385"/>
                <a:gd name="connsiteY36" fmla="*/ 3474581 h 3811169"/>
                <a:gd name="connsiteX37" fmla="*/ 695851 w 2772385"/>
                <a:gd name="connsiteY37" fmla="*/ 3238969 h 3811169"/>
                <a:gd name="connsiteX38" fmla="*/ 897805 w 2772385"/>
                <a:gd name="connsiteY38" fmla="*/ 2627499 h 3811169"/>
                <a:gd name="connsiteX39" fmla="*/ 1161466 w 2772385"/>
                <a:gd name="connsiteY39" fmla="*/ 2520912 h 3811169"/>
                <a:gd name="connsiteX40" fmla="*/ 1492445 w 2772385"/>
                <a:gd name="connsiteY40" fmla="*/ 2638718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795375 w 2772385"/>
                <a:gd name="connsiteY44" fmla="*/ 2812623 h 3811169"/>
                <a:gd name="connsiteX45" fmla="*/ 1750497 w 2772385"/>
                <a:gd name="connsiteY45" fmla="*/ 3008967 h 3811169"/>
                <a:gd name="connsiteX46" fmla="*/ 1711228 w 2772385"/>
                <a:gd name="connsiteY46" fmla="*/ 3328726 h 3811169"/>
                <a:gd name="connsiteX47" fmla="*/ 1200735 w 2772385"/>
                <a:gd name="connsiteY47" fmla="*/ 3396044 h 3811169"/>
                <a:gd name="connsiteX48" fmla="*/ 1172686 w 2772385"/>
                <a:gd name="connsiteY48" fmla="*/ 3468971 h 3811169"/>
                <a:gd name="connsiteX49" fmla="*/ 1110978 w 2772385"/>
                <a:gd name="connsiteY49" fmla="*/ 3497020 h 3811169"/>
                <a:gd name="connsiteX50" fmla="*/ 1139027 w 2772385"/>
                <a:gd name="connsiteY50" fmla="*/ 3631656 h 3811169"/>
                <a:gd name="connsiteX51" fmla="*/ 1279272 w 2772385"/>
                <a:gd name="connsiteY51" fmla="*/ 3637266 h 3811169"/>
                <a:gd name="connsiteX52" fmla="*/ 1273662 w 2772385"/>
                <a:gd name="connsiteY52" fmla="*/ 3485801 h 3811169"/>
                <a:gd name="connsiteX53" fmla="*/ 1453176 w 2772385"/>
                <a:gd name="connsiteY53" fmla="*/ 3497020 h 3811169"/>
                <a:gd name="connsiteX54" fmla="*/ 1425127 w 2772385"/>
                <a:gd name="connsiteY54" fmla="*/ 3575558 h 3811169"/>
                <a:gd name="connsiteX55" fmla="*/ 1397078 w 2772385"/>
                <a:gd name="connsiteY55" fmla="*/ 3637266 h 3811169"/>
                <a:gd name="connsiteX56" fmla="*/ 1312931 w 2772385"/>
                <a:gd name="connsiteY56" fmla="*/ 3654095 h 3811169"/>
                <a:gd name="connsiteX57" fmla="*/ 1447567 w 2772385"/>
                <a:gd name="connsiteY57" fmla="*/ 3777511 h 3811169"/>
                <a:gd name="connsiteX58" fmla="*/ 1514884 w 2772385"/>
                <a:gd name="connsiteY58" fmla="*/ 3642876 h 3811169"/>
                <a:gd name="connsiteX59" fmla="*/ 1817814 w 2772385"/>
                <a:gd name="connsiteY59" fmla="*/ 3541899 h 3811169"/>
                <a:gd name="connsiteX60" fmla="*/ 2154403 w 2772385"/>
                <a:gd name="connsiteY60" fmla="*/ 3614826 h 3811169"/>
                <a:gd name="connsiteX61" fmla="*/ 2109525 w 2772385"/>
                <a:gd name="connsiteY61" fmla="*/ 3715803 h 3811169"/>
                <a:gd name="connsiteX62" fmla="*/ 2204892 w 2772385"/>
                <a:gd name="connsiteY62" fmla="*/ 3783121 h 3811169"/>
                <a:gd name="connsiteX63" fmla="*/ 2277819 w 2772385"/>
                <a:gd name="connsiteY63" fmla="*/ 3732633 h 3811169"/>
                <a:gd name="connsiteX64" fmla="*/ 2266600 w 2772385"/>
                <a:gd name="connsiteY64" fmla="*/ 3637266 h 3811169"/>
                <a:gd name="connsiteX65" fmla="*/ 2423675 w 2772385"/>
                <a:gd name="connsiteY65" fmla="*/ 3564338 h 3811169"/>
                <a:gd name="connsiteX66" fmla="*/ 2429284 w 2772385"/>
                <a:gd name="connsiteY66" fmla="*/ 3384824 h 3811169"/>
                <a:gd name="connsiteX67" fmla="*/ 1907572 w 2772385"/>
                <a:gd name="connsiteY67" fmla="*/ 3345556 h 3811169"/>
                <a:gd name="connsiteX68" fmla="*/ 1913181 w 2772385"/>
                <a:gd name="connsiteY68" fmla="*/ 3031406 h 3811169"/>
                <a:gd name="connsiteX69" fmla="*/ 1907571 w 2772385"/>
                <a:gd name="connsiteY69" fmla="*/ 3014576 h 3811169"/>
                <a:gd name="connsiteX70" fmla="*/ 1901962 w 2772385"/>
                <a:gd name="connsiteY70" fmla="*/ 2835062 h 3811169"/>
                <a:gd name="connsiteX71" fmla="*/ 1857083 w 2772385"/>
                <a:gd name="connsiteY71" fmla="*/ 2773354 h 3811169"/>
                <a:gd name="connsiteX72" fmla="*/ 2047817 w 2772385"/>
                <a:gd name="connsiteY72" fmla="*/ 2717256 h 3811169"/>
                <a:gd name="connsiteX73" fmla="*/ 2081476 w 2772385"/>
                <a:gd name="connsiteY73" fmla="*/ 2610669 h 3811169"/>
                <a:gd name="connsiteX74" fmla="*/ 2367576 w 2772385"/>
                <a:gd name="connsiteY74" fmla="*/ 2621889 h 3811169"/>
                <a:gd name="connsiteX75" fmla="*/ 2591969 w 2772385"/>
                <a:gd name="connsiteY75" fmla="*/ 2032858 h 3811169"/>
                <a:gd name="connsiteX76" fmla="*/ 2547090 w 2772385"/>
                <a:gd name="connsiteY76" fmla="*/ 1948711 h 3811169"/>
                <a:gd name="connsiteX77" fmla="*/ 2692946 w 2772385"/>
                <a:gd name="connsiteY77" fmla="*/ 1460657 h 3811169"/>
                <a:gd name="connsiteX78" fmla="*/ 2636848 w 2772385"/>
                <a:gd name="connsiteY78" fmla="*/ 1354071 h 3811169"/>
                <a:gd name="connsiteX79" fmla="*/ 2479772 w 2772385"/>
                <a:gd name="connsiteY79" fmla="*/ 798699 h 3811169"/>
                <a:gd name="connsiteX80" fmla="*/ 2737825 w 2772385"/>
                <a:gd name="connsiteY80" fmla="*/ 675283 h 3811169"/>
                <a:gd name="connsiteX81" fmla="*/ 2709775 w 2772385"/>
                <a:gd name="connsiteY81" fmla="*/ 434061 h 3811169"/>
                <a:gd name="connsiteX82" fmla="*/ 2625628 w 2772385"/>
                <a:gd name="connsiteY82" fmla="*/ 86253 h 3811169"/>
                <a:gd name="connsiteX0" fmla="*/ 2625628 w 2772385"/>
                <a:gd name="connsiteY0" fmla="*/ 86253 h 3811169"/>
                <a:gd name="connsiteX1" fmla="*/ 2429284 w 2772385"/>
                <a:gd name="connsiteY1" fmla="*/ 2105 h 3811169"/>
                <a:gd name="connsiteX2" fmla="*/ 2188062 w 2772385"/>
                <a:gd name="connsiteY2" fmla="*/ 159180 h 3811169"/>
                <a:gd name="connsiteX3" fmla="*/ 2087086 w 2772385"/>
                <a:gd name="connsiteY3" fmla="*/ 198449 h 3811169"/>
                <a:gd name="connsiteX4" fmla="*/ 2137574 w 2772385"/>
                <a:gd name="connsiteY4" fmla="*/ 288206 h 3811169"/>
                <a:gd name="connsiteX5" fmla="*/ 2025378 w 2772385"/>
                <a:gd name="connsiteY5" fmla="*/ 450890 h 3811169"/>
                <a:gd name="connsiteX6" fmla="*/ 2131966 w 2772385"/>
                <a:gd name="connsiteY6" fmla="*/ 585526 h 3811169"/>
                <a:gd name="connsiteX7" fmla="*/ 2154403 w 2772385"/>
                <a:gd name="connsiteY7" fmla="*/ 708942 h 3811169"/>
                <a:gd name="connsiteX8" fmla="*/ 2025378 w 2772385"/>
                <a:gd name="connsiteY8" fmla="*/ 753820 h 3811169"/>
                <a:gd name="connsiteX9" fmla="*/ 1991719 w 2772385"/>
                <a:gd name="connsiteY9" fmla="*/ 821138 h 3811169"/>
                <a:gd name="connsiteX10" fmla="*/ 1991719 w 2772385"/>
                <a:gd name="connsiteY10" fmla="*/ 708942 h 3811169"/>
                <a:gd name="connsiteX11" fmla="*/ 1941230 w 2772385"/>
                <a:gd name="connsiteY11" fmla="*/ 669673 h 3811169"/>
                <a:gd name="connsiteX12" fmla="*/ 1778546 w 2772385"/>
                <a:gd name="connsiteY12" fmla="*/ 770649 h 3811169"/>
                <a:gd name="connsiteX13" fmla="*/ 1397078 w 2772385"/>
                <a:gd name="connsiteY13" fmla="*/ 579916 h 3811169"/>
                <a:gd name="connsiteX14" fmla="*/ 1660739 w 2772385"/>
                <a:gd name="connsiteY14" fmla="*/ 1129678 h 3811169"/>
                <a:gd name="connsiteX15" fmla="*/ 1795375 w 2772385"/>
                <a:gd name="connsiteY15" fmla="*/ 1225045 h 3811169"/>
                <a:gd name="connsiteX16" fmla="*/ 1643910 w 2772385"/>
                <a:gd name="connsiteY16" fmla="*/ 1449437 h 3811169"/>
                <a:gd name="connsiteX17" fmla="*/ 1722448 w 2772385"/>
                <a:gd name="connsiteY17" fmla="*/ 1668220 h 3811169"/>
                <a:gd name="connsiteX18" fmla="*/ 1812205 w 2772385"/>
                <a:gd name="connsiteY18" fmla="*/ 1662611 h 3811169"/>
                <a:gd name="connsiteX19" fmla="*/ 1621470 w 2772385"/>
                <a:gd name="connsiteY19" fmla="*/ 1858954 h 3811169"/>
                <a:gd name="connsiteX20" fmla="*/ 909024 w 2772385"/>
                <a:gd name="connsiteY20" fmla="*/ 1578463 h 3811169"/>
                <a:gd name="connsiteX21" fmla="*/ 454629 w 2772385"/>
                <a:gd name="connsiteY21" fmla="*/ 2605060 h 3811169"/>
                <a:gd name="connsiteX22" fmla="*/ 258286 w 2772385"/>
                <a:gd name="connsiteY22" fmla="*/ 2812623 h 3811169"/>
                <a:gd name="connsiteX23" fmla="*/ 39503 w 2772385"/>
                <a:gd name="connsiteY23" fmla="*/ 2857501 h 3811169"/>
                <a:gd name="connsiteX24" fmla="*/ 28282 w 2772385"/>
                <a:gd name="connsiteY24" fmla="*/ 2975307 h 3811169"/>
                <a:gd name="connsiteX25" fmla="*/ 258285 w 2772385"/>
                <a:gd name="connsiteY25" fmla="*/ 3087504 h 3811169"/>
                <a:gd name="connsiteX26" fmla="*/ 527559 w 2772385"/>
                <a:gd name="connsiteY26" fmla="*/ 2986527 h 3811169"/>
                <a:gd name="connsiteX27" fmla="*/ 488288 w 2772385"/>
                <a:gd name="connsiteY27" fmla="*/ 3154821 h 3811169"/>
                <a:gd name="connsiteX28" fmla="*/ 561215 w 2772385"/>
                <a:gd name="connsiteY28" fmla="*/ 3194090 h 3811169"/>
                <a:gd name="connsiteX29" fmla="*/ 381702 w 2772385"/>
                <a:gd name="connsiteY29" fmla="*/ 3592387 h 3811169"/>
                <a:gd name="connsiteX30" fmla="*/ 213408 w 2772385"/>
                <a:gd name="connsiteY30" fmla="*/ 3698973 h 3811169"/>
                <a:gd name="connsiteX31" fmla="*/ 280726 w 2772385"/>
                <a:gd name="connsiteY31" fmla="*/ 3811169 h 3811169"/>
                <a:gd name="connsiteX32" fmla="*/ 477068 w 2772385"/>
                <a:gd name="connsiteY32" fmla="*/ 3771902 h 3811169"/>
                <a:gd name="connsiteX33" fmla="*/ 622923 w 2772385"/>
                <a:gd name="connsiteY33" fmla="*/ 3547509 h 3811169"/>
                <a:gd name="connsiteX34" fmla="*/ 662193 w 2772385"/>
                <a:gd name="connsiteY34" fmla="*/ 3743852 h 3811169"/>
                <a:gd name="connsiteX35" fmla="*/ 735121 w 2772385"/>
                <a:gd name="connsiteY35" fmla="*/ 3732634 h 3811169"/>
                <a:gd name="connsiteX36" fmla="*/ 774389 w 2772385"/>
                <a:gd name="connsiteY36" fmla="*/ 3474581 h 3811169"/>
                <a:gd name="connsiteX37" fmla="*/ 695851 w 2772385"/>
                <a:gd name="connsiteY37" fmla="*/ 3238969 h 3811169"/>
                <a:gd name="connsiteX38" fmla="*/ 897805 w 2772385"/>
                <a:gd name="connsiteY38" fmla="*/ 2627499 h 3811169"/>
                <a:gd name="connsiteX39" fmla="*/ 1161466 w 2772385"/>
                <a:gd name="connsiteY39" fmla="*/ 2520912 h 3811169"/>
                <a:gd name="connsiteX40" fmla="*/ 1492445 w 2772385"/>
                <a:gd name="connsiteY40" fmla="*/ 2638718 h 3811169"/>
                <a:gd name="connsiteX41" fmla="*/ 1587812 w 2772385"/>
                <a:gd name="connsiteY41" fmla="*/ 2627499 h 3811169"/>
                <a:gd name="connsiteX42" fmla="*/ 1643910 w 2772385"/>
                <a:gd name="connsiteY42" fmla="*/ 2728476 h 3811169"/>
                <a:gd name="connsiteX43" fmla="*/ 1795375 w 2772385"/>
                <a:gd name="connsiteY43" fmla="*/ 2762134 h 3811169"/>
                <a:gd name="connsiteX44" fmla="*/ 1795375 w 2772385"/>
                <a:gd name="connsiteY44" fmla="*/ 2812623 h 3811169"/>
                <a:gd name="connsiteX45" fmla="*/ 1750497 w 2772385"/>
                <a:gd name="connsiteY45" fmla="*/ 3008967 h 3811169"/>
                <a:gd name="connsiteX46" fmla="*/ 1711228 w 2772385"/>
                <a:gd name="connsiteY46" fmla="*/ 3328726 h 3811169"/>
                <a:gd name="connsiteX47" fmla="*/ 1200735 w 2772385"/>
                <a:gd name="connsiteY47" fmla="*/ 3396044 h 3811169"/>
                <a:gd name="connsiteX48" fmla="*/ 1172686 w 2772385"/>
                <a:gd name="connsiteY48" fmla="*/ 3468971 h 3811169"/>
                <a:gd name="connsiteX49" fmla="*/ 1110978 w 2772385"/>
                <a:gd name="connsiteY49" fmla="*/ 3497020 h 3811169"/>
                <a:gd name="connsiteX50" fmla="*/ 1139027 w 2772385"/>
                <a:gd name="connsiteY50" fmla="*/ 3631656 h 3811169"/>
                <a:gd name="connsiteX51" fmla="*/ 1279272 w 2772385"/>
                <a:gd name="connsiteY51" fmla="*/ 3637266 h 3811169"/>
                <a:gd name="connsiteX52" fmla="*/ 1273662 w 2772385"/>
                <a:gd name="connsiteY52" fmla="*/ 3485801 h 3811169"/>
                <a:gd name="connsiteX53" fmla="*/ 1453176 w 2772385"/>
                <a:gd name="connsiteY53" fmla="*/ 3497020 h 3811169"/>
                <a:gd name="connsiteX54" fmla="*/ 1425127 w 2772385"/>
                <a:gd name="connsiteY54" fmla="*/ 3575558 h 3811169"/>
                <a:gd name="connsiteX55" fmla="*/ 1397078 w 2772385"/>
                <a:gd name="connsiteY55" fmla="*/ 3637266 h 3811169"/>
                <a:gd name="connsiteX56" fmla="*/ 1312931 w 2772385"/>
                <a:gd name="connsiteY56" fmla="*/ 3654095 h 3811169"/>
                <a:gd name="connsiteX57" fmla="*/ 1447567 w 2772385"/>
                <a:gd name="connsiteY57" fmla="*/ 3777511 h 3811169"/>
                <a:gd name="connsiteX58" fmla="*/ 1514884 w 2772385"/>
                <a:gd name="connsiteY58" fmla="*/ 3642876 h 3811169"/>
                <a:gd name="connsiteX59" fmla="*/ 1817814 w 2772385"/>
                <a:gd name="connsiteY59" fmla="*/ 3541899 h 3811169"/>
                <a:gd name="connsiteX60" fmla="*/ 2154403 w 2772385"/>
                <a:gd name="connsiteY60" fmla="*/ 3614826 h 3811169"/>
                <a:gd name="connsiteX61" fmla="*/ 2109525 w 2772385"/>
                <a:gd name="connsiteY61" fmla="*/ 3715803 h 3811169"/>
                <a:gd name="connsiteX62" fmla="*/ 2204892 w 2772385"/>
                <a:gd name="connsiteY62" fmla="*/ 3783121 h 3811169"/>
                <a:gd name="connsiteX63" fmla="*/ 2277819 w 2772385"/>
                <a:gd name="connsiteY63" fmla="*/ 3732633 h 3811169"/>
                <a:gd name="connsiteX64" fmla="*/ 2266600 w 2772385"/>
                <a:gd name="connsiteY64" fmla="*/ 3637266 h 3811169"/>
                <a:gd name="connsiteX65" fmla="*/ 2423675 w 2772385"/>
                <a:gd name="connsiteY65" fmla="*/ 3564338 h 3811169"/>
                <a:gd name="connsiteX66" fmla="*/ 2429284 w 2772385"/>
                <a:gd name="connsiteY66" fmla="*/ 3384824 h 3811169"/>
                <a:gd name="connsiteX67" fmla="*/ 1907572 w 2772385"/>
                <a:gd name="connsiteY67" fmla="*/ 3345556 h 3811169"/>
                <a:gd name="connsiteX68" fmla="*/ 1913181 w 2772385"/>
                <a:gd name="connsiteY68" fmla="*/ 3031406 h 3811169"/>
                <a:gd name="connsiteX69" fmla="*/ 1907571 w 2772385"/>
                <a:gd name="connsiteY69" fmla="*/ 3014576 h 3811169"/>
                <a:gd name="connsiteX70" fmla="*/ 1901962 w 2772385"/>
                <a:gd name="connsiteY70" fmla="*/ 2835062 h 3811169"/>
                <a:gd name="connsiteX71" fmla="*/ 1857083 w 2772385"/>
                <a:gd name="connsiteY71" fmla="*/ 2773354 h 3811169"/>
                <a:gd name="connsiteX72" fmla="*/ 2047817 w 2772385"/>
                <a:gd name="connsiteY72" fmla="*/ 2717256 h 3811169"/>
                <a:gd name="connsiteX73" fmla="*/ 2081476 w 2772385"/>
                <a:gd name="connsiteY73" fmla="*/ 2610669 h 3811169"/>
                <a:gd name="connsiteX74" fmla="*/ 2367576 w 2772385"/>
                <a:gd name="connsiteY74" fmla="*/ 2621889 h 3811169"/>
                <a:gd name="connsiteX75" fmla="*/ 2591969 w 2772385"/>
                <a:gd name="connsiteY75" fmla="*/ 2032858 h 3811169"/>
                <a:gd name="connsiteX76" fmla="*/ 2547090 w 2772385"/>
                <a:gd name="connsiteY76" fmla="*/ 1948711 h 3811169"/>
                <a:gd name="connsiteX77" fmla="*/ 2692946 w 2772385"/>
                <a:gd name="connsiteY77" fmla="*/ 1460657 h 3811169"/>
                <a:gd name="connsiteX78" fmla="*/ 2636848 w 2772385"/>
                <a:gd name="connsiteY78" fmla="*/ 1354071 h 3811169"/>
                <a:gd name="connsiteX79" fmla="*/ 2479772 w 2772385"/>
                <a:gd name="connsiteY79" fmla="*/ 798699 h 3811169"/>
                <a:gd name="connsiteX80" fmla="*/ 2737825 w 2772385"/>
                <a:gd name="connsiteY80" fmla="*/ 675283 h 3811169"/>
                <a:gd name="connsiteX81" fmla="*/ 2709775 w 2772385"/>
                <a:gd name="connsiteY81" fmla="*/ 434061 h 3811169"/>
                <a:gd name="connsiteX82" fmla="*/ 2625628 w 2772385"/>
                <a:gd name="connsiteY82" fmla="*/ 86253 h 3811169"/>
                <a:gd name="connsiteX0" fmla="*/ 2625628 w 2772385"/>
                <a:gd name="connsiteY0" fmla="*/ 86253 h 3816780"/>
                <a:gd name="connsiteX1" fmla="*/ 2429284 w 2772385"/>
                <a:gd name="connsiteY1" fmla="*/ 2105 h 3816780"/>
                <a:gd name="connsiteX2" fmla="*/ 2188062 w 2772385"/>
                <a:gd name="connsiteY2" fmla="*/ 159180 h 3816780"/>
                <a:gd name="connsiteX3" fmla="*/ 2087086 w 2772385"/>
                <a:gd name="connsiteY3" fmla="*/ 198449 h 3816780"/>
                <a:gd name="connsiteX4" fmla="*/ 2137574 w 2772385"/>
                <a:gd name="connsiteY4" fmla="*/ 288206 h 3816780"/>
                <a:gd name="connsiteX5" fmla="*/ 2025378 w 2772385"/>
                <a:gd name="connsiteY5" fmla="*/ 450890 h 3816780"/>
                <a:gd name="connsiteX6" fmla="*/ 2131966 w 2772385"/>
                <a:gd name="connsiteY6" fmla="*/ 585526 h 3816780"/>
                <a:gd name="connsiteX7" fmla="*/ 2154403 w 2772385"/>
                <a:gd name="connsiteY7" fmla="*/ 708942 h 3816780"/>
                <a:gd name="connsiteX8" fmla="*/ 2025378 w 2772385"/>
                <a:gd name="connsiteY8" fmla="*/ 753820 h 3816780"/>
                <a:gd name="connsiteX9" fmla="*/ 1991719 w 2772385"/>
                <a:gd name="connsiteY9" fmla="*/ 821138 h 3816780"/>
                <a:gd name="connsiteX10" fmla="*/ 1991719 w 2772385"/>
                <a:gd name="connsiteY10" fmla="*/ 708942 h 3816780"/>
                <a:gd name="connsiteX11" fmla="*/ 1941230 w 2772385"/>
                <a:gd name="connsiteY11" fmla="*/ 669673 h 3816780"/>
                <a:gd name="connsiteX12" fmla="*/ 1778546 w 2772385"/>
                <a:gd name="connsiteY12" fmla="*/ 770649 h 3816780"/>
                <a:gd name="connsiteX13" fmla="*/ 1397078 w 2772385"/>
                <a:gd name="connsiteY13" fmla="*/ 579916 h 3816780"/>
                <a:gd name="connsiteX14" fmla="*/ 1660739 w 2772385"/>
                <a:gd name="connsiteY14" fmla="*/ 1129678 h 3816780"/>
                <a:gd name="connsiteX15" fmla="*/ 1795375 w 2772385"/>
                <a:gd name="connsiteY15" fmla="*/ 1225045 h 3816780"/>
                <a:gd name="connsiteX16" fmla="*/ 1643910 w 2772385"/>
                <a:gd name="connsiteY16" fmla="*/ 1449437 h 3816780"/>
                <a:gd name="connsiteX17" fmla="*/ 1722448 w 2772385"/>
                <a:gd name="connsiteY17" fmla="*/ 1668220 h 3816780"/>
                <a:gd name="connsiteX18" fmla="*/ 1812205 w 2772385"/>
                <a:gd name="connsiteY18" fmla="*/ 1662611 h 3816780"/>
                <a:gd name="connsiteX19" fmla="*/ 1621470 w 2772385"/>
                <a:gd name="connsiteY19" fmla="*/ 1858954 h 3816780"/>
                <a:gd name="connsiteX20" fmla="*/ 909024 w 2772385"/>
                <a:gd name="connsiteY20" fmla="*/ 1578463 h 3816780"/>
                <a:gd name="connsiteX21" fmla="*/ 454629 w 2772385"/>
                <a:gd name="connsiteY21" fmla="*/ 2605060 h 3816780"/>
                <a:gd name="connsiteX22" fmla="*/ 258286 w 2772385"/>
                <a:gd name="connsiteY22" fmla="*/ 2812623 h 3816780"/>
                <a:gd name="connsiteX23" fmla="*/ 39503 w 2772385"/>
                <a:gd name="connsiteY23" fmla="*/ 2857501 h 3816780"/>
                <a:gd name="connsiteX24" fmla="*/ 28282 w 2772385"/>
                <a:gd name="connsiteY24" fmla="*/ 2975307 h 3816780"/>
                <a:gd name="connsiteX25" fmla="*/ 258285 w 2772385"/>
                <a:gd name="connsiteY25" fmla="*/ 3087504 h 3816780"/>
                <a:gd name="connsiteX26" fmla="*/ 527559 w 2772385"/>
                <a:gd name="connsiteY26" fmla="*/ 2986527 h 3816780"/>
                <a:gd name="connsiteX27" fmla="*/ 488288 w 2772385"/>
                <a:gd name="connsiteY27" fmla="*/ 3154821 h 3816780"/>
                <a:gd name="connsiteX28" fmla="*/ 561215 w 2772385"/>
                <a:gd name="connsiteY28" fmla="*/ 3194090 h 3816780"/>
                <a:gd name="connsiteX29" fmla="*/ 381702 w 2772385"/>
                <a:gd name="connsiteY29" fmla="*/ 3592387 h 3816780"/>
                <a:gd name="connsiteX30" fmla="*/ 213408 w 2772385"/>
                <a:gd name="connsiteY30" fmla="*/ 3698973 h 3816780"/>
                <a:gd name="connsiteX31" fmla="*/ 280726 w 2772385"/>
                <a:gd name="connsiteY31" fmla="*/ 3811169 h 3816780"/>
                <a:gd name="connsiteX32" fmla="*/ 477068 w 2772385"/>
                <a:gd name="connsiteY32" fmla="*/ 3771902 h 3816780"/>
                <a:gd name="connsiteX33" fmla="*/ 622923 w 2772385"/>
                <a:gd name="connsiteY33" fmla="*/ 3547509 h 3816780"/>
                <a:gd name="connsiteX34" fmla="*/ 662193 w 2772385"/>
                <a:gd name="connsiteY34" fmla="*/ 3743852 h 3816780"/>
                <a:gd name="connsiteX35" fmla="*/ 735121 w 2772385"/>
                <a:gd name="connsiteY35" fmla="*/ 3732634 h 3816780"/>
                <a:gd name="connsiteX36" fmla="*/ 774389 w 2772385"/>
                <a:gd name="connsiteY36" fmla="*/ 3474581 h 3816780"/>
                <a:gd name="connsiteX37" fmla="*/ 695851 w 2772385"/>
                <a:gd name="connsiteY37" fmla="*/ 3238969 h 3816780"/>
                <a:gd name="connsiteX38" fmla="*/ 897805 w 2772385"/>
                <a:gd name="connsiteY38" fmla="*/ 2627499 h 3816780"/>
                <a:gd name="connsiteX39" fmla="*/ 1161466 w 2772385"/>
                <a:gd name="connsiteY39" fmla="*/ 2520912 h 3816780"/>
                <a:gd name="connsiteX40" fmla="*/ 1492445 w 2772385"/>
                <a:gd name="connsiteY40" fmla="*/ 2638718 h 3816780"/>
                <a:gd name="connsiteX41" fmla="*/ 1587812 w 2772385"/>
                <a:gd name="connsiteY41" fmla="*/ 2627499 h 3816780"/>
                <a:gd name="connsiteX42" fmla="*/ 1643910 w 2772385"/>
                <a:gd name="connsiteY42" fmla="*/ 2728476 h 3816780"/>
                <a:gd name="connsiteX43" fmla="*/ 1795375 w 2772385"/>
                <a:gd name="connsiteY43" fmla="*/ 2762134 h 3816780"/>
                <a:gd name="connsiteX44" fmla="*/ 1795375 w 2772385"/>
                <a:gd name="connsiteY44" fmla="*/ 2812623 h 3816780"/>
                <a:gd name="connsiteX45" fmla="*/ 1750497 w 2772385"/>
                <a:gd name="connsiteY45" fmla="*/ 3008967 h 3816780"/>
                <a:gd name="connsiteX46" fmla="*/ 1711228 w 2772385"/>
                <a:gd name="connsiteY46" fmla="*/ 3328726 h 3816780"/>
                <a:gd name="connsiteX47" fmla="*/ 1200735 w 2772385"/>
                <a:gd name="connsiteY47" fmla="*/ 3396044 h 3816780"/>
                <a:gd name="connsiteX48" fmla="*/ 1172686 w 2772385"/>
                <a:gd name="connsiteY48" fmla="*/ 3468971 h 3816780"/>
                <a:gd name="connsiteX49" fmla="*/ 1110978 w 2772385"/>
                <a:gd name="connsiteY49" fmla="*/ 3497020 h 3816780"/>
                <a:gd name="connsiteX50" fmla="*/ 1139027 w 2772385"/>
                <a:gd name="connsiteY50" fmla="*/ 3631656 h 3816780"/>
                <a:gd name="connsiteX51" fmla="*/ 1279272 w 2772385"/>
                <a:gd name="connsiteY51" fmla="*/ 3637266 h 3816780"/>
                <a:gd name="connsiteX52" fmla="*/ 1273662 w 2772385"/>
                <a:gd name="connsiteY52" fmla="*/ 3485801 h 3816780"/>
                <a:gd name="connsiteX53" fmla="*/ 1453176 w 2772385"/>
                <a:gd name="connsiteY53" fmla="*/ 3497020 h 3816780"/>
                <a:gd name="connsiteX54" fmla="*/ 1425127 w 2772385"/>
                <a:gd name="connsiteY54" fmla="*/ 3575558 h 3816780"/>
                <a:gd name="connsiteX55" fmla="*/ 1397078 w 2772385"/>
                <a:gd name="connsiteY55" fmla="*/ 3637266 h 3816780"/>
                <a:gd name="connsiteX56" fmla="*/ 1312931 w 2772385"/>
                <a:gd name="connsiteY56" fmla="*/ 3654095 h 3816780"/>
                <a:gd name="connsiteX57" fmla="*/ 1447567 w 2772385"/>
                <a:gd name="connsiteY57" fmla="*/ 3777511 h 3816780"/>
                <a:gd name="connsiteX58" fmla="*/ 1514884 w 2772385"/>
                <a:gd name="connsiteY58" fmla="*/ 3642876 h 3816780"/>
                <a:gd name="connsiteX59" fmla="*/ 1817814 w 2772385"/>
                <a:gd name="connsiteY59" fmla="*/ 3541899 h 3816780"/>
                <a:gd name="connsiteX60" fmla="*/ 2154403 w 2772385"/>
                <a:gd name="connsiteY60" fmla="*/ 3614826 h 3816780"/>
                <a:gd name="connsiteX61" fmla="*/ 2109525 w 2772385"/>
                <a:gd name="connsiteY61" fmla="*/ 3715803 h 3816780"/>
                <a:gd name="connsiteX62" fmla="*/ 2193672 w 2772385"/>
                <a:gd name="connsiteY62" fmla="*/ 3816780 h 3816780"/>
                <a:gd name="connsiteX63" fmla="*/ 2277819 w 2772385"/>
                <a:gd name="connsiteY63" fmla="*/ 3732633 h 3816780"/>
                <a:gd name="connsiteX64" fmla="*/ 2266600 w 2772385"/>
                <a:gd name="connsiteY64" fmla="*/ 3637266 h 3816780"/>
                <a:gd name="connsiteX65" fmla="*/ 2423675 w 2772385"/>
                <a:gd name="connsiteY65" fmla="*/ 3564338 h 3816780"/>
                <a:gd name="connsiteX66" fmla="*/ 2429284 w 2772385"/>
                <a:gd name="connsiteY66" fmla="*/ 3384824 h 3816780"/>
                <a:gd name="connsiteX67" fmla="*/ 1907572 w 2772385"/>
                <a:gd name="connsiteY67" fmla="*/ 3345556 h 3816780"/>
                <a:gd name="connsiteX68" fmla="*/ 1913181 w 2772385"/>
                <a:gd name="connsiteY68" fmla="*/ 3031406 h 3816780"/>
                <a:gd name="connsiteX69" fmla="*/ 1907571 w 2772385"/>
                <a:gd name="connsiteY69" fmla="*/ 3014576 h 3816780"/>
                <a:gd name="connsiteX70" fmla="*/ 1901962 w 2772385"/>
                <a:gd name="connsiteY70" fmla="*/ 2835062 h 3816780"/>
                <a:gd name="connsiteX71" fmla="*/ 1857083 w 2772385"/>
                <a:gd name="connsiteY71" fmla="*/ 2773354 h 3816780"/>
                <a:gd name="connsiteX72" fmla="*/ 2047817 w 2772385"/>
                <a:gd name="connsiteY72" fmla="*/ 2717256 h 3816780"/>
                <a:gd name="connsiteX73" fmla="*/ 2081476 w 2772385"/>
                <a:gd name="connsiteY73" fmla="*/ 2610669 h 3816780"/>
                <a:gd name="connsiteX74" fmla="*/ 2367576 w 2772385"/>
                <a:gd name="connsiteY74" fmla="*/ 2621889 h 3816780"/>
                <a:gd name="connsiteX75" fmla="*/ 2591969 w 2772385"/>
                <a:gd name="connsiteY75" fmla="*/ 2032858 h 3816780"/>
                <a:gd name="connsiteX76" fmla="*/ 2547090 w 2772385"/>
                <a:gd name="connsiteY76" fmla="*/ 1948711 h 3816780"/>
                <a:gd name="connsiteX77" fmla="*/ 2692946 w 2772385"/>
                <a:gd name="connsiteY77" fmla="*/ 1460657 h 3816780"/>
                <a:gd name="connsiteX78" fmla="*/ 2636848 w 2772385"/>
                <a:gd name="connsiteY78" fmla="*/ 1354071 h 3816780"/>
                <a:gd name="connsiteX79" fmla="*/ 2479772 w 2772385"/>
                <a:gd name="connsiteY79" fmla="*/ 798699 h 3816780"/>
                <a:gd name="connsiteX80" fmla="*/ 2737825 w 2772385"/>
                <a:gd name="connsiteY80" fmla="*/ 675283 h 3816780"/>
                <a:gd name="connsiteX81" fmla="*/ 2709775 w 2772385"/>
                <a:gd name="connsiteY81" fmla="*/ 434061 h 3816780"/>
                <a:gd name="connsiteX82" fmla="*/ 2625628 w 2772385"/>
                <a:gd name="connsiteY82" fmla="*/ 86253 h 3816780"/>
                <a:gd name="connsiteX0" fmla="*/ 2625628 w 2772385"/>
                <a:gd name="connsiteY0" fmla="*/ 86253 h 3816780"/>
                <a:gd name="connsiteX1" fmla="*/ 2429284 w 2772385"/>
                <a:gd name="connsiteY1" fmla="*/ 2105 h 3816780"/>
                <a:gd name="connsiteX2" fmla="*/ 2188062 w 2772385"/>
                <a:gd name="connsiteY2" fmla="*/ 159180 h 3816780"/>
                <a:gd name="connsiteX3" fmla="*/ 2087086 w 2772385"/>
                <a:gd name="connsiteY3" fmla="*/ 198449 h 3816780"/>
                <a:gd name="connsiteX4" fmla="*/ 2137574 w 2772385"/>
                <a:gd name="connsiteY4" fmla="*/ 288206 h 3816780"/>
                <a:gd name="connsiteX5" fmla="*/ 2025378 w 2772385"/>
                <a:gd name="connsiteY5" fmla="*/ 450890 h 3816780"/>
                <a:gd name="connsiteX6" fmla="*/ 2131966 w 2772385"/>
                <a:gd name="connsiteY6" fmla="*/ 585526 h 3816780"/>
                <a:gd name="connsiteX7" fmla="*/ 2154403 w 2772385"/>
                <a:gd name="connsiteY7" fmla="*/ 708942 h 3816780"/>
                <a:gd name="connsiteX8" fmla="*/ 2025378 w 2772385"/>
                <a:gd name="connsiteY8" fmla="*/ 753820 h 3816780"/>
                <a:gd name="connsiteX9" fmla="*/ 1991719 w 2772385"/>
                <a:gd name="connsiteY9" fmla="*/ 821138 h 3816780"/>
                <a:gd name="connsiteX10" fmla="*/ 1991719 w 2772385"/>
                <a:gd name="connsiteY10" fmla="*/ 708942 h 3816780"/>
                <a:gd name="connsiteX11" fmla="*/ 1941230 w 2772385"/>
                <a:gd name="connsiteY11" fmla="*/ 669673 h 3816780"/>
                <a:gd name="connsiteX12" fmla="*/ 1778546 w 2772385"/>
                <a:gd name="connsiteY12" fmla="*/ 770649 h 3816780"/>
                <a:gd name="connsiteX13" fmla="*/ 1397078 w 2772385"/>
                <a:gd name="connsiteY13" fmla="*/ 579916 h 3816780"/>
                <a:gd name="connsiteX14" fmla="*/ 1660739 w 2772385"/>
                <a:gd name="connsiteY14" fmla="*/ 1129678 h 3816780"/>
                <a:gd name="connsiteX15" fmla="*/ 1795375 w 2772385"/>
                <a:gd name="connsiteY15" fmla="*/ 1225045 h 3816780"/>
                <a:gd name="connsiteX16" fmla="*/ 1643910 w 2772385"/>
                <a:gd name="connsiteY16" fmla="*/ 1449437 h 3816780"/>
                <a:gd name="connsiteX17" fmla="*/ 1722448 w 2772385"/>
                <a:gd name="connsiteY17" fmla="*/ 1668220 h 3816780"/>
                <a:gd name="connsiteX18" fmla="*/ 1812205 w 2772385"/>
                <a:gd name="connsiteY18" fmla="*/ 1662611 h 3816780"/>
                <a:gd name="connsiteX19" fmla="*/ 1621470 w 2772385"/>
                <a:gd name="connsiteY19" fmla="*/ 1858954 h 3816780"/>
                <a:gd name="connsiteX20" fmla="*/ 909024 w 2772385"/>
                <a:gd name="connsiteY20" fmla="*/ 1578463 h 3816780"/>
                <a:gd name="connsiteX21" fmla="*/ 454629 w 2772385"/>
                <a:gd name="connsiteY21" fmla="*/ 2605060 h 3816780"/>
                <a:gd name="connsiteX22" fmla="*/ 258286 w 2772385"/>
                <a:gd name="connsiteY22" fmla="*/ 2812623 h 3816780"/>
                <a:gd name="connsiteX23" fmla="*/ 39503 w 2772385"/>
                <a:gd name="connsiteY23" fmla="*/ 2857501 h 3816780"/>
                <a:gd name="connsiteX24" fmla="*/ 28282 w 2772385"/>
                <a:gd name="connsiteY24" fmla="*/ 2975307 h 3816780"/>
                <a:gd name="connsiteX25" fmla="*/ 258285 w 2772385"/>
                <a:gd name="connsiteY25" fmla="*/ 3087504 h 3816780"/>
                <a:gd name="connsiteX26" fmla="*/ 527559 w 2772385"/>
                <a:gd name="connsiteY26" fmla="*/ 2986527 h 3816780"/>
                <a:gd name="connsiteX27" fmla="*/ 488288 w 2772385"/>
                <a:gd name="connsiteY27" fmla="*/ 3154821 h 3816780"/>
                <a:gd name="connsiteX28" fmla="*/ 561215 w 2772385"/>
                <a:gd name="connsiteY28" fmla="*/ 3194090 h 3816780"/>
                <a:gd name="connsiteX29" fmla="*/ 381702 w 2772385"/>
                <a:gd name="connsiteY29" fmla="*/ 3592387 h 3816780"/>
                <a:gd name="connsiteX30" fmla="*/ 213408 w 2772385"/>
                <a:gd name="connsiteY30" fmla="*/ 3698973 h 3816780"/>
                <a:gd name="connsiteX31" fmla="*/ 280726 w 2772385"/>
                <a:gd name="connsiteY31" fmla="*/ 3811169 h 3816780"/>
                <a:gd name="connsiteX32" fmla="*/ 477068 w 2772385"/>
                <a:gd name="connsiteY32" fmla="*/ 3771902 h 3816780"/>
                <a:gd name="connsiteX33" fmla="*/ 622923 w 2772385"/>
                <a:gd name="connsiteY33" fmla="*/ 3547509 h 3816780"/>
                <a:gd name="connsiteX34" fmla="*/ 662193 w 2772385"/>
                <a:gd name="connsiteY34" fmla="*/ 3743852 h 3816780"/>
                <a:gd name="connsiteX35" fmla="*/ 735121 w 2772385"/>
                <a:gd name="connsiteY35" fmla="*/ 3732634 h 3816780"/>
                <a:gd name="connsiteX36" fmla="*/ 774389 w 2772385"/>
                <a:gd name="connsiteY36" fmla="*/ 3474581 h 3816780"/>
                <a:gd name="connsiteX37" fmla="*/ 695851 w 2772385"/>
                <a:gd name="connsiteY37" fmla="*/ 3238969 h 3816780"/>
                <a:gd name="connsiteX38" fmla="*/ 897805 w 2772385"/>
                <a:gd name="connsiteY38" fmla="*/ 2627499 h 3816780"/>
                <a:gd name="connsiteX39" fmla="*/ 1161466 w 2772385"/>
                <a:gd name="connsiteY39" fmla="*/ 2520912 h 3816780"/>
                <a:gd name="connsiteX40" fmla="*/ 1492445 w 2772385"/>
                <a:gd name="connsiteY40" fmla="*/ 2638718 h 3816780"/>
                <a:gd name="connsiteX41" fmla="*/ 1587812 w 2772385"/>
                <a:gd name="connsiteY41" fmla="*/ 2627499 h 3816780"/>
                <a:gd name="connsiteX42" fmla="*/ 1643910 w 2772385"/>
                <a:gd name="connsiteY42" fmla="*/ 2728476 h 3816780"/>
                <a:gd name="connsiteX43" fmla="*/ 1795375 w 2772385"/>
                <a:gd name="connsiteY43" fmla="*/ 2762134 h 3816780"/>
                <a:gd name="connsiteX44" fmla="*/ 1795375 w 2772385"/>
                <a:gd name="connsiteY44" fmla="*/ 2812623 h 3816780"/>
                <a:gd name="connsiteX45" fmla="*/ 1750497 w 2772385"/>
                <a:gd name="connsiteY45" fmla="*/ 3008967 h 3816780"/>
                <a:gd name="connsiteX46" fmla="*/ 1711228 w 2772385"/>
                <a:gd name="connsiteY46" fmla="*/ 3328726 h 3816780"/>
                <a:gd name="connsiteX47" fmla="*/ 1200735 w 2772385"/>
                <a:gd name="connsiteY47" fmla="*/ 3396044 h 3816780"/>
                <a:gd name="connsiteX48" fmla="*/ 1172686 w 2772385"/>
                <a:gd name="connsiteY48" fmla="*/ 3468971 h 3816780"/>
                <a:gd name="connsiteX49" fmla="*/ 1110978 w 2772385"/>
                <a:gd name="connsiteY49" fmla="*/ 3497020 h 3816780"/>
                <a:gd name="connsiteX50" fmla="*/ 1139027 w 2772385"/>
                <a:gd name="connsiteY50" fmla="*/ 3631656 h 3816780"/>
                <a:gd name="connsiteX51" fmla="*/ 1279272 w 2772385"/>
                <a:gd name="connsiteY51" fmla="*/ 3637266 h 3816780"/>
                <a:gd name="connsiteX52" fmla="*/ 1273662 w 2772385"/>
                <a:gd name="connsiteY52" fmla="*/ 3485801 h 3816780"/>
                <a:gd name="connsiteX53" fmla="*/ 1453176 w 2772385"/>
                <a:gd name="connsiteY53" fmla="*/ 3497020 h 3816780"/>
                <a:gd name="connsiteX54" fmla="*/ 1425127 w 2772385"/>
                <a:gd name="connsiteY54" fmla="*/ 3575558 h 3816780"/>
                <a:gd name="connsiteX55" fmla="*/ 1397078 w 2772385"/>
                <a:gd name="connsiteY55" fmla="*/ 3637266 h 3816780"/>
                <a:gd name="connsiteX56" fmla="*/ 1340980 w 2772385"/>
                <a:gd name="connsiteY56" fmla="*/ 3704584 h 3816780"/>
                <a:gd name="connsiteX57" fmla="*/ 1447567 w 2772385"/>
                <a:gd name="connsiteY57" fmla="*/ 3777511 h 3816780"/>
                <a:gd name="connsiteX58" fmla="*/ 1514884 w 2772385"/>
                <a:gd name="connsiteY58" fmla="*/ 3642876 h 3816780"/>
                <a:gd name="connsiteX59" fmla="*/ 1817814 w 2772385"/>
                <a:gd name="connsiteY59" fmla="*/ 3541899 h 3816780"/>
                <a:gd name="connsiteX60" fmla="*/ 2154403 w 2772385"/>
                <a:gd name="connsiteY60" fmla="*/ 3614826 h 3816780"/>
                <a:gd name="connsiteX61" fmla="*/ 2109525 w 2772385"/>
                <a:gd name="connsiteY61" fmla="*/ 3715803 h 3816780"/>
                <a:gd name="connsiteX62" fmla="*/ 2193672 w 2772385"/>
                <a:gd name="connsiteY62" fmla="*/ 3816780 h 3816780"/>
                <a:gd name="connsiteX63" fmla="*/ 2277819 w 2772385"/>
                <a:gd name="connsiteY63" fmla="*/ 3732633 h 3816780"/>
                <a:gd name="connsiteX64" fmla="*/ 2266600 w 2772385"/>
                <a:gd name="connsiteY64" fmla="*/ 3637266 h 3816780"/>
                <a:gd name="connsiteX65" fmla="*/ 2423675 w 2772385"/>
                <a:gd name="connsiteY65" fmla="*/ 3564338 h 3816780"/>
                <a:gd name="connsiteX66" fmla="*/ 2429284 w 2772385"/>
                <a:gd name="connsiteY66" fmla="*/ 3384824 h 3816780"/>
                <a:gd name="connsiteX67" fmla="*/ 1907572 w 2772385"/>
                <a:gd name="connsiteY67" fmla="*/ 3345556 h 3816780"/>
                <a:gd name="connsiteX68" fmla="*/ 1913181 w 2772385"/>
                <a:gd name="connsiteY68" fmla="*/ 3031406 h 3816780"/>
                <a:gd name="connsiteX69" fmla="*/ 1907571 w 2772385"/>
                <a:gd name="connsiteY69" fmla="*/ 3014576 h 3816780"/>
                <a:gd name="connsiteX70" fmla="*/ 1901962 w 2772385"/>
                <a:gd name="connsiteY70" fmla="*/ 2835062 h 3816780"/>
                <a:gd name="connsiteX71" fmla="*/ 1857083 w 2772385"/>
                <a:gd name="connsiteY71" fmla="*/ 2773354 h 3816780"/>
                <a:gd name="connsiteX72" fmla="*/ 2047817 w 2772385"/>
                <a:gd name="connsiteY72" fmla="*/ 2717256 h 3816780"/>
                <a:gd name="connsiteX73" fmla="*/ 2081476 w 2772385"/>
                <a:gd name="connsiteY73" fmla="*/ 2610669 h 3816780"/>
                <a:gd name="connsiteX74" fmla="*/ 2367576 w 2772385"/>
                <a:gd name="connsiteY74" fmla="*/ 2621889 h 3816780"/>
                <a:gd name="connsiteX75" fmla="*/ 2591969 w 2772385"/>
                <a:gd name="connsiteY75" fmla="*/ 2032858 h 3816780"/>
                <a:gd name="connsiteX76" fmla="*/ 2547090 w 2772385"/>
                <a:gd name="connsiteY76" fmla="*/ 1948711 h 3816780"/>
                <a:gd name="connsiteX77" fmla="*/ 2692946 w 2772385"/>
                <a:gd name="connsiteY77" fmla="*/ 1460657 h 3816780"/>
                <a:gd name="connsiteX78" fmla="*/ 2636848 w 2772385"/>
                <a:gd name="connsiteY78" fmla="*/ 1354071 h 3816780"/>
                <a:gd name="connsiteX79" fmla="*/ 2479772 w 2772385"/>
                <a:gd name="connsiteY79" fmla="*/ 798699 h 3816780"/>
                <a:gd name="connsiteX80" fmla="*/ 2737825 w 2772385"/>
                <a:gd name="connsiteY80" fmla="*/ 675283 h 3816780"/>
                <a:gd name="connsiteX81" fmla="*/ 2709775 w 2772385"/>
                <a:gd name="connsiteY81" fmla="*/ 434061 h 3816780"/>
                <a:gd name="connsiteX82" fmla="*/ 2625628 w 2772385"/>
                <a:gd name="connsiteY82" fmla="*/ 86253 h 3816780"/>
                <a:gd name="connsiteX0" fmla="*/ 2625628 w 2772385"/>
                <a:gd name="connsiteY0" fmla="*/ 86253 h 3816780"/>
                <a:gd name="connsiteX1" fmla="*/ 2429284 w 2772385"/>
                <a:gd name="connsiteY1" fmla="*/ 2105 h 3816780"/>
                <a:gd name="connsiteX2" fmla="*/ 2188062 w 2772385"/>
                <a:gd name="connsiteY2" fmla="*/ 159180 h 3816780"/>
                <a:gd name="connsiteX3" fmla="*/ 2087086 w 2772385"/>
                <a:gd name="connsiteY3" fmla="*/ 198449 h 3816780"/>
                <a:gd name="connsiteX4" fmla="*/ 2137574 w 2772385"/>
                <a:gd name="connsiteY4" fmla="*/ 288206 h 3816780"/>
                <a:gd name="connsiteX5" fmla="*/ 2025378 w 2772385"/>
                <a:gd name="connsiteY5" fmla="*/ 450890 h 3816780"/>
                <a:gd name="connsiteX6" fmla="*/ 2131966 w 2772385"/>
                <a:gd name="connsiteY6" fmla="*/ 585526 h 3816780"/>
                <a:gd name="connsiteX7" fmla="*/ 2154403 w 2772385"/>
                <a:gd name="connsiteY7" fmla="*/ 708942 h 3816780"/>
                <a:gd name="connsiteX8" fmla="*/ 2025378 w 2772385"/>
                <a:gd name="connsiteY8" fmla="*/ 753820 h 3816780"/>
                <a:gd name="connsiteX9" fmla="*/ 1991719 w 2772385"/>
                <a:gd name="connsiteY9" fmla="*/ 821138 h 3816780"/>
                <a:gd name="connsiteX10" fmla="*/ 1991719 w 2772385"/>
                <a:gd name="connsiteY10" fmla="*/ 708942 h 3816780"/>
                <a:gd name="connsiteX11" fmla="*/ 1941230 w 2772385"/>
                <a:gd name="connsiteY11" fmla="*/ 669673 h 3816780"/>
                <a:gd name="connsiteX12" fmla="*/ 1778546 w 2772385"/>
                <a:gd name="connsiteY12" fmla="*/ 770649 h 3816780"/>
                <a:gd name="connsiteX13" fmla="*/ 1397078 w 2772385"/>
                <a:gd name="connsiteY13" fmla="*/ 579916 h 3816780"/>
                <a:gd name="connsiteX14" fmla="*/ 1660739 w 2772385"/>
                <a:gd name="connsiteY14" fmla="*/ 1129678 h 3816780"/>
                <a:gd name="connsiteX15" fmla="*/ 1795375 w 2772385"/>
                <a:gd name="connsiteY15" fmla="*/ 1225045 h 3816780"/>
                <a:gd name="connsiteX16" fmla="*/ 1643910 w 2772385"/>
                <a:gd name="connsiteY16" fmla="*/ 1449437 h 3816780"/>
                <a:gd name="connsiteX17" fmla="*/ 1722448 w 2772385"/>
                <a:gd name="connsiteY17" fmla="*/ 1668220 h 3816780"/>
                <a:gd name="connsiteX18" fmla="*/ 1812205 w 2772385"/>
                <a:gd name="connsiteY18" fmla="*/ 1662611 h 3816780"/>
                <a:gd name="connsiteX19" fmla="*/ 1621470 w 2772385"/>
                <a:gd name="connsiteY19" fmla="*/ 1858954 h 3816780"/>
                <a:gd name="connsiteX20" fmla="*/ 909024 w 2772385"/>
                <a:gd name="connsiteY20" fmla="*/ 1578463 h 3816780"/>
                <a:gd name="connsiteX21" fmla="*/ 454629 w 2772385"/>
                <a:gd name="connsiteY21" fmla="*/ 2605060 h 3816780"/>
                <a:gd name="connsiteX22" fmla="*/ 258286 w 2772385"/>
                <a:gd name="connsiteY22" fmla="*/ 2812623 h 3816780"/>
                <a:gd name="connsiteX23" fmla="*/ 39503 w 2772385"/>
                <a:gd name="connsiteY23" fmla="*/ 2857501 h 3816780"/>
                <a:gd name="connsiteX24" fmla="*/ 28282 w 2772385"/>
                <a:gd name="connsiteY24" fmla="*/ 2975307 h 3816780"/>
                <a:gd name="connsiteX25" fmla="*/ 258285 w 2772385"/>
                <a:gd name="connsiteY25" fmla="*/ 3087504 h 3816780"/>
                <a:gd name="connsiteX26" fmla="*/ 527559 w 2772385"/>
                <a:gd name="connsiteY26" fmla="*/ 2986527 h 3816780"/>
                <a:gd name="connsiteX27" fmla="*/ 488288 w 2772385"/>
                <a:gd name="connsiteY27" fmla="*/ 3154821 h 3816780"/>
                <a:gd name="connsiteX28" fmla="*/ 561215 w 2772385"/>
                <a:gd name="connsiteY28" fmla="*/ 3194090 h 3816780"/>
                <a:gd name="connsiteX29" fmla="*/ 381702 w 2772385"/>
                <a:gd name="connsiteY29" fmla="*/ 3592387 h 3816780"/>
                <a:gd name="connsiteX30" fmla="*/ 213408 w 2772385"/>
                <a:gd name="connsiteY30" fmla="*/ 3698973 h 3816780"/>
                <a:gd name="connsiteX31" fmla="*/ 280726 w 2772385"/>
                <a:gd name="connsiteY31" fmla="*/ 3811169 h 3816780"/>
                <a:gd name="connsiteX32" fmla="*/ 477068 w 2772385"/>
                <a:gd name="connsiteY32" fmla="*/ 3771902 h 3816780"/>
                <a:gd name="connsiteX33" fmla="*/ 622923 w 2772385"/>
                <a:gd name="connsiteY33" fmla="*/ 3547509 h 3816780"/>
                <a:gd name="connsiteX34" fmla="*/ 662193 w 2772385"/>
                <a:gd name="connsiteY34" fmla="*/ 3743852 h 3816780"/>
                <a:gd name="connsiteX35" fmla="*/ 735121 w 2772385"/>
                <a:gd name="connsiteY35" fmla="*/ 3732634 h 3816780"/>
                <a:gd name="connsiteX36" fmla="*/ 774389 w 2772385"/>
                <a:gd name="connsiteY36" fmla="*/ 3474581 h 3816780"/>
                <a:gd name="connsiteX37" fmla="*/ 695851 w 2772385"/>
                <a:gd name="connsiteY37" fmla="*/ 3238969 h 3816780"/>
                <a:gd name="connsiteX38" fmla="*/ 897805 w 2772385"/>
                <a:gd name="connsiteY38" fmla="*/ 2627499 h 3816780"/>
                <a:gd name="connsiteX39" fmla="*/ 1161466 w 2772385"/>
                <a:gd name="connsiteY39" fmla="*/ 2520912 h 3816780"/>
                <a:gd name="connsiteX40" fmla="*/ 1492445 w 2772385"/>
                <a:gd name="connsiteY40" fmla="*/ 2638718 h 3816780"/>
                <a:gd name="connsiteX41" fmla="*/ 1587812 w 2772385"/>
                <a:gd name="connsiteY41" fmla="*/ 2627499 h 3816780"/>
                <a:gd name="connsiteX42" fmla="*/ 1643910 w 2772385"/>
                <a:gd name="connsiteY42" fmla="*/ 2728476 h 3816780"/>
                <a:gd name="connsiteX43" fmla="*/ 1795375 w 2772385"/>
                <a:gd name="connsiteY43" fmla="*/ 2762134 h 3816780"/>
                <a:gd name="connsiteX44" fmla="*/ 1795375 w 2772385"/>
                <a:gd name="connsiteY44" fmla="*/ 2812623 h 3816780"/>
                <a:gd name="connsiteX45" fmla="*/ 1750497 w 2772385"/>
                <a:gd name="connsiteY45" fmla="*/ 3008967 h 3816780"/>
                <a:gd name="connsiteX46" fmla="*/ 1711228 w 2772385"/>
                <a:gd name="connsiteY46" fmla="*/ 3328726 h 3816780"/>
                <a:gd name="connsiteX47" fmla="*/ 1200735 w 2772385"/>
                <a:gd name="connsiteY47" fmla="*/ 3396044 h 3816780"/>
                <a:gd name="connsiteX48" fmla="*/ 1172686 w 2772385"/>
                <a:gd name="connsiteY48" fmla="*/ 3468971 h 3816780"/>
                <a:gd name="connsiteX49" fmla="*/ 1110978 w 2772385"/>
                <a:gd name="connsiteY49" fmla="*/ 3497020 h 3816780"/>
                <a:gd name="connsiteX50" fmla="*/ 1139027 w 2772385"/>
                <a:gd name="connsiteY50" fmla="*/ 3631656 h 3816780"/>
                <a:gd name="connsiteX51" fmla="*/ 1279272 w 2772385"/>
                <a:gd name="connsiteY51" fmla="*/ 3637266 h 3816780"/>
                <a:gd name="connsiteX52" fmla="*/ 1273662 w 2772385"/>
                <a:gd name="connsiteY52" fmla="*/ 3485801 h 3816780"/>
                <a:gd name="connsiteX53" fmla="*/ 1453176 w 2772385"/>
                <a:gd name="connsiteY53" fmla="*/ 3497020 h 3816780"/>
                <a:gd name="connsiteX54" fmla="*/ 1425127 w 2772385"/>
                <a:gd name="connsiteY54" fmla="*/ 3575558 h 3816780"/>
                <a:gd name="connsiteX55" fmla="*/ 1397078 w 2772385"/>
                <a:gd name="connsiteY55" fmla="*/ 3637266 h 3816780"/>
                <a:gd name="connsiteX56" fmla="*/ 1340980 w 2772385"/>
                <a:gd name="connsiteY56" fmla="*/ 3704584 h 3816780"/>
                <a:gd name="connsiteX57" fmla="*/ 1447567 w 2772385"/>
                <a:gd name="connsiteY57" fmla="*/ 3777511 h 3816780"/>
                <a:gd name="connsiteX58" fmla="*/ 1514884 w 2772385"/>
                <a:gd name="connsiteY58" fmla="*/ 3642876 h 3816780"/>
                <a:gd name="connsiteX59" fmla="*/ 1817814 w 2772385"/>
                <a:gd name="connsiteY59" fmla="*/ 3541899 h 3816780"/>
                <a:gd name="connsiteX60" fmla="*/ 2154403 w 2772385"/>
                <a:gd name="connsiteY60" fmla="*/ 3614826 h 3816780"/>
                <a:gd name="connsiteX61" fmla="*/ 2109525 w 2772385"/>
                <a:gd name="connsiteY61" fmla="*/ 3715803 h 3816780"/>
                <a:gd name="connsiteX62" fmla="*/ 2193672 w 2772385"/>
                <a:gd name="connsiteY62" fmla="*/ 3816780 h 3816780"/>
                <a:gd name="connsiteX63" fmla="*/ 2277819 w 2772385"/>
                <a:gd name="connsiteY63" fmla="*/ 3732633 h 3816780"/>
                <a:gd name="connsiteX64" fmla="*/ 2266600 w 2772385"/>
                <a:gd name="connsiteY64" fmla="*/ 3637266 h 3816780"/>
                <a:gd name="connsiteX65" fmla="*/ 2423675 w 2772385"/>
                <a:gd name="connsiteY65" fmla="*/ 3564338 h 3816780"/>
                <a:gd name="connsiteX66" fmla="*/ 2429284 w 2772385"/>
                <a:gd name="connsiteY66" fmla="*/ 3384824 h 3816780"/>
                <a:gd name="connsiteX67" fmla="*/ 1907572 w 2772385"/>
                <a:gd name="connsiteY67" fmla="*/ 3345556 h 3816780"/>
                <a:gd name="connsiteX68" fmla="*/ 1913181 w 2772385"/>
                <a:gd name="connsiteY68" fmla="*/ 3031406 h 3816780"/>
                <a:gd name="connsiteX69" fmla="*/ 1907571 w 2772385"/>
                <a:gd name="connsiteY69" fmla="*/ 3014576 h 3816780"/>
                <a:gd name="connsiteX70" fmla="*/ 1901962 w 2772385"/>
                <a:gd name="connsiteY70" fmla="*/ 2835062 h 3816780"/>
                <a:gd name="connsiteX71" fmla="*/ 1857083 w 2772385"/>
                <a:gd name="connsiteY71" fmla="*/ 2773354 h 3816780"/>
                <a:gd name="connsiteX72" fmla="*/ 2047817 w 2772385"/>
                <a:gd name="connsiteY72" fmla="*/ 2717256 h 3816780"/>
                <a:gd name="connsiteX73" fmla="*/ 2081476 w 2772385"/>
                <a:gd name="connsiteY73" fmla="*/ 2610669 h 3816780"/>
                <a:gd name="connsiteX74" fmla="*/ 2367576 w 2772385"/>
                <a:gd name="connsiteY74" fmla="*/ 2621889 h 3816780"/>
                <a:gd name="connsiteX75" fmla="*/ 2591969 w 2772385"/>
                <a:gd name="connsiteY75" fmla="*/ 2032858 h 3816780"/>
                <a:gd name="connsiteX76" fmla="*/ 2547090 w 2772385"/>
                <a:gd name="connsiteY76" fmla="*/ 1948711 h 3816780"/>
                <a:gd name="connsiteX77" fmla="*/ 2692946 w 2772385"/>
                <a:gd name="connsiteY77" fmla="*/ 1460657 h 3816780"/>
                <a:gd name="connsiteX78" fmla="*/ 2636848 w 2772385"/>
                <a:gd name="connsiteY78" fmla="*/ 1354071 h 3816780"/>
                <a:gd name="connsiteX79" fmla="*/ 2479772 w 2772385"/>
                <a:gd name="connsiteY79" fmla="*/ 798699 h 3816780"/>
                <a:gd name="connsiteX80" fmla="*/ 2737825 w 2772385"/>
                <a:gd name="connsiteY80" fmla="*/ 675283 h 3816780"/>
                <a:gd name="connsiteX81" fmla="*/ 2709775 w 2772385"/>
                <a:gd name="connsiteY81" fmla="*/ 434061 h 3816780"/>
                <a:gd name="connsiteX82" fmla="*/ 2625628 w 2772385"/>
                <a:gd name="connsiteY82" fmla="*/ 86253 h 3816780"/>
                <a:gd name="connsiteX0" fmla="*/ 2625628 w 2772385"/>
                <a:gd name="connsiteY0" fmla="*/ 86253 h 3816780"/>
                <a:gd name="connsiteX1" fmla="*/ 2429284 w 2772385"/>
                <a:gd name="connsiteY1" fmla="*/ 2105 h 3816780"/>
                <a:gd name="connsiteX2" fmla="*/ 2188062 w 2772385"/>
                <a:gd name="connsiteY2" fmla="*/ 159180 h 3816780"/>
                <a:gd name="connsiteX3" fmla="*/ 2087086 w 2772385"/>
                <a:gd name="connsiteY3" fmla="*/ 198449 h 3816780"/>
                <a:gd name="connsiteX4" fmla="*/ 2137574 w 2772385"/>
                <a:gd name="connsiteY4" fmla="*/ 288206 h 3816780"/>
                <a:gd name="connsiteX5" fmla="*/ 2025378 w 2772385"/>
                <a:gd name="connsiteY5" fmla="*/ 450890 h 3816780"/>
                <a:gd name="connsiteX6" fmla="*/ 2131966 w 2772385"/>
                <a:gd name="connsiteY6" fmla="*/ 585526 h 3816780"/>
                <a:gd name="connsiteX7" fmla="*/ 2154403 w 2772385"/>
                <a:gd name="connsiteY7" fmla="*/ 708942 h 3816780"/>
                <a:gd name="connsiteX8" fmla="*/ 2025378 w 2772385"/>
                <a:gd name="connsiteY8" fmla="*/ 753820 h 3816780"/>
                <a:gd name="connsiteX9" fmla="*/ 1991719 w 2772385"/>
                <a:gd name="connsiteY9" fmla="*/ 821138 h 3816780"/>
                <a:gd name="connsiteX10" fmla="*/ 1991719 w 2772385"/>
                <a:gd name="connsiteY10" fmla="*/ 708942 h 3816780"/>
                <a:gd name="connsiteX11" fmla="*/ 1941230 w 2772385"/>
                <a:gd name="connsiteY11" fmla="*/ 669673 h 3816780"/>
                <a:gd name="connsiteX12" fmla="*/ 1778546 w 2772385"/>
                <a:gd name="connsiteY12" fmla="*/ 770649 h 3816780"/>
                <a:gd name="connsiteX13" fmla="*/ 1397078 w 2772385"/>
                <a:gd name="connsiteY13" fmla="*/ 579916 h 3816780"/>
                <a:gd name="connsiteX14" fmla="*/ 1660739 w 2772385"/>
                <a:gd name="connsiteY14" fmla="*/ 1129678 h 3816780"/>
                <a:gd name="connsiteX15" fmla="*/ 1795375 w 2772385"/>
                <a:gd name="connsiteY15" fmla="*/ 1225045 h 3816780"/>
                <a:gd name="connsiteX16" fmla="*/ 1643910 w 2772385"/>
                <a:gd name="connsiteY16" fmla="*/ 1449437 h 3816780"/>
                <a:gd name="connsiteX17" fmla="*/ 1722448 w 2772385"/>
                <a:gd name="connsiteY17" fmla="*/ 1668220 h 3816780"/>
                <a:gd name="connsiteX18" fmla="*/ 1812205 w 2772385"/>
                <a:gd name="connsiteY18" fmla="*/ 1662611 h 3816780"/>
                <a:gd name="connsiteX19" fmla="*/ 1621470 w 2772385"/>
                <a:gd name="connsiteY19" fmla="*/ 1858954 h 3816780"/>
                <a:gd name="connsiteX20" fmla="*/ 909024 w 2772385"/>
                <a:gd name="connsiteY20" fmla="*/ 1578463 h 3816780"/>
                <a:gd name="connsiteX21" fmla="*/ 454629 w 2772385"/>
                <a:gd name="connsiteY21" fmla="*/ 2605060 h 3816780"/>
                <a:gd name="connsiteX22" fmla="*/ 258286 w 2772385"/>
                <a:gd name="connsiteY22" fmla="*/ 2812623 h 3816780"/>
                <a:gd name="connsiteX23" fmla="*/ 39503 w 2772385"/>
                <a:gd name="connsiteY23" fmla="*/ 2857501 h 3816780"/>
                <a:gd name="connsiteX24" fmla="*/ 28282 w 2772385"/>
                <a:gd name="connsiteY24" fmla="*/ 2975307 h 3816780"/>
                <a:gd name="connsiteX25" fmla="*/ 258285 w 2772385"/>
                <a:gd name="connsiteY25" fmla="*/ 3087504 h 3816780"/>
                <a:gd name="connsiteX26" fmla="*/ 527559 w 2772385"/>
                <a:gd name="connsiteY26" fmla="*/ 2986527 h 3816780"/>
                <a:gd name="connsiteX27" fmla="*/ 488288 w 2772385"/>
                <a:gd name="connsiteY27" fmla="*/ 3154821 h 3816780"/>
                <a:gd name="connsiteX28" fmla="*/ 561215 w 2772385"/>
                <a:gd name="connsiteY28" fmla="*/ 3194090 h 3816780"/>
                <a:gd name="connsiteX29" fmla="*/ 381702 w 2772385"/>
                <a:gd name="connsiteY29" fmla="*/ 3592387 h 3816780"/>
                <a:gd name="connsiteX30" fmla="*/ 213408 w 2772385"/>
                <a:gd name="connsiteY30" fmla="*/ 3698973 h 3816780"/>
                <a:gd name="connsiteX31" fmla="*/ 280726 w 2772385"/>
                <a:gd name="connsiteY31" fmla="*/ 3811169 h 3816780"/>
                <a:gd name="connsiteX32" fmla="*/ 477068 w 2772385"/>
                <a:gd name="connsiteY32" fmla="*/ 3771902 h 3816780"/>
                <a:gd name="connsiteX33" fmla="*/ 622923 w 2772385"/>
                <a:gd name="connsiteY33" fmla="*/ 3547509 h 3816780"/>
                <a:gd name="connsiteX34" fmla="*/ 662193 w 2772385"/>
                <a:gd name="connsiteY34" fmla="*/ 3743852 h 3816780"/>
                <a:gd name="connsiteX35" fmla="*/ 735121 w 2772385"/>
                <a:gd name="connsiteY35" fmla="*/ 3732634 h 3816780"/>
                <a:gd name="connsiteX36" fmla="*/ 774389 w 2772385"/>
                <a:gd name="connsiteY36" fmla="*/ 3474581 h 3816780"/>
                <a:gd name="connsiteX37" fmla="*/ 695851 w 2772385"/>
                <a:gd name="connsiteY37" fmla="*/ 3238969 h 3816780"/>
                <a:gd name="connsiteX38" fmla="*/ 897805 w 2772385"/>
                <a:gd name="connsiteY38" fmla="*/ 2627499 h 3816780"/>
                <a:gd name="connsiteX39" fmla="*/ 1161466 w 2772385"/>
                <a:gd name="connsiteY39" fmla="*/ 2520912 h 3816780"/>
                <a:gd name="connsiteX40" fmla="*/ 1492445 w 2772385"/>
                <a:gd name="connsiteY40" fmla="*/ 2638718 h 3816780"/>
                <a:gd name="connsiteX41" fmla="*/ 1587812 w 2772385"/>
                <a:gd name="connsiteY41" fmla="*/ 2627499 h 3816780"/>
                <a:gd name="connsiteX42" fmla="*/ 1643910 w 2772385"/>
                <a:gd name="connsiteY42" fmla="*/ 2728476 h 3816780"/>
                <a:gd name="connsiteX43" fmla="*/ 1795375 w 2772385"/>
                <a:gd name="connsiteY43" fmla="*/ 2762134 h 3816780"/>
                <a:gd name="connsiteX44" fmla="*/ 1795375 w 2772385"/>
                <a:gd name="connsiteY44" fmla="*/ 2812623 h 3816780"/>
                <a:gd name="connsiteX45" fmla="*/ 1750497 w 2772385"/>
                <a:gd name="connsiteY45" fmla="*/ 3008967 h 3816780"/>
                <a:gd name="connsiteX46" fmla="*/ 1711228 w 2772385"/>
                <a:gd name="connsiteY46" fmla="*/ 3328726 h 3816780"/>
                <a:gd name="connsiteX47" fmla="*/ 1200735 w 2772385"/>
                <a:gd name="connsiteY47" fmla="*/ 3396044 h 3816780"/>
                <a:gd name="connsiteX48" fmla="*/ 1172686 w 2772385"/>
                <a:gd name="connsiteY48" fmla="*/ 3468971 h 3816780"/>
                <a:gd name="connsiteX49" fmla="*/ 1110978 w 2772385"/>
                <a:gd name="connsiteY49" fmla="*/ 3497020 h 3816780"/>
                <a:gd name="connsiteX50" fmla="*/ 1139027 w 2772385"/>
                <a:gd name="connsiteY50" fmla="*/ 3631656 h 3816780"/>
                <a:gd name="connsiteX51" fmla="*/ 1279272 w 2772385"/>
                <a:gd name="connsiteY51" fmla="*/ 3637266 h 3816780"/>
                <a:gd name="connsiteX52" fmla="*/ 1273662 w 2772385"/>
                <a:gd name="connsiteY52" fmla="*/ 3485801 h 3816780"/>
                <a:gd name="connsiteX53" fmla="*/ 1453176 w 2772385"/>
                <a:gd name="connsiteY53" fmla="*/ 3497020 h 3816780"/>
                <a:gd name="connsiteX54" fmla="*/ 1425127 w 2772385"/>
                <a:gd name="connsiteY54" fmla="*/ 3575558 h 3816780"/>
                <a:gd name="connsiteX55" fmla="*/ 1397078 w 2772385"/>
                <a:gd name="connsiteY55" fmla="*/ 3637266 h 3816780"/>
                <a:gd name="connsiteX56" fmla="*/ 1340980 w 2772385"/>
                <a:gd name="connsiteY56" fmla="*/ 3704584 h 3816780"/>
                <a:gd name="connsiteX57" fmla="*/ 1453177 w 2772385"/>
                <a:gd name="connsiteY57" fmla="*/ 3799951 h 3816780"/>
                <a:gd name="connsiteX58" fmla="*/ 1514884 w 2772385"/>
                <a:gd name="connsiteY58" fmla="*/ 3642876 h 3816780"/>
                <a:gd name="connsiteX59" fmla="*/ 1817814 w 2772385"/>
                <a:gd name="connsiteY59" fmla="*/ 3541899 h 3816780"/>
                <a:gd name="connsiteX60" fmla="*/ 2154403 w 2772385"/>
                <a:gd name="connsiteY60" fmla="*/ 3614826 h 3816780"/>
                <a:gd name="connsiteX61" fmla="*/ 2109525 w 2772385"/>
                <a:gd name="connsiteY61" fmla="*/ 3715803 h 3816780"/>
                <a:gd name="connsiteX62" fmla="*/ 2193672 w 2772385"/>
                <a:gd name="connsiteY62" fmla="*/ 3816780 h 3816780"/>
                <a:gd name="connsiteX63" fmla="*/ 2277819 w 2772385"/>
                <a:gd name="connsiteY63" fmla="*/ 3732633 h 3816780"/>
                <a:gd name="connsiteX64" fmla="*/ 2266600 w 2772385"/>
                <a:gd name="connsiteY64" fmla="*/ 3637266 h 3816780"/>
                <a:gd name="connsiteX65" fmla="*/ 2423675 w 2772385"/>
                <a:gd name="connsiteY65" fmla="*/ 3564338 h 3816780"/>
                <a:gd name="connsiteX66" fmla="*/ 2429284 w 2772385"/>
                <a:gd name="connsiteY66" fmla="*/ 3384824 h 3816780"/>
                <a:gd name="connsiteX67" fmla="*/ 1907572 w 2772385"/>
                <a:gd name="connsiteY67" fmla="*/ 3345556 h 3816780"/>
                <a:gd name="connsiteX68" fmla="*/ 1913181 w 2772385"/>
                <a:gd name="connsiteY68" fmla="*/ 3031406 h 3816780"/>
                <a:gd name="connsiteX69" fmla="*/ 1907571 w 2772385"/>
                <a:gd name="connsiteY69" fmla="*/ 3014576 h 3816780"/>
                <a:gd name="connsiteX70" fmla="*/ 1901962 w 2772385"/>
                <a:gd name="connsiteY70" fmla="*/ 2835062 h 3816780"/>
                <a:gd name="connsiteX71" fmla="*/ 1857083 w 2772385"/>
                <a:gd name="connsiteY71" fmla="*/ 2773354 h 3816780"/>
                <a:gd name="connsiteX72" fmla="*/ 2047817 w 2772385"/>
                <a:gd name="connsiteY72" fmla="*/ 2717256 h 3816780"/>
                <a:gd name="connsiteX73" fmla="*/ 2081476 w 2772385"/>
                <a:gd name="connsiteY73" fmla="*/ 2610669 h 3816780"/>
                <a:gd name="connsiteX74" fmla="*/ 2367576 w 2772385"/>
                <a:gd name="connsiteY74" fmla="*/ 2621889 h 3816780"/>
                <a:gd name="connsiteX75" fmla="*/ 2591969 w 2772385"/>
                <a:gd name="connsiteY75" fmla="*/ 2032858 h 3816780"/>
                <a:gd name="connsiteX76" fmla="*/ 2547090 w 2772385"/>
                <a:gd name="connsiteY76" fmla="*/ 1948711 h 3816780"/>
                <a:gd name="connsiteX77" fmla="*/ 2692946 w 2772385"/>
                <a:gd name="connsiteY77" fmla="*/ 1460657 h 3816780"/>
                <a:gd name="connsiteX78" fmla="*/ 2636848 w 2772385"/>
                <a:gd name="connsiteY78" fmla="*/ 1354071 h 3816780"/>
                <a:gd name="connsiteX79" fmla="*/ 2479772 w 2772385"/>
                <a:gd name="connsiteY79" fmla="*/ 798699 h 3816780"/>
                <a:gd name="connsiteX80" fmla="*/ 2737825 w 2772385"/>
                <a:gd name="connsiteY80" fmla="*/ 675283 h 3816780"/>
                <a:gd name="connsiteX81" fmla="*/ 2709775 w 2772385"/>
                <a:gd name="connsiteY81" fmla="*/ 434061 h 3816780"/>
                <a:gd name="connsiteX82" fmla="*/ 2625628 w 2772385"/>
                <a:gd name="connsiteY82" fmla="*/ 86253 h 3816780"/>
                <a:gd name="connsiteX0" fmla="*/ 2625628 w 2772385"/>
                <a:gd name="connsiteY0" fmla="*/ 86253 h 3816780"/>
                <a:gd name="connsiteX1" fmla="*/ 2429284 w 2772385"/>
                <a:gd name="connsiteY1" fmla="*/ 2105 h 3816780"/>
                <a:gd name="connsiteX2" fmla="*/ 2188062 w 2772385"/>
                <a:gd name="connsiteY2" fmla="*/ 159180 h 3816780"/>
                <a:gd name="connsiteX3" fmla="*/ 2087086 w 2772385"/>
                <a:gd name="connsiteY3" fmla="*/ 198449 h 3816780"/>
                <a:gd name="connsiteX4" fmla="*/ 2137574 w 2772385"/>
                <a:gd name="connsiteY4" fmla="*/ 288206 h 3816780"/>
                <a:gd name="connsiteX5" fmla="*/ 2025378 w 2772385"/>
                <a:gd name="connsiteY5" fmla="*/ 450890 h 3816780"/>
                <a:gd name="connsiteX6" fmla="*/ 2131966 w 2772385"/>
                <a:gd name="connsiteY6" fmla="*/ 585526 h 3816780"/>
                <a:gd name="connsiteX7" fmla="*/ 2154403 w 2772385"/>
                <a:gd name="connsiteY7" fmla="*/ 708942 h 3816780"/>
                <a:gd name="connsiteX8" fmla="*/ 2025378 w 2772385"/>
                <a:gd name="connsiteY8" fmla="*/ 753820 h 3816780"/>
                <a:gd name="connsiteX9" fmla="*/ 1991719 w 2772385"/>
                <a:gd name="connsiteY9" fmla="*/ 821138 h 3816780"/>
                <a:gd name="connsiteX10" fmla="*/ 1991719 w 2772385"/>
                <a:gd name="connsiteY10" fmla="*/ 708942 h 3816780"/>
                <a:gd name="connsiteX11" fmla="*/ 1941230 w 2772385"/>
                <a:gd name="connsiteY11" fmla="*/ 669673 h 3816780"/>
                <a:gd name="connsiteX12" fmla="*/ 1778546 w 2772385"/>
                <a:gd name="connsiteY12" fmla="*/ 770649 h 3816780"/>
                <a:gd name="connsiteX13" fmla="*/ 1397078 w 2772385"/>
                <a:gd name="connsiteY13" fmla="*/ 579916 h 3816780"/>
                <a:gd name="connsiteX14" fmla="*/ 1660739 w 2772385"/>
                <a:gd name="connsiteY14" fmla="*/ 1129678 h 3816780"/>
                <a:gd name="connsiteX15" fmla="*/ 1795375 w 2772385"/>
                <a:gd name="connsiteY15" fmla="*/ 1225045 h 3816780"/>
                <a:gd name="connsiteX16" fmla="*/ 1643910 w 2772385"/>
                <a:gd name="connsiteY16" fmla="*/ 1449437 h 3816780"/>
                <a:gd name="connsiteX17" fmla="*/ 1722448 w 2772385"/>
                <a:gd name="connsiteY17" fmla="*/ 1668220 h 3816780"/>
                <a:gd name="connsiteX18" fmla="*/ 1812205 w 2772385"/>
                <a:gd name="connsiteY18" fmla="*/ 1662611 h 3816780"/>
                <a:gd name="connsiteX19" fmla="*/ 1621470 w 2772385"/>
                <a:gd name="connsiteY19" fmla="*/ 1858954 h 3816780"/>
                <a:gd name="connsiteX20" fmla="*/ 909024 w 2772385"/>
                <a:gd name="connsiteY20" fmla="*/ 1578463 h 3816780"/>
                <a:gd name="connsiteX21" fmla="*/ 454629 w 2772385"/>
                <a:gd name="connsiteY21" fmla="*/ 2605060 h 3816780"/>
                <a:gd name="connsiteX22" fmla="*/ 258286 w 2772385"/>
                <a:gd name="connsiteY22" fmla="*/ 2812623 h 3816780"/>
                <a:gd name="connsiteX23" fmla="*/ 39503 w 2772385"/>
                <a:gd name="connsiteY23" fmla="*/ 2857501 h 3816780"/>
                <a:gd name="connsiteX24" fmla="*/ 28282 w 2772385"/>
                <a:gd name="connsiteY24" fmla="*/ 2975307 h 3816780"/>
                <a:gd name="connsiteX25" fmla="*/ 258285 w 2772385"/>
                <a:gd name="connsiteY25" fmla="*/ 3087504 h 3816780"/>
                <a:gd name="connsiteX26" fmla="*/ 527559 w 2772385"/>
                <a:gd name="connsiteY26" fmla="*/ 2986527 h 3816780"/>
                <a:gd name="connsiteX27" fmla="*/ 488288 w 2772385"/>
                <a:gd name="connsiteY27" fmla="*/ 3154821 h 3816780"/>
                <a:gd name="connsiteX28" fmla="*/ 561215 w 2772385"/>
                <a:gd name="connsiteY28" fmla="*/ 3194090 h 3816780"/>
                <a:gd name="connsiteX29" fmla="*/ 381702 w 2772385"/>
                <a:gd name="connsiteY29" fmla="*/ 3592387 h 3816780"/>
                <a:gd name="connsiteX30" fmla="*/ 213408 w 2772385"/>
                <a:gd name="connsiteY30" fmla="*/ 3698973 h 3816780"/>
                <a:gd name="connsiteX31" fmla="*/ 280726 w 2772385"/>
                <a:gd name="connsiteY31" fmla="*/ 3811169 h 3816780"/>
                <a:gd name="connsiteX32" fmla="*/ 477068 w 2772385"/>
                <a:gd name="connsiteY32" fmla="*/ 3771902 h 3816780"/>
                <a:gd name="connsiteX33" fmla="*/ 622923 w 2772385"/>
                <a:gd name="connsiteY33" fmla="*/ 3547509 h 3816780"/>
                <a:gd name="connsiteX34" fmla="*/ 662193 w 2772385"/>
                <a:gd name="connsiteY34" fmla="*/ 3743852 h 3816780"/>
                <a:gd name="connsiteX35" fmla="*/ 735121 w 2772385"/>
                <a:gd name="connsiteY35" fmla="*/ 3732634 h 3816780"/>
                <a:gd name="connsiteX36" fmla="*/ 774389 w 2772385"/>
                <a:gd name="connsiteY36" fmla="*/ 3474581 h 3816780"/>
                <a:gd name="connsiteX37" fmla="*/ 695851 w 2772385"/>
                <a:gd name="connsiteY37" fmla="*/ 3238969 h 3816780"/>
                <a:gd name="connsiteX38" fmla="*/ 897805 w 2772385"/>
                <a:gd name="connsiteY38" fmla="*/ 2627499 h 3816780"/>
                <a:gd name="connsiteX39" fmla="*/ 1161466 w 2772385"/>
                <a:gd name="connsiteY39" fmla="*/ 2520912 h 3816780"/>
                <a:gd name="connsiteX40" fmla="*/ 1492445 w 2772385"/>
                <a:gd name="connsiteY40" fmla="*/ 2638718 h 3816780"/>
                <a:gd name="connsiteX41" fmla="*/ 1587812 w 2772385"/>
                <a:gd name="connsiteY41" fmla="*/ 2627499 h 3816780"/>
                <a:gd name="connsiteX42" fmla="*/ 1643910 w 2772385"/>
                <a:gd name="connsiteY42" fmla="*/ 2728476 h 3816780"/>
                <a:gd name="connsiteX43" fmla="*/ 1795375 w 2772385"/>
                <a:gd name="connsiteY43" fmla="*/ 2762134 h 3816780"/>
                <a:gd name="connsiteX44" fmla="*/ 1795375 w 2772385"/>
                <a:gd name="connsiteY44" fmla="*/ 2812623 h 3816780"/>
                <a:gd name="connsiteX45" fmla="*/ 1750497 w 2772385"/>
                <a:gd name="connsiteY45" fmla="*/ 3008967 h 3816780"/>
                <a:gd name="connsiteX46" fmla="*/ 1711228 w 2772385"/>
                <a:gd name="connsiteY46" fmla="*/ 3328726 h 3816780"/>
                <a:gd name="connsiteX47" fmla="*/ 1200735 w 2772385"/>
                <a:gd name="connsiteY47" fmla="*/ 3396044 h 3816780"/>
                <a:gd name="connsiteX48" fmla="*/ 1172686 w 2772385"/>
                <a:gd name="connsiteY48" fmla="*/ 3468971 h 3816780"/>
                <a:gd name="connsiteX49" fmla="*/ 1110978 w 2772385"/>
                <a:gd name="connsiteY49" fmla="*/ 3497020 h 3816780"/>
                <a:gd name="connsiteX50" fmla="*/ 1139027 w 2772385"/>
                <a:gd name="connsiteY50" fmla="*/ 3631656 h 3816780"/>
                <a:gd name="connsiteX51" fmla="*/ 1279272 w 2772385"/>
                <a:gd name="connsiteY51" fmla="*/ 3637266 h 3816780"/>
                <a:gd name="connsiteX52" fmla="*/ 1273662 w 2772385"/>
                <a:gd name="connsiteY52" fmla="*/ 3485801 h 3816780"/>
                <a:gd name="connsiteX53" fmla="*/ 1453176 w 2772385"/>
                <a:gd name="connsiteY53" fmla="*/ 3497020 h 3816780"/>
                <a:gd name="connsiteX54" fmla="*/ 1425127 w 2772385"/>
                <a:gd name="connsiteY54" fmla="*/ 3575558 h 3816780"/>
                <a:gd name="connsiteX55" fmla="*/ 1397078 w 2772385"/>
                <a:gd name="connsiteY55" fmla="*/ 3637266 h 3816780"/>
                <a:gd name="connsiteX56" fmla="*/ 1340980 w 2772385"/>
                <a:gd name="connsiteY56" fmla="*/ 3704584 h 3816780"/>
                <a:gd name="connsiteX57" fmla="*/ 1453177 w 2772385"/>
                <a:gd name="connsiteY57" fmla="*/ 3799951 h 3816780"/>
                <a:gd name="connsiteX58" fmla="*/ 1514884 w 2772385"/>
                <a:gd name="connsiteY58" fmla="*/ 3642876 h 3816780"/>
                <a:gd name="connsiteX59" fmla="*/ 1817814 w 2772385"/>
                <a:gd name="connsiteY59" fmla="*/ 3541899 h 3816780"/>
                <a:gd name="connsiteX60" fmla="*/ 2154403 w 2772385"/>
                <a:gd name="connsiteY60" fmla="*/ 3614826 h 3816780"/>
                <a:gd name="connsiteX61" fmla="*/ 2109525 w 2772385"/>
                <a:gd name="connsiteY61" fmla="*/ 3715803 h 3816780"/>
                <a:gd name="connsiteX62" fmla="*/ 2193672 w 2772385"/>
                <a:gd name="connsiteY62" fmla="*/ 3816780 h 3816780"/>
                <a:gd name="connsiteX63" fmla="*/ 2277819 w 2772385"/>
                <a:gd name="connsiteY63" fmla="*/ 3732633 h 3816780"/>
                <a:gd name="connsiteX64" fmla="*/ 2266600 w 2772385"/>
                <a:gd name="connsiteY64" fmla="*/ 3637266 h 3816780"/>
                <a:gd name="connsiteX65" fmla="*/ 2423675 w 2772385"/>
                <a:gd name="connsiteY65" fmla="*/ 3564338 h 3816780"/>
                <a:gd name="connsiteX66" fmla="*/ 2429284 w 2772385"/>
                <a:gd name="connsiteY66" fmla="*/ 3384824 h 3816780"/>
                <a:gd name="connsiteX67" fmla="*/ 1907572 w 2772385"/>
                <a:gd name="connsiteY67" fmla="*/ 3345556 h 3816780"/>
                <a:gd name="connsiteX68" fmla="*/ 1913181 w 2772385"/>
                <a:gd name="connsiteY68" fmla="*/ 3031406 h 3816780"/>
                <a:gd name="connsiteX69" fmla="*/ 1907571 w 2772385"/>
                <a:gd name="connsiteY69" fmla="*/ 3014576 h 3816780"/>
                <a:gd name="connsiteX70" fmla="*/ 1901962 w 2772385"/>
                <a:gd name="connsiteY70" fmla="*/ 2835062 h 3816780"/>
                <a:gd name="connsiteX71" fmla="*/ 1857083 w 2772385"/>
                <a:gd name="connsiteY71" fmla="*/ 2773354 h 3816780"/>
                <a:gd name="connsiteX72" fmla="*/ 2047817 w 2772385"/>
                <a:gd name="connsiteY72" fmla="*/ 2717256 h 3816780"/>
                <a:gd name="connsiteX73" fmla="*/ 2081476 w 2772385"/>
                <a:gd name="connsiteY73" fmla="*/ 2610669 h 3816780"/>
                <a:gd name="connsiteX74" fmla="*/ 2367576 w 2772385"/>
                <a:gd name="connsiteY74" fmla="*/ 2621889 h 3816780"/>
                <a:gd name="connsiteX75" fmla="*/ 2591969 w 2772385"/>
                <a:gd name="connsiteY75" fmla="*/ 2032858 h 3816780"/>
                <a:gd name="connsiteX76" fmla="*/ 2547090 w 2772385"/>
                <a:gd name="connsiteY76" fmla="*/ 1948711 h 3816780"/>
                <a:gd name="connsiteX77" fmla="*/ 2692946 w 2772385"/>
                <a:gd name="connsiteY77" fmla="*/ 1460657 h 3816780"/>
                <a:gd name="connsiteX78" fmla="*/ 2636848 w 2772385"/>
                <a:gd name="connsiteY78" fmla="*/ 1354071 h 3816780"/>
                <a:gd name="connsiteX79" fmla="*/ 2479772 w 2772385"/>
                <a:gd name="connsiteY79" fmla="*/ 798699 h 3816780"/>
                <a:gd name="connsiteX80" fmla="*/ 2737825 w 2772385"/>
                <a:gd name="connsiteY80" fmla="*/ 675283 h 3816780"/>
                <a:gd name="connsiteX81" fmla="*/ 2709775 w 2772385"/>
                <a:gd name="connsiteY81" fmla="*/ 434061 h 3816780"/>
                <a:gd name="connsiteX82" fmla="*/ 2625628 w 2772385"/>
                <a:gd name="connsiteY82" fmla="*/ 86253 h 3816780"/>
                <a:gd name="connsiteX0" fmla="*/ 2625628 w 2772385"/>
                <a:gd name="connsiteY0" fmla="*/ 86253 h 3816780"/>
                <a:gd name="connsiteX1" fmla="*/ 2429284 w 2772385"/>
                <a:gd name="connsiteY1" fmla="*/ 2105 h 3816780"/>
                <a:gd name="connsiteX2" fmla="*/ 2188062 w 2772385"/>
                <a:gd name="connsiteY2" fmla="*/ 159180 h 3816780"/>
                <a:gd name="connsiteX3" fmla="*/ 2087086 w 2772385"/>
                <a:gd name="connsiteY3" fmla="*/ 198449 h 3816780"/>
                <a:gd name="connsiteX4" fmla="*/ 2137574 w 2772385"/>
                <a:gd name="connsiteY4" fmla="*/ 288206 h 3816780"/>
                <a:gd name="connsiteX5" fmla="*/ 2025378 w 2772385"/>
                <a:gd name="connsiteY5" fmla="*/ 450890 h 3816780"/>
                <a:gd name="connsiteX6" fmla="*/ 2131966 w 2772385"/>
                <a:gd name="connsiteY6" fmla="*/ 585526 h 3816780"/>
                <a:gd name="connsiteX7" fmla="*/ 2154403 w 2772385"/>
                <a:gd name="connsiteY7" fmla="*/ 708942 h 3816780"/>
                <a:gd name="connsiteX8" fmla="*/ 2025378 w 2772385"/>
                <a:gd name="connsiteY8" fmla="*/ 753820 h 3816780"/>
                <a:gd name="connsiteX9" fmla="*/ 1991719 w 2772385"/>
                <a:gd name="connsiteY9" fmla="*/ 821138 h 3816780"/>
                <a:gd name="connsiteX10" fmla="*/ 1991719 w 2772385"/>
                <a:gd name="connsiteY10" fmla="*/ 708942 h 3816780"/>
                <a:gd name="connsiteX11" fmla="*/ 1941230 w 2772385"/>
                <a:gd name="connsiteY11" fmla="*/ 669673 h 3816780"/>
                <a:gd name="connsiteX12" fmla="*/ 1778546 w 2772385"/>
                <a:gd name="connsiteY12" fmla="*/ 770649 h 3816780"/>
                <a:gd name="connsiteX13" fmla="*/ 1397078 w 2772385"/>
                <a:gd name="connsiteY13" fmla="*/ 579916 h 3816780"/>
                <a:gd name="connsiteX14" fmla="*/ 1660739 w 2772385"/>
                <a:gd name="connsiteY14" fmla="*/ 1129678 h 3816780"/>
                <a:gd name="connsiteX15" fmla="*/ 1795375 w 2772385"/>
                <a:gd name="connsiteY15" fmla="*/ 1225045 h 3816780"/>
                <a:gd name="connsiteX16" fmla="*/ 1643910 w 2772385"/>
                <a:gd name="connsiteY16" fmla="*/ 1449437 h 3816780"/>
                <a:gd name="connsiteX17" fmla="*/ 1722448 w 2772385"/>
                <a:gd name="connsiteY17" fmla="*/ 1668220 h 3816780"/>
                <a:gd name="connsiteX18" fmla="*/ 1812205 w 2772385"/>
                <a:gd name="connsiteY18" fmla="*/ 1662611 h 3816780"/>
                <a:gd name="connsiteX19" fmla="*/ 1621470 w 2772385"/>
                <a:gd name="connsiteY19" fmla="*/ 1858954 h 3816780"/>
                <a:gd name="connsiteX20" fmla="*/ 909024 w 2772385"/>
                <a:gd name="connsiteY20" fmla="*/ 1578463 h 3816780"/>
                <a:gd name="connsiteX21" fmla="*/ 454629 w 2772385"/>
                <a:gd name="connsiteY21" fmla="*/ 2605060 h 3816780"/>
                <a:gd name="connsiteX22" fmla="*/ 258286 w 2772385"/>
                <a:gd name="connsiteY22" fmla="*/ 2812623 h 3816780"/>
                <a:gd name="connsiteX23" fmla="*/ 39503 w 2772385"/>
                <a:gd name="connsiteY23" fmla="*/ 2857501 h 3816780"/>
                <a:gd name="connsiteX24" fmla="*/ 28282 w 2772385"/>
                <a:gd name="connsiteY24" fmla="*/ 2975307 h 3816780"/>
                <a:gd name="connsiteX25" fmla="*/ 258285 w 2772385"/>
                <a:gd name="connsiteY25" fmla="*/ 3087504 h 3816780"/>
                <a:gd name="connsiteX26" fmla="*/ 527559 w 2772385"/>
                <a:gd name="connsiteY26" fmla="*/ 2986527 h 3816780"/>
                <a:gd name="connsiteX27" fmla="*/ 488288 w 2772385"/>
                <a:gd name="connsiteY27" fmla="*/ 3154821 h 3816780"/>
                <a:gd name="connsiteX28" fmla="*/ 561215 w 2772385"/>
                <a:gd name="connsiteY28" fmla="*/ 3194090 h 3816780"/>
                <a:gd name="connsiteX29" fmla="*/ 381702 w 2772385"/>
                <a:gd name="connsiteY29" fmla="*/ 3592387 h 3816780"/>
                <a:gd name="connsiteX30" fmla="*/ 213408 w 2772385"/>
                <a:gd name="connsiteY30" fmla="*/ 3698973 h 3816780"/>
                <a:gd name="connsiteX31" fmla="*/ 280726 w 2772385"/>
                <a:gd name="connsiteY31" fmla="*/ 3811169 h 3816780"/>
                <a:gd name="connsiteX32" fmla="*/ 477068 w 2772385"/>
                <a:gd name="connsiteY32" fmla="*/ 3771902 h 3816780"/>
                <a:gd name="connsiteX33" fmla="*/ 622923 w 2772385"/>
                <a:gd name="connsiteY33" fmla="*/ 3547509 h 3816780"/>
                <a:gd name="connsiteX34" fmla="*/ 662193 w 2772385"/>
                <a:gd name="connsiteY34" fmla="*/ 3743852 h 3816780"/>
                <a:gd name="connsiteX35" fmla="*/ 735121 w 2772385"/>
                <a:gd name="connsiteY35" fmla="*/ 3732634 h 3816780"/>
                <a:gd name="connsiteX36" fmla="*/ 774389 w 2772385"/>
                <a:gd name="connsiteY36" fmla="*/ 3474581 h 3816780"/>
                <a:gd name="connsiteX37" fmla="*/ 695851 w 2772385"/>
                <a:gd name="connsiteY37" fmla="*/ 3238969 h 3816780"/>
                <a:gd name="connsiteX38" fmla="*/ 897805 w 2772385"/>
                <a:gd name="connsiteY38" fmla="*/ 2627499 h 3816780"/>
                <a:gd name="connsiteX39" fmla="*/ 1161466 w 2772385"/>
                <a:gd name="connsiteY39" fmla="*/ 2520912 h 3816780"/>
                <a:gd name="connsiteX40" fmla="*/ 1492445 w 2772385"/>
                <a:gd name="connsiteY40" fmla="*/ 2638718 h 3816780"/>
                <a:gd name="connsiteX41" fmla="*/ 1587812 w 2772385"/>
                <a:gd name="connsiteY41" fmla="*/ 2627499 h 3816780"/>
                <a:gd name="connsiteX42" fmla="*/ 1643910 w 2772385"/>
                <a:gd name="connsiteY42" fmla="*/ 2728476 h 3816780"/>
                <a:gd name="connsiteX43" fmla="*/ 1795375 w 2772385"/>
                <a:gd name="connsiteY43" fmla="*/ 2762134 h 3816780"/>
                <a:gd name="connsiteX44" fmla="*/ 1795375 w 2772385"/>
                <a:gd name="connsiteY44" fmla="*/ 2812623 h 3816780"/>
                <a:gd name="connsiteX45" fmla="*/ 1750497 w 2772385"/>
                <a:gd name="connsiteY45" fmla="*/ 3008967 h 3816780"/>
                <a:gd name="connsiteX46" fmla="*/ 1711228 w 2772385"/>
                <a:gd name="connsiteY46" fmla="*/ 3328726 h 3816780"/>
                <a:gd name="connsiteX47" fmla="*/ 1200735 w 2772385"/>
                <a:gd name="connsiteY47" fmla="*/ 3396044 h 3816780"/>
                <a:gd name="connsiteX48" fmla="*/ 1172686 w 2772385"/>
                <a:gd name="connsiteY48" fmla="*/ 3468971 h 3816780"/>
                <a:gd name="connsiteX49" fmla="*/ 1110978 w 2772385"/>
                <a:gd name="connsiteY49" fmla="*/ 3497020 h 3816780"/>
                <a:gd name="connsiteX50" fmla="*/ 1139027 w 2772385"/>
                <a:gd name="connsiteY50" fmla="*/ 3631656 h 3816780"/>
                <a:gd name="connsiteX51" fmla="*/ 1279272 w 2772385"/>
                <a:gd name="connsiteY51" fmla="*/ 3637266 h 3816780"/>
                <a:gd name="connsiteX52" fmla="*/ 1273662 w 2772385"/>
                <a:gd name="connsiteY52" fmla="*/ 3485801 h 3816780"/>
                <a:gd name="connsiteX53" fmla="*/ 1453176 w 2772385"/>
                <a:gd name="connsiteY53" fmla="*/ 3497020 h 3816780"/>
                <a:gd name="connsiteX54" fmla="*/ 1425127 w 2772385"/>
                <a:gd name="connsiteY54" fmla="*/ 3575558 h 3816780"/>
                <a:gd name="connsiteX55" fmla="*/ 1397078 w 2772385"/>
                <a:gd name="connsiteY55" fmla="*/ 3637266 h 3816780"/>
                <a:gd name="connsiteX56" fmla="*/ 1340980 w 2772385"/>
                <a:gd name="connsiteY56" fmla="*/ 3704584 h 3816780"/>
                <a:gd name="connsiteX57" fmla="*/ 1453177 w 2772385"/>
                <a:gd name="connsiteY57" fmla="*/ 3799951 h 3816780"/>
                <a:gd name="connsiteX58" fmla="*/ 1514884 w 2772385"/>
                <a:gd name="connsiteY58" fmla="*/ 3642876 h 3816780"/>
                <a:gd name="connsiteX59" fmla="*/ 1817814 w 2772385"/>
                <a:gd name="connsiteY59" fmla="*/ 3541899 h 3816780"/>
                <a:gd name="connsiteX60" fmla="*/ 2154403 w 2772385"/>
                <a:gd name="connsiteY60" fmla="*/ 3614826 h 3816780"/>
                <a:gd name="connsiteX61" fmla="*/ 2109525 w 2772385"/>
                <a:gd name="connsiteY61" fmla="*/ 3715803 h 3816780"/>
                <a:gd name="connsiteX62" fmla="*/ 2193672 w 2772385"/>
                <a:gd name="connsiteY62" fmla="*/ 3816780 h 3816780"/>
                <a:gd name="connsiteX63" fmla="*/ 2277819 w 2772385"/>
                <a:gd name="connsiteY63" fmla="*/ 3732633 h 3816780"/>
                <a:gd name="connsiteX64" fmla="*/ 2266600 w 2772385"/>
                <a:gd name="connsiteY64" fmla="*/ 3637266 h 3816780"/>
                <a:gd name="connsiteX65" fmla="*/ 2423675 w 2772385"/>
                <a:gd name="connsiteY65" fmla="*/ 3564338 h 3816780"/>
                <a:gd name="connsiteX66" fmla="*/ 2429284 w 2772385"/>
                <a:gd name="connsiteY66" fmla="*/ 3384824 h 3816780"/>
                <a:gd name="connsiteX67" fmla="*/ 1907572 w 2772385"/>
                <a:gd name="connsiteY67" fmla="*/ 3345556 h 3816780"/>
                <a:gd name="connsiteX68" fmla="*/ 1913181 w 2772385"/>
                <a:gd name="connsiteY68" fmla="*/ 3031406 h 3816780"/>
                <a:gd name="connsiteX69" fmla="*/ 1907571 w 2772385"/>
                <a:gd name="connsiteY69" fmla="*/ 3014576 h 3816780"/>
                <a:gd name="connsiteX70" fmla="*/ 1901962 w 2772385"/>
                <a:gd name="connsiteY70" fmla="*/ 2835062 h 3816780"/>
                <a:gd name="connsiteX71" fmla="*/ 1857083 w 2772385"/>
                <a:gd name="connsiteY71" fmla="*/ 2773354 h 3816780"/>
                <a:gd name="connsiteX72" fmla="*/ 2047817 w 2772385"/>
                <a:gd name="connsiteY72" fmla="*/ 2717256 h 3816780"/>
                <a:gd name="connsiteX73" fmla="*/ 2081476 w 2772385"/>
                <a:gd name="connsiteY73" fmla="*/ 2610669 h 3816780"/>
                <a:gd name="connsiteX74" fmla="*/ 2367576 w 2772385"/>
                <a:gd name="connsiteY74" fmla="*/ 2621889 h 3816780"/>
                <a:gd name="connsiteX75" fmla="*/ 2591969 w 2772385"/>
                <a:gd name="connsiteY75" fmla="*/ 2032858 h 3816780"/>
                <a:gd name="connsiteX76" fmla="*/ 2547090 w 2772385"/>
                <a:gd name="connsiteY76" fmla="*/ 1948711 h 3816780"/>
                <a:gd name="connsiteX77" fmla="*/ 2692946 w 2772385"/>
                <a:gd name="connsiteY77" fmla="*/ 1460657 h 3816780"/>
                <a:gd name="connsiteX78" fmla="*/ 2636848 w 2772385"/>
                <a:gd name="connsiteY78" fmla="*/ 1354071 h 3816780"/>
                <a:gd name="connsiteX79" fmla="*/ 2479772 w 2772385"/>
                <a:gd name="connsiteY79" fmla="*/ 798699 h 3816780"/>
                <a:gd name="connsiteX80" fmla="*/ 2737825 w 2772385"/>
                <a:gd name="connsiteY80" fmla="*/ 675283 h 3816780"/>
                <a:gd name="connsiteX81" fmla="*/ 2709775 w 2772385"/>
                <a:gd name="connsiteY81" fmla="*/ 434061 h 3816780"/>
                <a:gd name="connsiteX82" fmla="*/ 2625628 w 2772385"/>
                <a:gd name="connsiteY82" fmla="*/ 86253 h 3816780"/>
                <a:gd name="connsiteX0" fmla="*/ 2625628 w 2772385"/>
                <a:gd name="connsiteY0" fmla="*/ 86253 h 3816780"/>
                <a:gd name="connsiteX1" fmla="*/ 2429284 w 2772385"/>
                <a:gd name="connsiteY1" fmla="*/ 2105 h 3816780"/>
                <a:gd name="connsiteX2" fmla="*/ 2188062 w 2772385"/>
                <a:gd name="connsiteY2" fmla="*/ 159180 h 3816780"/>
                <a:gd name="connsiteX3" fmla="*/ 2087086 w 2772385"/>
                <a:gd name="connsiteY3" fmla="*/ 198449 h 3816780"/>
                <a:gd name="connsiteX4" fmla="*/ 2137574 w 2772385"/>
                <a:gd name="connsiteY4" fmla="*/ 288206 h 3816780"/>
                <a:gd name="connsiteX5" fmla="*/ 2025378 w 2772385"/>
                <a:gd name="connsiteY5" fmla="*/ 450890 h 3816780"/>
                <a:gd name="connsiteX6" fmla="*/ 2131966 w 2772385"/>
                <a:gd name="connsiteY6" fmla="*/ 585526 h 3816780"/>
                <a:gd name="connsiteX7" fmla="*/ 2154403 w 2772385"/>
                <a:gd name="connsiteY7" fmla="*/ 708942 h 3816780"/>
                <a:gd name="connsiteX8" fmla="*/ 2025378 w 2772385"/>
                <a:gd name="connsiteY8" fmla="*/ 753820 h 3816780"/>
                <a:gd name="connsiteX9" fmla="*/ 1991719 w 2772385"/>
                <a:gd name="connsiteY9" fmla="*/ 821138 h 3816780"/>
                <a:gd name="connsiteX10" fmla="*/ 1991719 w 2772385"/>
                <a:gd name="connsiteY10" fmla="*/ 708942 h 3816780"/>
                <a:gd name="connsiteX11" fmla="*/ 1941230 w 2772385"/>
                <a:gd name="connsiteY11" fmla="*/ 669673 h 3816780"/>
                <a:gd name="connsiteX12" fmla="*/ 1778546 w 2772385"/>
                <a:gd name="connsiteY12" fmla="*/ 770649 h 3816780"/>
                <a:gd name="connsiteX13" fmla="*/ 1397078 w 2772385"/>
                <a:gd name="connsiteY13" fmla="*/ 579916 h 3816780"/>
                <a:gd name="connsiteX14" fmla="*/ 1660739 w 2772385"/>
                <a:gd name="connsiteY14" fmla="*/ 1129678 h 3816780"/>
                <a:gd name="connsiteX15" fmla="*/ 1795375 w 2772385"/>
                <a:gd name="connsiteY15" fmla="*/ 1225045 h 3816780"/>
                <a:gd name="connsiteX16" fmla="*/ 1643910 w 2772385"/>
                <a:gd name="connsiteY16" fmla="*/ 1449437 h 3816780"/>
                <a:gd name="connsiteX17" fmla="*/ 1722448 w 2772385"/>
                <a:gd name="connsiteY17" fmla="*/ 1668220 h 3816780"/>
                <a:gd name="connsiteX18" fmla="*/ 1812205 w 2772385"/>
                <a:gd name="connsiteY18" fmla="*/ 1662611 h 3816780"/>
                <a:gd name="connsiteX19" fmla="*/ 1621470 w 2772385"/>
                <a:gd name="connsiteY19" fmla="*/ 1858954 h 3816780"/>
                <a:gd name="connsiteX20" fmla="*/ 909024 w 2772385"/>
                <a:gd name="connsiteY20" fmla="*/ 1578463 h 3816780"/>
                <a:gd name="connsiteX21" fmla="*/ 454629 w 2772385"/>
                <a:gd name="connsiteY21" fmla="*/ 2605060 h 3816780"/>
                <a:gd name="connsiteX22" fmla="*/ 258286 w 2772385"/>
                <a:gd name="connsiteY22" fmla="*/ 2812623 h 3816780"/>
                <a:gd name="connsiteX23" fmla="*/ 39503 w 2772385"/>
                <a:gd name="connsiteY23" fmla="*/ 2857501 h 3816780"/>
                <a:gd name="connsiteX24" fmla="*/ 28282 w 2772385"/>
                <a:gd name="connsiteY24" fmla="*/ 2975307 h 3816780"/>
                <a:gd name="connsiteX25" fmla="*/ 258285 w 2772385"/>
                <a:gd name="connsiteY25" fmla="*/ 3087504 h 3816780"/>
                <a:gd name="connsiteX26" fmla="*/ 527559 w 2772385"/>
                <a:gd name="connsiteY26" fmla="*/ 2986527 h 3816780"/>
                <a:gd name="connsiteX27" fmla="*/ 488288 w 2772385"/>
                <a:gd name="connsiteY27" fmla="*/ 3154821 h 3816780"/>
                <a:gd name="connsiteX28" fmla="*/ 561215 w 2772385"/>
                <a:gd name="connsiteY28" fmla="*/ 3194090 h 3816780"/>
                <a:gd name="connsiteX29" fmla="*/ 381702 w 2772385"/>
                <a:gd name="connsiteY29" fmla="*/ 3592387 h 3816780"/>
                <a:gd name="connsiteX30" fmla="*/ 213408 w 2772385"/>
                <a:gd name="connsiteY30" fmla="*/ 3698973 h 3816780"/>
                <a:gd name="connsiteX31" fmla="*/ 280726 w 2772385"/>
                <a:gd name="connsiteY31" fmla="*/ 3811169 h 3816780"/>
                <a:gd name="connsiteX32" fmla="*/ 477068 w 2772385"/>
                <a:gd name="connsiteY32" fmla="*/ 3771902 h 3816780"/>
                <a:gd name="connsiteX33" fmla="*/ 622923 w 2772385"/>
                <a:gd name="connsiteY33" fmla="*/ 3547509 h 3816780"/>
                <a:gd name="connsiteX34" fmla="*/ 662193 w 2772385"/>
                <a:gd name="connsiteY34" fmla="*/ 3743852 h 3816780"/>
                <a:gd name="connsiteX35" fmla="*/ 735121 w 2772385"/>
                <a:gd name="connsiteY35" fmla="*/ 3732634 h 3816780"/>
                <a:gd name="connsiteX36" fmla="*/ 774389 w 2772385"/>
                <a:gd name="connsiteY36" fmla="*/ 3474581 h 3816780"/>
                <a:gd name="connsiteX37" fmla="*/ 695851 w 2772385"/>
                <a:gd name="connsiteY37" fmla="*/ 3238969 h 3816780"/>
                <a:gd name="connsiteX38" fmla="*/ 897805 w 2772385"/>
                <a:gd name="connsiteY38" fmla="*/ 2627499 h 3816780"/>
                <a:gd name="connsiteX39" fmla="*/ 1161466 w 2772385"/>
                <a:gd name="connsiteY39" fmla="*/ 2520912 h 3816780"/>
                <a:gd name="connsiteX40" fmla="*/ 1492445 w 2772385"/>
                <a:gd name="connsiteY40" fmla="*/ 2638718 h 3816780"/>
                <a:gd name="connsiteX41" fmla="*/ 1587812 w 2772385"/>
                <a:gd name="connsiteY41" fmla="*/ 2627499 h 3816780"/>
                <a:gd name="connsiteX42" fmla="*/ 1643910 w 2772385"/>
                <a:gd name="connsiteY42" fmla="*/ 2728476 h 3816780"/>
                <a:gd name="connsiteX43" fmla="*/ 1795375 w 2772385"/>
                <a:gd name="connsiteY43" fmla="*/ 2762134 h 3816780"/>
                <a:gd name="connsiteX44" fmla="*/ 1795375 w 2772385"/>
                <a:gd name="connsiteY44" fmla="*/ 2812623 h 3816780"/>
                <a:gd name="connsiteX45" fmla="*/ 1750497 w 2772385"/>
                <a:gd name="connsiteY45" fmla="*/ 3008967 h 3816780"/>
                <a:gd name="connsiteX46" fmla="*/ 1711228 w 2772385"/>
                <a:gd name="connsiteY46" fmla="*/ 3328726 h 3816780"/>
                <a:gd name="connsiteX47" fmla="*/ 1200735 w 2772385"/>
                <a:gd name="connsiteY47" fmla="*/ 3396044 h 3816780"/>
                <a:gd name="connsiteX48" fmla="*/ 1172686 w 2772385"/>
                <a:gd name="connsiteY48" fmla="*/ 3468971 h 3816780"/>
                <a:gd name="connsiteX49" fmla="*/ 1110978 w 2772385"/>
                <a:gd name="connsiteY49" fmla="*/ 3497020 h 3816780"/>
                <a:gd name="connsiteX50" fmla="*/ 1139027 w 2772385"/>
                <a:gd name="connsiteY50" fmla="*/ 3631656 h 3816780"/>
                <a:gd name="connsiteX51" fmla="*/ 1279272 w 2772385"/>
                <a:gd name="connsiteY51" fmla="*/ 3637266 h 3816780"/>
                <a:gd name="connsiteX52" fmla="*/ 1273662 w 2772385"/>
                <a:gd name="connsiteY52" fmla="*/ 3485801 h 3816780"/>
                <a:gd name="connsiteX53" fmla="*/ 1453176 w 2772385"/>
                <a:gd name="connsiteY53" fmla="*/ 3497020 h 3816780"/>
                <a:gd name="connsiteX54" fmla="*/ 1425127 w 2772385"/>
                <a:gd name="connsiteY54" fmla="*/ 3575558 h 3816780"/>
                <a:gd name="connsiteX55" fmla="*/ 1397078 w 2772385"/>
                <a:gd name="connsiteY55" fmla="*/ 3637266 h 3816780"/>
                <a:gd name="connsiteX56" fmla="*/ 1340980 w 2772385"/>
                <a:gd name="connsiteY56" fmla="*/ 3704584 h 3816780"/>
                <a:gd name="connsiteX57" fmla="*/ 1453177 w 2772385"/>
                <a:gd name="connsiteY57" fmla="*/ 3799951 h 3816780"/>
                <a:gd name="connsiteX58" fmla="*/ 1514884 w 2772385"/>
                <a:gd name="connsiteY58" fmla="*/ 3642876 h 3816780"/>
                <a:gd name="connsiteX59" fmla="*/ 1817814 w 2772385"/>
                <a:gd name="connsiteY59" fmla="*/ 3541899 h 3816780"/>
                <a:gd name="connsiteX60" fmla="*/ 2154403 w 2772385"/>
                <a:gd name="connsiteY60" fmla="*/ 3614826 h 3816780"/>
                <a:gd name="connsiteX61" fmla="*/ 2109525 w 2772385"/>
                <a:gd name="connsiteY61" fmla="*/ 3715803 h 3816780"/>
                <a:gd name="connsiteX62" fmla="*/ 2193672 w 2772385"/>
                <a:gd name="connsiteY62" fmla="*/ 3816780 h 3816780"/>
                <a:gd name="connsiteX63" fmla="*/ 2277819 w 2772385"/>
                <a:gd name="connsiteY63" fmla="*/ 3732633 h 3816780"/>
                <a:gd name="connsiteX64" fmla="*/ 2266600 w 2772385"/>
                <a:gd name="connsiteY64" fmla="*/ 3637266 h 3816780"/>
                <a:gd name="connsiteX65" fmla="*/ 2423675 w 2772385"/>
                <a:gd name="connsiteY65" fmla="*/ 3564338 h 3816780"/>
                <a:gd name="connsiteX66" fmla="*/ 2429284 w 2772385"/>
                <a:gd name="connsiteY66" fmla="*/ 3384824 h 3816780"/>
                <a:gd name="connsiteX67" fmla="*/ 1907572 w 2772385"/>
                <a:gd name="connsiteY67" fmla="*/ 3345556 h 3816780"/>
                <a:gd name="connsiteX68" fmla="*/ 1913181 w 2772385"/>
                <a:gd name="connsiteY68" fmla="*/ 3031406 h 3816780"/>
                <a:gd name="connsiteX69" fmla="*/ 1907571 w 2772385"/>
                <a:gd name="connsiteY69" fmla="*/ 3014576 h 3816780"/>
                <a:gd name="connsiteX70" fmla="*/ 1901962 w 2772385"/>
                <a:gd name="connsiteY70" fmla="*/ 2835062 h 3816780"/>
                <a:gd name="connsiteX71" fmla="*/ 1857083 w 2772385"/>
                <a:gd name="connsiteY71" fmla="*/ 2773354 h 3816780"/>
                <a:gd name="connsiteX72" fmla="*/ 2047817 w 2772385"/>
                <a:gd name="connsiteY72" fmla="*/ 2717256 h 3816780"/>
                <a:gd name="connsiteX73" fmla="*/ 2081476 w 2772385"/>
                <a:gd name="connsiteY73" fmla="*/ 2610669 h 3816780"/>
                <a:gd name="connsiteX74" fmla="*/ 2367576 w 2772385"/>
                <a:gd name="connsiteY74" fmla="*/ 2621889 h 3816780"/>
                <a:gd name="connsiteX75" fmla="*/ 2591969 w 2772385"/>
                <a:gd name="connsiteY75" fmla="*/ 2032858 h 3816780"/>
                <a:gd name="connsiteX76" fmla="*/ 2547090 w 2772385"/>
                <a:gd name="connsiteY76" fmla="*/ 1948711 h 3816780"/>
                <a:gd name="connsiteX77" fmla="*/ 2692946 w 2772385"/>
                <a:gd name="connsiteY77" fmla="*/ 1460657 h 3816780"/>
                <a:gd name="connsiteX78" fmla="*/ 2636848 w 2772385"/>
                <a:gd name="connsiteY78" fmla="*/ 1354071 h 3816780"/>
                <a:gd name="connsiteX79" fmla="*/ 2479772 w 2772385"/>
                <a:gd name="connsiteY79" fmla="*/ 798699 h 3816780"/>
                <a:gd name="connsiteX80" fmla="*/ 2737825 w 2772385"/>
                <a:gd name="connsiteY80" fmla="*/ 675283 h 3816780"/>
                <a:gd name="connsiteX81" fmla="*/ 2709775 w 2772385"/>
                <a:gd name="connsiteY81" fmla="*/ 434061 h 3816780"/>
                <a:gd name="connsiteX82" fmla="*/ 2625628 w 2772385"/>
                <a:gd name="connsiteY82" fmla="*/ 86253 h 3816780"/>
                <a:gd name="connsiteX0" fmla="*/ 2625628 w 2772385"/>
                <a:gd name="connsiteY0" fmla="*/ 86253 h 3816780"/>
                <a:gd name="connsiteX1" fmla="*/ 2429284 w 2772385"/>
                <a:gd name="connsiteY1" fmla="*/ 2105 h 3816780"/>
                <a:gd name="connsiteX2" fmla="*/ 2188062 w 2772385"/>
                <a:gd name="connsiteY2" fmla="*/ 159180 h 3816780"/>
                <a:gd name="connsiteX3" fmla="*/ 2087086 w 2772385"/>
                <a:gd name="connsiteY3" fmla="*/ 198449 h 3816780"/>
                <a:gd name="connsiteX4" fmla="*/ 2137574 w 2772385"/>
                <a:gd name="connsiteY4" fmla="*/ 288206 h 3816780"/>
                <a:gd name="connsiteX5" fmla="*/ 2025378 w 2772385"/>
                <a:gd name="connsiteY5" fmla="*/ 450890 h 3816780"/>
                <a:gd name="connsiteX6" fmla="*/ 2131966 w 2772385"/>
                <a:gd name="connsiteY6" fmla="*/ 585526 h 3816780"/>
                <a:gd name="connsiteX7" fmla="*/ 2154403 w 2772385"/>
                <a:gd name="connsiteY7" fmla="*/ 708942 h 3816780"/>
                <a:gd name="connsiteX8" fmla="*/ 2025378 w 2772385"/>
                <a:gd name="connsiteY8" fmla="*/ 753820 h 3816780"/>
                <a:gd name="connsiteX9" fmla="*/ 1991719 w 2772385"/>
                <a:gd name="connsiteY9" fmla="*/ 821138 h 3816780"/>
                <a:gd name="connsiteX10" fmla="*/ 1991719 w 2772385"/>
                <a:gd name="connsiteY10" fmla="*/ 708942 h 3816780"/>
                <a:gd name="connsiteX11" fmla="*/ 1941230 w 2772385"/>
                <a:gd name="connsiteY11" fmla="*/ 669673 h 3816780"/>
                <a:gd name="connsiteX12" fmla="*/ 1778546 w 2772385"/>
                <a:gd name="connsiteY12" fmla="*/ 770649 h 3816780"/>
                <a:gd name="connsiteX13" fmla="*/ 1397078 w 2772385"/>
                <a:gd name="connsiteY13" fmla="*/ 579916 h 3816780"/>
                <a:gd name="connsiteX14" fmla="*/ 1660739 w 2772385"/>
                <a:gd name="connsiteY14" fmla="*/ 1129678 h 3816780"/>
                <a:gd name="connsiteX15" fmla="*/ 1795375 w 2772385"/>
                <a:gd name="connsiteY15" fmla="*/ 1225045 h 3816780"/>
                <a:gd name="connsiteX16" fmla="*/ 1643910 w 2772385"/>
                <a:gd name="connsiteY16" fmla="*/ 1449437 h 3816780"/>
                <a:gd name="connsiteX17" fmla="*/ 1722448 w 2772385"/>
                <a:gd name="connsiteY17" fmla="*/ 1668220 h 3816780"/>
                <a:gd name="connsiteX18" fmla="*/ 1812205 w 2772385"/>
                <a:gd name="connsiteY18" fmla="*/ 1662611 h 3816780"/>
                <a:gd name="connsiteX19" fmla="*/ 1621470 w 2772385"/>
                <a:gd name="connsiteY19" fmla="*/ 1858954 h 3816780"/>
                <a:gd name="connsiteX20" fmla="*/ 909024 w 2772385"/>
                <a:gd name="connsiteY20" fmla="*/ 1578463 h 3816780"/>
                <a:gd name="connsiteX21" fmla="*/ 454629 w 2772385"/>
                <a:gd name="connsiteY21" fmla="*/ 2605060 h 3816780"/>
                <a:gd name="connsiteX22" fmla="*/ 258286 w 2772385"/>
                <a:gd name="connsiteY22" fmla="*/ 2812623 h 3816780"/>
                <a:gd name="connsiteX23" fmla="*/ 39503 w 2772385"/>
                <a:gd name="connsiteY23" fmla="*/ 2857501 h 3816780"/>
                <a:gd name="connsiteX24" fmla="*/ 28282 w 2772385"/>
                <a:gd name="connsiteY24" fmla="*/ 2975307 h 3816780"/>
                <a:gd name="connsiteX25" fmla="*/ 258285 w 2772385"/>
                <a:gd name="connsiteY25" fmla="*/ 3087504 h 3816780"/>
                <a:gd name="connsiteX26" fmla="*/ 527559 w 2772385"/>
                <a:gd name="connsiteY26" fmla="*/ 2986527 h 3816780"/>
                <a:gd name="connsiteX27" fmla="*/ 488288 w 2772385"/>
                <a:gd name="connsiteY27" fmla="*/ 3154821 h 3816780"/>
                <a:gd name="connsiteX28" fmla="*/ 561215 w 2772385"/>
                <a:gd name="connsiteY28" fmla="*/ 3194090 h 3816780"/>
                <a:gd name="connsiteX29" fmla="*/ 381702 w 2772385"/>
                <a:gd name="connsiteY29" fmla="*/ 3592387 h 3816780"/>
                <a:gd name="connsiteX30" fmla="*/ 213408 w 2772385"/>
                <a:gd name="connsiteY30" fmla="*/ 3698973 h 3816780"/>
                <a:gd name="connsiteX31" fmla="*/ 280726 w 2772385"/>
                <a:gd name="connsiteY31" fmla="*/ 3811169 h 3816780"/>
                <a:gd name="connsiteX32" fmla="*/ 477068 w 2772385"/>
                <a:gd name="connsiteY32" fmla="*/ 3771902 h 3816780"/>
                <a:gd name="connsiteX33" fmla="*/ 622923 w 2772385"/>
                <a:gd name="connsiteY33" fmla="*/ 3547509 h 3816780"/>
                <a:gd name="connsiteX34" fmla="*/ 662193 w 2772385"/>
                <a:gd name="connsiteY34" fmla="*/ 3743852 h 3816780"/>
                <a:gd name="connsiteX35" fmla="*/ 735121 w 2772385"/>
                <a:gd name="connsiteY35" fmla="*/ 3732634 h 3816780"/>
                <a:gd name="connsiteX36" fmla="*/ 774389 w 2772385"/>
                <a:gd name="connsiteY36" fmla="*/ 3474581 h 3816780"/>
                <a:gd name="connsiteX37" fmla="*/ 695851 w 2772385"/>
                <a:gd name="connsiteY37" fmla="*/ 3238969 h 3816780"/>
                <a:gd name="connsiteX38" fmla="*/ 897805 w 2772385"/>
                <a:gd name="connsiteY38" fmla="*/ 2627499 h 3816780"/>
                <a:gd name="connsiteX39" fmla="*/ 1161466 w 2772385"/>
                <a:gd name="connsiteY39" fmla="*/ 2520912 h 3816780"/>
                <a:gd name="connsiteX40" fmla="*/ 1492445 w 2772385"/>
                <a:gd name="connsiteY40" fmla="*/ 2638718 h 3816780"/>
                <a:gd name="connsiteX41" fmla="*/ 1587812 w 2772385"/>
                <a:gd name="connsiteY41" fmla="*/ 2627499 h 3816780"/>
                <a:gd name="connsiteX42" fmla="*/ 1643910 w 2772385"/>
                <a:gd name="connsiteY42" fmla="*/ 2728476 h 3816780"/>
                <a:gd name="connsiteX43" fmla="*/ 1795375 w 2772385"/>
                <a:gd name="connsiteY43" fmla="*/ 2762134 h 3816780"/>
                <a:gd name="connsiteX44" fmla="*/ 1795375 w 2772385"/>
                <a:gd name="connsiteY44" fmla="*/ 2812623 h 3816780"/>
                <a:gd name="connsiteX45" fmla="*/ 1750497 w 2772385"/>
                <a:gd name="connsiteY45" fmla="*/ 3008967 h 3816780"/>
                <a:gd name="connsiteX46" fmla="*/ 1711228 w 2772385"/>
                <a:gd name="connsiteY46" fmla="*/ 3328726 h 3816780"/>
                <a:gd name="connsiteX47" fmla="*/ 1200735 w 2772385"/>
                <a:gd name="connsiteY47" fmla="*/ 3396044 h 3816780"/>
                <a:gd name="connsiteX48" fmla="*/ 1172686 w 2772385"/>
                <a:gd name="connsiteY48" fmla="*/ 3468971 h 3816780"/>
                <a:gd name="connsiteX49" fmla="*/ 1110978 w 2772385"/>
                <a:gd name="connsiteY49" fmla="*/ 3497020 h 3816780"/>
                <a:gd name="connsiteX50" fmla="*/ 1139027 w 2772385"/>
                <a:gd name="connsiteY50" fmla="*/ 3631656 h 3816780"/>
                <a:gd name="connsiteX51" fmla="*/ 1279272 w 2772385"/>
                <a:gd name="connsiteY51" fmla="*/ 3637266 h 3816780"/>
                <a:gd name="connsiteX52" fmla="*/ 1273662 w 2772385"/>
                <a:gd name="connsiteY52" fmla="*/ 3485801 h 3816780"/>
                <a:gd name="connsiteX53" fmla="*/ 1453176 w 2772385"/>
                <a:gd name="connsiteY53" fmla="*/ 3497020 h 3816780"/>
                <a:gd name="connsiteX54" fmla="*/ 1425127 w 2772385"/>
                <a:gd name="connsiteY54" fmla="*/ 3575558 h 3816780"/>
                <a:gd name="connsiteX55" fmla="*/ 1397078 w 2772385"/>
                <a:gd name="connsiteY55" fmla="*/ 3637266 h 3816780"/>
                <a:gd name="connsiteX56" fmla="*/ 1340980 w 2772385"/>
                <a:gd name="connsiteY56" fmla="*/ 3704584 h 3816780"/>
                <a:gd name="connsiteX57" fmla="*/ 1453177 w 2772385"/>
                <a:gd name="connsiteY57" fmla="*/ 3799951 h 3816780"/>
                <a:gd name="connsiteX58" fmla="*/ 1514884 w 2772385"/>
                <a:gd name="connsiteY58" fmla="*/ 3642876 h 3816780"/>
                <a:gd name="connsiteX59" fmla="*/ 1817814 w 2772385"/>
                <a:gd name="connsiteY59" fmla="*/ 3541899 h 3816780"/>
                <a:gd name="connsiteX60" fmla="*/ 2154403 w 2772385"/>
                <a:gd name="connsiteY60" fmla="*/ 3614826 h 3816780"/>
                <a:gd name="connsiteX61" fmla="*/ 2109525 w 2772385"/>
                <a:gd name="connsiteY61" fmla="*/ 3715803 h 3816780"/>
                <a:gd name="connsiteX62" fmla="*/ 2193672 w 2772385"/>
                <a:gd name="connsiteY62" fmla="*/ 3816780 h 3816780"/>
                <a:gd name="connsiteX63" fmla="*/ 2277819 w 2772385"/>
                <a:gd name="connsiteY63" fmla="*/ 3732633 h 3816780"/>
                <a:gd name="connsiteX64" fmla="*/ 2266600 w 2772385"/>
                <a:gd name="connsiteY64" fmla="*/ 3637266 h 3816780"/>
                <a:gd name="connsiteX65" fmla="*/ 2423675 w 2772385"/>
                <a:gd name="connsiteY65" fmla="*/ 3564338 h 3816780"/>
                <a:gd name="connsiteX66" fmla="*/ 2429284 w 2772385"/>
                <a:gd name="connsiteY66" fmla="*/ 3384824 h 3816780"/>
                <a:gd name="connsiteX67" fmla="*/ 1907572 w 2772385"/>
                <a:gd name="connsiteY67" fmla="*/ 3345556 h 3816780"/>
                <a:gd name="connsiteX68" fmla="*/ 1913181 w 2772385"/>
                <a:gd name="connsiteY68" fmla="*/ 3031406 h 3816780"/>
                <a:gd name="connsiteX69" fmla="*/ 1907571 w 2772385"/>
                <a:gd name="connsiteY69" fmla="*/ 3014576 h 3816780"/>
                <a:gd name="connsiteX70" fmla="*/ 1901962 w 2772385"/>
                <a:gd name="connsiteY70" fmla="*/ 2835062 h 3816780"/>
                <a:gd name="connsiteX71" fmla="*/ 1857083 w 2772385"/>
                <a:gd name="connsiteY71" fmla="*/ 2773354 h 3816780"/>
                <a:gd name="connsiteX72" fmla="*/ 2047817 w 2772385"/>
                <a:gd name="connsiteY72" fmla="*/ 2717256 h 3816780"/>
                <a:gd name="connsiteX73" fmla="*/ 2081476 w 2772385"/>
                <a:gd name="connsiteY73" fmla="*/ 2610669 h 3816780"/>
                <a:gd name="connsiteX74" fmla="*/ 2367576 w 2772385"/>
                <a:gd name="connsiteY74" fmla="*/ 2621889 h 3816780"/>
                <a:gd name="connsiteX75" fmla="*/ 2591969 w 2772385"/>
                <a:gd name="connsiteY75" fmla="*/ 2032858 h 3816780"/>
                <a:gd name="connsiteX76" fmla="*/ 2547090 w 2772385"/>
                <a:gd name="connsiteY76" fmla="*/ 1948711 h 3816780"/>
                <a:gd name="connsiteX77" fmla="*/ 2692946 w 2772385"/>
                <a:gd name="connsiteY77" fmla="*/ 1460657 h 3816780"/>
                <a:gd name="connsiteX78" fmla="*/ 2636848 w 2772385"/>
                <a:gd name="connsiteY78" fmla="*/ 1354071 h 3816780"/>
                <a:gd name="connsiteX79" fmla="*/ 2479772 w 2772385"/>
                <a:gd name="connsiteY79" fmla="*/ 798699 h 3816780"/>
                <a:gd name="connsiteX80" fmla="*/ 2737825 w 2772385"/>
                <a:gd name="connsiteY80" fmla="*/ 675283 h 3816780"/>
                <a:gd name="connsiteX81" fmla="*/ 2709775 w 2772385"/>
                <a:gd name="connsiteY81" fmla="*/ 434061 h 3816780"/>
                <a:gd name="connsiteX82" fmla="*/ 2625628 w 2772385"/>
                <a:gd name="connsiteY82" fmla="*/ 86253 h 3816780"/>
                <a:gd name="connsiteX0" fmla="*/ 2625628 w 2772385"/>
                <a:gd name="connsiteY0" fmla="*/ 86253 h 3816780"/>
                <a:gd name="connsiteX1" fmla="*/ 2429284 w 2772385"/>
                <a:gd name="connsiteY1" fmla="*/ 2105 h 3816780"/>
                <a:gd name="connsiteX2" fmla="*/ 2188062 w 2772385"/>
                <a:gd name="connsiteY2" fmla="*/ 159180 h 3816780"/>
                <a:gd name="connsiteX3" fmla="*/ 2087086 w 2772385"/>
                <a:gd name="connsiteY3" fmla="*/ 198449 h 3816780"/>
                <a:gd name="connsiteX4" fmla="*/ 2137574 w 2772385"/>
                <a:gd name="connsiteY4" fmla="*/ 288206 h 3816780"/>
                <a:gd name="connsiteX5" fmla="*/ 2025378 w 2772385"/>
                <a:gd name="connsiteY5" fmla="*/ 450890 h 3816780"/>
                <a:gd name="connsiteX6" fmla="*/ 2131966 w 2772385"/>
                <a:gd name="connsiteY6" fmla="*/ 585526 h 3816780"/>
                <a:gd name="connsiteX7" fmla="*/ 2154403 w 2772385"/>
                <a:gd name="connsiteY7" fmla="*/ 708942 h 3816780"/>
                <a:gd name="connsiteX8" fmla="*/ 2025378 w 2772385"/>
                <a:gd name="connsiteY8" fmla="*/ 753820 h 3816780"/>
                <a:gd name="connsiteX9" fmla="*/ 1991719 w 2772385"/>
                <a:gd name="connsiteY9" fmla="*/ 821138 h 3816780"/>
                <a:gd name="connsiteX10" fmla="*/ 1991719 w 2772385"/>
                <a:gd name="connsiteY10" fmla="*/ 708942 h 3816780"/>
                <a:gd name="connsiteX11" fmla="*/ 1941230 w 2772385"/>
                <a:gd name="connsiteY11" fmla="*/ 669673 h 3816780"/>
                <a:gd name="connsiteX12" fmla="*/ 1778546 w 2772385"/>
                <a:gd name="connsiteY12" fmla="*/ 770649 h 3816780"/>
                <a:gd name="connsiteX13" fmla="*/ 1397078 w 2772385"/>
                <a:gd name="connsiteY13" fmla="*/ 579916 h 3816780"/>
                <a:gd name="connsiteX14" fmla="*/ 1660739 w 2772385"/>
                <a:gd name="connsiteY14" fmla="*/ 1129678 h 3816780"/>
                <a:gd name="connsiteX15" fmla="*/ 1795375 w 2772385"/>
                <a:gd name="connsiteY15" fmla="*/ 1225045 h 3816780"/>
                <a:gd name="connsiteX16" fmla="*/ 1643910 w 2772385"/>
                <a:gd name="connsiteY16" fmla="*/ 1449437 h 3816780"/>
                <a:gd name="connsiteX17" fmla="*/ 1722448 w 2772385"/>
                <a:gd name="connsiteY17" fmla="*/ 1668220 h 3816780"/>
                <a:gd name="connsiteX18" fmla="*/ 1812205 w 2772385"/>
                <a:gd name="connsiteY18" fmla="*/ 1662611 h 3816780"/>
                <a:gd name="connsiteX19" fmla="*/ 1621470 w 2772385"/>
                <a:gd name="connsiteY19" fmla="*/ 1858954 h 3816780"/>
                <a:gd name="connsiteX20" fmla="*/ 909024 w 2772385"/>
                <a:gd name="connsiteY20" fmla="*/ 1578463 h 3816780"/>
                <a:gd name="connsiteX21" fmla="*/ 454629 w 2772385"/>
                <a:gd name="connsiteY21" fmla="*/ 2605060 h 3816780"/>
                <a:gd name="connsiteX22" fmla="*/ 258286 w 2772385"/>
                <a:gd name="connsiteY22" fmla="*/ 2812623 h 3816780"/>
                <a:gd name="connsiteX23" fmla="*/ 39503 w 2772385"/>
                <a:gd name="connsiteY23" fmla="*/ 2857501 h 3816780"/>
                <a:gd name="connsiteX24" fmla="*/ 28282 w 2772385"/>
                <a:gd name="connsiteY24" fmla="*/ 2975307 h 3816780"/>
                <a:gd name="connsiteX25" fmla="*/ 258285 w 2772385"/>
                <a:gd name="connsiteY25" fmla="*/ 3087504 h 3816780"/>
                <a:gd name="connsiteX26" fmla="*/ 527559 w 2772385"/>
                <a:gd name="connsiteY26" fmla="*/ 2986527 h 3816780"/>
                <a:gd name="connsiteX27" fmla="*/ 488288 w 2772385"/>
                <a:gd name="connsiteY27" fmla="*/ 3154821 h 3816780"/>
                <a:gd name="connsiteX28" fmla="*/ 561215 w 2772385"/>
                <a:gd name="connsiteY28" fmla="*/ 3194090 h 3816780"/>
                <a:gd name="connsiteX29" fmla="*/ 381702 w 2772385"/>
                <a:gd name="connsiteY29" fmla="*/ 3592387 h 3816780"/>
                <a:gd name="connsiteX30" fmla="*/ 213408 w 2772385"/>
                <a:gd name="connsiteY30" fmla="*/ 3698973 h 3816780"/>
                <a:gd name="connsiteX31" fmla="*/ 280726 w 2772385"/>
                <a:gd name="connsiteY31" fmla="*/ 3811169 h 3816780"/>
                <a:gd name="connsiteX32" fmla="*/ 477068 w 2772385"/>
                <a:gd name="connsiteY32" fmla="*/ 3771902 h 3816780"/>
                <a:gd name="connsiteX33" fmla="*/ 622923 w 2772385"/>
                <a:gd name="connsiteY33" fmla="*/ 3547509 h 3816780"/>
                <a:gd name="connsiteX34" fmla="*/ 662193 w 2772385"/>
                <a:gd name="connsiteY34" fmla="*/ 3743852 h 3816780"/>
                <a:gd name="connsiteX35" fmla="*/ 735121 w 2772385"/>
                <a:gd name="connsiteY35" fmla="*/ 3732634 h 3816780"/>
                <a:gd name="connsiteX36" fmla="*/ 774389 w 2772385"/>
                <a:gd name="connsiteY36" fmla="*/ 3474581 h 3816780"/>
                <a:gd name="connsiteX37" fmla="*/ 695851 w 2772385"/>
                <a:gd name="connsiteY37" fmla="*/ 3238969 h 3816780"/>
                <a:gd name="connsiteX38" fmla="*/ 897805 w 2772385"/>
                <a:gd name="connsiteY38" fmla="*/ 2627499 h 3816780"/>
                <a:gd name="connsiteX39" fmla="*/ 1161466 w 2772385"/>
                <a:gd name="connsiteY39" fmla="*/ 2520912 h 3816780"/>
                <a:gd name="connsiteX40" fmla="*/ 1492445 w 2772385"/>
                <a:gd name="connsiteY40" fmla="*/ 2638718 h 3816780"/>
                <a:gd name="connsiteX41" fmla="*/ 1587812 w 2772385"/>
                <a:gd name="connsiteY41" fmla="*/ 2627499 h 3816780"/>
                <a:gd name="connsiteX42" fmla="*/ 1643910 w 2772385"/>
                <a:gd name="connsiteY42" fmla="*/ 2728476 h 3816780"/>
                <a:gd name="connsiteX43" fmla="*/ 1795375 w 2772385"/>
                <a:gd name="connsiteY43" fmla="*/ 2762134 h 3816780"/>
                <a:gd name="connsiteX44" fmla="*/ 1795375 w 2772385"/>
                <a:gd name="connsiteY44" fmla="*/ 2812623 h 3816780"/>
                <a:gd name="connsiteX45" fmla="*/ 1750497 w 2772385"/>
                <a:gd name="connsiteY45" fmla="*/ 3008967 h 3816780"/>
                <a:gd name="connsiteX46" fmla="*/ 1711228 w 2772385"/>
                <a:gd name="connsiteY46" fmla="*/ 3328726 h 3816780"/>
                <a:gd name="connsiteX47" fmla="*/ 1200735 w 2772385"/>
                <a:gd name="connsiteY47" fmla="*/ 3396044 h 3816780"/>
                <a:gd name="connsiteX48" fmla="*/ 1172686 w 2772385"/>
                <a:gd name="connsiteY48" fmla="*/ 3468971 h 3816780"/>
                <a:gd name="connsiteX49" fmla="*/ 1110978 w 2772385"/>
                <a:gd name="connsiteY49" fmla="*/ 3497020 h 3816780"/>
                <a:gd name="connsiteX50" fmla="*/ 1139027 w 2772385"/>
                <a:gd name="connsiteY50" fmla="*/ 3631656 h 3816780"/>
                <a:gd name="connsiteX51" fmla="*/ 1279272 w 2772385"/>
                <a:gd name="connsiteY51" fmla="*/ 3637266 h 3816780"/>
                <a:gd name="connsiteX52" fmla="*/ 1273662 w 2772385"/>
                <a:gd name="connsiteY52" fmla="*/ 3485801 h 3816780"/>
                <a:gd name="connsiteX53" fmla="*/ 1453176 w 2772385"/>
                <a:gd name="connsiteY53" fmla="*/ 3497020 h 3816780"/>
                <a:gd name="connsiteX54" fmla="*/ 1425127 w 2772385"/>
                <a:gd name="connsiteY54" fmla="*/ 3575558 h 3816780"/>
                <a:gd name="connsiteX55" fmla="*/ 1397078 w 2772385"/>
                <a:gd name="connsiteY55" fmla="*/ 3637266 h 3816780"/>
                <a:gd name="connsiteX56" fmla="*/ 1340980 w 2772385"/>
                <a:gd name="connsiteY56" fmla="*/ 3704584 h 3816780"/>
                <a:gd name="connsiteX57" fmla="*/ 1453177 w 2772385"/>
                <a:gd name="connsiteY57" fmla="*/ 3799951 h 3816780"/>
                <a:gd name="connsiteX58" fmla="*/ 1514884 w 2772385"/>
                <a:gd name="connsiteY58" fmla="*/ 3642876 h 3816780"/>
                <a:gd name="connsiteX59" fmla="*/ 1817814 w 2772385"/>
                <a:gd name="connsiteY59" fmla="*/ 3541899 h 3816780"/>
                <a:gd name="connsiteX60" fmla="*/ 2154403 w 2772385"/>
                <a:gd name="connsiteY60" fmla="*/ 3614826 h 3816780"/>
                <a:gd name="connsiteX61" fmla="*/ 2109525 w 2772385"/>
                <a:gd name="connsiteY61" fmla="*/ 3715803 h 3816780"/>
                <a:gd name="connsiteX62" fmla="*/ 2193672 w 2772385"/>
                <a:gd name="connsiteY62" fmla="*/ 3816780 h 3816780"/>
                <a:gd name="connsiteX63" fmla="*/ 2277819 w 2772385"/>
                <a:gd name="connsiteY63" fmla="*/ 3732633 h 3816780"/>
                <a:gd name="connsiteX64" fmla="*/ 2266600 w 2772385"/>
                <a:gd name="connsiteY64" fmla="*/ 3637266 h 3816780"/>
                <a:gd name="connsiteX65" fmla="*/ 2423675 w 2772385"/>
                <a:gd name="connsiteY65" fmla="*/ 3564338 h 3816780"/>
                <a:gd name="connsiteX66" fmla="*/ 2429284 w 2772385"/>
                <a:gd name="connsiteY66" fmla="*/ 3384824 h 3816780"/>
                <a:gd name="connsiteX67" fmla="*/ 1907572 w 2772385"/>
                <a:gd name="connsiteY67" fmla="*/ 3345556 h 3816780"/>
                <a:gd name="connsiteX68" fmla="*/ 1913181 w 2772385"/>
                <a:gd name="connsiteY68" fmla="*/ 3031406 h 3816780"/>
                <a:gd name="connsiteX69" fmla="*/ 1907571 w 2772385"/>
                <a:gd name="connsiteY69" fmla="*/ 3014576 h 3816780"/>
                <a:gd name="connsiteX70" fmla="*/ 1901962 w 2772385"/>
                <a:gd name="connsiteY70" fmla="*/ 2835062 h 3816780"/>
                <a:gd name="connsiteX71" fmla="*/ 1857083 w 2772385"/>
                <a:gd name="connsiteY71" fmla="*/ 2773354 h 3816780"/>
                <a:gd name="connsiteX72" fmla="*/ 2047817 w 2772385"/>
                <a:gd name="connsiteY72" fmla="*/ 2717256 h 3816780"/>
                <a:gd name="connsiteX73" fmla="*/ 2081476 w 2772385"/>
                <a:gd name="connsiteY73" fmla="*/ 2610669 h 3816780"/>
                <a:gd name="connsiteX74" fmla="*/ 2367576 w 2772385"/>
                <a:gd name="connsiteY74" fmla="*/ 2621889 h 3816780"/>
                <a:gd name="connsiteX75" fmla="*/ 2591969 w 2772385"/>
                <a:gd name="connsiteY75" fmla="*/ 2032858 h 3816780"/>
                <a:gd name="connsiteX76" fmla="*/ 2547090 w 2772385"/>
                <a:gd name="connsiteY76" fmla="*/ 1948711 h 3816780"/>
                <a:gd name="connsiteX77" fmla="*/ 2692946 w 2772385"/>
                <a:gd name="connsiteY77" fmla="*/ 1460657 h 3816780"/>
                <a:gd name="connsiteX78" fmla="*/ 2636848 w 2772385"/>
                <a:gd name="connsiteY78" fmla="*/ 1354071 h 3816780"/>
                <a:gd name="connsiteX79" fmla="*/ 2479772 w 2772385"/>
                <a:gd name="connsiteY79" fmla="*/ 798699 h 3816780"/>
                <a:gd name="connsiteX80" fmla="*/ 2737825 w 2772385"/>
                <a:gd name="connsiteY80" fmla="*/ 675283 h 3816780"/>
                <a:gd name="connsiteX81" fmla="*/ 2709775 w 2772385"/>
                <a:gd name="connsiteY81" fmla="*/ 434061 h 3816780"/>
                <a:gd name="connsiteX82" fmla="*/ 2625628 w 2772385"/>
                <a:gd name="connsiteY82" fmla="*/ 86253 h 3816780"/>
                <a:gd name="connsiteX0" fmla="*/ 2625628 w 2772385"/>
                <a:gd name="connsiteY0" fmla="*/ 86253 h 3816780"/>
                <a:gd name="connsiteX1" fmla="*/ 2429284 w 2772385"/>
                <a:gd name="connsiteY1" fmla="*/ 2105 h 3816780"/>
                <a:gd name="connsiteX2" fmla="*/ 2188062 w 2772385"/>
                <a:gd name="connsiteY2" fmla="*/ 159180 h 3816780"/>
                <a:gd name="connsiteX3" fmla="*/ 2087086 w 2772385"/>
                <a:gd name="connsiteY3" fmla="*/ 198449 h 3816780"/>
                <a:gd name="connsiteX4" fmla="*/ 2137574 w 2772385"/>
                <a:gd name="connsiteY4" fmla="*/ 288206 h 3816780"/>
                <a:gd name="connsiteX5" fmla="*/ 2025378 w 2772385"/>
                <a:gd name="connsiteY5" fmla="*/ 450890 h 3816780"/>
                <a:gd name="connsiteX6" fmla="*/ 2131966 w 2772385"/>
                <a:gd name="connsiteY6" fmla="*/ 585526 h 3816780"/>
                <a:gd name="connsiteX7" fmla="*/ 2154403 w 2772385"/>
                <a:gd name="connsiteY7" fmla="*/ 708942 h 3816780"/>
                <a:gd name="connsiteX8" fmla="*/ 2025378 w 2772385"/>
                <a:gd name="connsiteY8" fmla="*/ 753820 h 3816780"/>
                <a:gd name="connsiteX9" fmla="*/ 1991719 w 2772385"/>
                <a:gd name="connsiteY9" fmla="*/ 821138 h 3816780"/>
                <a:gd name="connsiteX10" fmla="*/ 1991719 w 2772385"/>
                <a:gd name="connsiteY10" fmla="*/ 708942 h 3816780"/>
                <a:gd name="connsiteX11" fmla="*/ 1941230 w 2772385"/>
                <a:gd name="connsiteY11" fmla="*/ 669673 h 3816780"/>
                <a:gd name="connsiteX12" fmla="*/ 1778546 w 2772385"/>
                <a:gd name="connsiteY12" fmla="*/ 770649 h 3816780"/>
                <a:gd name="connsiteX13" fmla="*/ 1397078 w 2772385"/>
                <a:gd name="connsiteY13" fmla="*/ 579916 h 3816780"/>
                <a:gd name="connsiteX14" fmla="*/ 1660739 w 2772385"/>
                <a:gd name="connsiteY14" fmla="*/ 1129678 h 3816780"/>
                <a:gd name="connsiteX15" fmla="*/ 1795375 w 2772385"/>
                <a:gd name="connsiteY15" fmla="*/ 1225045 h 3816780"/>
                <a:gd name="connsiteX16" fmla="*/ 1643910 w 2772385"/>
                <a:gd name="connsiteY16" fmla="*/ 1449437 h 3816780"/>
                <a:gd name="connsiteX17" fmla="*/ 1722448 w 2772385"/>
                <a:gd name="connsiteY17" fmla="*/ 1668220 h 3816780"/>
                <a:gd name="connsiteX18" fmla="*/ 1812205 w 2772385"/>
                <a:gd name="connsiteY18" fmla="*/ 1662611 h 3816780"/>
                <a:gd name="connsiteX19" fmla="*/ 1621470 w 2772385"/>
                <a:gd name="connsiteY19" fmla="*/ 1858954 h 3816780"/>
                <a:gd name="connsiteX20" fmla="*/ 909024 w 2772385"/>
                <a:gd name="connsiteY20" fmla="*/ 1578463 h 3816780"/>
                <a:gd name="connsiteX21" fmla="*/ 454629 w 2772385"/>
                <a:gd name="connsiteY21" fmla="*/ 2605060 h 3816780"/>
                <a:gd name="connsiteX22" fmla="*/ 258286 w 2772385"/>
                <a:gd name="connsiteY22" fmla="*/ 2812623 h 3816780"/>
                <a:gd name="connsiteX23" fmla="*/ 39503 w 2772385"/>
                <a:gd name="connsiteY23" fmla="*/ 2857501 h 3816780"/>
                <a:gd name="connsiteX24" fmla="*/ 28282 w 2772385"/>
                <a:gd name="connsiteY24" fmla="*/ 2975307 h 3816780"/>
                <a:gd name="connsiteX25" fmla="*/ 258285 w 2772385"/>
                <a:gd name="connsiteY25" fmla="*/ 3087504 h 3816780"/>
                <a:gd name="connsiteX26" fmla="*/ 527559 w 2772385"/>
                <a:gd name="connsiteY26" fmla="*/ 2986527 h 3816780"/>
                <a:gd name="connsiteX27" fmla="*/ 488288 w 2772385"/>
                <a:gd name="connsiteY27" fmla="*/ 3154821 h 3816780"/>
                <a:gd name="connsiteX28" fmla="*/ 561215 w 2772385"/>
                <a:gd name="connsiteY28" fmla="*/ 3194090 h 3816780"/>
                <a:gd name="connsiteX29" fmla="*/ 381702 w 2772385"/>
                <a:gd name="connsiteY29" fmla="*/ 3592387 h 3816780"/>
                <a:gd name="connsiteX30" fmla="*/ 213408 w 2772385"/>
                <a:gd name="connsiteY30" fmla="*/ 3698973 h 3816780"/>
                <a:gd name="connsiteX31" fmla="*/ 280726 w 2772385"/>
                <a:gd name="connsiteY31" fmla="*/ 3811169 h 3816780"/>
                <a:gd name="connsiteX32" fmla="*/ 477068 w 2772385"/>
                <a:gd name="connsiteY32" fmla="*/ 3771902 h 3816780"/>
                <a:gd name="connsiteX33" fmla="*/ 622923 w 2772385"/>
                <a:gd name="connsiteY33" fmla="*/ 3547509 h 3816780"/>
                <a:gd name="connsiteX34" fmla="*/ 662193 w 2772385"/>
                <a:gd name="connsiteY34" fmla="*/ 3743852 h 3816780"/>
                <a:gd name="connsiteX35" fmla="*/ 735121 w 2772385"/>
                <a:gd name="connsiteY35" fmla="*/ 3732634 h 3816780"/>
                <a:gd name="connsiteX36" fmla="*/ 774389 w 2772385"/>
                <a:gd name="connsiteY36" fmla="*/ 3474581 h 3816780"/>
                <a:gd name="connsiteX37" fmla="*/ 695851 w 2772385"/>
                <a:gd name="connsiteY37" fmla="*/ 3238969 h 3816780"/>
                <a:gd name="connsiteX38" fmla="*/ 897805 w 2772385"/>
                <a:gd name="connsiteY38" fmla="*/ 2627499 h 3816780"/>
                <a:gd name="connsiteX39" fmla="*/ 1161466 w 2772385"/>
                <a:gd name="connsiteY39" fmla="*/ 2520912 h 3816780"/>
                <a:gd name="connsiteX40" fmla="*/ 1492445 w 2772385"/>
                <a:gd name="connsiteY40" fmla="*/ 2638718 h 3816780"/>
                <a:gd name="connsiteX41" fmla="*/ 1587812 w 2772385"/>
                <a:gd name="connsiteY41" fmla="*/ 2627499 h 3816780"/>
                <a:gd name="connsiteX42" fmla="*/ 1643910 w 2772385"/>
                <a:gd name="connsiteY42" fmla="*/ 2728476 h 3816780"/>
                <a:gd name="connsiteX43" fmla="*/ 1795375 w 2772385"/>
                <a:gd name="connsiteY43" fmla="*/ 2762134 h 3816780"/>
                <a:gd name="connsiteX44" fmla="*/ 1795375 w 2772385"/>
                <a:gd name="connsiteY44" fmla="*/ 2812623 h 3816780"/>
                <a:gd name="connsiteX45" fmla="*/ 1750497 w 2772385"/>
                <a:gd name="connsiteY45" fmla="*/ 3008967 h 3816780"/>
                <a:gd name="connsiteX46" fmla="*/ 1711228 w 2772385"/>
                <a:gd name="connsiteY46" fmla="*/ 3328726 h 3816780"/>
                <a:gd name="connsiteX47" fmla="*/ 1200735 w 2772385"/>
                <a:gd name="connsiteY47" fmla="*/ 3396044 h 3816780"/>
                <a:gd name="connsiteX48" fmla="*/ 1172686 w 2772385"/>
                <a:gd name="connsiteY48" fmla="*/ 3468971 h 3816780"/>
                <a:gd name="connsiteX49" fmla="*/ 1110978 w 2772385"/>
                <a:gd name="connsiteY49" fmla="*/ 3497020 h 3816780"/>
                <a:gd name="connsiteX50" fmla="*/ 1139027 w 2772385"/>
                <a:gd name="connsiteY50" fmla="*/ 3631656 h 3816780"/>
                <a:gd name="connsiteX51" fmla="*/ 1279272 w 2772385"/>
                <a:gd name="connsiteY51" fmla="*/ 3637266 h 3816780"/>
                <a:gd name="connsiteX52" fmla="*/ 1273662 w 2772385"/>
                <a:gd name="connsiteY52" fmla="*/ 3485801 h 3816780"/>
                <a:gd name="connsiteX53" fmla="*/ 1453176 w 2772385"/>
                <a:gd name="connsiteY53" fmla="*/ 3497020 h 3816780"/>
                <a:gd name="connsiteX54" fmla="*/ 1425127 w 2772385"/>
                <a:gd name="connsiteY54" fmla="*/ 3575558 h 3816780"/>
                <a:gd name="connsiteX55" fmla="*/ 1397078 w 2772385"/>
                <a:gd name="connsiteY55" fmla="*/ 3637266 h 3816780"/>
                <a:gd name="connsiteX56" fmla="*/ 1340980 w 2772385"/>
                <a:gd name="connsiteY56" fmla="*/ 3704584 h 3816780"/>
                <a:gd name="connsiteX57" fmla="*/ 1453177 w 2772385"/>
                <a:gd name="connsiteY57" fmla="*/ 3799951 h 3816780"/>
                <a:gd name="connsiteX58" fmla="*/ 1514884 w 2772385"/>
                <a:gd name="connsiteY58" fmla="*/ 3642876 h 3816780"/>
                <a:gd name="connsiteX59" fmla="*/ 1817814 w 2772385"/>
                <a:gd name="connsiteY59" fmla="*/ 3541899 h 3816780"/>
                <a:gd name="connsiteX60" fmla="*/ 2154403 w 2772385"/>
                <a:gd name="connsiteY60" fmla="*/ 3614826 h 3816780"/>
                <a:gd name="connsiteX61" fmla="*/ 2109525 w 2772385"/>
                <a:gd name="connsiteY61" fmla="*/ 3715803 h 3816780"/>
                <a:gd name="connsiteX62" fmla="*/ 2193672 w 2772385"/>
                <a:gd name="connsiteY62" fmla="*/ 3816780 h 3816780"/>
                <a:gd name="connsiteX63" fmla="*/ 2277819 w 2772385"/>
                <a:gd name="connsiteY63" fmla="*/ 3732633 h 3816780"/>
                <a:gd name="connsiteX64" fmla="*/ 2266600 w 2772385"/>
                <a:gd name="connsiteY64" fmla="*/ 3637266 h 3816780"/>
                <a:gd name="connsiteX65" fmla="*/ 2423675 w 2772385"/>
                <a:gd name="connsiteY65" fmla="*/ 3564338 h 3816780"/>
                <a:gd name="connsiteX66" fmla="*/ 2429284 w 2772385"/>
                <a:gd name="connsiteY66" fmla="*/ 3384824 h 3816780"/>
                <a:gd name="connsiteX67" fmla="*/ 1907572 w 2772385"/>
                <a:gd name="connsiteY67" fmla="*/ 3345556 h 3816780"/>
                <a:gd name="connsiteX68" fmla="*/ 1913181 w 2772385"/>
                <a:gd name="connsiteY68" fmla="*/ 3031406 h 3816780"/>
                <a:gd name="connsiteX69" fmla="*/ 1907571 w 2772385"/>
                <a:gd name="connsiteY69" fmla="*/ 3014576 h 3816780"/>
                <a:gd name="connsiteX70" fmla="*/ 1901962 w 2772385"/>
                <a:gd name="connsiteY70" fmla="*/ 2835062 h 3816780"/>
                <a:gd name="connsiteX71" fmla="*/ 1857083 w 2772385"/>
                <a:gd name="connsiteY71" fmla="*/ 2773354 h 3816780"/>
                <a:gd name="connsiteX72" fmla="*/ 2047817 w 2772385"/>
                <a:gd name="connsiteY72" fmla="*/ 2717256 h 3816780"/>
                <a:gd name="connsiteX73" fmla="*/ 2081476 w 2772385"/>
                <a:gd name="connsiteY73" fmla="*/ 2610669 h 3816780"/>
                <a:gd name="connsiteX74" fmla="*/ 2367576 w 2772385"/>
                <a:gd name="connsiteY74" fmla="*/ 2621889 h 3816780"/>
                <a:gd name="connsiteX75" fmla="*/ 2591969 w 2772385"/>
                <a:gd name="connsiteY75" fmla="*/ 2032858 h 3816780"/>
                <a:gd name="connsiteX76" fmla="*/ 2547090 w 2772385"/>
                <a:gd name="connsiteY76" fmla="*/ 1948711 h 3816780"/>
                <a:gd name="connsiteX77" fmla="*/ 2692946 w 2772385"/>
                <a:gd name="connsiteY77" fmla="*/ 1460657 h 3816780"/>
                <a:gd name="connsiteX78" fmla="*/ 2636848 w 2772385"/>
                <a:gd name="connsiteY78" fmla="*/ 1354071 h 3816780"/>
                <a:gd name="connsiteX79" fmla="*/ 2479772 w 2772385"/>
                <a:gd name="connsiteY79" fmla="*/ 798699 h 3816780"/>
                <a:gd name="connsiteX80" fmla="*/ 2737825 w 2772385"/>
                <a:gd name="connsiteY80" fmla="*/ 675283 h 3816780"/>
                <a:gd name="connsiteX81" fmla="*/ 2709775 w 2772385"/>
                <a:gd name="connsiteY81" fmla="*/ 434061 h 3816780"/>
                <a:gd name="connsiteX82" fmla="*/ 2625628 w 2772385"/>
                <a:gd name="connsiteY82" fmla="*/ 86253 h 3816780"/>
                <a:gd name="connsiteX0" fmla="*/ 2625628 w 2772385"/>
                <a:gd name="connsiteY0" fmla="*/ 86253 h 3816780"/>
                <a:gd name="connsiteX1" fmla="*/ 2429284 w 2772385"/>
                <a:gd name="connsiteY1" fmla="*/ 2105 h 3816780"/>
                <a:gd name="connsiteX2" fmla="*/ 2188062 w 2772385"/>
                <a:gd name="connsiteY2" fmla="*/ 159180 h 3816780"/>
                <a:gd name="connsiteX3" fmla="*/ 2087086 w 2772385"/>
                <a:gd name="connsiteY3" fmla="*/ 198449 h 3816780"/>
                <a:gd name="connsiteX4" fmla="*/ 2137574 w 2772385"/>
                <a:gd name="connsiteY4" fmla="*/ 288206 h 3816780"/>
                <a:gd name="connsiteX5" fmla="*/ 2025378 w 2772385"/>
                <a:gd name="connsiteY5" fmla="*/ 450890 h 3816780"/>
                <a:gd name="connsiteX6" fmla="*/ 2131966 w 2772385"/>
                <a:gd name="connsiteY6" fmla="*/ 585526 h 3816780"/>
                <a:gd name="connsiteX7" fmla="*/ 2154403 w 2772385"/>
                <a:gd name="connsiteY7" fmla="*/ 708942 h 3816780"/>
                <a:gd name="connsiteX8" fmla="*/ 2025378 w 2772385"/>
                <a:gd name="connsiteY8" fmla="*/ 753820 h 3816780"/>
                <a:gd name="connsiteX9" fmla="*/ 1991719 w 2772385"/>
                <a:gd name="connsiteY9" fmla="*/ 821138 h 3816780"/>
                <a:gd name="connsiteX10" fmla="*/ 1991719 w 2772385"/>
                <a:gd name="connsiteY10" fmla="*/ 708942 h 3816780"/>
                <a:gd name="connsiteX11" fmla="*/ 1941230 w 2772385"/>
                <a:gd name="connsiteY11" fmla="*/ 669673 h 3816780"/>
                <a:gd name="connsiteX12" fmla="*/ 1778546 w 2772385"/>
                <a:gd name="connsiteY12" fmla="*/ 770649 h 3816780"/>
                <a:gd name="connsiteX13" fmla="*/ 1397078 w 2772385"/>
                <a:gd name="connsiteY13" fmla="*/ 579916 h 3816780"/>
                <a:gd name="connsiteX14" fmla="*/ 1660739 w 2772385"/>
                <a:gd name="connsiteY14" fmla="*/ 1129678 h 3816780"/>
                <a:gd name="connsiteX15" fmla="*/ 1795375 w 2772385"/>
                <a:gd name="connsiteY15" fmla="*/ 1225045 h 3816780"/>
                <a:gd name="connsiteX16" fmla="*/ 1643910 w 2772385"/>
                <a:gd name="connsiteY16" fmla="*/ 1449437 h 3816780"/>
                <a:gd name="connsiteX17" fmla="*/ 1722448 w 2772385"/>
                <a:gd name="connsiteY17" fmla="*/ 1668220 h 3816780"/>
                <a:gd name="connsiteX18" fmla="*/ 1812205 w 2772385"/>
                <a:gd name="connsiteY18" fmla="*/ 1662611 h 3816780"/>
                <a:gd name="connsiteX19" fmla="*/ 1621470 w 2772385"/>
                <a:gd name="connsiteY19" fmla="*/ 1858954 h 3816780"/>
                <a:gd name="connsiteX20" fmla="*/ 909024 w 2772385"/>
                <a:gd name="connsiteY20" fmla="*/ 1578463 h 3816780"/>
                <a:gd name="connsiteX21" fmla="*/ 454629 w 2772385"/>
                <a:gd name="connsiteY21" fmla="*/ 2605060 h 3816780"/>
                <a:gd name="connsiteX22" fmla="*/ 258286 w 2772385"/>
                <a:gd name="connsiteY22" fmla="*/ 2812623 h 3816780"/>
                <a:gd name="connsiteX23" fmla="*/ 39503 w 2772385"/>
                <a:gd name="connsiteY23" fmla="*/ 2857501 h 3816780"/>
                <a:gd name="connsiteX24" fmla="*/ 28282 w 2772385"/>
                <a:gd name="connsiteY24" fmla="*/ 2975307 h 3816780"/>
                <a:gd name="connsiteX25" fmla="*/ 258285 w 2772385"/>
                <a:gd name="connsiteY25" fmla="*/ 3087504 h 3816780"/>
                <a:gd name="connsiteX26" fmla="*/ 527559 w 2772385"/>
                <a:gd name="connsiteY26" fmla="*/ 2986527 h 3816780"/>
                <a:gd name="connsiteX27" fmla="*/ 488288 w 2772385"/>
                <a:gd name="connsiteY27" fmla="*/ 3154821 h 3816780"/>
                <a:gd name="connsiteX28" fmla="*/ 561215 w 2772385"/>
                <a:gd name="connsiteY28" fmla="*/ 3194090 h 3816780"/>
                <a:gd name="connsiteX29" fmla="*/ 381702 w 2772385"/>
                <a:gd name="connsiteY29" fmla="*/ 3592387 h 3816780"/>
                <a:gd name="connsiteX30" fmla="*/ 213408 w 2772385"/>
                <a:gd name="connsiteY30" fmla="*/ 3698973 h 3816780"/>
                <a:gd name="connsiteX31" fmla="*/ 280726 w 2772385"/>
                <a:gd name="connsiteY31" fmla="*/ 3811169 h 3816780"/>
                <a:gd name="connsiteX32" fmla="*/ 477068 w 2772385"/>
                <a:gd name="connsiteY32" fmla="*/ 3771902 h 3816780"/>
                <a:gd name="connsiteX33" fmla="*/ 622923 w 2772385"/>
                <a:gd name="connsiteY33" fmla="*/ 3547509 h 3816780"/>
                <a:gd name="connsiteX34" fmla="*/ 662193 w 2772385"/>
                <a:gd name="connsiteY34" fmla="*/ 3743852 h 3816780"/>
                <a:gd name="connsiteX35" fmla="*/ 735121 w 2772385"/>
                <a:gd name="connsiteY35" fmla="*/ 3732634 h 3816780"/>
                <a:gd name="connsiteX36" fmla="*/ 774389 w 2772385"/>
                <a:gd name="connsiteY36" fmla="*/ 3474581 h 3816780"/>
                <a:gd name="connsiteX37" fmla="*/ 695851 w 2772385"/>
                <a:gd name="connsiteY37" fmla="*/ 3238969 h 3816780"/>
                <a:gd name="connsiteX38" fmla="*/ 897805 w 2772385"/>
                <a:gd name="connsiteY38" fmla="*/ 2627499 h 3816780"/>
                <a:gd name="connsiteX39" fmla="*/ 1161466 w 2772385"/>
                <a:gd name="connsiteY39" fmla="*/ 2520912 h 3816780"/>
                <a:gd name="connsiteX40" fmla="*/ 1492445 w 2772385"/>
                <a:gd name="connsiteY40" fmla="*/ 2638718 h 3816780"/>
                <a:gd name="connsiteX41" fmla="*/ 1587812 w 2772385"/>
                <a:gd name="connsiteY41" fmla="*/ 2627499 h 3816780"/>
                <a:gd name="connsiteX42" fmla="*/ 1643910 w 2772385"/>
                <a:gd name="connsiteY42" fmla="*/ 2728476 h 3816780"/>
                <a:gd name="connsiteX43" fmla="*/ 1795375 w 2772385"/>
                <a:gd name="connsiteY43" fmla="*/ 2762134 h 3816780"/>
                <a:gd name="connsiteX44" fmla="*/ 1795375 w 2772385"/>
                <a:gd name="connsiteY44" fmla="*/ 2812623 h 3816780"/>
                <a:gd name="connsiteX45" fmla="*/ 1750497 w 2772385"/>
                <a:gd name="connsiteY45" fmla="*/ 3008967 h 3816780"/>
                <a:gd name="connsiteX46" fmla="*/ 1711228 w 2772385"/>
                <a:gd name="connsiteY46" fmla="*/ 3328726 h 3816780"/>
                <a:gd name="connsiteX47" fmla="*/ 1200735 w 2772385"/>
                <a:gd name="connsiteY47" fmla="*/ 3396044 h 3816780"/>
                <a:gd name="connsiteX48" fmla="*/ 1172686 w 2772385"/>
                <a:gd name="connsiteY48" fmla="*/ 3468971 h 3816780"/>
                <a:gd name="connsiteX49" fmla="*/ 1110978 w 2772385"/>
                <a:gd name="connsiteY49" fmla="*/ 3497020 h 3816780"/>
                <a:gd name="connsiteX50" fmla="*/ 1139027 w 2772385"/>
                <a:gd name="connsiteY50" fmla="*/ 3631656 h 3816780"/>
                <a:gd name="connsiteX51" fmla="*/ 1279272 w 2772385"/>
                <a:gd name="connsiteY51" fmla="*/ 3637266 h 3816780"/>
                <a:gd name="connsiteX52" fmla="*/ 1273662 w 2772385"/>
                <a:gd name="connsiteY52" fmla="*/ 3485801 h 3816780"/>
                <a:gd name="connsiteX53" fmla="*/ 1453176 w 2772385"/>
                <a:gd name="connsiteY53" fmla="*/ 3497020 h 3816780"/>
                <a:gd name="connsiteX54" fmla="*/ 1425127 w 2772385"/>
                <a:gd name="connsiteY54" fmla="*/ 3575558 h 3816780"/>
                <a:gd name="connsiteX55" fmla="*/ 1397078 w 2772385"/>
                <a:gd name="connsiteY55" fmla="*/ 3637266 h 3816780"/>
                <a:gd name="connsiteX56" fmla="*/ 1340980 w 2772385"/>
                <a:gd name="connsiteY56" fmla="*/ 3704584 h 3816780"/>
                <a:gd name="connsiteX57" fmla="*/ 1453177 w 2772385"/>
                <a:gd name="connsiteY57" fmla="*/ 3799951 h 3816780"/>
                <a:gd name="connsiteX58" fmla="*/ 1514884 w 2772385"/>
                <a:gd name="connsiteY58" fmla="*/ 3642876 h 3816780"/>
                <a:gd name="connsiteX59" fmla="*/ 1817814 w 2772385"/>
                <a:gd name="connsiteY59" fmla="*/ 3541899 h 3816780"/>
                <a:gd name="connsiteX60" fmla="*/ 2154403 w 2772385"/>
                <a:gd name="connsiteY60" fmla="*/ 3614826 h 3816780"/>
                <a:gd name="connsiteX61" fmla="*/ 2109525 w 2772385"/>
                <a:gd name="connsiteY61" fmla="*/ 3715803 h 3816780"/>
                <a:gd name="connsiteX62" fmla="*/ 2193672 w 2772385"/>
                <a:gd name="connsiteY62" fmla="*/ 3816780 h 3816780"/>
                <a:gd name="connsiteX63" fmla="*/ 2277819 w 2772385"/>
                <a:gd name="connsiteY63" fmla="*/ 3732633 h 3816780"/>
                <a:gd name="connsiteX64" fmla="*/ 2266600 w 2772385"/>
                <a:gd name="connsiteY64" fmla="*/ 3637266 h 3816780"/>
                <a:gd name="connsiteX65" fmla="*/ 2423675 w 2772385"/>
                <a:gd name="connsiteY65" fmla="*/ 3564338 h 3816780"/>
                <a:gd name="connsiteX66" fmla="*/ 2429284 w 2772385"/>
                <a:gd name="connsiteY66" fmla="*/ 3384824 h 3816780"/>
                <a:gd name="connsiteX67" fmla="*/ 1907572 w 2772385"/>
                <a:gd name="connsiteY67" fmla="*/ 3345556 h 3816780"/>
                <a:gd name="connsiteX68" fmla="*/ 1913181 w 2772385"/>
                <a:gd name="connsiteY68" fmla="*/ 3031406 h 3816780"/>
                <a:gd name="connsiteX69" fmla="*/ 1907571 w 2772385"/>
                <a:gd name="connsiteY69" fmla="*/ 3014576 h 3816780"/>
                <a:gd name="connsiteX70" fmla="*/ 1901962 w 2772385"/>
                <a:gd name="connsiteY70" fmla="*/ 2835062 h 3816780"/>
                <a:gd name="connsiteX71" fmla="*/ 1857083 w 2772385"/>
                <a:gd name="connsiteY71" fmla="*/ 2773354 h 3816780"/>
                <a:gd name="connsiteX72" fmla="*/ 2047817 w 2772385"/>
                <a:gd name="connsiteY72" fmla="*/ 2717256 h 3816780"/>
                <a:gd name="connsiteX73" fmla="*/ 2081476 w 2772385"/>
                <a:gd name="connsiteY73" fmla="*/ 2610669 h 3816780"/>
                <a:gd name="connsiteX74" fmla="*/ 2367576 w 2772385"/>
                <a:gd name="connsiteY74" fmla="*/ 2621889 h 3816780"/>
                <a:gd name="connsiteX75" fmla="*/ 2591969 w 2772385"/>
                <a:gd name="connsiteY75" fmla="*/ 2032858 h 3816780"/>
                <a:gd name="connsiteX76" fmla="*/ 2547090 w 2772385"/>
                <a:gd name="connsiteY76" fmla="*/ 1948711 h 3816780"/>
                <a:gd name="connsiteX77" fmla="*/ 2692946 w 2772385"/>
                <a:gd name="connsiteY77" fmla="*/ 1460657 h 3816780"/>
                <a:gd name="connsiteX78" fmla="*/ 2636848 w 2772385"/>
                <a:gd name="connsiteY78" fmla="*/ 1354071 h 3816780"/>
                <a:gd name="connsiteX79" fmla="*/ 2479772 w 2772385"/>
                <a:gd name="connsiteY79" fmla="*/ 798699 h 3816780"/>
                <a:gd name="connsiteX80" fmla="*/ 2737825 w 2772385"/>
                <a:gd name="connsiteY80" fmla="*/ 675283 h 3816780"/>
                <a:gd name="connsiteX81" fmla="*/ 2709775 w 2772385"/>
                <a:gd name="connsiteY81" fmla="*/ 434061 h 3816780"/>
                <a:gd name="connsiteX82" fmla="*/ 2625628 w 2772385"/>
                <a:gd name="connsiteY82" fmla="*/ 86253 h 3816780"/>
                <a:gd name="connsiteX0" fmla="*/ 2625628 w 2772385"/>
                <a:gd name="connsiteY0" fmla="*/ 86253 h 3816780"/>
                <a:gd name="connsiteX1" fmla="*/ 2429284 w 2772385"/>
                <a:gd name="connsiteY1" fmla="*/ 2105 h 3816780"/>
                <a:gd name="connsiteX2" fmla="*/ 2188062 w 2772385"/>
                <a:gd name="connsiteY2" fmla="*/ 159180 h 3816780"/>
                <a:gd name="connsiteX3" fmla="*/ 2087086 w 2772385"/>
                <a:gd name="connsiteY3" fmla="*/ 198449 h 3816780"/>
                <a:gd name="connsiteX4" fmla="*/ 2137574 w 2772385"/>
                <a:gd name="connsiteY4" fmla="*/ 288206 h 3816780"/>
                <a:gd name="connsiteX5" fmla="*/ 2025378 w 2772385"/>
                <a:gd name="connsiteY5" fmla="*/ 450890 h 3816780"/>
                <a:gd name="connsiteX6" fmla="*/ 2131966 w 2772385"/>
                <a:gd name="connsiteY6" fmla="*/ 585526 h 3816780"/>
                <a:gd name="connsiteX7" fmla="*/ 2154403 w 2772385"/>
                <a:gd name="connsiteY7" fmla="*/ 708942 h 3816780"/>
                <a:gd name="connsiteX8" fmla="*/ 2025378 w 2772385"/>
                <a:gd name="connsiteY8" fmla="*/ 753820 h 3816780"/>
                <a:gd name="connsiteX9" fmla="*/ 1991719 w 2772385"/>
                <a:gd name="connsiteY9" fmla="*/ 821138 h 3816780"/>
                <a:gd name="connsiteX10" fmla="*/ 1991719 w 2772385"/>
                <a:gd name="connsiteY10" fmla="*/ 708942 h 3816780"/>
                <a:gd name="connsiteX11" fmla="*/ 1941230 w 2772385"/>
                <a:gd name="connsiteY11" fmla="*/ 669673 h 3816780"/>
                <a:gd name="connsiteX12" fmla="*/ 1778546 w 2772385"/>
                <a:gd name="connsiteY12" fmla="*/ 770649 h 3816780"/>
                <a:gd name="connsiteX13" fmla="*/ 1397078 w 2772385"/>
                <a:gd name="connsiteY13" fmla="*/ 579916 h 3816780"/>
                <a:gd name="connsiteX14" fmla="*/ 1660739 w 2772385"/>
                <a:gd name="connsiteY14" fmla="*/ 1129678 h 3816780"/>
                <a:gd name="connsiteX15" fmla="*/ 1795375 w 2772385"/>
                <a:gd name="connsiteY15" fmla="*/ 1225045 h 3816780"/>
                <a:gd name="connsiteX16" fmla="*/ 1643910 w 2772385"/>
                <a:gd name="connsiteY16" fmla="*/ 1449437 h 3816780"/>
                <a:gd name="connsiteX17" fmla="*/ 1722448 w 2772385"/>
                <a:gd name="connsiteY17" fmla="*/ 1668220 h 3816780"/>
                <a:gd name="connsiteX18" fmla="*/ 1812205 w 2772385"/>
                <a:gd name="connsiteY18" fmla="*/ 1662611 h 3816780"/>
                <a:gd name="connsiteX19" fmla="*/ 1621470 w 2772385"/>
                <a:gd name="connsiteY19" fmla="*/ 1858954 h 3816780"/>
                <a:gd name="connsiteX20" fmla="*/ 909024 w 2772385"/>
                <a:gd name="connsiteY20" fmla="*/ 1578463 h 3816780"/>
                <a:gd name="connsiteX21" fmla="*/ 454629 w 2772385"/>
                <a:gd name="connsiteY21" fmla="*/ 2605060 h 3816780"/>
                <a:gd name="connsiteX22" fmla="*/ 258286 w 2772385"/>
                <a:gd name="connsiteY22" fmla="*/ 2812623 h 3816780"/>
                <a:gd name="connsiteX23" fmla="*/ 39503 w 2772385"/>
                <a:gd name="connsiteY23" fmla="*/ 2857501 h 3816780"/>
                <a:gd name="connsiteX24" fmla="*/ 28282 w 2772385"/>
                <a:gd name="connsiteY24" fmla="*/ 2975307 h 3816780"/>
                <a:gd name="connsiteX25" fmla="*/ 258285 w 2772385"/>
                <a:gd name="connsiteY25" fmla="*/ 3087504 h 3816780"/>
                <a:gd name="connsiteX26" fmla="*/ 527559 w 2772385"/>
                <a:gd name="connsiteY26" fmla="*/ 2986527 h 3816780"/>
                <a:gd name="connsiteX27" fmla="*/ 488288 w 2772385"/>
                <a:gd name="connsiteY27" fmla="*/ 3154821 h 3816780"/>
                <a:gd name="connsiteX28" fmla="*/ 561215 w 2772385"/>
                <a:gd name="connsiteY28" fmla="*/ 3194090 h 3816780"/>
                <a:gd name="connsiteX29" fmla="*/ 381702 w 2772385"/>
                <a:gd name="connsiteY29" fmla="*/ 3592387 h 3816780"/>
                <a:gd name="connsiteX30" fmla="*/ 213408 w 2772385"/>
                <a:gd name="connsiteY30" fmla="*/ 3698973 h 3816780"/>
                <a:gd name="connsiteX31" fmla="*/ 280726 w 2772385"/>
                <a:gd name="connsiteY31" fmla="*/ 3811169 h 3816780"/>
                <a:gd name="connsiteX32" fmla="*/ 477068 w 2772385"/>
                <a:gd name="connsiteY32" fmla="*/ 3771902 h 3816780"/>
                <a:gd name="connsiteX33" fmla="*/ 622923 w 2772385"/>
                <a:gd name="connsiteY33" fmla="*/ 3547509 h 3816780"/>
                <a:gd name="connsiteX34" fmla="*/ 662193 w 2772385"/>
                <a:gd name="connsiteY34" fmla="*/ 3743852 h 3816780"/>
                <a:gd name="connsiteX35" fmla="*/ 735121 w 2772385"/>
                <a:gd name="connsiteY35" fmla="*/ 3732634 h 3816780"/>
                <a:gd name="connsiteX36" fmla="*/ 774389 w 2772385"/>
                <a:gd name="connsiteY36" fmla="*/ 3474581 h 3816780"/>
                <a:gd name="connsiteX37" fmla="*/ 695851 w 2772385"/>
                <a:gd name="connsiteY37" fmla="*/ 3238969 h 3816780"/>
                <a:gd name="connsiteX38" fmla="*/ 897805 w 2772385"/>
                <a:gd name="connsiteY38" fmla="*/ 2627499 h 3816780"/>
                <a:gd name="connsiteX39" fmla="*/ 1161466 w 2772385"/>
                <a:gd name="connsiteY39" fmla="*/ 2520912 h 3816780"/>
                <a:gd name="connsiteX40" fmla="*/ 1492445 w 2772385"/>
                <a:gd name="connsiteY40" fmla="*/ 2638718 h 3816780"/>
                <a:gd name="connsiteX41" fmla="*/ 1587812 w 2772385"/>
                <a:gd name="connsiteY41" fmla="*/ 2627499 h 3816780"/>
                <a:gd name="connsiteX42" fmla="*/ 1643910 w 2772385"/>
                <a:gd name="connsiteY42" fmla="*/ 2728476 h 3816780"/>
                <a:gd name="connsiteX43" fmla="*/ 1795375 w 2772385"/>
                <a:gd name="connsiteY43" fmla="*/ 2762134 h 3816780"/>
                <a:gd name="connsiteX44" fmla="*/ 1795375 w 2772385"/>
                <a:gd name="connsiteY44" fmla="*/ 2812623 h 3816780"/>
                <a:gd name="connsiteX45" fmla="*/ 1750497 w 2772385"/>
                <a:gd name="connsiteY45" fmla="*/ 3008967 h 3816780"/>
                <a:gd name="connsiteX46" fmla="*/ 1711228 w 2772385"/>
                <a:gd name="connsiteY46" fmla="*/ 3328726 h 3816780"/>
                <a:gd name="connsiteX47" fmla="*/ 1200735 w 2772385"/>
                <a:gd name="connsiteY47" fmla="*/ 3396044 h 3816780"/>
                <a:gd name="connsiteX48" fmla="*/ 1172686 w 2772385"/>
                <a:gd name="connsiteY48" fmla="*/ 3468971 h 3816780"/>
                <a:gd name="connsiteX49" fmla="*/ 1110978 w 2772385"/>
                <a:gd name="connsiteY49" fmla="*/ 3497020 h 3816780"/>
                <a:gd name="connsiteX50" fmla="*/ 1139027 w 2772385"/>
                <a:gd name="connsiteY50" fmla="*/ 3631656 h 3816780"/>
                <a:gd name="connsiteX51" fmla="*/ 1279272 w 2772385"/>
                <a:gd name="connsiteY51" fmla="*/ 3637266 h 3816780"/>
                <a:gd name="connsiteX52" fmla="*/ 1273662 w 2772385"/>
                <a:gd name="connsiteY52" fmla="*/ 3485801 h 3816780"/>
                <a:gd name="connsiteX53" fmla="*/ 1453176 w 2772385"/>
                <a:gd name="connsiteY53" fmla="*/ 3497020 h 3816780"/>
                <a:gd name="connsiteX54" fmla="*/ 1425127 w 2772385"/>
                <a:gd name="connsiteY54" fmla="*/ 3575558 h 3816780"/>
                <a:gd name="connsiteX55" fmla="*/ 1397078 w 2772385"/>
                <a:gd name="connsiteY55" fmla="*/ 3637266 h 3816780"/>
                <a:gd name="connsiteX56" fmla="*/ 1340980 w 2772385"/>
                <a:gd name="connsiteY56" fmla="*/ 3704584 h 3816780"/>
                <a:gd name="connsiteX57" fmla="*/ 1453177 w 2772385"/>
                <a:gd name="connsiteY57" fmla="*/ 3799951 h 3816780"/>
                <a:gd name="connsiteX58" fmla="*/ 1514884 w 2772385"/>
                <a:gd name="connsiteY58" fmla="*/ 3642876 h 3816780"/>
                <a:gd name="connsiteX59" fmla="*/ 1817814 w 2772385"/>
                <a:gd name="connsiteY59" fmla="*/ 3541899 h 3816780"/>
                <a:gd name="connsiteX60" fmla="*/ 2154403 w 2772385"/>
                <a:gd name="connsiteY60" fmla="*/ 3614826 h 3816780"/>
                <a:gd name="connsiteX61" fmla="*/ 2109525 w 2772385"/>
                <a:gd name="connsiteY61" fmla="*/ 3715803 h 3816780"/>
                <a:gd name="connsiteX62" fmla="*/ 2193672 w 2772385"/>
                <a:gd name="connsiteY62" fmla="*/ 3816780 h 3816780"/>
                <a:gd name="connsiteX63" fmla="*/ 2277819 w 2772385"/>
                <a:gd name="connsiteY63" fmla="*/ 3732633 h 3816780"/>
                <a:gd name="connsiteX64" fmla="*/ 2266600 w 2772385"/>
                <a:gd name="connsiteY64" fmla="*/ 3637266 h 3816780"/>
                <a:gd name="connsiteX65" fmla="*/ 2423675 w 2772385"/>
                <a:gd name="connsiteY65" fmla="*/ 3564338 h 3816780"/>
                <a:gd name="connsiteX66" fmla="*/ 2429284 w 2772385"/>
                <a:gd name="connsiteY66" fmla="*/ 3384824 h 3816780"/>
                <a:gd name="connsiteX67" fmla="*/ 1907572 w 2772385"/>
                <a:gd name="connsiteY67" fmla="*/ 3345556 h 3816780"/>
                <a:gd name="connsiteX68" fmla="*/ 1913181 w 2772385"/>
                <a:gd name="connsiteY68" fmla="*/ 3031406 h 3816780"/>
                <a:gd name="connsiteX69" fmla="*/ 1907571 w 2772385"/>
                <a:gd name="connsiteY69" fmla="*/ 3014576 h 3816780"/>
                <a:gd name="connsiteX70" fmla="*/ 1901962 w 2772385"/>
                <a:gd name="connsiteY70" fmla="*/ 2835062 h 3816780"/>
                <a:gd name="connsiteX71" fmla="*/ 1857083 w 2772385"/>
                <a:gd name="connsiteY71" fmla="*/ 2773354 h 3816780"/>
                <a:gd name="connsiteX72" fmla="*/ 2047817 w 2772385"/>
                <a:gd name="connsiteY72" fmla="*/ 2717256 h 3816780"/>
                <a:gd name="connsiteX73" fmla="*/ 2081476 w 2772385"/>
                <a:gd name="connsiteY73" fmla="*/ 2610669 h 3816780"/>
                <a:gd name="connsiteX74" fmla="*/ 2367576 w 2772385"/>
                <a:gd name="connsiteY74" fmla="*/ 2621889 h 3816780"/>
                <a:gd name="connsiteX75" fmla="*/ 2591969 w 2772385"/>
                <a:gd name="connsiteY75" fmla="*/ 2032858 h 3816780"/>
                <a:gd name="connsiteX76" fmla="*/ 2547090 w 2772385"/>
                <a:gd name="connsiteY76" fmla="*/ 1948711 h 3816780"/>
                <a:gd name="connsiteX77" fmla="*/ 2692946 w 2772385"/>
                <a:gd name="connsiteY77" fmla="*/ 1460657 h 3816780"/>
                <a:gd name="connsiteX78" fmla="*/ 2636848 w 2772385"/>
                <a:gd name="connsiteY78" fmla="*/ 1354071 h 3816780"/>
                <a:gd name="connsiteX79" fmla="*/ 2479772 w 2772385"/>
                <a:gd name="connsiteY79" fmla="*/ 798699 h 3816780"/>
                <a:gd name="connsiteX80" fmla="*/ 2737825 w 2772385"/>
                <a:gd name="connsiteY80" fmla="*/ 675283 h 3816780"/>
                <a:gd name="connsiteX81" fmla="*/ 2709775 w 2772385"/>
                <a:gd name="connsiteY81" fmla="*/ 434061 h 3816780"/>
                <a:gd name="connsiteX82" fmla="*/ 2625628 w 2772385"/>
                <a:gd name="connsiteY82" fmla="*/ 86253 h 3816780"/>
                <a:gd name="connsiteX0" fmla="*/ 2625628 w 2772385"/>
                <a:gd name="connsiteY0" fmla="*/ 86253 h 3816780"/>
                <a:gd name="connsiteX1" fmla="*/ 2429284 w 2772385"/>
                <a:gd name="connsiteY1" fmla="*/ 2105 h 3816780"/>
                <a:gd name="connsiteX2" fmla="*/ 2188062 w 2772385"/>
                <a:gd name="connsiteY2" fmla="*/ 159180 h 3816780"/>
                <a:gd name="connsiteX3" fmla="*/ 2087086 w 2772385"/>
                <a:gd name="connsiteY3" fmla="*/ 198449 h 3816780"/>
                <a:gd name="connsiteX4" fmla="*/ 2137574 w 2772385"/>
                <a:gd name="connsiteY4" fmla="*/ 288206 h 3816780"/>
                <a:gd name="connsiteX5" fmla="*/ 2025378 w 2772385"/>
                <a:gd name="connsiteY5" fmla="*/ 450890 h 3816780"/>
                <a:gd name="connsiteX6" fmla="*/ 2131966 w 2772385"/>
                <a:gd name="connsiteY6" fmla="*/ 585526 h 3816780"/>
                <a:gd name="connsiteX7" fmla="*/ 2154403 w 2772385"/>
                <a:gd name="connsiteY7" fmla="*/ 708942 h 3816780"/>
                <a:gd name="connsiteX8" fmla="*/ 2025378 w 2772385"/>
                <a:gd name="connsiteY8" fmla="*/ 753820 h 3816780"/>
                <a:gd name="connsiteX9" fmla="*/ 1991719 w 2772385"/>
                <a:gd name="connsiteY9" fmla="*/ 821138 h 3816780"/>
                <a:gd name="connsiteX10" fmla="*/ 1991719 w 2772385"/>
                <a:gd name="connsiteY10" fmla="*/ 708942 h 3816780"/>
                <a:gd name="connsiteX11" fmla="*/ 1941230 w 2772385"/>
                <a:gd name="connsiteY11" fmla="*/ 669673 h 3816780"/>
                <a:gd name="connsiteX12" fmla="*/ 1778546 w 2772385"/>
                <a:gd name="connsiteY12" fmla="*/ 770649 h 3816780"/>
                <a:gd name="connsiteX13" fmla="*/ 1397078 w 2772385"/>
                <a:gd name="connsiteY13" fmla="*/ 579916 h 3816780"/>
                <a:gd name="connsiteX14" fmla="*/ 1660739 w 2772385"/>
                <a:gd name="connsiteY14" fmla="*/ 1129678 h 3816780"/>
                <a:gd name="connsiteX15" fmla="*/ 1795375 w 2772385"/>
                <a:gd name="connsiteY15" fmla="*/ 1225045 h 3816780"/>
                <a:gd name="connsiteX16" fmla="*/ 1643910 w 2772385"/>
                <a:gd name="connsiteY16" fmla="*/ 1449437 h 3816780"/>
                <a:gd name="connsiteX17" fmla="*/ 1722448 w 2772385"/>
                <a:gd name="connsiteY17" fmla="*/ 1668220 h 3816780"/>
                <a:gd name="connsiteX18" fmla="*/ 1812205 w 2772385"/>
                <a:gd name="connsiteY18" fmla="*/ 1662611 h 3816780"/>
                <a:gd name="connsiteX19" fmla="*/ 1621470 w 2772385"/>
                <a:gd name="connsiteY19" fmla="*/ 1858954 h 3816780"/>
                <a:gd name="connsiteX20" fmla="*/ 909024 w 2772385"/>
                <a:gd name="connsiteY20" fmla="*/ 1578463 h 3816780"/>
                <a:gd name="connsiteX21" fmla="*/ 454629 w 2772385"/>
                <a:gd name="connsiteY21" fmla="*/ 2605060 h 3816780"/>
                <a:gd name="connsiteX22" fmla="*/ 258286 w 2772385"/>
                <a:gd name="connsiteY22" fmla="*/ 2812623 h 3816780"/>
                <a:gd name="connsiteX23" fmla="*/ 39503 w 2772385"/>
                <a:gd name="connsiteY23" fmla="*/ 2857501 h 3816780"/>
                <a:gd name="connsiteX24" fmla="*/ 28282 w 2772385"/>
                <a:gd name="connsiteY24" fmla="*/ 2975307 h 3816780"/>
                <a:gd name="connsiteX25" fmla="*/ 258285 w 2772385"/>
                <a:gd name="connsiteY25" fmla="*/ 3087504 h 3816780"/>
                <a:gd name="connsiteX26" fmla="*/ 527559 w 2772385"/>
                <a:gd name="connsiteY26" fmla="*/ 2986527 h 3816780"/>
                <a:gd name="connsiteX27" fmla="*/ 488288 w 2772385"/>
                <a:gd name="connsiteY27" fmla="*/ 3154821 h 3816780"/>
                <a:gd name="connsiteX28" fmla="*/ 561215 w 2772385"/>
                <a:gd name="connsiteY28" fmla="*/ 3194090 h 3816780"/>
                <a:gd name="connsiteX29" fmla="*/ 381702 w 2772385"/>
                <a:gd name="connsiteY29" fmla="*/ 3592387 h 3816780"/>
                <a:gd name="connsiteX30" fmla="*/ 213408 w 2772385"/>
                <a:gd name="connsiteY30" fmla="*/ 3698973 h 3816780"/>
                <a:gd name="connsiteX31" fmla="*/ 280726 w 2772385"/>
                <a:gd name="connsiteY31" fmla="*/ 3811169 h 3816780"/>
                <a:gd name="connsiteX32" fmla="*/ 477068 w 2772385"/>
                <a:gd name="connsiteY32" fmla="*/ 3771902 h 3816780"/>
                <a:gd name="connsiteX33" fmla="*/ 622923 w 2772385"/>
                <a:gd name="connsiteY33" fmla="*/ 3547509 h 3816780"/>
                <a:gd name="connsiteX34" fmla="*/ 662193 w 2772385"/>
                <a:gd name="connsiteY34" fmla="*/ 3743852 h 3816780"/>
                <a:gd name="connsiteX35" fmla="*/ 735121 w 2772385"/>
                <a:gd name="connsiteY35" fmla="*/ 3732634 h 3816780"/>
                <a:gd name="connsiteX36" fmla="*/ 774389 w 2772385"/>
                <a:gd name="connsiteY36" fmla="*/ 3474581 h 3816780"/>
                <a:gd name="connsiteX37" fmla="*/ 695851 w 2772385"/>
                <a:gd name="connsiteY37" fmla="*/ 3238969 h 3816780"/>
                <a:gd name="connsiteX38" fmla="*/ 897805 w 2772385"/>
                <a:gd name="connsiteY38" fmla="*/ 2627499 h 3816780"/>
                <a:gd name="connsiteX39" fmla="*/ 1161466 w 2772385"/>
                <a:gd name="connsiteY39" fmla="*/ 2520912 h 3816780"/>
                <a:gd name="connsiteX40" fmla="*/ 1492445 w 2772385"/>
                <a:gd name="connsiteY40" fmla="*/ 2638718 h 3816780"/>
                <a:gd name="connsiteX41" fmla="*/ 1587812 w 2772385"/>
                <a:gd name="connsiteY41" fmla="*/ 2627499 h 3816780"/>
                <a:gd name="connsiteX42" fmla="*/ 1643910 w 2772385"/>
                <a:gd name="connsiteY42" fmla="*/ 2728476 h 3816780"/>
                <a:gd name="connsiteX43" fmla="*/ 1795375 w 2772385"/>
                <a:gd name="connsiteY43" fmla="*/ 2762134 h 3816780"/>
                <a:gd name="connsiteX44" fmla="*/ 1795375 w 2772385"/>
                <a:gd name="connsiteY44" fmla="*/ 2812623 h 3816780"/>
                <a:gd name="connsiteX45" fmla="*/ 1750497 w 2772385"/>
                <a:gd name="connsiteY45" fmla="*/ 3008967 h 3816780"/>
                <a:gd name="connsiteX46" fmla="*/ 1711228 w 2772385"/>
                <a:gd name="connsiteY46" fmla="*/ 3328726 h 3816780"/>
                <a:gd name="connsiteX47" fmla="*/ 1200735 w 2772385"/>
                <a:gd name="connsiteY47" fmla="*/ 3396044 h 3816780"/>
                <a:gd name="connsiteX48" fmla="*/ 1172686 w 2772385"/>
                <a:gd name="connsiteY48" fmla="*/ 3468971 h 3816780"/>
                <a:gd name="connsiteX49" fmla="*/ 1110978 w 2772385"/>
                <a:gd name="connsiteY49" fmla="*/ 3497020 h 3816780"/>
                <a:gd name="connsiteX50" fmla="*/ 1139027 w 2772385"/>
                <a:gd name="connsiteY50" fmla="*/ 3631656 h 3816780"/>
                <a:gd name="connsiteX51" fmla="*/ 1279272 w 2772385"/>
                <a:gd name="connsiteY51" fmla="*/ 3637266 h 3816780"/>
                <a:gd name="connsiteX52" fmla="*/ 1273662 w 2772385"/>
                <a:gd name="connsiteY52" fmla="*/ 3485801 h 3816780"/>
                <a:gd name="connsiteX53" fmla="*/ 1453176 w 2772385"/>
                <a:gd name="connsiteY53" fmla="*/ 3497020 h 3816780"/>
                <a:gd name="connsiteX54" fmla="*/ 1425127 w 2772385"/>
                <a:gd name="connsiteY54" fmla="*/ 3575558 h 3816780"/>
                <a:gd name="connsiteX55" fmla="*/ 1397078 w 2772385"/>
                <a:gd name="connsiteY55" fmla="*/ 3637266 h 3816780"/>
                <a:gd name="connsiteX56" fmla="*/ 1340980 w 2772385"/>
                <a:gd name="connsiteY56" fmla="*/ 3704584 h 3816780"/>
                <a:gd name="connsiteX57" fmla="*/ 1453177 w 2772385"/>
                <a:gd name="connsiteY57" fmla="*/ 3799951 h 3816780"/>
                <a:gd name="connsiteX58" fmla="*/ 1514884 w 2772385"/>
                <a:gd name="connsiteY58" fmla="*/ 3642876 h 3816780"/>
                <a:gd name="connsiteX59" fmla="*/ 1817814 w 2772385"/>
                <a:gd name="connsiteY59" fmla="*/ 3541899 h 3816780"/>
                <a:gd name="connsiteX60" fmla="*/ 2154403 w 2772385"/>
                <a:gd name="connsiteY60" fmla="*/ 3614826 h 3816780"/>
                <a:gd name="connsiteX61" fmla="*/ 2109525 w 2772385"/>
                <a:gd name="connsiteY61" fmla="*/ 3715803 h 3816780"/>
                <a:gd name="connsiteX62" fmla="*/ 2193672 w 2772385"/>
                <a:gd name="connsiteY62" fmla="*/ 3816780 h 3816780"/>
                <a:gd name="connsiteX63" fmla="*/ 2277819 w 2772385"/>
                <a:gd name="connsiteY63" fmla="*/ 3732633 h 3816780"/>
                <a:gd name="connsiteX64" fmla="*/ 2266600 w 2772385"/>
                <a:gd name="connsiteY64" fmla="*/ 3637266 h 3816780"/>
                <a:gd name="connsiteX65" fmla="*/ 2423675 w 2772385"/>
                <a:gd name="connsiteY65" fmla="*/ 3564338 h 3816780"/>
                <a:gd name="connsiteX66" fmla="*/ 2429284 w 2772385"/>
                <a:gd name="connsiteY66" fmla="*/ 3384824 h 3816780"/>
                <a:gd name="connsiteX67" fmla="*/ 1907572 w 2772385"/>
                <a:gd name="connsiteY67" fmla="*/ 3345556 h 3816780"/>
                <a:gd name="connsiteX68" fmla="*/ 1913181 w 2772385"/>
                <a:gd name="connsiteY68" fmla="*/ 3031406 h 3816780"/>
                <a:gd name="connsiteX69" fmla="*/ 1907571 w 2772385"/>
                <a:gd name="connsiteY69" fmla="*/ 3014576 h 3816780"/>
                <a:gd name="connsiteX70" fmla="*/ 1901962 w 2772385"/>
                <a:gd name="connsiteY70" fmla="*/ 2835062 h 3816780"/>
                <a:gd name="connsiteX71" fmla="*/ 1857083 w 2772385"/>
                <a:gd name="connsiteY71" fmla="*/ 2773354 h 3816780"/>
                <a:gd name="connsiteX72" fmla="*/ 2047817 w 2772385"/>
                <a:gd name="connsiteY72" fmla="*/ 2717256 h 3816780"/>
                <a:gd name="connsiteX73" fmla="*/ 2081476 w 2772385"/>
                <a:gd name="connsiteY73" fmla="*/ 2610669 h 3816780"/>
                <a:gd name="connsiteX74" fmla="*/ 2367576 w 2772385"/>
                <a:gd name="connsiteY74" fmla="*/ 2621889 h 3816780"/>
                <a:gd name="connsiteX75" fmla="*/ 2591969 w 2772385"/>
                <a:gd name="connsiteY75" fmla="*/ 2032858 h 3816780"/>
                <a:gd name="connsiteX76" fmla="*/ 2547090 w 2772385"/>
                <a:gd name="connsiteY76" fmla="*/ 1948711 h 3816780"/>
                <a:gd name="connsiteX77" fmla="*/ 2648067 w 2772385"/>
                <a:gd name="connsiteY77" fmla="*/ 1432608 h 3816780"/>
                <a:gd name="connsiteX78" fmla="*/ 2636848 w 2772385"/>
                <a:gd name="connsiteY78" fmla="*/ 1354071 h 3816780"/>
                <a:gd name="connsiteX79" fmla="*/ 2479772 w 2772385"/>
                <a:gd name="connsiteY79" fmla="*/ 798699 h 3816780"/>
                <a:gd name="connsiteX80" fmla="*/ 2737825 w 2772385"/>
                <a:gd name="connsiteY80" fmla="*/ 675283 h 3816780"/>
                <a:gd name="connsiteX81" fmla="*/ 2709775 w 2772385"/>
                <a:gd name="connsiteY81" fmla="*/ 434061 h 3816780"/>
                <a:gd name="connsiteX82" fmla="*/ 2625628 w 2772385"/>
                <a:gd name="connsiteY82" fmla="*/ 86253 h 3816780"/>
                <a:gd name="connsiteX0" fmla="*/ 2625628 w 2772385"/>
                <a:gd name="connsiteY0" fmla="*/ 86253 h 3816780"/>
                <a:gd name="connsiteX1" fmla="*/ 2429284 w 2772385"/>
                <a:gd name="connsiteY1" fmla="*/ 2105 h 3816780"/>
                <a:gd name="connsiteX2" fmla="*/ 2188062 w 2772385"/>
                <a:gd name="connsiteY2" fmla="*/ 159180 h 3816780"/>
                <a:gd name="connsiteX3" fmla="*/ 2087086 w 2772385"/>
                <a:gd name="connsiteY3" fmla="*/ 198449 h 3816780"/>
                <a:gd name="connsiteX4" fmla="*/ 2137574 w 2772385"/>
                <a:gd name="connsiteY4" fmla="*/ 288206 h 3816780"/>
                <a:gd name="connsiteX5" fmla="*/ 2025378 w 2772385"/>
                <a:gd name="connsiteY5" fmla="*/ 450890 h 3816780"/>
                <a:gd name="connsiteX6" fmla="*/ 2131966 w 2772385"/>
                <a:gd name="connsiteY6" fmla="*/ 585526 h 3816780"/>
                <a:gd name="connsiteX7" fmla="*/ 2154403 w 2772385"/>
                <a:gd name="connsiteY7" fmla="*/ 708942 h 3816780"/>
                <a:gd name="connsiteX8" fmla="*/ 2025378 w 2772385"/>
                <a:gd name="connsiteY8" fmla="*/ 753820 h 3816780"/>
                <a:gd name="connsiteX9" fmla="*/ 1991719 w 2772385"/>
                <a:gd name="connsiteY9" fmla="*/ 821138 h 3816780"/>
                <a:gd name="connsiteX10" fmla="*/ 1991719 w 2772385"/>
                <a:gd name="connsiteY10" fmla="*/ 708942 h 3816780"/>
                <a:gd name="connsiteX11" fmla="*/ 1941230 w 2772385"/>
                <a:gd name="connsiteY11" fmla="*/ 669673 h 3816780"/>
                <a:gd name="connsiteX12" fmla="*/ 1778546 w 2772385"/>
                <a:gd name="connsiteY12" fmla="*/ 770649 h 3816780"/>
                <a:gd name="connsiteX13" fmla="*/ 1397078 w 2772385"/>
                <a:gd name="connsiteY13" fmla="*/ 579916 h 3816780"/>
                <a:gd name="connsiteX14" fmla="*/ 1660739 w 2772385"/>
                <a:gd name="connsiteY14" fmla="*/ 1129678 h 3816780"/>
                <a:gd name="connsiteX15" fmla="*/ 1795375 w 2772385"/>
                <a:gd name="connsiteY15" fmla="*/ 1225045 h 3816780"/>
                <a:gd name="connsiteX16" fmla="*/ 1643910 w 2772385"/>
                <a:gd name="connsiteY16" fmla="*/ 1449437 h 3816780"/>
                <a:gd name="connsiteX17" fmla="*/ 1722448 w 2772385"/>
                <a:gd name="connsiteY17" fmla="*/ 1668220 h 3816780"/>
                <a:gd name="connsiteX18" fmla="*/ 1812205 w 2772385"/>
                <a:gd name="connsiteY18" fmla="*/ 1662611 h 3816780"/>
                <a:gd name="connsiteX19" fmla="*/ 1621470 w 2772385"/>
                <a:gd name="connsiteY19" fmla="*/ 1858954 h 3816780"/>
                <a:gd name="connsiteX20" fmla="*/ 909024 w 2772385"/>
                <a:gd name="connsiteY20" fmla="*/ 1578463 h 3816780"/>
                <a:gd name="connsiteX21" fmla="*/ 454629 w 2772385"/>
                <a:gd name="connsiteY21" fmla="*/ 2605060 h 3816780"/>
                <a:gd name="connsiteX22" fmla="*/ 258286 w 2772385"/>
                <a:gd name="connsiteY22" fmla="*/ 2812623 h 3816780"/>
                <a:gd name="connsiteX23" fmla="*/ 39503 w 2772385"/>
                <a:gd name="connsiteY23" fmla="*/ 2857501 h 3816780"/>
                <a:gd name="connsiteX24" fmla="*/ 28282 w 2772385"/>
                <a:gd name="connsiteY24" fmla="*/ 2975307 h 3816780"/>
                <a:gd name="connsiteX25" fmla="*/ 258285 w 2772385"/>
                <a:gd name="connsiteY25" fmla="*/ 3087504 h 3816780"/>
                <a:gd name="connsiteX26" fmla="*/ 527559 w 2772385"/>
                <a:gd name="connsiteY26" fmla="*/ 2986527 h 3816780"/>
                <a:gd name="connsiteX27" fmla="*/ 488288 w 2772385"/>
                <a:gd name="connsiteY27" fmla="*/ 3154821 h 3816780"/>
                <a:gd name="connsiteX28" fmla="*/ 561215 w 2772385"/>
                <a:gd name="connsiteY28" fmla="*/ 3194090 h 3816780"/>
                <a:gd name="connsiteX29" fmla="*/ 381702 w 2772385"/>
                <a:gd name="connsiteY29" fmla="*/ 3592387 h 3816780"/>
                <a:gd name="connsiteX30" fmla="*/ 213408 w 2772385"/>
                <a:gd name="connsiteY30" fmla="*/ 3698973 h 3816780"/>
                <a:gd name="connsiteX31" fmla="*/ 280726 w 2772385"/>
                <a:gd name="connsiteY31" fmla="*/ 3811169 h 3816780"/>
                <a:gd name="connsiteX32" fmla="*/ 477068 w 2772385"/>
                <a:gd name="connsiteY32" fmla="*/ 3771902 h 3816780"/>
                <a:gd name="connsiteX33" fmla="*/ 622923 w 2772385"/>
                <a:gd name="connsiteY33" fmla="*/ 3547509 h 3816780"/>
                <a:gd name="connsiteX34" fmla="*/ 662193 w 2772385"/>
                <a:gd name="connsiteY34" fmla="*/ 3743852 h 3816780"/>
                <a:gd name="connsiteX35" fmla="*/ 735121 w 2772385"/>
                <a:gd name="connsiteY35" fmla="*/ 3732634 h 3816780"/>
                <a:gd name="connsiteX36" fmla="*/ 774389 w 2772385"/>
                <a:gd name="connsiteY36" fmla="*/ 3474581 h 3816780"/>
                <a:gd name="connsiteX37" fmla="*/ 695851 w 2772385"/>
                <a:gd name="connsiteY37" fmla="*/ 3238969 h 3816780"/>
                <a:gd name="connsiteX38" fmla="*/ 897805 w 2772385"/>
                <a:gd name="connsiteY38" fmla="*/ 2627499 h 3816780"/>
                <a:gd name="connsiteX39" fmla="*/ 1161466 w 2772385"/>
                <a:gd name="connsiteY39" fmla="*/ 2520912 h 3816780"/>
                <a:gd name="connsiteX40" fmla="*/ 1492445 w 2772385"/>
                <a:gd name="connsiteY40" fmla="*/ 2638718 h 3816780"/>
                <a:gd name="connsiteX41" fmla="*/ 1587812 w 2772385"/>
                <a:gd name="connsiteY41" fmla="*/ 2627499 h 3816780"/>
                <a:gd name="connsiteX42" fmla="*/ 1643910 w 2772385"/>
                <a:gd name="connsiteY42" fmla="*/ 2728476 h 3816780"/>
                <a:gd name="connsiteX43" fmla="*/ 1795375 w 2772385"/>
                <a:gd name="connsiteY43" fmla="*/ 2762134 h 3816780"/>
                <a:gd name="connsiteX44" fmla="*/ 1795375 w 2772385"/>
                <a:gd name="connsiteY44" fmla="*/ 2812623 h 3816780"/>
                <a:gd name="connsiteX45" fmla="*/ 1750497 w 2772385"/>
                <a:gd name="connsiteY45" fmla="*/ 3008967 h 3816780"/>
                <a:gd name="connsiteX46" fmla="*/ 1711228 w 2772385"/>
                <a:gd name="connsiteY46" fmla="*/ 3328726 h 3816780"/>
                <a:gd name="connsiteX47" fmla="*/ 1200735 w 2772385"/>
                <a:gd name="connsiteY47" fmla="*/ 3396044 h 3816780"/>
                <a:gd name="connsiteX48" fmla="*/ 1172686 w 2772385"/>
                <a:gd name="connsiteY48" fmla="*/ 3468971 h 3816780"/>
                <a:gd name="connsiteX49" fmla="*/ 1110978 w 2772385"/>
                <a:gd name="connsiteY49" fmla="*/ 3497020 h 3816780"/>
                <a:gd name="connsiteX50" fmla="*/ 1139027 w 2772385"/>
                <a:gd name="connsiteY50" fmla="*/ 3631656 h 3816780"/>
                <a:gd name="connsiteX51" fmla="*/ 1279272 w 2772385"/>
                <a:gd name="connsiteY51" fmla="*/ 3637266 h 3816780"/>
                <a:gd name="connsiteX52" fmla="*/ 1273662 w 2772385"/>
                <a:gd name="connsiteY52" fmla="*/ 3485801 h 3816780"/>
                <a:gd name="connsiteX53" fmla="*/ 1453176 w 2772385"/>
                <a:gd name="connsiteY53" fmla="*/ 3497020 h 3816780"/>
                <a:gd name="connsiteX54" fmla="*/ 1425127 w 2772385"/>
                <a:gd name="connsiteY54" fmla="*/ 3575558 h 3816780"/>
                <a:gd name="connsiteX55" fmla="*/ 1397078 w 2772385"/>
                <a:gd name="connsiteY55" fmla="*/ 3637266 h 3816780"/>
                <a:gd name="connsiteX56" fmla="*/ 1340980 w 2772385"/>
                <a:gd name="connsiteY56" fmla="*/ 3704584 h 3816780"/>
                <a:gd name="connsiteX57" fmla="*/ 1453177 w 2772385"/>
                <a:gd name="connsiteY57" fmla="*/ 3799951 h 3816780"/>
                <a:gd name="connsiteX58" fmla="*/ 1514884 w 2772385"/>
                <a:gd name="connsiteY58" fmla="*/ 3642876 h 3816780"/>
                <a:gd name="connsiteX59" fmla="*/ 1817814 w 2772385"/>
                <a:gd name="connsiteY59" fmla="*/ 3541899 h 3816780"/>
                <a:gd name="connsiteX60" fmla="*/ 2154403 w 2772385"/>
                <a:gd name="connsiteY60" fmla="*/ 3614826 h 3816780"/>
                <a:gd name="connsiteX61" fmla="*/ 2109525 w 2772385"/>
                <a:gd name="connsiteY61" fmla="*/ 3715803 h 3816780"/>
                <a:gd name="connsiteX62" fmla="*/ 2193672 w 2772385"/>
                <a:gd name="connsiteY62" fmla="*/ 3816780 h 3816780"/>
                <a:gd name="connsiteX63" fmla="*/ 2277819 w 2772385"/>
                <a:gd name="connsiteY63" fmla="*/ 3732633 h 3816780"/>
                <a:gd name="connsiteX64" fmla="*/ 2266600 w 2772385"/>
                <a:gd name="connsiteY64" fmla="*/ 3637266 h 3816780"/>
                <a:gd name="connsiteX65" fmla="*/ 2423675 w 2772385"/>
                <a:gd name="connsiteY65" fmla="*/ 3564338 h 3816780"/>
                <a:gd name="connsiteX66" fmla="*/ 2429284 w 2772385"/>
                <a:gd name="connsiteY66" fmla="*/ 3384824 h 3816780"/>
                <a:gd name="connsiteX67" fmla="*/ 1907572 w 2772385"/>
                <a:gd name="connsiteY67" fmla="*/ 3345556 h 3816780"/>
                <a:gd name="connsiteX68" fmla="*/ 1913181 w 2772385"/>
                <a:gd name="connsiteY68" fmla="*/ 3031406 h 3816780"/>
                <a:gd name="connsiteX69" fmla="*/ 1907571 w 2772385"/>
                <a:gd name="connsiteY69" fmla="*/ 3014576 h 3816780"/>
                <a:gd name="connsiteX70" fmla="*/ 1901962 w 2772385"/>
                <a:gd name="connsiteY70" fmla="*/ 2835062 h 3816780"/>
                <a:gd name="connsiteX71" fmla="*/ 1857083 w 2772385"/>
                <a:gd name="connsiteY71" fmla="*/ 2773354 h 3816780"/>
                <a:gd name="connsiteX72" fmla="*/ 2047817 w 2772385"/>
                <a:gd name="connsiteY72" fmla="*/ 2717256 h 3816780"/>
                <a:gd name="connsiteX73" fmla="*/ 2081476 w 2772385"/>
                <a:gd name="connsiteY73" fmla="*/ 2610669 h 3816780"/>
                <a:gd name="connsiteX74" fmla="*/ 2367576 w 2772385"/>
                <a:gd name="connsiteY74" fmla="*/ 2621889 h 3816780"/>
                <a:gd name="connsiteX75" fmla="*/ 2591969 w 2772385"/>
                <a:gd name="connsiteY75" fmla="*/ 2032858 h 3816780"/>
                <a:gd name="connsiteX76" fmla="*/ 2547090 w 2772385"/>
                <a:gd name="connsiteY76" fmla="*/ 1948711 h 3816780"/>
                <a:gd name="connsiteX77" fmla="*/ 2648067 w 2772385"/>
                <a:gd name="connsiteY77" fmla="*/ 1432608 h 3816780"/>
                <a:gd name="connsiteX78" fmla="*/ 2636848 w 2772385"/>
                <a:gd name="connsiteY78" fmla="*/ 1354071 h 3816780"/>
                <a:gd name="connsiteX79" fmla="*/ 2479772 w 2772385"/>
                <a:gd name="connsiteY79" fmla="*/ 798699 h 3816780"/>
                <a:gd name="connsiteX80" fmla="*/ 2737825 w 2772385"/>
                <a:gd name="connsiteY80" fmla="*/ 675283 h 3816780"/>
                <a:gd name="connsiteX81" fmla="*/ 2709775 w 2772385"/>
                <a:gd name="connsiteY81" fmla="*/ 434061 h 3816780"/>
                <a:gd name="connsiteX82" fmla="*/ 2625628 w 2772385"/>
                <a:gd name="connsiteY82" fmla="*/ 86253 h 3816780"/>
                <a:gd name="connsiteX0" fmla="*/ 2625628 w 2772385"/>
                <a:gd name="connsiteY0" fmla="*/ 86253 h 3816780"/>
                <a:gd name="connsiteX1" fmla="*/ 2429284 w 2772385"/>
                <a:gd name="connsiteY1" fmla="*/ 2105 h 3816780"/>
                <a:gd name="connsiteX2" fmla="*/ 2188062 w 2772385"/>
                <a:gd name="connsiteY2" fmla="*/ 159180 h 3816780"/>
                <a:gd name="connsiteX3" fmla="*/ 2087086 w 2772385"/>
                <a:gd name="connsiteY3" fmla="*/ 198449 h 3816780"/>
                <a:gd name="connsiteX4" fmla="*/ 2137574 w 2772385"/>
                <a:gd name="connsiteY4" fmla="*/ 288206 h 3816780"/>
                <a:gd name="connsiteX5" fmla="*/ 2025378 w 2772385"/>
                <a:gd name="connsiteY5" fmla="*/ 450890 h 3816780"/>
                <a:gd name="connsiteX6" fmla="*/ 2131966 w 2772385"/>
                <a:gd name="connsiteY6" fmla="*/ 585526 h 3816780"/>
                <a:gd name="connsiteX7" fmla="*/ 2154403 w 2772385"/>
                <a:gd name="connsiteY7" fmla="*/ 708942 h 3816780"/>
                <a:gd name="connsiteX8" fmla="*/ 2025378 w 2772385"/>
                <a:gd name="connsiteY8" fmla="*/ 753820 h 3816780"/>
                <a:gd name="connsiteX9" fmla="*/ 1991719 w 2772385"/>
                <a:gd name="connsiteY9" fmla="*/ 821138 h 3816780"/>
                <a:gd name="connsiteX10" fmla="*/ 1991719 w 2772385"/>
                <a:gd name="connsiteY10" fmla="*/ 708942 h 3816780"/>
                <a:gd name="connsiteX11" fmla="*/ 1941230 w 2772385"/>
                <a:gd name="connsiteY11" fmla="*/ 669673 h 3816780"/>
                <a:gd name="connsiteX12" fmla="*/ 1778546 w 2772385"/>
                <a:gd name="connsiteY12" fmla="*/ 770649 h 3816780"/>
                <a:gd name="connsiteX13" fmla="*/ 1397078 w 2772385"/>
                <a:gd name="connsiteY13" fmla="*/ 579916 h 3816780"/>
                <a:gd name="connsiteX14" fmla="*/ 1660739 w 2772385"/>
                <a:gd name="connsiteY14" fmla="*/ 1129678 h 3816780"/>
                <a:gd name="connsiteX15" fmla="*/ 1795375 w 2772385"/>
                <a:gd name="connsiteY15" fmla="*/ 1225045 h 3816780"/>
                <a:gd name="connsiteX16" fmla="*/ 1643910 w 2772385"/>
                <a:gd name="connsiteY16" fmla="*/ 1449437 h 3816780"/>
                <a:gd name="connsiteX17" fmla="*/ 1722448 w 2772385"/>
                <a:gd name="connsiteY17" fmla="*/ 1668220 h 3816780"/>
                <a:gd name="connsiteX18" fmla="*/ 1812205 w 2772385"/>
                <a:gd name="connsiteY18" fmla="*/ 1662611 h 3816780"/>
                <a:gd name="connsiteX19" fmla="*/ 1621470 w 2772385"/>
                <a:gd name="connsiteY19" fmla="*/ 1858954 h 3816780"/>
                <a:gd name="connsiteX20" fmla="*/ 909024 w 2772385"/>
                <a:gd name="connsiteY20" fmla="*/ 1578463 h 3816780"/>
                <a:gd name="connsiteX21" fmla="*/ 454629 w 2772385"/>
                <a:gd name="connsiteY21" fmla="*/ 2605060 h 3816780"/>
                <a:gd name="connsiteX22" fmla="*/ 258286 w 2772385"/>
                <a:gd name="connsiteY22" fmla="*/ 2812623 h 3816780"/>
                <a:gd name="connsiteX23" fmla="*/ 39503 w 2772385"/>
                <a:gd name="connsiteY23" fmla="*/ 2857501 h 3816780"/>
                <a:gd name="connsiteX24" fmla="*/ 28282 w 2772385"/>
                <a:gd name="connsiteY24" fmla="*/ 2975307 h 3816780"/>
                <a:gd name="connsiteX25" fmla="*/ 258285 w 2772385"/>
                <a:gd name="connsiteY25" fmla="*/ 3087504 h 3816780"/>
                <a:gd name="connsiteX26" fmla="*/ 527559 w 2772385"/>
                <a:gd name="connsiteY26" fmla="*/ 2986527 h 3816780"/>
                <a:gd name="connsiteX27" fmla="*/ 488288 w 2772385"/>
                <a:gd name="connsiteY27" fmla="*/ 3154821 h 3816780"/>
                <a:gd name="connsiteX28" fmla="*/ 561215 w 2772385"/>
                <a:gd name="connsiteY28" fmla="*/ 3194090 h 3816780"/>
                <a:gd name="connsiteX29" fmla="*/ 381702 w 2772385"/>
                <a:gd name="connsiteY29" fmla="*/ 3592387 h 3816780"/>
                <a:gd name="connsiteX30" fmla="*/ 213408 w 2772385"/>
                <a:gd name="connsiteY30" fmla="*/ 3698973 h 3816780"/>
                <a:gd name="connsiteX31" fmla="*/ 280726 w 2772385"/>
                <a:gd name="connsiteY31" fmla="*/ 3811169 h 3816780"/>
                <a:gd name="connsiteX32" fmla="*/ 477068 w 2772385"/>
                <a:gd name="connsiteY32" fmla="*/ 3771902 h 3816780"/>
                <a:gd name="connsiteX33" fmla="*/ 622923 w 2772385"/>
                <a:gd name="connsiteY33" fmla="*/ 3547509 h 3816780"/>
                <a:gd name="connsiteX34" fmla="*/ 662193 w 2772385"/>
                <a:gd name="connsiteY34" fmla="*/ 3743852 h 3816780"/>
                <a:gd name="connsiteX35" fmla="*/ 735121 w 2772385"/>
                <a:gd name="connsiteY35" fmla="*/ 3732634 h 3816780"/>
                <a:gd name="connsiteX36" fmla="*/ 774389 w 2772385"/>
                <a:gd name="connsiteY36" fmla="*/ 3474581 h 3816780"/>
                <a:gd name="connsiteX37" fmla="*/ 695851 w 2772385"/>
                <a:gd name="connsiteY37" fmla="*/ 3238969 h 3816780"/>
                <a:gd name="connsiteX38" fmla="*/ 897805 w 2772385"/>
                <a:gd name="connsiteY38" fmla="*/ 2627499 h 3816780"/>
                <a:gd name="connsiteX39" fmla="*/ 1161466 w 2772385"/>
                <a:gd name="connsiteY39" fmla="*/ 2520912 h 3816780"/>
                <a:gd name="connsiteX40" fmla="*/ 1492445 w 2772385"/>
                <a:gd name="connsiteY40" fmla="*/ 2638718 h 3816780"/>
                <a:gd name="connsiteX41" fmla="*/ 1587812 w 2772385"/>
                <a:gd name="connsiteY41" fmla="*/ 2627499 h 3816780"/>
                <a:gd name="connsiteX42" fmla="*/ 1643910 w 2772385"/>
                <a:gd name="connsiteY42" fmla="*/ 2728476 h 3816780"/>
                <a:gd name="connsiteX43" fmla="*/ 1795375 w 2772385"/>
                <a:gd name="connsiteY43" fmla="*/ 2762134 h 3816780"/>
                <a:gd name="connsiteX44" fmla="*/ 1795375 w 2772385"/>
                <a:gd name="connsiteY44" fmla="*/ 2812623 h 3816780"/>
                <a:gd name="connsiteX45" fmla="*/ 1750497 w 2772385"/>
                <a:gd name="connsiteY45" fmla="*/ 3008967 h 3816780"/>
                <a:gd name="connsiteX46" fmla="*/ 1711228 w 2772385"/>
                <a:gd name="connsiteY46" fmla="*/ 3328726 h 3816780"/>
                <a:gd name="connsiteX47" fmla="*/ 1200735 w 2772385"/>
                <a:gd name="connsiteY47" fmla="*/ 3396044 h 3816780"/>
                <a:gd name="connsiteX48" fmla="*/ 1172686 w 2772385"/>
                <a:gd name="connsiteY48" fmla="*/ 3468971 h 3816780"/>
                <a:gd name="connsiteX49" fmla="*/ 1110978 w 2772385"/>
                <a:gd name="connsiteY49" fmla="*/ 3497020 h 3816780"/>
                <a:gd name="connsiteX50" fmla="*/ 1139027 w 2772385"/>
                <a:gd name="connsiteY50" fmla="*/ 3631656 h 3816780"/>
                <a:gd name="connsiteX51" fmla="*/ 1279272 w 2772385"/>
                <a:gd name="connsiteY51" fmla="*/ 3637266 h 3816780"/>
                <a:gd name="connsiteX52" fmla="*/ 1273662 w 2772385"/>
                <a:gd name="connsiteY52" fmla="*/ 3485801 h 3816780"/>
                <a:gd name="connsiteX53" fmla="*/ 1453176 w 2772385"/>
                <a:gd name="connsiteY53" fmla="*/ 3497020 h 3816780"/>
                <a:gd name="connsiteX54" fmla="*/ 1425127 w 2772385"/>
                <a:gd name="connsiteY54" fmla="*/ 3575558 h 3816780"/>
                <a:gd name="connsiteX55" fmla="*/ 1397078 w 2772385"/>
                <a:gd name="connsiteY55" fmla="*/ 3637266 h 3816780"/>
                <a:gd name="connsiteX56" fmla="*/ 1340980 w 2772385"/>
                <a:gd name="connsiteY56" fmla="*/ 3704584 h 3816780"/>
                <a:gd name="connsiteX57" fmla="*/ 1453177 w 2772385"/>
                <a:gd name="connsiteY57" fmla="*/ 3799951 h 3816780"/>
                <a:gd name="connsiteX58" fmla="*/ 1514884 w 2772385"/>
                <a:gd name="connsiteY58" fmla="*/ 3642876 h 3816780"/>
                <a:gd name="connsiteX59" fmla="*/ 1817814 w 2772385"/>
                <a:gd name="connsiteY59" fmla="*/ 3541899 h 3816780"/>
                <a:gd name="connsiteX60" fmla="*/ 2154403 w 2772385"/>
                <a:gd name="connsiteY60" fmla="*/ 3614826 h 3816780"/>
                <a:gd name="connsiteX61" fmla="*/ 2109525 w 2772385"/>
                <a:gd name="connsiteY61" fmla="*/ 3715803 h 3816780"/>
                <a:gd name="connsiteX62" fmla="*/ 2193672 w 2772385"/>
                <a:gd name="connsiteY62" fmla="*/ 3816780 h 3816780"/>
                <a:gd name="connsiteX63" fmla="*/ 2277819 w 2772385"/>
                <a:gd name="connsiteY63" fmla="*/ 3732633 h 3816780"/>
                <a:gd name="connsiteX64" fmla="*/ 2266600 w 2772385"/>
                <a:gd name="connsiteY64" fmla="*/ 3637266 h 3816780"/>
                <a:gd name="connsiteX65" fmla="*/ 2423675 w 2772385"/>
                <a:gd name="connsiteY65" fmla="*/ 3564338 h 3816780"/>
                <a:gd name="connsiteX66" fmla="*/ 2429284 w 2772385"/>
                <a:gd name="connsiteY66" fmla="*/ 3384824 h 3816780"/>
                <a:gd name="connsiteX67" fmla="*/ 1907572 w 2772385"/>
                <a:gd name="connsiteY67" fmla="*/ 3345556 h 3816780"/>
                <a:gd name="connsiteX68" fmla="*/ 1913181 w 2772385"/>
                <a:gd name="connsiteY68" fmla="*/ 3031406 h 3816780"/>
                <a:gd name="connsiteX69" fmla="*/ 1907571 w 2772385"/>
                <a:gd name="connsiteY69" fmla="*/ 3014576 h 3816780"/>
                <a:gd name="connsiteX70" fmla="*/ 1901962 w 2772385"/>
                <a:gd name="connsiteY70" fmla="*/ 2835062 h 3816780"/>
                <a:gd name="connsiteX71" fmla="*/ 1857083 w 2772385"/>
                <a:gd name="connsiteY71" fmla="*/ 2773354 h 3816780"/>
                <a:gd name="connsiteX72" fmla="*/ 2047817 w 2772385"/>
                <a:gd name="connsiteY72" fmla="*/ 2717256 h 3816780"/>
                <a:gd name="connsiteX73" fmla="*/ 2081476 w 2772385"/>
                <a:gd name="connsiteY73" fmla="*/ 2610669 h 3816780"/>
                <a:gd name="connsiteX74" fmla="*/ 2367576 w 2772385"/>
                <a:gd name="connsiteY74" fmla="*/ 2621889 h 3816780"/>
                <a:gd name="connsiteX75" fmla="*/ 2591969 w 2772385"/>
                <a:gd name="connsiteY75" fmla="*/ 2032858 h 3816780"/>
                <a:gd name="connsiteX76" fmla="*/ 2547090 w 2772385"/>
                <a:gd name="connsiteY76" fmla="*/ 1948711 h 3816780"/>
                <a:gd name="connsiteX77" fmla="*/ 2648067 w 2772385"/>
                <a:gd name="connsiteY77" fmla="*/ 1432608 h 3816780"/>
                <a:gd name="connsiteX78" fmla="*/ 2620019 w 2772385"/>
                <a:gd name="connsiteY78" fmla="*/ 1337242 h 3816780"/>
                <a:gd name="connsiteX79" fmla="*/ 2479772 w 2772385"/>
                <a:gd name="connsiteY79" fmla="*/ 798699 h 3816780"/>
                <a:gd name="connsiteX80" fmla="*/ 2737825 w 2772385"/>
                <a:gd name="connsiteY80" fmla="*/ 675283 h 3816780"/>
                <a:gd name="connsiteX81" fmla="*/ 2709775 w 2772385"/>
                <a:gd name="connsiteY81" fmla="*/ 434061 h 3816780"/>
                <a:gd name="connsiteX82" fmla="*/ 2625628 w 2772385"/>
                <a:gd name="connsiteY82" fmla="*/ 86253 h 3816780"/>
                <a:gd name="connsiteX0" fmla="*/ 2625628 w 2772385"/>
                <a:gd name="connsiteY0" fmla="*/ 86253 h 3816780"/>
                <a:gd name="connsiteX1" fmla="*/ 2429284 w 2772385"/>
                <a:gd name="connsiteY1" fmla="*/ 2105 h 3816780"/>
                <a:gd name="connsiteX2" fmla="*/ 2188062 w 2772385"/>
                <a:gd name="connsiteY2" fmla="*/ 159180 h 3816780"/>
                <a:gd name="connsiteX3" fmla="*/ 2087086 w 2772385"/>
                <a:gd name="connsiteY3" fmla="*/ 198449 h 3816780"/>
                <a:gd name="connsiteX4" fmla="*/ 2137574 w 2772385"/>
                <a:gd name="connsiteY4" fmla="*/ 288206 h 3816780"/>
                <a:gd name="connsiteX5" fmla="*/ 2025378 w 2772385"/>
                <a:gd name="connsiteY5" fmla="*/ 450890 h 3816780"/>
                <a:gd name="connsiteX6" fmla="*/ 2131966 w 2772385"/>
                <a:gd name="connsiteY6" fmla="*/ 585526 h 3816780"/>
                <a:gd name="connsiteX7" fmla="*/ 2154403 w 2772385"/>
                <a:gd name="connsiteY7" fmla="*/ 708942 h 3816780"/>
                <a:gd name="connsiteX8" fmla="*/ 2025378 w 2772385"/>
                <a:gd name="connsiteY8" fmla="*/ 753820 h 3816780"/>
                <a:gd name="connsiteX9" fmla="*/ 1991719 w 2772385"/>
                <a:gd name="connsiteY9" fmla="*/ 821138 h 3816780"/>
                <a:gd name="connsiteX10" fmla="*/ 1991719 w 2772385"/>
                <a:gd name="connsiteY10" fmla="*/ 708942 h 3816780"/>
                <a:gd name="connsiteX11" fmla="*/ 1941230 w 2772385"/>
                <a:gd name="connsiteY11" fmla="*/ 669673 h 3816780"/>
                <a:gd name="connsiteX12" fmla="*/ 1778546 w 2772385"/>
                <a:gd name="connsiteY12" fmla="*/ 770649 h 3816780"/>
                <a:gd name="connsiteX13" fmla="*/ 1397078 w 2772385"/>
                <a:gd name="connsiteY13" fmla="*/ 579916 h 3816780"/>
                <a:gd name="connsiteX14" fmla="*/ 1660739 w 2772385"/>
                <a:gd name="connsiteY14" fmla="*/ 1129678 h 3816780"/>
                <a:gd name="connsiteX15" fmla="*/ 1795375 w 2772385"/>
                <a:gd name="connsiteY15" fmla="*/ 1225045 h 3816780"/>
                <a:gd name="connsiteX16" fmla="*/ 1643910 w 2772385"/>
                <a:gd name="connsiteY16" fmla="*/ 1449437 h 3816780"/>
                <a:gd name="connsiteX17" fmla="*/ 1722448 w 2772385"/>
                <a:gd name="connsiteY17" fmla="*/ 1668220 h 3816780"/>
                <a:gd name="connsiteX18" fmla="*/ 1812205 w 2772385"/>
                <a:gd name="connsiteY18" fmla="*/ 1662611 h 3816780"/>
                <a:gd name="connsiteX19" fmla="*/ 1621470 w 2772385"/>
                <a:gd name="connsiteY19" fmla="*/ 1858954 h 3816780"/>
                <a:gd name="connsiteX20" fmla="*/ 909024 w 2772385"/>
                <a:gd name="connsiteY20" fmla="*/ 1578463 h 3816780"/>
                <a:gd name="connsiteX21" fmla="*/ 454629 w 2772385"/>
                <a:gd name="connsiteY21" fmla="*/ 2605060 h 3816780"/>
                <a:gd name="connsiteX22" fmla="*/ 258286 w 2772385"/>
                <a:gd name="connsiteY22" fmla="*/ 2812623 h 3816780"/>
                <a:gd name="connsiteX23" fmla="*/ 39503 w 2772385"/>
                <a:gd name="connsiteY23" fmla="*/ 2857501 h 3816780"/>
                <a:gd name="connsiteX24" fmla="*/ 28282 w 2772385"/>
                <a:gd name="connsiteY24" fmla="*/ 2975307 h 3816780"/>
                <a:gd name="connsiteX25" fmla="*/ 258285 w 2772385"/>
                <a:gd name="connsiteY25" fmla="*/ 3087504 h 3816780"/>
                <a:gd name="connsiteX26" fmla="*/ 527559 w 2772385"/>
                <a:gd name="connsiteY26" fmla="*/ 2986527 h 3816780"/>
                <a:gd name="connsiteX27" fmla="*/ 488288 w 2772385"/>
                <a:gd name="connsiteY27" fmla="*/ 3154821 h 3816780"/>
                <a:gd name="connsiteX28" fmla="*/ 561215 w 2772385"/>
                <a:gd name="connsiteY28" fmla="*/ 3194090 h 3816780"/>
                <a:gd name="connsiteX29" fmla="*/ 381702 w 2772385"/>
                <a:gd name="connsiteY29" fmla="*/ 3592387 h 3816780"/>
                <a:gd name="connsiteX30" fmla="*/ 213408 w 2772385"/>
                <a:gd name="connsiteY30" fmla="*/ 3698973 h 3816780"/>
                <a:gd name="connsiteX31" fmla="*/ 280726 w 2772385"/>
                <a:gd name="connsiteY31" fmla="*/ 3811169 h 3816780"/>
                <a:gd name="connsiteX32" fmla="*/ 477068 w 2772385"/>
                <a:gd name="connsiteY32" fmla="*/ 3771902 h 3816780"/>
                <a:gd name="connsiteX33" fmla="*/ 622923 w 2772385"/>
                <a:gd name="connsiteY33" fmla="*/ 3547509 h 3816780"/>
                <a:gd name="connsiteX34" fmla="*/ 662193 w 2772385"/>
                <a:gd name="connsiteY34" fmla="*/ 3743852 h 3816780"/>
                <a:gd name="connsiteX35" fmla="*/ 735121 w 2772385"/>
                <a:gd name="connsiteY35" fmla="*/ 3732634 h 3816780"/>
                <a:gd name="connsiteX36" fmla="*/ 774389 w 2772385"/>
                <a:gd name="connsiteY36" fmla="*/ 3474581 h 3816780"/>
                <a:gd name="connsiteX37" fmla="*/ 695851 w 2772385"/>
                <a:gd name="connsiteY37" fmla="*/ 3238969 h 3816780"/>
                <a:gd name="connsiteX38" fmla="*/ 897805 w 2772385"/>
                <a:gd name="connsiteY38" fmla="*/ 2627499 h 3816780"/>
                <a:gd name="connsiteX39" fmla="*/ 1161466 w 2772385"/>
                <a:gd name="connsiteY39" fmla="*/ 2520912 h 3816780"/>
                <a:gd name="connsiteX40" fmla="*/ 1492445 w 2772385"/>
                <a:gd name="connsiteY40" fmla="*/ 2638718 h 3816780"/>
                <a:gd name="connsiteX41" fmla="*/ 1587812 w 2772385"/>
                <a:gd name="connsiteY41" fmla="*/ 2627499 h 3816780"/>
                <a:gd name="connsiteX42" fmla="*/ 1643910 w 2772385"/>
                <a:gd name="connsiteY42" fmla="*/ 2728476 h 3816780"/>
                <a:gd name="connsiteX43" fmla="*/ 1795375 w 2772385"/>
                <a:gd name="connsiteY43" fmla="*/ 2762134 h 3816780"/>
                <a:gd name="connsiteX44" fmla="*/ 1795375 w 2772385"/>
                <a:gd name="connsiteY44" fmla="*/ 2812623 h 3816780"/>
                <a:gd name="connsiteX45" fmla="*/ 1750497 w 2772385"/>
                <a:gd name="connsiteY45" fmla="*/ 3008967 h 3816780"/>
                <a:gd name="connsiteX46" fmla="*/ 1711228 w 2772385"/>
                <a:gd name="connsiteY46" fmla="*/ 3328726 h 3816780"/>
                <a:gd name="connsiteX47" fmla="*/ 1200735 w 2772385"/>
                <a:gd name="connsiteY47" fmla="*/ 3396044 h 3816780"/>
                <a:gd name="connsiteX48" fmla="*/ 1172686 w 2772385"/>
                <a:gd name="connsiteY48" fmla="*/ 3468971 h 3816780"/>
                <a:gd name="connsiteX49" fmla="*/ 1110978 w 2772385"/>
                <a:gd name="connsiteY49" fmla="*/ 3497020 h 3816780"/>
                <a:gd name="connsiteX50" fmla="*/ 1139027 w 2772385"/>
                <a:gd name="connsiteY50" fmla="*/ 3631656 h 3816780"/>
                <a:gd name="connsiteX51" fmla="*/ 1279272 w 2772385"/>
                <a:gd name="connsiteY51" fmla="*/ 3637266 h 3816780"/>
                <a:gd name="connsiteX52" fmla="*/ 1273662 w 2772385"/>
                <a:gd name="connsiteY52" fmla="*/ 3485801 h 3816780"/>
                <a:gd name="connsiteX53" fmla="*/ 1453176 w 2772385"/>
                <a:gd name="connsiteY53" fmla="*/ 3497020 h 3816780"/>
                <a:gd name="connsiteX54" fmla="*/ 1425127 w 2772385"/>
                <a:gd name="connsiteY54" fmla="*/ 3575558 h 3816780"/>
                <a:gd name="connsiteX55" fmla="*/ 1397078 w 2772385"/>
                <a:gd name="connsiteY55" fmla="*/ 3637266 h 3816780"/>
                <a:gd name="connsiteX56" fmla="*/ 1340980 w 2772385"/>
                <a:gd name="connsiteY56" fmla="*/ 3704584 h 3816780"/>
                <a:gd name="connsiteX57" fmla="*/ 1453177 w 2772385"/>
                <a:gd name="connsiteY57" fmla="*/ 3799951 h 3816780"/>
                <a:gd name="connsiteX58" fmla="*/ 1514884 w 2772385"/>
                <a:gd name="connsiteY58" fmla="*/ 3642876 h 3816780"/>
                <a:gd name="connsiteX59" fmla="*/ 1817814 w 2772385"/>
                <a:gd name="connsiteY59" fmla="*/ 3541899 h 3816780"/>
                <a:gd name="connsiteX60" fmla="*/ 2154403 w 2772385"/>
                <a:gd name="connsiteY60" fmla="*/ 3614826 h 3816780"/>
                <a:gd name="connsiteX61" fmla="*/ 2109525 w 2772385"/>
                <a:gd name="connsiteY61" fmla="*/ 3715803 h 3816780"/>
                <a:gd name="connsiteX62" fmla="*/ 2193672 w 2772385"/>
                <a:gd name="connsiteY62" fmla="*/ 3816780 h 3816780"/>
                <a:gd name="connsiteX63" fmla="*/ 2277819 w 2772385"/>
                <a:gd name="connsiteY63" fmla="*/ 3732633 h 3816780"/>
                <a:gd name="connsiteX64" fmla="*/ 2266600 w 2772385"/>
                <a:gd name="connsiteY64" fmla="*/ 3637266 h 3816780"/>
                <a:gd name="connsiteX65" fmla="*/ 2423675 w 2772385"/>
                <a:gd name="connsiteY65" fmla="*/ 3564338 h 3816780"/>
                <a:gd name="connsiteX66" fmla="*/ 2429284 w 2772385"/>
                <a:gd name="connsiteY66" fmla="*/ 3384824 h 3816780"/>
                <a:gd name="connsiteX67" fmla="*/ 1907572 w 2772385"/>
                <a:gd name="connsiteY67" fmla="*/ 3345556 h 3816780"/>
                <a:gd name="connsiteX68" fmla="*/ 1913181 w 2772385"/>
                <a:gd name="connsiteY68" fmla="*/ 3031406 h 3816780"/>
                <a:gd name="connsiteX69" fmla="*/ 1907571 w 2772385"/>
                <a:gd name="connsiteY69" fmla="*/ 3014576 h 3816780"/>
                <a:gd name="connsiteX70" fmla="*/ 1901962 w 2772385"/>
                <a:gd name="connsiteY70" fmla="*/ 2835062 h 3816780"/>
                <a:gd name="connsiteX71" fmla="*/ 1857083 w 2772385"/>
                <a:gd name="connsiteY71" fmla="*/ 2773354 h 3816780"/>
                <a:gd name="connsiteX72" fmla="*/ 2047817 w 2772385"/>
                <a:gd name="connsiteY72" fmla="*/ 2717256 h 3816780"/>
                <a:gd name="connsiteX73" fmla="*/ 2081476 w 2772385"/>
                <a:gd name="connsiteY73" fmla="*/ 2610669 h 3816780"/>
                <a:gd name="connsiteX74" fmla="*/ 2367576 w 2772385"/>
                <a:gd name="connsiteY74" fmla="*/ 2621889 h 3816780"/>
                <a:gd name="connsiteX75" fmla="*/ 2591969 w 2772385"/>
                <a:gd name="connsiteY75" fmla="*/ 2032858 h 3816780"/>
                <a:gd name="connsiteX76" fmla="*/ 2547090 w 2772385"/>
                <a:gd name="connsiteY76" fmla="*/ 1948711 h 3816780"/>
                <a:gd name="connsiteX77" fmla="*/ 2648067 w 2772385"/>
                <a:gd name="connsiteY77" fmla="*/ 1432608 h 3816780"/>
                <a:gd name="connsiteX78" fmla="*/ 2580750 w 2772385"/>
                <a:gd name="connsiteY78" fmla="*/ 1337242 h 3816780"/>
                <a:gd name="connsiteX79" fmla="*/ 2479772 w 2772385"/>
                <a:gd name="connsiteY79" fmla="*/ 798699 h 3816780"/>
                <a:gd name="connsiteX80" fmla="*/ 2737825 w 2772385"/>
                <a:gd name="connsiteY80" fmla="*/ 675283 h 3816780"/>
                <a:gd name="connsiteX81" fmla="*/ 2709775 w 2772385"/>
                <a:gd name="connsiteY81" fmla="*/ 434061 h 3816780"/>
                <a:gd name="connsiteX82" fmla="*/ 2625628 w 2772385"/>
                <a:gd name="connsiteY82" fmla="*/ 86253 h 3816780"/>
                <a:gd name="connsiteX0" fmla="*/ 2625628 w 2772385"/>
                <a:gd name="connsiteY0" fmla="*/ 86253 h 3816780"/>
                <a:gd name="connsiteX1" fmla="*/ 2429284 w 2772385"/>
                <a:gd name="connsiteY1" fmla="*/ 2105 h 3816780"/>
                <a:gd name="connsiteX2" fmla="*/ 2188062 w 2772385"/>
                <a:gd name="connsiteY2" fmla="*/ 159180 h 3816780"/>
                <a:gd name="connsiteX3" fmla="*/ 2087086 w 2772385"/>
                <a:gd name="connsiteY3" fmla="*/ 198449 h 3816780"/>
                <a:gd name="connsiteX4" fmla="*/ 2137574 w 2772385"/>
                <a:gd name="connsiteY4" fmla="*/ 288206 h 3816780"/>
                <a:gd name="connsiteX5" fmla="*/ 2025378 w 2772385"/>
                <a:gd name="connsiteY5" fmla="*/ 450890 h 3816780"/>
                <a:gd name="connsiteX6" fmla="*/ 2131966 w 2772385"/>
                <a:gd name="connsiteY6" fmla="*/ 585526 h 3816780"/>
                <a:gd name="connsiteX7" fmla="*/ 2154403 w 2772385"/>
                <a:gd name="connsiteY7" fmla="*/ 708942 h 3816780"/>
                <a:gd name="connsiteX8" fmla="*/ 2025378 w 2772385"/>
                <a:gd name="connsiteY8" fmla="*/ 753820 h 3816780"/>
                <a:gd name="connsiteX9" fmla="*/ 1991719 w 2772385"/>
                <a:gd name="connsiteY9" fmla="*/ 821138 h 3816780"/>
                <a:gd name="connsiteX10" fmla="*/ 1991719 w 2772385"/>
                <a:gd name="connsiteY10" fmla="*/ 708942 h 3816780"/>
                <a:gd name="connsiteX11" fmla="*/ 1941230 w 2772385"/>
                <a:gd name="connsiteY11" fmla="*/ 669673 h 3816780"/>
                <a:gd name="connsiteX12" fmla="*/ 1778546 w 2772385"/>
                <a:gd name="connsiteY12" fmla="*/ 770649 h 3816780"/>
                <a:gd name="connsiteX13" fmla="*/ 1397078 w 2772385"/>
                <a:gd name="connsiteY13" fmla="*/ 579916 h 3816780"/>
                <a:gd name="connsiteX14" fmla="*/ 1660739 w 2772385"/>
                <a:gd name="connsiteY14" fmla="*/ 1129678 h 3816780"/>
                <a:gd name="connsiteX15" fmla="*/ 1795375 w 2772385"/>
                <a:gd name="connsiteY15" fmla="*/ 1225045 h 3816780"/>
                <a:gd name="connsiteX16" fmla="*/ 1643910 w 2772385"/>
                <a:gd name="connsiteY16" fmla="*/ 1449437 h 3816780"/>
                <a:gd name="connsiteX17" fmla="*/ 1722448 w 2772385"/>
                <a:gd name="connsiteY17" fmla="*/ 1668220 h 3816780"/>
                <a:gd name="connsiteX18" fmla="*/ 1812205 w 2772385"/>
                <a:gd name="connsiteY18" fmla="*/ 1662611 h 3816780"/>
                <a:gd name="connsiteX19" fmla="*/ 1621470 w 2772385"/>
                <a:gd name="connsiteY19" fmla="*/ 1858954 h 3816780"/>
                <a:gd name="connsiteX20" fmla="*/ 909024 w 2772385"/>
                <a:gd name="connsiteY20" fmla="*/ 1578463 h 3816780"/>
                <a:gd name="connsiteX21" fmla="*/ 454629 w 2772385"/>
                <a:gd name="connsiteY21" fmla="*/ 2605060 h 3816780"/>
                <a:gd name="connsiteX22" fmla="*/ 258286 w 2772385"/>
                <a:gd name="connsiteY22" fmla="*/ 2812623 h 3816780"/>
                <a:gd name="connsiteX23" fmla="*/ 39503 w 2772385"/>
                <a:gd name="connsiteY23" fmla="*/ 2857501 h 3816780"/>
                <a:gd name="connsiteX24" fmla="*/ 28282 w 2772385"/>
                <a:gd name="connsiteY24" fmla="*/ 2975307 h 3816780"/>
                <a:gd name="connsiteX25" fmla="*/ 258285 w 2772385"/>
                <a:gd name="connsiteY25" fmla="*/ 3087504 h 3816780"/>
                <a:gd name="connsiteX26" fmla="*/ 527559 w 2772385"/>
                <a:gd name="connsiteY26" fmla="*/ 2986527 h 3816780"/>
                <a:gd name="connsiteX27" fmla="*/ 488288 w 2772385"/>
                <a:gd name="connsiteY27" fmla="*/ 3154821 h 3816780"/>
                <a:gd name="connsiteX28" fmla="*/ 561215 w 2772385"/>
                <a:gd name="connsiteY28" fmla="*/ 3194090 h 3816780"/>
                <a:gd name="connsiteX29" fmla="*/ 381702 w 2772385"/>
                <a:gd name="connsiteY29" fmla="*/ 3592387 h 3816780"/>
                <a:gd name="connsiteX30" fmla="*/ 213408 w 2772385"/>
                <a:gd name="connsiteY30" fmla="*/ 3698973 h 3816780"/>
                <a:gd name="connsiteX31" fmla="*/ 280726 w 2772385"/>
                <a:gd name="connsiteY31" fmla="*/ 3811169 h 3816780"/>
                <a:gd name="connsiteX32" fmla="*/ 477068 w 2772385"/>
                <a:gd name="connsiteY32" fmla="*/ 3771902 h 3816780"/>
                <a:gd name="connsiteX33" fmla="*/ 622923 w 2772385"/>
                <a:gd name="connsiteY33" fmla="*/ 3547509 h 3816780"/>
                <a:gd name="connsiteX34" fmla="*/ 662193 w 2772385"/>
                <a:gd name="connsiteY34" fmla="*/ 3743852 h 3816780"/>
                <a:gd name="connsiteX35" fmla="*/ 735121 w 2772385"/>
                <a:gd name="connsiteY35" fmla="*/ 3732634 h 3816780"/>
                <a:gd name="connsiteX36" fmla="*/ 774389 w 2772385"/>
                <a:gd name="connsiteY36" fmla="*/ 3474581 h 3816780"/>
                <a:gd name="connsiteX37" fmla="*/ 695851 w 2772385"/>
                <a:gd name="connsiteY37" fmla="*/ 3238969 h 3816780"/>
                <a:gd name="connsiteX38" fmla="*/ 897805 w 2772385"/>
                <a:gd name="connsiteY38" fmla="*/ 2627499 h 3816780"/>
                <a:gd name="connsiteX39" fmla="*/ 1161466 w 2772385"/>
                <a:gd name="connsiteY39" fmla="*/ 2520912 h 3816780"/>
                <a:gd name="connsiteX40" fmla="*/ 1492445 w 2772385"/>
                <a:gd name="connsiteY40" fmla="*/ 2638718 h 3816780"/>
                <a:gd name="connsiteX41" fmla="*/ 1587812 w 2772385"/>
                <a:gd name="connsiteY41" fmla="*/ 2627499 h 3816780"/>
                <a:gd name="connsiteX42" fmla="*/ 1643910 w 2772385"/>
                <a:gd name="connsiteY42" fmla="*/ 2728476 h 3816780"/>
                <a:gd name="connsiteX43" fmla="*/ 1795375 w 2772385"/>
                <a:gd name="connsiteY43" fmla="*/ 2762134 h 3816780"/>
                <a:gd name="connsiteX44" fmla="*/ 1795375 w 2772385"/>
                <a:gd name="connsiteY44" fmla="*/ 2812623 h 3816780"/>
                <a:gd name="connsiteX45" fmla="*/ 1750497 w 2772385"/>
                <a:gd name="connsiteY45" fmla="*/ 3008967 h 3816780"/>
                <a:gd name="connsiteX46" fmla="*/ 1711228 w 2772385"/>
                <a:gd name="connsiteY46" fmla="*/ 3328726 h 3816780"/>
                <a:gd name="connsiteX47" fmla="*/ 1200735 w 2772385"/>
                <a:gd name="connsiteY47" fmla="*/ 3396044 h 3816780"/>
                <a:gd name="connsiteX48" fmla="*/ 1172686 w 2772385"/>
                <a:gd name="connsiteY48" fmla="*/ 3468971 h 3816780"/>
                <a:gd name="connsiteX49" fmla="*/ 1110978 w 2772385"/>
                <a:gd name="connsiteY49" fmla="*/ 3497020 h 3816780"/>
                <a:gd name="connsiteX50" fmla="*/ 1139027 w 2772385"/>
                <a:gd name="connsiteY50" fmla="*/ 3631656 h 3816780"/>
                <a:gd name="connsiteX51" fmla="*/ 1279272 w 2772385"/>
                <a:gd name="connsiteY51" fmla="*/ 3637266 h 3816780"/>
                <a:gd name="connsiteX52" fmla="*/ 1273662 w 2772385"/>
                <a:gd name="connsiteY52" fmla="*/ 3485801 h 3816780"/>
                <a:gd name="connsiteX53" fmla="*/ 1453176 w 2772385"/>
                <a:gd name="connsiteY53" fmla="*/ 3497020 h 3816780"/>
                <a:gd name="connsiteX54" fmla="*/ 1425127 w 2772385"/>
                <a:gd name="connsiteY54" fmla="*/ 3575558 h 3816780"/>
                <a:gd name="connsiteX55" fmla="*/ 1397078 w 2772385"/>
                <a:gd name="connsiteY55" fmla="*/ 3637266 h 3816780"/>
                <a:gd name="connsiteX56" fmla="*/ 1340980 w 2772385"/>
                <a:gd name="connsiteY56" fmla="*/ 3704584 h 3816780"/>
                <a:gd name="connsiteX57" fmla="*/ 1453177 w 2772385"/>
                <a:gd name="connsiteY57" fmla="*/ 3799951 h 3816780"/>
                <a:gd name="connsiteX58" fmla="*/ 1514884 w 2772385"/>
                <a:gd name="connsiteY58" fmla="*/ 3642876 h 3816780"/>
                <a:gd name="connsiteX59" fmla="*/ 1817814 w 2772385"/>
                <a:gd name="connsiteY59" fmla="*/ 3541899 h 3816780"/>
                <a:gd name="connsiteX60" fmla="*/ 2154403 w 2772385"/>
                <a:gd name="connsiteY60" fmla="*/ 3614826 h 3816780"/>
                <a:gd name="connsiteX61" fmla="*/ 2109525 w 2772385"/>
                <a:gd name="connsiteY61" fmla="*/ 3715803 h 3816780"/>
                <a:gd name="connsiteX62" fmla="*/ 2193672 w 2772385"/>
                <a:gd name="connsiteY62" fmla="*/ 3816780 h 3816780"/>
                <a:gd name="connsiteX63" fmla="*/ 2277819 w 2772385"/>
                <a:gd name="connsiteY63" fmla="*/ 3732633 h 3816780"/>
                <a:gd name="connsiteX64" fmla="*/ 2266600 w 2772385"/>
                <a:gd name="connsiteY64" fmla="*/ 3637266 h 3816780"/>
                <a:gd name="connsiteX65" fmla="*/ 2423675 w 2772385"/>
                <a:gd name="connsiteY65" fmla="*/ 3564338 h 3816780"/>
                <a:gd name="connsiteX66" fmla="*/ 2429284 w 2772385"/>
                <a:gd name="connsiteY66" fmla="*/ 3384824 h 3816780"/>
                <a:gd name="connsiteX67" fmla="*/ 1907572 w 2772385"/>
                <a:gd name="connsiteY67" fmla="*/ 3345556 h 3816780"/>
                <a:gd name="connsiteX68" fmla="*/ 1913181 w 2772385"/>
                <a:gd name="connsiteY68" fmla="*/ 3031406 h 3816780"/>
                <a:gd name="connsiteX69" fmla="*/ 1907571 w 2772385"/>
                <a:gd name="connsiteY69" fmla="*/ 3014576 h 3816780"/>
                <a:gd name="connsiteX70" fmla="*/ 1901962 w 2772385"/>
                <a:gd name="connsiteY70" fmla="*/ 2835062 h 3816780"/>
                <a:gd name="connsiteX71" fmla="*/ 1857083 w 2772385"/>
                <a:gd name="connsiteY71" fmla="*/ 2773354 h 3816780"/>
                <a:gd name="connsiteX72" fmla="*/ 2047817 w 2772385"/>
                <a:gd name="connsiteY72" fmla="*/ 2717256 h 3816780"/>
                <a:gd name="connsiteX73" fmla="*/ 2081476 w 2772385"/>
                <a:gd name="connsiteY73" fmla="*/ 2610669 h 3816780"/>
                <a:gd name="connsiteX74" fmla="*/ 2367576 w 2772385"/>
                <a:gd name="connsiteY74" fmla="*/ 2621889 h 3816780"/>
                <a:gd name="connsiteX75" fmla="*/ 2591969 w 2772385"/>
                <a:gd name="connsiteY75" fmla="*/ 2032858 h 3816780"/>
                <a:gd name="connsiteX76" fmla="*/ 2547090 w 2772385"/>
                <a:gd name="connsiteY76" fmla="*/ 1948711 h 3816780"/>
                <a:gd name="connsiteX77" fmla="*/ 2648067 w 2772385"/>
                <a:gd name="connsiteY77" fmla="*/ 1432608 h 3816780"/>
                <a:gd name="connsiteX78" fmla="*/ 2580750 w 2772385"/>
                <a:gd name="connsiteY78" fmla="*/ 1337242 h 3816780"/>
                <a:gd name="connsiteX79" fmla="*/ 2479772 w 2772385"/>
                <a:gd name="connsiteY79" fmla="*/ 798699 h 3816780"/>
                <a:gd name="connsiteX80" fmla="*/ 2737825 w 2772385"/>
                <a:gd name="connsiteY80" fmla="*/ 675283 h 3816780"/>
                <a:gd name="connsiteX81" fmla="*/ 2709775 w 2772385"/>
                <a:gd name="connsiteY81" fmla="*/ 434061 h 3816780"/>
                <a:gd name="connsiteX82" fmla="*/ 2625628 w 2772385"/>
                <a:gd name="connsiteY82" fmla="*/ 86253 h 3816780"/>
                <a:gd name="connsiteX0" fmla="*/ 2625628 w 2772385"/>
                <a:gd name="connsiteY0" fmla="*/ 86253 h 3816780"/>
                <a:gd name="connsiteX1" fmla="*/ 2429284 w 2772385"/>
                <a:gd name="connsiteY1" fmla="*/ 2105 h 3816780"/>
                <a:gd name="connsiteX2" fmla="*/ 2188062 w 2772385"/>
                <a:gd name="connsiteY2" fmla="*/ 159180 h 3816780"/>
                <a:gd name="connsiteX3" fmla="*/ 2087086 w 2772385"/>
                <a:gd name="connsiteY3" fmla="*/ 198449 h 3816780"/>
                <a:gd name="connsiteX4" fmla="*/ 2137574 w 2772385"/>
                <a:gd name="connsiteY4" fmla="*/ 288206 h 3816780"/>
                <a:gd name="connsiteX5" fmla="*/ 2025378 w 2772385"/>
                <a:gd name="connsiteY5" fmla="*/ 450890 h 3816780"/>
                <a:gd name="connsiteX6" fmla="*/ 2131966 w 2772385"/>
                <a:gd name="connsiteY6" fmla="*/ 585526 h 3816780"/>
                <a:gd name="connsiteX7" fmla="*/ 2154403 w 2772385"/>
                <a:gd name="connsiteY7" fmla="*/ 708942 h 3816780"/>
                <a:gd name="connsiteX8" fmla="*/ 2025378 w 2772385"/>
                <a:gd name="connsiteY8" fmla="*/ 753820 h 3816780"/>
                <a:gd name="connsiteX9" fmla="*/ 1991719 w 2772385"/>
                <a:gd name="connsiteY9" fmla="*/ 821138 h 3816780"/>
                <a:gd name="connsiteX10" fmla="*/ 1991719 w 2772385"/>
                <a:gd name="connsiteY10" fmla="*/ 708942 h 3816780"/>
                <a:gd name="connsiteX11" fmla="*/ 1941230 w 2772385"/>
                <a:gd name="connsiteY11" fmla="*/ 669673 h 3816780"/>
                <a:gd name="connsiteX12" fmla="*/ 1778546 w 2772385"/>
                <a:gd name="connsiteY12" fmla="*/ 770649 h 3816780"/>
                <a:gd name="connsiteX13" fmla="*/ 1397078 w 2772385"/>
                <a:gd name="connsiteY13" fmla="*/ 579916 h 3816780"/>
                <a:gd name="connsiteX14" fmla="*/ 1660739 w 2772385"/>
                <a:gd name="connsiteY14" fmla="*/ 1129678 h 3816780"/>
                <a:gd name="connsiteX15" fmla="*/ 1795375 w 2772385"/>
                <a:gd name="connsiteY15" fmla="*/ 1225045 h 3816780"/>
                <a:gd name="connsiteX16" fmla="*/ 1643910 w 2772385"/>
                <a:gd name="connsiteY16" fmla="*/ 1449437 h 3816780"/>
                <a:gd name="connsiteX17" fmla="*/ 1722448 w 2772385"/>
                <a:gd name="connsiteY17" fmla="*/ 1668220 h 3816780"/>
                <a:gd name="connsiteX18" fmla="*/ 1812205 w 2772385"/>
                <a:gd name="connsiteY18" fmla="*/ 1662611 h 3816780"/>
                <a:gd name="connsiteX19" fmla="*/ 1621470 w 2772385"/>
                <a:gd name="connsiteY19" fmla="*/ 1858954 h 3816780"/>
                <a:gd name="connsiteX20" fmla="*/ 909024 w 2772385"/>
                <a:gd name="connsiteY20" fmla="*/ 1578463 h 3816780"/>
                <a:gd name="connsiteX21" fmla="*/ 454629 w 2772385"/>
                <a:gd name="connsiteY21" fmla="*/ 2605060 h 3816780"/>
                <a:gd name="connsiteX22" fmla="*/ 258286 w 2772385"/>
                <a:gd name="connsiteY22" fmla="*/ 2812623 h 3816780"/>
                <a:gd name="connsiteX23" fmla="*/ 39503 w 2772385"/>
                <a:gd name="connsiteY23" fmla="*/ 2857501 h 3816780"/>
                <a:gd name="connsiteX24" fmla="*/ 28282 w 2772385"/>
                <a:gd name="connsiteY24" fmla="*/ 2975307 h 3816780"/>
                <a:gd name="connsiteX25" fmla="*/ 258285 w 2772385"/>
                <a:gd name="connsiteY25" fmla="*/ 3087504 h 3816780"/>
                <a:gd name="connsiteX26" fmla="*/ 527559 w 2772385"/>
                <a:gd name="connsiteY26" fmla="*/ 2986527 h 3816780"/>
                <a:gd name="connsiteX27" fmla="*/ 488288 w 2772385"/>
                <a:gd name="connsiteY27" fmla="*/ 3154821 h 3816780"/>
                <a:gd name="connsiteX28" fmla="*/ 561215 w 2772385"/>
                <a:gd name="connsiteY28" fmla="*/ 3194090 h 3816780"/>
                <a:gd name="connsiteX29" fmla="*/ 381702 w 2772385"/>
                <a:gd name="connsiteY29" fmla="*/ 3592387 h 3816780"/>
                <a:gd name="connsiteX30" fmla="*/ 213408 w 2772385"/>
                <a:gd name="connsiteY30" fmla="*/ 3698973 h 3816780"/>
                <a:gd name="connsiteX31" fmla="*/ 280726 w 2772385"/>
                <a:gd name="connsiteY31" fmla="*/ 3811169 h 3816780"/>
                <a:gd name="connsiteX32" fmla="*/ 477068 w 2772385"/>
                <a:gd name="connsiteY32" fmla="*/ 3771902 h 3816780"/>
                <a:gd name="connsiteX33" fmla="*/ 622923 w 2772385"/>
                <a:gd name="connsiteY33" fmla="*/ 3547509 h 3816780"/>
                <a:gd name="connsiteX34" fmla="*/ 662193 w 2772385"/>
                <a:gd name="connsiteY34" fmla="*/ 3743852 h 3816780"/>
                <a:gd name="connsiteX35" fmla="*/ 735121 w 2772385"/>
                <a:gd name="connsiteY35" fmla="*/ 3732634 h 3816780"/>
                <a:gd name="connsiteX36" fmla="*/ 774389 w 2772385"/>
                <a:gd name="connsiteY36" fmla="*/ 3474581 h 3816780"/>
                <a:gd name="connsiteX37" fmla="*/ 695851 w 2772385"/>
                <a:gd name="connsiteY37" fmla="*/ 3238969 h 3816780"/>
                <a:gd name="connsiteX38" fmla="*/ 897805 w 2772385"/>
                <a:gd name="connsiteY38" fmla="*/ 2627499 h 3816780"/>
                <a:gd name="connsiteX39" fmla="*/ 1161466 w 2772385"/>
                <a:gd name="connsiteY39" fmla="*/ 2520912 h 3816780"/>
                <a:gd name="connsiteX40" fmla="*/ 1492445 w 2772385"/>
                <a:gd name="connsiteY40" fmla="*/ 2638718 h 3816780"/>
                <a:gd name="connsiteX41" fmla="*/ 1587812 w 2772385"/>
                <a:gd name="connsiteY41" fmla="*/ 2627499 h 3816780"/>
                <a:gd name="connsiteX42" fmla="*/ 1643910 w 2772385"/>
                <a:gd name="connsiteY42" fmla="*/ 2728476 h 3816780"/>
                <a:gd name="connsiteX43" fmla="*/ 1795375 w 2772385"/>
                <a:gd name="connsiteY43" fmla="*/ 2762134 h 3816780"/>
                <a:gd name="connsiteX44" fmla="*/ 1795375 w 2772385"/>
                <a:gd name="connsiteY44" fmla="*/ 2812623 h 3816780"/>
                <a:gd name="connsiteX45" fmla="*/ 1750497 w 2772385"/>
                <a:gd name="connsiteY45" fmla="*/ 3008967 h 3816780"/>
                <a:gd name="connsiteX46" fmla="*/ 1711228 w 2772385"/>
                <a:gd name="connsiteY46" fmla="*/ 3328726 h 3816780"/>
                <a:gd name="connsiteX47" fmla="*/ 1200735 w 2772385"/>
                <a:gd name="connsiteY47" fmla="*/ 3396044 h 3816780"/>
                <a:gd name="connsiteX48" fmla="*/ 1172686 w 2772385"/>
                <a:gd name="connsiteY48" fmla="*/ 3468971 h 3816780"/>
                <a:gd name="connsiteX49" fmla="*/ 1110978 w 2772385"/>
                <a:gd name="connsiteY49" fmla="*/ 3497020 h 3816780"/>
                <a:gd name="connsiteX50" fmla="*/ 1139027 w 2772385"/>
                <a:gd name="connsiteY50" fmla="*/ 3631656 h 3816780"/>
                <a:gd name="connsiteX51" fmla="*/ 1279272 w 2772385"/>
                <a:gd name="connsiteY51" fmla="*/ 3637266 h 3816780"/>
                <a:gd name="connsiteX52" fmla="*/ 1273662 w 2772385"/>
                <a:gd name="connsiteY52" fmla="*/ 3485801 h 3816780"/>
                <a:gd name="connsiteX53" fmla="*/ 1453176 w 2772385"/>
                <a:gd name="connsiteY53" fmla="*/ 3497020 h 3816780"/>
                <a:gd name="connsiteX54" fmla="*/ 1425127 w 2772385"/>
                <a:gd name="connsiteY54" fmla="*/ 3575558 h 3816780"/>
                <a:gd name="connsiteX55" fmla="*/ 1397078 w 2772385"/>
                <a:gd name="connsiteY55" fmla="*/ 3637266 h 3816780"/>
                <a:gd name="connsiteX56" fmla="*/ 1340980 w 2772385"/>
                <a:gd name="connsiteY56" fmla="*/ 3704584 h 3816780"/>
                <a:gd name="connsiteX57" fmla="*/ 1453177 w 2772385"/>
                <a:gd name="connsiteY57" fmla="*/ 3799951 h 3816780"/>
                <a:gd name="connsiteX58" fmla="*/ 1514884 w 2772385"/>
                <a:gd name="connsiteY58" fmla="*/ 3642876 h 3816780"/>
                <a:gd name="connsiteX59" fmla="*/ 1817814 w 2772385"/>
                <a:gd name="connsiteY59" fmla="*/ 3541899 h 3816780"/>
                <a:gd name="connsiteX60" fmla="*/ 2154403 w 2772385"/>
                <a:gd name="connsiteY60" fmla="*/ 3614826 h 3816780"/>
                <a:gd name="connsiteX61" fmla="*/ 2109525 w 2772385"/>
                <a:gd name="connsiteY61" fmla="*/ 3715803 h 3816780"/>
                <a:gd name="connsiteX62" fmla="*/ 2193672 w 2772385"/>
                <a:gd name="connsiteY62" fmla="*/ 3816780 h 3816780"/>
                <a:gd name="connsiteX63" fmla="*/ 2277819 w 2772385"/>
                <a:gd name="connsiteY63" fmla="*/ 3732633 h 3816780"/>
                <a:gd name="connsiteX64" fmla="*/ 2266600 w 2772385"/>
                <a:gd name="connsiteY64" fmla="*/ 3637266 h 3816780"/>
                <a:gd name="connsiteX65" fmla="*/ 2423675 w 2772385"/>
                <a:gd name="connsiteY65" fmla="*/ 3564338 h 3816780"/>
                <a:gd name="connsiteX66" fmla="*/ 2429284 w 2772385"/>
                <a:gd name="connsiteY66" fmla="*/ 3384824 h 3816780"/>
                <a:gd name="connsiteX67" fmla="*/ 1907572 w 2772385"/>
                <a:gd name="connsiteY67" fmla="*/ 3345556 h 3816780"/>
                <a:gd name="connsiteX68" fmla="*/ 1913181 w 2772385"/>
                <a:gd name="connsiteY68" fmla="*/ 3031406 h 3816780"/>
                <a:gd name="connsiteX69" fmla="*/ 1907571 w 2772385"/>
                <a:gd name="connsiteY69" fmla="*/ 3014576 h 3816780"/>
                <a:gd name="connsiteX70" fmla="*/ 1901962 w 2772385"/>
                <a:gd name="connsiteY70" fmla="*/ 2835062 h 3816780"/>
                <a:gd name="connsiteX71" fmla="*/ 1857083 w 2772385"/>
                <a:gd name="connsiteY71" fmla="*/ 2773354 h 3816780"/>
                <a:gd name="connsiteX72" fmla="*/ 2047817 w 2772385"/>
                <a:gd name="connsiteY72" fmla="*/ 2717256 h 3816780"/>
                <a:gd name="connsiteX73" fmla="*/ 2081476 w 2772385"/>
                <a:gd name="connsiteY73" fmla="*/ 2610669 h 3816780"/>
                <a:gd name="connsiteX74" fmla="*/ 2367576 w 2772385"/>
                <a:gd name="connsiteY74" fmla="*/ 2621889 h 3816780"/>
                <a:gd name="connsiteX75" fmla="*/ 2591969 w 2772385"/>
                <a:gd name="connsiteY75" fmla="*/ 2032858 h 3816780"/>
                <a:gd name="connsiteX76" fmla="*/ 2547090 w 2772385"/>
                <a:gd name="connsiteY76" fmla="*/ 1948711 h 3816780"/>
                <a:gd name="connsiteX77" fmla="*/ 2648067 w 2772385"/>
                <a:gd name="connsiteY77" fmla="*/ 1432608 h 3816780"/>
                <a:gd name="connsiteX78" fmla="*/ 2580750 w 2772385"/>
                <a:gd name="connsiteY78" fmla="*/ 1337242 h 3816780"/>
                <a:gd name="connsiteX79" fmla="*/ 2462943 w 2772385"/>
                <a:gd name="connsiteY79" fmla="*/ 809919 h 3816780"/>
                <a:gd name="connsiteX80" fmla="*/ 2737825 w 2772385"/>
                <a:gd name="connsiteY80" fmla="*/ 675283 h 3816780"/>
                <a:gd name="connsiteX81" fmla="*/ 2709775 w 2772385"/>
                <a:gd name="connsiteY81" fmla="*/ 434061 h 3816780"/>
                <a:gd name="connsiteX82" fmla="*/ 2625628 w 2772385"/>
                <a:gd name="connsiteY82" fmla="*/ 86253 h 3816780"/>
                <a:gd name="connsiteX0" fmla="*/ 2625628 w 2772385"/>
                <a:gd name="connsiteY0" fmla="*/ 86253 h 3816780"/>
                <a:gd name="connsiteX1" fmla="*/ 2429284 w 2772385"/>
                <a:gd name="connsiteY1" fmla="*/ 2105 h 3816780"/>
                <a:gd name="connsiteX2" fmla="*/ 2188062 w 2772385"/>
                <a:gd name="connsiteY2" fmla="*/ 159180 h 3816780"/>
                <a:gd name="connsiteX3" fmla="*/ 2087086 w 2772385"/>
                <a:gd name="connsiteY3" fmla="*/ 198449 h 3816780"/>
                <a:gd name="connsiteX4" fmla="*/ 2137574 w 2772385"/>
                <a:gd name="connsiteY4" fmla="*/ 288206 h 3816780"/>
                <a:gd name="connsiteX5" fmla="*/ 2025378 w 2772385"/>
                <a:gd name="connsiteY5" fmla="*/ 450890 h 3816780"/>
                <a:gd name="connsiteX6" fmla="*/ 2131966 w 2772385"/>
                <a:gd name="connsiteY6" fmla="*/ 585526 h 3816780"/>
                <a:gd name="connsiteX7" fmla="*/ 2154403 w 2772385"/>
                <a:gd name="connsiteY7" fmla="*/ 708942 h 3816780"/>
                <a:gd name="connsiteX8" fmla="*/ 2025378 w 2772385"/>
                <a:gd name="connsiteY8" fmla="*/ 753820 h 3816780"/>
                <a:gd name="connsiteX9" fmla="*/ 1991719 w 2772385"/>
                <a:gd name="connsiteY9" fmla="*/ 821138 h 3816780"/>
                <a:gd name="connsiteX10" fmla="*/ 1991719 w 2772385"/>
                <a:gd name="connsiteY10" fmla="*/ 708942 h 3816780"/>
                <a:gd name="connsiteX11" fmla="*/ 1941230 w 2772385"/>
                <a:gd name="connsiteY11" fmla="*/ 669673 h 3816780"/>
                <a:gd name="connsiteX12" fmla="*/ 1778546 w 2772385"/>
                <a:gd name="connsiteY12" fmla="*/ 770649 h 3816780"/>
                <a:gd name="connsiteX13" fmla="*/ 1397078 w 2772385"/>
                <a:gd name="connsiteY13" fmla="*/ 579916 h 3816780"/>
                <a:gd name="connsiteX14" fmla="*/ 1660739 w 2772385"/>
                <a:gd name="connsiteY14" fmla="*/ 1129678 h 3816780"/>
                <a:gd name="connsiteX15" fmla="*/ 1795375 w 2772385"/>
                <a:gd name="connsiteY15" fmla="*/ 1225045 h 3816780"/>
                <a:gd name="connsiteX16" fmla="*/ 1643910 w 2772385"/>
                <a:gd name="connsiteY16" fmla="*/ 1449437 h 3816780"/>
                <a:gd name="connsiteX17" fmla="*/ 1722448 w 2772385"/>
                <a:gd name="connsiteY17" fmla="*/ 1668220 h 3816780"/>
                <a:gd name="connsiteX18" fmla="*/ 1812205 w 2772385"/>
                <a:gd name="connsiteY18" fmla="*/ 1662611 h 3816780"/>
                <a:gd name="connsiteX19" fmla="*/ 1621470 w 2772385"/>
                <a:gd name="connsiteY19" fmla="*/ 1858954 h 3816780"/>
                <a:gd name="connsiteX20" fmla="*/ 909024 w 2772385"/>
                <a:gd name="connsiteY20" fmla="*/ 1578463 h 3816780"/>
                <a:gd name="connsiteX21" fmla="*/ 454629 w 2772385"/>
                <a:gd name="connsiteY21" fmla="*/ 2605060 h 3816780"/>
                <a:gd name="connsiteX22" fmla="*/ 258286 w 2772385"/>
                <a:gd name="connsiteY22" fmla="*/ 2812623 h 3816780"/>
                <a:gd name="connsiteX23" fmla="*/ 39503 w 2772385"/>
                <a:gd name="connsiteY23" fmla="*/ 2857501 h 3816780"/>
                <a:gd name="connsiteX24" fmla="*/ 28282 w 2772385"/>
                <a:gd name="connsiteY24" fmla="*/ 2975307 h 3816780"/>
                <a:gd name="connsiteX25" fmla="*/ 258285 w 2772385"/>
                <a:gd name="connsiteY25" fmla="*/ 3087504 h 3816780"/>
                <a:gd name="connsiteX26" fmla="*/ 527559 w 2772385"/>
                <a:gd name="connsiteY26" fmla="*/ 2986527 h 3816780"/>
                <a:gd name="connsiteX27" fmla="*/ 488288 w 2772385"/>
                <a:gd name="connsiteY27" fmla="*/ 3154821 h 3816780"/>
                <a:gd name="connsiteX28" fmla="*/ 561215 w 2772385"/>
                <a:gd name="connsiteY28" fmla="*/ 3194090 h 3816780"/>
                <a:gd name="connsiteX29" fmla="*/ 381702 w 2772385"/>
                <a:gd name="connsiteY29" fmla="*/ 3592387 h 3816780"/>
                <a:gd name="connsiteX30" fmla="*/ 213408 w 2772385"/>
                <a:gd name="connsiteY30" fmla="*/ 3698973 h 3816780"/>
                <a:gd name="connsiteX31" fmla="*/ 280726 w 2772385"/>
                <a:gd name="connsiteY31" fmla="*/ 3811169 h 3816780"/>
                <a:gd name="connsiteX32" fmla="*/ 477068 w 2772385"/>
                <a:gd name="connsiteY32" fmla="*/ 3771902 h 3816780"/>
                <a:gd name="connsiteX33" fmla="*/ 622923 w 2772385"/>
                <a:gd name="connsiteY33" fmla="*/ 3547509 h 3816780"/>
                <a:gd name="connsiteX34" fmla="*/ 662193 w 2772385"/>
                <a:gd name="connsiteY34" fmla="*/ 3743852 h 3816780"/>
                <a:gd name="connsiteX35" fmla="*/ 735121 w 2772385"/>
                <a:gd name="connsiteY35" fmla="*/ 3732634 h 3816780"/>
                <a:gd name="connsiteX36" fmla="*/ 774389 w 2772385"/>
                <a:gd name="connsiteY36" fmla="*/ 3474581 h 3816780"/>
                <a:gd name="connsiteX37" fmla="*/ 695851 w 2772385"/>
                <a:gd name="connsiteY37" fmla="*/ 3238969 h 3816780"/>
                <a:gd name="connsiteX38" fmla="*/ 897805 w 2772385"/>
                <a:gd name="connsiteY38" fmla="*/ 2627499 h 3816780"/>
                <a:gd name="connsiteX39" fmla="*/ 1161466 w 2772385"/>
                <a:gd name="connsiteY39" fmla="*/ 2520912 h 3816780"/>
                <a:gd name="connsiteX40" fmla="*/ 1492445 w 2772385"/>
                <a:gd name="connsiteY40" fmla="*/ 2638718 h 3816780"/>
                <a:gd name="connsiteX41" fmla="*/ 1587812 w 2772385"/>
                <a:gd name="connsiteY41" fmla="*/ 2627499 h 3816780"/>
                <a:gd name="connsiteX42" fmla="*/ 1643910 w 2772385"/>
                <a:gd name="connsiteY42" fmla="*/ 2728476 h 3816780"/>
                <a:gd name="connsiteX43" fmla="*/ 1795375 w 2772385"/>
                <a:gd name="connsiteY43" fmla="*/ 2762134 h 3816780"/>
                <a:gd name="connsiteX44" fmla="*/ 1795375 w 2772385"/>
                <a:gd name="connsiteY44" fmla="*/ 2812623 h 3816780"/>
                <a:gd name="connsiteX45" fmla="*/ 1750497 w 2772385"/>
                <a:gd name="connsiteY45" fmla="*/ 3008967 h 3816780"/>
                <a:gd name="connsiteX46" fmla="*/ 1711228 w 2772385"/>
                <a:gd name="connsiteY46" fmla="*/ 3328726 h 3816780"/>
                <a:gd name="connsiteX47" fmla="*/ 1200735 w 2772385"/>
                <a:gd name="connsiteY47" fmla="*/ 3396044 h 3816780"/>
                <a:gd name="connsiteX48" fmla="*/ 1172686 w 2772385"/>
                <a:gd name="connsiteY48" fmla="*/ 3468971 h 3816780"/>
                <a:gd name="connsiteX49" fmla="*/ 1110978 w 2772385"/>
                <a:gd name="connsiteY49" fmla="*/ 3497020 h 3816780"/>
                <a:gd name="connsiteX50" fmla="*/ 1139027 w 2772385"/>
                <a:gd name="connsiteY50" fmla="*/ 3631656 h 3816780"/>
                <a:gd name="connsiteX51" fmla="*/ 1279272 w 2772385"/>
                <a:gd name="connsiteY51" fmla="*/ 3637266 h 3816780"/>
                <a:gd name="connsiteX52" fmla="*/ 1273662 w 2772385"/>
                <a:gd name="connsiteY52" fmla="*/ 3485801 h 3816780"/>
                <a:gd name="connsiteX53" fmla="*/ 1453176 w 2772385"/>
                <a:gd name="connsiteY53" fmla="*/ 3497020 h 3816780"/>
                <a:gd name="connsiteX54" fmla="*/ 1425127 w 2772385"/>
                <a:gd name="connsiteY54" fmla="*/ 3575558 h 3816780"/>
                <a:gd name="connsiteX55" fmla="*/ 1397078 w 2772385"/>
                <a:gd name="connsiteY55" fmla="*/ 3637266 h 3816780"/>
                <a:gd name="connsiteX56" fmla="*/ 1340980 w 2772385"/>
                <a:gd name="connsiteY56" fmla="*/ 3704584 h 3816780"/>
                <a:gd name="connsiteX57" fmla="*/ 1453177 w 2772385"/>
                <a:gd name="connsiteY57" fmla="*/ 3799951 h 3816780"/>
                <a:gd name="connsiteX58" fmla="*/ 1514884 w 2772385"/>
                <a:gd name="connsiteY58" fmla="*/ 3642876 h 3816780"/>
                <a:gd name="connsiteX59" fmla="*/ 1817814 w 2772385"/>
                <a:gd name="connsiteY59" fmla="*/ 3541899 h 3816780"/>
                <a:gd name="connsiteX60" fmla="*/ 2154403 w 2772385"/>
                <a:gd name="connsiteY60" fmla="*/ 3614826 h 3816780"/>
                <a:gd name="connsiteX61" fmla="*/ 2109525 w 2772385"/>
                <a:gd name="connsiteY61" fmla="*/ 3715803 h 3816780"/>
                <a:gd name="connsiteX62" fmla="*/ 2193672 w 2772385"/>
                <a:gd name="connsiteY62" fmla="*/ 3816780 h 3816780"/>
                <a:gd name="connsiteX63" fmla="*/ 2277819 w 2772385"/>
                <a:gd name="connsiteY63" fmla="*/ 3732633 h 3816780"/>
                <a:gd name="connsiteX64" fmla="*/ 2266600 w 2772385"/>
                <a:gd name="connsiteY64" fmla="*/ 3637266 h 3816780"/>
                <a:gd name="connsiteX65" fmla="*/ 2423675 w 2772385"/>
                <a:gd name="connsiteY65" fmla="*/ 3564338 h 3816780"/>
                <a:gd name="connsiteX66" fmla="*/ 2429284 w 2772385"/>
                <a:gd name="connsiteY66" fmla="*/ 3384824 h 3816780"/>
                <a:gd name="connsiteX67" fmla="*/ 1907572 w 2772385"/>
                <a:gd name="connsiteY67" fmla="*/ 3345556 h 3816780"/>
                <a:gd name="connsiteX68" fmla="*/ 1913181 w 2772385"/>
                <a:gd name="connsiteY68" fmla="*/ 3031406 h 3816780"/>
                <a:gd name="connsiteX69" fmla="*/ 1907571 w 2772385"/>
                <a:gd name="connsiteY69" fmla="*/ 3014576 h 3816780"/>
                <a:gd name="connsiteX70" fmla="*/ 1901962 w 2772385"/>
                <a:gd name="connsiteY70" fmla="*/ 2835062 h 3816780"/>
                <a:gd name="connsiteX71" fmla="*/ 1857083 w 2772385"/>
                <a:gd name="connsiteY71" fmla="*/ 2773354 h 3816780"/>
                <a:gd name="connsiteX72" fmla="*/ 2047817 w 2772385"/>
                <a:gd name="connsiteY72" fmla="*/ 2717256 h 3816780"/>
                <a:gd name="connsiteX73" fmla="*/ 2081476 w 2772385"/>
                <a:gd name="connsiteY73" fmla="*/ 2610669 h 3816780"/>
                <a:gd name="connsiteX74" fmla="*/ 2367576 w 2772385"/>
                <a:gd name="connsiteY74" fmla="*/ 2621889 h 3816780"/>
                <a:gd name="connsiteX75" fmla="*/ 2591969 w 2772385"/>
                <a:gd name="connsiteY75" fmla="*/ 2032858 h 3816780"/>
                <a:gd name="connsiteX76" fmla="*/ 2547090 w 2772385"/>
                <a:gd name="connsiteY76" fmla="*/ 1948711 h 3816780"/>
                <a:gd name="connsiteX77" fmla="*/ 2648067 w 2772385"/>
                <a:gd name="connsiteY77" fmla="*/ 1432608 h 3816780"/>
                <a:gd name="connsiteX78" fmla="*/ 2580750 w 2772385"/>
                <a:gd name="connsiteY78" fmla="*/ 1337242 h 3816780"/>
                <a:gd name="connsiteX79" fmla="*/ 2462943 w 2772385"/>
                <a:gd name="connsiteY79" fmla="*/ 809919 h 3816780"/>
                <a:gd name="connsiteX80" fmla="*/ 2737825 w 2772385"/>
                <a:gd name="connsiteY80" fmla="*/ 675283 h 3816780"/>
                <a:gd name="connsiteX81" fmla="*/ 2709775 w 2772385"/>
                <a:gd name="connsiteY81" fmla="*/ 434061 h 3816780"/>
                <a:gd name="connsiteX82" fmla="*/ 2625628 w 2772385"/>
                <a:gd name="connsiteY82" fmla="*/ 86253 h 3816780"/>
                <a:gd name="connsiteX0" fmla="*/ 2625628 w 2772385"/>
                <a:gd name="connsiteY0" fmla="*/ 86253 h 3816780"/>
                <a:gd name="connsiteX1" fmla="*/ 2429284 w 2772385"/>
                <a:gd name="connsiteY1" fmla="*/ 2105 h 3816780"/>
                <a:gd name="connsiteX2" fmla="*/ 2188062 w 2772385"/>
                <a:gd name="connsiteY2" fmla="*/ 159180 h 3816780"/>
                <a:gd name="connsiteX3" fmla="*/ 2087086 w 2772385"/>
                <a:gd name="connsiteY3" fmla="*/ 198449 h 3816780"/>
                <a:gd name="connsiteX4" fmla="*/ 2137574 w 2772385"/>
                <a:gd name="connsiteY4" fmla="*/ 288206 h 3816780"/>
                <a:gd name="connsiteX5" fmla="*/ 2025378 w 2772385"/>
                <a:gd name="connsiteY5" fmla="*/ 450890 h 3816780"/>
                <a:gd name="connsiteX6" fmla="*/ 2131966 w 2772385"/>
                <a:gd name="connsiteY6" fmla="*/ 585526 h 3816780"/>
                <a:gd name="connsiteX7" fmla="*/ 2154403 w 2772385"/>
                <a:gd name="connsiteY7" fmla="*/ 708942 h 3816780"/>
                <a:gd name="connsiteX8" fmla="*/ 2025378 w 2772385"/>
                <a:gd name="connsiteY8" fmla="*/ 753820 h 3816780"/>
                <a:gd name="connsiteX9" fmla="*/ 1991719 w 2772385"/>
                <a:gd name="connsiteY9" fmla="*/ 821138 h 3816780"/>
                <a:gd name="connsiteX10" fmla="*/ 1991719 w 2772385"/>
                <a:gd name="connsiteY10" fmla="*/ 708942 h 3816780"/>
                <a:gd name="connsiteX11" fmla="*/ 1941230 w 2772385"/>
                <a:gd name="connsiteY11" fmla="*/ 669673 h 3816780"/>
                <a:gd name="connsiteX12" fmla="*/ 1778546 w 2772385"/>
                <a:gd name="connsiteY12" fmla="*/ 770649 h 3816780"/>
                <a:gd name="connsiteX13" fmla="*/ 1397078 w 2772385"/>
                <a:gd name="connsiteY13" fmla="*/ 579916 h 3816780"/>
                <a:gd name="connsiteX14" fmla="*/ 1660739 w 2772385"/>
                <a:gd name="connsiteY14" fmla="*/ 1129678 h 3816780"/>
                <a:gd name="connsiteX15" fmla="*/ 1795375 w 2772385"/>
                <a:gd name="connsiteY15" fmla="*/ 1225045 h 3816780"/>
                <a:gd name="connsiteX16" fmla="*/ 1643910 w 2772385"/>
                <a:gd name="connsiteY16" fmla="*/ 1449437 h 3816780"/>
                <a:gd name="connsiteX17" fmla="*/ 1722448 w 2772385"/>
                <a:gd name="connsiteY17" fmla="*/ 1668220 h 3816780"/>
                <a:gd name="connsiteX18" fmla="*/ 1812205 w 2772385"/>
                <a:gd name="connsiteY18" fmla="*/ 1662611 h 3816780"/>
                <a:gd name="connsiteX19" fmla="*/ 1621470 w 2772385"/>
                <a:gd name="connsiteY19" fmla="*/ 1858954 h 3816780"/>
                <a:gd name="connsiteX20" fmla="*/ 909024 w 2772385"/>
                <a:gd name="connsiteY20" fmla="*/ 1578463 h 3816780"/>
                <a:gd name="connsiteX21" fmla="*/ 454629 w 2772385"/>
                <a:gd name="connsiteY21" fmla="*/ 2605060 h 3816780"/>
                <a:gd name="connsiteX22" fmla="*/ 258286 w 2772385"/>
                <a:gd name="connsiteY22" fmla="*/ 2812623 h 3816780"/>
                <a:gd name="connsiteX23" fmla="*/ 39503 w 2772385"/>
                <a:gd name="connsiteY23" fmla="*/ 2857501 h 3816780"/>
                <a:gd name="connsiteX24" fmla="*/ 28282 w 2772385"/>
                <a:gd name="connsiteY24" fmla="*/ 2975307 h 3816780"/>
                <a:gd name="connsiteX25" fmla="*/ 258285 w 2772385"/>
                <a:gd name="connsiteY25" fmla="*/ 3087504 h 3816780"/>
                <a:gd name="connsiteX26" fmla="*/ 527559 w 2772385"/>
                <a:gd name="connsiteY26" fmla="*/ 2986527 h 3816780"/>
                <a:gd name="connsiteX27" fmla="*/ 488288 w 2772385"/>
                <a:gd name="connsiteY27" fmla="*/ 3154821 h 3816780"/>
                <a:gd name="connsiteX28" fmla="*/ 561215 w 2772385"/>
                <a:gd name="connsiteY28" fmla="*/ 3194090 h 3816780"/>
                <a:gd name="connsiteX29" fmla="*/ 381702 w 2772385"/>
                <a:gd name="connsiteY29" fmla="*/ 3592387 h 3816780"/>
                <a:gd name="connsiteX30" fmla="*/ 213408 w 2772385"/>
                <a:gd name="connsiteY30" fmla="*/ 3698973 h 3816780"/>
                <a:gd name="connsiteX31" fmla="*/ 280726 w 2772385"/>
                <a:gd name="connsiteY31" fmla="*/ 3811169 h 3816780"/>
                <a:gd name="connsiteX32" fmla="*/ 477068 w 2772385"/>
                <a:gd name="connsiteY32" fmla="*/ 3771902 h 3816780"/>
                <a:gd name="connsiteX33" fmla="*/ 622923 w 2772385"/>
                <a:gd name="connsiteY33" fmla="*/ 3547509 h 3816780"/>
                <a:gd name="connsiteX34" fmla="*/ 662193 w 2772385"/>
                <a:gd name="connsiteY34" fmla="*/ 3743852 h 3816780"/>
                <a:gd name="connsiteX35" fmla="*/ 735121 w 2772385"/>
                <a:gd name="connsiteY35" fmla="*/ 3732634 h 3816780"/>
                <a:gd name="connsiteX36" fmla="*/ 774389 w 2772385"/>
                <a:gd name="connsiteY36" fmla="*/ 3474581 h 3816780"/>
                <a:gd name="connsiteX37" fmla="*/ 695851 w 2772385"/>
                <a:gd name="connsiteY37" fmla="*/ 3238969 h 3816780"/>
                <a:gd name="connsiteX38" fmla="*/ 897805 w 2772385"/>
                <a:gd name="connsiteY38" fmla="*/ 2627499 h 3816780"/>
                <a:gd name="connsiteX39" fmla="*/ 1161466 w 2772385"/>
                <a:gd name="connsiteY39" fmla="*/ 2520912 h 3816780"/>
                <a:gd name="connsiteX40" fmla="*/ 1492445 w 2772385"/>
                <a:gd name="connsiteY40" fmla="*/ 2638718 h 3816780"/>
                <a:gd name="connsiteX41" fmla="*/ 1587812 w 2772385"/>
                <a:gd name="connsiteY41" fmla="*/ 2627499 h 3816780"/>
                <a:gd name="connsiteX42" fmla="*/ 1643910 w 2772385"/>
                <a:gd name="connsiteY42" fmla="*/ 2728476 h 3816780"/>
                <a:gd name="connsiteX43" fmla="*/ 1795375 w 2772385"/>
                <a:gd name="connsiteY43" fmla="*/ 2762134 h 3816780"/>
                <a:gd name="connsiteX44" fmla="*/ 1795375 w 2772385"/>
                <a:gd name="connsiteY44" fmla="*/ 2812623 h 3816780"/>
                <a:gd name="connsiteX45" fmla="*/ 1750497 w 2772385"/>
                <a:gd name="connsiteY45" fmla="*/ 3008967 h 3816780"/>
                <a:gd name="connsiteX46" fmla="*/ 1711228 w 2772385"/>
                <a:gd name="connsiteY46" fmla="*/ 3328726 h 3816780"/>
                <a:gd name="connsiteX47" fmla="*/ 1200735 w 2772385"/>
                <a:gd name="connsiteY47" fmla="*/ 3396044 h 3816780"/>
                <a:gd name="connsiteX48" fmla="*/ 1172686 w 2772385"/>
                <a:gd name="connsiteY48" fmla="*/ 3468971 h 3816780"/>
                <a:gd name="connsiteX49" fmla="*/ 1110978 w 2772385"/>
                <a:gd name="connsiteY49" fmla="*/ 3497020 h 3816780"/>
                <a:gd name="connsiteX50" fmla="*/ 1139027 w 2772385"/>
                <a:gd name="connsiteY50" fmla="*/ 3631656 h 3816780"/>
                <a:gd name="connsiteX51" fmla="*/ 1279272 w 2772385"/>
                <a:gd name="connsiteY51" fmla="*/ 3637266 h 3816780"/>
                <a:gd name="connsiteX52" fmla="*/ 1273662 w 2772385"/>
                <a:gd name="connsiteY52" fmla="*/ 3485801 h 3816780"/>
                <a:gd name="connsiteX53" fmla="*/ 1453176 w 2772385"/>
                <a:gd name="connsiteY53" fmla="*/ 3497020 h 3816780"/>
                <a:gd name="connsiteX54" fmla="*/ 1425127 w 2772385"/>
                <a:gd name="connsiteY54" fmla="*/ 3575558 h 3816780"/>
                <a:gd name="connsiteX55" fmla="*/ 1397078 w 2772385"/>
                <a:gd name="connsiteY55" fmla="*/ 3637266 h 3816780"/>
                <a:gd name="connsiteX56" fmla="*/ 1340980 w 2772385"/>
                <a:gd name="connsiteY56" fmla="*/ 3704584 h 3816780"/>
                <a:gd name="connsiteX57" fmla="*/ 1453177 w 2772385"/>
                <a:gd name="connsiteY57" fmla="*/ 3799951 h 3816780"/>
                <a:gd name="connsiteX58" fmla="*/ 1514884 w 2772385"/>
                <a:gd name="connsiteY58" fmla="*/ 3642876 h 3816780"/>
                <a:gd name="connsiteX59" fmla="*/ 1817814 w 2772385"/>
                <a:gd name="connsiteY59" fmla="*/ 3541899 h 3816780"/>
                <a:gd name="connsiteX60" fmla="*/ 2154403 w 2772385"/>
                <a:gd name="connsiteY60" fmla="*/ 3614826 h 3816780"/>
                <a:gd name="connsiteX61" fmla="*/ 2109525 w 2772385"/>
                <a:gd name="connsiteY61" fmla="*/ 3715803 h 3816780"/>
                <a:gd name="connsiteX62" fmla="*/ 2193672 w 2772385"/>
                <a:gd name="connsiteY62" fmla="*/ 3816780 h 3816780"/>
                <a:gd name="connsiteX63" fmla="*/ 2277819 w 2772385"/>
                <a:gd name="connsiteY63" fmla="*/ 3732633 h 3816780"/>
                <a:gd name="connsiteX64" fmla="*/ 2266600 w 2772385"/>
                <a:gd name="connsiteY64" fmla="*/ 3637266 h 3816780"/>
                <a:gd name="connsiteX65" fmla="*/ 2423675 w 2772385"/>
                <a:gd name="connsiteY65" fmla="*/ 3564338 h 3816780"/>
                <a:gd name="connsiteX66" fmla="*/ 2429284 w 2772385"/>
                <a:gd name="connsiteY66" fmla="*/ 3384824 h 3816780"/>
                <a:gd name="connsiteX67" fmla="*/ 1907572 w 2772385"/>
                <a:gd name="connsiteY67" fmla="*/ 3345556 h 3816780"/>
                <a:gd name="connsiteX68" fmla="*/ 1913181 w 2772385"/>
                <a:gd name="connsiteY68" fmla="*/ 3031406 h 3816780"/>
                <a:gd name="connsiteX69" fmla="*/ 1907571 w 2772385"/>
                <a:gd name="connsiteY69" fmla="*/ 3014576 h 3816780"/>
                <a:gd name="connsiteX70" fmla="*/ 1901962 w 2772385"/>
                <a:gd name="connsiteY70" fmla="*/ 2835062 h 3816780"/>
                <a:gd name="connsiteX71" fmla="*/ 1857083 w 2772385"/>
                <a:gd name="connsiteY71" fmla="*/ 2773354 h 3816780"/>
                <a:gd name="connsiteX72" fmla="*/ 2047817 w 2772385"/>
                <a:gd name="connsiteY72" fmla="*/ 2717256 h 3816780"/>
                <a:gd name="connsiteX73" fmla="*/ 2081476 w 2772385"/>
                <a:gd name="connsiteY73" fmla="*/ 2610669 h 3816780"/>
                <a:gd name="connsiteX74" fmla="*/ 2367576 w 2772385"/>
                <a:gd name="connsiteY74" fmla="*/ 2621889 h 3816780"/>
                <a:gd name="connsiteX75" fmla="*/ 2591969 w 2772385"/>
                <a:gd name="connsiteY75" fmla="*/ 2032858 h 3816780"/>
                <a:gd name="connsiteX76" fmla="*/ 2547090 w 2772385"/>
                <a:gd name="connsiteY76" fmla="*/ 1948711 h 3816780"/>
                <a:gd name="connsiteX77" fmla="*/ 2648067 w 2772385"/>
                <a:gd name="connsiteY77" fmla="*/ 1432608 h 3816780"/>
                <a:gd name="connsiteX78" fmla="*/ 2580750 w 2772385"/>
                <a:gd name="connsiteY78" fmla="*/ 1337242 h 3816780"/>
                <a:gd name="connsiteX79" fmla="*/ 2462943 w 2772385"/>
                <a:gd name="connsiteY79" fmla="*/ 809919 h 3816780"/>
                <a:gd name="connsiteX80" fmla="*/ 2737825 w 2772385"/>
                <a:gd name="connsiteY80" fmla="*/ 675283 h 3816780"/>
                <a:gd name="connsiteX81" fmla="*/ 2709775 w 2772385"/>
                <a:gd name="connsiteY81" fmla="*/ 434061 h 3816780"/>
                <a:gd name="connsiteX82" fmla="*/ 2625628 w 2772385"/>
                <a:gd name="connsiteY82" fmla="*/ 86253 h 381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2772385" h="3816780">
                  <a:moveTo>
                    <a:pt x="2625628" y="86253"/>
                  </a:moveTo>
                  <a:cubicBezTo>
                    <a:pt x="2591969" y="30155"/>
                    <a:pt x="2530261" y="-3505"/>
                    <a:pt x="2429284" y="2105"/>
                  </a:cubicBezTo>
                  <a:cubicBezTo>
                    <a:pt x="2322697" y="-16594"/>
                    <a:pt x="2255380" y="93732"/>
                    <a:pt x="2188062" y="159180"/>
                  </a:cubicBezTo>
                  <a:lnTo>
                    <a:pt x="2087086" y="198449"/>
                  </a:lnTo>
                  <a:lnTo>
                    <a:pt x="2137574" y="288206"/>
                  </a:lnTo>
                  <a:lnTo>
                    <a:pt x="2025378" y="450890"/>
                  </a:lnTo>
                  <a:cubicBezTo>
                    <a:pt x="2049688" y="501378"/>
                    <a:pt x="2107656" y="535038"/>
                    <a:pt x="2131966" y="585526"/>
                  </a:cubicBezTo>
                  <a:lnTo>
                    <a:pt x="2154403" y="708942"/>
                  </a:lnTo>
                  <a:lnTo>
                    <a:pt x="2025378" y="753820"/>
                  </a:lnTo>
                  <a:lnTo>
                    <a:pt x="1991719" y="821138"/>
                  </a:lnTo>
                  <a:lnTo>
                    <a:pt x="1991719" y="708942"/>
                  </a:lnTo>
                  <a:lnTo>
                    <a:pt x="1941230" y="669673"/>
                  </a:lnTo>
                  <a:lnTo>
                    <a:pt x="1778546" y="770649"/>
                  </a:lnTo>
                  <a:lnTo>
                    <a:pt x="1397078" y="579916"/>
                  </a:lnTo>
                  <a:lnTo>
                    <a:pt x="1660739" y="1129678"/>
                  </a:lnTo>
                  <a:lnTo>
                    <a:pt x="1795375" y="1225045"/>
                  </a:lnTo>
                  <a:cubicBezTo>
                    <a:pt x="1744887" y="1299842"/>
                    <a:pt x="1649520" y="1352201"/>
                    <a:pt x="1643910" y="1449437"/>
                  </a:cubicBezTo>
                  <a:cubicBezTo>
                    <a:pt x="1630820" y="1527975"/>
                    <a:pt x="1657001" y="1628951"/>
                    <a:pt x="1722448" y="1668220"/>
                  </a:cubicBezTo>
                  <a:lnTo>
                    <a:pt x="1812205" y="1662611"/>
                  </a:lnTo>
                  <a:lnTo>
                    <a:pt x="1621470" y="1858954"/>
                  </a:lnTo>
                  <a:cubicBezTo>
                    <a:pt x="1580332" y="1911312"/>
                    <a:pt x="1056749" y="1542934"/>
                    <a:pt x="909024" y="1578463"/>
                  </a:cubicBezTo>
                  <a:cubicBezTo>
                    <a:pt x="667802" y="1634562"/>
                    <a:pt x="656582" y="2341398"/>
                    <a:pt x="454629" y="2605060"/>
                  </a:cubicBezTo>
                  <a:lnTo>
                    <a:pt x="258286" y="2812623"/>
                  </a:lnTo>
                  <a:cubicBezTo>
                    <a:pt x="190968" y="2883680"/>
                    <a:pt x="101211" y="2808883"/>
                    <a:pt x="39503" y="2857501"/>
                  </a:cubicBezTo>
                  <a:cubicBezTo>
                    <a:pt x="-9116" y="2898640"/>
                    <a:pt x="-12856" y="2945388"/>
                    <a:pt x="28282" y="2975307"/>
                  </a:cubicBezTo>
                  <a:cubicBezTo>
                    <a:pt x="108690" y="3035145"/>
                    <a:pt x="177877" y="3050105"/>
                    <a:pt x="258285" y="3087504"/>
                  </a:cubicBezTo>
                  <a:cubicBezTo>
                    <a:pt x="396660" y="2995877"/>
                    <a:pt x="495770" y="2937909"/>
                    <a:pt x="527559" y="2986527"/>
                  </a:cubicBezTo>
                  <a:cubicBezTo>
                    <a:pt x="578047" y="3025795"/>
                    <a:pt x="505118" y="3104333"/>
                    <a:pt x="488288" y="3154821"/>
                  </a:cubicBezTo>
                  <a:lnTo>
                    <a:pt x="561215" y="3194090"/>
                  </a:lnTo>
                  <a:lnTo>
                    <a:pt x="381702" y="3592387"/>
                  </a:lnTo>
                  <a:cubicBezTo>
                    <a:pt x="329344" y="3622306"/>
                    <a:pt x="215277" y="3669054"/>
                    <a:pt x="213408" y="3698973"/>
                  </a:cubicBezTo>
                  <a:cubicBezTo>
                    <a:pt x="213408" y="3747592"/>
                    <a:pt x="241457" y="3796210"/>
                    <a:pt x="280726" y="3811169"/>
                  </a:cubicBezTo>
                  <a:lnTo>
                    <a:pt x="477068" y="3771902"/>
                  </a:lnTo>
                  <a:cubicBezTo>
                    <a:pt x="525686" y="3697104"/>
                    <a:pt x="557476" y="3532550"/>
                    <a:pt x="622923" y="3547509"/>
                  </a:cubicBezTo>
                  <a:cubicBezTo>
                    <a:pt x="682762" y="3530679"/>
                    <a:pt x="641623" y="3693364"/>
                    <a:pt x="662193" y="3743852"/>
                  </a:cubicBezTo>
                  <a:lnTo>
                    <a:pt x="735121" y="3732634"/>
                  </a:lnTo>
                  <a:cubicBezTo>
                    <a:pt x="753820" y="3642877"/>
                    <a:pt x="733251" y="3564338"/>
                    <a:pt x="774389" y="3474581"/>
                  </a:cubicBezTo>
                  <a:cubicBezTo>
                    <a:pt x="802438" y="3418483"/>
                    <a:pt x="707071" y="3328726"/>
                    <a:pt x="695851" y="3238969"/>
                  </a:cubicBezTo>
                  <a:cubicBezTo>
                    <a:pt x="677152" y="3160431"/>
                    <a:pt x="837966" y="2868721"/>
                    <a:pt x="897805" y="2627499"/>
                  </a:cubicBezTo>
                  <a:lnTo>
                    <a:pt x="1161466" y="2520912"/>
                  </a:lnTo>
                  <a:lnTo>
                    <a:pt x="1492445" y="2638718"/>
                  </a:lnTo>
                  <a:lnTo>
                    <a:pt x="1587812" y="2627499"/>
                  </a:lnTo>
                  <a:cubicBezTo>
                    <a:pt x="1606511" y="2661158"/>
                    <a:pt x="1602772" y="2694817"/>
                    <a:pt x="1643910" y="2728476"/>
                  </a:cubicBezTo>
                  <a:lnTo>
                    <a:pt x="1795375" y="2762134"/>
                  </a:lnTo>
                  <a:lnTo>
                    <a:pt x="1795375" y="2812623"/>
                  </a:lnTo>
                  <a:cubicBezTo>
                    <a:pt x="1718708" y="2823842"/>
                    <a:pt x="1759847" y="2947259"/>
                    <a:pt x="1750497" y="3008967"/>
                  </a:cubicBezTo>
                  <a:lnTo>
                    <a:pt x="1711228" y="3328726"/>
                  </a:lnTo>
                  <a:lnTo>
                    <a:pt x="1200735" y="3396044"/>
                  </a:lnTo>
                  <a:lnTo>
                    <a:pt x="1172686" y="3468971"/>
                  </a:lnTo>
                  <a:lnTo>
                    <a:pt x="1110978" y="3497020"/>
                  </a:lnTo>
                  <a:cubicBezTo>
                    <a:pt x="1120328" y="3541899"/>
                    <a:pt x="1090408" y="3569947"/>
                    <a:pt x="1139027" y="3631656"/>
                  </a:cubicBezTo>
                  <a:lnTo>
                    <a:pt x="1279272" y="3637266"/>
                  </a:lnTo>
                  <a:lnTo>
                    <a:pt x="1273662" y="3485801"/>
                  </a:lnTo>
                  <a:lnTo>
                    <a:pt x="1453176" y="3497020"/>
                  </a:lnTo>
                  <a:lnTo>
                    <a:pt x="1425127" y="3575558"/>
                  </a:lnTo>
                  <a:lnTo>
                    <a:pt x="1397078" y="3637266"/>
                  </a:lnTo>
                  <a:lnTo>
                    <a:pt x="1340980" y="3704584"/>
                  </a:lnTo>
                  <a:cubicBezTo>
                    <a:pt x="1355940" y="3770031"/>
                    <a:pt x="1393339" y="3790601"/>
                    <a:pt x="1453177" y="3799951"/>
                  </a:cubicBezTo>
                  <a:cubicBezTo>
                    <a:pt x="1514885" y="3788732"/>
                    <a:pt x="1548543" y="3760681"/>
                    <a:pt x="1514884" y="3642876"/>
                  </a:cubicBezTo>
                  <a:lnTo>
                    <a:pt x="1817814" y="3541899"/>
                  </a:lnTo>
                  <a:lnTo>
                    <a:pt x="2154403" y="3614826"/>
                  </a:lnTo>
                  <a:cubicBezTo>
                    <a:pt x="2139444" y="3648485"/>
                    <a:pt x="2096435" y="3682144"/>
                    <a:pt x="2109525" y="3715803"/>
                  </a:cubicBezTo>
                  <a:cubicBezTo>
                    <a:pt x="2107655" y="3771901"/>
                    <a:pt x="2161883" y="3794341"/>
                    <a:pt x="2193672" y="3816780"/>
                  </a:cubicBezTo>
                  <a:lnTo>
                    <a:pt x="2277819" y="3732633"/>
                  </a:lnTo>
                  <a:lnTo>
                    <a:pt x="2266600" y="3637266"/>
                  </a:lnTo>
                  <a:lnTo>
                    <a:pt x="2423675" y="3564338"/>
                  </a:lnTo>
                  <a:lnTo>
                    <a:pt x="2429284" y="3384824"/>
                  </a:lnTo>
                  <a:lnTo>
                    <a:pt x="1907572" y="3345556"/>
                  </a:lnTo>
                  <a:lnTo>
                    <a:pt x="1913181" y="3031406"/>
                  </a:lnTo>
                  <a:lnTo>
                    <a:pt x="1907571" y="3014576"/>
                  </a:lnTo>
                  <a:lnTo>
                    <a:pt x="1901962" y="2835062"/>
                  </a:lnTo>
                  <a:lnTo>
                    <a:pt x="1857083" y="2773354"/>
                  </a:lnTo>
                  <a:lnTo>
                    <a:pt x="2047817" y="2717256"/>
                  </a:lnTo>
                  <a:lnTo>
                    <a:pt x="2081476" y="2610669"/>
                  </a:lnTo>
                  <a:lnTo>
                    <a:pt x="2367576" y="2621889"/>
                  </a:lnTo>
                  <a:cubicBezTo>
                    <a:pt x="2515302" y="2577011"/>
                    <a:pt x="2640587" y="2049688"/>
                    <a:pt x="2591969" y="2032858"/>
                  </a:cubicBezTo>
                  <a:lnTo>
                    <a:pt x="2547090" y="1948711"/>
                  </a:lnTo>
                  <a:cubicBezTo>
                    <a:pt x="2618148" y="1808466"/>
                    <a:pt x="2661156" y="1628952"/>
                    <a:pt x="2648067" y="1432608"/>
                  </a:cubicBezTo>
                  <a:lnTo>
                    <a:pt x="2580750" y="1337242"/>
                  </a:lnTo>
                  <a:cubicBezTo>
                    <a:pt x="2597579" y="1168948"/>
                    <a:pt x="2569529" y="989433"/>
                    <a:pt x="2462943" y="809919"/>
                  </a:cubicBezTo>
                  <a:cubicBezTo>
                    <a:pt x="2584488" y="890327"/>
                    <a:pt x="2655548" y="740730"/>
                    <a:pt x="2737825" y="675283"/>
                  </a:cubicBezTo>
                  <a:cubicBezTo>
                    <a:pt x="2765874" y="636014"/>
                    <a:pt x="2810752" y="473330"/>
                    <a:pt x="2709775" y="434061"/>
                  </a:cubicBezTo>
                  <a:cubicBezTo>
                    <a:pt x="2797662" y="265766"/>
                    <a:pt x="2694817" y="131131"/>
                    <a:pt x="2625628" y="8625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latin typeface="Arial"/>
                <a:ea typeface="+mn-ea"/>
                <a:cs typeface="+mn-cs"/>
              </a:endParaRPr>
            </a:p>
          </p:txBody>
        </p:sp>
        <p:sp>
          <p:nvSpPr>
            <p:cNvPr id="24" name="Freeform 5">
              <a:extLst>
                <a:ext uri="{FF2B5EF4-FFF2-40B4-BE49-F238E27FC236}">
                  <a16:creationId xmlns:a16="http://schemas.microsoft.com/office/drawing/2014/main" id="{F3BB551A-C5EC-49C4-933B-343C199F0412}"/>
                </a:ext>
              </a:extLst>
            </p:cNvPr>
            <p:cNvSpPr/>
            <p:nvPr/>
          </p:nvSpPr>
          <p:spPr>
            <a:xfrm flipH="1">
              <a:off x="5817760" y="3749537"/>
              <a:ext cx="1386924" cy="2303641"/>
            </a:xfrm>
            <a:custGeom>
              <a:avLst/>
              <a:gdLst>
                <a:gd name="connsiteX0" fmla="*/ 920010 w 1997094"/>
                <a:gd name="connsiteY0" fmla="*/ 0 h 3410768"/>
                <a:gd name="connsiteX1" fmla="*/ 779764 w 1997094"/>
                <a:gd name="connsiteY1" fmla="*/ 117807 h 3410768"/>
                <a:gd name="connsiteX2" fmla="*/ 751715 w 1997094"/>
                <a:gd name="connsiteY2" fmla="*/ 224393 h 3410768"/>
                <a:gd name="connsiteX3" fmla="*/ 656348 w 1997094"/>
                <a:gd name="connsiteY3" fmla="*/ 403907 h 3410768"/>
                <a:gd name="connsiteX4" fmla="*/ 656348 w 1997094"/>
                <a:gd name="connsiteY4" fmla="*/ 460005 h 3410768"/>
                <a:gd name="connsiteX5" fmla="*/ 673178 w 1997094"/>
                <a:gd name="connsiteY5" fmla="*/ 544153 h 3410768"/>
                <a:gd name="connsiteX6" fmla="*/ 448785 w 1997094"/>
                <a:gd name="connsiteY6" fmla="*/ 656349 h 3410768"/>
                <a:gd name="connsiteX7" fmla="*/ 263661 w 1997094"/>
                <a:gd name="connsiteY7" fmla="*/ 673178 h 3410768"/>
                <a:gd name="connsiteX8" fmla="*/ 218783 w 1997094"/>
                <a:gd name="connsiteY8" fmla="*/ 948059 h 3410768"/>
                <a:gd name="connsiteX9" fmla="*/ 168294 w 1997094"/>
                <a:gd name="connsiteY9" fmla="*/ 1082695 h 3410768"/>
                <a:gd name="connsiteX10" fmla="*/ 72927 w 1997094"/>
                <a:gd name="connsiteY10" fmla="*/ 1211721 h 3410768"/>
                <a:gd name="connsiteX11" fmla="*/ 0 w 1997094"/>
                <a:gd name="connsiteY11" fmla="*/ 1346356 h 3410768"/>
                <a:gd name="connsiteX12" fmla="*/ 134635 w 1997094"/>
                <a:gd name="connsiteY12" fmla="*/ 1705384 h 3410768"/>
                <a:gd name="connsiteX13" fmla="*/ 241222 w 1997094"/>
                <a:gd name="connsiteY13" fmla="*/ 1778312 h 3410768"/>
                <a:gd name="connsiteX14" fmla="*/ 291710 w 1997094"/>
                <a:gd name="connsiteY14" fmla="*/ 1744653 h 3410768"/>
                <a:gd name="connsiteX15" fmla="*/ 336589 w 1997094"/>
                <a:gd name="connsiteY15" fmla="*/ 1800751 h 3410768"/>
                <a:gd name="connsiteX16" fmla="*/ 370248 w 1997094"/>
                <a:gd name="connsiteY16" fmla="*/ 3141497 h 3410768"/>
                <a:gd name="connsiteX17" fmla="*/ 426346 w 1997094"/>
                <a:gd name="connsiteY17" fmla="*/ 3141497 h 3410768"/>
                <a:gd name="connsiteX18" fmla="*/ 431956 w 1997094"/>
                <a:gd name="connsiteY18" fmla="*/ 2423441 h 3410768"/>
                <a:gd name="connsiteX19" fmla="*/ 510493 w 1997094"/>
                <a:gd name="connsiteY19" fmla="*/ 2440270 h 3410768"/>
                <a:gd name="connsiteX20" fmla="*/ 493664 w 1997094"/>
                <a:gd name="connsiteY20" fmla="*/ 2928324 h 3410768"/>
                <a:gd name="connsiteX21" fmla="*/ 549762 w 1997094"/>
                <a:gd name="connsiteY21" fmla="*/ 2928324 h 3410768"/>
                <a:gd name="connsiteX22" fmla="*/ 594640 w 1997094"/>
                <a:gd name="connsiteY22" fmla="*/ 2457100 h 3410768"/>
                <a:gd name="connsiteX23" fmla="*/ 964888 w 1997094"/>
                <a:gd name="connsiteY23" fmla="*/ 2462710 h 3410768"/>
                <a:gd name="connsiteX24" fmla="*/ 970498 w 1997094"/>
                <a:gd name="connsiteY24" fmla="*/ 2866616 h 3410768"/>
                <a:gd name="connsiteX25" fmla="*/ 1026596 w 1997094"/>
                <a:gd name="connsiteY25" fmla="*/ 2877836 h 3410768"/>
                <a:gd name="connsiteX26" fmla="*/ 1020986 w 1997094"/>
                <a:gd name="connsiteY26" fmla="*/ 3051740 h 3410768"/>
                <a:gd name="connsiteX27" fmla="*/ 1009767 w 1997094"/>
                <a:gd name="connsiteY27" fmla="*/ 3175156 h 3410768"/>
                <a:gd name="connsiteX28" fmla="*/ 1004157 w 1997094"/>
                <a:gd name="connsiteY28" fmla="*/ 3365890 h 3410768"/>
                <a:gd name="connsiteX29" fmla="*/ 1217330 w 1997094"/>
                <a:gd name="connsiteY29" fmla="*/ 3410768 h 3410768"/>
                <a:gd name="connsiteX30" fmla="*/ 1234159 w 1997094"/>
                <a:gd name="connsiteY30" fmla="*/ 3248084 h 3410768"/>
                <a:gd name="connsiteX31" fmla="*/ 1211720 w 1997094"/>
                <a:gd name="connsiteY31" fmla="*/ 3040521 h 3410768"/>
                <a:gd name="connsiteX32" fmla="*/ 1234159 w 1997094"/>
                <a:gd name="connsiteY32" fmla="*/ 2883446 h 3410768"/>
                <a:gd name="connsiteX33" fmla="*/ 1239769 w 1997094"/>
                <a:gd name="connsiteY33" fmla="*/ 2614175 h 3410768"/>
                <a:gd name="connsiteX34" fmla="*/ 1301477 w 1997094"/>
                <a:gd name="connsiteY34" fmla="*/ 2586126 h 3410768"/>
                <a:gd name="connsiteX35" fmla="*/ 1284648 w 1997094"/>
                <a:gd name="connsiteY35" fmla="*/ 2417831 h 3410768"/>
                <a:gd name="connsiteX36" fmla="*/ 1351965 w 1997094"/>
                <a:gd name="connsiteY36" fmla="*/ 2608565 h 3410768"/>
                <a:gd name="connsiteX37" fmla="*/ 1380014 w 1997094"/>
                <a:gd name="connsiteY37" fmla="*/ 3119058 h 3410768"/>
                <a:gd name="connsiteX38" fmla="*/ 1447332 w 1997094"/>
                <a:gd name="connsiteY38" fmla="*/ 3091009 h 3410768"/>
                <a:gd name="connsiteX39" fmla="*/ 1419283 w 1997094"/>
                <a:gd name="connsiteY39" fmla="*/ 2625394 h 3410768"/>
                <a:gd name="connsiteX40" fmla="*/ 1469772 w 1997094"/>
                <a:gd name="connsiteY40" fmla="*/ 2636614 h 3410768"/>
                <a:gd name="connsiteX41" fmla="*/ 1480991 w 1997094"/>
                <a:gd name="connsiteY41" fmla="*/ 3292962 h 3410768"/>
                <a:gd name="connsiteX42" fmla="*/ 1531479 w 1997094"/>
                <a:gd name="connsiteY42" fmla="*/ 3276133 h 3410768"/>
                <a:gd name="connsiteX43" fmla="*/ 1553919 w 1997094"/>
                <a:gd name="connsiteY43" fmla="*/ 2821738 h 3410768"/>
                <a:gd name="connsiteX44" fmla="*/ 1604407 w 1997094"/>
                <a:gd name="connsiteY44" fmla="*/ 2961983 h 3410768"/>
                <a:gd name="connsiteX45" fmla="*/ 1952216 w 1997094"/>
                <a:gd name="connsiteY45" fmla="*/ 2771249 h 3410768"/>
                <a:gd name="connsiteX46" fmla="*/ 1997094 w 1997094"/>
                <a:gd name="connsiteY46" fmla="*/ 2653443 h 3410768"/>
                <a:gd name="connsiteX47" fmla="*/ 1823190 w 1997094"/>
                <a:gd name="connsiteY47" fmla="*/ 2642224 h 3410768"/>
                <a:gd name="connsiteX48" fmla="*/ 1694164 w 1997094"/>
                <a:gd name="connsiteY48" fmla="*/ 2546857 h 3410768"/>
                <a:gd name="connsiteX49" fmla="*/ 1621237 w 1997094"/>
                <a:gd name="connsiteY49" fmla="*/ 2451490 h 3410768"/>
                <a:gd name="connsiteX50" fmla="*/ 1694164 w 1997094"/>
                <a:gd name="connsiteY50" fmla="*/ 2328074 h 3410768"/>
                <a:gd name="connsiteX51" fmla="*/ 1514650 w 1997094"/>
                <a:gd name="connsiteY51" fmla="*/ 2030754 h 3410768"/>
                <a:gd name="connsiteX52" fmla="*/ 1531479 w 1997094"/>
                <a:gd name="connsiteY52" fmla="*/ 1610018 h 3410768"/>
                <a:gd name="connsiteX53" fmla="*/ 1301477 w 1997094"/>
                <a:gd name="connsiteY53" fmla="*/ 1615627 h 3410768"/>
                <a:gd name="connsiteX54" fmla="*/ 1323916 w 1997094"/>
                <a:gd name="connsiteY54" fmla="*/ 1486602 h 3410768"/>
                <a:gd name="connsiteX55" fmla="*/ 1262208 w 1997094"/>
                <a:gd name="connsiteY55" fmla="*/ 1301478 h 3410768"/>
                <a:gd name="connsiteX56" fmla="*/ 1301477 w 1997094"/>
                <a:gd name="connsiteY56" fmla="*/ 1228550 h 3410768"/>
                <a:gd name="connsiteX57" fmla="*/ 1234159 w 1997094"/>
                <a:gd name="connsiteY57" fmla="*/ 1043426 h 3410768"/>
                <a:gd name="connsiteX58" fmla="*/ 1250989 w 1997094"/>
                <a:gd name="connsiteY58" fmla="*/ 847083 h 3410768"/>
                <a:gd name="connsiteX59" fmla="*/ 970498 w 1997094"/>
                <a:gd name="connsiteY59" fmla="*/ 712447 h 3410768"/>
                <a:gd name="connsiteX60" fmla="*/ 1015376 w 1997094"/>
                <a:gd name="connsiteY60" fmla="*/ 622690 h 3410768"/>
                <a:gd name="connsiteX61" fmla="*/ 1150012 w 1997094"/>
                <a:gd name="connsiteY61" fmla="*/ 482445 h 3410768"/>
                <a:gd name="connsiteX62" fmla="*/ 1166841 w 1997094"/>
                <a:gd name="connsiteY62" fmla="*/ 314150 h 3410768"/>
                <a:gd name="connsiteX63" fmla="*/ 1161232 w 1997094"/>
                <a:gd name="connsiteY63" fmla="*/ 196344 h 3410768"/>
                <a:gd name="connsiteX64" fmla="*/ 1065865 w 1997094"/>
                <a:gd name="connsiteY64" fmla="*/ 117807 h 3410768"/>
                <a:gd name="connsiteX65" fmla="*/ 998547 w 1997094"/>
                <a:gd name="connsiteY65" fmla="*/ 72928 h 3410768"/>
                <a:gd name="connsiteX66" fmla="*/ 920010 w 1997094"/>
                <a:gd name="connsiteY66" fmla="*/ 0 h 3410768"/>
                <a:gd name="connsiteX0" fmla="*/ 920010 w 1997094"/>
                <a:gd name="connsiteY0" fmla="*/ 0 h 3410768"/>
                <a:gd name="connsiteX1" fmla="*/ 779764 w 1997094"/>
                <a:gd name="connsiteY1" fmla="*/ 117807 h 3410768"/>
                <a:gd name="connsiteX2" fmla="*/ 751715 w 1997094"/>
                <a:gd name="connsiteY2" fmla="*/ 224393 h 3410768"/>
                <a:gd name="connsiteX3" fmla="*/ 656348 w 1997094"/>
                <a:gd name="connsiteY3" fmla="*/ 403907 h 3410768"/>
                <a:gd name="connsiteX4" fmla="*/ 656348 w 1997094"/>
                <a:gd name="connsiteY4" fmla="*/ 460005 h 3410768"/>
                <a:gd name="connsiteX5" fmla="*/ 673178 w 1997094"/>
                <a:gd name="connsiteY5" fmla="*/ 544153 h 3410768"/>
                <a:gd name="connsiteX6" fmla="*/ 448785 w 1997094"/>
                <a:gd name="connsiteY6" fmla="*/ 656349 h 3410768"/>
                <a:gd name="connsiteX7" fmla="*/ 263661 w 1997094"/>
                <a:gd name="connsiteY7" fmla="*/ 673178 h 3410768"/>
                <a:gd name="connsiteX8" fmla="*/ 218783 w 1997094"/>
                <a:gd name="connsiteY8" fmla="*/ 948059 h 3410768"/>
                <a:gd name="connsiteX9" fmla="*/ 168294 w 1997094"/>
                <a:gd name="connsiteY9" fmla="*/ 1082695 h 3410768"/>
                <a:gd name="connsiteX10" fmla="*/ 72927 w 1997094"/>
                <a:gd name="connsiteY10" fmla="*/ 1211721 h 3410768"/>
                <a:gd name="connsiteX11" fmla="*/ 0 w 1997094"/>
                <a:gd name="connsiteY11" fmla="*/ 1346356 h 3410768"/>
                <a:gd name="connsiteX12" fmla="*/ 134635 w 1997094"/>
                <a:gd name="connsiteY12" fmla="*/ 1705384 h 3410768"/>
                <a:gd name="connsiteX13" fmla="*/ 241222 w 1997094"/>
                <a:gd name="connsiteY13" fmla="*/ 1778312 h 3410768"/>
                <a:gd name="connsiteX14" fmla="*/ 291710 w 1997094"/>
                <a:gd name="connsiteY14" fmla="*/ 1744653 h 3410768"/>
                <a:gd name="connsiteX15" fmla="*/ 336589 w 1997094"/>
                <a:gd name="connsiteY15" fmla="*/ 1800751 h 3410768"/>
                <a:gd name="connsiteX16" fmla="*/ 370248 w 1997094"/>
                <a:gd name="connsiteY16" fmla="*/ 3141497 h 3410768"/>
                <a:gd name="connsiteX17" fmla="*/ 426346 w 1997094"/>
                <a:gd name="connsiteY17" fmla="*/ 3141497 h 3410768"/>
                <a:gd name="connsiteX18" fmla="*/ 431956 w 1997094"/>
                <a:gd name="connsiteY18" fmla="*/ 2423441 h 3410768"/>
                <a:gd name="connsiteX19" fmla="*/ 482444 w 1997094"/>
                <a:gd name="connsiteY19" fmla="*/ 2434660 h 3410768"/>
                <a:gd name="connsiteX20" fmla="*/ 493664 w 1997094"/>
                <a:gd name="connsiteY20" fmla="*/ 2928324 h 3410768"/>
                <a:gd name="connsiteX21" fmla="*/ 549762 w 1997094"/>
                <a:gd name="connsiteY21" fmla="*/ 2928324 h 3410768"/>
                <a:gd name="connsiteX22" fmla="*/ 594640 w 1997094"/>
                <a:gd name="connsiteY22" fmla="*/ 2457100 h 3410768"/>
                <a:gd name="connsiteX23" fmla="*/ 964888 w 1997094"/>
                <a:gd name="connsiteY23" fmla="*/ 2462710 h 3410768"/>
                <a:gd name="connsiteX24" fmla="*/ 970498 w 1997094"/>
                <a:gd name="connsiteY24" fmla="*/ 2866616 h 3410768"/>
                <a:gd name="connsiteX25" fmla="*/ 1026596 w 1997094"/>
                <a:gd name="connsiteY25" fmla="*/ 2877836 h 3410768"/>
                <a:gd name="connsiteX26" fmla="*/ 1020986 w 1997094"/>
                <a:gd name="connsiteY26" fmla="*/ 3051740 h 3410768"/>
                <a:gd name="connsiteX27" fmla="*/ 1009767 w 1997094"/>
                <a:gd name="connsiteY27" fmla="*/ 3175156 h 3410768"/>
                <a:gd name="connsiteX28" fmla="*/ 1004157 w 1997094"/>
                <a:gd name="connsiteY28" fmla="*/ 3365890 h 3410768"/>
                <a:gd name="connsiteX29" fmla="*/ 1217330 w 1997094"/>
                <a:gd name="connsiteY29" fmla="*/ 3410768 h 3410768"/>
                <a:gd name="connsiteX30" fmla="*/ 1234159 w 1997094"/>
                <a:gd name="connsiteY30" fmla="*/ 3248084 h 3410768"/>
                <a:gd name="connsiteX31" fmla="*/ 1211720 w 1997094"/>
                <a:gd name="connsiteY31" fmla="*/ 3040521 h 3410768"/>
                <a:gd name="connsiteX32" fmla="*/ 1234159 w 1997094"/>
                <a:gd name="connsiteY32" fmla="*/ 2883446 h 3410768"/>
                <a:gd name="connsiteX33" fmla="*/ 1239769 w 1997094"/>
                <a:gd name="connsiteY33" fmla="*/ 2614175 h 3410768"/>
                <a:gd name="connsiteX34" fmla="*/ 1301477 w 1997094"/>
                <a:gd name="connsiteY34" fmla="*/ 2586126 h 3410768"/>
                <a:gd name="connsiteX35" fmla="*/ 1284648 w 1997094"/>
                <a:gd name="connsiteY35" fmla="*/ 2417831 h 3410768"/>
                <a:gd name="connsiteX36" fmla="*/ 1351965 w 1997094"/>
                <a:gd name="connsiteY36" fmla="*/ 2608565 h 3410768"/>
                <a:gd name="connsiteX37" fmla="*/ 1380014 w 1997094"/>
                <a:gd name="connsiteY37" fmla="*/ 3119058 h 3410768"/>
                <a:gd name="connsiteX38" fmla="*/ 1447332 w 1997094"/>
                <a:gd name="connsiteY38" fmla="*/ 3091009 h 3410768"/>
                <a:gd name="connsiteX39" fmla="*/ 1419283 w 1997094"/>
                <a:gd name="connsiteY39" fmla="*/ 2625394 h 3410768"/>
                <a:gd name="connsiteX40" fmla="*/ 1469772 w 1997094"/>
                <a:gd name="connsiteY40" fmla="*/ 2636614 h 3410768"/>
                <a:gd name="connsiteX41" fmla="*/ 1480991 w 1997094"/>
                <a:gd name="connsiteY41" fmla="*/ 3292962 h 3410768"/>
                <a:gd name="connsiteX42" fmla="*/ 1531479 w 1997094"/>
                <a:gd name="connsiteY42" fmla="*/ 3276133 h 3410768"/>
                <a:gd name="connsiteX43" fmla="*/ 1553919 w 1997094"/>
                <a:gd name="connsiteY43" fmla="*/ 2821738 h 3410768"/>
                <a:gd name="connsiteX44" fmla="*/ 1604407 w 1997094"/>
                <a:gd name="connsiteY44" fmla="*/ 2961983 h 3410768"/>
                <a:gd name="connsiteX45" fmla="*/ 1952216 w 1997094"/>
                <a:gd name="connsiteY45" fmla="*/ 2771249 h 3410768"/>
                <a:gd name="connsiteX46" fmla="*/ 1997094 w 1997094"/>
                <a:gd name="connsiteY46" fmla="*/ 2653443 h 3410768"/>
                <a:gd name="connsiteX47" fmla="*/ 1823190 w 1997094"/>
                <a:gd name="connsiteY47" fmla="*/ 2642224 h 3410768"/>
                <a:gd name="connsiteX48" fmla="*/ 1694164 w 1997094"/>
                <a:gd name="connsiteY48" fmla="*/ 2546857 h 3410768"/>
                <a:gd name="connsiteX49" fmla="*/ 1621237 w 1997094"/>
                <a:gd name="connsiteY49" fmla="*/ 2451490 h 3410768"/>
                <a:gd name="connsiteX50" fmla="*/ 1694164 w 1997094"/>
                <a:gd name="connsiteY50" fmla="*/ 2328074 h 3410768"/>
                <a:gd name="connsiteX51" fmla="*/ 1514650 w 1997094"/>
                <a:gd name="connsiteY51" fmla="*/ 2030754 h 3410768"/>
                <a:gd name="connsiteX52" fmla="*/ 1531479 w 1997094"/>
                <a:gd name="connsiteY52" fmla="*/ 1610018 h 3410768"/>
                <a:gd name="connsiteX53" fmla="*/ 1301477 w 1997094"/>
                <a:gd name="connsiteY53" fmla="*/ 1615627 h 3410768"/>
                <a:gd name="connsiteX54" fmla="*/ 1323916 w 1997094"/>
                <a:gd name="connsiteY54" fmla="*/ 1486602 h 3410768"/>
                <a:gd name="connsiteX55" fmla="*/ 1262208 w 1997094"/>
                <a:gd name="connsiteY55" fmla="*/ 1301478 h 3410768"/>
                <a:gd name="connsiteX56" fmla="*/ 1301477 w 1997094"/>
                <a:gd name="connsiteY56" fmla="*/ 1228550 h 3410768"/>
                <a:gd name="connsiteX57" fmla="*/ 1234159 w 1997094"/>
                <a:gd name="connsiteY57" fmla="*/ 1043426 h 3410768"/>
                <a:gd name="connsiteX58" fmla="*/ 1250989 w 1997094"/>
                <a:gd name="connsiteY58" fmla="*/ 847083 h 3410768"/>
                <a:gd name="connsiteX59" fmla="*/ 970498 w 1997094"/>
                <a:gd name="connsiteY59" fmla="*/ 712447 h 3410768"/>
                <a:gd name="connsiteX60" fmla="*/ 1015376 w 1997094"/>
                <a:gd name="connsiteY60" fmla="*/ 622690 h 3410768"/>
                <a:gd name="connsiteX61" fmla="*/ 1150012 w 1997094"/>
                <a:gd name="connsiteY61" fmla="*/ 482445 h 3410768"/>
                <a:gd name="connsiteX62" fmla="*/ 1166841 w 1997094"/>
                <a:gd name="connsiteY62" fmla="*/ 314150 h 3410768"/>
                <a:gd name="connsiteX63" fmla="*/ 1161232 w 1997094"/>
                <a:gd name="connsiteY63" fmla="*/ 196344 h 3410768"/>
                <a:gd name="connsiteX64" fmla="*/ 1065865 w 1997094"/>
                <a:gd name="connsiteY64" fmla="*/ 117807 h 3410768"/>
                <a:gd name="connsiteX65" fmla="*/ 998547 w 1997094"/>
                <a:gd name="connsiteY65" fmla="*/ 72928 h 3410768"/>
                <a:gd name="connsiteX66" fmla="*/ 920010 w 1997094"/>
                <a:gd name="connsiteY66" fmla="*/ 0 h 3410768"/>
                <a:gd name="connsiteX0" fmla="*/ 920010 w 1997094"/>
                <a:gd name="connsiteY0" fmla="*/ 0 h 3410768"/>
                <a:gd name="connsiteX1" fmla="*/ 779764 w 1997094"/>
                <a:gd name="connsiteY1" fmla="*/ 117807 h 3410768"/>
                <a:gd name="connsiteX2" fmla="*/ 751715 w 1997094"/>
                <a:gd name="connsiteY2" fmla="*/ 224393 h 3410768"/>
                <a:gd name="connsiteX3" fmla="*/ 656348 w 1997094"/>
                <a:gd name="connsiteY3" fmla="*/ 403907 h 3410768"/>
                <a:gd name="connsiteX4" fmla="*/ 656348 w 1997094"/>
                <a:gd name="connsiteY4" fmla="*/ 460005 h 3410768"/>
                <a:gd name="connsiteX5" fmla="*/ 673178 w 1997094"/>
                <a:gd name="connsiteY5" fmla="*/ 544153 h 3410768"/>
                <a:gd name="connsiteX6" fmla="*/ 448785 w 1997094"/>
                <a:gd name="connsiteY6" fmla="*/ 656349 h 3410768"/>
                <a:gd name="connsiteX7" fmla="*/ 263661 w 1997094"/>
                <a:gd name="connsiteY7" fmla="*/ 673178 h 3410768"/>
                <a:gd name="connsiteX8" fmla="*/ 218783 w 1997094"/>
                <a:gd name="connsiteY8" fmla="*/ 948059 h 3410768"/>
                <a:gd name="connsiteX9" fmla="*/ 168294 w 1997094"/>
                <a:gd name="connsiteY9" fmla="*/ 1082695 h 3410768"/>
                <a:gd name="connsiteX10" fmla="*/ 72927 w 1997094"/>
                <a:gd name="connsiteY10" fmla="*/ 1211721 h 3410768"/>
                <a:gd name="connsiteX11" fmla="*/ 0 w 1997094"/>
                <a:gd name="connsiteY11" fmla="*/ 1346356 h 3410768"/>
                <a:gd name="connsiteX12" fmla="*/ 134635 w 1997094"/>
                <a:gd name="connsiteY12" fmla="*/ 1705384 h 3410768"/>
                <a:gd name="connsiteX13" fmla="*/ 241222 w 1997094"/>
                <a:gd name="connsiteY13" fmla="*/ 1778312 h 3410768"/>
                <a:gd name="connsiteX14" fmla="*/ 291710 w 1997094"/>
                <a:gd name="connsiteY14" fmla="*/ 1744653 h 3410768"/>
                <a:gd name="connsiteX15" fmla="*/ 336589 w 1997094"/>
                <a:gd name="connsiteY15" fmla="*/ 1800751 h 3410768"/>
                <a:gd name="connsiteX16" fmla="*/ 370248 w 1997094"/>
                <a:gd name="connsiteY16" fmla="*/ 3141497 h 3410768"/>
                <a:gd name="connsiteX17" fmla="*/ 426346 w 1997094"/>
                <a:gd name="connsiteY17" fmla="*/ 3141497 h 3410768"/>
                <a:gd name="connsiteX18" fmla="*/ 431956 w 1997094"/>
                <a:gd name="connsiteY18" fmla="*/ 2423441 h 3410768"/>
                <a:gd name="connsiteX19" fmla="*/ 482444 w 1997094"/>
                <a:gd name="connsiteY19" fmla="*/ 2434660 h 3410768"/>
                <a:gd name="connsiteX20" fmla="*/ 493664 w 1997094"/>
                <a:gd name="connsiteY20" fmla="*/ 2928324 h 3410768"/>
                <a:gd name="connsiteX21" fmla="*/ 549762 w 1997094"/>
                <a:gd name="connsiteY21" fmla="*/ 2928324 h 3410768"/>
                <a:gd name="connsiteX22" fmla="*/ 572201 w 1997094"/>
                <a:gd name="connsiteY22" fmla="*/ 2457100 h 3410768"/>
                <a:gd name="connsiteX23" fmla="*/ 964888 w 1997094"/>
                <a:gd name="connsiteY23" fmla="*/ 2462710 h 3410768"/>
                <a:gd name="connsiteX24" fmla="*/ 970498 w 1997094"/>
                <a:gd name="connsiteY24" fmla="*/ 2866616 h 3410768"/>
                <a:gd name="connsiteX25" fmla="*/ 1026596 w 1997094"/>
                <a:gd name="connsiteY25" fmla="*/ 2877836 h 3410768"/>
                <a:gd name="connsiteX26" fmla="*/ 1020986 w 1997094"/>
                <a:gd name="connsiteY26" fmla="*/ 3051740 h 3410768"/>
                <a:gd name="connsiteX27" fmla="*/ 1009767 w 1997094"/>
                <a:gd name="connsiteY27" fmla="*/ 3175156 h 3410768"/>
                <a:gd name="connsiteX28" fmla="*/ 1004157 w 1997094"/>
                <a:gd name="connsiteY28" fmla="*/ 3365890 h 3410768"/>
                <a:gd name="connsiteX29" fmla="*/ 1217330 w 1997094"/>
                <a:gd name="connsiteY29" fmla="*/ 3410768 h 3410768"/>
                <a:gd name="connsiteX30" fmla="*/ 1234159 w 1997094"/>
                <a:gd name="connsiteY30" fmla="*/ 3248084 h 3410768"/>
                <a:gd name="connsiteX31" fmla="*/ 1211720 w 1997094"/>
                <a:gd name="connsiteY31" fmla="*/ 3040521 h 3410768"/>
                <a:gd name="connsiteX32" fmla="*/ 1234159 w 1997094"/>
                <a:gd name="connsiteY32" fmla="*/ 2883446 h 3410768"/>
                <a:gd name="connsiteX33" fmla="*/ 1239769 w 1997094"/>
                <a:gd name="connsiteY33" fmla="*/ 2614175 h 3410768"/>
                <a:gd name="connsiteX34" fmla="*/ 1301477 w 1997094"/>
                <a:gd name="connsiteY34" fmla="*/ 2586126 h 3410768"/>
                <a:gd name="connsiteX35" fmla="*/ 1284648 w 1997094"/>
                <a:gd name="connsiteY35" fmla="*/ 2417831 h 3410768"/>
                <a:gd name="connsiteX36" fmla="*/ 1351965 w 1997094"/>
                <a:gd name="connsiteY36" fmla="*/ 2608565 h 3410768"/>
                <a:gd name="connsiteX37" fmla="*/ 1380014 w 1997094"/>
                <a:gd name="connsiteY37" fmla="*/ 3119058 h 3410768"/>
                <a:gd name="connsiteX38" fmla="*/ 1447332 w 1997094"/>
                <a:gd name="connsiteY38" fmla="*/ 3091009 h 3410768"/>
                <a:gd name="connsiteX39" fmla="*/ 1419283 w 1997094"/>
                <a:gd name="connsiteY39" fmla="*/ 2625394 h 3410768"/>
                <a:gd name="connsiteX40" fmla="*/ 1469772 w 1997094"/>
                <a:gd name="connsiteY40" fmla="*/ 2636614 h 3410768"/>
                <a:gd name="connsiteX41" fmla="*/ 1480991 w 1997094"/>
                <a:gd name="connsiteY41" fmla="*/ 3292962 h 3410768"/>
                <a:gd name="connsiteX42" fmla="*/ 1531479 w 1997094"/>
                <a:gd name="connsiteY42" fmla="*/ 3276133 h 3410768"/>
                <a:gd name="connsiteX43" fmla="*/ 1553919 w 1997094"/>
                <a:gd name="connsiteY43" fmla="*/ 2821738 h 3410768"/>
                <a:gd name="connsiteX44" fmla="*/ 1604407 w 1997094"/>
                <a:gd name="connsiteY44" fmla="*/ 2961983 h 3410768"/>
                <a:gd name="connsiteX45" fmla="*/ 1952216 w 1997094"/>
                <a:gd name="connsiteY45" fmla="*/ 2771249 h 3410768"/>
                <a:gd name="connsiteX46" fmla="*/ 1997094 w 1997094"/>
                <a:gd name="connsiteY46" fmla="*/ 2653443 h 3410768"/>
                <a:gd name="connsiteX47" fmla="*/ 1823190 w 1997094"/>
                <a:gd name="connsiteY47" fmla="*/ 2642224 h 3410768"/>
                <a:gd name="connsiteX48" fmla="*/ 1694164 w 1997094"/>
                <a:gd name="connsiteY48" fmla="*/ 2546857 h 3410768"/>
                <a:gd name="connsiteX49" fmla="*/ 1621237 w 1997094"/>
                <a:gd name="connsiteY49" fmla="*/ 2451490 h 3410768"/>
                <a:gd name="connsiteX50" fmla="*/ 1694164 w 1997094"/>
                <a:gd name="connsiteY50" fmla="*/ 2328074 h 3410768"/>
                <a:gd name="connsiteX51" fmla="*/ 1514650 w 1997094"/>
                <a:gd name="connsiteY51" fmla="*/ 2030754 h 3410768"/>
                <a:gd name="connsiteX52" fmla="*/ 1531479 w 1997094"/>
                <a:gd name="connsiteY52" fmla="*/ 1610018 h 3410768"/>
                <a:gd name="connsiteX53" fmla="*/ 1301477 w 1997094"/>
                <a:gd name="connsiteY53" fmla="*/ 1615627 h 3410768"/>
                <a:gd name="connsiteX54" fmla="*/ 1323916 w 1997094"/>
                <a:gd name="connsiteY54" fmla="*/ 1486602 h 3410768"/>
                <a:gd name="connsiteX55" fmla="*/ 1262208 w 1997094"/>
                <a:gd name="connsiteY55" fmla="*/ 1301478 h 3410768"/>
                <a:gd name="connsiteX56" fmla="*/ 1301477 w 1997094"/>
                <a:gd name="connsiteY56" fmla="*/ 1228550 h 3410768"/>
                <a:gd name="connsiteX57" fmla="*/ 1234159 w 1997094"/>
                <a:gd name="connsiteY57" fmla="*/ 1043426 h 3410768"/>
                <a:gd name="connsiteX58" fmla="*/ 1250989 w 1997094"/>
                <a:gd name="connsiteY58" fmla="*/ 847083 h 3410768"/>
                <a:gd name="connsiteX59" fmla="*/ 970498 w 1997094"/>
                <a:gd name="connsiteY59" fmla="*/ 712447 h 3410768"/>
                <a:gd name="connsiteX60" fmla="*/ 1015376 w 1997094"/>
                <a:gd name="connsiteY60" fmla="*/ 622690 h 3410768"/>
                <a:gd name="connsiteX61" fmla="*/ 1150012 w 1997094"/>
                <a:gd name="connsiteY61" fmla="*/ 482445 h 3410768"/>
                <a:gd name="connsiteX62" fmla="*/ 1166841 w 1997094"/>
                <a:gd name="connsiteY62" fmla="*/ 314150 h 3410768"/>
                <a:gd name="connsiteX63" fmla="*/ 1161232 w 1997094"/>
                <a:gd name="connsiteY63" fmla="*/ 196344 h 3410768"/>
                <a:gd name="connsiteX64" fmla="*/ 1065865 w 1997094"/>
                <a:gd name="connsiteY64" fmla="*/ 117807 h 3410768"/>
                <a:gd name="connsiteX65" fmla="*/ 998547 w 1997094"/>
                <a:gd name="connsiteY65" fmla="*/ 72928 h 3410768"/>
                <a:gd name="connsiteX66" fmla="*/ 920010 w 1997094"/>
                <a:gd name="connsiteY66" fmla="*/ 0 h 3410768"/>
                <a:gd name="connsiteX0" fmla="*/ 920010 w 1997094"/>
                <a:gd name="connsiteY0" fmla="*/ 0 h 3410768"/>
                <a:gd name="connsiteX1" fmla="*/ 779764 w 1997094"/>
                <a:gd name="connsiteY1" fmla="*/ 117807 h 3410768"/>
                <a:gd name="connsiteX2" fmla="*/ 751715 w 1997094"/>
                <a:gd name="connsiteY2" fmla="*/ 224393 h 3410768"/>
                <a:gd name="connsiteX3" fmla="*/ 656348 w 1997094"/>
                <a:gd name="connsiteY3" fmla="*/ 403907 h 3410768"/>
                <a:gd name="connsiteX4" fmla="*/ 656348 w 1997094"/>
                <a:gd name="connsiteY4" fmla="*/ 460005 h 3410768"/>
                <a:gd name="connsiteX5" fmla="*/ 673178 w 1997094"/>
                <a:gd name="connsiteY5" fmla="*/ 544153 h 3410768"/>
                <a:gd name="connsiteX6" fmla="*/ 448785 w 1997094"/>
                <a:gd name="connsiteY6" fmla="*/ 656349 h 3410768"/>
                <a:gd name="connsiteX7" fmla="*/ 263661 w 1997094"/>
                <a:gd name="connsiteY7" fmla="*/ 673178 h 3410768"/>
                <a:gd name="connsiteX8" fmla="*/ 218783 w 1997094"/>
                <a:gd name="connsiteY8" fmla="*/ 948059 h 3410768"/>
                <a:gd name="connsiteX9" fmla="*/ 168294 w 1997094"/>
                <a:gd name="connsiteY9" fmla="*/ 1082695 h 3410768"/>
                <a:gd name="connsiteX10" fmla="*/ 72927 w 1997094"/>
                <a:gd name="connsiteY10" fmla="*/ 1211721 h 3410768"/>
                <a:gd name="connsiteX11" fmla="*/ 0 w 1997094"/>
                <a:gd name="connsiteY11" fmla="*/ 1346356 h 3410768"/>
                <a:gd name="connsiteX12" fmla="*/ 134635 w 1997094"/>
                <a:gd name="connsiteY12" fmla="*/ 1705384 h 3410768"/>
                <a:gd name="connsiteX13" fmla="*/ 241222 w 1997094"/>
                <a:gd name="connsiteY13" fmla="*/ 1778312 h 3410768"/>
                <a:gd name="connsiteX14" fmla="*/ 291710 w 1997094"/>
                <a:gd name="connsiteY14" fmla="*/ 1744653 h 3410768"/>
                <a:gd name="connsiteX15" fmla="*/ 336589 w 1997094"/>
                <a:gd name="connsiteY15" fmla="*/ 1800751 h 3410768"/>
                <a:gd name="connsiteX16" fmla="*/ 370248 w 1997094"/>
                <a:gd name="connsiteY16" fmla="*/ 3141497 h 3410768"/>
                <a:gd name="connsiteX17" fmla="*/ 426346 w 1997094"/>
                <a:gd name="connsiteY17" fmla="*/ 3141497 h 3410768"/>
                <a:gd name="connsiteX18" fmla="*/ 431956 w 1997094"/>
                <a:gd name="connsiteY18" fmla="*/ 2423441 h 3410768"/>
                <a:gd name="connsiteX19" fmla="*/ 482444 w 1997094"/>
                <a:gd name="connsiteY19" fmla="*/ 2434660 h 3410768"/>
                <a:gd name="connsiteX20" fmla="*/ 493664 w 1997094"/>
                <a:gd name="connsiteY20" fmla="*/ 2928324 h 3410768"/>
                <a:gd name="connsiteX21" fmla="*/ 583421 w 1997094"/>
                <a:gd name="connsiteY21" fmla="*/ 2922714 h 3410768"/>
                <a:gd name="connsiteX22" fmla="*/ 572201 w 1997094"/>
                <a:gd name="connsiteY22" fmla="*/ 2457100 h 3410768"/>
                <a:gd name="connsiteX23" fmla="*/ 964888 w 1997094"/>
                <a:gd name="connsiteY23" fmla="*/ 2462710 h 3410768"/>
                <a:gd name="connsiteX24" fmla="*/ 970498 w 1997094"/>
                <a:gd name="connsiteY24" fmla="*/ 2866616 h 3410768"/>
                <a:gd name="connsiteX25" fmla="*/ 1026596 w 1997094"/>
                <a:gd name="connsiteY25" fmla="*/ 2877836 h 3410768"/>
                <a:gd name="connsiteX26" fmla="*/ 1020986 w 1997094"/>
                <a:gd name="connsiteY26" fmla="*/ 3051740 h 3410768"/>
                <a:gd name="connsiteX27" fmla="*/ 1009767 w 1997094"/>
                <a:gd name="connsiteY27" fmla="*/ 3175156 h 3410768"/>
                <a:gd name="connsiteX28" fmla="*/ 1004157 w 1997094"/>
                <a:gd name="connsiteY28" fmla="*/ 3365890 h 3410768"/>
                <a:gd name="connsiteX29" fmla="*/ 1217330 w 1997094"/>
                <a:gd name="connsiteY29" fmla="*/ 3410768 h 3410768"/>
                <a:gd name="connsiteX30" fmla="*/ 1234159 w 1997094"/>
                <a:gd name="connsiteY30" fmla="*/ 3248084 h 3410768"/>
                <a:gd name="connsiteX31" fmla="*/ 1211720 w 1997094"/>
                <a:gd name="connsiteY31" fmla="*/ 3040521 h 3410768"/>
                <a:gd name="connsiteX32" fmla="*/ 1234159 w 1997094"/>
                <a:gd name="connsiteY32" fmla="*/ 2883446 h 3410768"/>
                <a:gd name="connsiteX33" fmla="*/ 1239769 w 1997094"/>
                <a:gd name="connsiteY33" fmla="*/ 2614175 h 3410768"/>
                <a:gd name="connsiteX34" fmla="*/ 1301477 w 1997094"/>
                <a:gd name="connsiteY34" fmla="*/ 2586126 h 3410768"/>
                <a:gd name="connsiteX35" fmla="*/ 1284648 w 1997094"/>
                <a:gd name="connsiteY35" fmla="*/ 2417831 h 3410768"/>
                <a:gd name="connsiteX36" fmla="*/ 1351965 w 1997094"/>
                <a:gd name="connsiteY36" fmla="*/ 2608565 h 3410768"/>
                <a:gd name="connsiteX37" fmla="*/ 1380014 w 1997094"/>
                <a:gd name="connsiteY37" fmla="*/ 3119058 h 3410768"/>
                <a:gd name="connsiteX38" fmla="*/ 1447332 w 1997094"/>
                <a:gd name="connsiteY38" fmla="*/ 3091009 h 3410768"/>
                <a:gd name="connsiteX39" fmla="*/ 1419283 w 1997094"/>
                <a:gd name="connsiteY39" fmla="*/ 2625394 h 3410768"/>
                <a:gd name="connsiteX40" fmla="*/ 1469772 w 1997094"/>
                <a:gd name="connsiteY40" fmla="*/ 2636614 h 3410768"/>
                <a:gd name="connsiteX41" fmla="*/ 1480991 w 1997094"/>
                <a:gd name="connsiteY41" fmla="*/ 3292962 h 3410768"/>
                <a:gd name="connsiteX42" fmla="*/ 1531479 w 1997094"/>
                <a:gd name="connsiteY42" fmla="*/ 3276133 h 3410768"/>
                <a:gd name="connsiteX43" fmla="*/ 1553919 w 1997094"/>
                <a:gd name="connsiteY43" fmla="*/ 2821738 h 3410768"/>
                <a:gd name="connsiteX44" fmla="*/ 1604407 w 1997094"/>
                <a:gd name="connsiteY44" fmla="*/ 2961983 h 3410768"/>
                <a:gd name="connsiteX45" fmla="*/ 1952216 w 1997094"/>
                <a:gd name="connsiteY45" fmla="*/ 2771249 h 3410768"/>
                <a:gd name="connsiteX46" fmla="*/ 1997094 w 1997094"/>
                <a:gd name="connsiteY46" fmla="*/ 2653443 h 3410768"/>
                <a:gd name="connsiteX47" fmla="*/ 1823190 w 1997094"/>
                <a:gd name="connsiteY47" fmla="*/ 2642224 h 3410768"/>
                <a:gd name="connsiteX48" fmla="*/ 1694164 w 1997094"/>
                <a:gd name="connsiteY48" fmla="*/ 2546857 h 3410768"/>
                <a:gd name="connsiteX49" fmla="*/ 1621237 w 1997094"/>
                <a:gd name="connsiteY49" fmla="*/ 2451490 h 3410768"/>
                <a:gd name="connsiteX50" fmla="*/ 1694164 w 1997094"/>
                <a:gd name="connsiteY50" fmla="*/ 2328074 h 3410768"/>
                <a:gd name="connsiteX51" fmla="*/ 1514650 w 1997094"/>
                <a:gd name="connsiteY51" fmla="*/ 2030754 h 3410768"/>
                <a:gd name="connsiteX52" fmla="*/ 1531479 w 1997094"/>
                <a:gd name="connsiteY52" fmla="*/ 1610018 h 3410768"/>
                <a:gd name="connsiteX53" fmla="*/ 1301477 w 1997094"/>
                <a:gd name="connsiteY53" fmla="*/ 1615627 h 3410768"/>
                <a:gd name="connsiteX54" fmla="*/ 1323916 w 1997094"/>
                <a:gd name="connsiteY54" fmla="*/ 1486602 h 3410768"/>
                <a:gd name="connsiteX55" fmla="*/ 1262208 w 1997094"/>
                <a:gd name="connsiteY55" fmla="*/ 1301478 h 3410768"/>
                <a:gd name="connsiteX56" fmla="*/ 1301477 w 1997094"/>
                <a:gd name="connsiteY56" fmla="*/ 1228550 h 3410768"/>
                <a:gd name="connsiteX57" fmla="*/ 1234159 w 1997094"/>
                <a:gd name="connsiteY57" fmla="*/ 1043426 h 3410768"/>
                <a:gd name="connsiteX58" fmla="*/ 1250989 w 1997094"/>
                <a:gd name="connsiteY58" fmla="*/ 847083 h 3410768"/>
                <a:gd name="connsiteX59" fmla="*/ 970498 w 1997094"/>
                <a:gd name="connsiteY59" fmla="*/ 712447 h 3410768"/>
                <a:gd name="connsiteX60" fmla="*/ 1015376 w 1997094"/>
                <a:gd name="connsiteY60" fmla="*/ 622690 h 3410768"/>
                <a:gd name="connsiteX61" fmla="*/ 1150012 w 1997094"/>
                <a:gd name="connsiteY61" fmla="*/ 482445 h 3410768"/>
                <a:gd name="connsiteX62" fmla="*/ 1166841 w 1997094"/>
                <a:gd name="connsiteY62" fmla="*/ 314150 h 3410768"/>
                <a:gd name="connsiteX63" fmla="*/ 1161232 w 1997094"/>
                <a:gd name="connsiteY63" fmla="*/ 196344 h 3410768"/>
                <a:gd name="connsiteX64" fmla="*/ 1065865 w 1997094"/>
                <a:gd name="connsiteY64" fmla="*/ 117807 h 3410768"/>
                <a:gd name="connsiteX65" fmla="*/ 998547 w 1997094"/>
                <a:gd name="connsiteY65" fmla="*/ 72928 h 3410768"/>
                <a:gd name="connsiteX66" fmla="*/ 920010 w 1997094"/>
                <a:gd name="connsiteY66" fmla="*/ 0 h 3410768"/>
                <a:gd name="connsiteX0" fmla="*/ 920010 w 1997094"/>
                <a:gd name="connsiteY0" fmla="*/ 0 h 3410768"/>
                <a:gd name="connsiteX1" fmla="*/ 779764 w 1997094"/>
                <a:gd name="connsiteY1" fmla="*/ 117807 h 3410768"/>
                <a:gd name="connsiteX2" fmla="*/ 751715 w 1997094"/>
                <a:gd name="connsiteY2" fmla="*/ 224393 h 3410768"/>
                <a:gd name="connsiteX3" fmla="*/ 656348 w 1997094"/>
                <a:gd name="connsiteY3" fmla="*/ 403907 h 3410768"/>
                <a:gd name="connsiteX4" fmla="*/ 656348 w 1997094"/>
                <a:gd name="connsiteY4" fmla="*/ 460005 h 3410768"/>
                <a:gd name="connsiteX5" fmla="*/ 673178 w 1997094"/>
                <a:gd name="connsiteY5" fmla="*/ 544153 h 3410768"/>
                <a:gd name="connsiteX6" fmla="*/ 448785 w 1997094"/>
                <a:gd name="connsiteY6" fmla="*/ 656349 h 3410768"/>
                <a:gd name="connsiteX7" fmla="*/ 263661 w 1997094"/>
                <a:gd name="connsiteY7" fmla="*/ 673178 h 3410768"/>
                <a:gd name="connsiteX8" fmla="*/ 218783 w 1997094"/>
                <a:gd name="connsiteY8" fmla="*/ 948059 h 3410768"/>
                <a:gd name="connsiteX9" fmla="*/ 168294 w 1997094"/>
                <a:gd name="connsiteY9" fmla="*/ 1082695 h 3410768"/>
                <a:gd name="connsiteX10" fmla="*/ 72927 w 1997094"/>
                <a:gd name="connsiteY10" fmla="*/ 1211721 h 3410768"/>
                <a:gd name="connsiteX11" fmla="*/ 0 w 1997094"/>
                <a:gd name="connsiteY11" fmla="*/ 1346356 h 3410768"/>
                <a:gd name="connsiteX12" fmla="*/ 134635 w 1997094"/>
                <a:gd name="connsiteY12" fmla="*/ 1705384 h 3410768"/>
                <a:gd name="connsiteX13" fmla="*/ 241222 w 1997094"/>
                <a:gd name="connsiteY13" fmla="*/ 1778312 h 3410768"/>
                <a:gd name="connsiteX14" fmla="*/ 291710 w 1997094"/>
                <a:gd name="connsiteY14" fmla="*/ 1744653 h 3410768"/>
                <a:gd name="connsiteX15" fmla="*/ 336589 w 1997094"/>
                <a:gd name="connsiteY15" fmla="*/ 1800751 h 3410768"/>
                <a:gd name="connsiteX16" fmla="*/ 370248 w 1997094"/>
                <a:gd name="connsiteY16" fmla="*/ 3141497 h 3410768"/>
                <a:gd name="connsiteX17" fmla="*/ 426346 w 1997094"/>
                <a:gd name="connsiteY17" fmla="*/ 3141497 h 3410768"/>
                <a:gd name="connsiteX18" fmla="*/ 431956 w 1997094"/>
                <a:gd name="connsiteY18" fmla="*/ 2423441 h 3410768"/>
                <a:gd name="connsiteX19" fmla="*/ 482444 w 1997094"/>
                <a:gd name="connsiteY19" fmla="*/ 2434660 h 3410768"/>
                <a:gd name="connsiteX20" fmla="*/ 493664 w 1997094"/>
                <a:gd name="connsiteY20" fmla="*/ 2928324 h 3410768"/>
                <a:gd name="connsiteX21" fmla="*/ 566591 w 1997094"/>
                <a:gd name="connsiteY21" fmla="*/ 2933934 h 3410768"/>
                <a:gd name="connsiteX22" fmla="*/ 572201 w 1997094"/>
                <a:gd name="connsiteY22" fmla="*/ 2457100 h 3410768"/>
                <a:gd name="connsiteX23" fmla="*/ 964888 w 1997094"/>
                <a:gd name="connsiteY23" fmla="*/ 2462710 h 3410768"/>
                <a:gd name="connsiteX24" fmla="*/ 970498 w 1997094"/>
                <a:gd name="connsiteY24" fmla="*/ 2866616 h 3410768"/>
                <a:gd name="connsiteX25" fmla="*/ 1026596 w 1997094"/>
                <a:gd name="connsiteY25" fmla="*/ 2877836 h 3410768"/>
                <a:gd name="connsiteX26" fmla="*/ 1020986 w 1997094"/>
                <a:gd name="connsiteY26" fmla="*/ 3051740 h 3410768"/>
                <a:gd name="connsiteX27" fmla="*/ 1009767 w 1997094"/>
                <a:gd name="connsiteY27" fmla="*/ 3175156 h 3410768"/>
                <a:gd name="connsiteX28" fmla="*/ 1004157 w 1997094"/>
                <a:gd name="connsiteY28" fmla="*/ 3365890 h 3410768"/>
                <a:gd name="connsiteX29" fmla="*/ 1217330 w 1997094"/>
                <a:gd name="connsiteY29" fmla="*/ 3410768 h 3410768"/>
                <a:gd name="connsiteX30" fmla="*/ 1234159 w 1997094"/>
                <a:gd name="connsiteY30" fmla="*/ 3248084 h 3410768"/>
                <a:gd name="connsiteX31" fmla="*/ 1211720 w 1997094"/>
                <a:gd name="connsiteY31" fmla="*/ 3040521 h 3410768"/>
                <a:gd name="connsiteX32" fmla="*/ 1234159 w 1997094"/>
                <a:gd name="connsiteY32" fmla="*/ 2883446 h 3410768"/>
                <a:gd name="connsiteX33" fmla="*/ 1239769 w 1997094"/>
                <a:gd name="connsiteY33" fmla="*/ 2614175 h 3410768"/>
                <a:gd name="connsiteX34" fmla="*/ 1301477 w 1997094"/>
                <a:gd name="connsiteY34" fmla="*/ 2586126 h 3410768"/>
                <a:gd name="connsiteX35" fmla="*/ 1284648 w 1997094"/>
                <a:gd name="connsiteY35" fmla="*/ 2417831 h 3410768"/>
                <a:gd name="connsiteX36" fmla="*/ 1351965 w 1997094"/>
                <a:gd name="connsiteY36" fmla="*/ 2608565 h 3410768"/>
                <a:gd name="connsiteX37" fmla="*/ 1380014 w 1997094"/>
                <a:gd name="connsiteY37" fmla="*/ 3119058 h 3410768"/>
                <a:gd name="connsiteX38" fmla="*/ 1447332 w 1997094"/>
                <a:gd name="connsiteY38" fmla="*/ 3091009 h 3410768"/>
                <a:gd name="connsiteX39" fmla="*/ 1419283 w 1997094"/>
                <a:gd name="connsiteY39" fmla="*/ 2625394 h 3410768"/>
                <a:gd name="connsiteX40" fmla="*/ 1469772 w 1997094"/>
                <a:gd name="connsiteY40" fmla="*/ 2636614 h 3410768"/>
                <a:gd name="connsiteX41" fmla="*/ 1480991 w 1997094"/>
                <a:gd name="connsiteY41" fmla="*/ 3292962 h 3410768"/>
                <a:gd name="connsiteX42" fmla="*/ 1531479 w 1997094"/>
                <a:gd name="connsiteY42" fmla="*/ 3276133 h 3410768"/>
                <a:gd name="connsiteX43" fmla="*/ 1553919 w 1997094"/>
                <a:gd name="connsiteY43" fmla="*/ 2821738 h 3410768"/>
                <a:gd name="connsiteX44" fmla="*/ 1604407 w 1997094"/>
                <a:gd name="connsiteY44" fmla="*/ 2961983 h 3410768"/>
                <a:gd name="connsiteX45" fmla="*/ 1952216 w 1997094"/>
                <a:gd name="connsiteY45" fmla="*/ 2771249 h 3410768"/>
                <a:gd name="connsiteX46" fmla="*/ 1997094 w 1997094"/>
                <a:gd name="connsiteY46" fmla="*/ 2653443 h 3410768"/>
                <a:gd name="connsiteX47" fmla="*/ 1823190 w 1997094"/>
                <a:gd name="connsiteY47" fmla="*/ 2642224 h 3410768"/>
                <a:gd name="connsiteX48" fmla="*/ 1694164 w 1997094"/>
                <a:gd name="connsiteY48" fmla="*/ 2546857 h 3410768"/>
                <a:gd name="connsiteX49" fmla="*/ 1621237 w 1997094"/>
                <a:gd name="connsiteY49" fmla="*/ 2451490 h 3410768"/>
                <a:gd name="connsiteX50" fmla="*/ 1694164 w 1997094"/>
                <a:gd name="connsiteY50" fmla="*/ 2328074 h 3410768"/>
                <a:gd name="connsiteX51" fmla="*/ 1514650 w 1997094"/>
                <a:gd name="connsiteY51" fmla="*/ 2030754 h 3410768"/>
                <a:gd name="connsiteX52" fmla="*/ 1531479 w 1997094"/>
                <a:gd name="connsiteY52" fmla="*/ 1610018 h 3410768"/>
                <a:gd name="connsiteX53" fmla="*/ 1301477 w 1997094"/>
                <a:gd name="connsiteY53" fmla="*/ 1615627 h 3410768"/>
                <a:gd name="connsiteX54" fmla="*/ 1323916 w 1997094"/>
                <a:gd name="connsiteY54" fmla="*/ 1486602 h 3410768"/>
                <a:gd name="connsiteX55" fmla="*/ 1262208 w 1997094"/>
                <a:gd name="connsiteY55" fmla="*/ 1301478 h 3410768"/>
                <a:gd name="connsiteX56" fmla="*/ 1301477 w 1997094"/>
                <a:gd name="connsiteY56" fmla="*/ 1228550 h 3410768"/>
                <a:gd name="connsiteX57" fmla="*/ 1234159 w 1997094"/>
                <a:gd name="connsiteY57" fmla="*/ 1043426 h 3410768"/>
                <a:gd name="connsiteX58" fmla="*/ 1250989 w 1997094"/>
                <a:gd name="connsiteY58" fmla="*/ 847083 h 3410768"/>
                <a:gd name="connsiteX59" fmla="*/ 970498 w 1997094"/>
                <a:gd name="connsiteY59" fmla="*/ 712447 h 3410768"/>
                <a:gd name="connsiteX60" fmla="*/ 1015376 w 1997094"/>
                <a:gd name="connsiteY60" fmla="*/ 622690 h 3410768"/>
                <a:gd name="connsiteX61" fmla="*/ 1150012 w 1997094"/>
                <a:gd name="connsiteY61" fmla="*/ 482445 h 3410768"/>
                <a:gd name="connsiteX62" fmla="*/ 1166841 w 1997094"/>
                <a:gd name="connsiteY62" fmla="*/ 314150 h 3410768"/>
                <a:gd name="connsiteX63" fmla="*/ 1161232 w 1997094"/>
                <a:gd name="connsiteY63" fmla="*/ 196344 h 3410768"/>
                <a:gd name="connsiteX64" fmla="*/ 1065865 w 1997094"/>
                <a:gd name="connsiteY64" fmla="*/ 117807 h 3410768"/>
                <a:gd name="connsiteX65" fmla="*/ 998547 w 1997094"/>
                <a:gd name="connsiteY65" fmla="*/ 72928 h 3410768"/>
                <a:gd name="connsiteX66" fmla="*/ 920010 w 1997094"/>
                <a:gd name="connsiteY66" fmla="*/ 0 h 3410768"/>
                <a:gd name="connsiteX0" fmla="*/ 920010 w 1997094"/>
                <a:gd name="connsiteY0" fmla="*/ 0 h 3410768"/>
                <a:gd name="connsiteX1" fmla="*/ 779764 w 1997094"/>
                <a:gd name="connsiteY1" fmla="*/ 117807 h 3410768"/>
                <a:gd name="connsiteX2" fmla="*/ 751715 w 1997094"/>
                <a:gd name="connsiteY2" fmla="*/ 224393 h 3410768"/>
                <a:gd name="connsiteX3" fmla="*/ 656348 w 1997094"/>
                <a:gd name="connsiteY3" fmla="*/ 403907 h 3410768"/>
                <a:gd name="connsiteX4" fmla="*/ 656348 w 1997094"/>
                <a:gd name="connsiteY4" fmla="*/ 460005 h 3410768"/>
                <a:gd name="connsiteX5" fmla="*/ 673178 w 1997094"/>
                <a:gd name="connsiteY5" fmla="*/ 544153 h 3410768"/>
                <a:gd name="connsiteX6" fmla="*/ 448785 w 1997094"/>
                <a:gd name="connsiteY6" fmla="*/ 656349 h 3410768"/>
                <a:gd name="connsiteX7" fmla="*/ 263661 w 1997094"/>
                <a:gd name="connsiteY7" fmla="*/ 673178 h 3410768"/>
                <a:gd name="connsiteX8" fmla="*/ 218783 w 1997094"/>
                <a:gd name="connsiteY8" fmla="*/ 948059 h 3410768"/>
                <a:gd name="connsiteX9" fmla="*/ 168294 w 1997094"/>
                <a:gd name="connsiteY9" fmla="*/ 1082695 h 3410768"/>
                <a:gd name="connsiteX10" fmla="*/ 72927 w 1997094"/>
                <a:gd name="connsiteY10" fmla="*/ 1211721 h 3410768"/>
                <a:gd name="connsiteX11" fmla="*/ 0 w 1997094"/>
                <a:gd name="connsiteY11" fmla="*/ 1346356 h 3410768"/>
                <a:gd name="connsiteX12" fmla="*/ 134635 w 1997094"/>
                <a:gd name="connsiteY12" fmla="*/ 1705384 h 3410768"/>
                <a:gd name="connsiteX13" fmla="*/ 241222 w 1997094"/>
                <a:gd name="connsiteY13" fmla="*/ 1778312 h 3410768"/>
                <a:gd name="connsiteX14" fmla="*/ 291710 w 1997094"/>
                <a:gd name="connsiteY14" fmla="*/ 1744653 h 3410768"/>
                <a:gd name="connsiteX15" fmla="*/ 336589 w 1997094"/>
                <a:gd name="connsiteY15" fmla="*/ 1800751 h 3410768"/>
                <a:gd name="connsiteX16" fmla="*/ 370248 w 1997094"/>
                <a:gd name="connsiteY16" fmla="*/ 3141497 h 3410768"/>
                <a:gd name="connsiteX17" fmla="*/ 426346 w 1997094"/>
                <a:gd name="connsiteY17" fmla="*/ 3141497 h 3410768"/>
                <a:gd name="connsiteX18" fmla="*/ 431956 w 1997094"/>
                <a:gd name="connsiteY18" fmla="*/ 2423441 h 3410768"/>
                <a:gd name="connsiteX19" fmla="*/ 482444 w 1997094"/>
                <a:gd name="connsiteY19" fmla="*/ 2434660 h 3410768"/>
                <a:gd name="connsiteX20" fmla="*/ 493664 w 1997094"/>
                <a:gd name="connsiteY20" fmla="*/ 2928324 h 3410768"/>
                <a:gd name="connsiteX21" fmla="*/ 566591 w 1997094"/>
                <a:gd name="connsiteY21" fmla="*/ 2933934 h 3410768"/>
                <a:gd name="connsiteX22" fmla="*/ 572201 w 1997094"/>
                <a:gd name="connsiteY22" fmla="*/ 2457100 h 3410768"/>
                <a:gd name="connsiteX23" fmla="*/ 964888 w 1997094"/>
                <a:gd name="connsiteY23" fmla="*/ 2462710 h 3410768"/>
                <a:gd name="connsiteX24" fmla="*/ 970498 w 1997094"/>
                <a:gd name="connsiteY24" fmla="*/ 2866616 h 3410768"/>
                <a:gd name="connsiteX25" fmla="*/ 1026596 w 1997094"/>
                <a:gd name="connsiteY25" fmla="*/ 2877836 h 3410768"/>
                <a:gd name="connsiteX26" fmla="*/ 1020986 w 1997094"/>
                <a:gd name="connsiteY26" fmla="*/ 3051740 h 3410768"/>
                <a:gd name="connsiteX27" fmla="*/ 1009767 w 1997094"/>
                <a:gd name="connsiteY27" fmla="*/ 3175156 h 3410768"/>
                <a:gd name="connsiteX28" fmla="*/ 1004157 w 1997094"/>
                <a:gd name="connsiteY28" fmla="*/ 3365890 h 3410768"/>
                <a:gd name="connsiteX29" fmla="*/ 1217330 w 1997094"/>
                <a:gd name="connsiteY29" fmla="*/ 3410768 h 3410768"/>
                <a:gd name="connsiteX30" fmla="*/ 1234159 w 1997094"/>
                <a:gd name="connsiteY30" fmla="*/ 3248084 h 3410768"/>
                <a:gd name="connsiteX31" fmla="*/ 1211720 w 1997094"/>
                <a:gd name="connsiteY31" fmla="*/ 3040521 h 3410768"/>
                <a:gd name="connsiteX32" fmla="*/ 1234159 w 1997094"/>
                <a:gd name="connsiteY32" fmla="*/ 2883446 h 3410768"/>
                <a:gd name="connsiteX33" fmla="*/ 1239769 w 1997094"/>
                <a:gd name="connsiteY33" fmla="*/ 2614175 h 3410768"/>
                <a:gd name="connsiteX34" fmla="*/ 1301477 w 1997094"/>
                <a:gd name="connsiteY34" fmla="*/ 2586126 h 3410768"/>
                <a:gd name="connsiteX35" fmla="*/ 1284648 w 1997094"/>
                <a:gd name="connsiteY35" fmla="*/ 2417831 h 3410768"/>
                <a:gd name="connsiteX36" fmla="*/ 1351965 w 1997094"/>
                <a:gd name="connsiteY36" fmla="*/ 2608565 h 3410768"/>
                <a:gd name="connsiteX37" fmla="*/ 1380014 w 1997094"/>
                <a:gd name="connsiteY37" fmla="*/ 3119058 h 3410768"/>
                <a:gd name="connsiteX38" fmla="*/ 1447332 w 1997094"/>
                <a:gd name="connsiteY38" fmla="*/ 3091009 h 3410768"/>
                <a:gd name="connsiteX39" fmla="*/ 1419283 w 1997094"/>
                <a:gd name="connsiteY39" fmla="*/ 2625394 h 3410768"/>
                <a:gd name="connsiteX40" fmla="*/ 1469772 w 1997094"/>
                <a:gd name="connsiteY40" fmla="*/ 2636614 h 3410768"/>
                <a:gd name="connsiteX41" fmla="*/ 1480991 w 1997094"/>
                <a:gd name="connsiteY41" fmla="*/ 3292962 h 3410768"/>
                <a:gd name="connsiteX42" fmla="*/ 1531479 w 1997094"/>
                <a:gd name="connsiteY42" fmla="*/ 3276133 h 3410768"/>
                <a:gd name="connsiteX43" fmla="*/ 1553919 w 1997094"/>
                <a:gd name="connsiteY43" fmla="*/ 2821738 h 3410768"/>
                <a:gd name="connsiteX44" fmla="*/ 1604407 w 1997094"/>
                <a:gd name="connsiteY44" fmla="*/ 2961983 h 3410768"/>
                <a:gd name="connsiteX45" fmla="*/ 1952216 w 1997094"/>
                <a:gd name="connsiteY45" fmla="*/ 2771249 h 3410768"/>
                <a:gd name="connsiteX46" fmla="*/ 1997094 w 1997094"/>
                <a:gd name="connsiteY46" fmla="*/ 2653443 h 3410768"/>
                <a:gd name="connsiteX47" fmla="*/ 1823190 w 1997094"/>
                <a:gd name="connsiteY47" fmla="*/ 2642224 h 3410768"/>
                <a:gd name="connsiteX48" fmla="*/ 1694164 w 1997094"/>
                <a:gd name="connsiteY48" fmla="*/ 2546857 h 3410768"/>
                <a:gd name="connsiteX49" fmla="*/ 1621237 w 1997094"/>
                <a:gd name="connsiteY49" fmla="*/ 2451490 h 3410768"/>
                <a:gd name="connsiteX50" fmla="*/ 1694164 w 1997094"/>
                <a:gd name="connsiteY50" fmla="*/ 2328074 h 3410768"/>
                <a:gd name="connsiteX51" fmla="*/ 1514650 w 1997094"/>
                <a:gd name="connsiteY51" fmla="*/ 2030754 h 3410768"/>
                <a:gd name="connsiteX52" fmla="*/ 1531479 w 1997094"/>
                <a:gd name="connsiteY52" fmla="*/ 1610018 h 3410768"/>
                <a:gd name="connsiteX53" fmla="*/ 1301477 w 1997094"/>
                <a:gd name="connsiteY53" fmla="*/ 1615627 h 3410768"/>
                <a:gd name="connsiteX54" fmla="*/ 1323916 w 1997094"/>
                <a:gd name="connsiteY54" fmla="*/ 1486602 h 3410768"/>
                <a:gd name="connsiteX55" fmla="*/ 1262208 w 1997094"/>
                <a:gd name="connsiteY55" fmla="*/ 1301478 h 3410768"/>
                <a:gd name="connsiteX56" fmla="*/ 1301477 w 1997094"/>
                <a:gd name="connsiteY56" fmla="*/ 1228550 h 3410768"/>
                <a:gd name="connsiteX57" fmla="*/ 1234159 w 1997094"/>
                <a:gd name="connsiteY57" fmla="*/ 1043426 h 3410768"/>
                <a:gd name="connsiteX58" fmla="*/ 1250989 w 1997094"/>
                <a:gd name="connsiteY58" fmla="*/ 847083 h 3410768"/>
                <a:gd name="connsiteX59" fmla="*/ 970498 w 1997094"/>
                <a:gd name="connsiteY59" fmla="*/ 712447 h 3410768"/>
                <a:gd name="connsiteX60" fmla="*/ 1015376 w 1997094"/>
                <a:gd name="connsiteY60" fmla="*/ 622690 h 3410768"/>
                <a:gd name="connsiteX61" fmla="*/ 1150012 w 1997094"/>
                <a:gd name="connsiteY61" fmla="*/ 482445 h 3410768"/>
                <a:gd name="connsiteX62" fmla="*/ 1166841 w 1997094"/>
                <a:gd name="connsiteY62" fmla="*/ 314150 h 3410768"/>
                <a:gd name="connsiteX63" fmla="*/ 1161232 w 1997094"/>
                <a:gd name="connsiteY63" fmla="*/ 196344 h 3410768"/>
                <a:gd name="connsiteX64" fmla="*/ 1065865 w 1997094"/>
                <a:gd name="connsiteY64" fmla="*/ 117807 h 3410768"/>
                <a:gd name="connsiteX65" fmla="*/ 998547 w 1997094"/>
                <a:gd name="connsiteY65" fmla="*/ 72928 h 3410768"/>
                <a:gd name="connsiteX66" fmla="*/ 920010 w 1997094"/>
                <a:gd name="connsiteY66" fmla="*/ 0 h 3410768"/>
                <a:gd name="connsiteX0" fmla="*/ 920010 w 1997094"/>
                <a:gd name="connsiteY0" fmla="*/ 0 h 3410768"/>
                <a:gd name="connsiteX1" fmla="*/ 779764 w 1997094"/>
                <a:gd name="connsiteY1" fmla="*/ 117807 h 3410768"/>
                <a:gd name="connsiteX2" fmla="*/ 751715 w 1997094"/>
                <a:gd name="connsiteY2" fmla="*/ 224393 h 3410768"/>
                <a:gd name="connsiteX3" fmla="*/ 656348 w 1997094"/>
                <a:gd name="connsiteY3" fmla="*/ 403907 h 3410768"/>
                <a:gd name="connsiteX4" fmla="*/ 656348 w 1997094"/>
                <a:gd name="connsiteY4" fmla="*/ 460005 h 3410768"/>
                <a:gd name="connsiteX5" fmla="*/ 673178 w 1997094"/>
                <a:gd name="connsiteY5" fmla="*/ 544153 h 3410768"/>
                <a:gd name="connsiteX6" fmla="*/ 448785 w 1997094"/>
                <a:gd name="connsiteY6" fmla="*/ 656349 h 3410768"/>
                <a:gd name="connsiteX7" fmla="*/ 263661 w 1997094"/>
                <a:gd name="connsiteY7" fmla="*/ 673178 h 3410768"/>
                <a:gd name="connsiteX8" fmla="*/ 218783 w 1997094"/>
                <a:gd name="connsiteY8" fmla="*/ 948059 h 3410768"/>
                <a:gd name="connsiteX9" fmla="*/ 168294 w 1997094"/>
                <a:gd name="connsiteY9" fmla="*/ 1082695 h 3410768"/>
                <a:gd name="connsiteX10" fmla="*/ 72927 w 1997094"/>
                <a:gd name="connsiteY10" fmla="*/ 1211721 h 3410768"/>
                <a:gd name="connsiteX11" fmla="*/ 0 w 1997094"/>
                <a:gd name="connsiteY11" fmla="*/ 1346356 h 3410768"/>
                <a:gd name="connsiteX12" fmla="*/ 134635 w 1997094"/>
                <a:gd name="connsiteY12" fmla="*/ 1705384 h 3410768"/>
                <a:gd name="connsiteX13" fmla="*/ 241222 w 1997094"/>
                <a:gd name="connsiteY13" fmla="*/ 1778312 h 3410768"/>
                <a:gd name="connsiteX14" fmla="*/ 291710 w 1997094"/>
                <a:gd name="connsiteY14" fmla="*/ 1744653 h 3410768"/>
                <a:gd name="connsiteX15" fmla="*/ 336589 w 1997094"/>
                <a:gd name="connsiteY15" fmla="*/ 1800751 h 3410768"/>
                <a:gd name="connsiteX16" fmla="*/ 370248 w 1997094"/>
                <a:gd name="connsiteY16" fmla="*/ 3141497 h 3410768"/>
                <a:gd name="connsiteX17" fmla="*/ 426346 w 1997094"/>
                <a:gd name="connsiteY17" fmla="*/ 3141497 h 3410768"/>
                <a:gd name="connsiteX18" fmla="*/ 431956 w 1997094"/>
                <a:gd name="connsiteY18" fmla="*/ 2423441 h 3410768"/>
                <a:gd name="connsiteX19" fmla="*/ 482444 w 1997094"/>
                <a:gd name="connsiteY19" fmla="*/ 2434660 h 3410768"/>
                <a:gd name="connsiteX20" fmla="*/ 493664 w 1997094"/>
                <a:gd name="connsiteY20" fmla="*/ 2928324 h 3410768"/>
                <a:gd name="connsiteX21" fmla="*/ 566591 w 1997094"/>
                <a:gd name="connsiteY21" fmla="*/ 2933934 h 3410768"/>
                <a:gd name="connsiteX22" fmla="*/ 572201 w 1997094"/>
                <a:gd name="connsiteY22" fmla="*/ 2457100 h 3410768"/>
                <a:gd name="connsiteX23" fmla="*/ 964888 w 1997094"/>
                <a:gd name="connsiteY23" fmla="*/ 2462710 h 3410768"/>
                <a:gd name="connsiteX24" fmla="*/ 970498 w 1997094"/>
                <a:gd name="connsiteY24" fmla="*/ 2866616 h 3410768"/>
                <a:gd name="connsiteX25" fmla="*/ 1026596 w 1997094"/>
                <a:gd name="connsiteY25" fmla="*/ 2877836 h 3410768"/>
                <a:gd name="connsiteX26" fmla="*/ 1020986 w 1997094"/>
                <a:gd name="connsiteY26" fmla="*/ 3051740 h 3410768"/>
                <a:gd name="connsiteX27" fmla="*/ 1009767 w 1997094"/>
                <a:gd name="connsiteY27" fmla="*/ 3175156 h 3410768"/>
                <a:gd name="connsiteX28" fmla="*/ 1004157 w 1997094"/>
                <a:gd name="connsiteY28" fmla="*/ 3365890 h 3410768"/>
                <a:gd name="connsiteX29" fmla="*/ 1217330 w 1997094"/>
                <a:gd name="connsiteY29" fmla="*/ 3410768 h 3410768"/>
                <a:gd name="connsiteX30" fmla="*/ 1234159 w 1997094"/>
                <a:gd name="connsiteY30" fmla="*/ 3248084 h 3410768"/>
                <a:gd name="connsiteX31" fmla="*/ 1211720 w 1997094"/>
                <a:gd name="connsiteY31" fmla="*/ 3040521 h 3410768"/>
                <a:gd name="connsiteX32" fmla="*/ 1234159 w 1997094"/>
                <a:gd name="connsiteY32" fmla="*/ 2883446 h 3410768"/>
                <a:gd name="connsiteX33" fmla="*/ 1239769 w 1997094"/>
                <a:gd name="connsiteY33" fmla="*/ 2614175 h 3410768"/>
                <a:gd name="connsiteX34" fmla="*/ 1301477 w 1997094"/>
                <a:gd name="connsiteY34" fmla="*/ 2586126 h 3410768"/>
                <a:gd name="connsiteX35" fmla="*/ 1284648 w 1997094"/>
                <a:gd name="connsiteY35" fmla="*/ 2417831 h 3410768"/>
                <a:gd name="connsiteX36" fmla="*/ 1351965 w 1997094"/>
                <a:gd name="connsiteY36" fmla="*/ 2608565 h 3410768"/>
                <a:gd name="connsiteX37" fmla="*/ 1380014 w 1997094"/>
                <a:gd name="connsiteY37" fmla="*/ 3119058 h 3410768"/>
                <a:gd name="connsiteX38" fmla="*/ 1447332 w 1997094"/>
                <a:gd name="connsiteY38" fmla="*/ 3091009 h 3410768"/>
                <a:gd name="connsiteX39" fmla="*/ 1419283 w 1997094"/>
                <a:gd name="connsiteY39" fmla="*/ 2625394 h 3410768"/>
                <a:gd name="connsiteX40" fmla="*/ 1469772 w 1997094"/>
                <a:gd name="connsiteY40" fmla="*/ 2636614 h 3410768"/>
                <a:gd name="connsiteX41" fmla="*/ 1480991 w 1997094"/>
                <a:gd name="connsiteY41" fmla="*/ 3292962 h 3410768"/>
                <a:gd name="connsiteX42" fmla="*/ 1531479 w 1997094"/>
                <a:gd name="connsiteY42" fmla="*/ 3276133 h 3410768"/>
                <a:gd name="connsiteX43" fmla="*/ 1553919 w 1997094"/>
                <a:gd name="connsiteY43" fmla="*/ 2821738 h 3410768"/>
                <a:gd name="connsiteX44" fmla="*/ 1604407 w 1997094"/>
                <a:gd name="connsiteY44" fmla="*/ 2961983 h 3410768"/>
                <a:gd name="connsiteX45" fmla="*/ 1952216 w 1997094"/>
                <a:gd name="connsiteY45" fmla="*/ 2771249 h 3410768"/>
                <a:gd name="connsiteX46" fmla="*/ 1997094 w 1997094"/>
                <a:gd name="connsiteY46" fmla="*/ 2653443 h 3410768"/>
                <a:gd name="connsiteX47" fmla="*/ 1823190 w 1997094"/>
                <a:gd name="connsiteY47" fmla="*/ 2642224 h 3410768"/>
                <a:gd name="connsiteX48" fmla="*/ 1694164 w 1997094"/>
                <a:gd name="connsiteY48" fmla="*/ 2546857 h 3410768"/>
                <a:gd name="connsiteX49" fmla="*/ 1621237 w 1997094"/>
                <a:gd name="connsiteY49" fmla="*/ 2451490 h 3410768"/>
                <a:gd name="connsiteX50" fmla="*/ 1694164 w 1997094"/>
                <a:gd name="connsiteY50" fmla="*/ 2328074 h 3410768"/>
                <a:gd name="connsiteX51" fmla="*/ 1514650 w 1997094"/>
                <a:gd name="connsiteY51" fmla="*/ 2030754 h 3410768"/>
                <a:gd name="connsiteX52" fmla="*/ 1531479 w 1997094"/>
                <a:gd name="connsiteY52" fmla="*/ 1610018 h 3410768"/>
                <a:gd name="connsiteX53" fmla="*/ 1301477 w 1997094"/>
                <a:gd name="connsiteY53" fmla="*/ 1615627 h 3410768"/>
                <a:gd name="connsiteX54" fmla="*/ 1323916 w 1997094"/>
                <a:gd name="connsiteY54" fmla="*/ 1486602 h 3410768"/>
                <a:gd name="connsiteX55" fmla="*/ 1262208 w 1997094"/>
                <a:gd name="connsiteY55" fmla="*/ 1301478 h 3410768"/>
                <a:gd name="connsiteX56" fmla="*/ 1301477 w 1997094"/>
                <a:gd name="connsiteY56" fmla="*/ 1228550 h 3410768"/>
                <a:gd name="connsiteX57" fmla="*/ 1234159 w 1997094"/>
                <a:gd name="connsiteY57" fmla="*/ 1043426 h 3410768"/>
                <a:gd name="connsiteX58" fmla="*/ 1250989 w 1997094"/>
                <a:gd name="connsiteY58" fmla="*/ 847083 h 3410768"/>
                <a:gd name="connsiteX59" fmla="*/ 970498 w 1997094"/>
                <a:gd name="connsiteY59" fmla="*/ 712447 h 3410768"/>
                <a:gd name="connsiteX60" fmla="*/ 1015376 w 1997094"/>
                <a:gd name="connsiteY60" fmla="*/ 622690 h 3410768"/>
                <a:gd name="connsiteX61" fmla="*/ 1150012 w 1997094"/>
                <a:gd name="connsiteY61" fmla="*/ 482445 h 3410768"/>
                <a:gd name="connsiteX62" fmla="*/ 1166841 w 1997094"/>
                <a:gd name="connsiteY62" fmla="*/ 314150 h 3410768"/>
                <a:gd name="connsiteX63" fmla="*/ 1161232 w 1997094"/>
                <a:gd name="connsiteY63" fmla="*/ 196344 h 3410768"/>
                <a:gd name="connsiteX64" fmla="*/ 1065865 w 1997094"/>
                <a:gd name="connsiteY64" fmla="*/ 117807 h 3410768"/>
                <a:gd name="connsiteX65" fmla="*/ 998547 w 1997094"/>
                <a:gd name="connsiteY65" fmla="*/ 72928 h 3410768"/>
                <a:gd name="connsiteX66" fmla="*/ 920010 w 1997094"/>
                <a:gd name="connsiteY66" fmla="*/ 0 h 3410768"/>
                <a:gd name="connsiteX0" fmla="*/ 920010 w 1997094"/>
                <a:gd name="connsiteY0" fmla="*/ 0 h 3411474"/>
                <a:gd name="connsiteX1" fmla="*/ 779764 w 1997094"/>
                <a:gd name="connsiteY1" fmla="*/ 117807 h 3411474"/>
                <a:gd name="connsiteX2" fmla="*/ 751715 w 1997094"/>
                <a:gd name="connsiteY2" fmla="*/ 224393 h 3411474"/>
                <a:gd name="connsiteX3" fmla="*/ 656348 w 1997094"/>
                <a:gd name="connsiteY3" fmla="*/ 403907 h 3411474"/>
                <a:gd name="connsiteX4" fmla="*/ 656348 w 1997094"/>
                <a:gd name="connsiteY4" fmla="*/ 460005 h 3411474"/>
                <a:gd name="connsiteX5" fmla="*/ 673178 w 1997094"/>
                <a:gd name="connsiteY5" fmla="*/ 544153 h 3411474"/>
                <a:gd name="connsiteX6" fmla="*/ 448785 w 1997094"/>
                <a:gd name="connsiteY6" fmla="*/ 656349 h 3411474"/>
                <a:gd name="connsiteX7" fmla="*/ 263661 w 1997094"/>
                <a:gd name="connsiteY7" fmla="*/ 673178 h 3411474"/>
                <a:gd name="connsiteX8" fmla="*/ 218783 w 1997094"/>
                <a:gd name="connsiteY8" fmla="*/ 948059 h 3411474"/>
                <a:gd name="connsiteX9" fmla="*/ 168294 w 1997094"/>
                <a:gd name="connsiteY9" fmla="*/ 1082695 h 3411474"/>
                <a:gd name="connsiteX10" fmla="*/ 72927 w 1997094"/>
                <a:gd name="connsiteY10" fmla="*/ 1211721 h 3411474"/>
                <a:gd name="connsiteX11" fmla="*/ 0 w 1997094"/>
                <a:gd name="connsiteY11" fmla="*/ 1346356 h 3411474"/>
                <a:gd name="connsiteX12" fmla="*/ 134635 w 1997094"/>
                <a:gd name="connsiteY12" fmla="*/ 1705384 h 3411474"/>
                <a:gd name="connsiteX13" fmla="*/ 241222 w 1997094"/>
                <a:gd name="connsiteY13" fmla="*/ 1778312 h 3411474"/>
                <a:gd name="connsiteX14" fmla="*/ 291710 w 1997094"/>
                <a:gd name="connsiteY14" fmla="*/ 1744653 h 3411474"/>
                <a:gd name="connsiteX15" fmla="*/ 336589 w 1997094"/>
                <a:gd name="connsiteY15" fmla="*/ 1800751 h 3411474"/>
                <a:gd name="connsiteX16" fmla="*/ 370248 w 1997094"/>
                <a:gd name="connsiteY16" fmla="*/ 3141497 h 3411474"/>
                <a:gd name="connsiteX17" fmla="*/ 426346 w 1997094"/>
                <a:gd name="connsiteY17" fmla="*/ 3141497 h 3411474"/>
                <a:gd name="connsiteX18" fmla="*/ 431956 w 1997094"/>
                <a:gd name="connsiteY18" fmla="*/ 2423441 h 3411474"/>
                <a:gd name="connsiteX19" fmla="*/ 482444 w 1997094"/>
                <a:gd name="connsiteY19" fmla="*/ 2434660 h 3411474"/>
                <a:gd name="connsiteX20" fmla="*/ 493664 w 1997094"/>
                <a:gd name="connsiteY20" fmla="*/ 2928324 h 3411474"/>
                <a:gd name="connsiteX21" fmla="*/ 566591 w 1997094"/>
                <a:gd name="connsiteY21" fmla="*/ 2933934 h 3411474"/>
                <a:gd name="connsiteX22" fmla="*/ 572201 w 1997094"/>
                <a:gd name="connsiteY22" fmla="*/ 2457100 h 3411474"/>
                <a:gd name="connsiteX23" fmla="*/ 964888 w 1997094"/>
                <a:gd name="connsiteY23" fmla="*/ 2462710 h 3411474"/>
                <a:gd name="connsiteX24" fmla="*/ 970498 w 1997094"/>
                <a:gd name="connsiteY24" fmla="*/ 2866616 h 3411474"/>
                <a:gd name="connsiteX25" fmla="*/ 1026596 w 1997094"/>
                <a:gd name="connsiteY25" fmla="*/ 2877836 h 3411474"/>
                <a:gd name="connsiteX26" fmla="*/ 1020986 w 1997094"/>
                <a:gd name="connsiteY26" fmla="*/ 3051740 h 3411474"/>
                <a:gd name="connsiteX27" fmla="*/ 1009767 w 1997094"/>
                <a:gd name="connsiteY27" fmla="*/ 3175156 h 3411474"/>
                <a:gd name="connsiteX28" fmla="*/ 1004157 w 1997094"/>
                <a:gd name="connsiteY28" fmla="*/ 3365890 h 3411474"/>
                <a:gd name="connsiteX29" fmla="*/ 1217330 w 1997094"/>
                <a:gd name="connsiteY29" fmla="*/ 3410768 h 3411474"/>
                <a:gd name="connsiteX30" fmla="*/ 1234159 w 1997094"/>
                <a:gd name="connsiteY30" fmla="*/ 3248084 h 3411474"/>
                <a:gd name="connsiteX31" fmla="*/ 1211720 w 1997094"/>
                <a:gd name="connsiteY31" fmla="*/ 3040521 h 3411474"/>
                <a:gd name="connsiteX32" fmla="*/ 1234159 w 1997094"/>
                <a:gd name="connsiteY32" fmla="*/ 2883446 h 3411474"/>
                <a:gd name="connsiteX33" fmla="*/ 1239769 w 1997094"/>
                <a:gd name="connsiteY33" fmla="*/ 2614175 h 3411474"/>
                <a:gd name="connsiteX34" fmla="*/ 1301477 w 1997094"/>
                <a:gd name="connsiteY34" fmla="*/ 2586126 h 3411474"/>
                <a:gd name="connsiteX35" fmla="*/ 1284648 w 1997094"/>
                <a:gd name="connsiteY35" fmla="*/ 2417831 h 3411474"/>
                <a:gd name="connsiteX36" fmla="*/ 1351965 w 1997094"/>
                <a:gd name="connsiteY36" fmla="*/ 2608565 h 3411474"/>
                <a:gd name="connsiteX37" fmla="*/ 1380014 w 1997094"/>
                <a:gd name="connsiteY37" fmla="*/ 3119058 h 3411474"/>
                <a:gd name="connsiteX38" fmla="*/ 1447332 w 1997094"/>
                <a:gd name="connsiteY38" fmla="*/ 3091009 h 3411474"/>
                <a:gd name="connsiteX39" fmla="*/ 1419283 w 1997094"/>
                <a:gd name="connsiteY39" fmla="*/ 2625394 h 3411474"/>
                <a:gd name="connsiteX40" fmla="*/ 1469772 w 1997094"/>
                <a:gd name="connsiteY40" fmla="*/ 2636614 h 3411474"/>
                <a:gd name="connsiteX41" fmla="*/ 1480991 w 1997094"/>
                <a:gd name="connsiteY41" fmla="*/ 3292962 h 3411474"/>
                <a:gd name="connsiteX42" fmla="*/ 1531479 w 1997094"/>
                <a:gd name="connsiteY42" fmla="*/ 3276133 h 3411474"/>
                <a:gd name="connsiteX43" fmla="*/ 1553919 w 1997094"/>
                <a:gd name="connsiteY43" fmla="*/ 2821738 h 3411474"/>
                <a:gd name="connsiteX44" fmla="*/ 1604407 w 1997094"/>
                <a:gd name="connsiteY44" fmla="*/ 2961983 h 3411474"/>
                <a:gd name="connsiteX45" fmla="*/ 1952216 w 1997094"/>
                <a:gd name="connsiteY45" fmla="*/ 2771249 h 3411474"/>
                <a:gd name="connsiteX46" fmla="*/ 1997094 w 1997094"/>
                <a:gd name="connsiteY46" fmla="*/ 2653443 h 3411474"/>
                <a:gd name="connsiteX47" fmla="*/ 1823190 w 1997094"/>
                <a:gd name="connsiteY47" fmla="*/ 2642224 h 3411474"/>
                <a:gd name="connsiteX48" fmla="*/ 1694164 w 1997094"/>
                <a:gd name="connsiteY48" fmla="*/ 2546857 h 3411474"/>
                <a:gd name="connsiteX49" fmla="*/ 1621237 w 1997094"/>
                <a:gd name="connsiteY49" fmla="*/ 2451490 h 3411474"/>
                <a:gd name="connsiteX50" fmla="*/ 1694164 w 1997094"/>
                <a:gd name="connsiteY50" fmla="*/ 2328074 h 3411474"/>
                <a:gd name="connsiteX51" fmla="*/ 1514650 w 1997094"/>
                <a:gd name="connsiteY51" fmla="*/ 2030754 h 3411474"/>
                <a:gd name="connsiteX52" fmla="*/ 1531479 w 1997094"/>
                <a:gd name="connsiteY52" fmla="*/ 1610018 h 3411474"/>
                <a:gd name="connsiteX53" fmla="*/ 1301477 w 1997094"/>
                <a:gd name="connsiteY53" fmla="*/ 1615627 h 3411474"/>
                <a:gd name="connsiteX54" fmla="*/ 1323916 w 1997094"/>
                <a:gd name="connsiteY54" fmla="*/ 1486602 h 3411474"/>
                <a:gd name="connsiteX55" fmla="*/ 1262208 w 1997094"/>
                <a:gd name="connsiteY55" fmla="*/ 1301478 h 3411474"/>
                <a:gd name="connsiteX56" fmla="*/ 1301477 w 1997094"/>
                <a:gd name="connsiteY56" fmla="*/ 1228550 h 3411474"/>
                <a:gd name="connsiteX57" fmla="*/ 1234159 w 1997094"/>
                <a:gd name="connsiteY57" fmla="*/ 1043426 h 3411474"/>
                <a:gd name="connsiteX58" fmla="*/ 1250989 w 1997094"/>
                <a:gd name="connsiteY58" fmla="*/ 847083 h 3411474"/>
                <a:gd name="connsiteX59" fmla="*/ 970498 w 1997094"/>
                <a:gd name="connsiteY59" fmla="*/ 712447 h 3411474"/>
                <a:gd name="connsiteX60" fmla="*/ 1015376 w 1997094"/>
                <a:gd name="connsiteY60" fmla="*/ 622690 h 3411474"/>
                <a:gd name="connsiteX61" fmla="*/ 1150012 w 1997094"/>
                <a:gd name="connsiteY61" fmla="*/ 482445 h 3411474"/>
                <a:gd name="connsiteX62" fmla="*/ 1166841 w 1997094"/>
                <a:gd name="connsiteY62" fmla="*/ 314150 h 3411474"/>
                <a:gd name="connsiteX63" fmla="*/ 1161232 w 1997094"/>
                <a:gd name="connsiteY63" fmla="*/ 196344 h 3411474"/>
                <a:gd name="connsiteX64" fmla="*/ 1065865 w 1997094"/>
                <a:gd name="connsiteY64" fmla="*/ 117807 h 3411474"/>
                <a:gd name="connsiteX65" fmla="*/ 998547 w 1997094"/>
                <a:gd name="connsiteY65" fmla="*/ 72928 h 3411474"/>
                <a:gd name="connsiteX66" fmla="*/ 920010 w 1997094"/>
                <a:gd name="connsiteY66" fmla="*/ 0 h 3411474"/>
                <a:gd name="connsiteX0" fmla="*/ 920010 w 1997094"/>
                <a:gd name="connsiteY0" fmla="*/ 0 h 3429119"/>
                <a:gd name="connsiteX1" fmla="*/ 779764 w 1997094"/>
                <a:gd name="connsiteY1" fmla="*/ 117807 h 3429119"/>
                <a:gd name="connsiteX2" fmla="*/ 751715 w 1997094"/>
                <a:gd name="connsiteY2" fmla="*/ 224393 h 3429119"/>
                <a:gd name="connsiteX3" fmla="*/ 656348 w 1997094"/>
                <a:gd name="connsiteY3" fmla="*/ 403907 h 3429119"/>
                <a:gd name="connsiteX4" fmla="*/ 656348 w 1997094"/>
                <a:gd name="connsiteY4" fmla="*/ 460005 h 3429119"/>
                <a:gd name="connsiteX5" fmla="*/ 673178 w 1997094"/>
                <a:gd name="connsiteY5" fmla="*/ 544153 h 3429119"/>
                <a:gd name="connsiteX6" fmla="*/ 448785 w 1997094"/>
                <a:gd name="connsiteY6" fmla="*/ 656349 h 3429119"/>
                <a:gd name="connsiteX7" fmla="*/ 263661 w 1997094"/>
                <a:gd name="connsiteY7" fmla="*/ 673178 h 3429119"/>
                <a:gd name="connsiteX8" fmla="*/ 218783 w 1997094"/>
                <a:gd name="connsiteY8" fmla="*/ 948059 h 3429119"/>
                <a:gd name="connsiteX9" fmla="*/ 168294 w 1997094"/>
                <a:gd name="connsiteY9" fmla="*/ 1082695 h 3429119"/>
                <a:gd name="connsiteX10" fmla="*/ 72927 w 1997094"/>
                <a:gd name="connsiteY10" fmla="*/ 1211721 h 3429119"/>
                <a:gd name="connsiteX11" fmla="*/ 0 w 1997094"/>
                <a:gd name="connsiteY11" fmla="*/ 1346356 h 3429119"/>
                <a:gd name="connsiteX12" fmla="*/ 134635 w 1997094"/>
                <a:gd name="connsiteY12" fmla="*/ 1705384 h 3429119"/>
                <a:gd name="connsiteX13" fmla="*/ 241222 w 1997094"/>
                <a:gd name="connsiteY13" fmla="*/ 1778312 h 3429119"/>
                <a:gd name="connsiteX14" fmla="*/ 291710 w 1997094"/>
                <a:gd name="connsiteY14" fmla="*/ 1744653 h 3429119"/>
                <a:gd name="connsiteX15" fmla="*/ 336589 w 1997094"/>
                <a:gd name="connsiteY15" fmla="*/ 1800751 h 3429119"/>
                <a:gd name="connsiteX16" fmla="*/ 370248 w 1997094"/>
                <a:gd name="connsiteY16" fmla="*/ 3141497 h 3429119"/>
                <a:gd name="connsiteX17" fmla="*/ 426346 w 1997094"/>
                <a:gd name="connsiteY17" fmla="*/ 3141497 h 3429119"/>
                <a:gd name="connsiteX18" fmla="*/ 431956 w 1997094"/>
                <a:gd name="connsiteY18" fmla="*/ 2423441 h 3429119"/>
                <a:gd name="connsiteX19" fmla="*/ 482444 w 1997094"/>
                <a:gd name="connsiteY19" fmla="*/ 2434660 h 3429119"/>
                <a:gd name="connsiteX20" fmla="*/ 493664 w 1997094"/>
                <a:gd name="connsiteY20" fmla="*/ 2928324 h 3429119"/>
                <a:gd name="connsiteX21" fmla="*/ 566591 w 1997094"/>
                <a:gd name="connsiteY21" fmla="*/ 2933934 h 3429119"/>
                <a:gd name="connsiteX22" fmla="*/ 572201 w 1997094"/>
                <a:gd name="connsiteY22" fmla="*/ 2457100 h 3429119"/>
                <a:gd name="connsiteX23" fmla="*/ 964888 w 1997094"/>
                <a:gd name="connsiteY23" fmla="*/ 2462710 h 3429119"/>
                <a:gd name="connsiteX24" fmla="*/ 970498 w 1997094"/>
                <a:gd name="connsiteY24" fmla="*/ 2866616 h 3429119"/>
                <a:gd name="connsiteX25" fmla="*/ 1026596 w 1997094"/>
                <a:gd name="connsiteY25" fmla="*/ 2877836 h 3429119"/>
                <a:gd name="connsiteX26" fmla="*/ 1020986 w 1997094"/>
                <a:gd name="connsiteY26" fmla="*/ 3051740 h 3429119"/>
                <a:gd name="connsiteX27" fmla="*/ 1009767 w 1997094"/>
                <a:gd name="connsiteY27" fmla="*/ 3175156 h 3429119"/>
                <a:gd name="connsiteX28" fmla="*/ 1020986 w 1997094"/>
                <a:gd name="connsiteY28" fmla="*/ 3393939 h 3429119"/>
                <a:gd name="connsiteX29" fmla="*/ 1217330 w 1997094"/>
                <a:gd name="connsiteY29" fmla="*/ 3410768 h 3429119"/>
                <a:gd name="connsiteX30" fmla="*/ 1234159 w 1997094"/>
                <a:gd name="connsiteY30" fmla="*/ 3248084 h 3429119"/>
                <a:gd name="connsiteX31" fmla="*/ 1211720 w 1997094"/>
                <a:gd name="connsiteY31" fmla="*/ 3040521 h 3429119"/>
                <a:gd name="connsiteX32" fmla="*/ 1234159 w 1997094"/>
                <a:gd name="connsiteY32" fmla="*/ 2883446 h 3429119"/>
                <a:gd name="connsiteX33" fmla="*/ 1239769 w 1997094"/>
                <a:gd name="connsiteY33" fmla="*/ 2614175 h 3429119"/>
                <a:gd name="connsiteX34" fmla="*/ 1301477 w 1997094"/>
                <a:gd name="connsiteY34" fmla="*/ 2586126 h 3429119"/>
                <a:gd name="connsiteX35" fmla="*/ 1284648 w 1997094"/>
                <a:gd name="connsiteY35" fmla="*/ 2417831 h 3429119"/>
                <a:gd name="connsiteX36" fmla="*/ 1351965 w 1997094"/>
                <a:gd name="connsiteY36" fmla="*/ 2608565 h 3429119"/>
                <a:gd name="connsiteX37" fmla="*/ 1380014 w 1997094"/>
                <a:gd name="connsiteY37" fmla="*/ 3119058 h 3429119"/>
                <a:gd name="connsiteX38" fmla="*/ 1447332 w 1997094"/>
                <a:gd name="connsiteY38" fmla="*/ 3091009 h 3429119"/>
                <a:gd name="connsiteX39" fmla="*/ 1419283 w 1997094"/>
                <a:gd name="connsiteY39" fmla="*/ 2625394 h 3429119"/>
                <a:gd name="connsiteX40" fmla="*/ 1469772 w 1997094"/>
                <a:gd name="connsiteY40" fmla="*/ 2636614 h 3429119"/>
                <a:gd name="connsiteX41" fmla="*/ 1480991 w 1997094"/>
                <a:gd name="connsiteY41" fmla="*/ 3292962 h 3429119"/>
                <a:gd name="connsiteX42" fmla="*/ 1531479 w 1997094"/>
                <a:gd name="connsiteY42" fmla="*/ 3276133 h 3429119"/>
                <a:gd name="connsiteX43" fmla="*/ 1553919 w 1997094"/>
                <a:gd name="connsiteY43" fmla="*/ 2821738 h 3429119"/>
                <a:gd name="connsiteX44" fmla="*/ 1604407 w 1997094"/>
                <a:gd name="connsiteY44" fmla="*/ 2961983 h 3429119"/>
                <a:gd name="connsiteX45" fmla="*/ 1952216 w 1997094"/>
                <a:gd name="connsiteY45" fmla="*/ 2771249 h 3429119"/>
                <a:gd name="connsiteX46" fmla="*/ 1997094 w 1997094"/>
                <a:gd name="connsiteY46" fmla="*/ 2653443 h 3429119"/>
                <a:gd name="connsiteX47" fmla="*/ 1823190 w 1997094"/>
                <a:gd name="connsiteY47" fmla="*/ 2642224 h 3429119"/>
                <a:gd name="connsiteX48" fmla="*/ 1694164 w 1997094"/>
                <a:gd name="connsiteY48" fmla="*/ 2546857 h 3429119"/>
                <a:gd name="connsiteX49" fmla="*/ 1621237 w 1997094"/>
                <a:gd name="connsiteY49" fmla="*/ 2451490 h 3429119"/>
                <a:gd name="connsiteX50" fmla="*/ 1694164 w 1997094"/>
                <a:gd name="connsiteY50" fmla="*/ 2328074 h 3429119"/>
                <a:gd name="connsiteX51" fmla="*/ 1514650 w 1997094"/>
                <a:gd name="connsiteY51" fmla="*/ 2030754 h 3429119"/>
                <a:gd name="connsiteX52" fmla="*/ 1531479 w 1997094"/>
                <a:gd name="connsiteY52" fmla="*/ 1610018 h 3429119"/>
                <a:gd name="connsiteX53" fmla="*/ 1301477 w 1997094"/>
                <a:gd name="connsiteY53" fmla="*/ 1615627 h 3429119"/>
                <a:gd name="connsiteX54" fmla="*/ 1323916 w 1997094"/>
                <a:gd name="connsiteY54" fmla="*/ 1486602 h 3429119"/>
                <a:gd name="connsiteX55" fmla="*/ 1262208 w 1997094"/>
                <a:gd name="connsiteY55" fmla="*/ 1301478 h 3429119"/>
                <a:gd name="connsiteX56" fmla="*/ 1301477 w 1997094"/>
                <a:gd name="connsiteY56" fmla="*/ 1228550 h 3429119"/>
                <a:gd name="connsiteX57" fmla="*/ 1234159 w 1997094"/>
                <a:gd name="connsiteY57" fmla="*/ 1043426 h 3429119"/>
                <a:gd name="connsiteX58" fmla="*/ 1250989 w 1997094"/>
                <a:gd name="connsiteY58" fmla="*/ 847083 h 3429119"/>
                <a:gd name="connsiteX59" fmla="*/ 970498 w 1997094"/>
                <a:gd name="connsiteY59" fmla="*/ 712447 h 3429119"/>
                <a:gd name="connsiteX60" fmla="*/ 1015376 w 1997094"/>
                <a:gd name="connsiteY60" fmla="*/ 622690 h 3429119"/>
                <a:gd name="connsiteX61" fmla="*/ 1150012 w 1997094"/>
                <a:gd name="connsiteY61" fmla="*/ 482445 h 3429119"/>
                <a:gd name="connsiteX62" fmla="*/ 1166841 w 1997094"/>
                <a:gd name="connsiteY62" fmla="*/ 314150 h 3429119"/>
                <a:gd name="connsiteX63" fmla="*/ 1161232 w 1997094"/>
                <a:gd name="connsiteY63" fmla="*/ 196344 h 3429119"/>
                <a:gd name="connsiteX64" fmla="*/ 1065865 w 1997094"/>
                <a:gd name="connsiteY64" fmla="*/ 117807 h 3429119"/>
                <a:gd name="connsiteX65" fmla="*/ 998547 w 1997094"/>
                <a:gd name="connsiteY65" fmla="*/ 72928 h 3429119"/>
                <a:gd name="connsiteX66" fmla="*/ 920010 w 1997094"/>
                <a:gd name="connsiteY66" fmla="*/ 0 h 3429119"/>
                <a:gd name="connsiteX0" fmla="*/ 920010 w 1997094"/>
                <a:gd name="connsiteY0" fmla="*/ 0 h 3429119"/>
                <a:gd name="connsiteX1" fmla="*/ 779764 w 1997094"/>
                <a:gd name="connsiteY1" fmla="*/ 117807 h 3429119"/>
                <a:gd name="connsiteX2" fmla="*/ 751715 w 1997094"/>
                <a:gd name="connsiteY2" fmla="*/ 224393 h 3429119"/>
                <a:gd name="connsiteX3" fmla="*/ 656348 w 1997094"/>
                <a:gd name="connsiteY3" fmla="*/ 403907 h 3429119"/>
                <a:gd name="connsiteX4" fmla="*/ 656348 w 1997094"/>
                <a:gd name="connsiteY4" fmla="*/ 460005 h 3429119"/>
                <a:gd name="connsiteX5" fmla="*/ 673178 w 1997094"/>
                <a:gd name="connsiteY5" fmla="*/ 544153 h 3429119"/>
                <a:gd name="connsiteX6" fmla="*/ 448785 w 1997094"/>
                <a:gd name="connsiteY6" fmla="*/ 656349 h 3429119"/>
                <a:gd name="connsiteX7" fmla="*/ 263661 w 1997094"/>
                <a:gd name="connsiteY7" fmla="*/ 673178 h 3429119"/>
                <a:gd name="connsiteX8" fmla="*/ 218783 w 1997094"/>
                <a:gd name="connsiteY8" fmla="*/ 948059 h 3429119"/>
                <a:gd name="connsiteX9" fmla="*/ 168294 w 1997094"/>
                <a:gd name="connsiteY9" fmla="*/ 1082695 h 3429119"/>
                <a:gd name="connsiteX10" fmla="*/ 72927 w 1997094"/>
                <a:gd name="connsiteY10" fmla="*/ 1211721 h 3429119"/>
                <a:gd name="connsiteX11" fmla="*/ 0 w 1997094"/>
                <a:gd name="connsiteY11" fmla="*/ 1346356 h 3429119"/>
                <a:gd name="connsiteX12" fmla="*/ 134635 w 1997094"/>
                <a:gd name="connsiteY12" fmla="*/ 1705384 h 3429119"/>
                <a:gd name="connsiteX13" fmla="*/ 241222 w 1997094"/>
                <a:gd name="connsiteY13" fmla="*/ 1778312 h 3429119"/>
                <a:gd name="connsiteX14" fmla="*/ 291710 w 1997094"/>
                <a:gd name="connsiteY14" fmla="*/ 1744653 h 3429119"/>
                <a:gd name="connsiteX15" fmla="*/ 336589 w 1997094"/>
                <a:gd name="connsiteY15" fmla="*/ 1800751 h 3429119"/>
                <a:gd name="connsiteX16" fmla="*/ 370248 w 1997094"/>
                <a:gd name="connsiteY16" fmla="*/ 3141497 h 3429119"/>
                <a:gd name="connsiteX17" fmla="*/ 426346 w 1997094"/>
                <a:gd name="connsiteY17" fmla="*/ 3141497 h 3429119"/>
                <a:gd name="connsiteX18" fmla="*/ 431956 w 1997094"/>
                <a:gd name="connsiteY18" fmla="*/ 2423441 h 3429119"/>
                <a:gd name="connsiteX19" fmla="*/ 482444 w 1997094"/>
                <a:gd name="connsiteY19" fmla="*/ 2434660 h 3429119"/>
                <a:gd name="connsiteX20" fmla="*/ 493664 w 1997094"/>
                <a:gd name="connsiteY20" fmla="*/ 2928324 h 3429119"/>
                <a:gd name="connsiteX21" fmla="*/ 566591 w 1997094"/>
                <a:gd name="connsiteY21" fmla="*/ 2933934 h 3429119"/>
                <a:gd name="connsiteX22" fmla="*/ 572201 w 1997094"/>
                <a:gd name="connsiteY22" fmla="*/ 2457100 h 3429119"/>
                <a:gd name="connsiteX23" fmla="*/ 964888 w 1997094"/>
                <a:gd name="connsiteY23" fmla="*/ 2462710 h 3429119"/>
                <a:gd name="connsiteX24" fmla="*/ 970498 w 1997094"/>
                <a:gd name="connsiteY24" fmla="*/ 2866616 h 3429119"/>
                <a:gd name="connsiteX25" fmla="*/ 1026596 w 1997094"/>
                <a:gd name="connsiteY25" fmla="*/ 2877836 h 3429119"/>
                <a:gd name="connsiteX26" fmla="*/ 1020986 w 1997094"/>
                <a:gd name="connsiteY26" fmla="*/ 3051740 h 3429119"/>
                <a:gd name="connsiteX27" fmla="*/ 1009767 w 1997094"/>
                <a:gd name="connsiteY27" fmla="*/ 3175156 h 3429119"/>
                <a:gd name="connsiteX28" fmla="*/ 1020986 w 1997094"/>
                <a:gd name="connsiteY28" fmla="*/ 3393939 h 3429119"/>
                <a:gd name="connsiteX29" fmla="*/ 1217330 w 1997094"/>
                <a:gd name="connsiteY29" fmla="*/ 3410768 h 3429119"/>
                <a:gd name="connsiteX30" fmla="*/ 1234159 w 1997094"/>
                <a:gd name="connsiteY30" fmla="*/ 3248084 h 3429119"/>
                <a:gd name="connsiteX31" fmla="*/ 1211720 w 1997094"/>
                <a:gd name="connsiteY31" fmla="*/ 3040521 h 3429119"/>
                <a:gd name="connsiteX32" fmla="*/ 1234159 w 1997094"/>
                <a:gd name="connsiteY32" fmla="*/ 2883446 h 3429119"/>
                <a:gd name="connsiteX33" fmla="*/ 1239769 w 1997094"/>
                <a:gd name="connsiteY33" fmla="*/ 2614175 h 3429119"/>
                <a:gd name="connsiteX34" fmla="*/ 1301477 w 1997094"/>
                <a:gd name="connsiteY34" fmla="*/ 2586126 h 3429119"/>
                <a:gd name="connsiteX35" fmla="*/ 1284648 w 1997094"/>
                <a:gd name="connsiteY35" fmla="*/ 2417831 h 3429119"/>
                <a:gd name="connsiteX36" fmla="*/ 1351965 w 1997094"/>
                <a:gd name="connsiteY36" fmla="*/ 2608565 h 3429119"/>
                <a:gd name="connsiteX37" fmla="*/ 1380014 w 1997094"/>
                <a:gd name="connsiteY37" fmla="*/ 3119058 h 3429119"/>
                <a:gd name="connsiteX38" fmla="*/ 1447332 w 1997094"/>
                <a:gd name="connsiteY38" fmla="*/ 3091009 h 3429119"/>
                <a:gd name="connsiteX39" fmla="*/ 1419283 w 1997094"/>
                <a:gd name="connsiteY39" fmla="*/ 2625394 h 3429119"/>
                <a:gd name="connsiteX40" fmla="*/ 1469772 w 1997094"/>
                <a:gd name="connsiteY40" fmla="*/ 2636614 h 3429119"/>
                <a:gd name="connsiteX41" fmla="*/ 1480991 w 1997094"/>
                <a:gd name="connsiteY41" fmla="*/ 3292962 h 3429119"/>
                <a:gd name="connsiteX42" fmla="*/ 1531479 w 1997094"/>
                <a:gd name="connsiteY42" fmla="*/ 3276133 h 3429119"/>
                <a:gd name="connsiteX43" fmla="*/ 1553919 w 1997094"/>
                <a:gd name="connsiteY43" fmla="*/ 2821738 h 3429119"/>
                <a:gd name="connsiteX44" fmla="*/ 1604407 w 1997094"/>
                <a:gd name="connsiteY44" fmla="*/ 2961983 h 3429119"/>
                <a:gd name="connsiteX45" fmla="*/ 1952216 w 1997094"/>
                <a:gd name="connsiteY45" fmla="*/ 2771249 h 3429119"/>
                <a:gd name="connsiteX46" fmla="*/ 1997094 w 1997094"/>
                <a:gd name="connsiteY46" fmla="*/ 2653443 h 3429119"/>
                <a:gd name="connsiteX47" fmla="*/ 1823190 w 1997094"/>
                <a:gd name="connsiteY47" fmla="*/ 2642224 h 3429119"/>
                <a:gd name="connsiteX48" fmla="*/ 1694164 w 1997094"/>
                <a:gd name="connsiteY48" fmla="*/ 2546857 h 3429119"/>
                <a:gd name="connsiteX49" fmla="*/ 1621237 w 1997094"/>
                <a:gd name="connsiteY49" fmla="*/ 2451490 h 3429119"/>
                <a:gd name="connsiteX50" fmla="*/ 1694164 w 1997094"/>
                <a:gd name="connsiteY50" fmla="*/ 2328074 h 3429119"/>
                <a:gd name="connsiteX51" fmla="*/ 1514650 w 1997094"/>
                <a:gd name="connsiteY51" fmla="*/ 2030754 h 3429119"/>
                <a:gd name="connsiteX52" fmla="*/ 1531479 w 1997094"/>
                <a:gd name="connsiteY52" fmla="*/ 1610018 h 3429119"/>
                <a:gd name="connsiteX53" fmla="*/ 1301477 w 1997094"/>
                <a:gd name="connsiteY53" fmla="*/ 1615627 h 3429119"/>
                <a:gd name="connsiteX54" fmla="*/ 1323916 w 1997094"/>
                <a:gd name="connsiteY54" fmla="*/ 1486602 h 3429119"/>
                <a:gd name="connsiteX55" fmla="*/ 1262208 w 1997094"/>
                <a:gd name="connsiteY55" fmla="*/ 1301478 h 3429119"/>
                <a:gd name="connsiteX56" fmla="*/ 1301477 w 1997094"/>
                <a:gd name="connsiteY56" fmla="*/ 1228550 h 3429119"/>
                <a:gd name="connsiteX57" fmla="*/ 1234159 w 1997094"/>
                <a:gd name="connsiteY57" fmla="*/ 1043426 h 3429119"/>
                <a:gd name="connsiteX58" fmla="*/ 1250989 w 1997094"/>
                <a:gd name="connsiteY58" fmla="*/ 847083 h 3429119"/>
                <a:gd name="connsiteX59" fmla="*/ 970498 w 1997094"/>
                <a:gd name="connsiteY59" fmla="*/ 712447 h 3429119"/>
                <a:gd name="connsiteX60" fmla="*/ 1015376 w 1997094"/>
                <a:gd name="connsiteY60" fmla="*/ 622690 h 3429119"/>
                <a:gd name="connsiteX61" fmla="*/ 1150012 w 1997094"/>
                <a:gd name="connsiteY61" fmla="*/ 482445 h 3429119"/>
                <a:gd name="connsiteX62" fmla="*/ 1166841 w 1997094"/>
                <a:gd name="connsiteY62" fmla="*/ 314150 h 3429119"/>
                <a:gd name="connsiteX63" fmla="*/ 1161232 w 1997094"/>
                <a:gd name="connsiteY63" fmla="*/ 196344 h 3429119"/>
                <a:gd name="connsiteX64" fmla="*/ 1065865 w 1997094"/>
                <a:gd name="connsiteY64" fmla="*/ 117807 h 3429119"/>
                <a:gd name="connsiteX65" fmla="*/ 998547 w 1997094"/>
                <a:gd name="connsiteY65" fmla="*/ 72928 h 3429119"/>
                <a:gd name="connsiteX66" fmla="*/ 920010 w 1997094"/>
                <a:gd name="connsiteY66" fmla="*/ 0 h 3429119"/>
                <a:gd name="connsiteX0" fmla="*/ 920010 w 1997094"/>
                <a:gd name="connsiteY0" fmla="*/ 0 h 3436871"/>
                <a:gd name="connsiteX1" fmla="*/ 779764 w 1997094"/>
                <a:gd name="connsiteY1" fmla="*/ 117807 h 3436871"/>
                <a:gd name="connsiteX2" fmla="*/ 751715 w 1997094"/>
                <a:gd name="connsiteY2" fmla="*/ 224393 h 3436871"/>
                <a:gd name="connsiteX3" fmla="*/ 656348 w 1997094"/>
                <a:gd name="connsiteY3" fmla="*/ 403907 h 3436871"/>
                <a:gd name="connsiteX4" fmla="*/ 656348 w 1997094"/>
                <a:gd name="connsiteY4" fmla="*/ 460005 h 3436871"/>
                <a:gd name="connsiteX5" fmla="*/ 673178 w 1997094"/>
                <a:gd name="connsiteY5" fmla="*/ 544153 h 3436871"/>
                <a:gd name="connsiteX6" fmla="*/ 448785 w 1997094"/>
                <a:gd name="connsiteY6" fmla="*/ 656349 h 3436871"/>
                <a:gd name="connsiteX7" fmla="*/ 263661 w 1997094"/>
                <a:gd name="connsiteY7" fmla="*/ 673178 h 3436871"/>
                <a:gd name="connsiteX8" fmla="*/ 218783 w 1997094"/>
                <a:gd name="connsiteY8" fmla="*/ 948059 h 3436871"/>
                <a:gd name="connsiteX9" fmla="*/ 168294 w 1997094"/>
                <a:gd name="connsiteY9" fmla="*/ 1082695 h 3436871"/>
                <a:gd name="connsiteX10" fmla="*/ 72927 w 1997094"/>
                <a:gd name="connsiteY10" fmla="*/ 1211721 h 3436871"/>
                <a:gd name="connsiteX11" fmla="*/ 0 w 1997094"/>
                <a:gd name="connsiteY11" fmla="*/ 1346356 h 3436871"/>
                <a:gd name="connsiteX12" fmla="*/ 134635 w 1997094"/>
                <a:gd name="connsiteY12" fmla="*/ 1705384 h 3436871"/>
                <a:gd name="connsiteX13" fmla="*/ 241222 w 1997094"/>
                <a:gd name="connsiteY13" fmla="*/ 1778312 h 3436871"/>
                <a:gd name="connsiteX14" fmla="*/ 291710 w 1997094"/>
                <a:gd name="connsiteY14" fmla="*/ 1744653 h 3436871"/>
                <a:gd name="connsiteX15" fmla="*/ 336589 w 1997094"/>
                <a:gd name="connsiteY15" fmla="*/ 1800751 h 3436871"/>
                <a:gd name="connsiteX16" fmla="*/ 370248 w 1997094"/>
                <a:gd name="connsiteY16" fmla="*/ 3141497 h 3436871"/>
                <a:gd name="connsiteX17" fmla="*/ 426346 w 1997094"/>
                <a:gd name="connsiteY17" fmla="*/ 3141497 h 3436871"/>
                <a:gd name="connsiteX18" fmla="*/ 431956 w 1997094"/>
                <a:gd name="connsiteY18" fmla="*/ 2423441 h 3436871"/>
                <a:gd name="connsiteX19" fmla="*/ 482444 w 1997094"/>
                <a:gd name="connsiteY19" fmla="*/ 2434660 h 3436871"/>
                <a:gd name="connsiteX20" fmla="*/ 493664 w 1997094"/>
                <a:gd name="connsiteY20" fmla="*/ 2928324 h 3436871"/>
                <a:gd name="connsiteX21" fmla="*/ 566591 w 1997094"/>
                <a:gd name="connsiteY21" fmla="*/ 2933934 h 3436871"/>
                <a:gd name="connsiteX22" fmla="*/ 572201 w 1997094"/>
                <a:gd name="connsiteY22" fmla="*/ 2457100 h 3436871"/>
                <a:gd name="connsiteX23" fmla="*/ 964888 w 1997094"/>
                <a:gd name="connsiteY23" fmla="*/ 2462710 h 3436871"/>
                <a:gd name="connsiteX24" fmla="*/ 970498 w 1997094"/>
                <a:gd name="connsiteY24" fmla="*/ 2866616 h 3436871"/>
                <a:gd name="connsiteX25" fmla="*/ 1026596 w 1997094"/>
                <a:gd name="connsiteY25" fmla="*/ 2877836 h 3436871"/>
                <a:gd name="connsiteX26" fmla="*/ 1020986 w 1997094"/>
                <a:gd name="connsiteY26" fmla="*/ 3051740 h 3436871"/>
                <a:gd name="connsiteX27" fmla="*/ 1009767 w 1997094"/>
                <a:gd name="connsiteY27" fmla="*/ 3175156 h 3436871"/>
                <a:gd name="connsiteX28" fmla="*/ 1020986 w 1997094"/>
                <a:gd name="connsiteY28" fmla="*/ 3393939 h 3436871"/>
                <a:gd name="connsiteX29" fmla="*/ 1217330 w 1997094"/>
                <a:gd name="connsiteY29" fmla="*/ 3410768 h 3436871"/>
                <a:gd name="connsiteX30" fmla="*/ 1234159 w 1997094"/>
                <a:gd name="connsiteY30" fmla="*/ 3248084 h 3436871"/>
                <a:gd name="connsiteX31" fmla="*/ 1211720 w 1997094"/>
                <a:gd name="connsiteY31" fmla="*/ 3040521 h 3436871"/>
                <a:gd name="connsiteX32" fmla="*/ 1234159 w 1997094"/>
                <a:gd name="connsiteY32" fmla="*/ 2883446 h 3436871"/>
                <a:gd name="connsiteX33" fmla="*/ 1239769 w 1997094"/>
                <a:gd name="connsiteY33" fmla="*/ 2614175 h 3436871"/>
                <a:gd name="connsiteX34" fmla="*/ 1301477 w 1997094"/>
                <a:gd name="connsiteY34" fmla="*/ 2586126 h 3436871"/>
                <a:gd name="connsiteX35" fmla="*/ 1284648 w 1997094"/>
                <a:gd name="connsiteY35" fmla="*/ 2417831 h 3436871"/>
                <a:gd name="connsiteX36" fmla="*/ 1351965 w 1997094"/>
                <a:gd name="connsiteY36" fmla="*/ 2608565 h 3436871"/>
                <a:gd name="connsiteX37" fmla="*/ 1380014 w 1997094"/>
                <a:gd name="connsiteY37" fmla="*/ 3119058 h 3436871"/>
                <a:gd name="connsiteX38" fmla="*/ 1447332 w 1997094"/>
                <a:gd name="connsiteY38" fmla="*/ 3091009 h 3436871"/>
                <a:gd name="connsiteX39" fmla="*/ 1419283 w 1997094"/>
                <a:gd name="connsiteY39" fmla="*/ 2625394 h 3436871"/>
                <a:gd name="connsiteX40" fmla="*/ 1469772 w 1997094"/>
                <a:gd name="connsiteY40" fmla="*/ 2636614 h 3436871"/>
                <a:gd name="connsiteX41" fmla="*/ 1480991 w 1997094"/>
                <a:gd name="connsiteY41" fmla="*/ 3292962 h 3436871"/>
                <a:gd name="connsiteX42" fmla="*/ 1531479 w 1997094"/>
                <a:gd name="connsiteY42" fmla="*/ 3276133 h 3436871"/>
                <a:gd name="connsiteX43" fmla="*/ 1553919 w 1997094"/>
                <a:gd name="connsiteY43" fmla="*/ 2821738 h 3436871"/>
                <a:gd name="connsiteX44" fmla="*/ 1604407 w 1997094"/>
                <a:gd name="connsiteY44" fmla="*/ 2961983 h 3436871"/>
                <a:gd name="connsiteX45" fmla="*/ 1952216 w 1997094"/>
                <a:gd name="connsiteY45" fmla="*/ 2771249 h 3436871"/>
                <a:gd name="connsiteX46" fmla="*/ 1997094 w 1997094"/>
                <a:gd name="connsiteY46" fmla="*/ 2653443 h 3436871"/>
                <a:gd name="connsiteX47" fmla="*/ 1823190 w 1997094"/>
                <a:gd name="connsiteY47" fmla="*/ 2642224 h 3436871"/>
                <a:gd name="connsiteX48" fmla="*/ 1694164 w 1997094"/>
                <a:gd name="connsiteY48" fmla="*/ 2546857 h 3436871"/>
                <a:gd name="connsiteX49" fmla="*/ 1621237 w 1997094"/>
                <a:gd name="connsiteY49" fmla="*/ 2451490 h 3436871"/>
                <a:gd name="connsiteX50" fmla="*/ 1694164 w 1997094"/>
                <a:gd name="connsiteY50" fmla="*/ 2328074 h 3436871"/>
                <a:gd name="connsiteX51" fmla="*/ 1514650 w 1997094"/>
                <a:gd name="connsiteY51" fmla="*/ 2030754 h 3436871"/>
                <a:gd name="connsiteX52" fmla="*/ 1531479 w 1997094"/>
                <a:gd name="connsiteY52" fmla="*/ 1610018 h 3436871"/>
                <a:gd name="connsiteX53" fmla="*/ 1301477 w 1997094"/>
                <a:gd name="connsiteY53" fmla="*/ 1615627 h 3436871"/>
                <a:gd name="connsiteX54" fmla="*/ 1323916 w 1997094"/>
                <a:gd name="connsiteY54" fmla="*/ 1486602 h 3436871"/>
                <a:gd name="connsiteX55" fmla="*/ 1262208 w 1997094"/>
                <a:gd name="connsiteY55" fmla="*/ 1301478 h 3436871"/>
                <a:gd name="connsiteX56" fmla="*/ 1301477 w 1997094"/>
                <a:gd name="connsiteY56" fmla="*/ 1228550 h 3436871"/>
                <a:gd name="connsiteX57" fmla="*/ 1234159 w 1997094"/>
                <a:gd name="connsiteY57" fmla="*/ 1043426 h 3436871"/>
                <a:gd name="connsiteX58" fmla="*/ 1250989 w 1997094"/>
                <a:gd name="connsiteY58" fmla="*/ 847083 h 3436871"/>
                <a:gd name="connsiteX59" fmla="*/ 970498 w 1997094"/>
                <a:gd name="connsiteY59" fmla="*/ 712447 h 3436871"/>
                <a:gd name="connsiteX60" fmla="*/ 1015376 w 1997094"/>
                <a:gd name="connsiteY60" fmla="*/ 622690 h 3436871"/>
                <a:gd name="connsiteX61" fmla="*/ 1150012 w 1997094"/>
                <a:gd name="connsiteY61" fmla="*/ 482445 h 3436871"/>
                <a:gd name="connsiteX62" fmla="*/ 1166841 w 1997094"/>
                <a:gd name="connsiteY62" fmla="*/ 314150 h 3436871"/>
                <a:gd name="connsiteX63" fmla="*/ 1161232 w 1997094"/>
                <a:gd name="connsiteY63" fmla="*/ 196344 h 3436871"/>
                <a:gd name="connsiteX64" fmla="*/ 1065865 w 1997094"/>
                <a:gd name="connsiteY64" fmla="*/ 117807 h 3436871"/>
                <a:gd name="connsiteX65" fmla="*/ 998547 w 1997094"/>
                <a:gd name="connsiteY65" fmla="*/ 72928 h 3436871"/>
                <a:gd name="connsiteX66" fmla="*/ 920010 w 1997094"/>
                <a:gd name="connsiteY66" fmla="*/ 0 h 3436871"/>
                <a:gd name="connsiteX0" fmla="*/ 920010 w 1997094"/>
                <a:gd name="connsiteY0" fmla="*/ 0 h 3436871"/>
                <a:gd name="connsiteX1" fmla="*/ 779764 w 1997094"/>
                <a:gd name="connsiteY1" fmla="*/ 117807 h 3436871"/>
                <a:gd name="connsiteX2" fmla="*/ 751715 w 1997094"/>
                <a:gd name="connsiteY2" fmla="*/ 224393 h 3436871"/>
                <a:gd name="connsiteX3" fmla="*/ 656348 w 1997094"/>
                <a:gd name="connsiteY3" fmla="*/ 403907 h 3436871"/>
                <a:gd name="connsiteX4" fmla="*/ 656348 w 1997094"/>
                <a:gd name="connsiteY4" fmla="*/ 460005 h 3436871"/>
                <a:gd name="connsiteX5" fmla="*/ 673178 w 1997094"/>
                <a:gd name="connsiteY5" fmla="*/ 544153 h 3436871"/>
                <a:gd name="connsiteX6" fmla="*/ 448785 w 1997094"/>
                <a:gd name="connsiteY6" fmla="*/ 656349 h 3436871"/>
                <a:gd name="connsiteX7" fmla="*/ 263661 w 1997094"/>
                <a:gd name="connsiteY7" fmla="*/ 673178 h 3436871"/>
                <a:gd name="connsiteX8" fmla="*/ 218783 w 1997094"/>
                <a:gd name="connsiteY8" fmla="*/ 948059 h 3436871"/>
                <a:gd name="connsiteX9" fmla="*/ 168294 w 1997094"/>
                <a:gd name="connsiteY9" fmla="*/ 1082695 h 3436871"/>
                <a:gd name="connsiteX10" fmla="*/ 72927 w 1997094"/>
                <a:gd name="connsiteY10" fmla="*/ 1211721 h 3436871"/>
                <a:gd name="connsiteX11" fmla="*/ 0 w 1997094"/>
                <a:gd name="connsiteY11" fmla="*/ 1346356 h 3436871"/>
                <a:gd name="connsiteX12" fmla="*/ 134635 w 1997094"/>
                <a:gd name="connsiteY12" fmla="*/ 1705384 h 3436871"/>
                <a:gd name="connsiteX13" fmla="*/ 241222 w 1997094"/>
                <a:gd name="connsiteY13" fmla="*/ 1778312 h 3436871"/>
                <a:gd name="connsiteX14" fmla="*/ 291710 w 1997094"/>
                <a:gd name="connsiteY14" fmla="*/ 1744653 h 3436871"/>
                <a:gd name="connsiteX15" fmla="*/ 336589 w 1997094"/>
                <a:gd name="connsiteY15" fmla="*/ 1800751 h 3436871"/>
                <a:gd name="connsiteX16" fmla="*/ 370248 w 1997094"/>
                <a:gd name="connsiteY16" fmla="*/ 3141497 h 3436871"/>
                <a:gd name="connsiteX17" fmla="*/ 426346 w 1997094"/>
                <a:gd name="connsiteY17" fmla="*/ 3141497 h 3436871"/>
                <a:gd name="connsiteX18" fmla="*/ 431956 w 1997094"/>
                <a:gd name="connsiteY18" fmla="*/ 2423441 h 3436871"/>
                <a:gd name="connsiteX19" fmla="*/ 482444 w 1997094"/>
                <a:gd name="connsiteY19" fmla="*/ 2434660 h 3436871"/>
                <a:gd name="connsiteX20" fmla="*/ 493664 w 1997094"/>
                <a:gd name="connsiteY20" fmla="*/ 2928324 h 3436871"/>
                <a:gd name="connsiteX21" fmla="*/ 566591 w 1997094"/>
                <a:gd name="connsiteY21" fmla="*/ 2933934 h 3436871"/>
                <a:gd name="connsiteX22" fmla="*/ 572201 w 1997094"/>
                <a:gd name="connsiteY22" fmla="*/ 2457100 h 3436871"/>
                <a:gd name="connsiteX23" fmla="*/ 964888 w 1997094"/>
                <a:gd name="connsiteY23" fmla="*/ 2462710 h 3436871"/>
                <a:gd name="connsiteX24" fmla="*/ 970498 w 1997094"/>
                <a:gd name="connsiteY24" fmla="*/ 2866616 h 3436871"/>
                <a:gd name="connsiteX25" fmla="*/ 1026596 w 1997094"/>
                <a:gd name="connsiteY25" fmla="*/ 2877836 h 3436871"/>
                <a:gd name="connsiteX26" fmla="*/ 1020986 w 1997094"/>
                <a:gd name="connsiteY26" fmla="*/ 3051740 h 3436871"/>
                <a:gd name="connsiteX27" fmla="*/ 1009767 w 1997094"/>
                <a:gd name="connsiteY27" fmla="*/ 3175156 h 3436871"/>
                <a:gd name="connsiteX28" fmla="*/ 1020986 w 1997094"/>
                <a:gd name="connsiteY28" fmla="*/ 3393939 h 3436871"/>
                <a:gd name="connsiteX29" fmla="*/ 1217330 w 1997094"/>
                <a:gd name="connsiteY29" fmla="*/ 3410768 h 3436871"/>
                <a:gd name="connsiteX30" fmla="*/ 1211720 w 1997094"/>
                <a:gd name="connsiteY30" fmla="*/ 3225645 h 3436871"/>
                <a:gd name="connsiteX31" fmla="*/ 1211720 w 1997094"/>
                <a:gd name="connsiteY31" fmla="*/ 3040521 h 3436871"/>
                <a:gd name="connsiteX32" fmla="*/ 1234159 w 1997094"/>
                <a:gd name="connsiteY32" fmla="*/ 2883446 h 3436871"/>
                <a:gd name="connsiteX33" fmla="*/ 1239769 w 1997094"/>
                <a:gd name="connsiteY33" fmla="*/ 2614175 h 3436871"/>
                <a:gd name="connsiteX34" fmla="*/ 1301477 w 1997094"/>
                <a:gd name="connsiteY34" fmla="*/ 2586126 h 3436871"/>
                <a:gd name="connsiteX35" fmla="*/ 1284648 w 1997094"/>
                <a:gd name="connsiteY35" fmla="*/ 2417831 h 3436871"/>
                <a:gd name="connsiteX36" fmla="*/ 1351965 w 1997094"/>
                <a:gd name="connsiteY36" fmla="*/ 2608565 h 3436871"/>
                <a:gd name="connsiteX37" fmla="*/ 1380014 w 1997094"/>
                <a:gd name="connsiteY37" fmla="*/ 3119058 h 3436871"/>
                <a:gd name="connsiteX38" fmla="*/ 1447332 w 1997094"/>
                <a:gd name="connsiteY38" fmla="*/ 3091009 h 3436871"/>
                <a:gd name="connsiteX39" fmla="*/ 1419283 w 1997094"/>
                <a:gd name="connsiteY39" fmla="*/ 2625394 h 3436871"/>
                <a:gd name="connsiteX40" fmla="*/ 1469772 w 1997094"/>
                <a:gd name="connsiteY40" fmla="*/ 2636614 h 3436871"/>
                <a:gd name="connsiteX41" fmla="*/ 1480991 w 1997094"/>
                <a:gd name="connsiteY41" fmla="*/ 3292962 h 3436871"/>
                <a:gd name="connsiteX42" fmla="*/ 1531479 w 1997094"/>
                <a:gd name="connsiteY42" fmla="*/ 3276133 h 3436871"/>
                <a:gd name="connsiteX43" fmla="*/ 1553919 w 1997094"/>
                <a:gd name="connsiteY43" fmla="*/ 2821738 h 3436871"/>
                <a:gd name="connsiteX44" fmla="*/ 1604407 w 1997094"/>
                <a:gd name="connsiteY44" fmla="*/ 2961983 h 3436871"/>
                <a:gd name="connsiteX45" fmla="*/ 1952216 w 1997094"/>
                <a:gd name="connsiteY45" fmla="*/ 2771249 h 3436871"/>
                <a:gd name="connsiteX46" fmla="*/ 1997094 w 1997094"/>
                <a:gd name="connsiteY46" fmla="*/ 2653443 h 3436871"/>
                <a:gd name="connsiteX47" fmla="*/ 1823190 w 1997094"/>
                <a:gd name="connsiteY47" fmla="*/ 2642224 h 3436871"/>
                <a:gd name="connsiteX48" fmla="*/ 1694164 w 1997094"/>
                <a:gd name="connsiteY48" fmla="*/ 2546857 h 3436871"/>
                <a:gd name="connsiteX49" fmla="*/ 1621237 w 1997094"/>
                <a:gd name="connsiteY49" fmla="*/ 2451490 h 3436871"/>
                <a:gd name="connsiteX50" fmla="*/ 1694164 w 1997094"/>
                <a:gd name="connsiteY50" fmla="*/ 2328074 h 3436871"/>
                <a:gd name="connsiteX51" fmla="*/ 1514650 w 1997094"/>
                <a:gd name="connsiteY51" fmla="*/ 2030754 h 3436871"/>
                <a:gd name="connsiteX52" fmla="*/ 1531479 w 1997094"/>
                <a:gd name="connsiteY52" fmla="*/ 1610018 h 3436871"/>
                <a:gd name="connsiteX53" fmla="*/ 1301477 w 1997094"/>
                <a:gd name="connsiteY53" fmla="*/ 1615627 h 3436871"/>
                <a:gd name="connsiteX54" fmla="*/ 1323916 w 1997094"/>
                <a:gd name="connsiteY54" fmla="*/ 1486602 h 3436871"/>
                <a:gd name="connsiteX55" fmla="*/ 1262208 w 1997094"/>
                <a:gd name="connsiteY55" fmla="*/ 1301478 h 3436871"/>
                <a:gd name="connsiteX56" fmla="*/ 1301477 w 1997094"/>
                <a:gd name="connsiteY56" fmla="*/ 1228550 h 3436871"/>
                <a:gd name="connsiteX57" fmla="*/ 1234159 w 1997094"/>
                <a:gd name="connsiteY57" fmla="*/ 1043426 h 3436871"/>
                <a:gd name="connsiteX58" fmla="*/ 1250989 w 1997094"/>
                <a:gd name="connsiteY58" fmla="*/ 847083 h 3436871"/>
                <a:gd name="connsiteX59" fmla="*/ 970498 w 1997094"/>
                <a:gd name="connsiteY59" fmla="*/ 712447 h 3436871"/>
                <a:gd name="connsiteX60" fmla="*/ 1015376 w 1997094"/>
                <a:gd name="connsiteY60" fmla="*/ 622690 h 3436871"/>
                <a:gd name="connsiteX61" fmla="*/ 1150012 w 1997094"/>
                <a:gd name="connsiteY61" fmla="*/ 482445 h 3436871"/>
                <a:gd name="connsiteX62" fmla="*/ 1166841 w 1997094"/>
                <a:gd name="connsiteY62" fmla="*/ 314150 h 3436871"/>
                <a:gd name="connsiteX63" fmla="*/ 1161232 w 1997094"/>
                <a:gd name="connsiteY63" fmla="*/ 196344 h 3436871"/>
                <a:gd name="connsiteX64" fmla="*/ 1065865 w 1997094"/>
                <a:gd name="connsiteY64" fmla="*/ 117807 h 3436871"/>
                <a:gd name="connsiteX65" fmla="*/ 998547 w 1997094"/>
                <a:gd name="connsiteY65" fmla="*/ 72928 h 3436871"/>
                <a:gd name="connsiteX66" fmla="*/ 920010 w 1997094"/>
                <a:gd name="connsiteY66" fmla="*/ 0 h 3436871"/>
                <a:gd name="connsiteX0" fmla="*/ 920010 w 1997094"/>
                <a:gd name="connsiteY0" fmla="*/ 0 h 3436871"/>
                <a:gd name="connsiteX1" fmla="*/ 779764 w 1997094"/>
                <a:gd name="connsiteY1" fmla="*/ 117807 h 3436871"/>
                <a:gd name="connsiteX2" fmla="*/ 751715 w 1997094"/>
                <a:gd name="connsiteY2" fmla="*/ 224393 h 3436871"/>
                <a:gd name="connsiteX3" fmla="*/ 656348 w 1997094"/>
                <a:gd name="connsiteY3" fmla="*/ 403907 h 3436871"/>
                <a:gd name="connsiteX4" fmla="*/ 656348 w 1997094"/>
                <a:gd name="connsiteY4" fmla="*/ 460005 h 3436871"/>
                <a:gd name="connsiteX5" fmla="*/ 673178 w 1997094"/>
                <a:gd name="connsiteY5" fmla="*/ 544153 h 3436871"/>
                <a:gd name="connsiteX6" fmla="*/ 448785 w 1997094"/>
                <a:gd name="connsiteY6" fmla="*/ 656349 h 3436871"/>
                <a:gd name="connsiteX7" fmla="*/ 263661 w 1997094"/>
                <a:gd name="connsiteY7" fmla="*/ 673178 h 3436871"/>
                <a:gd name="connsiteX8" fmla="*/ 218783 w 1997094"/>
                <a:gd name="connsiteY8" fmla="*/ 948059 h 3436871"/>
                <a:gd name="connsiteX9" fmla="*/ 168294 w 1997094"/>
                <a:gd name="connsiteY9" fmla="*/ 1082695 h 3436871"/>
                <a:gd name="connsiteX10" fmla="*/ 72927 w 1997094"/>
                <a:gd name="connsiteY10" fmla="*/ 1211721 h 3436871"/>
                <a:gd name="connsiteX11" fmla="*/ 0 w 1997094"/>
                <a:gd name="connsiteY11" fmla="*/ 1346356 h 3436871"/>
                <a:gd name="connsiteX12" fmla="*/ 134635 w 1997094"/>
                <a:gd name="connsiteY12" fmla="*/ 1705384 h 3436871"/>
                <a:gd name="connsiteX13" fmla="*/ 241222 w 1997094"/>
                <a:gd name="connsiteY13" fmla="*/ 1778312 h 3436871"/>
                <a:gd name="connsiteX14" fmla="*/ 291710 w 1997094"/>
                <a:gd name="connsiteY14" fmla="*/ 1744653 h 3436871"/>
                <a:gd name="connsiteX15" fmla="*/ 336589 w 1997094"/>
                <a:gd name="connsiteY15" fmla="*/ 1800751 h 3436871"/>
                <a:gd name="connsiteX16" fmla="*/ 370248 w 1997094"/>
                <a:gd name="connsiteY16" fmla="*/ 3141497 h 3436871"/>
                <a:gd name="connsiteX17" fmla="*/ 426346 w 1997094"/>
                <a:gd name="connsiteY17" fmla="*/ 3141497 h 3436871"/>
                <a:gd name="connsiteX18" fmla="*/ 431956 w 1997094"/>
                <a:gd name="connsiteY18" fmla="*/ 2423441 h 3436871"/>
                <a:gd name="connsiteX19" fmla="*/ 482444 w 1997094"/>
                <a:gd name="connsiteY19" fmla="*/ 2434660 h 3436871"/>
                <a:gd name="connsiteX20" fmla="*/ 493664 w 1997094"/>
                <a:gd name="connsiteY20" fmla="*/ 2928324 h 3436871"/>
                <a:gd name="connsiteX21" fmla="*/ 566591 w 1997094"/>
                <a:gd name="connsiteY21" fmla="*/ 2933934 h 3436871"/>
                <a:gd name="connsiteX22" fmla="*/ 572201 w 1997094"/>
                <a:gd name="connsiteY22" fmla="*/ 2457100 h 3436871"/>
                <a:gd name="connsiteX23" fmla="*/ 964888 w 1997094"/>
                <a:gd name="connsiteY23" fmla="*/ 2462710 h 3436871"/>
                <a:gd name="connsiteX24" fmla="*/ 970498 w 1997094"/>
                <a:gd name="connsiteY24" fmla="*/ 2866616 h 3436871"/>
                <a:gd name="connsiteX25" fmla="*/ 1026596 w 1997094"/>
                <a:gd name="connsiteY25" fmla="*/ 2877836 h 3436871"/>
                <a:gd name="connsiteX26" fmla="*/ 1020986 w 1997094"/>
                <a:gd name="connsiteY26" fmla="*/ 3051740 h 3436871"/>
                <a:gd name="connsiteX27" fmla="*/ 1009767 w 1997094"/>
                <a:gd name="connsiteY27" fmla="*/ 3175156 h 3436871"/>
                <a:gd name="connsiteX28" fmla="*/ 1020986 w 1997094"/>
                <a:gd name="connsiteY28" fmla="*/ 3393939 h 3436871"/>
                <a:gd name="connsiteX29" fmla="*/ 1217330 w 1997094"/>
                <a:gd name="connsiteY29" fmla="*/ 3410768 h 3436871"/>
                <a:gd name="connsiteX30" fmla="*/ 1211720 w 1997094"/>
                <a:gd name="connsiteY30" fmla="*/ 3225645 h 3436871"/>
                <a:gd name="connsiteX31" fmla="*/ 1228549 w 1997094"/>
                <a:gd name="connsiteY31" fmla="*/ 3051741 h 3436871"/>
                <a:gd name="connsiteX32" fmla="*/ 1234159 w 1997094"/>
                <a:gd name="connsiteY32" fmla="*/ 2883446 h 3436871"/>
                <a:gd name="connsiteX33" fmla="*/ 1239769 w 1997094"/>
                <a:gd name="connsiteY33" fmla="*/ 2614175 h 3436871"/>
                <a:gd name="connsiteX34" fmla="*/ 1301477 w 1997094"/>
                <a:gd name="connsiteY34" fmla="*/ 2586126 h 3436871"/>
                <a:gd name="connsiteX35" fmla="*/ 1284648 w 1997094"/>
                <a:gd name="connsiteY35" fmla="*/ 2417831 h 3436871"/>
                <a:gd name="connsiteX36" fmla="*/ 1351965 w 1997094"/>
                <a:gd name="connsiteY36" fmla="*/ 2608565 h 3436871"/>
                <a:gd name="connsiteX37" fmla="*/ 1380014 w 1997094"/>
                <a:gd name="connsiteY37" fmla="*/ 3119058 h 3436871"/>
                <a:gd name="connsiteX38" fmla="*/ 1447332 w 1997094"/>
                <a:gd name="connsiteY38" fmla="*/ 3091009 h 3436871"/>
                <a:gd name="connsiteX39" fmla="*/ 1419283 w 1997094"/>
                <a:gd name="connsiteY39" fmla="*/ 2625394 h 3436871"/>
                <a:gd name="connsiteX40" fmla="*/ 1469772 w 1997094"/>
                <a:gd name="connsiteY40" fmla="*/ 2636614 h 3436871"/>
                <a:gd name="connsiteX41" fmla="*/ 1480991 w 1997094"/>
                <a:gd name="connsiteY41" fmla="*/ 3292962 h 3436871"/>
                <a:gd name="connsiteX42" fmla="*/ 1531479 w 1997094"/>
                <a:gd name="connsiteY42" fmla="*/ 3276133 h 3436871"/>
                <a:gd name="connsiteX43" fmla="*/ 1553919 w 1997094"/>
                <a:gd name="connsiteY43" fmla="*/ 2821738 h 3436871"/>
                <a:gd name="connsiteX44" fmla="*/ 1604407 w 1997094"/>
                <a:gd name="connsiteY44" fmla="*/ 2961983 h 3436871"/>
                <a:gd name="connsiteX45" fmla="*/ 1952216 w 1997094"/>
                <a:gd name="connsiteY45" fmla="*/ 2771249 h 3436871"/>
                <a:gd name="connsiteX46" fmla="*/ 1997094 w 1997094"/>
                <a:gd name="connsiteY46" fmla="*/ 2653443 h 3436871"/>
                <a:gd name="connsiteX47" fmla="*/ 1823190 w 1997094"/>
                <a:gd name="connsiteY47" fmla="*/ 2642224 h 3436871"/>
                <a:gd name="connsiteX48" fmla="*/ 1694164 w 1997094"/>
                <a:gd name="connsiteY48" fmla="*/ 2546857 h 3436871"/>
                <a:gd name="connsiteX49" fmla="*/ 1621237 w 1997094"/>
                <a:gd name="connsiteY49" fmla="*/ 2451490 h 3436871"/>
                <a:gd name="connsiteX50" fmla="*/ 1694164 w 1997094"/>
                <a:gd name="connsiteY50" fmla="*/ 2328074 h 3436871"/>
                <a:gd name="connsiteX51" fmla="*/ 1514650 w 1997094"/>
                <a:gd name="connsiteY51" fmla="*/ 2030754 h 3436871"/>
                <a:gd name="connsiteX52" fmla="*/ 1531479 w 1997094"/>
                <a:gd name="connsiteY52" fmla="*/ 1610018 h 3436871"/>
                <a:gd name="connsiteX53" fmla="*/ 1301477 w 1997094"/>
                <a:gd name="connsiteY53" fmla="*/ 1615627 h 3436871"/>
                <a:gd name="connsiteX54" fmla="*/ 1323916 w 1997094"/>
                <a:gd name="connsiteY54" fmla="*/ 1486602 h 3436871"/>
                <a:gd name="connsiteX55" fmla="*/ 1262208 w 1997094"/>
                <a:gd name="connsiteY55" fmla="*/ 1301478 h 3436871"/>
                <a:gd name="connsiteX56" fmla="*/ 1301477 w 1997094"/>
                <a:gd name="connsiteY56" fmla="*/ 1228550 h 3436871"/>
                <a:gd name="connsiteX57" fmla="*/ 1234159 w 1997094"/>
                <a:gd name="connsiteY57" fmla="*/ 1043426 h 3436871"/>
                <a:gd name="connsiteX58" fmla="*/ 1250989 w 1997094"/>
                <a:gd name="connsiteY58" fmla="*/ 847083 h 3436871"/>
                <a:gd name="connsiteX59" fmla="*/ 970498 w 1997094"/>
                <a:gd name="connsiteY59" fmla="*/ 712447 h 3436871"/>
                <a:gd name="connsiteX60" fmla="*/ 1015376 w 1997094"/>
                <a:gd name="connsiteY60" fmla="*/ 622690 h 3436871"/>
                <a:gd name="connsiteX61" fmla="*/ 1150012 w 1997094"/>
                <a:gd name="connsiteY61" fmla="*/ 482445 h 3436871"/>
                <a:gd name="connsiteX62" fmla="*/ 1166841 w 1997094"/>
                <a:gd name="connsiteY62" fmla="*/ 314150 h 3436871"/>
                <a:gd name="connsiteX63" fmla="*/ 1161232 w 1997094"/>
                <a:gd name="connsiteY63" fmla="*/ 196344 h 3436871"/>
                <a:gd name="connsiteX64" fmla="*/ 1065865 w 1997094"/>
                <a:gd name="connsiteY64" fmla="*/ 117807 h 3436871"/>
                <a:gd name="connsiteX65" fmla="*/ 998547 w 1997094"/>
                <a:gd name="connsiteY65" fmla="*/ 72928 h 3436871"/>
                <a:gd name="connsiteX66" fmla="*/ 920010 w 1997094"/>
                <a:gd name="connsiteY66" fmla="*/ 0 h 3436871"/>
                <a:gd name="connsiteX0" fmla="*/ 920010 w 1997094"/>
                <a:gd name="connsiteY0" fmla="*/ 0 h 3436871"/>
                <a:gd name="connsiteX1" fmla="*/ 779764 w 1997094"/>
                <a:gd name="connsiteY1" fmla="*/ 117807 h 3436871"/>
                <a:gd name="connsiteX2" fmla="*/ 751715 w 1997094"/>
                <a:gd name="connsiteY2" fmla="*/ 224393 h 3436871"/>
                <a:gd name="connsiteX3" fmla="*/ 656348 w 1997094"/>
                <a:gd name="connsiteY3" fmla="*/ 403907 h 3436871"/>
                <a:gd name="connsiteX4" fmla="*/ 656348 w 1997094"/>
                <a:gd name="connsiteY4" fmla="*/ 460005 h 3436871"/>
                <a:gd name="connsiteX5" fmla="*/ 673178 w 1997094"/>
                <a:gd name="connsiteY5" fmla="*/ 544153 h 3436871"/>
                <a:gd name="connsiteX6" fmla="*/ 448785 w 1997094"/>
                <a:gd name="connsiteY6" fmla="*/ 656349 h 3436871"/>
                <a:gd name="connsiteX7" fmla="*/ 263661 w 1997094"/>
                <a:gd name="connsiteY7" fmla="*/ 673178 h 3436871"/>
                <a:gd name="connsiteX8" fmla="*/ 218783 w 1997094"/>
                <a:gd name="connsiteY8" fmla="*/ 948059 h 3436871"/>
                <a:gd name="connsiteX9" fmla="*/ 168294 w 1997094"/>
                <a:gd name="connsiteY9" fmla="*/ 1082695 h 3436871"/>
                <a:gd name="connsiteX10" fmla="*/ 72927 w 1997094"/>
                <a:gd name="connsiteY10" fmla="*/ 1211721 h 3436871"/>
                <a:gd name="connsiteX11" fmla="*/ 0 w 1997094"/>
                <a:gd name="connsiteY11" fmla="*/ 1346356 h 3436871"/>
                <a:gd name="connsiteX12" fmla="*/ 134635 w 1997094"/>
                <a:gd name="connsiteY12" fmla="*/ 1705384 h 3436871"/>
                <a:gd name="connsiteX13" fmla="*/ 241222 w 1997094"/>
                <a:gd name="connsiteY13" fmla="*/ 1778312 h 3436871"/>
                <a:gd name="connsiteX14" fmla="*/ 291710 w 1997094"/>
                <a:gd name="connsiteY14" fmla="*/ 1744653 h 3436871"/>
                <a:gd name="connsiteX15" fmla="*/ 336589 w 1997094"/>
                <a:gd name="connsiteY15" fmla="*/ 1800751 h 3436871"/>
                <a:gd name="connsiteX16" fmla="*/ 370248 w 1997094"/>
                <a:gd name="connsiteY16" fmla="*/ 3141497 h 3436871"/>
                <a:gd name="connsiteX17" fmla="*/ 426346 w 1997094"/>
                <a:gd name="connsiteY17" fmla="*/ 3141497 h 3436871"/>
                <a:gd name="connsiteX18" fmla="*/ 431956 w 1997094"/>
                <a:gd name="connsiteY18" fmla="*/ 2423441 h 3436871"/>
                <a:gd name="connsiteX19" fmla="*/ 482444 w 1997094"/>
                <a:gd name="connsiteY19" fmla="*/ 2434660 h 3436871"/>
                <a:gd name="connsiteX20" fmla="*/ 493664 w 1997094"/>
                <a:gd name="connsiteY20" fmla="*/ 2928324 h 3436871"/>
                <a:gd name="connsiteX21" fmla="*/ 566591 w 1997094"/>
                <a:gd name="connsiteY21" fmla="*/ 2933934 h 3436871"/>
                <a:gd name="connsiteX22" fmla="*/ 572201 w 1997094"/>
                <a:gd name="connsiteY22" fmla="*/ 2457100 h 3436871"/>
                <a:gd name="connsiteX23" fmla="*/ 964888 w 1997094"/>
                <a:gd name="connsiteY23" fmla="*/ 2462710 h 3436871"/>
                <a:gd name="connsiteX24" fmla="*/ 970498 w 1997094"/>
                <a:gd name="connsiteY24" fmla="*/ 2866616 h 3436871"/>
                <a:gd name="connsiteX25" fmla="*/ 1026596 w 1997094"/>
                <a:gd name="connsiteY25" fmla="*/ 2877836 h 3436871"/>
                <a:gd name="connsiteX26" fmla="*/ 1020986 w 1997094"/>
                <a:gd name="connsiteY26" fmla="*/ 3051740 h 3436871"/>
                <a:gd name="connsiteX27" fmla="*/ 1009767 w 1997094"/>
                <a:gd name="connsiteY27" fmla="*/ 3175156 h 3436871"/>
                <a:gd name="connsiteX28" fmla="*/ 1020986 w 1997094"/>
                <a:gd name="connsiteY28" fmla="*/ 3393939 h 3436871"/>
                <a:gd name="connsiteX29" fmla="*/ 1217330 w 1997094"/>
                <a:gd name="connsiteY29" fmla="*/ 3410768 h 3436871"/>
                <a:gd name="connsiteX30" fmla="*/ 1211720 w 1997094"/>
                <a:gd name="connsiteY30" fmla="*/ 3225645 h 3436871"/>
                <a:gd name="connsiteX31" fmla="*/ 1228549 w 1997094"/>
                <a:gd name="connsiteY31" fmla="*/ 3051741 h 3436871"/>
                <a:gd name="connsiteX32" fmla="*/ 1211720 w 1997094"/>
                <a:gd name="connsiteY32" fmla="*/ 2922714 h 3436871"/>
                <a:gd name="connsiteX33" fmla="*/ 1234159 w 1997094"/>
                <a:gd name="connsiteY33" fmla="*/ 2883446 h 3436871"/>
                <a:gd name="connsiteX34" fmla="*/ 1239769 w 1997094"/>
                <a:gd name="connsiteY34" fmla="*/ 2614175 h 3436871"/>
                <a:gd name="connsiteX35" fmla="*/ 1301477 w 1997094"/>
                <a:gd name="connsiteY35" fmla="*/ 2586126 h 3436871"/>
                <a:gd name="connsiteX36" fmla="*/ 1284648 w 1997094"/>
                <a:gd name="connsiteY36" fmla="*/ 2417831 h 3436871"/>
                <a:gd name="connsiteX37" fmla="*/ 1351965 w 1997094"/>
                <a:gd name="connsiteY37" fmla="*/ 2608565 h 3436871"/>
                <a:gd name="connsiteX38" fmla="*/ 1380014 w 1997094"/>
                <a:gd name="connsiteY38" fmla="*/ 3119058 h 3436871"/>
                <a:gd name="connsiteX39" fmla="*/ 1447332 w 1997094"/>
                <a:gd name="connsiteY39" fmla="*/ 3091009 h 3436871"/>
                <a:gd name="connsiteX40" fmla="*/ 1419283 w 1997094"/>
                <a:gd name="connsiteY40" fmla="*/ 2625394 h 3436871"/>
                <a:gd name="connsiteX41" fmla="*/ 1469772 w 1997094"/>
                <a:gd name="connsiteY41" fmla="*/ 2636614 h 3436871"/>
                <a:gd name="connsiteX42" fmla="*/ 1480991 w 1997094"/>
                <a:gd name="connsiteY42" fmla="*/ 3292962 h 3436871"/>
                <a:gd name="connsiteX43" fmla="*/ 1531479 w 1997094"/>
                <a:gd name="connsiteY43" fmla="*/ 3276133 h 3436871"/>
                <a:gd name="connsiteX44" fmla="*/ 1553919 w 1997094"/>
                <a:gd name="connsiteY44" fmla="*/ 2821738 h 3436871"/>
                <a:gd name="connsiteX45" fmla="*/ 1604407 w 1997094"/>
                <a:gd name="connsiteY45" fmla="*/ 2961983 h 3436871"/>
                <a:gd name="connsiteX46" fmla="*/ 1952216 w 1997094"/>
                <a:gd name="connsiteY46" fmla="*/ 2771249 h 3436871"/>
                <a:gd name="connsiteX47" fmla="*/ 1997094 w 1997094"/>
                <a:gd name="connsiteY47" fmla="*/ 2653443 h 3436871"/>
                <a:gd name="connsiteX48" fmla="*/ 1823190 w 1997094"/>
                <a:gd name="connsiteY48" fmla="*/ 2642224 h 3436871"/>
                <a:gd name="connsiteX49" fmla="*/ 1694164 w 1997094"/>
                <a:gd name="connsiteY49" fmla="*/ 2546857 h 3436871"/>
                <a:gd name="connsiteX50" fmla="*/ 1621237 w 1997094"/>
                <a:gd name="connsiteY50" fmla="*/ 2451490 h 3436871"/>
                <a:gd name="connsiteX51" fmla="*/ 1694164 w 1997094"/>
                <a:gd name="connsiteY51" fmla="*/ 2328074 h 3436871"/>
                <a:gd name="connsiteX52" fmla="*/ 1514650 w 1997094"/>
                <a:gd name="connsiteY52" fmla="*/ 2030754 h 3436871"/>
                <a:gd name="connsiteX53" fmla="*/ 1531479 w 1997094"/>
                <a:gd name="connsiteY53" fmla="*/ 1610018 h 3436871"/>
                <a:gd name="connsiteX54" fmla="*/ 1301477 w 1997094"/>
                <a:gd name="connsiteY54" fmla="*/ 1615627 h 3436871"/>
                <a:gd name="connsiteX55" fmla="*/ 1323916 w 1997094"/>
                <a:gd name="connsiteY55" fmla="*/ 1486602 h 3436871"/>
                <a:gd name="connsiteX56" fmla="*/ 1262208 w 1997094"/>
                <a:gd name="connsiteY56" fmla="*/ 1301478 h 3436871"/>
                <a:gd name="connsiteX57" fmla="*/ 1301477 w 1997094"/>
                <a:gd name="connsiteY57" fmla="*/ 1228550 h 3436871"/>
                <a:gd name="connsiteX58" fmla="*/ 1234159 w 1997094"/>
                <a:gd name="connsiteY58" fmla="*/ 1043426 h 3436871"/>
                <a:gd name="connsiteX59" fmla="*/ 1250989 w 1997094"/>
                <a:gd name="connsiteY59" fmla="*/ 847083 h 3436871"/>
                <a:gd name="connsiteX60" fmla="*/ 970498 w 1997094"/>
                <a:gd name="connsiteY60" fmla="*/ 712447 h 3436871"/>
                <a:gd name="connsiteX61" fmla="*/ 1015376 w 1997094"/>
                <a:gd name="connsiteY61" fmla="*/ 622690 h 3436871"/>
                <a:gd name="connsiteX62" fmla="*/ 1150012 w 1997094"/>
                <a:gd name="connsiteY62" fmla="*/ 482445 h 3436871"/>
                <a:gd name="connsiteX63" fmla="*/ 1166841 w 1997094"/>
                <a:gd name="connsiteY63" fmla="*/ 314150 h 3436871"/>
                <a:gd name="connsiteX64" fmla="*/ 1161232 w 1997094"/>
                <a:gd name="connsiteY64" fmla="*/ 196344 h 3436871"/>
                <a:gd name="connsiteX65" fmla="*/ 1065865 w 1997094"/>
                <a:gd name="connsiteY65" fmla="*/ 117807 h 3436871"/>
                <a:gd name="connsiteX66" fmla="*/ 998547 w 1997094"/>
                <a:gd name="connsiteY66" fmla="*/ 72928 h 3436871"/>
                <a:gd name="connsiteX67" fmla="*/ 920010 w 1997094"/>
                <a:gd name="connsiteY67" fmla="*/ 0 h 3436871"/>
                <a:gd name="connsiteX0" fmla="*/ 920010 w 1997094"/>
                <a:gd name="connsiteY0" fmla="*/ 0 h 3436871"/>
                <a:gd name="connsiteX1" fmla="*/ 779764 w 1997094"/>
                <a:gd name="connsiteY1" fmla="*/ 117807 h 3436871"/>
                <a:gd name="connsiteX2" fmla="*/ 751715 w 1997094"/>
                <a:gd name="connsiteY2" fmla="*/ 224393 h 3436871"/>
                <a:gd name="connsiteX3" fmla="*/ 656348 w 1997094"/>
                <a:gd name="connsiteY3" fmla="*/ 403907 h 3436871"/>
                <a:gd name="connsiteX4" fmla="*/ 656348 w 1997094"/>
                <a:gd name="connsiteY4" fmla="*/ 460005 h 3436871"/>
                <a:gd name="connsiteX5" fmla="*/ 673178 w 1997094"/>
                <a:gd name="connsiteY5" fmla="*/ 544153 h 3436871"/>
                <a:gd name="connsiteX6" fmla="*/ 448785 w 1997094"/>
                <a:gd name="connsiteY6" fmla="*/ 656349 h 3436871"/>
                <a:gd name="connsiteX7" fmla="*/ 263661 w 1997094"/>
                <a:gd name="connsiteY7" fmla="*/ 673178 h 3436871"/>
                <a:gd name="connsiteX8" fmla="*/ 218783 w 1997094"/>
                <a:gd name="connsiteY8" fmla="*/ 948059 h 3436871"/>
                <a:gd name="connsiteX9" fmla="*/ 168294 w 1997094"/>
                <a:gd name="connsiteY9" fmla="*/ 1082695 h 3436871"/>
                <a:gd name="connsiteX10" fmla="*/ 72927 w 1997094"/>
                <a:gd name="connsiteY10" fmla="*/ 1211721 h 3436871"/>
                <a:gd name="connsiteX11" fmla="*/ 0 w 1997094"/>
                <a:gd name="connsiteY11" fmla="*/ 1346356 h 3436871"/>
                <a:gd name="connsiteX12" fmla="*/ 134635 w 1997094"/>
                <a:gd name="connsiteY12" fmla="*/ 1705384 h 3436871"/>
                <a:gd name="connsiteX13" fmla="*/ 241222 w 1997094"/>
                <a:gd name="connsiteY13" fmla="*/ 1778312 h 3436871"/>
                <a:gd name="connsiteX14" fmla="*/ 291710 w 1997094"/>
                <a:gd name="connsiteY14" fmla="*/ 1744653 h 3436871"/>
                <a:gd name="connsiteX15" fmla="*/ 336589 w 1997094"/>
                <a:gd name="connsiteY15" fmla="*/ 1800751 h 3436871"/>
                <a:gd name="connsiteX16" fmla="*/ 370248 w 1997094"/>
                <a:gd name="connsiteY16" fmla="*/ 3141497 h 3436871"/>
                <a:gd name="connsiteX17" fmla="*/ 426346 w 1997094"/>
                <a:gd name="connsiteY17" fmla="*/ 3141497 h 3436871"/>
                <a:gd name="connsiteX18" fmla="*/ 431956 w 1997094"/>
                <a:gd name="connsiteY18" fmla="*/ 2423441 h 3436871"/>
                <a:gd name="connsiteX19" fmla="*/ 482444 w 1997094"/>
                <a:gd name="connsiteY19" fmla="*/ 2434660 h 3436871"/>
                <a:gd name="connsiteX20" fmla="*/ 493664 w 1997094"/>
                <a:gd name="connsiteY20" fmla="*/ 2928324 h 3436871"/>
                <a:gd name="connsiteX21" fmla="*/ 566591 w 1997094"/>
                <a:gd name="connsiteY21" fmla="*/ 2933934 h 3436871"/>
                <a:gd name="connsiteX22" fmla="*/ 572201 w 1997094"/>
                <a:gd name="connsiteY22" fmla="*/ 2457100 h 3436871"/>
                <a:gd name="connsiteX23" fmla="*/ 964888 w 1997094"/>
                <a:gd name="connsiteY23" fmla="*/ 2462710 h 3436871"/>
                <a:gd name="connsiteX24" fmla="*/ 970498 w 1997094"/>
                <a:gd name="connsiteY24" fmla="*/ 2866616 h 3436871"/>
                <a:gd name="connsiteX25" fmla="*/ 1026596 w 1997094"/>
                <a:gd name="connsiteY25" fmla="*/ 2877836 h 3436871"/>
                <a:gd name="connsiteX26" fmla="*/ 1020986 w 1997094"/>
                <a:gd name="connsiteY26" fmla="*/ 3051740 h 3436871"/>
                <a:gd name="connsiteX27" fmla="*/ 1009767 w 1997094"/>
                <a:gd name="connsiteY27" fmla="*/ 3175156 h 3436871"/>
                <a:gd name="connsiteX28" fmla="*/ 1020986 w 1997094"/>
                <a:gd name="connsiteY28" fmla="*/ 3393939 h 3436871"/>
                <a:gd name="connsiteX29" fmla="*/ 1217330 w 1997094"/>
                <a:gd name="connsiteY29" fmla="*/ 3410768 h 3436871"/>
                <a:gd name="connsiteX30" fmla="*/ 1211720 w 1997094"/>
                <a:gd name="connsiteY30" fmla="*/ 3225645 h 3436871"/>
                <a:gd name="connsiteX31" fmla="*/ 1228549 w 1997094"/>
                <a:gd name="connsiteY31" fmla="*/ 3051741 h 3436871"/>
                <a:gd name="connsiteX32" fmla="*/ 1211720 w 1997094"/>
                <a:gd name="connsiteY32" fmla="*/ 2922714 h 3436871"/>
                <a:gd name="connsiteX33" fmla="*/ 1234159 w 1997094"/>
                <a:gd name="connsiteY33" fmla="*/ 2883446 h 3436871"/>
                <a:gd name="connsiteX34" fmla="*/ 1250988 w 1997094"/>
                <a:gd name="connsiteY34" fmla="*/ 2664663 h 3436871"/>
                <a:gd name="connsiteX35" fmla="*/ 1301477 w 1997094"/>
                <a:gd name="connsiteY35" fmla="*/ 2586126 h 3436871"/>
                <a:gd name="connsiteX36" fmla="*/ 1284648 w 1997094"/>
                <a:gd name="connsiteY36" fmla="*/ 2417831 h 3436871"/>
                <a:gd name="connsiteX37" fmla="*/ 1351965 w 1997094"/>
                <a:gd name="connsiteY37" fmla="*/ 2608565 h 3436871"/>
                <a:gd name="connsiteX38" fmla="*/ 1380014 w 1997094"/>
                <a:gd name="connsiteY38" fmla="*/ 3119058 h 3436871"/>
                <a:gd name="connsiteX39" fmla="*/ 1447332 w 1997094"/>
                <a:gd name="connsiteY39" fmla="*/ 3091009 h 3436871"/>
                <a:gd name="connsiteX40" fmla="*/ 1419283 w 1997094"/>
                <a:gd name="connsiteY40" fmla="*/ 2625394 h 3436871"/>
                <a:gd name="connsiteX41" fmla="*/ 1469772 w 1997094"/>
                <a:gd name="connsiteY41" fmla="*/ 2636614 h 3436871"/>
                <a:gd name="connsiteX42" fmla="*/ 1480991 w 1997094"/>
                <a:gd name="connsiteY42" fmla="*/ 3292962 h 3436871"/>
                <a:gd name="connsiteX43" fmla="*/ 1531479 w 1997094"/>
                <a:gd name="connsiteY43" fmla="*/ 3276133 h 3436871"/>
                <a:gd name="connsiteX44" fmla="*/ 1553919 w 1997094"/>
                <a:gd name="connsiteY44" fmla="*/ 2821738 h 3436871"/>
                <a:gd name="connsiteX45" fmla="*/ 1604407 w 1997094"/>
                <a:gd name="connsiteY45" fmla="*/ 2961983 h 3436871"/>
                <a:gd name="connsiteX46" fmla="*/ 1952216 w 1997094"/>
                <a:gd name="connsiteY46" fmla="*/ 2771249 h 3436871"/>
                <a:gd name="connsiteX47" fmla="*/ 1997094 w 1997094"/>
                <a:gd name="connsiteY47" fmla="*/ 2653443 h 3436871"/>
                <a:gd name="connsiteX48" fmla="*/ 1823190 w 1997094"/>
                <a:gd name="connsiteY48" fmla="*/ 2642224 h 3436871"/>
                <a:gd name="connsiteX49" fmla="*/ 1694164 w 1997094"/>
                <a:gd name="connsiteY49" fmla="*/ 2546857 h 3436871"/>
                <a:gd name="connsiteX50" fmla="*/ 1621237 w 1997094"/>
                <a:gd name="connsiteY50" fmla="*/ 2451490 h 3436871"/>
                <a:gd name="connsiteX51" fmla="*/ 1694164 w 1997094"/>
                <a:gd name="connsiteY51" fmla="*/ 2328074 h 3436871"/>
                <a:gd name="connsiteX52" fmla="*/ 1514650 w 1997094"/>
                <a:gd name="connsiteY52" fmla="*/ 2030754 h 3436871"/>
                <a:gd name="connsiteX53" fmla="*/ 1531479 w 1997094"/>
                <a:gd name="connsiteY53" fmla="*/ 1610018 h 3436871"/>
                <a:gd name="connsiteX54" fmla="*/ 1301477 w 1997094"/>
                <a:gd name="connsiteY54" fmla="*/ 1615627 h 3436871"/>
                <a:gd name="connsiteX55" fmla="*/ 1323916 w 1997094"/>
                <a:gd name="connsiteY55" fmla="*/ 1486602 h 3436871"/>
                <a:gd name="connsiteX56" fmla="*/ 1262208 w 1997094"/>
                <a:gd name="connsiteY56" fmla="*/ 1301478 h 3436871"/>
                <a:gd name="connsiteX57" fmla="*/ 1301477 w 1997094"/>
                <a:gd name="connsiteY57" fmla="*/ 1228550 h 3436871"/>
                <a:gd name="connsiteX58" fmla="*/ 1234159 w 1997094"/>
                <a:gd name="connsiteY58" fmla="*/ 1043426 h 3436871"/>
                <a:gd name="connsiteX59" fmla="*/ 1250989 w 1997094"/>
                <a:gd name="connsiteY59" fmla="*/ 847083 h 3436871"/>
                <a:gd name="connsiteX60" fmla="*/ 970498 w 1997094"/>
                <a:gd name="connsiteY60" fmla="*/ 712447 h 3436871"/>
                <a:gd name="connsiteX61" fmla="*/ 1015376 w 1997094"/>
                <a:gd name="connsiteY61" fmla="*/ 622690 h 3436871"/>
                <a:gd name="connsiteX62" fmla="*/ 1150012 w 1997094"/>
                <a:gd name="connsiteY62" fmla="*/ 482445 h 3436871"/>
                <a:gd name="connsiteX63" fmla="*/ 1166841 w 1997094"/>
                <a:gd name="connsiteY63" fmla="*/ 314150 h 3436871"/>
                <a:gd name="connsiteX64" fmla="*/ 1161232 w 1997094"/>
                <a:gd name="connsiteY64" fmla="*/ 196344 h 3436871"/>
                <a:gd name="connsiteX65" fmla="*/ 1065865 w 1997094"/>
                <a:gd name="connsiteY65" fmla="*/ 117807 h 3436871"/>
                <a:gd name="connsiteX66" fmla="*/ 998547 w 1997094"/>
                <a:gd name="connsiteY66" fmla="*/ 72928 h 3436871"/>
                <a:gd name="connsiteX67" fmla="*/ 920010 w 1997094"/>
                <a:gd name="connsiteY67" fmla="*/ 0 h 3436871"/>
                <a:gd name="connsiteX0" fmla="*/ 920010 w 1997094"/>
                <a:gd name="connsiteY0" fmla="*/ 0 h 3436871"/>
                <a:gd name="connsiteX1" fmla="*/ 779764 w 1997094"/>
                <a:gd name="connsiteY1" fmla="*/ 117807 h 3436871"/>
                <a:gd name="connsiteX2" fmla="*/ 751715 w 1997094"/>
                <a:gd name="connsiteY2" fmla="*/ 224393 h 3436871"/>
                <a:gd name="connsiteX3" fmla="*/ 656348 w 1997094"/>
                <a:gd name="connsiteY3" fmla="*/ 403907 h 3436871"/>
                <a:gd name="connsiteX4" fmla="*/ 656348 w 1997094"/>
                <a:gd name="connsiteY4" fmla="*/ 460005 h 3436871"/>
                <a:gd name="connsiteX5" fmla="*/ 673178 w 1997094"/>
                <a:gd name="connsiteY5" fmla="*/ 544153 h 3436871"/>
                <a:gd name="connsiteX6" fmla="*/ 448785 w 1997094"/>
                <a:gd name="connsiteY6" fmla="*/ 656349 h 3436871"/>
                <a:gd name="connsiteX7" fmla="*/ 263661 w 1997094"/>
                <a:gd name="connsiteY7" fmla="*/ 673178 h 3436871"/>
                <a:gd name="connsiteX8" fmla="*/ 218783 w 1997094"/>
                <a:gd name="connsiteY8" fmla="*/ 948059 h 3436871"/>
                <a:gd name="connsiteX9" fmla="*/ 168294 w 1997094"/>
                <a:gd name="connsiteY9" fmla="*/ 1082695 h 3436871"/>
                <a:gd name="connsiteX10" fmla="*/ 72927 w 1997094"/>
                <a:gd name="connsiteY10" fmla="*/ 1211721 h 3436871"/>
                <a:gd name="connsiteX11" fmla="*/ 0 w 1997094"/>
                <a:gd name="connsiteY11" fmla="*/ 1346356 h 3436871"/>
                <a:gd name="connsiteX12" fmla="*/ 134635 w 1997094"/>
                <a:gd name="connsiteY12" fmla="*/ 1705384 h 3436871"/>
                <a:gd name="connsiteX13" fmla="*/ 241222 w 1997094"/>
                <a:gd name="connsiteY13" fmla="*/ 1778312 h 3436871"/>
                <a:gd name="connsiteX14" fmla="*/ 291710 w 1997094"/>
                <a:gd name="connsiteY14" fmla="*/ 1744653 h 3436871"/>
                <a:gd name="connsiteX15" fmla="*/ 336589 w 1997094"/>
                <a:gd name="connsiteY15" fmla="*/ 1800751 h 3436871"/>
                <a:gd name="connsiteX16" fmla="*/ 370248 w 1997094"/>
                <a:gd name="connsiteY16" fmla="*/ 3141497 h 3436871"/>
                <a:gd name="connsiteX17" fmla="*/ 426346 w 1997094"/>
                <a:gd name="connsiteY17" fmla="*/ 3141497 h 3436871"/>
                <a:gd name="connsiteX18" fmla="*/ 431956 w 1997094"/>
                <a:gd name="connsiteY18" fmla="*/ 2423441 h 3436871"/>
                <a:gd name="connsiteX19" fmla="*/ 482444 w 1997094"/>
                <a:gd name="connsiteY19" fmla="*/ 2434660 h 3436871"/>
                <a:gd name="connsiteX20" fmla="*/ 493664 w 1997094"/>
                <a:gd name="connsiteY20" fmla="*/ 2928324 h 3436871"/>
                <a:gd name="connsiteX21" fmla="*/ 566591 w 1997094"/>
                <a:gd name="connsiteY21" fmla="*/ 2933934 h 3436871"/>
                <a:gd name="connsiteX22" fmla="*/ 572201 w 1997094"/>
                <a:gd name="connsiteY22" fmla="*/ 2457100 h 3436871"/>
                <a:gd name="connsiteX23" fmla="*/ 964888 w 1997094"/>
                <a:gd name="connsiteY23" fmla="*/ 2462710 h 3436871"/>
                <a:gd name="connsiteX24" fmla="*/ 970498 w 1997094"/>
                <a:gd name="connsiteY24" fmla="*/ 2866616 h 3436871"/>
                <a:gd name="connsiteX25" fmla="*/ 1026596 w 1997094"/>
                <a:gd name="connsiteY25" fmla="*/ 2877836 h 3436871"/>
                <a:gd name="connsiteX26" fmla="*/ 1020986 w 1997094"/>
                <a:gd name="connsiteY26" fmla="*/ 3051740 h 3436871"/>
                <a:gd name="connsiteX27" fmla="*/ 1009767 w 1997094"/>
                <a:gd name="connsiteY27" fmla="*/ 3175156 h 3436871"/>
                <a:gd name="connsiteX28" fmla="*/ 1020986 w 1997094"/>
                <a:gd name="connsiteY28" fmla="*/ 3393939 h 3436871"/>
                <a:gd name="connsiteX29" fmla="*/ 1217330 w 1997094"/>
                <a:gd name="connsiteY29" fmla="*/ 3410768 h 3436871"/>
                <a:gd name="connsiteX30" fmla="*/ 1211720 w 1997094"/>
                <a:gd name="connsiteY30" fmla="*/ 3225645 h 3436871"/>
                <a:gd name="connsiteX31" fmla="*/ 1228549 w 1997094"/>
                <a:gd name="connsiteY31" fmla="*/ 3051741 h 3436871"/>
                <a:gd name="connsiteX32" fmla="*/ 1211720 w 1997094"/>
                <a:gd name="connsiteY32" fmla="*/ 2922714 h 3436871"/>
                <a:gd name="connsiteX33" fmla="*/ 1234159 w 1997094"/>
                <a:gd name="connsiteY33" fmla="*/ 2883446 h 3436871"/>
                <a:gd name="connsiteX34" fmla="*/ 1250988 w 1997094"/>
                <a:gd name="connsiteY34" fmla="*/ 2664663 h 3436871"/>
                <a:gd name="connsiteX35" fmla="*/ 1256599 w 1997094"/>
                <a:gd name="connsiteY35" fmla="*/ 2552467 h 3436871"/>
                <a:gd name="connsiteX36" fmla="*/ 1284648 w 1997094"/>
                <a:gd name="connsiteY36" fmla="*/ 2417831 h 3436871"/>
                <a:gd name="connsiteX37" fmla="*/ 1351965 w 1997094"/>
                <a:gd name="connsiteY37" fmla="*/ 2608565 h 3436871"/>
                <a:gd name="connsiteX38" fmla="*/ 1380014 w 1997094"/>
                <a:gd name="connsiteY38" fmla="*/ 3119058 h 3436871"/>
                <a:gd name="connsiteX39" fmla="*/ 1447332 w 1997094"/>
                <a:gd name="connsiteY39" fmla="*/ 3091009 h 3436871"/>
                <a:gd name="connsiteX40" fmla="*/ 1419283 w 1997094"/>
                <a:gd name="connsiteY40" fmla="*/ 2625394 h 3436871"/>
                <a:gd name="connsiteX41" fmla="*/ 1469772 w 1997094"/>
                <a:gd name="connsiteY41" fmla="*/ 2636614 h 3436871"/>
                <a:gd name="connsiteX42" fmla="*/ 1480991 w 1997094"/>
                <a:gd name="connsiteY42" fmla="*/ 3292962 h 3436871"/>
                <a:gd name="connsiteX43" fmla="*/ 1531479 w 1997094"/>
                <a:gd name="connsiteY43" fmla="*/ 3276133 h 3436871"/>
                <a:gd name="connsiteX44" fmla="*/ 1553919 w 1997094"/>
                <a:gd name="connsiteY44" fmla="*/ 2821738 h 3436871"/>
                <a:gd name="connsiteX45" fmla="*/ 1604407 w 1997094"/>
                <a:gd name="connsiteY45" fmla="*/ 2961983 h 3436871"/>
                <a:gd name="connsiteX46" fmla="*/ 1952216 w 1997094"/>
                <a:gd name="connsiteY46" fmla="*/ 2771249 h 3436871"/>
                <a:gd name="connsiteX47" fmla="*/ 1997094 w 1997094"/>
                <a:gd name="connsiteY47" fmla="*/ 2653443 h 3436871"/>
                <a:gd name="connsiteX48" fmla="*/ 1823190 w 1997094"/>
                <a:gd name="connsiteY48" fmla="*/ 2642224 h 3436871"/>
                <a:gd name="connsiteX49" fmla="*/ 1694164 w 1997094"/>
                <a:gd name="connsiteY49" fmla="*/ 2546857 h 3436871"/>
                <a:gd name="connsiteX50" fmla="*/ 1621237 w 1997094"/>
                <a:gd name="connsiteY50" fmla="*/ 2451490 h 3436871"/>
                <a:gd name="connsiteX51" fmla="*/ 1694164 w 1997094"/>
                <a:gd name="connsiteY51" fmla="*/ 2328074 h 3436871"/>
                <a:gd name="connsiteX52" fmla="*/ 1514650 w 1997094"/>
                <a:gd name="connsiteY52" fmla="*/ 2030754 h 3436871"/>
                <a:gd name="connsiteX53" fmla="*/ 1531479 w 1997094"/>
                <a:gd name="connsiteY53" fmla="*/ 1610018 h 3436871"/>
                <a:gd name="connsiteX54" fmla="*/ 1301477 w 1997094"/>
                <a:gd name="connsiteY54" fmla="*/ 1615627 h 3436871"/>
                <a:gd name="connsiteX55" fmla="*/ 1323916 w 1997094"/>
                <a:gd name="connsiteY55" fmla="*/ 1486602 h 3436871"/>
                <a:gd name="connsiteX56" fmla="*/ 1262208 w 1997094"/>
                <a:gd name="connsiteY56" fmla="*/ 1301478 h 3436871"/>
                <a:gd name="connsiteX57" fmla="*/ 1301477 w 1997094"/>
                <a:gd name="connsiteY57" fmla="*/ 1228550 h 3436871"/>
                <a:gd name="connsiteX58" fmla="*/ 1234159 w 1997094"/>
                <a:gd name="connsiteY58" fmla="*/ 1043426 h 3436871"/>
                <a:gd name="connsiteX59" fmla="*/ 1250989 w 1997094"/>
                <a:gd name="connsiteY59" fmla="*/ 847083 h 3436871"/>
                <a:gd name="connsiteX60" fmla="*/ 970498 w 1997094"/>
                <a:gd name="connsiteY60" fmla="*/ 712447 h 3436871"/>
                <a:gd name="connsiteX61" fmla="*/ 1015376 w 1997094"/>
                <a:gd name="connsiteY61" fmla="*/ 622690 h 3436871"/>
                <a:gd name="connsiteX62" fmla="*/ 1150012 w 1997094"/>
                <a:gd name="connsiteY62" fmla="*/ 482445 h 3436871"/>
                <a:gd name="connsiteX63" fmla="*/ 1166841 w 1997094"/>
                <a:gd name="connsiteY63" fmla="*/ 314150 h 3436871"/>
                <a:gd name="connsiteX64" fmla="*/ 1161232 w 1997094"/>
                <a:gd name="connsiteY64" fmla="*/ 196344 h 3436871"/>
                <a:gd name="connsiteX65" fmla="*/ 1065865 w 1997094"/>
                <a:gd name="connsiteY65" fmla="*/ 117807 h 3436871"/>
                <a:gd name="connsiteX66" fmla="*/ 998547 w 1997094"/>
                <a:gd name="connsiteY66" fmla="*/ 72928 h 3436871"/>
                <a:gd name="connsiteX67" fmla="*/ 920010 w 1997094"/>
                <a:gd name="connsiteY67" fmla="*/ 0 h 3436871"/>
                <a:gd name="connsiteX0" fmla="*/ 920010 w 1997094"/>
                <a:gd name="connsiteY0" fmla="*/ 0 h 3436871"/>
                <a:gd name="connsiteX1" fmla="*/ 779764 w 1997094"/>
                <a:gd name="connsiteY1" fmla="*/ 117807 h 3436871"/>
                <a:gd name="connsiteX2" fmla="*/ 751715 w 1997094"/>
                <a:gd name="connsiteY2" fmla="*/ 224393 h 3436871"/>
                <a:gd name="connsiteX3" fmla="*/ 656348 w 1997094"/>
                <a:gd name="connsiteY3" fmla="*/ 403907 h 3436871"/>
                <a:gd name="connsiteX4" fmla="*/ 656348 w 1997094"/>
                <a:gd name="connsiteY4" fmla="*/ 460005 h 3436871"/>
                <a:gd name="connsiteX5" fmla="*/ 673178 w 1997094"/>
                <a:gd name="connsiteY5" fmla="*/ 544153 h 3436871"/>
                <a:gd name="connsiteX6" fmla="*/ 448785 w 1997094"/>
                <a:gd name="connsiteY6" fmla="*/ 656349 h 3436871"/>
                <a:gd name="connsiteX7" fmla="*/ 263661 w 1997094"/>
                <a:gd name="connsiteY7" fmla="*/ 673178 h 3436871"/>
                <a:gd name="connsiteX8" fmla="*/ 218783 w 1997094"/>
                <a:gd name="connsiteY8" fmla="*/ 948059 h 3436871"/>
                <a:gd name="connsiteX9" fmla="*/ 168294 w 1997094"/>
                <a:gd name="connsiteY9" fmla="*/ 1082695 h 3436871"/>
                <a:gd name="connsiteX10" fmla="*/ 72927 w 1997094"/>
                <a:gd name="connsiteY10" fmla="*/ 1211721 h 3436871"/>
                <a:gd name="connsiteX11" fmla="*/ 0 w 1997094"/>
                <a:gd name="connsiteY11" fmla="*/ 1346356 h 3436871"/>
                <a:gd name="connsiteX12" fmla="*/ 134635 w 1997094"/>
                <a:gd name="connsiteY12" fmla="*/ 1705384 h 3436871"/>
                <a:gd name="connsiteX13" fmla="*/ 241222 w 1997094"/>
                <a:gd name="connsiteY13" fmla="*/ 1778312 h 3436871"/>
                <a:gd name="connsiteX14" fmla="*/ 291710 w 1997094"/>
                <a:gd name="connsiteY14" fmla="*/ 1744653 h 3436871"/>
                <a:gd name="connsiteX15" fmla="*/ 336589 w 1997094"/>
                <a:gd name="connsiteY15" fmla="*/ 1800751 h 3436871"/>
                <a:gd name="connsiteX16" fmla="*/ 370248 w 1997094"/>
                <a:gd name="connsiteY16" fmla="*/ 3141497 h 3436871"/>
                <a:gd name="connsiteX17" fmla="*/ 426346 w 1997094"/>
                <a:gd name="connsiteY17" fmla="*/ 3141497 h 3436871"/>
                <a:gd name="connsiteX18" fmla="*/ 431956 w 1997094"/>
                <a:gd name="connsiteY18" fmla="*/ 2423441 h 3436871"/>
                <a:gd name="connsiteX19" fmla="*/ 482444 w 1997094"/>
                <a:gd name="connsiteY19" fmla="*/ 2434660 h 3436871"/>
                <a:gd name="connsiteX20" fmla="*/ 493664 w 1997094"/>
                <a:gd name="connsiteY20" fmla="*/ 2928324 h 3436871"/>
                <a:gd name="connsiteX21" fmla="*/ 566591 w 1997094"/>
                <a:gd name="connsiteY21" fmla="*/ 2933934 h 3436871"/>
                <a:gd name="connsiteX22" fmla="*/ 572201 w 1997094"/>
                <a:gd name="connsiteY22" fmla="*/ 2457100 h 3436871"/>
                <a:gd name="connsiteX23" fmla="*/ 964888 w 1997094"/>
                <a:gd name="connsiteY23" fmla="*/ 2462710 h 3436871"/>
                <a:gd name="connsiteX24" fmla="*/ 970498 w 1997094"/>
                <a:gd name="connsiteY24" fmla="*/ 2866616 h 3436871"/>
                <a:gd name="connsiteX25" fmla="*/ 1026596 w 1997094"/>
                <a:gd name="connsiteY25" fmla="*/ 2877836 h 3436871"/>
                <a:gd name="connsiteX26" fmla="*/ 1020986 w 1997094"/>
                <a:gd name="connsiteY26" fmla="*/ 3051740 h 3436871"/>
                <a:gd name="connsiteX27" fmla="*/ 1009767 w 1997094"/>
                <a:gd name="connsiteY27" fmla="*/ 3175156 h 3436871"/>
                <a:gd name="connsiteX28" fmla="*/ 1020986 w 1997094"/>
                <a:gd name="connsiteY28" fmla="*/ 3393939 h 3436871"/>
                <a:gd name="connsiteX29" fmla="*/ 1217330 w 1997094"/>
                <a:gd name="connsiteY29" fmla="*/ 3410768 h 3436871"/>
                <a:gd name="connsiteX30" fmla="*/ 1211720 w 1997094"/>
                <a:gd name="connsiteY30" fmla="*/ 3225645 h 3436871"/>
                <a:gd name="connsiteX31" fmla="*/ 1228549 w 1997094"/>
                <a:gd name="connsiteY31" fmla="*/ 3051741 h 3436871"/>
                <a:gd name="connsiteX32" fmla="*/ 1211720 w 1997094"/>
                <a:gd name="connsiteY32" fmla="*/ 2922714 h 3436871"/>
                <a:gd name="connsiteX33" fmla="*/ 1234159 w 1997094"/>
                <a:gd name="connsiteY33" fmla="*/ 2883446 h 3436871"/>
                <a:gd name="connsiteX34" fmla="*/ 1250988 w 1997094"/>
                <a:gd name="connsiteY34" fmla="*/ 2664663 h 3436871"/>
                <a:gd name="connsiteX35" fmla="*/ 1256599 w 1997094"/>
                <a:gd name="connsiteY35" fmla="*/ 2552467 h 3436871"/>
                <a:gd name="connsiteX36" fmla="*/ 1262209 w 1997094"/>
                <a:gd name="connsiteY36" fmla="*/ 2417831 h 3436871"/>
                <a:gd name="connsiteX37" fmla="*/ 1351965 w 1997094"/>
                <a:gd name="connsiteY37" fmla="*/ 2608565 h 3436871"/>
                <a:gd name="connsiteX38" fmla="*/ 1380014 w 1997094"/>
                <a:gd name="connsiteY38" fmla="*/ 3119058 h 3436871"/>
                <a:gd name="connsiteX39" fmla="*/ 1447332 w 1997094"/>
                <a:gd name="connsiteY39" fmla="*/ 3091009 h 3436871"/>
                <a:gd name="connsiteX40" fmla="*/ 1419283 w 1997094"/>
                <a:gd name="connsiteY40" fmla="*/ 2625394 h 3436871"/>
                <a:gd name="connsiteX41" fmla="*/ 1469772 w 1997094"/>
                <a:gd name="connsiteY41" fmla="*/ 2636614 h 3436871"/>
                <a:gd name="connsiteX42" fmla="*/ 1480991 w 1997094"/>
                <a:gd name="connsiteY42" fmla="*/ 3292962 h 3436871"/>
                <a:gd name="connsiteX43" fmla="*/ 1531479 w 1997094"/>
                <a:gd name="connsiteY43" fmla="*/ 3276133 h 3436871"/>
                <a:gd name="connsiteX44" fmla="*/ 1553919 w 1997094"/>
                <a:gd name="connsiteY44" fmla="*/ 2821738 h 3436871"/>
                <a:gd name="connsiteX45" fmla="*/ 1604407 w 1997094"/>
                <a:gd name="connsiteY45" fmla="*/ 2961983 h 3436871"/>
                <a:gd name="connsiteX46" fmla="*/ 1952216 w 1997094"/>
                <a:gd name="connsiteY46" fmla="*/ 2771249 h 3436871"/>
                <a:gd name="connsiteX47" fmla="*/ 1997094 w 1997094"/>
                <a:gd name="connsiteY47" fmla="*/ 2653443 h 3436871"/>
                <a:gd name="connsiteX48" fmla="*/ 1823190 w 1997094"/>
                <a:gd name="connsiteY48" fmla="*/ 2642224 h 3436871"/>
                <a:gd name="connsiteX49" fmla="*/ 1694164 w 1997094"/>
                <a:gd name="connsiteY49" fmla="*/ 2546857 h 3436871"/>
                <a:gd name="connsiteX50" fmla="*/ 1621237 w 1997094"/>
                <a:gd name="connsiteY50" fmla="*/ 2451490 h 3436871"/>
                <a:gd name="connsiteX51" fmla="*/ 1694164 w 1997094"/>
                <a:gd name="connsiteY51" fmla="*/ 2328074 h 3436871"/>
                <a:gd name="connsiteX52" fmla="*/ 1514650 w 1997094"/>
                <a:gd name="connsiteY52" fmla="*/ 2030754 h 3436871"/>
                <a:gd name="connsiteX53" fmla="*/ 1531479 w 1997094"/>
                <a:gd name="connsiteY53" fmla="*/ 1610018 h 3436871"/>
                <a:gd name="connsiteX54" fmla="*/ 1301477 w 1997094"/>
                <a:gd name="connsiteY54" fmla="*/ 1615627 h 3436871"/>
                <a:gd name="connsiteX55" fmla="*/ 1323916 w 1997094"/>
                <a:gd name="connsiteY55" fmla="*/ 1486602 h 3436871"/>
                <a:gd name="connsiteX56" fmla="*/ 1262208 w 1997094"/>
                <a:gd name="connsiteY56" fmla="*/ 1301478 h 3436871"/>
                <a:gd name="connsiteX57" fmla="*/ 1301477 w 1997094"/>
                <a:gd name="connsiteY57" fmla="*/ 1228550 h 3436871"/>
                <a:gd name="connsiteX58" fmla="*/ 1234159 w 1997094"/>
                <a:gd name="connsiteY58" fmla="*/ 1043426 h 3436871"/>
                <a:gd name="connsiteX59" fmla="*/ 1250989 w 1997094"/>
                <a:gd name="connsiteY59" fmla="*/ 847083 h 3436871"/>
                <a:gd name="connsiteX60" fmla="*/ 970498 w 1997094"/>
                <a:gd name="connsiteY60" fmla="*/ 712447 h 3436871"/>
                <a:gd name="connsiteX61" fmla="*/ 1015376 w 1997094"/>
                <a:gd name="connsiteY61" fmla="*/ 622690 h 3436871"/>
                <a:gd name="connsiteX62" fmla="*/ 1150012 w 1997094"/>
                <a:gd name="connsiteY62" fmla="*/ 482445 h 3436871"/>
                <a:gd name="connsiteX63" fmla="*/ 1166841 w 1997094"/>
                <a:gd name="connsiteY63" fmla="*/ 314150 h 3436871"/>
                <a:gd name="connsiteX64" fmla="*/ 1161232 w 1997094"/>
                <a:gd name="connsiteY64" fmla="*/ 196344 h 3436871"/>
                <a:gd name="connsiteX65" fmla="*/ 1065865 w 1997094"/>
                <a:gd name="connsiteY65" fmla="*/ 117807 h 3436871"/>
                <a:gd name="connsiteX66" fmla="*/ 998547 w 1997094"/>
                <a:gd name="connsiteY66" fmla="*/ 72928 h 3436871"/>
                <a:gd name="connsiteX67" fmla="*/ 920010 w 1997094"/>
                <a:gd name="connsiteY67" fmla="*/ 0 h 3436871"/>
                <a:gd name="connsiteX0" fmla="*/ 920010 w 1997094"/>
                <a:gd name="connsiteY0" fmla="*/ 0 h 3436871"/>
                <a:gd name="connsiteX1" fmla="*/ 779764 w 1997094"/>
                <a:gd name="connsiteY1" fmla="*/ 117807 h 3436871"/>
                <a:gd name="connsiteX2" fmla="*/ 751715 w 1997094"/>
                <a:gd name="connsiteY2" fmla="*/ 224393 h 3436871"/>
                <a:gd name="connsiteX3" fmla="*/ 656348 w 1997094"/>
                <a:gd name="connsiteY3" fmla="*/ 403907 h 3436871"/>
                <a:gd name="connsiteX4" fmla="*/ 656348 w 1997094"/>
                <a:gd name="connsiteY4" fmla="*/ 460005 h 3436871"/>
                <a:gd name="connsiteX5" fmla="*/ 673178 w 1997094"/>
                <a:gd name="connsiteY5" fmla="*/ 544153 h 3436871"/>
                <a:gd name="connsiteX6" fmla="*/ 448785 w 1997094"/>
                <a:gd name="connsiteY6" fmla="*/ 656349 h 3436871"/>
                <a:gd name="connsiteX7" fmla="*/ 263661 w 1997094"/>
                <a:gd name="connsiteY7" fmla="*/ 673178 h 3436871"/>
                <a:gd name="connsiteX8" fmla="*/ 218783 w 1997094"/>
                <a:gd name="connsiteY8" fmla="*/ 948059 h 3436871"/>
                <a:gd name="connsiteX9" fmla="*/ 168294 w 1997094"/>
                <a:gd name="connsiteY9" fmla="*/ 1082695 h 3436871"/>
                <a:gd name="connsiteX10" fmla="*/ 72927 w 1997094"/>
                <a:gd name="connsiteY10" fmla="*/ 1211721 h 3436871"/>
                <a:gd name="connsiteX11" fmla="*/ 0 w 1997094"/>
                <a:gd name="connsiteY11" fmla="*/ 1346356 h 3436871"/>
                <a:gd name="connsiteX12" fmla="*/ 134635 w 1997094"/>
                <a:gd name="connsiteY12" fmla="*/ 1705384 h 3436871"/>
                <a:gd name="connsiteX13" fmla="*/ 241222 w 1997094"/>
                <a:gd name="connsiteY13" fmla="*/ 1778312 h 3436871"/>
                <a:gd name="connsiteX14" fmla="*/ 291710 w 1997094"/>
                <a:gd name="connsiteY14" fmla="*/ 1744653 h 3436871"/>
                <a:gd name="connsiteX15" fmla="*/ 336589 w 1997094"/>
                <a:gd name="connsiteY15" fmla="*/ 1800751 h 3436871"/>
                <a:gd name="connsiteX16" fmla="*/ 370248 w 1997094"/>
                <a:gd name="connsiteY16" fmla="*/ 3141497 h 3436871"/>
                <a:gd name="connsiteX17" fmla="*/ 426346 w 1997094"/>
                <a:gd name="connsiteY17" fmla="*/ 3141497 h 3436871"/>
                <a:gd name="connsiteX18" fmla="*/ 431956 w 1997094"/>
                <a:gd name="connsiteY18" fmla="*/ 2423441 h 3436871"/>
                <a:gd name="connsiteX19" fmla="*/ 482444 w 1997094"/>
                <a:gd name="connsiteY19" fmla="*/ 2434660 h 3436871"/>
                <a:gd name="connsiteX20" fmla="*/ 493664 w 1997094"/>
                <a:gd name="connsiteY20" fmla="*/ 2928324 h 3436871"/>
                <a:gd name="connsiteX21" fmla="*/ 566591 w 1997094"/>
                <a:gd name="connsiteY21" fmla="*/ 2933934 h 3436871"/>
                <a:gd name="connsiteX22" fmla="*/ 572201 w 1997094"/>
                <a:gd name="connsiteY22" fmla="*/ 2457100 h 3436871"/>
                <a:gd name="connsiteX23" fmla="*/ 964888 w 1997094"/>
                <a:gd name="connsiteY23" fmla="*/ 2462710 h 3436871"/>
                <a:gd name="connsiteX24" fmla="*/ 970498 w 1997094"/>
                <a:gd name="connsiteY24" fmla="*/ 2866616 h 3436871"/>
                <a:gd name="connsiteX25" fmla="*/ 1026596 w 1997094"/>
                <a:gd name="connsiteY25" fmla="*/ 2877836 h 3436871"/>
                <a:gd name="connsiteX26" fmla="*/ 1020986 w 1997094"/>
                <a:gd name="connsiteY26" fmla="*/ 3051740 h 3436871"/>
                <a:gd name="connsiteX27" fmla="*/ 1009767 w 1997094"/>
                <a:gd name="connsiteY27" fmla="*/ 3175156 h 3436871"/>
                <a:gd name="connsiteX28" fmla="*/ 1020986 w 1997094"/>
                <a:gd name="connsiteY28" fmla="*/ 3393939 h 3436871"/>
                <a:gd name="connsiteX29" fmla="*/ 1217330 w 1997094"/>
                <a:gd name="connsiteY29" fmla="*/ 3410768 h 3436871"/>
                <a:gd name="connsiteX30" fmla="*/ 1211720 w 1997094"/>
                <a:gd name="connsiteY30" fmla="*/ 3225645 h 3436871"/>
                <a:gd name="connsiteX31" fmla="*/ 1228549 w 1997094"/>
                <a:gd name="connsiteY31" fmla="*/ 3051741 h 3436871"/>
                <a:gd name="connsiteX32" fmla="*/ 1211720 w 1997094"/>
                <a:gd name="connsiteY32" fmla="*/ 2922714 h 3436871"/>
                <a:gd name="connsiteX33" fmla="*/ 1234159 w 1997094"/>
                <a:gd name="connsiteY33" fmla="*/ 2883446 h 3436871"/>
                <a:gd name="connsiteX34" fmla="*/ 1250988 w 1997094"/>
                <a:gd name="connsiteY34" fmla="*/ 2664663 h 3436871"/>
                <a:gd name="connsiteX35" fmla="*/ 1256599 w 1997094"/>
                <a:gd name="connsiteY35" fmla="*/ 2552467 h 3436871"/>
                <a:gd name="connsiteX36" fmla="*/ 1262209 w 1997094"/>
                <a:gd name="connsiteY36" fmla="*/ 2417831 h 3436871"/>
                <a:gd name="connsiteX37" fmla="*/ 1374404 w 1997094"/>
                <a:gd name="connsiteY37" fmla="*/ 2591736 h 3436871"/>
                <a:gd name="connsiteX38" fmla="*/ 1380014 w 1997094"/>
                <a:gd name="connsiteY38" fmla="*/ 3119058 h 3436871"/>
                <a:gd name="connsiteX39" fmla="*/ 1447332 w 1997094"/>
                <a:gd name="connsiteY39" fmla="*/ 3091009 h 3436871"/>
                <a:gd name="connsiteX40" fmla="*/ 1419283 w 1997094"/>
                <a:gd name="connsiteY40" fmla="*/ 2625394 h 3436871"/>
                <a:gd name="connsiteX41" fmla="*/ 1469772 w 1997094"/>
                <a:gd name="connsiteY41" fmla="*/ 2636614 h 3436871"/>
                <a:gd name="connsiteX42" fmla="*/ 1480991 w 1997094"/>
                <a:gd name="connsiteY42" fmla="*/ 3292962 h 3436871"/>
                <a:gd name="connsiteX43" fmla="*/ 1531479 w 1997094"/>
                <a:gd name="connsiteY43" fmla="*/ 3276133 h 3436871"/>
                <a:gd name="connsiteX44" fmla="*/ 1553919 w 1997094"/>
                <a:gd name="connsiteY44" fmla="*/ 2821738 h 3436871"/>
                <a:gd name="connsiteX45" fmla="*/ 1604407 w 1997094"/>
                <a:gd name="connsiteY45" fmla="*/ 2961983 h 3436871"/>
                <a:gd name="connsiteX46" fmla="*/ 1952216 w 1997094"/>
                <a:gd name="connsiteY46" fmla="*/ 2771249 h 3436871"/>
                <a:gd name="connsiteX47" fmla="*/ 1997094 w 1997094"/>
                <a:gd name="connsiteY47" fmla="*/ 2653443 h 3436871"/>
                <a:gd name="connsiteX48" fmla="*/ 1823190 w 1997094"/>
                <a:gd name="connsiteY48" fmla="*/ 2642224 h 3436871"/>
                <a:gd name="connsiteX49" fmla="*/ 1694164 w 1997094"/>
                <a:gd name="connsiteY49" fmla="*/ 2546857 h 3436871"/>
                <a:gd name="connsiteX50" fmla="*/ 1621237 w 1997094"/>
                <a:gd name="connsiteY50" fmla="*/ 2451490 h 3436871"/>
                <a:gd name="connsiteX51" fmla="*/ 1694164 w 1997094"/>
                <a:gd name="connsiteY51" fmla="*/ 2328074 h 3436871"/>
                <a:gd name="connsiteX52" fmla="*/ 1514650 w 1997094"/>
                <a:gd name="connsiteY52" fmla="*/ 2030754 h 3436871"/>
                <a:gd name="connsiteX53" fmla="*/ 1531479 w 1997094"/>
                <a:gd name="connsiteY53" fmla="*/ 1610018 h 3436871"/>
                <a:gd name="connsiteX54" fmla="*/ 1301477 w 1997094"/>
                <a:gd name="connsiteY54" fmla="*/ 1615627 h 3436871"/>
                <a:gd name="connsiteX55" fmla="*/ 1323916 w 1997094"/>
                <a:gd name="connsiteY55" fmla="*/ 1486602 h 3436871"/>
                <a:gd name="connsiteX56" fmla="*/ 1262208 w 1997094"/>
                <a:gd name="connsiteY56" fmla="*/ 1301478 h 3436871"/>
                <a:gd name="connsiteX57" fmla="*/ 1301477 w 1997094"/>
                <a:gd name="connsiteY57" fmla="*/ 1228550 h 3436871"/>
                <a:gd name="connsiteX58" fmla="*/ 1234159 w 1997094"/>
                <a:gd name="connsiteY58" fmla="*/ 1043426 h 3436871"/>
                <a:gd name="connsiteX59" fmla="*/ 1250989 w 1997094"/>
                <a:gd name="connsiteY59" fmla="*/ 847083 h 3436871"/>
                <a:gd name="connsiteX60" fmla="*/ 970498 w 1997094"/>
                <a:gd name="connsiteY60" fmla="*/ 712447 h 3436871"/>
                <a:gd name="connsiteX61" fmla="*/ 1015376 w 1997094"/>
                <a:gd name="connsiteY61" fmla="*/ 622690 h 3436871"/>
                <a:gd name="connsiteX62" fmla="*/ 1150012 w 1997094"/>
                <a:gd name="connsiteY62" fmla="*/ 482445 h 3436871"/>
                <a:gd name="connsiteX63" fmla="*/ 1166841 w 1997094"/>
                <a:gd name="connsiteY63" fmla="*/ 314150 h 3436871"/>
                <a:gd name="connsiteX64" fmla="*/ 1161232 w 1997094"/>
                <a:gd name="connsiteY64" fmla="*/ 196344 h 3436871"/>
                <a:gd name="connsiteX65" fmla="*/ 1065865 w 1997094"/>
                <a:gd name="connsiteY65" fmla="*/ 117807 h 3436871"/>
                <a:gd name="connsiteX66" fmla="*/ 998547 w 1997094"/>
                <a:gd name="connsiteY66" fmla="*/ 72928 h 3436871"/>
                <a:gd name="connsiteX67" fmla="*/ 920010 w 1997094"/>
                <a:gd name="connsiteY67" fmla="*/ 0 h 3436871"/>
                <a:gd name="connsiteX0" fmla="*/ 920010 w 1997094"/>
                <a:gd name="connsiteY0" fmla="*/ 0 h 3436871"/>
                <a:gd name="connsiteX1" fmla="*/ 779764 w 1997094"/>
                <a:gd name="connsiteY1" fmla="*/ 117807 h 3436871"/>
                <a:gd name="connsiteX2" fmla="*/ 751715 w 1997094"/>
                <a:gd name="connsiteY2" fmla="*/ 224393 h 3436871"/>
                <a:gd name="connsiteX3" fmla="*/ 656348 w 1997094"/>
                <a:gd name="connsiteY3" fmla="*/ 403907 h 3436871"/>
                <a:gd name="connsiteX4" fmla="*/ 656348 w 1997094"/>
                <a:gd name="connsiteY4" fmla="*/ 460005 h 3436871"/>
                <a:gd name="connsiteX5" fmla="*/ 673178 w 1997094"/>
                <a:gd name="connsiteY5" fmla="*/ 544153 h 3436871"/>
                <a:gd name="connsiteX6" fmla="*/ 448785 w 1997094"/>
                <a:gd name="connsiteY6" fmla="*/ 656349 h 3436871"/>
                <a:gd name="connsiteX7" fmla="*/ 263661 w 1997094"/>
                <a:gd name="connsiteY7" fmla="*/ 673178 h 3436871"/>
                <a:gd name="connsiteX8" fmla="*/ 218783 w 1997094"/>
                <a:gd name="connsiteY8" fmla="*/ 948059 h 3436871"/>
                <a:gd name="connsiteX9" fmla="*/ 168294 w 1997094"/>
                <a:gd name="connsiteY9" fmla="*/ 1082695 h 3436871"/>
                <a:gd name="connsiteX10" fmla="*/ 72927 w 1997094"/>
                <a:gd name="connsiteY10" fmla="*/ 1211721 h 3436871"/>
                <a:gd name="connsiteX11" fmla="*/ 0 w 1997094"/>
                <a:gd name="connsiteY11" fmla="*/ 1346356 h 3436871"/>
                <a:gd name="connsiteX12" fmla="*/ 134635 w 1997094"/>
                <a:gd name="connsiteY12" fmla="*/ 1705384 h 3436871"/>
                <a:gd name="connsiteX13" fmla="*/ 241222 w 1997094"/>
                <a:gd name="connsiteY13" fmla="*/ 1778312 h 3436871"/>
                <a:gd name="connsiteX14" fmla="*/ 291710 w 1997094"/>
                <a:gd name="connsiteY14" fmla="*/ 1744653 h 3436871"/>
                <a:gd name="connsiteX15" fmla="*/ 336589 w 1997094"/>
                <a:gd name="connsiteY15" fmla="*/ 1800751 h 3436871"/>
                <a:gd name="connsiteX16" fmla="*/ 370248 w 1997094"/>
                <a:gd name="connsiteY16" fmla="*/ 3141497 h 3436871"/>
                <a:gd name="connsiteX17" fmla="*/ 426346 w 1997094"/>
                <a:gd name="connsiteY17" fmla="*/ 3141497 h 3436871"/>
                <a:gd name="connsiteX18" fmla="*/ 431956 w 1997094"/>
                <a:gd name="connsiteY18" fmla="*/ 2423441 h 3436871"/>
                <a:gd name="connsiteX19" fmla="*/ 482444 w 1997094"/>
                <a:gd name="connsiteY19" fmla="*/ 2434660 h 3436871"/>
                <a:gd name="connsiteX20" fmla="*/ 493664 w 1997094"/>
                <a:gd name="connsiteY20" fmla="*/ 2928324 h 3436871"/>
                <a:gd name="connsiteX21" fmla="*/ 566591 w 1997094"/>
                <a:gd name="connsiteY21" fmla="*/ 2933934 h 3436871"/>
                <a:gd name="connsiteX22" fmla="*/ 572201 w 1997094"/>
                <a:gd name="connsiteY22" fmla="*/ 2457100 h 3436871"/>
                <a:gd name="connsiteX23" fmla="*/ 964888 w 1997094"/>
                <a:gd name="connsiteY23" fmla="*/ 2462710 h 3436871"/>
                <a:gd name="connsiteX24" fmla="*/ 970498 w 1997094"/>
                <a:gd name="connsiteY24" fmla="*/ 2866616 h 3436871"/>
                <a:gd name="connsiteX25" fmla="*/ 1026596 w 1997094"/>
                <a:gd name="connsiteY25" fmla="*/ 2877836 h 3436871"/>
                <a:gd name="connsiteX26" fmla="*/ 1020986 w 1997094"/>
                <a:gd name="connsiteY26" fmla="*/ 3051740 h 3436871"/>
                <a:gd name="connsiteX27" fmla="*/ 1009767 w 1997094"/>
                <a:gd name="connsiteY27" fmla="*/ 3175156 h 3436871"/>
                <a:gd name="connsiteX28" fmla="*/ 1020986 w 1997094"/>
                <a:gd name="connsiteY28" fmla="*/ 3393939 h 3436871"/>
                <a:gd name="connsiteX29" fmla="*/ 1217330 w 1997094"/>
                <a:gd name="connsiteY29" fmla="*/ 3410768 h 3436871"/>
                <a:gd name="connsiteX30" fmla="*/ 1211720 w 1997094"/>
                <a:gd name="connsiteY30" fmla="*/ 3225645 h 3436871"/>
                <a:gd name="connsiteX31" fmla="*/ 1228549 w 1997094"/>
                <a:gd name="connsiteY31" fmla="*/ 3051741 h 3436871"/>
                <a:gd name="connsiteX32" fmla="*/ 1211720 w 1997094"/>
                <a:gd name="connsiteY32" fmla="*/ 2922714 h 3436871"/>
                <a:gd name="connsiteX33" fmla="*/ 1234159 w 1997094"/>
                <a:gd name="connsiteY33" fmla="*/ 2883446 h 3436871"/>
                <a:gd name="connsiteX34" fmla="*/ 1250988 w 1997094"/>
                <a:gd name="connsiteY34" fmla="*/ 2664663 h 3436871"/>
                <a:gd name="connsiteX35" fmla="*/ 1256599 w 1997094"/>
                <a:gd name="connsiteY35" fmla="*/ 2552467 h 3436871"/>
                <a:gd name="connsiteX36" fmla="*/ 1262209 w 1997094"/>
                <a:gd name="connsiteY36" fmla="*/ 2417831 h 3436871"/>
                <a:gd name="connsiteX37" fmla="*/ 1357574 w 1997094"/>
                <a:gd name="connsiteY37" fmla="*/ 2569297 h 3436871"/>
                <a:gd name="connsiteX38" fmla="*/ 1380014 w 1997094"/>
                <a:gd name="connsiteY38" fmla="*/ 3119058 h 3436871"/>
                <a:gd name="connsiteX39" fmla="*/ 1447332 w 1997094"/>
                <a:gd name="connsiteY39" fmla="*/ 3091009 h 3436871"/>
                <a:gd name="connsiteX40" fmla="*/ 1419283 w 1997094"/>
                <a:gd name="connsiteY40" fmla="*/ 2625394 h 3436871"/>
                <a:gd name="connsiteX41" fmla="*/ 1469772 w 1997094"/>
                <a:gd name="connsiteY41" fmla="*/ 2636614 h 3436871"/>
                <a:gd name="connsiteX42" fmla="*/ 1480991 w 1997094"/>
                <a:gd name="connsiteY42" fmla="*/ 3292962 h 3436871"/>
                <a:gd name="connsiteX43" fmla="*/ 1531479 w 1997094"/>
                <a:gd name="connsiteY43" fmla="*/ 3276133 h 3436871"/>
                <a:gd name="connsiteX44" fmla="*/ 1553919 w 1997094"/>
                <a:gd name="connsiteY44" fmla="*/ 2821738 h 3436871"/>
                <a:gd name="connsiteX45" fmla="*/ 1604407 w 1997094"/>
                <a:gd name="connsiteY45" fmla="*/ 2961983 h 3436871"/>
                <a:gd name="connsiteX46" fmla="*/ 1952216 w 1997094"/>
                <a:gd name="connsiteY46" fmla="*/ 2771249 h 3436871"/>
                <a:gd name="connsiteX47" fmla="*/ 1997094 w 1997094"/>
                <a:gd name="connsiteY47" fmla="*/ 2653443 h 3436871"/>
                <a:gd name="connsiteX48" fmla="*/ 1823190 w 1997094"/>
                <a:gd name="connsiteY48" fmla="*/ 2642224 h 3436871"/>
                <a:gd name="connsiteX49" fmla="*/ 1694164 w 1997094"/>
                <a:gd name="connsiteY49" fmla="*/ 2546857 h 3436871"/>
                <a:gd name="connsiteX50" fmla="*/ 1621237 w 1997094"/>
                <a:gd name="connsiteY50" fmla="*/ 2451490 h 3436871"/>
                <a:gd name="connsiteX51" fmla="*/ 1694164 w 1997094"/>
                <a:gd name="connsiteY51" fmla="*/ 2328074 h 3436871"/>
                <a:gd name="connsiteX52" fmla="*/ 1514650 w 1997094"/>
                <a:gd name="connsiteY52" fmla="*/ 2030754 h 3436871"/>
                <a:gd name="connsiteX53" fmla="*/ 1531479 w 1997094"/>
                <a:gd name="connsiteY53" fmla="*/ 1610018 h 3436871"/>
                <a:gd name="connsiteX54" fmla="*/ 1301477 w 1997094"/>
                <a:gd name="connsiteY54" fmla="*/ 1615627 h 3436871"/>
                <a:gd name="connsiteX55" fmla="*/ 1323916 w 1997094"/>
                <a:gd name="connsiteY55" fmla="*/ 1486602 h 3436871"/>
                <a:gd name="connsiteX56" fmla="*/ 1262208 w 1997094"/>
                <a:gd name="connsiteY56" fmla="*/ 1301478 h 3436871"/>
                <a:gd name="connsiteX57" fmla="*/ 1301477 w 1997094"/>
                <a:gd name="connsiteY57" fmla="*/ 1228550 h 3436871"/>
                <a:gd name="connsiteX58" fmla="*/ 1234159 w 1997094"/>
                <a:gd name="connsiteY58" fmla="*/ 1043426 h 3436871"/>
                <a:gd name="connsiteX59" fmla="*/ 1250989 w 1997094"/>
                <a:gd name="connsiteY59" fmla="*/ 847083 h 3436871"/>
                <a:gd name="connsiteX60" fmla="*/ 970498 w 1997094"/>
                <a:gd name="connsiteY60" fmla="*/ 712447 h 3436871"/>
                <a:gd name="connsiteX61" fmla="*/ 1015376 w 1997094"/>
                <a:gd name="connsiteY61" fmla="*/ 622690 h 3436871"/>
                <a:gd name="connsiteX62" fmla="*/ 1150012 w 1997094"/>
                <a:gd name="connsiteY62" fmla="*/ 482445 h 3436871"/>
                <a:gd name="connsiteX63" fmla="*/ 1166841 w 1997094"/>
                <a:gd name="connsiteY63" fmla="*/ 314150 h 3436871"/>
                <a:gd name="connsiteX64" fmla="*/ 1161232 w 1997094"/>
                <a:gd name="connsiteY64" fmla="*/ 196344 h 3436871"/>
                <a:gd name="connsiteX65" fmla="*/ 1065865 w 1997094"/>
                <a:gd name="connsiteY65" fmla="*/ 117807 h 3436871"/>
                <a:gd name="connsiteX66" fmla="*/ 998547 w 1997094"/>
                <a:gd name="connsiteY66" fmla="*/ 72928 h 3436871"/>
                <a:gd name="connsiteX67" fmla="*/ 920010 w 1997094"/>
                <a:gd name="connsiteY67" fmla="*/ 0 h 3436871"/>
                <a:gd name="connsiteX0" fmla="*/ 920010 w 1997094"/>
                <a:gd name="connsiteY0" fmla="*/ 0 h 3436871"/>
                <a:gd name="connsiteX1" fmla="*/ 779764 w 1997094"/>
                <a:gd name="connsiteY1" fmla="*/ 117807 h 3436871"/>
                <a:gd name="connsiteX2" fmla="*/ 751715 w 1997094"/>
                <a:gd name="connsiteY2" fmla="*/ 224393 h 3436871"/>
                <a:gd name="connsiteX3" fmla="*/ 656348 w 1997094"/>
                <a:gd name="connsiteY3" fmla="*/ 403907 h 3436871"/>
                <a:gd name="connsiteX4" fmla="*/ 656348 w 1997094"/>
                <a:gd name="connsiteY4" fmla="*/ 460005 h 3436871"/>
                <a:gd name="connsiteX5" fmla="*/ 673178 w 1997094"/>
                <a:gd name="connsiteY5" fmla="*/ 544153 h 3436871"/>
                <a:gd name="connsiteX6" fmla="*/ 448785 w 1997094"/>
                <a:gd name="connsiteY6" fmla="*/ 656349 h 3436871"/>
                <a:gd name="connsiteX7" fmla="*/ 263661 w 1997094"/>
                <a:gd name="connsiteY7" fmla="*/ 673178 h 3436871"/>
                <a:gd name="connsiteX8" fmla="*/ 218783 w 1997094"/>
                <a:gd name="connsiteY8" fmla="*/ 948059 h 3436871"/>
                <a:gd name="connsiteX9" fmla="*/ 168294 w 1997094"/>
                <a:gd name="connsiteY9" fmla="*/ 1082695 h 3436871"/>
                <a:gd name="connsiteX10" fmla="*/ 72927 w 1997094"/>
                <a:gd name="connsiteY10" fmla="*/ 1211721 h 3436871"/>
                <a:gd name="connsiteX11" fmla="*/ 0 w 1997094"/>
                <a:gd name="connsiteY11" fmla="*/ 1346356 h 3436871"/>
                <a:gd name="connsiteX12" fmla="*/ 134635 w 1997094"/>
                <a:gd name="connsiteY12" fmla="*/ 1705384 h 3436871"/>
                <a:gd name="connsiteX13" fmla="*/ 241222 w 1997094"/>
                <a:gd name="connsiteY13" fmla="*/ 1778312 h 3436871"/>
                <a:gd name="connsiteX14" fmla="*/ 291710 w 1997094"/>
                <a:gd name="connsiteY14" fmla="*/ 1744653 h 3436871"/>
                <a:gd name="connsiteX15" fmla="*/ 336589 w 1997094"/>
                <a:gd name="connsiteY15" fmla="*/ 1800751 h 3436871"/>
                <a:gd name="connsiteX16" fmla="*/ 370248 w 1997094"/>
                <a:gd name="connsiteY16" fmla="*/ 3141497 h 3436871"/>
                <a:gd name="connsiteX17" fmla="*/ 426346 w 1997094"/>
                <a:gd name="connsiteY17" fmla="*/ 3141497 h 3436871"/>
                <a:gd name="connsiteX18" fmla="*/ 431956 w 1997094"/>
                <a:gd name="connsiteY18" fmla="*/ 2423441 h 3436871"/>
                <a:gd name="connsiteX19" fmla="*/ 482444 w 1997094"/>
                <a:gd name="connsiteY19" fmla="*/ 2434660 h 3436871"/>
                <a:gd name="connsiteX20" fmla="*/ 493664 w 1997094"/>
                <a:gd name="connsiteY20" fmla="*/ 2928324 h 3436871"/>
                <a:gd name="connsiteX21" fmla="*/ 566591 w 1997094"/>
                <a:gd name="connsiteY21" fmla="*/ 2933934 h 3436871"/>
                <a:gd name="connsiteX22" fmla="*/ 572201 w 1997094"/>
                <a:gd name="connsiteY22" fmla="*/ 2457100 h 3436871"/>
                <a:gd name="connsiteX23" fmla="*/ 964888 w 1997094"/>
                <a:gd name="connsiteY23" fmla="*/ 2462710 h 3436871"/>
                <a:gd name="connsiteX24" fmla="*/ 970498 w 1997094"/>
                <a:gd name="connsiteY24" fmla="*/ 2866616 h 3436871"/>
                <a:gd name="connsiteX25" fmla="*/ 1026596 w 1997094"/>
                <a:gd name="connsiteY25" fmla="*/ 2877836 h 3436871"/>
                <a:gd name="connsiteX26" fmla="*/ 1020986 w 1997094"/>
                <a:gd name="connsiteY26" fmla="*/ 3051740 h 3436871"/>
                <a:gd name="connsiteX27" fmla="*/ 1009767 w 1997094"/>
                <a:gd name="connsiteY27" fmla="*/ 3175156 h 3436871"/>
                <a:gd name="connsiteX28" fmla="*/ 1020986 w 1997094"/>
                <a:gd name="connsiteY28" fmla="*/ 3393939 h 3436871"/>
                <a:gd name="connsiteX29" fmla="*/ 1217330 w 1997094"/>
                <a:gd name="connsiteY29" fmla="*/ 3410768 h 3436871"/>
                <a:gd name="connsiteX30" fmla="*/ 1211720 w 1997094"/>
                <a:gd name="connsiteY30" fmla="*/ 3225645 h 3436871"/>
                <a:gd name="connsiteX31" fmla="*/ 1228549 w 1997094"/>
                <a:gd name="connsiteY31" fmla="*/ 3051741 h 3436871"/>
                <a:gd name="connsiteX32" fmla="*/ 1211720 w 1997094"/>
                <a:gd name="connsiteY32" fmla="*/ 2922714 h 3436871"/>
                <a:gd name="connsiteX33" fmla="*/ 1234159 w 1997094"/>
                <a:gd name="connsiteY33" fmla="*/ 2883446 h 3436871"/>
                <a:gd name="connsiteX34" fmla="*/ 1250988 w 1997094"/>
                <a:gd name="connsiteY34" fmla="*/ 2664663 h 3436871"/>
                <a:gd name="connsiteX35" fmla="*/ 1256599 w 1997094"/>
                <a:gd name="connsiteY35" fmla="*/ 2552467 h 3436871"/>
                <a:gd name="connsiteX36" fmla="*/ 1262209 w 1997094"/>
                <a:gd name="connsiteY36" fmla="*/ 2417831 h 3436871"/>
                <a:gd name="connsiteX37" fmla="*/ 1357574 w 1997094"/>
                <a:gd name="connsiteY37" fmla="*/ 2569297 h 3436871"/>
                <a:gd name="connsiteX38" fmla="*/ 1374404 w 1997094"/>
                <a:gd name="connsiteY38" fmla="*/ 3034911 h 3436871"/>
                <a:gd name="connsiteX39" fmla="*/ 1447332 w 1997094"/>
                <a:gd name="connsiteY39" fmla="*/ 3091009 h 3436871"/>
                <a:gd name="connsiteX40" fmla="*/ 1419283 w 1997094"/>
                <a:gd name="connsiteY40" fmla="*/ 2625394 h 3436871"/>
                <a:gd name="connsiteX41" fmla="*/ 1469772 w 1997094"/>
                <a:gd name="connsiteY41" fmla="*/ 2636614 h 3436871"/>
                <a:gd name="connsiteX42" fmla="*/ 1480991 w 1997094"/>
                <a:gd name="connsiteY42" fmla="*/ 3292962 h 3436871"/>
                <a:gd name="connsiteX43" fmla="*/ 1531479 w 1997094"/>
                <a:gd name="connsiteY43" fmla="*/ 3276133 h 3436871"/>
                <a:gd name="connsiteX44" fmla="*/ 1553919 w 1997094"/>
                <a:gd name="connsiteY44" fmla="*/ 2821738 h 3436871"/>
                <a:gd name="connsiteX45" fmla="*/ 1604407 w 1997094"/>
                <a:gd name="connsiteY45" fmla="*/ 2961983 h 3436871"/>
                <a:gd name="connsiteX46" fmla="*/ 1952216 w 1997094"/>
                <a:gd name="connsiteY46" fmla="*/ 2771249 h 3436871"/>
                <a:gd name="connsiteX47" fmla="*/ 1997094 w 1997094"/>
                <a:gd name="connsiteY47" fmla="*/ 2653443 h 3436871"/>
                <a:gd name="connsiteX48" fmla="*/ 1823190 w 1997094"/>
                <a:gd name="connsiteY48" fmla="*/ 2642224 h 3436871"/>
                <a:gd name="connsiteX49" fmla="*/ 1694164 w 1997094"/>
                <a:gd name="connsiteY49" fmla="*/ 2546857 h 3436871"/>
                <a:gd name="connsiteX50" fmla="*/ 1621237 w 1997094"/>
                <a:gd name="connsiteY50" fmla="*/ 2451490 h 3436871"/>
                <a:gd name="connsiteX51" fmla="*/ 1694164 w 1997094"/>
                <a:gd name="connsiteY51" fmla="*/ 2328074 h 3436871"/>
                <a:gd name="connsiteX52" fmla="*/ 1514650 w 1997094"/>
                <a:gd name="connsiteY52" fmla="*/ 2030754 h 3436871"/>
                <a:gd name="connsiteX53" fmla="*/ 1531479 w 1997094"/>
                <a:gd name="connsiteY53" fmla="*/ 1610018 h 3436871"/>
                <a:gd name="connsiteX54" fmla="*/ 1301477 w 1997094"/>
                <a:gd name="connsiteY54" fmla="*/ 1615627 h 3436871"/>
                <a:gd name="connsiteX55" fmla="*/ 1323916 w 1997094"/>
                <a:gd name="connsiteY55" fmla="*/ 1486602 h 3436871"/>
                <a:gd name="connsiteX56" fmla="*/ 1262208 w 1997094"/>
                <a:gd name="connsiteY56" fmla="*/ 1301478 h 3436871"/>
                <a:gd name="connsiteX57" fmla="*/ 1301477 w 1997094"/>
                <a:gd name="connsiteY57" fmla="*/ 1228550 h 3436871"/>
                <a:gd name="connsiteX58" fmla="*/ 1234159 w 1997094"/>
                <a:gd name="connsiteY58" fmla="*/ 1043426 h 3436871"/>
                <a:gd name="connsiteX59" fmla="*/ 1250989 w 1997094"/>
                <a:gd name="connsiteY59" fmla="*/ 847083 h 3436871"/>
                <a:gd name="connsiteX60" fmla="*/ 970498 w 1997094"/>
                <a:gd name="connsiteY60" fmla="*/ 712447 h 3436871"/>
                <a:gd name="connsiteX61" fmla="*/ 1015376 w 1997094"/>
                <a:gd name="connsiteY61" fmla="*/ 622690 h 3436871"/>
                <a:gd name="connsiteX62" fmla="*/ 1150012 w 1997094"/>
                <a:gd name="connsiteY62" fmla="*/ 482445 h 3436871"/>
                <a:gd name="connsiteX63" fmla="*/ 1166841 w 1997094"/>
                <a:gd name="connsiteY63" fmla="*/ 314150 h 3436871"/>
                <a:gd name="connsiteX64" fmla="*/ 1161232 w 1997094"/>
                <a:gd name="connsiteY64" fmla="*/ 196344 h 3436871"/>
                <a:gd name="connsiteX65" fmla="*/ 1065865 w 1997094"/>
                <a:gd name="connsiteY65" fmla="*/ 117807 h 3436871"/>
                <a:gd name="connsiteX66" fmla="*/ 998547 w 1997094"/>
                <a:gd name="connsiteY66" fmla="*/ 72928 h 3436871"/>
                <a:gd name="connsiteX67" fmla="*/ 920010 w 1997094"/>
                <a:gd name="connsiteY67" fmla="*/ 0 h 3436871"/>
                <a:gd name="connsiteX0" fmla="*/ 920010 w 1997094"/>
                <a:gd name="connsiteY0" fmla="*/ 0 h 3436871"/>
                <a:gd name="connsiteX1" fmla="*/ 779764 w 1997094"/>
                <a:gd name="connsiteY1" fmla="*/ 117807 h 3436871"/>
                <a:gd name="connsiteX2" fmla="*/ 751715 w 1997094"/>
                <a:gd name="connsiteY2" fmla="*/ 224393 h 3436871"/>
                <a:gd name="connsiteX3" fmla="*/ 656348 w 1997094"/>
                <a:gd name="connsiteY3" fmla="*/ 403907 h 3436871"/>
                <a:gd name="connsiteX4" fmla="*/ 656348 w 1997094"/>
                <a:gd name="connsiteY4" fmla="*/ 460005 h 3436871"/>
                <a:gd name="connsiteX5" fmla="*/ 673178 w 1997094"/>
                <a:gd name="connsiteY5" fmla="*/ 544153 h 3436871"/>
                <a:gd name="connsiteX6" fmla="*/ 448785 w 1997094"/>
                <a:gd name="connsiteY6" fmla="*/ 656349 h 3436871"/>
                <a:gd name="connsiteX7" fmla="*/ 263661 w 1997094"/>
                <a:gd name="connsiteY7" fmla="*/ 673178 h 3436871"/>
                <a:gd name="connsiteX8" fmla="*/ 218783 w 1997094"/>
                <a:gd name="connsiteY8" fmla="*/ 948059 h 3436871"/>
                <a:gd name="connsiteX9" fmla="*/ 168294 w 1997094"/>
                <a:gd name="connsiteY9" fmla="*/ 1082695 h 3436871"/>
                <a:gd name="connsiteX10" fmla="*/ 72927 w 1997094"/>
                <a:gd name="connsiteY10" fmla="*/ 1211721 h 3436871"/>
                <a:gd name="connsiteX11" fmla="*/ 0 w 1997094"/>
                <a:gd name="connsiteY11" fmla="*/ 1346356 h 3436871"/>
                <a:gd name="connsiteX12" fmla="*/ 134635 w 1997094"/>
                <a:gd name="connsiteY12" fmla="*/ 1705384 h 3436871"/>
                <a:gd name="connsiteX13" fmla="*/ 241222 w 1997094"/>
                <a:gd name="connsiteY13" fmla="*/ 1778312 h 3436871"/>
                <a:gd name="connsiteX14" fmla="*/ 291710 w 1997094"/>
                <a:gd name="connsiteY14" fmla="*/ 1744653 h 3436871"/>
                <a:gd name="connsiteX15" fmla="*/ 336589 w 1997094"/>
                <a:gd name="connsiteY15" fmla="*/ 1800751 h 3436871"/>
                <a:gd name="connsiteX16" fmla="*/ 370248 w 1997094"/>
                <a:gd name="connsiteY16" fmla="*/ 3141497 h 3436871"/>
                <a:gd name="connsiteX17" fmla="*/ 426346 w 1997094"/>
                <a:gd name="connsiteY17" fmla="*/ 3141497 h 3436871"/>
                <a:gd name="connsiteX18" fmla="*/ 431956 w 1997094"/>
                <a:gd name="connsiteY18" fmla="*/ 2423441 h 3436871"/>
                <a:gd name="connsiteX19" fmla="*/ 482444 w 1997094"/>
                <a:gd name="connsiteY19" fmla="*/ 2434660 h 3436871"/>
                <a:gd name="connsiteX20" fmla="*/ 493664 w 1997094"/>
                <a:gd name="connsiteY20" fmla="*/ 2928324 h 3436871"/>
                <a:gd name="connsiteX21" fmla="*/ 566591 w 1997094"/>
                <a:gd name="connsiteY21" fmla="*/ 2933934 h 3436871"/>
                <a:gd name="connsiteX22" fmla="*/ 572201 w 1997094"/>
                <a:gd name="connsiteY22" fmla="*/ 2457100 h 3436871"/>
                <a:gd name="connsiteX23" fmla="*/ 964888 w 1997094"/>
                <a:gd name="connsiteY23" fmla="*/ 2462710 h 3436871"/>
                <a:gd name="connsiteX24" fmla="*/ 970498 w 1997094"/>
                <a:gd name="connsiteY24" fmla="*/ 2866616 h 3436871"/>
                <a:gd name="connsiteX25" fmla="*/ 1026596 w 1997094"/>
                <a:gd name="connsiteY25" fmla="*/ 2877836 h 3436871"/>
                <a:gd name="connsiteX26" fmla="*/ 1020986 w 1997094"/>
                <a:gd name="connsiteY26" fmla="*/ 3051740 h 3436871"/>
                <a:gd name="connsiteX27" fmla="*/ 1009767 w 1997094"/>
                <a:gd name="connsiteY27" fmla="*/ 3175156 h 3436871"/>
                <a:gd name="connsiteX28" fmla="*/ 1020986 w 1997094"/>
                <a:gd name="connsiteY28" fmla="*/ 3393939 h 3436871"/>
                <a:gd name="connsiteX29" fmla="*/ 1217330 w 1997094"/>
                <a:gd name="connsiteY29" fmla="*/ 3410768 h 3436871"/>
                <a:gd name="connsiteX30" fmla="*/ 1211720 w 1997094"/>
                <a:gd name="connsiteY30" fmla="*/ 3225645 h 3436871"/>
                <a:gd name="connsiteX31" fmla="*/ 1228549 w 1997094"/>
                <a:gd name="connsiteY31" fmla="*/ 3051741 h 3436871"/>
                <a:gd name="connsiteX32" fmla="*/ 1211720 w 1997094"/>
                <a:gd name="connsiteY32" fmla="*/ 2922714 h 3436871"/>
                <a:gd name="connsiteX33" fmla="*/ 1234159 w 1997094"/>
                <a:gd name="connsiteY33" fmla="*/ 2883446 h 3436871"/>
                <a:gd name="connsiteX34" fmla="*/ 1250988 w 1997094"/>
                <a:gd name="connsiteY34" fmla="*/ 2664663 h 3436871"/>
                <a:gd name="connsiteX35" fmla="*/ 1256599 w 1997094"/>
                <a:gd name="connsiteY35" fmla="*/ 2552467 h 3436871"/>
                <a:gd name="connsiteX36" fmla="*/ 1262209 w 1997094"/>
                <a:gd name="connsiteY36" fmla="*/ 2417831 h 3436871"/>
                <a:gd name="connsiteX37" fmla="*/ 1357574 w 1997094"/>
                <a:gd name="connsiteY37" fmla="*/ 2569297 h 3436871"/>
                <a:gd name="connsiteX38" fmla="*/ 1374404 w 1997094"/>
                <a:gd name="connsiteY38" fmla="*/ 3034911 h 3436871"/>
                <a:gd name="connsiteX39" fmla="*/ 1413673 w 1997094"/>
                <a:gd name="connsiteY39" fmla="*/ 3113448 h 3436871"/>
                <a:gd name="connsiteX40" fmla="*/ 1419283 w 1997094"/>
                <a:gd name="connsiteY40" fmla="*/ 2625394 h 3436871"/>
                <a:gd name="connsiteX41" fmla="*/ 1469772 w 1997094"/>
                <a:gd name="connsiteY41" fmla="*/ 2636614 h 3436871"/>
                <a:gd name="connsiteX42" fmla="*/ 1480991 w 1997094"/>
                <a:gd name="connsiteY42" fmla="*/ 3292962 h 3436871"/>
                <a:gd name="connsiteX43" fmla="*/ 1531479 w 1997094"/>
                <a:gd name="connsiteY43" fmla="*/ 3276133 h 3436871"/>
                <a:gd name="connsiteX44" fmla="*/ 1553919 w 1997094"/>
                <a:gd name="connsiteY44" fmla="*/ 2821738 h 3436871"/>
                <a:gd name="connsiteX45" fmla="*/ 1604407 w 1997094"/>
                <a:gd name="connsiteY45" fmla="*/ 2961983 h 3436871"/>
                <a:gd name="connsiteX46" fmla="*/ 1952216 w 1997094"/>
                <a:gd name="connsiteY46" fmla="*/ 2771249 h 3436871"/>
                <a:gd name="connsiteX47" fmla="*/ 1997094 w 1997094"/>
                <a:gd name="connsiteY47" fmla="*/ 2653443 h 3436871"/>
                <a:gd name="connsiteX48" fmla="*/ 1823190 w 1997094"/>
                <a:gd name="connsiteY48" fmla="*/ 2642224 h 3436871"/>
                <a:gd name="connsiteX49" fmla="*/ 1694164 w 1997094"/>
                <a:gd name="connsiteY49" fmla="*/ 2546857 h 3436871"/>
                <a:gd name="connsiteX50" fmla="*/ 1621237 w 1997094"/>
                <a:gd name="connsiteY50" fmla="*/ 2451490 h 3436871"/>
                <a:gd name="connsiteX51" fmla="*/ 1694164 w 1997094"/>
                <a:gd name="connsiteY51" fmla="*/ 2328074 h 3436871"/>
                <a:gd name="connsiteX52" fmla="*/ 1514650 w 1997094"/>
                <a:gd name="connsiteY52" fmla="*/ 2030754 h 3436871"/>
                <a:gd name="connsiteX53" fmla="*/ 1531479 w 1997094"/>
                <a:gd name="connsiteY53" fmla="*/ 1610018 h 3436871"/>
                <a:gd name="connsiteX54" fmla="*/ 1301477 w 1997094"/>
                <a:gd name="connsiteY54" fmla="*/ 1615627 h 3436871"/>
                <a:gd name="connsiteX55" fmla="*/ 1323916 w 1997094"/>
                <a:gd name="connsiteY55" fmla="*/ 1486602 h 3436871"/>
                <a:gd name="connsiteX56" fmla="*/ 1262208 w 1997094"/>
                <a:gd name="connsiteY56" fmla="*/ 1301478 h 3436871"/>
                <a:gd name="connsiteX57" fmla="*/ 1301477 w 1997094"/>
                <a:gd name="connsiteY57" fmla="*/ 1228550 h 3436871"/>
                <a:gd name="connsiteX58" fmla="*/ 1234159 w 1997094"/>
                <a:gd name="connsiteY58" fmla="*/ 1043426 h 3436871"/>
                <a:gd name="connsiteX59" fmla="*/ 1250989 w 1997094"/>
                <a:gd name="connsiteY59" fmla="*/ 847083 h 3436871"/>
                <a:gd name="connsiteX60" fmla="*/ 970498 w 1997094"/>
                <a:gd name="connsiteY60" fmla="*/ 712447 h 3436871"/>
                <a:gd name="connsiteX61" fmla="*/ 1015376 w 1997094"/>
                <a:gd name="connsiteY61" fmla="*/ 622690 h 3436871"/>
                <a:gd name="connsiteX62" fmla="*/ 1150012 w 1997094"/>
                <a:gd name="connsiteY62" fmla="*/ 482445 h 3436871"/>
                <a:gd name="connsiteX63" fmla="*/ 1166841 w 1997094"/>
                <a:gd name="connsiteY63" fmla="*/ 314150 h 3436871"/>
                <a:gd name="connsiteX64" fmla="*/ 1161232 w 1997094"/>
                <a:gd name="connsiteY64" fmla="*/ 196344 h 3436871"/>
                <a:gd name="connsiteX65" fmla="*/ 1065865 w 1997094"/>
                <a:gd name="connsiteY65" fmla="*/ 117807 h 3436871"/>
                <a:gd name="connsiteX66" fmla="*/ 998547 w 1997094"/>
                <a:gd name="connsiteY66" fmla="*/ 72928 h 3436871"/>
                <a:gd name="connsiteX67" fmla="*/ 920010 w 1997094"/>
                <a:gd name="connsiteY67" fmla="*/ 0 h 3436871"/>
                <a:gd name="connsiteX0" fmla="*/ 920010 w 1997094"/>
                <a:gd name="connsiteY0" fmla="*/ 0 h 3436871"/>
                <a:gd name="connsiteX1" fmla="*/ 779764 w 1997094"/>
                <a:gd name="connsiteY1" fmla="*/ 117807 h 3436871"/>
                <a:gd name="connsiteX2" fmla="*/ 751715 w 1997094"/>
                <a:gd name="connsiteY2" fmla="*/ 224393 h 3436871"/>
                <a:gd name="connsiteX3" fmla="*/ 656348 w 1997094"/>
                <a:gd name="connsiteY3" fmla="*/ 403907 h 3436871"/>
                <a:gd name="connsiteX4" fmla="*/ 656348 w 1997094"/>
                <a:gd name="connsiteY4" fmla="*/ 460005 h 3436871"/>
                <a:gd name="connsiteX5" fmla="*/ 673178 w 1997094"/>
                <a:gd name="connsiteY5" fmla="*/ 544153 h 3436871"/>
                <a:gd name="connsiteX6" fmla="*/ 448785 w 1997094"/>
                <a:gd name="connsiteY6" fmla="*/ 656349 h 3436871"/>
                <a:gd name="connsiteX7" fmla="*/ 263661 w 1997094"/>
                <a:gd name="connsiteY7" fmla="*/ 673178 h 3436871"/>
                <a:gd name="connsiteX8" fmla="*/ 218783 w 1997094"/>
                <a:gd name="connsiteY8" fmla="*/ 948059 h 3436871"/>
                <a:gd name="connsiteX9" fmla="*/ 168294 w 1997094"/>
                <a:gd name="connsiteY9" fmla="*/ 1082695 h 3436871"/>
                <a:gd name="connsiteX10" fmla="*/ 72927 w 1997094"/>
                <a:gd name="connsiteY10" fmla="*/ 1211721 h 3436871"/>
                <a:gd name="connsiteX11" fmla="*/ 0 w 1997094"/>
                <a:gd name="connsiteY11" fmla="*/ 1346356 h 3436871"/>
                <a:gd name="connsiteX12" fmla="*/ 134635 w 1997094"/>
                <a:gd name="connsiteY12" fmla="*/ 1705384 h 3436871"/>
                <a:gd name="connsiteX13" fmla="*/ 241222 w 1997094"/>
                <a:gd name="connsiteY13" fmla="*/ 1778312 h 3436871"/>
                <a:gd name="connsiteX14" fmla="*/ 291710 w 1997094"/>
                <a:gd name="connsiteY14" fmla="*/ 1744653 h 3436871"/>
                <a:gd name="connsiteX15" fmla="*/ 336589 w 1997094"/>
                <a:gd name="connsiteY15" fmla="*/ 1800751 h 3436871"/>
                <a:gd name="connsiteX16" fmla="*/ 370248 w 1997094"/>
                <a:gd name="connsiteY16" fmla="*/ 3141497 h 3436871"/>
                <a:gd name="connsiteX17" fmla="*/ 426346 w 1997094"/>
                <a:gd name="connsiteY17" fmla="*/ 3141497 h 3436871"/>
                <a:gd name="connsiteX18" fmla="*/ 431956 w 1997094"/>
                <a:gd name="connsiteY18" fmla="*/ 2423441 h 3436871"/>
                <a:gd name="connsiteX19" fmla="*/ 482444 w 1997094"/>
                <a:gd name="connsiteY19" fmla="*/ 2434660 h 3436871"/>
                <a:gd name="connsiteX20" fmla="*/ 493664 w 1997094"/>
                <a:gd name="connsiteY20" fmla="*/ 2928324 h 3436871"/>
                <a:gd name="connsiteX21" fmla="*/ 566591 w 1997094"/>
                <a:gd name="connsiteY21" fmla="*/ 2933934 h 3436871"/>
                <a:gd name="connsiteX22" fmla="*/ 572201 w 1997094"/>
                <a:gd name="connsiteY22" fmla="*/ 2457100 h 3436871"/>
                <a:gd name="connsiteX23" fmla="*/ 964888 w 1997094"/>
                <a:gd name="connsiteY23" fmla="*/ 2462710 h 3436871"/>
                <a:gd name="connsiteX24" fmla="*/ 970498 w 1997094"/>
                <a:gd name="connsiteY24" fmla="*/ 2866616 h 3436871"/>
                <a:gd name="connsiteX25" fmla="*/ 1026596 w 1997094"/>
                <a:gd name="connsiteY25" fmla="*/ 2877836 h 3436871"/>
                <a:gd name="connsiteX26" fmla="*/ 1020986 w 1997094"/>
                <a:gd name="connsiteY26" fmla="*/ 3051740 h 3436871"/>
                <a:gd name="connsiteX27" fmla="*/ 1009767 w 1997094"/>
                <a:gd name="connsiteY27" fmla="*/ 3175156 h 3436871"/>
                <a:gd name="connsiteX28" fmla="*/ 1020986 w 1997094"/>
                <a:gd name="connsiteY28" fmla="*/ 3393939 h 3436871"/>
                <a:gd name="connsiteX29" fmla="*/ 1217330 w 1997094"/>
                <a:gd name="connsiteY29" fmla="*/ 3410768 h 3436871"/>
                <a:gd name="connsiteX30" fmla="*/ 1211720 w 1997094"/>
                <a:gd name="connsiteY30" fmla="*/ 3225645 h 3436871"/>
                <a:gd name="connsiteX31" fmla="*/ 1228549 w 1997094"/>
                <a:gd name="connsiteY31" fmla="*/ 3051741 h 3436871"/>
                <a:gd name="connsiteX32" fmla="*/ 1211720 w 1997094"/>
                <a:gd name="connsiteY32" fmla="*/ 2922714 h 3436871"/>
                <a:gd name="connsiteX33" fmla="*/ 1234159 w 1997094"/>
                <a:gd name="connsiteY33" fmla="*/ 2883446 h 3436871"/>
                <a:gd name="connsiteX34" fmla="*/ 1250988 w 1997094"/>
                <a:gd name="connsiteY34" fmla="*/ 2664663 h 3436871"/>
                <a:gd name="connsiteX35" fmla="*/ 1256599 w 1997094"/>
                <a:gd name="connsiteY35" fmla="*/ 2552467 h 3436871"/>
                <a:gd name="connsiteX36" fmla="*/ 1262209 w 1997094"/>
                <a:gd name="connsiteY36" fmla="*/ 2417831 h 3436871"/>
                <a:gd name="connsiteX37" fmla="*/ 1357574 w 1997094"/>
                <a:gd name="connsiteY37" fmla="*/ 2569297 h 3436871"/>
                <a:gd name="connsiteX38" fmla="*/ 1368794 w 1997094"/>
                <a:gd name="connsiteY38" fmla="*/ 3107839 h 3436871"/>
                <a:gd name="connsiteX39" fmla="*/ 1413673 w 1997094"/>
                <a:gd name="connsiteY39" fmla="*/ 3113448 h 3436871"/>
                <a:gd name="connsiteX40" fmla="*/ 1419283 w 1997094"/>
                <a:gd name="connsiteY40" fmla="*/ 2625394 h 3436871"/>
                <a:gd name="connsiteX41" fmla="*/ 1469772 w 1997094"/>
                <a:gd name="connsiteY41" fmla="*/ 2636614 h 3436871"/>
                <a:gd name="connsiteX42" fmla="*/ 1480991 w 1997094"/>
                <a:gd name="connsiteY42" fmla="*/ 3292962 h 3436871"/>
                <a:gd name="connsiteX43" fmla="*/ 1531479 w 1997094"/>
                <a:gd name="connsiteY43" fmla="*/ 3276133 h 3436871"/>
                <a:gd name="connsiteX44" fmla="*/ 1553919 w 1997094"/>
                <a:gd name="connsiteY44" fmla="*/ 2821738 h 3436871"/>
                <a:gd name="connsiteX45" fmla="*/ 1604407 w 1997094"/>
                <a:gd name="connsiteY45" fmla="*/ 2961983 h 3436871"/>
                <a:gd name="connsiteX46" fmla="*/ 1952216 w 1997094"/>
                <a:gd name="connsiteY46" fmla="*/ 2771249 h 3436871"/>
                <a:gd name="connsiteX47" fmla="*/ 1997094 w 1997094"/>
                <a:gd name="connsiteY47" fmla="*/ 2653443 h 3436871"/>
                <a:gd name="connsiteX48" fmla="*/ 1823190 w 1997094"/>
                <a:gd name="connsiteY48" fmla="*/ 2642224 h 3436871"/>
                <a:gd name="connsiteX49" fmla="*/ 1694164 w 1997094"/>
                <a:gd name="connsiteY49" fmla="*/ 2546857 h 3436871"/>
                <a:gd name="connsiteX50" fmla="*/ 1621237 w 1997094"/>
                <a:gd name="connsiteY50" fmla="*/ 2451490 h 3436871"/>
                <a:gd name="connsiteX51" fmla="*/ 1694164 w 1997094"/>
                <a:gd name="connsiteY51" fmla="*/ 2328074 h 3436871"/>
                <a:gd name="connsiteX52" fmla="*/ 1514650 w 1997094"/>
                <a:gd name="connsiteY52" fmla="*/ 2030754 h 3436871"/>
                <a:gd name="connsiteX53" fmla="*/ 1531479 w 1997094"/>
                <a:gd name="connsiteY53" fmla="*/ 1610018 h 3436871"/>
                <a:gd name="connsiteX54" fmla="*/ 1301477 w 1997094"/>
                <a:gd name="connsiteY54" fmla="*/ 1615627 h 3436871"/>
                <a:gd name="connsiteX55" fmla="*/ 1323916 w 1997094"/>
                <a:gd name="connsiteY55" fmla="*/ 1486602 h 3436871"/>
                <a:gd name="connsiteX56" fmla="*/ 1262208 w 1997094"/>
                <a:gd name="connsiteY56" fmla="*/ 1301478 h 3436871"/>
                <a:gd name="connsiteX57" fmla="*/ 1301477 w 1997094"/>
                <a:gd name="connsiteY57" fmla="*/ 1228550 h 3436871"/>
                <a:gd name="connsiteX58" fmla="*/ 1234159 w 1997094"/>
                <a:gd name="connsiteY58" fmla="*/ 1043426 h 3436871"/>
                <a:gd name="connsiteX59" fmla="*/ 1250989 w 1997094"/>
                <a:gd name="connsiteY59" fmla="*/ 847083 h 3436871"/>
                <a:gd name="connsiteX60" fmla="*/ 970498 w 1997094"/>
                <a:gd name="connsiteY60" fmla="*/ 712447 h 3436871"/>
                <a:gd name="connsiteX61" fmla="*/ 1015376 w 1997094"/>
                <a:gd name="connsiteY61" fmla="*/ 622690 h 3436871"/>
                <a:gd name="connsiteX62" fmla="*/ 1150012 w 1997094"/>
                <a:gd name="connsiteY62" fmla="*/ 482445 h 3436871"/>
                <a:gd name="connsiteX63" fmla="*/ 1166841 w 1997094"/>
                <a:gd name="connsiteY63" fmla="*/ 314150 h 3436871"/>
                <a:gd name="connsiteX64" fmla="*/ 1161232 w 1997094"/>
                <a:gd name="connsiteY64" fmla="*/ 196344 h 3436871"/>
                <a:gd name="connsiteX65" fmla="*/ 1065865 w 1997094"/>
                <a:gd name="connsiteY65" fmla="*/ 117807 h 3436871"/>
                <a:gd name="connsiteX66" fmla="*/ 998547 w 1997094"/>
                <a:gd name="connsiteY66" fmla="*/ 72928 h 3436871"/>
                <a:gd name="connsiteX67" fmla="*/ 920010 w 1997094"/>
                <a:gd name="connsiteY67" fmla="*/ 0 h 3436871"/>
                <a:gd name="connsiteX0" fmla="*/ 920010 w 1997094"/>
                <a:gd name="connsiteY0" fmla="*/ 0 h 3436871"/>
                <a:gd name="connsiteX1" fmla="*/ 779764 w 1997094"/>
                <a:gd name="connsiteY1" fmla="*/ 117807 h 3436871"/>
                <a:gd name="connsiteX2" fmla="*/ 751715 w 1997094"/>
                <a:gd name="connsiteY2" fmla="*/ 224393 h 3436871"/>
                <a:gd name="connsiteX3" fmla="*/ 656348 w 1997094"/>
                <a:gd name="connsiteY3" fmla="*/ 403907 h 3436871"/>
                <a:gd name="connsiteX4" fmla="*/ 656348 w 1997094"/>
                <a:gd name="connsiteY4" fmla="*/ 460005 h 3436871"/>
                <a:gd name="connsiteX5" fmla="*/ 673178 w 1997094"/>
                <a:gd name="connsiteY5" fmla="*/ 544153 h 3436871"/>
                <a:gd name="connsiteX6" fmla="*/ 448785 w 1997094"/>
                <a:gd name="connsiteY6" fmla="*/ 656349 h 3436871"/>
                <a:gd name="connsiteX7" fmla="*/ 263661 w 1997094"/>
                <a:gd name="connsiteY7" fmla="*/ 673178 h 3436871"/>
                <a:gd name="connsiteX8" fmla="*/ 218783 w 1997094"/>
                <a:gd name="connsiteY8" fmla="*/ 948059 h 3436871"/>
                <a:gd name="connsiteX9" fmla="*/ 168294 w 1997094"/>
                <a:gd name="connsiteY9" fmla="*/ 1082695 h 3436871"/>
                <a:gd name="connsiteX10" fmla="*/ 72927 w 1997094"/>
                <a:gd name="connsiteY10" fmla="*/ 1211721 h 3436871"/>
                <a:gd name="connsiteX11" fmla="*/ 0 w 1997094"/>
                <a:gd name="connsiteY11" fmla="*/ 1346356 h 3436871"/>
                <a:gd name="connsiteX12" fmla="*/ 134635 w 1997094"/>
                <a:gd name="connsiteY12" fmla="*/ 1705384 h 3436871"/>
                <a:gd name="connsiteX13" fmla="*/ 241222 w 1997094"/>
                <a:gd name="connsiteY13" fmla="*/ 1778312 h 3436871"/>
                <a:gd name="connsiteX14" fmla="*/ 291710 w 1997094"/>
                <a:gd name="connsiteY14" fmla="*/ 1744653 h 3436871"/>
                <a:gd name="connsiteX15" fmla="*/ 336589 w 1997094"/>
                <a:gd name="connsiteY15" fmla="*/ 1800751 h 3436871"/>
                <a:gd name="connsiteX16" fmla="*/ 370248 w 1997094"/>
                <a:gd name="connsiteY16" fmla="*/ 3141497 h 3436871"/>
                <a:gd name="connsiteX17" fmla="*/ 426346 w 1997094"/>
                <a:gd name="connsiteY17" fmla="*/ 3141497 h 3436871"/>
                <a:gd name="connsiteX18" fmla="*/ 431956 w 1997094"/>
                <a:gd name="connsiteY18" fmla="*/ 2423441 h 3436871"/>
                <a:gd name="connsiteX19" fmla="*/ 482444 w 1997094"/>
                <a:gd name="connsiteY19" fmla="*/ 2434660 h 3436871"/>
                <a:gd name="connsiteX20" fmla="*/ 493664 w 1997094"/>
                <a:gd name="connsiteY20" fmla="*/ 2928324 h 3436871"/>
                <a:gd name="connsiteX21" fmla="*/ 583421 w 1997094"/>
                <a:gd name="connsiteY21" fmla="*/ 3124668 h 3436871"/>
                <a:gd name="connsiteX22" fmla="*/ 572201 w 1997094"/>
                <a:gd name="connsiteY22" fmla="*/ 2457100 h 3436871"/>
                <a:gd name="connsiteX23" fmla="*/ 964888 w 1997094"/>
                <a:gd name="connsiteY23" fmla="*/ 2462710 h 3436871"/>
                <a:gd name="connsiteX24" fmla="*/ 970498 w 1997094"/>
                <a:gd name="connsiteY24" fmla="*/ 2866616 h 3436871"/>
                <a:gd name="connsiteX25" fmla="*/ 1026596 w 1997094"/>
                <a:gd name="connsiteY25" fmla="*/ 2877836 h 3436871"/>
                <a:gd name="connsiteX26" fmla="*/ 1020986 w 1997094"/>
                <a:gd name="connsiteY26" fmla="*/ 3051740 h 3436871"/>
                <a:gd name="connsiteX27" fmla="*/ 1009767 w 1997094"/>
                <a:gd name="connsiteY27" fmla="*/ 3175156 h 3436871"/>
                <a:gd name="connsiteX28" fmla="*/ 1020986 w 1997094"/>
                <a:gd name="connsiteY28" fmla="*/ 3393939 h 3436871"/>
                <a:gd name="connsiteX29" fmla="*/ 1217330 w 1997094"/>
                <a:gd name="connsiteY29" fmla="*/ 3410768 h 3436871"/>
                <a:gd name="connsiteX30" fmla="*/ 1211720 w 1997094"/>
                <a:gd name="connsiteY30" fmla="*/ 3225645 h 3436871"/>
                <a:gd name="connsiteX31" fmla="*/ 1228549 w 1997094"/>
                <a:gd name="connsiteY31" fmla="*/ 3051741 h 3436871"/>
                <a:gd name="connsiteX32" fmla="*/ 1211720 w 1997094"/>
                <a:gd name="connsiteY32" fmla="*/ 2922714 h 3436871"/>
                <a:gd name="connsiteX33" fmla="*/ 1234159 w 1997094"/>
                <a:gd name="connsiteY33" fmla="*/ 2883446 h 3436871"/>
                <a:gd name="connsiteX34" fmla="*/ 1250988 w 1997094"/>
                <a:gd name="connsiteY34" fmla="*/ 2664663 h 3436871"/>
                <a:gd name="connsiteX35" fmla="*/ 1256599 w 1997094"/>
                <a:gd name="connsiteY35" fmla="*/ 2552467 h 3436871"/>
                <a:gd name="connsiteX36" fmla="*/ 1262209 w 1997094"/>
                <a:gd name="connsiteY36" fmla="*/ 2417831 h 3436871"/>
                <a:gd name="connsiteX37" fmla="*/ 1357574 w 1997094"/>
                <a:gd name="connsiteY37" fmla="*/ 2569297 h 3436871"/>
                <a:gd name="connsiteX38" fmla="*/ 1368794 w 1997094"/>
                <a:gd name="connsiteY38" fmla="*/ 3107839 h 3436871"/>
                <a:gd name="connsiteX39" fmla="*/ 1413673 w 1997094"/>
                <a:gd name="connsiteY39" fmla="*/ 3113448 h 3436871"/>
                <a:gd name="connsiteX40" fmla="*/ 1419283 w 1997094"/>
                <a:gd name="connsiteY40" fmla="*/ 2625394 h 3436871"/>
                <a:gd name="connsiteX41" fmla="*/ 1469772 w 1997094"/>
                <a:gd name="connsiteY41" fmla="*/ 2636614 h 3436871"/>
                <a:gd name="connsiteX42" fmla="*/ 1480991 w 1997094"/>
                <a:gd name="connsiteY42" fmla="*/ 3292962 h 3436871"/>
                <a:gd name="connsiteX43" fmla="*/ 1531479 w 1997094"/>
                <a:gd name="connsiteY43" fmla="*/ 3276133 h 3436871"/>
                <a:gd name="connsiteX44" fmla="*/ 1553919 w 1997094"/>
                <a:gd name="connsiteY44" fmla="*/ 2821738 h 3436871"/>
                <a:gd name="connsiteX45" fmla="*/ 1604407 w 1997094"/>
                <a:gd name="connsiteY45" fmla="*/ 2961983 h 3436871"/>
                <a:gd name="connsiteX46" fmla="*/ 1952216 w 1997094"/>
                <a:gd name="connsiteY46" fmla="*/ 2771249 h 3436871"/>
                <a:gd name="connsiteX47" fmla="*/ 1997094 w 1997094"/>
                <a:gd name="connsiteY47" fmla="*/ 2653443 h 3436871"/>
                <a:gd name="connsiteX48" fmla="*/ 1823190 w 1997094"/>
                <a:gd name="connsiteY48" fmla="*/ 2642224 h 3436871"/>
                <a:gd name="connsiteX49" fmla="*/ 1694164 w 1997094"/>
                <a:gd name="connsiteY49" fmla="*/ 2546857 h 3436871"/>
                <a:gd name="connsiteX50" fmla="*/ 1621237 w 1997094"/>
                <a:gd name="connsiteY50" fmla="*/ 2451490 h 3436871"/>
                <a:gd name="connsiteX51" fmla="*/ 1694164 w 1997094"/>
                <a:gd name="connsiteY51" fmla="*/ 2328074 h 3436871"/>
                <a:gd name="connsiteX52" fmla="*/ 1514650 w 1997094"/>
                <a:gd name="connsiteY52" fmla="*/ 2030754 h 3436871"/>
                <a:gd name="connsiteX53" fmla="*/ 1531479 w 1997094"/>
                <a:gd name="connsiteY53" fmla="*/ 1610018 h 3436871"/>
                <a:gd name="connsiteX54" fmla="*/ 1301477 w 1997094"/>
                <a:gd name="connsiteY54" fmla="*/ 1615627 h 3436871"/>
                <a:gd name="connsiteX55" fmla="*/ 1323916 w 1997094"/>
                <a:gd name="connsiteY55" fmla="*/ 1486602 h 3436871"/>
                <a:gd name="connsiteX56" fmla="*/ 1262208 w 1997094"/>
                <a:gd name="connsiteY56" fmla="*/ 1301478 h 3436871"/>
                <a:gd name="connsiteX57" fmla="*/ 1301477 w 1997094"/>
                <a:gd name="connsiteY57" fmla="*/ 1228550 h 3436871"/>
                <a:gd name="connsiteX58" fmla="*/ 1234159 w 1997094"/>
                <a:gd name="connsiteY58" fmla="*/ 1043426 h 3436871"/>
                <a:gd name="connsiteX59" fmla="*/ 1250989 w 1997094"/>
                <a:gd name="connsiteY59" fmla="*/ 847083 h 3436871"/>
                <a:gd name="connsiteX60" fmla="*/ 970498 w 1997094"/>
                <a:gd name="connsiteY60" fmla="*/ 712447 h 3436871"/>
                <a:gd name="connsiteX61" fmla="*/ 1015376 w 1997094"/>
                <a:gd name="connsiteY61" fmla="*/ 622690 h 3436871"/>
                <a:gd name="connsiteX62" fmla="*/ 1150012 w 1997094"/>
                <a:gd name="connsiteY62" fmla="*/ 482445 h 3436871"/>
                <a:gd name="connsiteX63" fmla="*/ 1166841 w 1997094"/>
                <a:gd name="connsiteY63" fmla="*/ 314150 h 3436871"/>
                <a:gd name="connsiteX64" fmla="*/ 1161232 w 1997094"/>
                <a:gd name="connsiteY64" fmla="*/ 196344 h 3436871"/>
                <a:gd name="connsiteX65" fmla="*/ 1065865 w 1997094"/>
                <a:gd name="connsiteY65" fmla="*/ 117807 h 3436871"/>
                <a:gd name="connsiteX66" fmla="*/ 998547 w 1997094"/>
                <a:gd name="connsiteY66" fmla="*/ 72928 h 3436871"/>
                <a:gd name="connsiteX67" fmla="*/ 920010 w 1997094"/>
                <a:gd name="connsiteY67" fmla="*/ 0 h 3436871"/>
                <a:gd name="connsiteX0" fmla="*/ 920010 w 1997094"/>
                <a:gd name="connsiteY0" fmla="*/ 0 h 3436871"/>
                <a:gd name="connsiteX1" fmla="*/ 779764 w 1997094"/>
                <a:gd name="connsiteY1" fmla="*/ 117807 h 3436871"/>
                <a:gd name="connsiteX2" fmla="*/ 751715 w 1997094"/>
                <a:gd name="connsiteY2" fmla="*/ 224393 h 3436871"/>
                <a:gd name="connsiteX3" fmla="*/ 656348 w 1997094"/>
                <a:gd name="connsiteY3" fmla="*/ 403907 h 3436871"/>
                <a:gd name="connsiteX4" fmla="*/ 656348 w 1997094"/>
                <a:gd name="connsiteY4" fmla="*/ 460005 h 3436871"/>
                <a:gd name="connsiteX5" fmla="*/ 673178 w 1997094"/>
                <a:gd name="connsiteY5" fmla="*/ 544153 h 3436871"/>
                <a:gd name="connsiteX6" fmla="*/ 448785 w 1997094"/>
                <a:gd name="connsiteY6" fmla="*/ 656349 h 3436871"/>
                <a:gd name="connsiteX7" fmla="*/ 263661 w 1997094"/>
                <a:gd name="connsiteY7" fmla="*/ 673178 h 3436871"/>
                <a:gd name="connsiteX8" fmla="*/ 218783 w 1997094"/>
                <a:gd name="connsiteY8" fmla="*/ 948059 h 3436871"/>
                <a:gd name="connsiteX9" fmla="*/ 168294 w 1997094"/>
                <a:gd name="connsiteY9" fmla="*/ 1082695 h 3436871"/>
                <a:gd name="connsiteX10" fmla="*/ 72927 w 1997094"/>
                <a:gd name="connsiteY10" fmla="*/ 1211721 h 3436871"/>
                <a:gd name="connsiteX11" fmla="*/ 0 w 1997094"/>
                <a:gd name="connsiteY11" fmla="*/ 1346356 h 3436871"/>
                <a:gd name="connsiteX12" fmla="*/ 134635 w 1997094"/>
                <a:gd name="connsiteY12" fmla="*/ 1705384 h 3436871"/>
                <a:gd name="connsiteX13" fmla="*/ 241222 w 1997094"/>
                <a:gd name="connsiteY13" fmla="*/ 1778312 h 3436871"/>
                <a:gd name="connsiteX14" fmla="*/ 291710 w 1997094"/>
                <a:gd name="connsiteY14" fmla="*/ 1744653 h 3436871"/>
                <a:gd name="connsiteX15" fmla="*/ 336589 w 1997094"/>
                <a:gd name="connsiteY15" fmla="*/ 1800751 h 3436871"/>
                <a:gd name="connsiteX16" fmla="*/ 370248 w 1997094"/>
                <a:gd name="connsiteY16" fmla="*/ 3141497 h 3436871"/>
                <a:gd name="connsiteX17" fmla="*/ 426346 w 1997094"/>
                <a:gd name="connsiteY17" fmla="*/ 3141497 h 3436871"/>
                <a:gd name="connsiteX18" fmla="*/ 431956 w 1997094"/>
                <a:gd name="connsiteY18" fmla="*/ 2423441 h 3436871"/>
                <a:gd name="connsiteX19" fmla="*/ 482444 w 1997094"/>
                <a:gd name="connsiteY19" fmla="*/ 2434660 h 3436871"/>
                <a:gd name="connsiteX20" fmla="*/ 516103 w 1997094"/>
                <a:gd name="connsiteY20" fmla="*/ 3119058 h 3436871"/>
                <a:gd name="connsiteX21" fmla="*/ 583421 w 1997094"/>
                <a:gd name="connsiteY21" fmla="*/ 3124668 h 3436871"/>
                <a:gd name="connsiteX22" fmla="*/ 572201 w 1997094"/>
                <a:gd name="connsiteY22" fmla="*/ 2457100 h 3436871"/>
                <a:gd name="connsiteX23" fmla="*/ 964888 w 1997094"/>
                <a:gd name="connsiteY23" fmla="*/ 2462710 h 3436871"/>
                <a:gd name="connsiteX24" fmla="*/ 970498 w 1997094"/>
                <a:gd name="connsiteY24" fmla="*/ 2866616 h 3436871"/>
                <a:gd name="connsiteX25" fmla="*/ 1026596 w 1997094"/>
                <a:gd name="connsiteY25" fmla="*/ 2877836 h 3436871"/>
                <a:gd name="connsiteX26" fmla="*/ 1020986 w 1997094"/>
                <a:gd name="connsiteY26" fmla="*/ 3051740 h 3436871"/>
                <a:gd name="connsiteX27" fmla="*/ 1009767 w 1997094"/>
                <a:gd name="connsiteY27" fmla="*/ 3175156 h 3436871"/>
                <a:gd name="connsiteX28" fmla="*/ 1020986 w 1997094"/>
                <a:gd name="connsiteY28" fmla="*/ 3393939 h 3436871"/>
                <a:gd name="connsiteX29" fmla="*/ 1217330 w 1997094"/>
                <a:gd name="connsiteY29" fmla="*/ 3410768 h 3436871"/>
                <a:gd name="connsiteX30" fmla="*/ 1211720 w 1997094"/>
                <a:gd name="connsiteY30" fmla="*/ 3225645 h 3436871"/>
                <a:gd name="connsiteX31" fmla="*/ 1228549 w 1997094"/>
                <a:gd name="connsiteY31" fmla="*/ 3051741 h 3436871"/>
                <a:gd name="connsiteX32" fmla="*/ 1211720 w 1997094"/>
                <a:gd name="connsiteY32" fmla="*/ 2922714 h 3436871"/>
                <a:gd name="connsiteX33" fmla="*/ 1234159 w 1997094"/>
                <a:gd name="connsiteY33" fmla="*/ 2883446 h 3436871"/>
                <a:gd name="connsiteX34" fmla="*/ 1250988 w 1997094"/>
                <a:gd name="connsiteY34" fmla="*/ 2664663 h 3436871"/>
                <a:gd name="connsiteX35" fmla="*/ 1256599 w 1997094"/>
                <a:gd name="connsiteY35" fmla="*/ 2552467 h 3436871"/>
                <a:gd name="connsiteX36" fmla="*/ 1262209 w 1997094"/>
                <a:gd name="connsiteY36" fmla="*/ 2417831 h 3436871"/>
                <a:gd name="connsiteX37" fmla="*/ 1357574 w 1997094"/>
                <a:gd name="connsiteY37" fmla="*/ 2569297 h 3436871"/>
                <a:gd name="connsiteX38" fmla="*/ 1368794 w 1997094"/>
                <a:gd name="connsiteY38" fmla="*/ 3107839 h 3436871"/>
                <a:gd name="connsiteX39" fmla="*/ 1413673 w 1997094"/>
                <a:gd name="connsiteY39" fmla="*/ 3113448 h 3436871"/>
                <a:gd name="connsiteX40" fmla="*/ 1419283 w 1997094"/>
                <a:gd name="connsiteY40" fmla="*/ 2625394 h 3436871"/>
                <a:gd name="connsiteX41" fmla="*/ 1469772 w 1997094"/>
                <a:gd name="connsiteY41" fmla="*/ 2636614 h 3436871"/>
                <a:gd name="connsiteX42" fmla="*/ 1480991 w 1997094"/>
                <a:gd name="connsiteY42" fmla="*/ 3292962 h 3436871"/>
                <a:gd name="connsiteX43" fmla="*/ 1531479 w 1997094"/>
                <a:gd name="connsiteY43" fmla="*/ 3276133 h 3436871"/>
                <a:gd name="connsiteX44" fmla="*/ 1553919 w 1997094"/>
                <a:gd name="connsiteY44" fmla="*/ 2821738 h 3436871"/>
                <a:gd name="connsiteX45" fmla="*/ 1604407 w 1997094"/>
                <a:gd name="connsiteY45" fmla="*/ 2961983 h 3436871"/>
                <a:gd name="connsiteX46" fmla="*/ 1952216 w 1997094"/>
                <a:gd name="connsiteY46" fmla="*/ 2771249 h 3436871"/>
                <a:gd name="connsiteX47" fmla="*/ 1997094 w 1997094"/>
                <a:gd name="connsiteY47" fmla="*/ 2653443 h 3436871"/>
                <a:gd name="connsiteX48" fmla="*/ 1823190 w 1997094"/>
                <a:gd name="connsiteY48" fmla="*/ 2642224 h 3436871"/>
                <a:gd name="connsiteX49" fmla="*/ 1694164 w 1997094"/>
                <a:gd name="connsiteY49" fmla="*/ 2546857 h 3436871"/>
                <a:gd name="connsiteX50" fmla="*/ 1621237 w 1997094"/>
                <a:gd name="connsiteY50" fmla="*/ 2451490 h 3436871"/>
                <a:gd name="connsiteX51" fmla="*/ 1694164 w 1997094"/>
                <a:gd name="connsiteY51" fmla="*/ 2328074 h 3436871"/>
                <a:gd name="connsiteX52" fmla="*/ 1514650 w 1997094"/>
                <a:gd name="connsiteY52" fmla="*/ 2030754 h 3436871"/>
                <a:gd name="connsiteX53" fmla="*/ 1531479 w 1997094"/>
                <a:gd name="connsiteY53" fmla="*/ 1610018 h 3436871"/>
                <a:gd name="connsiteX54" fmla="*/ 1301477 w 1997094"/>
                <a:gd name="connsiteY54" fmla="*/ 1615627 h 3436871"/>
                <a:gd name="connsiteX55" fmla="*/ 1323916 w 1997094"/>
                <a:gd name="connsiteY55" fmla="*/ 1486602 h 3436871"/>
                <a:gd name="connsiteX56" fmla="*/ 1262208 w 1997094"/>
                <a:gd name="connsiteY56" fmla="*/ 1301478 h 3436871"/>
                <a:gd name="connsiteX57" fmla="*/ 1301477 w 1997094"/>
                <a:gd name="connsiteY57" fmla="*/ 1228550 h 3436871"/>
                <a:gd name="connsiteX58" fmla="*/ 1234159 w 1997094"/>
                <a:gd name="connsiteY58" fmla="*/ 1043426 h 3436871"/>
                <a:gd name="connsiteX59" fmla="*/ 1250989 w 1997094"/>
                <a:gd name="connsiteY59" fmla="*/ 847083 h 3436871"/>
                <a:gd name="connsiteX60" fmla="*/ 970498 w 1997094"/>
                <a:gd name="connsiteY60" fmla="*/ 712447 h 3436871"/>
                <a:gd name="connsiteX61" fmla="*/ 1015376 w 1997094"/>
                <a:gd name="connsiteY61" fmla="*/ 622690 h 3436871"/>
                <a:gd name="connsiteX62" fmla="*/ 1150012 w 1997094"/>
                <a:gd name="connsiteY62" fmla="*/ 482445 h 3436871"/>
                <a:gd name="connsiteX63" fmla="*/ 1166841 w 1997094"/>
                <a:gd name="connsiteY63" fmla="*/ 314150 h 3436871"/>
                <a:gd name="connsiteX64" fmla="*/ 1161232 w 1997094"/>
                <a:gd name="connsiteY64" fmla="*/ 196344 h 3436871"/>
                <a:gd name="connsiteX65" fmla="*/ 1065865 w 1997094"/>
                <a:gd name="connsiteY65" fmla="*/ 117807 h 3436871"/>
                <a:gd name="connsiteX66" fmla="*/ 998547 w 1997094"/>
                <a:gd name="connsiteY66" fmla="*/ 72928 h 3436871"/>
                <a:gd name="connsiteX67" fmla="*/ 920010 w 1997094"/>
                <a:gd name="connsiteY67" fmla="*/ 0 h 3436871"/>
                <a:gd name="connsiteX0" fmla="*/ 920010 w 1997094"/>
                <a:gd name="connsiteY0" fmla="*/ 0 h 3436871"/>
                <a:gd name="connsiteX1" fmla="*/ 779764 w 1997094"/>
                <a:gd name="connsiteY1" fmla="*/ 117807 h 3436871"/>
                <a:gd name="connsiteX2" fmla="*/ 751715 w 1997094"/>
                <a:gd name="connsiteY2" fmla="*/ 224393 h 3436871"/>
                <a:gd name="connsiteX3" fmla="*/ 656348 w 1997094"/>
                <a:gd name="connsiteY3" fmla="*/ 403907 h 3436871"/>
                <a:gd name="connsiteX4" fmla="*/ 656348 w 1997094"/>
                <a:gd name="connsiteY4" fmla="*/ 460005 h 3436871"/>
                <a:gd name="connsiteX5" fmla="*/ 673178 w 1997094"/>
                <a:gd name="connsiteY5" fmla="*/ 544153 h 3436871"/>
                <a:gd name="connsiteX6" fmla="*/ 448785 w 1997094"/>
                <a:gd name="connsiteY6" fmla="*/ 656349 h 3436871"/>
                <a:gd name="connsiteX7" fmla="*/ 263661 w 1997094"/>
                <a:gd name="connsiteY7" fmla="*/ 673178 h 3436871"/>
                <a:gd name="connsiteX8" fmla="*/ 218783 w 1997094"/>
                <a:gd name="connsiteY8" fmla="*/ 948059 h 3436871"/>
                <a:gd name="connsiteX9" fmla="*/ 168294 w 1997094"/>
                <a:gd name="connsiteY9" fmla="*/ 1082695 h 3436871"/>
                <a:gd name="connsiteX10" fmla="*/ 72927 w 1997094"/>
                <a:gd name="connsiteY10" fmla="*/ 1211721 h 3436871"/>
                <a:gd name="connsiteX11" fmla="*/ 0 w 1997094"/>
                <a:gd name="connsiteY11" fmla="*/ 1346356 h 3436871"/>
                <a:gd name="connsiteX12" fmla="*/ 134635 w 1997094"/>
                <a:gd name="connsiteY12" fmla="*/ 1705384 h 3436871"/>
                <a:gd name="connsiteX13" fmla="*/ 241222 w 1997094"/>
                <a:gd name="connsiteY13" fmla="*/ 1778312 h 3436871"/>
                <a:gd name="connsiteX14" fmla="*/ 291710 w 1997094"/>
                <a:gd name="connsiteY14" fmla="*/ 1744653 h 3436871"/>
                <a:gd name="connsiteX15" fmla="*/ 336589 w 1997094"/>
                <a:gd name="connsiteY15" fmla="*/ 1800751 h 3436871"/>
                <a:gd name="connsiteX16" fmla="*/ 370248 w 1997094"/>
                <a:gd name="connsiteY16" fmla="*/ 3141497 h 3436871"/>
                <a:gd name="connsiteX17" fmla="*/ 448785 w 1997094"/>
                <a:gd name="connsiteY17" fmla="*/ 3298572 h 3436871"/>
                <a:gd name="connsiteX18" fmla="*/ 431956 w 1997094"/>
                <a:gd name="connsiteY18" fmla="*/ 2423441 h 3436871"/>
                <a:gd name="connsiteX19" fmla="*/ 482444 w 1997094"/>
                <a:gd name="connsiteY19" fmla="*/ 2434660 h 3436871"/>
                <a:gd name="connsiteX20" fmla="*/ 516103 w 1997094"/>
                <a:gd name="connsiteY20" fmla="*/ 3119058 h 3436871"/>
                <a:gd name="connsiteX21" fmla="*/ 583421 w 1997094"/>
                <a:gd name="connsiteY21" fmla="*/ 3124668 h 3436871"/>
                <a:gd name="connsiteX22" fmla="*/ 572201 w 1997094"/>
                <a:gd name="connsiteY22" fmla="*/ 2457100 h 3436871"/>
                <a:gd name="connsiteX23" fmla="*/ 964888 w 1997094"/>
                <a:gd name="connsiteY23" fmla="*/ 2462710 h 3436871"/>
                <a:gd name="connsiteX24" fmla="*/ 970498 w 1997094"/>
                <a:gd name="connsiteY24" fmla="*/ 2866616 h 3436871"/>
                <a:gd name="connsiteX25" fmla="*/ 1026596 w 1997094"/>
                <a:gd name="connsiteY25" fmla="*/ 2877836 h 3436871"/>
                <a:gd name="connsiteX26" fmla="*/ 1020986 w 1997094"/>
                <a:gd name="connsiteY26" fmla="*/ 3051740 h 3436871"/>
                <a:gd name="connsiteX27" fmla="*/ 1009767 w 1997094"/>
                <a:gd name="connsiteY27" fmla="*/ 3175156 h 3436871"/>
                <a:gd name="connsiteX28" fmla="*/ 1020986 w 1997094"/>
                <a:gd name="connsiteY28" fmla="*/ 3393939 h 3436871"/>
                <a:gd name="connsiteX29" fmla="*/ 1217330 w 1997094"/>
                <a:gd name="connsiteY29" fmla="*/ 3410768 h 3436871"/>
                <a:gd name="connsiteX30" fmla="*/ 1211720 w 1997094"/>
                <a:gd name="connsiteY30" fmla="*/ 3225645 h 3436871"/>
                <a:gd name="connsiteX31" fmla="*/ 1228549 w 1997094"/>
                <a:gd name="connsiteY31" fmla="*/ 3051741 h 3436871"/>
                <a:gd name="connsiteX32" fmla="*/ 1211720 w 1997094"/>
                <a:gd name="connsiteY32" fmla="*/ 2922714 h 3436871"/>
                <a:gd name="connsiteX33" fmla="*/ 1234159 w 1997094"/>
                <a:gd name="connsiteY33" fmla="*/ 2883446 h 3436871"/>
                <a:gd name="connsiteX34" fmla="*/ 1250988 w 1997094"/>
                <a:gd name="connsiteY34" fmla="*/ 2664663 h 3436871"/>
                <a:gd name="connsiteX35" fmla="*/ 1256599 w 1997094"/>
                <a:gd name="connsiteY35" fmla="*/ 2552467 h 3436871"/>
                <a:gd name="connsiteX36" fmla="*/ 1262209 w 1997094"/>
                <a:gd name="connsiteY36" fmla="*/ 2417831 h 3436871"/>
                <a:gd name="connsiteX37" fmla="*/ 1357574 w 1997094"/>
                <a:gd name="connsiteY37" fmla="*/ 2569297 h 3436871"/>
                <a:gd name="connsiteX38" fmla="*/ 1368794 w 1997094"/>
                <a:gd name="connsiteY38" fmla="*/ 3107839 h 3436871"/>
                <a:gd name="connsiteX39" fmla="*/ 1413673 w 1997094"/>
                <a:gd name="connsiteY39" fmla="*/ 3113448 h 3436871"/>
                <a:gd name="connsiteX40" fmla="*/ 1419283 w 1997094"/>
                <a:gd name="connsiteY40" fmla="*/ 2625394 h 3436871"/>
                <a:gd name="connsiteX41" fmla="*/ 1469772 w 1997094"/>
                <a:gd name="connsiteY41" fmla="*/ 2636614 h 3436871"/>
                <a:gd name="connsiteX42" fmla="*/ 1480991 w 1997094"/>
                <a:gd name="connsiteY42" fmla="*/ 3292962 h 3436871"/>
                <a:gd name="connsiteX43" fmla="*/ 1531479 w 1997094"/>
                <a:gd name="connsiteY43" fmla="*/ 3276133 h 3436871"/>
                <a:gd name="connsiteX44" fmla="*/ 1553919 w 1997094"/>
                <a:gd name="connsiteY44" fmla="*/ 2821738 h 3436871"/>
                <a:gd name="connsiteX45" fmla="*/ 1604407 w 1997094"/>
                <a:gd name="connsiteY45" fmla="*/ 2961983 h 3436871"/>
                <a:gd name="connsiteX46" fmla="*/ 1952216 w 1997094"/>
                <a:gd name="connsiteY46" fmla="*/ 2771249 h 3436871"/>
                <a:gd name="connsiteX47" fmla="*/ 1997094 w 1997094"/>
                <a:gd name="connsiteY47" fmla="*/ 2653443 h 3436871"/>
                <a:gd name="connsiteX48" fmla="*/ 1823190 w 1997094"/>
                <a:gd name="connsiteY48" fmla="*/ 2642224 h 3436871"/>
                <a:gd name="connsiteX49" fmla="*/ 1694164 w 1997094"/>
                <a:gd name="connsiteY49" fmla="*/ 2546857 h 3436871"/>
                <a:gd name="connsiteX50" fmla="*/ 1621237 w 1997094"/>
                <a:gd name="connsiteY50" fmla="*/ 2451490 h 3436871"/>
                <a:gd name="connsiteX51" fmla="*/ 1694164 w 1997094"/>
                <a:gd name="connsiteY51" fmla="*/ 2328074 h 3436871"/>
                <a:gd name="connsiteX52" fmla="*/ 1514650 w 1997094"/>
                <a:gd name="connsiteY52" fmla="*/ 2030754 h 3436871"/>
                <a:gd name="connsiteX53" fmla="*/ 1531479 w 1997094"/>
                <a:gd name="connsiteY53" fmla="*/ 1610018 h 3436871"/>
                <a:gd name="connsiteX54" fmla="*/ 1301477 w 1997094"/>
                <a:gd name="connsiteY54" fmla="*/ 1615627 h 3436871"/>
                <a:gd name="connsiteX55" fmla="*/ 1323916 w 1997094"/>
                <a:gd name="connsiteY55" fmla="*/ 1486602 h 3436871"/>
                <a:gd name="connsiteX56" fmla="*/ 1262208 w 1997094"/>
                <a:gd name="connsiteY56" fmla="*/ 1301478 h 3436871"/>
                <a:gd name="connsiteX57" fmla="*/ 1301477 w 1997094"/>
                <a:gd name="connsiteY57" fmla="*/ 1228550 h 3436871"/>
                <a:gd name="connsiteX58" fmla="*/ 1234159 w 1997094"/>
                <a:gd name="connsiteY58" fmla="*/ 1043426 h 3436871"/>
                <a:gd name="connsiteX59" fmla="*/ 1250989 w 1997094"/>
                <a:gd name="connsiteY59" fmla="*/ 847083 h 3436871"/>
                <a:gd name="connsiteX60" fmla="*/ 970498 w 1997094"/>
                <a:gd name="connsiteY60" fmla="*/ 712447 h 3436871"/>
                <a:gd name="connsiteX61" fmla="*/ 1015376 w 1997094"/>
                <a:gd name="connsiteY61" fmla="*/ 622690 h 3436871"/>
                <a:gd name="connsiteX62" fmla="*/ 1150012 w 1997094"/>
                <a:gd name="connsiteY62" fmla="*/ 482445 h 3436871"/>
                <a:gd name="connsiteX63" fmla="*/ 1166841 w 1997094"/>
                <a:gd name="connsiteY63" fmla="*/ 314150 h 3436871"/>
                <a:gd name="connsiteX64" fmla="*/ 1161232 w 1997094"/>
                <a:gd name="connsiteY64" fmla="*/ 196344 h 3436871"/>
                <a:gd name="connsiteX65" fmla="*/ 1065865 w 1997094"/>
                <a:gd name="connsiteY65" fmla="*/ 117807 h 3436871"/>
                <a:gd name="connsiteX66" fmla="*/ 998547 w 1997094"/>
                <a:gd name="connsiteY66" fmla="*/ 72928 h 3436871"/>
                <a:gd name="connsiteX67" fmla="*/ 920010 w 1997094"/>
                <a:gd name="connsiteY67" fmla="*/ 0 h 3436871"/>
                <a:gd name="connsiteX0" fmla="*/ 920010 w 1997094"/>
                <a:gd name="connsiteY0" fmla="*/ 0 h 3436871"/>
                <a:gd name="connsiteX1" fmla="*/ 779764 w 1997094"/>
                <a:gd name="connsiteY1" fmla="*/ 117807 h 3436871"/>
                <a:gd name="connsiteX2" fmla="*/ 751715 w 1997094"/>
                <a:gd name="connsiteY2" fmla="*/ 224393 h 3436871"/>
                <a:gd name="connsiteX3" fmla="*/ 656348 w 1997094"/>
                <a:gd name="connsiteY3" fmla="*/ 403907 h 3436871"/>
                <a:gd name="connsiteX4" fmla="*/ 656348 w 1997094"/>
                <a:gd name="connsiteY4" fmla="*/ 460005 h 3436871"/>
                <a:gd name="connsiteX5" fmla="*/ 673178 w 1997094"/>
                <a:gd name="connsiteY5" fmla="*/ 544153 h 3436871"/>
                <a:gd name="connsiteX6" fmla="*/ 448785 w 1997094"/>
                <a:gd name="connsiteY6" fmla="*/ 656349 h 3436871"/>
                <a:gd name="connsiteX7" fmla="*/ 263661 w 1997094"/>
                <a:gd name="connsiteY7" fmla="*/ 673178 h 3436871"/>
                <a:gd name="connsiteX8" fmla="*/ 218783 w 1997094"/>
                <a:gd name="connsiteY8" fmla="*/ 948059 h 3436871"/>
                <a:gd name="connsiteX9" fmla="*/ 168294 w 1997094"/>
                <a:gd name="connsiteY9" fmla="*/ 1082695 h 3436871"/>
                <a:gd name="connsiteX10" fmla="*/ 72927 w 1997094"/>
                <a:gd name="connsiteY10" fmla="*/ 1211721 h 3436871"/>
                <a:gd name="connsiteX11" fmla="*/ 0 w 1997094"/>
                <a:gd name="connsiteY11" fmla="*/ 1346356 h 3436871"/>
                <a:gd name="connsiteX12" fmla="*/ 134635 w 1997094"/>
                <a:gd name="connsiteY12" fmla="*/ 1705384 h 3436871"/>
                <a:gd name="connsiteX13" fmla="*/ 241222 w 1997094"/>
                <a:gd name="connsiteY13" fmla="*/ 1778312 h 3436871"/>
                <a:gd name="connsiteX14" fmla="*/ 291710 w 1997094"/>
                <a:gd name="connsiteY14" fmla="*/ 1744653 h 3436871"/>
                <a:gd name="connsiteX15" fmla="*/ 336589 w 1997094"/>
                <a:gd name="connsiteY15" fmla="*/ 1800751 h 3436871"/>
                <a:gd name="connsiteX16" fmla="*/ 387077 w 1997094"/>
                <a:gd name="connsiteY16" fmla="*/ 3326621 h 3436871"/>
                <a:gd name="connsiteX17" fmla="*/ 448785 w 1997094"/>
                <a:gd name="connsiteY17" fmla="*/ 3298572 h 3436871"/>
                <a:gd name="connsiteX18" fmla="*/ 431956 w 1997094"/>
                <a:gd name="connsiteY18" fmla="*/ 2423441 h 3436871"/>
                <a:gd name="connsiteX19" fmla="*/ 482444 w 1997094"/>
                <a:gd name="connsiteY19" fmla="*/ 2434660 h 3436871"/>
                <a:gd name="connsiteX20" fmla="*/ 516103 w 1997094"/>
                <a:gd name="connsiteY20" fmla="*/ 3119058 h 3436871"/>
                <a:gd name="connsiteX21" fmla="*/ 583421 w 1997094"/>
                <a:gd name="connsiteY21" fmla="*/ 3124668 h 3436871"/>
                <a:gd name="connsiteX22" fmla="*/ 572201 w 1997094"/>
                <a:gd name="connsiteY22" fmla="*/ 2457100 h 3436871"/>
                <a:gd name="connsiteX23" fmla="*/ 964888 w 1997094"/>
                <a:gd name="connsiteY23" fmla="*/ 2462710 h 3436871"/>
                <a:gd name="connsiteX24" fmla="*/ 970498 w 1997094"/>
                <a:gd name="connsiteY24" fmla="*/ 2866616 h 3436871"/>
                <a:gd name="connsiteX25" fmla="*/ 1026596 w 1997094"/>
                <a:gd name="connsiteY25" fmla="*/ 2877836 h 3436871"/>
                <a:gd name="connsiteX26" fmla="*/ 1020986 w 1997094"/>
                <a:gd name="connsiteY26" fmla="*/ 3051740 h 3436871"/>
                <a:gd name="connsiteX27" fmla="*/ 1009767 w 1997094"/>
                <a:gd name="connsiteY27" fmla="*/ 3175156 h 3436871"/>
                <a:gd name="connsiteX28" fmla="*/ 1020986 w 1997094"/>
                <a:gd name="connsiteY28" fmla="*/ 3393939 h 3436871"/>
                <a:gd name="connsiteX29" fmla="*/ 1217330 w 1997094"/>
                <a:gd name="connsiteY29" fmla="*/ 3410768 h 3436871"/>
                <a:gd name="connsiteX30" fmla="*/ 1211720 w 1997094"/>
                <a:gd name="connsiteY30" fmla="*/ 3225645 h 3436871"/>
                <a:gd name="connsiteX31" fmla="*/ 1228549 w 1997094"/>
                <a:gd name="connsiteY31" fmla="*/ 3051741 h 3436871"/>
                <a:gd name="connsiteX32" fmla="*/ 1211720 w 1997094"/>
                <a:gd name="connsiteY32" fmla="*/ 2922714 h 3436871"/>
                <a:gd name="connsiteX33" fmla="*/ 1234159 w 1997094"/>
                <a:gd name="connsiteY33" fmla="*/ 2883446 h 3436871"/>
                <a:gd name="connsiteX34" fmla="*/ 1250988 w 1997094"/>
                <a:gd name="connsiteY34" fmla="*/ 2664663 h 3436871"/>
                <a:gd name="connsiteX35" fmla="*/ 1256599 w 1997094"/>
                <a:gd name="connsiteY35" fmla="*/ 2552467 h 3436871"/>
                <a:gd name="connsiteX36" fmla="*/ 1262209 w 1997094"/>
                <a:gd name="connsiteY36" fmla="*/ 2417831 h 3436871"/>
                <a:gd name="connsiteX37" fmla="*/ 1357574 w 1997094"/>
                <a:gd name="connsiteY37" fmla="*/ 2569297 h 3436871"/>
                <a:gd name="connsiteX38" fmla="*/ 1368794 w 1997094"/>
                <a:gd name="connsiteY38" fmla="*/ 3107839 h 3436871"/>
                <a:gd name="connsiteX39" fmla="*/ 1413673 w 1997094"/>
                <a:gd name="connsiteY39" fmla="*/ 3113448 h 3436871"/>
                <a:gd name="connsiteX40" fmla="*/ 1419283 w 1997094"/>
                <a:gd name="connsiteY40" fmla="*/ 2625394 h 3436871"/>
                <a:gd name="connsiteX41" fmla="*/ 1469772 w 1997094"/>
                <a:gd name="connsiteY41" fmla="*/ 2636614 h 3436871"/>
                <a:gd name="connsiteX42" fmla="*/ 1480991 w 1997094"/>
                <a:gd name="connsiteY42" fmla="*/ 3292962 h 3436871"/>
                <a:gd name="connsiteX43" fmla="*/ 1531479 w 1997094"/>
                <a:gd name="connsiteY43" fmla="*/ 3276133 h 3436871"/>
                <a:gd name="connsiteX44" fmla="*/ 1553919 w 1997094"/>
                <a:gd name="connsiteY44" fmla="*/ 2821738 h 3436871"/>
                <a:gd name="connsiteX45" fmla="*/ 1604407 w 1997094"/>
                <a:gd name="connsiteY45" fmla="*/ 2961983 h 3436871"/>
                <a:gd name="connsiteX46" fmla="*/ 1952216 w 1997094"/>
                <a:gd name="connsiteY46" fmla="*/ 2771249 h 3436871"/>
                <a:gd name="connsiteX47" fmla="*/ 1997094 w 1997094"/>
                <a:gd name="connsiteY47" fmla="*/ 2653443 h 3436871"/>
                <a:gd name="connsiteX48" fmla="*/ 1823190 w 1997094"/>
                <a:gd name="connsiteY48" fmla="*/ 2642224 h 3436871"/>
                <a:gd name="connsiteX49" fmla="*/ 1694164 w 1997094"/>
                <a:gd name="connsiteY49" fmla="*/ 2546857 h 3436871"/>
                <a:gd name="connsiteX50" fmla="*/ 1621237 w 1997094"/>
                <a:gd name="connsiteY50" fmla="*/ 2451490 h 3436871"/>
                <a:gd name="connsiteX51" fmla="*/ 1694164 w 1997094"/>
                <a:gd name="connsiteY51" fmla="*/ 2328074 h 3436871"/>
                <a:gd name="connsiteX52" fmla="*/ 1514650 w 1997094"/>
                <a:gd name="connsiteY52" fmla="*/ 2030754 h 3436871"/>
                <a:gd name="connsiteX53" fmla="*/ 1531479 w 1997094"/>
                <a:gd name="connsiteY53" fmla="*/ 1610018 h 3436871"/>
                <a:gd name="connsiteX54" fmla="*/ 1301477 w 1997094"/>
                <a:gd name="connsiteY54" fmla="*/ 1615627 h 3436871"/>
                <a:gd name="connsiteX55" fmla="*/ 1323916 w 1997094"/>
                <a:gd name="connsiteY55" fmla="*/ 1486602 h 3436871"/>
                <a:gd name="connsiteX56" fmla="*/ 1262208 w 1997094"/>
                <a:gd name="connsiteY56" fmla="*/ 1301478 h 3436871"/>
                <a:gd name="connsiteX57" fmla="*/ 1301477 w 1997094"/>
                <a:gd name="connsiteY57" fmla="*/ 1228550 h 3436871"/>
                <a:gd name="connsiteX58" fmla="*/ 1234159 w 1997094"/>
                <a:gd name="connsiteY58" fmla="*/ 1043426 h 3436871"/>
                <a:gd name="connsiteX59" fmla="*/ 1250989 w 1997094"/>
                <a:gd name="connsiteY59" fmla="*/ 847083 h 3436871"/>
                <a:gd name="connsiteX60" fmla="*/ 970498 w 1997094"/>
                <a:gd name="connsiteY60" fmla="*/ 712447 h 3436871"/>
                <a:gd name="connsiteX61" fmla="*/ 1015376 w 1997094"/>
                <a:gd name="connsiteY61" fmla="*/ 622690 h 3436871"/>
                <a:gd name="connsiteX62" fmla="*/ 1150012 w 1997094"/>
                <a:gd name="connsiteY62" fmla="*/ 482445 h 3436871"/>
                <a:gd name="connsiteX63" fmla="*/ 1166841 w 1997094"/>
                <a:gd name="connsiteY63" fmla="*/ 314150 h 3436871"/>
                <a:gd name="connsiteX64" fmla="*/ 1161232 w 1997094"/>
                <a:gd name="connsiteY64" fmla="*/ 196344 h 3436871"/>
                <a:gd name="connsiteX65" fmla="*/ 1065865 w 1997094"/>
                <a:gd name="connsiteY65" fmla="*/ 117807 h 3436871"/>
                <a:gd name="connsiteX66" fmla="*/ 998547 w 1997094"/>
                <a:gd name="connsiteY66" fmla="*/ 72928 h 3436871"/>
                <a:gd name="connsiteX67" fmla="*/ 920010 w 1997094"/>
                <a:gd name="connsiteY67" fmla="*/ 0 h 3436871"/>
                <a:gd name="connsiteX0" fmla="*/ 920010 w 1997094"/>
                <a:gd name="connsiteY0" fmla="*/ 0 h 3436871"/>
                <a:gd name="connsiteX1" fmla="*/ 779764 w 1997094"/>
                <a:gd name="connsiteY1" fmla="*/ 117807 h 3436871"/>
                <a:gd name="connsiteX2" fmla="*/ 751715 w 1997094"/>
                <a:gd name="connsiteY2" fmla="*/ 224393 h 3436871"/>
                <a:gd name="connsiteX3" fmla="*/ 656348 w 1997094"/>
                <a:gd name="connsiteY3" fmla="*/ 403907 h 3436871"/>
                <a:gd name="connsiteX4" fmla="*/ 656348 w 1997094"/>
                <a:gd name="connsiteY4" fmla="*/ 460005 h 3436871"/>
                <a:gd name="connsiteX5" fmla="*/ 673178 w 1997094"/>
                <a:gd name="connsiteY5" fmla="*/ 544153 h 3436871"/>
                <a:gd name="connsiteX6" fmla="*/ 448785 w 1997094"/>
                <a:gd name="connsiteY6" fmla="*/ 656349 h 3436871"/>
                <a:gd name="connsiteX7" fmla="*/ 263661 w 1997094"/>
                <a:gd name="connsiteY7" fmla="*/ 673178 h 3436871"/>
                <a:gd name="connsiteX8" fmla="*/ 218783 w 1997094"/>
                <a:gd name="connsiteY8" fmla="*/ 948059 h 3436871"/>
                <a:gd name="connsiteX9" fmla="*/ 168294 w 1997094"/>
                <a:gd name="connsiteY9" fmla="*/ 1082695 h 3436871"/>
                <a:gd name="connsiteX10" fmla="*/ 72927 w 1997094"/>
                <a:gd name="connsiteY10" fmla="*/ 1211721 h 3436871"/>
                <a:gd name="connsiteX11" fmla="*/ 0 w 1997094"/>
                <a:gd name="connsiteY11" fmla="*/ 1346356 h 3436871"/>
                <a:gd name="connsiteX12" fmla="*/ 134635 w 1997094"/>
                <a:gd name="connsiteY12" fmla="*/ 1705384 h 3436871"/>
                <a:gd name="connsiteX13" fmla="*/ 241222 w 1997094"/>
                <a:gd name="connsiteY13" fmla="*/ 1778312 h 3436871"/>
                <a:gd name="connsiteX14" fmla="*/ 291710 w 1997094"/>
                <a:gd name="connsiteY14" fmla="*/ 1744653 h 3436871"/>
                <a:gd name="connsiteX15" fmla="*/ 336589 w 1997094"/>
                <a:gd name="connsiteY15" fmla="*/ 1800751 h 3436871"/>
                <a:gd name="connsiteX16" fmla="*/ 387077 w 1997094"/>
                <a:gd name="connsiteY16" fmla="*/ 3326621 h 3436871"/>
                <a:gd name="connsiteX17" fmla="*/ 448785 w 1997094"/>
                <a:gd name="connsiteY17" fmla="*/ 3298572 h 3436871"/>
                <a:gd name="connsiteX18" fmla="*/ 431956 w 1997094"/>
                <a:gd name="connsiteY18" fmla="*/ 2423441 h 3436871"/>
                <a:gd name="connsiteX19" fmla="*/ 482444 w 1997094"/>
                <a:gd name="connsiteY19" fmla="*/ 2434660 h 3436871"/>
                <a:gd name="connsiteX20" fmla="*/ 516103 w 1997094"/>
                <a:gd name="connsiteY20" fmla="*/ 3119058 h 3436871"/>
                <a:gd name="connsiteX21" fmla="*/ 583421 w 1997094"/>
                <a:gd name="connsiteY21" fmla="*/ 3124668 h 3436871"/>
                <a:gd name="connsiteX22" fmla="*/ 572201 w 1997094"/>
                <a:gd name="connsiteY22" fmla="*/ 2457100 h 3436871"/>
                <a:gd name="connsiteX23" fmla="*/ 964888 w 1997094"/>
                <a:gd name="connsiteY23" fmla="*/ 2462710 h 3436871"/>
                <a:gd name="connsiteX24" fmla="*/ 970498 w 1997094"/>
                <a:gd name="connsiteY24" fmla="*/ 2866616 h 3436871"/>
                <a:gd name="connsiteX25" fmla="*/ 1026596 w 1997094"/>
                <a:gd name="connsiteY25" fmla="*/ 2877836 h 3436871"/>
                <a:gd name="connsiteX26" fmla="*/ 1020986 w 1997094"/>
                <a:gd name="connsiteY26" fmla="*/ 3051740 h 3436871"/>
                <a:gd name="connsiteX27" fmla="*/ 1009767 w 1997094"/>
                <a:gd name="connsiteY27" fmla="*/ 3175156 h 3436871"/>
                <a:gd name="connsiteX28" fmla="*/ 1020986 w 1997094"/>
                <a:gd name="connsiteY28" fmla="*/ 3393939 h 3436871"/>
                <a:gd name="connsiteX29" fmla="*/ 1217330 w 1997094"/>
                <a:gd name="connsiteY29" fmla="*/ 3410768 h 3436871"/>
                <a:gd name="connsiteX30" fmla="*/ 1211720 w 1997094"/>
                <a:gd name="connsiteY30" fmla="*/ 3225645 h 3436871"/>
                <a:gd name="connsiteX31" fmla="*/ 1228549 w 1997094"/>
                <a:gd name="connsiteY31" fmla="*/ 3051741 h 3436871"/>
                <a:gd name="connsiteX32" fmla="*/ 1211720 w 1997094"/>
                <a:gd name="connsiteY32" fmla="*/ 2922714 h 3436871"/>
                <a:gd name="connsiteX33" fmla="*/ 1234159 w 1997094"/>
                <a:gd name="connsiteY33" fmla="*/ 2883446 h 3436871"/>
                <a:gd name="connsiteX34" fmla="*/ 1250988 w 1997094"/>
                <a:gd name="connsiteY34" fmla="*/ 2664663 h 3436871"/>
                <a:gd name="connsiteX35" fmla="*/ 1256599 w 1997094"/>
                <a:gd name="connsiteY35" fmla="*/ 2552467 h 3436871"/>
                <a:gd name="connsiteX36" fmla="*/ 1262209 w 1997094"/>
                <a:gd name="connsiteY36" fmla="*/ 2417831 h 3436871"/>
                <a:gd name="connsiteX37" fmla="*/ 1357574 w 1997094"/>
                <a:gd name="connsiteY37" fmla="*/ 2569297 h 3436871"/>
                <a:gd name="connsiteX38" fmla="*/ 1368794 w 1997094"/>
                <a:gd name="connsiteY38" fmla="*/ 3107839 h 3436871"/>
                <a:gd name="connsiteX39" fmla="*/ 1413673 w 1997094"/>
                <a:gd name="connsiteY39" fmla="*/ 3113448 h 3436871"/>
                <a:gd name="connsiteX40" fmla="*/ 1419283 w 1997094"/>
                <a:gd name="connsiteY40" fmla="*/ 2625394 h 3436871"/>
                <a:gd name="connsiteX41" fmla="*/ 1469772 w 1997094"/>
                <a:gd name="connsiteY41" fmla="*/ 2636614 h 3436871"/>
                <a:gd name="connsiteX42" fmla="*/ 1480991 w 1997094"/>
                <a:gd name="connsiteY42" fmla="*/ 3292962 h 3436871"/>
                <a:gd name="connsiteX43" fmla="*/ 1531479 w 1997094"/>
                <a:gd name="connsiteY43" fmla="*/ 3276133 h 3436871"/>
                <a:gd name="connsiteX44" fmla="*/ 1537090 w 1997094"/>
                <a:gd name="connsiteY44" fmla="*/ 2804908 h 3436871"/>
                <a:gd name="connsiteX45" fmla="*/ 1604407 w 1997094"/>
                <a:gd name="connsiteY45" fmla="*/ 2961983 h 3436871"/>
                <a:gd name="connsiteX46" fmla="*/ 1952216 w 1997094"/>
                <a:gd name="connsiteY46" fmla="*/ 2771249 h 3436871"/>
                <a:gd name="connsiteX47" fmla="*/ 1997094 w 1997094"/>
                <a:gd name="connsiteY47" fmla="*/ 2653443 h 3436871"/>
                <a:gd name="connsiteX48" fmla="*/ 1823190 w 1997094"/>
                <a:gd name="connsiteY48" fmla="*/ 2642224 h 3436871"/>
                <a:gd name="connsiteX49" fmla="*/ 1694164 w 1997094"/>
                <a:gd name="connsiteY49" fmla="*/ 2546857 h 3436871"/>
                <a:gd name="connsiteX50" fmla="*/ 1621237 w 1997094"/>
                <a:gd name="connsiteY50" fmla="*/ 2451490 h 3436871"/>
                <a:gd name="connsiteX51" fmla="*/ 1694164 w 1997094"/>
                <a:gd name="connsiteY51" fmla="*/ 2328074 h 3436871"/>
                <a:gd name="connsiteX52" fmla="*/ 1514650 w 1997094"/>
                <a:gd name="connsiteY52" fmla="*/ 2030754 h 3436871"/>
                <a:gd name="connsiteX53" fmla="*/ 1531479 w 1997094"/>
                <a:gd name="connsiteY53" fmla="*/ 1610018 h 3436871"/>
                <a:gd name="connsiteX54" fmla="*/ 1301477 w 1997094"/>
                <a:gd name="connsiteY54" fmla="*/ 1615627 h 3436871"/>
                <a:gd name="connsiteX55" fmla="*/ 1323916 w 1997094"/>
                <a:gd name="connsiteY55" fmla="*/ 1486602 h 3436871"/>
                <a:gd name="connsiteX56" fmla="*/ 1262208 w 1997094"/>
                <a:gd name="connsiteY56" fmla="*/ 1301478 h 3436871"/>
                <a:gd name="connsiteX57" fmla="*/ 1301477 w 1997094"/>
                <a:gd name="connsiteY57" fmla="*/ 1228550 h 3436871"/>
                <a:gd name="connsiteX58" fmla="*/ 1234159 w 1997094"/>
                <a:gd name="connsiteY58" fmla="*/ 1043426 h 3436871"/>
                <a:gd name="connsiteX59" fmla="*/ 1250989 w 1997094"/>
                <a:gd name="connsiteY59" fmla="*/ 847083 h 3436871"/>
                <a:gd name="connsiteX60" fmla="*/ 970498 w 1997094"/>
                <a:gd name="connsiteY60" fmla="*/ 712447 h 3436871"/>
                <a:gd name="connsiteX61" fmla="*/ 1015376 w 1997094"/>
                <a:gd name="connsiteY61" fmla="*/ 622690 h 3436871"/>
                <a:gd name="connsiteX62" fmla="*/ 1150012 w 1997094"/>
                <a:gd name="connsiteY62" fmla="*/ 482445 h 3436871"/>
                <a:gd name="connsiteX63" fmla="*/ 1166841 w 1997094"/>
                <a:gd name="connsiteY63" fmla="*/ 314150 h 3436871"/>
                <a:gd name="connsiteX64" fmla="*/ 1161232 w 1997094"/>
                <a:gd name="connsiteY64" fmla="*/ 196344 h 3436871"/>
                <a:gd name="connsiteX65" fmla="*/ 1065865 w 1997094"/>
                <a:gd name="connsiteY65" fmla="*/ 117807 h 3436871"/>
                <a:gd name="connsiteX66" fmla="*/ 998547 w 1997094"/>
                <a:gd name="connsiteY66" fmla="*/ 72928 h 3436871"/>
                <a:gd name="connsiteX67" fmla="*/ 920010 w 1997094"/>
                <a:gd name="connsiteY67" fmla="*/ 0 h 3436871"/>
                <a:gd name="connsiteX0" fmla="*/ 920010 w 1997094"/>
                <a:gd name="connsiteY0" fmla="*/ 0 h 3436871"/>
                <a:gd name="connsiteX1" fmla="*/ 779764 w 1997094"/>
                <a:gd name="connsiteY1" fmla="*/ 117807 h 3436871"/>
                <a:gd name="connsiteX2" fmla="*/ 751715 w 1997094"/>
                <a:gd name="connsiteY2" fmla="*/ 224393 h 3436871"/>
                <a:gd name="connsiteX3" fmla="*/ 656348 w 1997094"/>
                <a:gd name="connsiteY3" fmla="*/ 403907 h 3436871"/>
                <a:gd name="connsiteX4" fmla="*/ 656348 w 1997094"/>
                <a:gd name="connsiteY4" fmla="*/ 460005 h 3436871"/>
                <a:gd name="connsiteX5" fmla="*/ 673178 w 1997094"/>
                <a:gd name="connsiteY5" fmla="*/ 544153 h 3436871"/>
                <a:gd name="connsiteX6" fmla="*/ 448785 w 1997094"/>
                <a:gd name="connsiteY6" fmla="*/ 656349 h 3436871"/>
                <a:gd name="connsiteX7" fmla="*/ 263661 w 1997094"/>
                <a:gd name="connsiteY7" fmla="*/ 673178 h 3436871"/>
                <a:gd name="connsiteX8" fmla="*/ 218783 w 1997094"/>
                <a:gd name="connsiteY8" fmla="*/ 948059 h 3436871"/>
                <a:gd name="connsiteX9" fmla="*/ 168294 w 1997094"/>
                <a:gd name="connsiteY9" fmla="*/ 1082695 h 3436871"/>
                <a:gd name="connsiteX10" fmla="*/ 72927 w 1997094"/>
                <a:gd name="connsiteY10" fmla="*/ 1211721 h 3436871"/>
                <a:gd name="connsiteX11" fmla="*/ 0 w 1997094"/>
                <a:gd name="connsiteY11" fmla="*/ 1346356 h 3436871"/>
                <a:gd name="connsiteX12" fmla="*/ 134635 w 1997094"/>
                <a:gd name="connsiteY12" fmla="*/ 1705384 h 3436871"/>
                <a:gd name="connsiteX13" fmla="*/ 241222 w 1997094"/>
                <a:gd name="connsiteY13" fmla="*/ 1778312 h 3436871"/>
                <a:gd name="connsiteX14" fmla="*/ 291710 w 1997094"/>
                <a:gd name="connsiteY14" fmla="*/ 1744653 h 3436871"/>
                <a:gd name="connsiteX15" fmla="*/ 336589 w 1997094"/>
                <a:gd name="connsiteY15" fmla="*/ 1800751 h 3436871"/>
                <a:gd name="connsiteX16" fmla="*/ 387077 w 1997094"/>
                <a:gd name="connsiteY16" fmla="*/ 3326621 h 3436871"/>
                <a:gd name="connsiteX17" fmla="*/ 448785 w 1997094"/>
                <a:gd name="connsiteY17" fmla="*/ 3298572 h 3436871"/>
                <a:gd name="connsiteX18" fmla="*/ 431956 w 1997094"/>
                <a:gd name="connsiteY18" fmla="*/ 2423441 h 3436871"/>
                <a:gd name="connsiteX19" fmla="*/ 482444 w 1997094"/>
                <a:gd name="connsiteY19" fmla="*/ 2434660 h 3436871"/>
                <a:gd name="connsiteX20" fmla="*/ 516103 w 1997094"/>
                <a:gd name="connsiteY20" fmla="*/ 3119058 h 3436871"/>
                <a:gd name="connsiteX21" fmla="*/ 583421 w 1997094"/>
                <a:gd name="connsiteY21" fmla="*/ 3124668 h 3436871"/>
                <a:gd name="connsiteX22" fmla="*/ 572201 w 1997094"/>
                <a:gd name="connsiteY22" fmla="*/ 2457100 h 3436871"/>
                <a:gd name="connsiteX23" fmla="*/ 964888 w 1997094"/>
                <a:gd name="connsiteY23" fmla="*/ 2462710 h 3436871"/>
                <a:gd name="connsiteX24" fmla="*/ 970498 w 1997094"/>
                <a:gd name="connsiteY24" fmla="*/ 2866616 h 3436871"/>
                <a:gd name="connsiteX25" fmla="*/ 1026596 w 1997094"/>
                <a:gd name="connsiteY25" fmla="*/ 2877836 h 3436871"/>
                <a:gd name="connsiteX26" fmla="*/ 1020986 w 1997094"/>
                <a:gd name="connsiteY26" fmla="*/ 3051740 h 3436871"/>
                <a:gd name="connsiteX27" fmla="*/ 1009767 w 1997094"/>
                <a:gd name="connsiteY27" fmla="*/ 3175156 h 3436871"/>
                <a:gd name="connsiteX28" fmla="*/ 1020986 w 1997094"/>
                <a:gd name="connsiteY28" fmla="*/ 3393939 h 3436871"/>
                <a:gd name="connsiteX29" fmla="*/ 1217330 w 1997094"/>
                <a:gd name="connsiteY29" fmla="*/ 3410768 h 3436871"/>
                <a:gd name="connsiteX30" fmla="*/ 1211720 w 1997094"/>
                <a:gd name="connsiteY30" fmla="*/ 3225645 h 3436871"/>
                <a:gd name="connsiteX31" fmla="*/ 1228549 w 1997094"/>
                <a:gd name="connsiteY31" fmla="*/ 3051741 h 3436871"/>
                <a:gd name="connsiteX32" fmla="*/ 1211720 w 1997094"/>
                <a:gd name="connsiteY32" fmla="*/ 2922714 h 3436871"/>
                <a:gd name="connsiteX33" fmla="*/ 1234159 w 1997094"/>
                <a:gd name="connsiteY33" fmla="*/ 2883446 h 3436871"/>
                <a:gd name="connsiteX34" fmla="*/ 1250988 w 1997094"/>
                <a:gd name="connsiteY34" fmla="*/ 2664663 h 3436871"/>
                <a:gd name="connsiteX35" fmla="*/ 1256599 w 1997094"/>
                <a:gd name="connsiteY35" fmla="*/ 2552467 h 3436871"/>
                <a:gd name="connsiteX36" fmla="*/ 1262209 w 1997094"/>
                <a:gd name="connsiteY36" fmla="*/ 2417831 h 3436871"/>
                <a:gd name="connsiteX37" fmla="*/ 1357574 w 1997094"/>
                <a:gd name="connsiteY37" fmla="*/ 2569297 h 3436871"/>
                <a:gd name="connsiteX38" fmla="*/ 1368794 w 1997094"/>
                <a:gd name="connsiteY38" fmla="*/ 3107839 h 3436871"/>
                <a:gd name="connsiteX39" fmla="*/ 1413673 w 1997094"/>
                <a:gd name="connsiteY39" fmla="*/ 3113448 h 3436871"/>
                <a:gd name="connsiteX40" fmla="*/ 1419283 w 1997094"/>
                <a:gd name="connsiteY40" fmla="*/ 2625394 h 3436871"/>
                <a:gd name="connsiteX41" fmla="*/ 1469772 w 1997094"/>
                <a:gd name="connsiteY41" fmla="*/ 2636614 h 3436871"/>
                <a:gd name="connsiteX42" fmla="*/ 1480991 w 1997094"/>
                <a:gd name="connsiteY42" fmla="*/ 3292962 h 3436871"/>
                <a:gd name="connsiteX43" fmla="*/ 1531479 w 1997094"/>
                <a:gd name="connsiteY43" fmla="*/ 3276133 h 3436871"/>
                <a:gd name="connsiteX44" fmla="*/ 1537090 w 1997094"/>
                <a:gd name="connsiteY44" fmla="*/ 2804908 h 3436871"/>
                <a:gd name="connsiteX45" fmla="*/ 1604407 w 1997094"/>
                <a:gd name="connsiteY45" fmla="*/ 2961983 h 3436871"/>
                <a:gd name="connsiteX46" fmla="*/ 1952216 w 1997094"/>
                <a:gd name="connsiteY46" fmla="*/ 2771249 h 3436871"/>
                <a:gd name="connsiteX47" fmla="*/ 1997094 w 1997094"/>
                <a:gd name="connsiteY47" fmla="*/ 2653443 h 3436871"/>
                <a:gd name="connsiteX48" fmla="*/ 1823190 w 1997094"/>
                <a:gd name="connsiteY48" fmla="*/ 2642224 h 3436871"/>
                <a:gd name="connsiteX49" fmla="*/ 1694164 w 1997094"/>
                <a:gd name="connsiteY49" fmla="*/ 2546857 h 3436871"/>
                <a:gd name="connsiteX50" fmla="*/ 1621237 w 1997094"/>
                <a:gd name="connsiteY50" fmla="*/ 2451490 h 3436871"/>
                <a:gd name="connsiteX51" fmla="*/ 1694164 w 1997094"/>
                <a:gd name="connsiteY51" fmla="*/ 2328074 h 3436871"/>
                <a:gd name="connsiteX52" fmla="*/ 1514650 w 1997094"/>
                <a:gd name="connsiteY52" fmla="*/ 2030754 h 3436871"/>
                <a:gd name="connsiteX53" fmla="*/ 1531479 w 1997094"/>
                <a:gd name="connsiteY53" fmla="*/ 1610018 h 3436871"/>
                <a:gd name="connsiteX54" fmla="*/ 1301477 w 1997094"/>
                <a:gd name="connsiteY54" fmla="*/ 1615627 h 3436871"/>
                <a:gd name="connsiteX55" fmla="*/ 1323916 w 1997094"/>
                <a:gd name="connsiteY55" fmla="*/ 1486602 h 3436871"/>
                <a:gd name="connsiteX56" fmla="*/ 1262208 w 1997094"/>
                <a:gd name="connsiteY56" fmla="*/ 1301478 h 3436871"/>
                <a:gd name="connsiteX57" fmla="*/ 1301477 w 1997094"/>
                <a:gd name="connsiteY57" fmla="*/ 1228550 h 3436871"/>
                <a:gd name="connsiteX58" fmla="*/ 1234159 w 1997094"/>
                <a:gd name="connsiteY58" fmla="*/ 1043426 h 3436871"/>
                <a:gd name="connsiteX59" fmla="*/ 1250989 w 1997094"/>
                <a:gd name="connsiteY59" fmla="*/ 847083 h 3436871"/>
                <a:gd name="connsiteX60" fmla="*/ 970498 w 1997094"/>
                <a:gd name="connsiteY60" fmla="*/ 712447 h 3436871"/>
                <a:gd name="connsiteX61" fmla="*/ 1015376 w 1997094"/>
                <a:gd name="connsiteY61" fmla="*/ 622690 h 3436871"/>
                <a:gd name="connsiteX62" fmla="*/ 1150012 w 1997094"/>
                <a:gd name="connsiteY62" fmla="*/ 482445 h 3436871"/>
                <a:gd name="connsiteX63" fmla="*/ 1166841 w 1997094"/>
                <a:gd name="connsiteY63" fmla="*/ 314150 h 3436871"/>
                <a:gd name="connsiteX64" fmla="*/ 1161232 w 1997094"/>
                <a:gd name="connsiteY64" fmla="*/ 196344 h 3436871"/>
                <a:gd name="connsiteX65" fmla="*/ 1065865 w 1997094"/>
                <a:gd name="connsiteY65" fmla="*/ 117807 h 3436871"/>
                <a:gd name="connsiteX66" fmla="*/ 998547 w 1997094"/>
                <a:gd name="connsiteY66" fmla="*/ 72928 h 3436871"/>
                <a:gd name="connsiteX67" fmla="*/ 920010 w 1997094"/>
                <a:gd name="connsiteY67" fmla="*/ 0 h 3436871"/>
                <a:gd name="connsiteX0" fmla="*/ 920010 w 1997094"/>
                <a:gd name="connsiteY0" fmla="*/ 0 h 3436871"/>
                <a:gd name="connsiteX1" fmla="*/ 779764 w 1997094"/>
                <a:gd name="connsiteY1" fmla="*/ 117807 h 3436871"/>
                <a:gd name="connsiteX2" fmla="*/ 751715 w 1997094"/>
                <a:gd name="connsiteY2" fmla="*/ 224393 h 3436871"/>
                <a:gd name="connsiteX3" fmla="*/ 656348 w 1997094"/>
                <a:gd name="connsiteY3" fmla="*/ 403907 h 3436871"/>
                <a:gd name="connsiteX4" fmla="*/ 656348 w 1997094"/>
                <a:gd name="connsiteY4" fmla="*/ 460005 h 3436871"/>
                <a:gd name="connsiteX5" fmla="*/ 673178 w 1997094"/>
                <a:gd name="connsiteY5" fmla="*/ 544153 h 3436871"/>
                <a:gd name="connsiteX6" fmla="*/ 448785 w 1997094"/>
                <a:gd name="connsiteY6" fmla="*/ 656349 h 3436871"/>
                <a:gd name="connsiteX7" fmla="*/ 263661 w 1997094"/>
                <a:gd name="connsiteY7" fmla="*/ 673178 h 3436871"/>
                <a:gd name="connsiteX8" fmla="*/ 218783 w 1997094"/>
                <a:gd name="connsiteY8" fmla="*/ 948059 h 3436871"/>
                <a:gd name="connsiteX9" fmla="*/ 168294 w 1997094"/>
                <a:gd name="connsiteY9" fmla="*/ 1082695 h 3436871"/>
                <a:gd name="connsiteX10" fmla="*/ 72927 w 1997094"/>
                <a:gd name="connsiteY10" fmla="*/ 1211721 h 3436871"/>
                <a:gd name="connsiteX11" fmla="*/ 0 w 1997094"/>
                <a:gd name="connsiteY11" fmla="*/ 1346356 h 3436871"/>
                <a:gd name="connsiteX12" fmla="*/ 134635 w 1997094"/>
                <a:gd name="connsiteY12" fmla="*/ 1705384 h 3436871"/>
                <a:gd name="connsiteX13" fmla="*/ 241222 w 1997094"/>
                <a:gd name="connsiteY13" fmla="*/ 1778312 h 3436871"/>
                <a:gd name="connsiteX14" fmla="*/ 291710 w 1997094"/>
                <a:gd name="connsiteY14" fmla="*/ 1744653 h 3436871"/>
                <a:gd name="connsiteX15" fmla="*/ 336589 w 1997094"/>
                <a:gd name="connsiteY15" fmla="*/ 1800751 h 3436871"/>
                <a:gd name="connsiteX16" fmla="*/ 387077 w 1997094"/>
                <a:gd name="connsiteY16" fmla="*/ 3326621 h 3436871"/>
                <a:gd name="connsiteX17" fmla="*/ 448785 w 1997094"/>
                <a:gd name="connsiteY17" fmla="*/ 3298572 h 3436871"/>
                <a:gd name="connsiteX18" fmla="*/ 431956 w 1997094"/>
                <a:gd name="connsiteY18" fmla="*/ 2423441 h 3436871"/>
                <a:gd name="connsiteX19" fmla="*/ 482444 w 1997094"/>
                <a:gd name="connsiteY19" fmla="*/ 2434660 h 3436871"/>
                <a:gd name="connsiteX20" fmla="*/ 516103 w 1997094"/>
                <a:gd name="connsiteY20" fmla="*/ 3119058 h 3436871"/>
                <a:gd name="connsiteX21" fmla="*/ 583421 w 1997094"/>
                <a:gd name="connsiteY21" fmla="*/ 3124668 h 3436871"/>
                <a:gd name="connsiteX22" fmla="*/ 572201 w 1997094"/>
                <a:gd name="connsiteY22" fmla="*/ 2457100 h 3436871"/>
                <a:gd name="connsiteX23" fmla="*/ 964888 w 1997094"/>
                <a:gd name="connsiteY23" fmla="*/ 2462710 h 3436871"/>
                <a:gd name="connsiteX24" fmla="*/ 970498 w 1997094"/>
                <a:gd name="connsiteY24" fmla="*/ 2866616 h 3436871"/>
                <a:gd name="connsiteX25" fmla="*/ 1026596 w 1997094"/>
                <a:gd name="connsiteY25" fmla="*/ 2877836 h 3436871"/>
                <a:gd name="connsiteX26" fmla="*/ 1020986 w 1997094"/>
                <a:gd name="connsiteY26" fmla="*/ 3051740 h 3436871"/>
                <a:gd name="connsiteX27" fmla="*/ 1009767 w 1997094"/>
                <a:gd name="connsiteY27" fmla="*/ 3175156 h 3436871"/>
                <a:gd name="connsiteX28" fmla="*/ 1020986 w 1997094"/>
                <a:gd name="connsiteY28" fmla="*/ 3393939 h 3436871"/>
                <a:gd name="connsiteX29" fmla="*/ 1217330 w 1997094"/>
                <a:gd name="connsiteY29" fmla="*/ 3410768 h 3436871"/>
                <a:gd name="connsiteX30" fmla="*/ 1211720 w 1997094"/>
                <a:gd name="connsiteY30" fmla="*/ 3225645 h 3436871"/>
                <a:gd name="connsiteX31" fmla="*/ 1228549 w 1997094"/>
                <a:gd name="connsiteY31" fmla="*/ 3051741 h 3436871"/>
                <a:gd name="connsiteX32" fmla="*/ 1211720 w 1997094"/>
                <a:gd name="connsiteY32" fmla="*/ 2922714 h 3436871"/>
                <a:gd name="connsiteX33" fmla="*/ 1234159 w 1997094"/>
                <a:gd name="connsiteY33" fmla="*/ 2883446 h 3436871"/>
                <a:gd name="connsiteX34" fmla="*/ 1250988 w 1997094"/>
                <a:gd name="connsiteY34" fmla="*/ 2664663 h 3436871"/>
                <a:gd name="connsiteX35" fmla="*/ 1256599 w 1997094"/>
                <a:gd name="connsiteY35" fmla="*/ 2552467 h 3436871"/>
                <a:gd name="connsiteX36" fmla="*/ 1262209 w 1997094"/>
                <a:gd name="connsiteY36" fmla="*/ 2417831 h 3436871"/>
                <a:gd name="connsiteX37" fmla="*/ 1357574 w 1997094"/>
                <a:gd name="connsiteY37" fmla="*/ 2569297 h 3436871"/>
                <a:gd name="connsiteX38" fmla="*/ 1368794 w 1997094"/>
                <a:gd name="connsiteY38" fmla="*/ 3107839 h 3436871"/>
                <a:gd name="connsiteX39" fmla="*/ 1413673 w 1997094"/>
                <a:gd name="connsiteY39" fmla="*/ 3113448 h 3436871"/>
                <a:gd name="connsiteX40" fmla="*/ 1419283 w 1997094"/>
                <a:gd name="connsiteY40" fmla="*/ 2625394 h 3436871"/>
                <a:gd name="connsiteX41" fmla="*/ 1469772 w 1997094"/>
                <a:gd name="connsiteY41" fmla="*/ 2636614 h 3436871"/>
                <a:gd name="connsiteX42" fmla="*/ 1480991 w 1997094"/>
                <a:gd name="connsiteY42" fmla="*/ 3292962 h 3436871"/>
                <a:gd name="connsiteX43" fmla="*/ 1531479 w 1997094"/>
                <a:gd name="connsiteY43" fmla="*/ 3276133 h 3436871"/>
                <a:gd name="connsiteX44" fmla="*/ 1537090 w 1997094"/>
                <a:gd name="connsiteY44" fmla="*/ 2804908 h 3436871"/>
                <a:gd name="connsiteX45" fmla="*/ 1604407 w 1997094"/>
                <a:gd name="connsiteY45" fmla="*/ 2961983 h 3436871"/>
                <a:gd name="connsiteX46" fmla="*/ 1991484 w 1997094"/>
                <a:gd name="connsiteY46" fmla="*/ 2765639 h 3436871"/>
                <a:gd name="connsiteX47" fmla="*/ 1997094 w 1997094"/>
                <a:gd name="connsiteY47" fmla="*/ 2653443 h 3436871"/>
                <a:gd name="connsiteX48" fmla="*/ 1823190 w 1997094"/>
                <a:gd name="connsiteY48" fmla="*/ 2642224 h 3436871"/>
                <a:gd name="connsiteX49" fmla="*/ 1694164 w 1997094"/>
                <a:gd name="connsiteY49" fmla="*/ 2546857 h 3436871"/>
                <a:gd name="connsiteX50" fmla="*/ 1621237 w 1997094"/>
                <a:gd name="connsiteY50" fmla="*/ 2451490 h 3436871"/>
                <a:gd name="connsiteX51" fmla="*/ 1694164 w 1997094"/>
                <a:gd name="connsiteY51" fmla="*/ 2328074 h 3436871"/>
                <a:gd name="connsiteX52" fmla="*/ 1514650 w 1997094"/>
                <a:gd name="connsiteY52" fmla="*/ 2030754 h 3436871"/>
                <a:gd name="connsiteX53" fmla="*/ 1531479 w 1997094"/>
                <a:gd name="connsiteY53" fmla="*/ 1610018 h 3436871"/>
                <a:gd name="connsiteX54" fmla="*/ 1301477 w 1997094"/>
                <a:gd name="connsiteY54" fmla="*/ 1615627 h 3436871"/>
                <a:gd name="connsiteX55" fmla="*/ 1323916 w 1997094"/>
                <a:gd name="connsiteY55" fmla="*/ 1486602 h 3436871"/>
                <a:gd name="connsiteX56" fmla="*/ 1262208 w 1997094"/>
                <a:gd name="connsiteY56" fmla="*/ 1301478 h 3436871"/>
                <a:gd name="connsiteX57" fmla="*/ 1301477 w 1997094"/>
                <a:gd name="connsiteY57" fmla="*/ 1228550 h 3436871"/>
                <a:gd name="connsiteX58" fmla="*/ 1234159 w 1997094"/>
                <a:gd name="connsiteY58" fmla="*/ 1043426 h 3436871"/>
                <a:gd name="connsiteX59" fmla="*/ 1250989 w 1997094"/>
                <a:gd name="connsiteY59" fmla="*/ 847083 h 3436871"/>
                <a:gd name="connsiteX60" fmla="*/ 970498 w 1997094"/>
                <a:gd name="connsiteY60" fmla="*/ 712447 h 3436871"/>
                <a:gd name="connsiteX61" fmla="*/ 1015376 w 1997094"/>
                <a:gd name="connsiteY61" fmla="*/ 622690 h 3436871"/>
                <a:gd name="connsiteX62" fmla="*/ 1150012 w 1997094"/>
                <a:gd name="connsiteY62" fmla="*/ 482445 h 3436871"/>
                <a:gd name="connsiteX63" fmla="*/ 1166841 w 1997094"/>
                <a:gd name="connsiteY63" fmla="*/ 314150 h 3436871"/>
                <a:gd name="connsiteX64" fmla="*/ 1161232 w 1997094"/>
                <a:gd name="connsiteY64" fmla="*/ 196344 h 3436871"/>
                <a:gd name="connsiteX65" fmla="*/ 1065865 w 1997094"/>
                <a:gd name="connsiteY65" fmla="*/ 117807 h 3436871"/>
                <a:gd name="connsiteX66" fmla="*/ 998547 w 1997094"/>
                <a:gd name="connsiteY66" fmla="*/ 72928 h 3436871"/>
                <a:gd name="connsiteX67" fmla="*/ 920010 w 1997094"/>
                <a:gd name="connsiteY67" fmla="*/ 0 h 3436871"/>
                <a:gd name="connsiteX0" fmla="*/ 920010 w 2025802"/>
                <a:gd name="connsiteY0" fmla="*/ 0 h 3436871"/>
                <a:gd name="connsiteX1" fmla="*/ 779764 w 2025802"/>
                <a:gd name="connsiteY1" fmla="*/ 117807 h 3436871"/>
                <a:gd name="connsiteX2" fmla="*/ 751715 w 2025802"/>
                <a:gd name="connsiteY2" fmla="*/ 224393 h 3436871"/>
                <a:gd name="connsiteX3" fmla="*/ 656348 w 2025802"/>
                <a:gd name="connsiteY3" fmla="*/ 403907 h 3436871"/>
                <a:gd name="connsiteX4" fmla="*/ 656348 w 2025802"/>
                <a:gd name="connsiteY4" fmla="*/ 460005 h 3436871"/>
                <a:gd name="connsiteX5" fmla="*/ 673178 w 2025802"/>
                <a:gd name="connsiteY5" fmla="*/ 544153 h 3436871"/>
                <a:gd name="connsiteX6" fmla="*/ 448785 w 2025802"/>
                <a:gd name="connsiteY6" fmla="*/ 656349 h 3436871"/>
                <a:gd name="connsiteX7" fmla="*/ 263661 w 2025802"/>
                <a:gd name="connsiteY7" fmla="*/ 673178 h 3436871"/>
                <a:gd name="connsiteX8" fmla="*/ 218783 w 2025802"/>
                <a:gd name="connsiteY8" fmla="*/ 948059 h 3436871"/>
                <a:gd name="connsiteX9" fmla="*/ 168294 w 2025802"/>
                <a:gd name="connsiteY9" fmla="*/ 1082695 h 3436871"/>
                <a:gd name="connsiteX10" fmla="*/ 72927 w 2025802"/>
                <a:gd name="connsiteY10" fmla="*/ 1211721 h 3436871"/>
                <a:gd name="connsiteX11" fmla="*/ 0 w 2025802"/>
                <a:gd name="connsiteY11" fmla="*/ 1346356 h 3436871"/>
                <a:gd name="connsiteX12" fmla="*/ 134635 w 2025802"/>
                <a:gd name="connsiteY12" fmla="*/ 1705384 h 3436871"/>
                <a:gd name="connsiteX13" fmla="*/ 241222 w 2025802"/>
                <a:gd name="connsiteY13" fmla="*/ 1778312 h 3436871"/>
                <a:gd name="connsiteX14" fmla="*/ 291710 w 2025802"/>
                <a:gd name="connsiteY14" fmla="*/ 1744653 h 3436871"/>
                <a:gd name="connsiteX15" fmla="*/ 336589 w 2025802"/>
                <a:gd name="connsiteY15" fmla="*/ 1800751 h 3436871"/>
                <a:gd name="connsiteX16" fmla="*/ 387077 w 2025802"/>
                <a:gd name="connsiteY16" fmla="*/ 3326621 h 3436871"/>
                <a:gd name="connsiteX17" fmla="*/ 448785 w 2025802"/>
                <a:gd name="connsiteY17" fmla="*/ 3298572 h 3436871"/>
                <a:gd name="connsiteX18" fmla="*/ 431956 w 2025802"/>
                <a:gd name="connsiteY18" fmla="*/ 2423441 h 3436871"/>
                <a:gd name="connsiteX19" fmla="*/ 482444 w 2025802"/>
                <a:gd name="connsiteY19" fmla="*/ 2434660 h 3436871"/>
                <a:gd name="connsiteX20" fmla="*/ 516103 w 2025802"/>
                <a:gd name="connsiteY20" fmla="*/ 3119058 h 3436871"/>
                <a:gd name="connsiteX21" fmla="*/ 583421 w 2025802"/>
                <a:gd name="connsiteY21" fmla="*/ 3124668 h 3436871"/>
                <a:gd name="connsiteX22" fmla="*/ 572201 w 2025802"/>
                <a:gd name="connsiteY22" fmla="*/ 2457100 h 3436871"/>
                <a:gd name="connsiteX23" fmla="*/ 964888 w 2025802"/>
                <a:gd name="connsiteY23" fmla="*/ 2462710 h 3436871"/>
                <a:gd name="connsiteX24" fmla="*/ 970498 w 2025802"/>
                <a:gd name="connsiteY24" fmla="*/ 2866616 h 3436871"/>
                <a:gd name="connsiteX25" fmla="*/ 1026596 w 2025802"/>
                <a:gd name="connsiteY25" fmla="*/ 2877836 h 3436871"/>
                <a:gd name="connsiteX26" fmla="*/ 1020986 w 2025802"/>
                <a:gd name="connsiteY26" fmla="*/ 3051740 h 3436871"/>
                <a:gd name="connsiteX27" fmla="*/ 1009767 w 2025802"/>
                <a:gd name="connsiteY27" fmla="*/ 3175156 h 3436871"/>
                <a:gd name="connsiteX28" fmla="*/ 1020986 w 2025802"/>
                <a:gd name="connsiteY28" fmla="*/ 3393939 h 3436871"/>
                <a:gd name="connsiteX29" fmla="*/ 1217330 w 2025802"/>
                <a:gd name="connsiteY29" fmla="*/ 3410768 h 3436871"/>
                <a:gd name="connsiteX30" fmla="*/ 1211720 w 2025802"/>
                <a:gd name="connsiteY30" fmla="*/ 3225645 h 3436871"/>
                <a:gd name="connsiteX31" fmla="*/ 1228549 w 2025802"/>
                <a:gd name="connsiteY31" fmla="*/ 3051741 h 3436871"/>
                <a:gd name="connsiteX32" fmla="*/ 1211720 w 2025802"/>
                <a:gd name="connsiteY32" fmla="*/ 2922714 h 3436871"/>
                <a:gd name="connsiteX33" fmla="*/ 1234159 w 2025802"/>
                <a:gd name="connsiteY33" fmla="*/ 2883446 h 3436871"/>
                <a:gd name="connsiteX34" fmla="*/ 1250988 w 2025802"/>
                <a:gd name="connsiteY34" fmla="*/ 2664663 h 3436871"/>
                <a:gd name="connsiteX35" fmla="*/ 1256599 w 2025802"/>
                <a:gd name="connsiteY35" fmla="*/ 2552467 h 3436871"/>
                <a:gd name="connsiteX36" fmla="*/ 1262209 w 2025802"/>
                <a:gd name="connsiteY36" fmla="*/ 2417831 h 3436871"/>
                <a:gd name="connsiteX37" fmla="*/ 1357574 w 2025802"/>
                <a:gd name="connsiteY37" fmla="*/ 2569297 h 3436871"/>
                <a:gd name="connsiteX38" fmla="*/ 1368794 w 2025802"/>
                <a:gd name="connsiteY38" fmla="*/ 3107839 h 3436871"/>
                <a:gd name="connsiteX39" fmla="*/ 1413673 w 2025802"/>
                <a:gd name="connsiteY39" fmla="*/ 3113448 h 3436871"/>
                <a:gd name="connsiteX40" fmla="*/ 1419283 w 2025802"/>
                <a:gd name="connsiteY40" fmla="*/ 2625394 h 3436871"/>
                <a:gd name="connsiteX41" fmla="*/ 1469772 w 2025802"/>
                <a:gd name="connsiteY41" fmla="*/ 2636614 h 3436871"/>
                <a:gd name="connsiteX42" fmla="*/ 1480991 w 2025802"/>
                <a:gd name="connsiteY42" fmla="*/ 3292962 h 3436871"/>
                <a:gd name="connsiteX43" fmla="*/ 1531479 w 2025802"/>
                <a:gd name="connsiteY43" fmla="*/ 3276133 h 3436871"/>
                <a:gd name="connsiteX44" fmla="*/ 1537090 w 2025802"/>
                <a:gd name="connsiteY44" fmla="*/ 2804908 h 3436871"/>
                <a:gd name="connsiteX45" fmla="*/ 1604407 w 2025802"/>
                <a:gd name="connsiteY45" fmla="*/ 2961983 h 3436871"/>
                <a:gd name="connsiteX46" fmla="*/ 1991484 w 2025802"/>
                <a:gd name="connsiteY46" fmla="*/ 2765639 h 3436871"/>
                <a:gd name="connsiteX47" fmla="*/ 1997094 w 2025802"/>
                <a:gd name="connsiteY47" fmla="*/ 2653443 h 3436871"/>
                <a:gd name="connsiteX48" fmla="*/ 1823190 w 2025802"/>
                <a:gd name="connsiteY48" fmla="*/ 2642224 h 3436871"/>
                <a:gd name="connsiteX49" fmla="*/ 1694164 w 2025802"/>
                <a:gd name="connsiteY49" fmla="*/ 2546857 h 3436871"/>
                <a:gd name="connsiteX50" fmla="*/ 1621237 w 2025802"/>
                <a:gd name="connsiteY50" fmla="*/ 2451490 h 3436871"/>
                <a:gd name="connsiteX51" fmla="*/ 1694164 w 2025802"/>
                <a:gd name="connsiteY51" fmla="*/ 2328074 h 3436871"/>
                <a:gd name="connsiteX52" fmla="*/ 1514650 w 2025802"/>
                <a:gd name="connsiteY52" fmla="*/ 2030754 h 3436871"/>
                <a:gd name="connsiteX53" fmla="*/ 1531479 w 2025802"/>
                <a:gd name="connsiteY53" fmla="*/ 1610018 h 3436871"/>
                <a:gd name="connsiteX54" fmla="*/ 1301477 w 2025802"/>
                <a:gd name="connsiteY54" fmla="*/ 1615627 h 3436871"/>
                <a:gd name="connsiteX55" fmla="*/ 1323916 w 2025802"/>
                <a:gd name="connsiteY55" fmla="*/ 1486602 h 3436871"/>
                <a:gd name="connsiteX56" fmla="*/ 1262208 w 2025802"/>
                <a:gd name="connsiteY56" fmla="*/ 1301478 h 3436871"/>
                <a:gd name="connsiteX57" fmla="*/ 1301477 w 2025802"/>
                <a:gd name="connsiteY57" fmla="*/ 1228550 h 3436871"/>
                <a:gd name="connsiteX58" fmla="*/ 1234159 w 2025802"/>
                <a:gd name="connsiteY58" fmla="*/ 1043426 h 3436871"/>
                <a:gd name="connsiteX59" fmla="*/ 1250989 w 2025802"/>
                <a:gd name="connsiteY59" fmla="*/ 847083 h 3436871"/>
                <a:gd name="connsiteX60" fmla="*/ 970498 w 2025802"/>
                <a:gd name="connsiteY60" fmla="*/ 712447 h 3436871"/>
                <a:gd name="connsiteX61" fmla="*/ 1015376 w 2025802"/>
                <a:gd name="connsiteY61" fmla="*/ 622690 h 3436871"/>
                <a:gd name="connsiteX62" fmla="*/ 1150012 w 2025802"/>
                <a:gd name="connsiteY62" fmla="*/ 482445 h 3436871"/>
                <a:gd name="connsiteX63" fmla="*/ 1166841 w 2025802"/>
                <a:gd name="connsiteY63" fmla="*/ 314150 h 3436871"/>
                <a:gd name="connsiteX64" fmla="*/ 1161232 w 2025802"/>
                <a:gd name="connsiteY64" fmla="*/ 196344 h 3436871"/>
                <a:gd name="connsiteX65" fmla="*/ 1065865 w 2025802"/>
                <a:gd name="connsiteY65" fmla="*/ 117807 h 3436871"/>
                <a:gd name="connsiteX66" fmla="*/ 998547 w 2025802"/>
                <a:gd name="connsiteY66" fmla="*/ 72928 h 3436871"/>
                <a:gd name="connsiteX67" fmla="*/ 920010 w 2025802"/>
                <a:gd name="connsiteY67" fmla="*/ 0 h 3436871"/>
                <a:gd name="connsiteX0" fmla="*/ 920010 w 2038796"/>
                <a:gd name="connsiteY0" fmla="*/ 0 h 3436871"/>
                <a:gd name="connsiteX1" fmla="*/ 779764 w 2038796"/>
                <a:gd name="connsiteY1" fmla="*/ 117807 h 3436871"/>
                <a:gd name="connsiteX2" fmla="*/ 751715 w 2038796"/>
                <a:gd name="connsiteY2" fmla="*/ 224393 h 3436871"/>
                <a:gd name="connsiteX3" fmla="*/ 656348 w 2038796"/>
                <a:gd name="connsiteY3" fmla="*/ 403907 h 3436871"/>
                <a:gd name="connsiteX4" fmla="*/ 656348 w 2038796"/>
                <a:gd name="connsiteY4" fmla="*/ 460005 h 3436871"/>
                <a:gd name="connsiteX5" fmla="*/ 673178 w 2038796"/>
                <a:gd name="connsiteY5" fmla="*/ 544153 h 3436871"/>
                <a:gd name="connsiteX6" fmla="*/ 448785 w 2038796"/>
                <a:gd name="connsiteY6" fmla="*/ 656349 h 3436871"/>
                <a:gd name="connsiteX7" fmla="*/ 263661 w 2038796"/>
                <a:gd name="connsiteY7" fmla="*/ 673178 h 3436871"/>
                <a:gd name="connsiteX8" fmla="*/ 218783 w 2038796"/>
                <a:gd name="connsiteY8" fmla="*/ 948059 h 3436871"/>
                <a:gd name="connsiteX9" fmla="*/ 168294 w 2038796"/>
                <a:gd name="connsiteY9" fmla="*/ 1082695 h 3436871"/>
                <a:gd name="connsiteX10" fmla="*/ 72927 w 2038796"/>
                <a:gd name="connsiteY10" fmla="*/ 1211721 h 3436871"/>
                <a:gd name="connsiteX11" fmla="*/ 0 w 2038796"/>
                <a:gd name="connsiteY11" fmla="*/ 1346356 h 3436871"/>
                <a:gd name="connsiteX12" fmla="*/ 134635 w 2038796"/>
                <a:gd name="connsiteY12" fmla="*/ 1705384 h 3436871"/>
                <a:gd name="connsiteX13" fmla="*/ 241222 w 2038796"/>
                <a:gd name="connsiteY13" fmla="*/ 1778312 h 3436871"/>
                <a:gd name="connsiteX14" fmla="*/ 291710 w 2038796"/>
                <a:gd name="connsiteY14" fmla="*/ 1744653 h 3436871"/>
                <a:gd name="connsiteX15" fmla="*/ 336589 w 2038796"/>
                <a:gd name="connsiteY15" fmla="*/ 1800751 h 3436871"/>
                <a:gd name="connsiteX16" fmla="*/ 387077 w 2038796"/>
                <a:gd name="connsiteY16" fmla="*/ 3326621 h 3436871"/>
                <a:gd name="connsiteX17" fmla="*/ 448785 w 2038796"/>
                <a:gd name="connsiteY17" fmla="*/ 3298572 h 3436871"/>
                <a:gd name="connsiteX18" fmla="*/ 431956 w 2038796"/>
                <a:gd name="connsiteY18" fmla="*/ 2423441 h 3436871"/>
                <a:gd name="connsiteX19" fmla="*/ 482444 w 2038796"/>
                <a:gd name="connsiteY19" fmla="*/ 2434660 h 3436871"/>
                <a:gd name="connsiteX20" fmla="*/ 516103 w 2038796"/>
                <a:gd name="connsiteY20" fmla="*/ 3119058 h 3436871"/>
                <a:gd name="connsiteX21" fmla="*/ 583421 w 2038796"/>
                <a:gd name="connsiteY21" fmla="*/ 3124668 h 3436871"/>
                <a:gd name="connsiteX22" fmla="*/ 572201 w 2038796"/>
                <a:gd name="connsiteY22" fmla="*/ 2457100 h 3436871"/>
                <a:gd name="connsiteX23" fmla="*/ 964888 w 2038796"/>
                <a:gd name="connsiteY23" fmla="*/ 2462710 h 3436871"/>
                <a:gd name="connsiteX24" fmla="*/ 970498 w 2038796"/>
                <a:gd name="connsiteY24" fmla="*/ 2866616 h 3436871"/>
                <a:gd name="connsiteX25" fmla="*/ 1026596 w 2038796"/>
                <a:gd name="connsiteY25" fmla="*/ 2877836 h 3436871"/>
                <a:gd name="connsiteX26" fmla="*/ 1020986 w 2038796"/>
                <a:gd name="connsiteY26" fmla="*/ 3051740 h 3436871"/>
                <a:gd name="connsiteX27" fmla="*/ 1009767 w 2038796"/>
                <a:gd name="connsiteY27" fmla="*/ 3175156 h 3436871"/>
                <a:gd name="connsiteX28" fmla="*/ 1020986 w 2038796"/>
                <a:gd name="connsiteY28" fmla="*/ 3393939 h 3436871"/>
                <a:gd name="connsiteX29" fmla="*/ 1217330 w 2038796"/>
                <a:gd name="connsiteY29" fmla="*/ 3410768 h 3436871"/>
                <a:gd name="connsiteX30" fmla="*/ 1211720 w 2038796"/>
                <a:gd name="connsiteY30" fmla="*/ 3225645 h 3436871"/>
                <a:gd name="connsiteX31" fmla="*/ 1228549 w 2038796"/>
                <a:gd name="connsiteY31" fmla="*/ 3051741 h 3436871"/>
                <a:gd name="connsiteX32" fmla="*/ 1211720 w 2038796"/>
                <a:gd name="connsiteY32" fmla="*/ 2922714 h 3436871"/>
                <a:gd name="connsiteX33" fmla="*/ 1234159 w 2038796"/>
                <a:gd name="connsiteY33" fmla="*/ 2883446 h 3436871"/>
                <a:gd name="connsiteX34" fmla="*/ 1250988 w 2038796"/>
                <a:gd name="connsiteY34" fmla="*/ 2664663 h 3436871"/>
                <a:gd name="connsiteX35" fmla="*/ 1256599 w 2038796"/>
                <a:gd name="connsiteY35" fmla="*/ 2552467 h 3436871"/>
                <a:gd name="connsiteX36" fmla="*/ 1262209 w 2038796"/>
                <a:gd name="connsiteY36" fmla="*/ 2417831 h 3436871"/>
                <a:gd name="connsiteX37" fmla="*/ 1357574 w 2038796"/>
                <a:gd name="connsiteY37" fmla="*/ 2569297 h 3436871"/>
                <a:gd name="connsiteX38" fmla="*/ 1368794 w 2038796"/>
                <a:gd name="connsiteY38" fmla="*/ 3107839 h 3436871"/>
                <a:gd name="connsiteX39" fmla="*/ 1413673 w 2038796"/>
                <a:gd name="connsiteY39" fmla="*/ 3113448 h 3436871"/>
                <a:gd name="connsiteX40" fmla="*/ 1419283 w 2038796"/>
                <a:gd name="connsiteY40" fmla="*/ 2625394 h 3436871"/>
                <a:gd name="connsiteX41" fmla="*/ 1469772 w 2038796"/>
                <a:gd name="connsiteY41" fmla="*/ 2636614 h 3436871"/>
                <a:gd name="connsiteX42" fmla="*/ 1480991 w 2038796"/>
                <a:gd name="connsiteY42" fmla="*/ 3292962 h 3436871"/>
                <a:gd name="connsiteX43" fmla="*/ 1531479 w 2038796"/>
                <a:gd name="connsiteY43" fmla="*/ 3276133 h 3436871"/>
                <a:gd name="connsiteX44" fmla="*/ 1537090 w 2038796"/>
                <a:gd name="connsiteY44" fmla="*/ 2804908 h 3436871"/>
                <a:gd name="connsiteX45" fmla="*/ 1604407 w 2038796"/>
                <a:gd name="connsiteY45" fmla="*/ 2961983 h 3436871"/>
                <a:gd name="connsiteX46" fmla="*/ 1991484 w 2038796"/>
                <a:gd name="connsiteY46" fmla="*/ 2765639 h 3436871"/>
                <a:gd name="connsiteX47" fmla="*/ 1997094 w 2038796"/>
                <a:gd name="connsiteY47" fmla="*/ 2653443 h 3436871"/>
                <a:gd name="connsiteX48" fmla="*/ 1823190 w 2038796"/>
                <a:gd name="connsiteY48" fmla="*/ 2642224 h 3436871"/>
                <a:gd name="connsiteX49" fmla="*/ 1694164 w 2038796"/>
                <a:gd name="connsiteY49" fmla="*/ 2546857 h 3436871"/>
                <a:gd name="connsiteX50" fmla="*/ 1621237 w 2038796"/>
                <a:gd name="connsiteY50" fmla="*/ 2451490 h 3436871"/>
                <a:gd name="connsiteX51" fmla="*/ 1694164 w 2038796"/>
                <a:gd name="connsiteY51" fmla="*/ 2328074 h 3436871"/>
                <a:gd name="connsiteX52" fmla="*/ 1514650 w 2038796"/>
                <a:gd name="connsiteY52" fmla="*/ 2030754 h 3436871"/>
                <a:gd name="connsiteX53" fmla="*/ 1531479 w 2038796"/>
                <a:gd name="connsiteY53" fmla="*/ 1610018 h 3436871"/>
                <a:gd name="connsiteX54" fmla="*/ 1301477 w 2038796"/>
                <a:gd name="connsiteY54" fmla="*/ 1615627 h 3436871"/>
                <a:gd name="connsiteX55" fmla="*/ 1323916 w 2038796"/>
                <a:gd name="connsiteY55" fmla="*/ 1486602 h 3436871"/>
                <a:gd name="connsiteX56" fmla="*/ 1262208 w 2038796"/>
                <a:gd name="connsiteY56" fmla="*/ 1301478 h 3436871"/>
                <a:gd name="connsiteX57" fmla="*/ 1301477 w 2038796"/>
                <a:gd name="connsiteY57" fmla="*/ 1228550 h 3436871"/>
                <a:gd name="connsiteX58" fmla="*/ 1234159 w 2038796"/>
                <a:gd name="connsiteY58" fmla="*/ 1043426 h 3436871"/>
                <a:gd name="connsiteX59" fmla="*/ 1250989 w 2038796"/>
                <a:gd name="connsiteY59" fmla="*/ 847083 h 3436871"/>
                <a:gd name="connsiteX60" fmla="*/ 970498 w 2038796"/>
                <a:gd name="connsiteY60" fmla="*/ 712447 h 3436871"/>
                <a:gd name="connsiteX61" fmla="*/ 1015376 w 2038796"/>
                <a:gd name="connsiteY61" fmla="*/ 622690 h 3436871"/>
                <a:gd name="connsiteX62" fmla="*/ 1150012 w 2038796"/>
                <a:gd name="connsiteY62" fmla="*/ 482445 h 3436871"/>
                <a:gd name="connsiteX63" fmla="*/ 1166841 w 2038796"/>
                <a:gd name="connsiteY63" fmla="*/ 314150 h 3436871"/>
                <a:gd name="connsiteX64" fmla="*/ 1161232 w 2038796"/>
                <a:gd name="connsiteY64" fmla="*/ 196344 h 3436871"/>
                <a:gd name="connsiteX65" fmla="*/ 1065865 w 2038796"/>
                <a:gd name="connsiteY65" fmla="*/ 117807 h 3436871"/>
                <a:gd name="connsiteX66" fmla="*/ 998547 w 2038796"/>
                <a:gd name="connsiteY66" fmla="*/ 72928 h 3436871"/>
                <a:gd name="connsiteX67" fmla="*/ 920010 w 2038796"/>
                <a:gd name="connsiteY67" fmla="*/ 0 h 3436871"/>
                <a:gd name="connsiteX0" fmla="*/ 920010 w 2038796"/>
                <a:gd name="connsiteY0" fmla="*/ 0 h 3436871"/>
                <a:gd name="connsiteX1" fmla="*/ 779764 w 2038796"/>
                <a:gd name="connsiteY1" fmla="*/ 117807 h 3436871"/>
                <a:gd name="connsiteX2" fmla="*/ 751715 w 2038796"/>
                <a:gd name="connsiteY2" fmla="*/ 224393 h 3436871"/>
                <a:gd name="connsiteX3" fmla="*/ 656348 w 2038796"/>
                <a:gd name="connsiteY3" fmla="*/ 403907 h 3436871"/>
                <a:gd name="connsiteX4" fmla="*/ 656348 w 2038796"/>
                <a:gd name="connsiteY4" fmla="*/ 460005 h 3436871"/>
                <a:gd name="connsiteX5" fmla="*/ 673178 w 2038796"/>
                <a:gd name="connsiteY5" fmla="*/ 544153 h 3436871"/>
                <a:gd name="connsiteX6" fmla="*/ 448785 w 2038796"/>
                <a:gd name="connsiteY6" fmla="*/ 656349 h 3436871"/>
                <a:gd name="connsiteX7" fmla="*/ 263661 w 2038796"/>
                <a:gd name="connsiteY7" fmla="*/ 673178 h 3436871"/>
                <a:gd name="connsiteX8" fmla="*/ 218783 w 2038796"/>
                <a:gd name="connsiteY8" fmla="*/ 948059 h 3436871"/>
                <a:gd name="connsiteX9" fmla="*/ 168294 w 2038796"/>
                <a:gd name="connsiteY9" fmla="*/ 1082695 h 3436871"/>
                <a:gd name="connsiteX10" fmla="*/ 72927 w 2038796"/>
                <a:gd name="connsiteY10" fmla="*/ 1211721 h 3436871"/>
                <a:gd name="connsiteX11" fmla="*/ 0 w 2038796"/>
                <a:gd name="connsiteY11" fmla="*/ 1346356 h 3436871"/>
                <a:gd name="connsiteX12" fmla="*/ 134635 w 2038796"/>
                <a:gd name="connsiteY12" fmla="*/ 1705384 h 3436871"/>
                <a:gd name="connsiteX13" fmla="*/ 241222 w 2038796"/>
                <a:gd name="connsiteY13" fmla="*/ 1778312 h 3436871"/>
                <a:gd name="connsiteX14" fmla="*/ 291710 w 2038796"/>
                <a:gd name="connsiteY14" fmla="*/ 1744653 h 3436871"/>
                <a:gd name="connsiteX15" fmla="*/ 336589 w 2038796"/>
                <a:gd name="connsiteY15" fmla="*/ 1800751 h 3436871"/>
                <a:gd name="connsiteX16" fmla="*/ 387077 w 2038796"/>
                <a:gd name="connsiteY16" fmla="*/ 3326621 h 3436871"/>
                <a:gd name="connsiteX17" fmla="*/ 448785 w 2038796"/>
                <a:gd name="connsiteY17" fmla="*/ 3298572 h 3436871"/>
                <a:gd name="connsiteX18" fmla="*/ 431956 w 2038796"/>
                <a:gd name="connsiteY18" fmla="*/ 2423441 h 3436871"/>
                <a:gd name="connsiteX19" fmla="*/ 482444 w 2038796"/>
                <a:gd name="connsiteY19" fmla="*/ 2434660 h 3436871"/>
                <a:gd name="connsiteX20" fmla="*/ 516103 w 2038796"/>
                <a:gd name="connsiteY20" fmla="*/ 3119058 h 3436871"/>
                <a:gd name="connsiteX21" fmla="*/ 583421 w 2038796"/>
                <a:gd name="connsiteY21" fmla="*/ 3124668 h 3436871"/>
                <a:gd name="connsiteX22" fmla="*/ 572201 w 2038796"/>
                <a:gd name="connsiteY22" fmla="*/ 2457100 h 3436871"/>
                <a:gd name="connsiteX23" fmla="*/ 964888 w 2038796"/>
                <a:gd name="connsiteY23" fmla="*/ 2462710 h 3436871"/>
                <a:gd name="connsiteX24" fmla="*/ 970498 w 2038796"/>
                <a:gd name="connsiteY24" fmla="*/ 2866616 h 3436871"/>
                <a:gd name="connsiteX25" fmla="*/ 1026596 w 2038796"/>
                <a:gd name="connsiteY25" fmla="*/ 2877836 h 3436871"/>
                <a:gd name="connsiteX26" fmla="*/ 1020986 w 2038796"/>
                <a:gd name="connsiteY26" fmla="*/ 3051740 h 3436871"/>
                <a:gd name="connsiteX27" fmla="*/ 1009767 w 2038796"/>
                <a:gd name="connsiteY27" fmla="*/ 3175156 h 3436871"/>
                <a:gd name="connsiteX28" fmla="*/ 1020986 w 2038796"/>
                <a:gd name="connsiteY28" fmla="*/ 3393939 h 3436871"/>
                <a:gd name="connsiteX29" fmla="*/ 1217330 w 2038796"/>
                <a:gd name="connsiteY29" fmla="*/ 3410768 h 3436871"/>
                <a:gd name="connsiteX30" fmla="*/ 1211720 w 2038796"/>
                <a:gd name="connsiteY30" fmla="*/ 3225645 h 3436871"/>
                <a:gd name="connsiteX31" fmla="*/ 1228549 w 2038796"/>
                <a:gd name="connsiteY31" fmla="*/ 3051741 h 3436871"/>
                <a:gd name="connsiteX32" fmla="*/ 1211720 w 2038796"/>
                <a:gd name="connsiteY32" fmla="*/ 2922714 h 3436871"/>
                <a:gd name="connsiteX33" fmla="*/ 1234159 w 2038796"/>
                <a:gd name="connsiteY33" fmla="*/ 2883446 h 3436871"/>
                <a:gd name="connsiteX34" fmla="*/ 1250988 w 2038796"/>
                <a:gd name="connsiteY34" fmla="*/ 2664663 h 3436871"/>
                <a:gd name="connsiteX35" fmla="*/ 1256599 w 2038796"/>
                <a:gd name="connsiteY35" fmla="*/ 2552467 h 3436871"/>
                <a:gd name="connsiteX36" fmla="*/ 1262209 w 2038796"/>
                <a:gd name="connsiteY36" fmla="*/ 2417831 h 3436871"/>
                <a:gd name="connsiteX37" fmla="*/ 1357574 w 2038796"/>
                <a:gd name="connsiteY37" fmla="*/ 2569297 h 3436871"/>
                <a:gd name="connsiteX38" fmla="*/ 1368794 w 2038796"/>
                <a:gd name="connsiteY38" fmla="*/ 3107839 h 3436871"/>
                <a:gd name="connsiteX39" fmla="*/ 1413673 w 2038796"/>
                <a:gd name="connsiteY39" fmla="*/ 3113448 h 3436871"/>
                <a:gd name="connsiteX40" fmla="*/ 1419283 w 2038796"/>
                <a:gd name="connsiteY40" fmla="*/ 2625394 h 3436871"/>
                <a:gd name="connsiteX41" fmla="*/ 1469772 w 2038796"/>
                <a:gd name="connsiteY41" fmla="*/ 2636614 h 3436871"/>
                <a:gd name="connsiteX42" fmla="*/ 1480991 w 2038796"/>
                <a:gd name="connsiteY42" fmla="*/ 3292962 h 3436871"/>
                <a:gd name="connsiteX43" fmla="*/ 1531479 w 2038796"/>
                <a:gd name="connsiteY43" fmla="*/ 3276133 h 3436871"/>
                <a:gd name="connsiteX44" fmla="*/ 1537090 w 2038796"/>
                <a:gd name="connsiteY44" fmla="*/ 2804908 h 3436871"/>
                <a:gd name="connsiteX45" fmla="*/ 1604407 w 2038796"/>
                <a:gd name="connsiteY45" fmla="*/ 2961983 h 3436871"/>
                <a:gd name="connsiteX46" fmla="*/ 1991484 w 2038796"/>
                <a:gd name="connsiteY46" fmla="*/ 2765639 h 3436871"/>
                <a:gd name="connsiteX47" fmla="*/ 1997094 w 2038796"/>
                <a:gd name="connsiteY47" fmla="*/ 2653443 h 3436871"/>
                <a:gd name="connsiteX48" fmla="*/ 1806360 w 2038796"/>
                <a:gd name="connsiteY48" fmla="*/ 2664663 h 3436871"/>
                <a:gd name="connsiteX49" fmla="*/ 1694164 w 2038796"/>
                <a:gd name="connsiteY49" fmla="*/ 2546857 h 3436871"/>
                <a:gd name="connsiteX50" fmla="*/ 1621237 w 2038796"/>
                <a:gd name="connsiteY50" fmla="*/ 2451490 h 3436871"/>
                <a:gd name="connsiteX51" fmla="*/ 1694164 w 2038796"/>
                <a:gd name="connsiteY51" fmla="*/ 2328074 h 3436871"/>
                <a:gd name="connsiteX52" fmla="*/ 1514650 w 2038796"/>
                <a:gd name="connsiteY52" fmla="*/ 2030754 h 3436871"/>
                <a:gd name="connsiteX53" fmla="*/ 1531479 w 2038796"/>
                <a:gd name="connsiteY53" fmla="*/ 1610018 h 3436871"/>
                <a:gd name="connsiteX54" fmla="*/ 1301477 w 2038796"/>
                <a:gd name="connsiteY54" fmla="*/ 1615627 h 3436871"/>
                <a:gd name="connsiteX55" fmla="*/ 1323916 w 2038796"/>
                <a:gd name="connsiteY55" fmla="*/ 1486602 h 3436871"/>
                <a:gd name="connsiteX56" fmla="*/ 1262208 w 2038796"/>
                <a:gd name="connsiteY56" fmla="*/ 1301478 h 3436871"/>
                <a:gd name="connsiteX57" fmla="*/ 1301477 w 2038796"/>
                <a:gd name="connsiteY57" fmla="*/ 1228550 h 3436871"/>
                <a:gd name="connsiteX58" fmla="*/ 1234159 w 2038796"/>
                <a:gd name="connsiteY58" fmla="*/ 1043426 h 3436871"/>
                <a:gd name="connsiteX59" fmla="*/ 1250989 w 2038796"/>
                <a:gd name="connsiteY59" fmla="*/ 847083 h 3436871"/>
                <a:gd name="connsiteX60" fmla="*/ 970498 w 2038796"/>
                <a:gd name="connsiteY60" fmla="*/ 712447 h 3436871"/>
                <a:gd name="connsiteX61" fmla="*/ 1015376 w 2038796"/>
                <a:gd name="connsiteY61" fmla="*/ 622690 h 3436871"/>
                <a:gd name="connsiteX62" fmla="*/ 1150012 w 2038796"/>
                <a:gd name="connsiteY62" fmla="*/ 482445 h 3436871"/>
                <a:gd name="connsiteX63" fmla="*/ 1166841 w 2038796"/>
                <a:gd name="connsiteY63" fmla="*/ 314150 h 3436871"/>
                <a:gd name="connsiteX64" fmla="*/ 1161232 w 2038796"/>
                <a:gd name="connsiteY64" fmla="*/ 196344 h 3436871"/>
                <a:gd name="connsiteX65" fmla="*/ 1065865 w 2038796"/>
                <a:gd name="connsiteY65" fmla="*/ 117807 h 3436871"/>
                <a:gd name="connsiteX66" fmla="*/ 998547 w 2038796"/>
                <a:gd name="connsiteY66" fmla="*/ 72928 h 3436871"/>
                <a:gd name="connsiteX67" fmla="*/ 920010 w 2038796"/>
                <a:gd name="connsiteY67" fmla="*/ 0 h 3436871"/>
                <a:gd name="connsiteX0" fmla="*/ 920010 w 2038796"/>
                <a:gd name="connsiteY0" fmla="*/ 0 h 3436871"/>
                <a:gd name="connsiteX1" fmla="*/ 779764 w 2038796"/>
                <a:gd name="connsiteY1" fmla="*/ 117807 h 3436871"/>
                <a:gd name="connsiteX2" fmla="*/ 751715 w 2038796"/>
                <a:gd name="connsiteY2" fmla="*/ 224393 h 3436871"/>
                <a:gd name="connsiteX3" fmla="*/ 656348 w 2038796"/>
                <a:gd name="connsiteY3" fmla="*/ 403907 h 3436871"/>
                <a:gd name="connsiteX4" fmla="*/ 656348 w 2038796"/>
                <a:gd name="connsiteY4" fmla="*/ 460005 h 3436871"/>
                <a:gd name="connsiteX5" fmla="*/ 673178 w 2038796"/>
                <a:gd name="connsiteY5" fmla="*/ 544153 h 3436871"/>
                <a:gd name="connsiteX6" fmla="*/ 448785 w 2038796"/>
                <a:gd name="connsiteY6" fmla="*/ 656349 h 3436871"/>
                <a:gd name="connsiteX7" fmla="*/ 263661 w 2038796"/>
                <a:gd name="connsiteY7" fmla="*/ 673178 h 3436871"/>
                <a:gd name="connsiteX8" fmla="*/ 218783 w 2038796"/>
                <a:gd name="connsiteY8" fmla="*/ 948059 h 3436871"/>
                <a:gd name="connsiteX9" fmla="*/ 168294 w 2038796"/>
                <a:gd name="connsiteY9" fmla="*/ 1082695 h 3436871"/>
                <a:gd name="connsiteX10" fmla="*/ 72927 w 2038796"/>
                <a:gd name="connsiteY10" fmla="*/ 1211721 h 3436871"/>
                <a:gd name="connsiteX11" fmla="*/ 0 w 2038796"/>
                <a:gd name="connsiteY11" fmla="*/ 1346356 h 3436871"/>
                <a:gd name="connsiteX12" fmla="*/ 134635 w 2038796"/>
                <a:gd name="connsiteY12" fmla="*/ 1705384 h 3436871"/>
                <a:gd name="connsiteX13" fmla="*/ 241222 w 2038796"/>
                <a:gd name="connsiteY13" fmla="*/ 1778312 h 3436871"/>
                <a:gd name="connsiteX14" fmla="*/ 291710 w 2038796"/>
                <a:gd name="connsiteY14" fmla="*/ 1744653 h 3436871"/>
                <a:gd name="connsiteX15" fmla="*/ 336589 w 2038796"/>
                <a:gd name="connsiteY15" fmla="*/ 1800751 h 3436871"/>
                <a:gd name="connsiteX16" fmla="*/ 387077 w 2038796"/>
                <a:gd name="connsiteY16" fmla="*/ 3326621 h 3436871"/>
                <a:gd name="connsiteX17" fmla="*/ 448785 w 2038796"/>
                <a:gd name="connsiteY17" fmla="*/ 3298572 h 3436871"/>
                <a:gd name="connsiteX18" fmla="*/ 431956 w 2038796"/>
                <a:gd name="connsiteY18" fmla="*/ 2423441 h 3436871"/>
                <a:gd name="connsiteX19" fmla="*/ 482444 w 2038796"/>
                <a:gd name="connsiteY19" fmla="*/ 2434660 h 3436871"/>
                <a:gd name="connsiteX20" fmla="*/ 516103 w 2038796"/>
                <a:gd name="connsiteY20" fmla="*/ 3119058 h 3436871"/>
                <a:gd name="connsiteX21" fmla="*/ 583421 w 2038796"/>
                <a:gd name="connsiteY21" fmla="*/ 3124668 h 3436871"/>
                <a:gd name="connsiteX22" fmla="*/ 572201 w 2038796"/>
                <a:gd name="connsiteY22" fmla="*/ 2457100 h 3436871"/>
                <a:gd name="connsiteX23" fmla="*/ 964888 w 2038796"/>
                <a:gd name="connsiteY23" fmla="*/ 2462710 h 3436871"/>
                <a:gd name="connsiteX24" fmla="*/ 970498 w 2038796"/>
                <a:gd name="connsiteY24" fmla="*/ 2866616 h 3436871"/>
                <a:gd name="connsiteX25" fmla="*/ 1026596 w 2038796"/>
                <a:gd name="connsiteY25" fmla="*/ 2877836 h 3436871"/>
                <a:gd name="connsiteX26" fmla="*/ 1020986 w 2038796"/>
                <a:gd name="connsiteY26" fmla="*/ 3051740 h 3436871"/>
                <a:gd name="connsiteX27" fmla="*/ 1009767 w 2038796"/>
                <a:gd name="connsiteY27" fmla="*/ 3175156 h 3436871"/>
                <a:gd name="connsiteX28" fmla="*/ 1020986 w 2038796"/>
                <a:gd name="connsiteY28" fmla="*/ 3393939 h 3436871"/>
                <a:gd name="connsiteX29" fmla="*/ 1217330 w 2038796"/>
                <a:gd name="connsiteY29" fmla="*/ 3410768 h 3436871"/>
                <a:gd name="connsiteX30" fmla="*/ 1211720 w 2038796"/>
                <a:gd name="connsiteY30" fmla="*/ 3225645 h 3436871"/>
                <a:gd name="connsiteX31" fmla="*/ 1228549 w 2038796"/>
                <a:gd name="connsiteY31" fmla="*/ 3051741 h 3436871"/>
                <a:gd name="connsiteX32" fmla="*/ 1211720 w 2038796"/>
                <a:gd name="connsiteY32" fmla="*/ 2922714 h 3436871"/>
                <a:gd name="connsiteX33" fmla="*/ 1234159 w 2038796"/>
                <a:gd name="connsiteY33" fmla="*/ 2883446 h 3436871"/>
                <a:gd name="connsiteX34" fmla="*/ 1250988 w 2038796"/>
                <a:gd name="connsiteY34" fmla="*/ 2664663 h 3436871"/>
                <a:gd name="connsiteX35" fmla="*/ 1256599 w 2038796"/>
                <a:gd name="connsiteY35" fmla="*/ 2552467 h 3436871"/>
                <a:gd name="connsiteX36" fmla="*/ 1262209 w 2038796"/>
                <a:gd name="connsiteY36" fmla="*/ 2417831 h 3436871"/>
                <a:gd name="connsiteX37" fmla="*/ 1357574 w 2038796"/>
                <a:gd name="connsiteY37" fmla="*/ 2569297 h 3436871"/>
                <a:gd name="connsiteX38" fmla="*/ 1368794 w 2038796"/>
                <a:gd name="connsiteY38" fmla="*/ 3107839 h 3436871"/>
                <a:gd name="connsiteX39" fmla="*/ 1413673 w 2038796"/>
                <a:gd name="connsiteY39" fmla="*/ 3113448 h 3436871"/>
                <a:gd name="connsiteX40" fmla="*/ 1419283 w 2038796"/>
                <a:gd name="connsiteY40" fmla="*/ 2625394 h 3436871"/>
                <a:gd name="connsiteX41" fmla="*/ 1469772 w 2038796"/>
                <a:gd name="connsiteY41" fmla="*/ 2636614 h 3436871"/>
                <a:gd name="connsiteX42" fmla="*/ 1480991 w 2038796"/>
                <a:gd name="connsiteY42" fmla="*/ 3292962 h 3436871"/>
                <a:gd name="connsiteX43" fmla="*/ 1531479 w 2038796"/>
                <a:gd name="connsiteY43" fmla="*/ 3276133 h 3436871"/>
                <a:gd name="connsiteX44" fmla="*/ 1537090 w 2038796"/>
                <a:gd name="connsiteY44" fmla="*/ 2804908 h 3436871"/>
                <a:gd name="connsiteX45" fmla="*/ 1604407 w 2038796"/>
                <a:gd name="connsiteY45" fmla="*/ 2961983 h 3436871"/>
                <a:gd name="connsiteX46" fmla="*/ 1991484 w 2038796"/>
                <a:gd name="connsiteY46" fmla="*/ 2765639 h 3436871"/>
                <a:gd name="connsiteX47" fmla="*/ 1997094 w 2038796"/>
                <a:gd name="connsiteY47" fmla="*/ 2653443 h 3436871"/>
                <a:gd name="connsiteX48" fmla="*/ 1806360 w 2038796"/>
                <a:gd name="connsiteY48" fmla="*/ 2664663 h 3436871"/>
                <a:gd name="connsiteX49" fmla="*/ 1694164 w 2038796"/>
                <a:gd name="connsiteY49" fmla="*/ 2546857 h 3436871"/>
                <a:gd name="connsiteX50" fmla="*/ 1621237 w 2038796"/>
                <a:gd name="connsiteY50" fmla="*/ 2451490 h 3436871"/>
                <a:gd name="connsiteX51" fmla="*/ 1694164 w 2038796"/>
                <a:gd name="connsiteY51" fmla="*/ 2328074 h 3436871"/>
                <a:gd name="connsiteX52" fmla="*/ 1514650 w 2038796"/>
                <a:gd name="connsiteY52" fmla="*/ 2030754 h 3436871"/>
                <a:gd name="connsiteX53" fmla="*/ 1531479 w 2038796"/>
                <a:gd name="connsiteY53" fmla="*/ 1610018 h 3436871"/>
                <a:gd name="connsiteX54" fmla="*/ 1301477 w 2038796"/>
                <a:gd name="connsiteY54" fmla="*/ 1615627 h 3436871"/>
                <a:gd name="connsiteX55" fmla="*/ 1323916 w 2038796"/>
                <a:gd name="connsiteY55" fmla="*/ 1486602 h 3436871"/>
                <a:gd name="connsiteX56" fmla="*/ 1262208 w 2038796"/>
                <a:gd name="connsiteY56" fmla="*/ 1301478 h 3436871"/>
                <a:gd name="connsiteX57" fmla="*/ 1301477 w 2038796"/>
                <a:gd name="connsiteY57" fmla="*/ 1228550 h 3436871"/>
                <a:gd name="connsiteX58" fmla="*/ 1234159 w 2038796"/>
                <a:gd name="connsiteY58" fmla="*/ 1043426 h 3436871"/>
                <a:gd name="connsiteX59" fmla="*/ 1250989 w 2038796"/>
                <a:gd name="connsiteY59" fmla="*/ 847083 h 3436871"/>
                <a:gd name="connsiteX60" fmla="*/ 970498 w 2038796"/>
                <a:gd name="connsiteY60" fmla="*/ 712447 h 3436871"/>
                <a:gd name="connsiteX61" fmla="*/ 1015376 w 2038796"/>
                <a:gd name="connsiteY61" fmla="*/ 622690 h 3436871"/>
                <a:gd name="connsiteX62" fmla="*/ 1150012 w 2038796"/>
                <a:gd name="connsiteY62" fmla="*/ 482445 h 3436871"/>
                <a:gd name="connsiteX63" fmla="*/ 1166841 w 2038796"/>
                <a:gd name="connsiteY63" fmla="*/ 314150 h 3436871"/>
                <a:gd name="connsiteX64" fmla="*/ 1161232 w 2038796"/>
                <a:gd name="connsiteY64" fmla="*/ 196344 h 3436871"/>
                <a:gd name="connsiteX65" fmla="*/ 1065865 w 2038796"/>
                <a:gd name="connsiteY65" fmla="*/ 117807 h 3436871"/>
                <a:gd name="connsiteX66" fmla="*/ 998547 w 2038796"/>
                <a:gd name="connsiteY66" fmla="*/ 72928 h 3436871"/>
                <a:gd name="connsiteX67" fmla="*/ 920010 w 2038796"/>
                <a:gd name="connsiteY67" fmla="*/ 0 h 3436871"/>
                <a:gd name="connsiteX0" fmla="*/ 920010 w 2038796"/>
                <a:gd name="connsiteY0" fmla="*/ 0 h 3436871"/>
                <a:gd name="connsiteX1" fmla="*/ 779764 w 2038796"/>
                <a:gd name="connsiteY1" fmla="*/ 117807 h 3436871"/>
                <a:gd name="connsiteX2" fmla="*/ 751715 w 2038796"/>
                <a:gd name="connsiteY2" fmla="*/ 224393 h 3436871"/>
                <a:gd name="connsiteX3" fmla="*/ 656348 w 2038796"/>
                <a:gd name="connsiteY3" fmla="*/ 403907 h 3436871"/>
                <a:gd name="connsiteX4" fmla="*/ 656348 w 2038796"/>
                <a:gd name="connsiteY4" fmla="*/ 460005 h 3436871"/>
                <a:gd name="connsiteX5" fmla="*/ 673178 w 2038796"/>
                <a:gd name="connsiteY5" fmla="*/ 544153 h 3436871"/>
                <a:gd name="connsiteX6" fmla="*/ 448785 w 2038796"/>
                <a:gd name="connsiteY6" fmla="*/ 656349 h 3436871"/>
                <a:gd name="connsiteX7" fmla="*/ 263661 w 2038796"/>
                <a:gd name="connsiteY7" fmla="*/ 673178 h 3436871"/>
                <a:gd name="connsiteX8" fmla="*/ 218783 w 2038796"/>
                <a:gd name="connsiteY8" fmla="*/ 948059 h 3436871"/>
                <a:gd name="connsiteX9" fmla="*/ 168294 w 2038796"/>
                <a:gd name="connsiteY9" fmla="*/ 1082695 h 3436871"/>
                <a:gd name="connsiteX10" fmla="*/ 72927 w 2038796"/>
                <a:gd name="connsiteY10" fmla="*/ 1211721 h 3436871"/>
                <a:gd name="connsiteX11" fmla="*/ 0 w 2038796"/>
                <a:gd name="connsiteY11" fmla="*/ 1346356 h 3436871"/>
                <a:gd name="connsiteX12" fmla="*/ 134635 w 2038796"/>
                <a:gd name="connsiteY12" fmla="*/ 1705384 h 3436871"/>
                <a:gd name="connsiteX13" fmla="*/ 241222 w 2038796"/>
                <a:gd name="connsiteY13" fmla="*/ 1778312 h 3436871"/>
                <a:gd name="connsiteX14" fmla="*/ 291710 w 2038796"/>
                <a:gd name="connsiteY14" fmla="*/ 1744653 h 3436871"/>
                <a:gd name="connsiteX15" fmla="*/ 336589 w 2038796"/>
                <a:gd name="connsiteY15" fmla="*/ 1800751 h 3436871"/>
                <a:gd name="connsiteX16" fmla="*/ 387077 w 2038796"/>
                <a:gd name="connsiteY16" fmla="*/ 3326621 h 3436871"/>
                <a:gd name="connsiteX17" fmla="*/ 448785 w 2038796"/>
                <a:gd name="connsiteY17" fmla="*/ 3298572 h 3436871"/>
                <a:gd name="connsiteX18" fmla="*/ 431956 w 2038796"/>
                <a:gd name="connsiteY18" fmla="*/ 2423441 h 3436871"/>
                <a:gd name="connsiteX19" fmla="*/ 482444 w 2038796"/>
                <a:gd name="connsiteY19" fmla="*/ 2434660 h 3436871"/>
                <a:gd name="connsiteX20" fmla="*/ 516103 w 2038796"/>
                <a:gd name="connsiteY20" fmla="*/ 3119058 h 3436871"/>
                <a:gd name="connsiteX21" fmla="*/ 583421 w 2038796"/>
                <a:gd name="connsiteY21" fmla="*/ 3124668 h 3436871"/>
                <a:gd name="connsiteX22" fmla="*/ 572201 w 2038796"/>
                <a:gd name="connsiteY22" fmla="*/ 2457100 h 3436871"/>
                <a:gd name="connsiteX23" fmla="*/ 964888 w 2038796"/>
                <a:gd name="connsiteY23" fmla="*/ 2462710 h 3436871"/>
                <a:gd name="connsiteX24" fmla="*/ 970498 w 2038796"/>
                <a:gd name="connsiteY24" fmla="*/ 2866616 h 3436871"/>
                <a:gd name="connsiteX25" fmla="*/ 1026596 w 2038796"/>
                <a:gd name="connsiteY25" fmla="*/ 2877836 h 3436871"/>
                <a:gd name="connsiteX26" fmla="*/ 1020986 w 2038796"/>
                <a:gd name="connsiteY26" fmla="*/ 3051740 h 3436871"/>
                <a:gd name="connsiteX27" fmla="*/ 1009767 w 2038796"/>
                <a:gd name="connsiteY27" fmla="*/ 3175156 h 3436871"/>
                <a:gd name="connsiteX28" fmla="*/ 1020986 w 2038796"/>
                <a:gd name="connsiteY28" fmla="*/ 3393939 h 3436871"/>
                <a:gd name="connsiteX29" fmla="*/ 1217330 w 2038796"/>
                <a:gd name="connsiteY29" fmla="*/ 3410768 h 3436871"/>
                <a:gd name="connsiteX30" fmla="*/ 1211720 w 2038796"/>
                <a:gd name="connsiteY30" fmla="*/ 3225645 h 3436871"/>
                <a:gd name="connsiteX31" fmla="*/ 1228549 w 2038796"/>
                <a:gd name="connsiteY31" fmla="*/ 3051741 h 3436871"/>
                <a:gd name="connsiteX32" fmla="*/ 1211720 w 2038796"/>
                <a:gd name="connsiteY32" fmla="*/ 2922714 h 3436871"/>
                <a:gd name="connsiteX33" fmla="*/ 1234159 w 2038796"/>
                <a:gd name="connsiteY33" fmla="*/ 2883446 h 3436871"/>
                <a:gd name="connsiteX34" fmla="*/ 1250988 w 2038796"/>
                <a:gd name="connsiteY34" fmla="*/ 2664663 h 3436871"/>
                <a:gd name="connsiteX35" fmla="*/ 1256599 w 2038796"/>
                <a:gd name="connsiteY35" fmla="*/ 2552467 h 3436871"/>
                <a:gd name="connsiteX36" fmla="*/ 1262209 w 2038796"/>
                <a:gd name="connsiteY36" fmla="*/ 2417831 h 3436871"/>
                <a:gd name="connsiteX37" fmla="*/ 1357574 w 2038796"/>
                <a:gd name="connsiteY37" fmla="*/ 2569297 h 3436871"/>
                <a:gd name="connsiteX38" fmla="*/ 1368794 w 2038796"/>
                <a:gd name="connsiteY38" fmla="*/ 3107839 h 3436871"/>
                <a:gd name="connsiteX39" fmla="*/ 1413673 w 2038796"/>
                <a:gd name="connsiteY39" fmla="*/ 3113448 h 3436871"/>
                <a:gd name="connsiteX40" fmla="*/ 1419283 w 2038796"/>
                <a:gd name="connsiteY40" fmla="*/ 2625394 h 3436871"/>
                <a:gd name="connsiteX41" fmla="*/ 1469772 w 2038796"/>
                <a:gd name="connsiteY41" fmla="*/ 2636614 h 3436871"/>
                <a:gd name="connsiteX42" fmla="*/ 1480991 w 2038796"/>
                <a:gd name="connsiteY42" fmla="*/ 3292962 h 3436871"/>
                <a:gd name="connsiteX43" fmla="*/ 1531479 w 2038796"/>
                <a:gd name="connsiteY43" fmla="*/ 3276133 h 3436871"/>
                <a:gd name="connsiteX44" fmla="*/ 1537090 w 2038796"/>
                <a:gd name="connsiteY44" fmla="*/ 2804908 h 3436871"/>
                <a:gd name="connsiteX45" fmla="*/ 1604407 w 2038796"/>
                <a:gd name="connsiteY45" fmla="*/ 2961983 h 3436871"/>
                <a:gd name="connsiteX46" fmla="*/ 1991484 w 2038796"/>
                <a:gd name="connsiteY46" fmla="*/ 2765639 h 3436871"/>
                <a:gd name="connsiteX47" fmla="*/ 1997094 w 2038796"/>
                <a:gd name="connsiteY47" fmla="*/ 2653443 h 3436871"/>
                <a:gd name="connsiteX48" fmla="*/ 1828800 w 2038796"/>
                <a:gd name="connsiteY48" fmla="*/ 2636614 h 3436871"/>
                <a:gd name="connsiteX49" fmla="*/ 1694164 w 2038796"/>
                <a:gd name="connsiteY49" fmla="*/ 2546857 h 3436871"/>
                <a:gd name="connsiteX50" fmla="*/ 1621237 w 2038796"/>
                <a:gd name="connsiteY50" fmla="*/ 2451490 h 3436871"/>
                <a:gd name="connsiteX51" fmla="*/ 1694164 w 2038796"/>
                <a:gd name="connsiteY51" fmla="*/ 2328074 h 3436871"/>
                <a:gd name="connsiteX52" fmla="*/ 1514650 w 2038796"/>
                <a:gd name="connsiteY52" fmla="*/ 2030754 h 3436871"/>
                <a:gd name="connsiteX53" fmla="*/ 1531479 w 2038796"/>
                <a:gd name="connsiteY53" fmla="*/ 1610018 h 3436871"/>
                <a:gd name="connsiteX54" fmla="*/ 1301477 w 2038796"/>
                <a:gd name="connsiteY54" fmla="*/ 1615627 h 3436871"/>
                <a:gd name="connsiteX55" fmla="*/ 1323916 w 2038796"/>
                <a:gd name="connsiteY55" fmla="*/ 1486602 h 3436871"/>
                <a:gd name="connsiteX56" fmla="*/ 1262208 w 2038796"/>
                <a:gd name="connsiteY56" fmla="*/ 1301478 h 3436871"/>
                <a:gd name="connsiteX57" fmla="*/ 1301477 w 2038796"/>
                <a:gd name="connsiteY57" fmla="*/ 1228550 h 3436871"/>
                <a:gd name="connsiteX58" fmla="*/ 1234159 w 2038796"/>
                <a:gd name="connsiteY58" fmla="*/ 1043426 h 3436871"/>
                <a:gd name="connsiteX59" fmla="*/ 1250989 w 2038796"/>
                <a:gd name="connsiteY59" fmla="*/ 847083 h 3436871"/>
                <a:gd name="connsiteX60" fmla="*/ 970498 w 2038796"/>
                <a:gd name="connsiteY60" fmla="*/ 712447 h 3436871"/>
                <a:gd name="connsiteX61" fmla="*/ 1015376 w 2038796"/>
                <a:gd name="connsiteY61" fmla="*/ 622690 h 3436871"/>
                <a:gd name="connsiteX62" fmla="*/ 1150012 w 2038796"/>
                <a:gd name="connsiteY62" fmla="*/ 482445 h 3436871"/>
                <a:gd name="connsiteX63" fmla="*/ 1166841 w 2038796"/>
                <a:gd name="connsiteY63" fmla="*/ 314150 h 3436871"/>
                <a:gd name="connsiteX64" fmla="*/ 1161232 w 2038796"/>
                <a:gd name="connsiteY64" fmla="*/ 196344 h 3436871"/>
                <a:gd name="connsiteX65" fmla="*/ 1065865 w 2038796"/>
                <a:gd name="connsiteY65" fmla="*/ 117807 h 3436871"/>
                <a:gd name="connsiteX66" fmla="*/ 998547 w 2038796"/>
                <a:gd name="connsiteY66" fmla="*/ 72928 h 3436871"/>
                <a:gd name="connsiteX67" fmla="*/ 920010 w 2038796"/>
                <a:gd name="connsiteY67" fmla="*/ 0 h 3436871"/>
                <a:gd name="connsiteX0" fmla="*/ 920010 w 2038796"/>
                <a:gd name="connsiteY0" fmla="*/ 0 h 3436871"/>
                <a:gd name="connsiteX1" fmla="*/ 779764 w 2038796"/>
                <a:gd name="connsiteY1" fmla="*/ 117807 h 3436871"/>
                <a:gd name="connsiteX2" fmla="*/ 751715 w 2038796"/>
                <a:gd name="connsiteY2" fmla="*/ 224393 h 3436871"/>
                <a:gd name="connsiteX3" fmla="*/ 656348 w 2038796"/>
                <a:gd name="connsiteY3" fmla="*/ 403907 h 3436871"/>
                <a:gd name="connsiteX4" fmla="*/ 656348 w 2038796"/>
                <a:gd name="connsiteY4" fmla="*/ 460005 h 3436871"/>
                <a:gd name="connsiteX5" fmla="*/ 673178 w 2038796"/>
                <a:gd name="connsiteY5" fmla="*/ 544153 h 3436871"/>
                <a:gd name="connsiteX6" fmla="*/ 448785 w 2038796"/>
                <a:gd name="connsiteY6" fmla="*/ 656349 h 3436871"/>
                <a:gd name="connsiteX7" fmla="*/ 263661 w 2038796"/>
                <a:gd name="connsiteY7" fmla="*/ 673178 h 3436871"/>
                <a:gd name="connsiteX8" fmla="*/ 218783 w 2038796"/>
                <a:gd name="connsiteY8" fmla="*/ 948059 h 3436871"/>
                <a:gd name="connsiteX9" fmla="*/ 168294 w 2038796"/>
                <a:gd name="connsiteY9" fmla="*/ 1082695 h 3436871"/>
                <a:gd name="connsiteX10" fmla="*/ 72927 w 2038796"/>
                <a:gd name="connsiteY10" fmla="*/ 1211721 h 3436871"/>
                <a:gd name="connsiteX11" fmla="*/ 0 w 2038796"/>
                <a:gd name="connsiteY11" fmla="*/ 1346356 h 3436871"/>
                <a:gd name="connsiteX12" fmla="*/ 134635 w 2038796"/>
                <a:gd name="connsiteY12" fmla="*/ 1705384 h 3436871"/>
                <a:gd name="connsiteX13" fmla="*/ 241222 w 2038796"/>
                <a:gd name="connsiteY13" fmla="*/ 1778312 h 3436871"/>
                <a:gd name="connsiteX14" fmla="*/ 291710 w 2038796"/>
                <a:gd name="connsiteY14" fmla="*/ 1744653 h 3436871"/>
                <a:gd name="connsiteX15" fmla="*/ 336589 w 2038796"/>
                <a:gd name="connsiteY15" fmla="*/ 1800751 h 3436871"/>
                <a:gd name="connsiteX16" fmla="*/ 387077 w 2038796"/>
                <a:gd name="connsiteY16" fmla="*/ 3326621 h 3436871"/>
                <a:gd name="connsiteX17" fmla="*/ 448785 w 2038796"/>
                <a:gd name="connsiteY17" fmla="*/ 3298572 h 3436871"/>
                <a:gd name="connsiteX18" fmla="*/ 431956 w 2038796"/>
                <a:gd name="connsiteY18" fmla="*/ 2423441 h 3436871"/>
                <a:gd name="connsiteX19" fmla="*/ 482444 w 2038796"/>
                <a:gd name="connsiteY19" fmla="*/ 2434660 h 3436871"/>
                <a:gd name="connsiteX20" fmla="*/ 516103 w 2038796"/>
                <a:gd name="connsiteY20" fmla="*/ 3119058 h 3436871"/>
                <a:gd name="connsiteX21" fmla="*/ 583421 w 2038796"/>
                <a:gd name="connsiteY21" fmla="*/ 3124668 h 3436871"/>
                <a:gd name="connsiteX22" fmla="*/ 572201 w 2038796"/>
                <a:gd name="connsiteY22" fmla="*/ 2457100 h 3436871"/>
                <a:gd name="connsiteX23" fmla="*/ 964888 w 2038796"/>
                <a:gd name="connsiteY23" fmla="*/ 2462710 h 3436871"/>
                <a:gd name="connsiteX24" fmla="*/ 970498 w 2038796"/>
                <a:gd name="connsiteY24" fmla="*/ 2866616 h 3436871"/>
                <a:gd name="connsiteX25" fmla="*/ 1026596 w 2038796"/>
                <a:gd name="connsiteY25" fmla="*/ 2877836 h 3436871"/>
                <a:gd name="connsiteX26" fmla="*/ 1020986 w 2038796"/>
                <a:gd name="connsiteY26" fmla="*/ 3051740 h 3436871"/>
                <a:gd name="connsiteX27" fmla="*/ 1009767 w 2038796"/>
                <a:gd name="connsiteY27" fmla="*/ 3175156 h 3436871"/>
                <a:gd name="connsiteX28" fmla="*/ 1020986 w 2038796"/>
                <a:gd name="connsiteY28" fmla="*/ 3393939 h 3436871"/>
                <a:gd name="connsiteX29" fmla="*/ 1217330 w 2038796"/>
                <a:gd name="connsiteY29" fmla="*/ 3410768 h 3436871"/>
                <a:gd name="connsiteX30" fmla="*/ 1211720 w 2038796"/>
                <a:gd name="connsiteY30" fmla="*/ 3225645 h 3436871"/>
                <a:gd name="connsiteX31" fmla="*/ 1228549 w 2038796"/>
                <a:gd name="connsiteY31" fmla="*/ 3051741 h 3436871"/>
                <a:gd name="connsiteX32" fmla="*/ 1211720 w 2038796"/>
                <a:gd name="connsiteY32" fmla="*/ 2922714 h 3436871"/>
                <a:gd name="connsiteX33" fmla="*/ 1234159 w 2038796"/>
                <a:gd name="connsiteY33" fmla="*/ 2883446 h 3436871"/>
                <a:gd name="connsiteX34" fmla="*/ 1250988 w 2038796"/>
                <a:gd name="connsiteY34" fmla="*/ 2664663 h 3436871"/>
                <a:gd name="connsiteX35" fmla="*/ 1256599 w 2038796"/>
                <a:gd name="connsiteY35" fmla="*/ 2552467 h 3436871"/>
                <a:gd name="connsiteX36" fmla="*/ 1262209 w 2038796"/>
                <a:gd name="connsiteY36" fmla="*/ 2417831 h 3436871"/>
                <a:gd name="connsiteX37" fmla="*/ 1357574 w 2038796"/>
                <a:gd name="connsiteY37" fmla="*/ 2569297 h 3436871"/>
                <a:gd name="connsiteX38" fmla="*/ 1368794 w 2038796"/>
                <a:gd name="connsiteY38" fmla="*/ 3107839 h 3436871"/>
                <a:gd name="connsiteX39" fmla="*/ 1413673 w 2038796"/>
                <a:gd name="connsiteY39" fmla="*/ 3113448 h 3436871"/>
                <a:gd name="connsiteX40" fmla="*/ 1419283 w 2038796"/>
                <a:gd name="connsiteY40" fmla="*/ 2625394 h 3436871"/>
                <a:gd name="connsiteX41" fmla="*/ 1469772 w 2038796"/>
                <a:gd name="connsiteY41" fmla="*/ 2636614 h 3436871"/>
                <a:gd name="connsiteX42" fmla="*/ 1480991 w 2038796"/>
                <a:gd name="connsiteY42" fmla="*/ 3292962 h 3436871"/>
                <a:gd name="connsiteX43" fmla="*/ 1531479 w 2038796"/>
                <a:gd name="connsiteY43" fmla="*/ 3276133 h 3436871"/>
                <a:gd name="connsiteX44" fmla="*/ 1537090 w 2038796"/>
                <a:gd name="connsiteY44" fmla="*/ 2804908 h 3436871"/>
                <a:gd name="connsiteX45" fmla="*/ 1604407 w 2038796"/>
                <a:gd name="connsiteY45" fmla="*/ 2961983 h 3436871"/>
                <a:gd name="connsiteX46" fmla="*/ 1991484 w 2038796"/>
                <a:gd name="connsiteY46" fmla="*/ 2765639 h 3436871"/>
                <a:gd name="connsiteX47" fmla="*/ 1997094 w 2038796"/>
                <a:gd name="connsiteY47" fmla="*/ 2653443 h 3436871"/>
                <a:gd name="connsiteX48" fmla="*/ 1828800 w 2038796"/>
                <a:gd name="connsiteY48" fmla="*/ 2636614 h 3436871"/>
                <a:gd name="connsiteX49" fmla="*/ 1705383 w 2038796"/>
                <a:gd name="connsiteY49" fmla="*/ 2563686 h 3436871"/>
                <a:gd name="connsiteX50" fmla="*/ 1621237 w 2038796"/>
                <a:gd name="connsiteY50" fmla="*/ 2451490 h 3436871"/>
                <a:gd name="connsiteX51" fmla="*/ 1694164 w 2038796"/>
                <a:gd name="connsiteY51" fmla="*/ 2328074 h 3436871"/>
                <a:gd name="connsiteX52" fmla="*/ 1514650 w 2038796"/>
                <a:gd name="connsiteY52" fmla="*/ 2030754 h 3436871"/>
                <a:gd name="connsiteX53" fmla="*/ 1531479 w 2038796"/>
                <a:gd name="connsiteY53" fmla="*/ 1610018 h 3436871"/>
                <a:gd name="connsiteX54" fmla="*/ 1301477 w 2038796"/>
                <a:gd name="connsiteY54" fmla="*/ 1615627 h 3436871"/>
                <a:gd name="connsiteX55" fmla="*/ 1323916 w 2038796"/>
                <a:gd name="connsiteY55" fmla="*/ 1486602 h 3436871"/>
                <a:gd name="connsiteX56" fmla="*/ 1262208 w 2038796"/>
                <a:gd name="connsiteY56" fmla="*/ 1301478 h 3436871"/>
                <a:gd name="connsiteX57" fmla="*/ 1301477 w 2038796"/>
                <a:gd name="connsiteY57" fmla="*/ 1228550 h 3436871"/>
                <a:gd name="connsiteX58" fmla="*/ 1234159 w 2038796"/>
                <a:gd name="connsiteY58" fmla="*/ 1043426 h 3436871"/>
                <a:gd name="connsiteX59" fmla="*/ 1250989 w 2038796"/>
                <a:gd name="connsiteY59" fmla="*/ 847083 h 3436871"/>
                <a:gd name="connsiteX60" fmla="*/ 970498 w 2038796"/>
                <a:gd name="connsiteY60" fmla="*/ 712447 h 3436871"/>
                <a:gd name="connsiteX61" fmla="*/ 1015376 w 2038796"/>
                <a:gd name="connsiteY61" fmla="*/ 622690 h 3436871"/>
                <a:gd name="connsiteX62" fmla="*/ 1150012 w 2038796"/>
                <a:gd name="connsiteY62" fmla="*/ 482445 h 3436871"/>
                <a:gd name="connsiteX63" fmla="*/ 1166841 w 2038796"/>
                <a:gd name="connsiteY63" fmla="*/ 314150 h 3436871"/>
                <a:gd name="connsiteX64" fmla="*/ 1161232 w 2038796"/>
                <a:gd name="connsiteY64" fmla="*/ 196344 h 3436871"/>
                <a:gd name="connsiteX65" fmla="*/ 1065865 w 2038796"/>
                <a:gd name="connsiteY65" fmla="*/ 117807 h 3436871"/>
                <a:gd name="connsiteX66" fmla="*/ 998547 w 2038796"/>
                <a:gd name="connsiteY66" fmla="*/ 72928 h 3436871"/>
                <a:gd name="connsiteX67" fmla="*/ 920010 w 2038796"/>
                <a:gd name="connsiteY67" fmla="*/ 0 h 3436871"/>
                <a:gd name="connsiteX0" fmla="*/ 920010 w 2038796"/>
                <a:gd name="connsiteY0" fmla="*/ 0 h 3436871"/>
                <a:gd name="connsiteX1" fmla="*/ 779764 w 2038796"/>
                <a:gd name="connsiteY1" fmla="*/ 117807 h 3436871"/>
                <a:gd name="connsiteX2" fmla="*/ 751715 w 2038796"/>
                <a:gd name="connsiteY2" fmla="*/ 224393 h 3436871"/>
                <a:gd name="connsiteX3" fmla="*/ 656348 w 2038796"/>
                <a:gd name="connsiteY3" fmla="*/ 403907 h 3436871"/>
                <a:gd name="connsiteX4" fmla="*/ 656348 w 2038796"/>
                <a:gd name="connsiteY4" fmla="*/ 460005 h 3436871"/>
                <a:gd name="connsiteX5" fmla="*/ 673178 w 2038796"/>
                <a:gd name="connsiteY5" fmla="*/ 544153 h 3436871"/>
                <a:gd name="connsiteX6" fmla="*/ 448785 w 2038796"/>
                <a:gd name="connsiteY6" fmla="*/ 656349 h 3436871"/>
                <a:gd name="connsiteX7" fmla="*/ 263661 w 2038796"/>
                <a:gd name="connsiteY7" fmla="*/ 673178 h 3436871"/>
                <a:gd name="connsiteX8" fmla="*/ 218783 w 2038796"/>
                <a:gd name="connsiteY8" fmla="*/ 948059 h 3436871"/>
                <a:gd name="connsiteX9" fmla="*/ 168294 w 2038796"/>
                <a:gd name="connsiteY9" fmla="*/ 1082695 h 3436871"/>
                <a:gd name="connsiteX10" fmla="*/ 72927 w 2038796"/>
                <a:gd name="connsiteY10" fmla="*/ 1211721 h 3436871"/>
                <a:gd name="connsiteX11" fmla="*/ 0 w 2038796"/>
                <a:gd name="connsiteY11" fmla="*/ 1346356 h 3436871"/>
                <a:gd name="connsiteX12" fmla="*/ 134635 w 2038796"/>
                <a:gd name="connsiteY12" fmla="*/ 1705384 h 3436871"/>
                <a:gd name="connsiteX13" fmla="*/ 241222 w 2038796"/>
                <a:gd name="connsiteY13" fmla="*/ 1778312 h 3436871"/>
                <a:gd name="connsiteX14" fmla="*/ 291710 w 2038796"/>
                <a:gd name="connsiteY14" fmla="*/ 1744653 h 3436871"/>
                <a:gd name="connsiteX15" fmla="*/ 336589 w 2038796"/>
                <a:gd name="connsiteY15" fmla="*/ 1800751 h 3436871"/>
                <a:gd name="connsiteX16" fmla="*/ 387077 w 2038796"/>
                <a:gd name="connsiteY16" fmla="*/ 3326621 h 3436871"/>
                <a:gd name="connsiteX17" fmla="*/ 448785 w 2038796"/>
                <a:gd name="connsiteY17" fmla="*/ 3298572 h 3436871"/>
                <a:gd name="connsiteX18" fmla="*/ 431956 w 2038796"/>
                <a:gd name="connsiteY18" fmla="*/ 2423441 h 3436871"/>
                <a:gd name="connsiteX19" fmla="*/ 482444 w 2038796"/>
                <a:gd name="connsiteY19" fmla="*/ 2434660 h 3436871"/>
                <a:gd name="connsiteX20" fmla="*/ 516103 w 2038796"/>
                <a:gd name="connsiteY20" fmla="*/ 3119058 h 3436871"/>
                <a:gd name="connsiteX21" fmla="*/ 583421 w 2038796"/>
                <a:gd name="connsiteY21" fmla="*/ 3124668 h 3436871"/>
                <a:gd name="connsiteX22" fmla="*/ 572201 w 2038796"/>
                <a:gd name="connsiteY22" fmla="*/ 2457100 h 3436871"/>
                <a:gd name="connsiteX23" fmla="*/ 964888 w 2038796"/>
                <a:gd name="connsiteY23" fmla="*/ 2462710 h 3436871"/>
                <a:gd name="connsiteX24" fmla="*/ 970498 w 2038796"/>
                <a:gd name="connsiteY24" fmla="*/ 2866616 h 3436871"/>
                <a:gd name="connsiteX25" fmla="*/ 1026596 w 2038796"/>
                <a:gd name="connsiteY25" fmla="*/ 2877836 h 3436871"/>
                <a:gd name="connsiteX26" fmla="*/ 1020986 w 2038796"/>
                <a:gd name="connsiteY26" fmla="*/ 3051740 h 3436871"/>
                <a:gd name="connsiteX27" fmla="*/ 1009767 w 2038796"/>
                <a:gd name="connsiteY27" fmla="*/ 3175156 h 3436871"/>
                <a:gd name="connsiteX28" fmla="*/ 1020986 w 2038796"/>
                <a:gd name="connsiteY28" fmla="*/ 3393939 h 3436871"/>
                <a:gd name="connsiteX29" fmla="*/ 1217330 w 2038796"/>
                <a:gd name="connsiteY29" fmla="*/ 3410768 h 3436871"/>
                <a:gd name="connsiteX30" fmla="*/ 1211720 w 2038796"/>
                <a:gd name="connsiteY30" fmla="*/ 3225645 h 3436871"/>
                <a:gd name="connsiteX31" fmla="*/ 1228549 w 2038796"/>
                <a:gd name="connsiteY31" fmla="*/ 3051741 h 3436871"/>
                <a:gd name="connsiteX32" fmla="*/ 1211720 w 2038796"/>
                <a:gd name="connsiteY32" fmla="*/ 2922714 h 3436871"/>
                <a:gd name="connsiteX33" fmla="*/ 1234159 w 2038796"/>
                <a:gd name="connsiteY33" fmla="*/ 2883446 h 3436871"/>
                <a:gd name="connsiteX34" fmla="*/ 1250988 w 2038796"/>
                <a:gd name="connsiteY34" fmla="*/ 2664663 h 3436871"/>
                <a:gd name="connsiteX35" fmla="*/ 1256599 w 2038796"/>
                <a:gd name="connsiteY35" fmla="*/ 2552467 h 3436871"/>
                <a:gd name="connsiteX36" fmla="*/ 1262209 w 2038796"/>
                <a:gd name="connsiteY36" fmla="*/ 2417831 h 3436871"/>
                <a:gd name="connsiteX37" fmla="*/ 1357574 w 2038796"/>
                <a:gd name="connsiteY37" fmla="*/ 2569297 h 3436871"/>
                <a:gd name="connsiteX38" fmla="*/ 1368794 w 2038796"/>
                <a:gd name="connsiteY38" fmla="*/ 3107839 h 3436871"/>
                <a:gd name="connsiteX39" fmla="*/ 1413673 w 2038796"/>
                <a:gd name="connsiteY39" fmla="*/ 3113448 h 3436871"/>
                <a:gd name="connsiteX40" fmla="*/ 1419283 w 2038796"/>
                <a:gd name="connsiteY40" fmla="*/ 2625394 h 3436871"/>
                <a:gd name="connsiteX41" fmla="*/ 1469772 w 2038796"/>
                <a:gd name="connsiteY41" fmla="*/ 2636614 h 3436871"/>
                <a:gd name="connsiteX42" fmla="*/ 1480991 w 2038796"/>
                <a:gd name="connsiteY42" fmla="*/ 3292962 h 3436871"/>
                <a:gd name="connsiteX43" fmla="*/ 1531479 w 2038796"/>
                <a:gd name="connsiteY43" fmla="*/ 3276133 h 3436871"/>
                <a:gd name="connsiteX44" fmla="*/ 1537090 w 2038796"/>
                <a:gd name="connsiteY44" fmla="*/ 2804908 h 3436871"/>
                <a:gd name="connsiteX45" fmla="*/ 1604407 w 2038796"/>
                <a:gd name="connsiteY45" fmla="*/ 2961983 h 3436871"/>
                <a:gd name="connsiteX46" fmla="*/ 1991484 w 2038796"/>
                <a:gd name="connsiteY46" fmla="*/ 2765639 h 3436871"/>
                <a:gd name="connsiteX47" fmla="*/ 1997094 w 2038796"/>
                <a:gd name="connsiteY47" fmla="*/ 2653443 h 3436871"/>
                <a:gd name="connsiteX48" fmla="*/ 1828800 w 2038796"/>
                <a:gd name="connsiteY48" fmla="*/ 2636614 h 3436871"/>
                <a:gd name="connsiteX49" fmla="*/ 1705383 w 2038796"/>
                <a:gd name="connsiteY49" fmla="*/ 2563686 h 3436871"/>
                <a:gd name="connsiteX50" fmla="*/ 1621237 w 2038796"/>
                <a:gd name="connsiteY50" fmla="*/ 2451490 h 3436871"/>
                <a:gd name="connsiteX51" fmla="*/ 1694164 w 2038796"/>
                <a:gd name="connsiteY51" fmla="*/ 2328074 h 3436871"/>
                <a:gd name="connsiteX52" fmla="*/ 1514650 w 2038796"/>
                <a:gd name="connsiteY52" fmla="*/ 2030754 h 3436871"/>
                <a:gd name="connsiteX53" fmla="*/ 1503430 w 2038796"/>
                <a:gd name="connsiteY53" fmla="*/ 1626847 h 3436871"/>
                <a:gd name="connsiteX54" fmla="*/ 1301477 w 2038796"/>
                <a:gd name="connsiteY54" fmla="*/ 1615627 h 3436871"/>
                <a:gd name="connsiteX55" fmla="*/ 1323916 w 2038796"/>
                <a:gd name="connsiteY55" fmla="*/ 1486602 h 3436871"/>
                <a:gd name="connsiteX56" fmla="*/ 1262208 w 2038796"/>
                <a:gd name="connsiteY56" fmla="*/ 1301478 h 3436871"/>
                <a:gd name="connsiteX57" fmla="*/ 1301477 w 2038796"/>
                <a:gd name="connsiteY57" fmla="*/ 1228550 h 3436871"/>
                <a:gd name="connsiteX58" fmla="*/ 1234159 w 2038796"/>
                <a:gd name="connsiteY58" fmla="*/ 1043426 h 3436871"/>
                <a:gd name="connsiteX59" fmla="*/ 1250989 w 2038796"/>
                <a:gd name="connsiteY59" fmla="*/ 847083 h 3436871"/>
                <a:gd name="connsiteX60" fmla="*/ 970498 w 2038796"/>
                <a:gd name="connsiteY60" fmla="*/ 712447 h 3436871"/>
                <a:gd name="connsiteX61" fmla="*/ 1015376 w 2038796"/>
                <a:gd name="connsiteY61" fmla="*/ 622690 h 3436871"/>
                <a:gd name="connsiteX62" fmla="*/ 1150012 w 2038796"/>
                <a:gd name="connsiteY62" fmla="*/ 482445 h 3436871"/>
                <a:gd name="connsiteX63" fmla="*/ 1166841 w 2038796"/>
                <a:gd name="connsiteY63" fmla="*/ 314150 h 3436871"/>
                <a:gd name="connsiteX64" fmla="*/ 1161232 w 2038796"/>
                <a:gd name="connsiteY64" fmla="*/ 196344 h 3436871"/>
                <a:gd name="connsiteX65" fmla="*/ 1065865 w 2038796"/>
                <a:gd name="connsiteY65" fmla="*/ 117807 h 3436871"/>
                <a:gd name="connsiteX66" fmla="*/ 998547 w 2038796"/>
                <a:gd name="connsiteY66" fmla="*/ 72928 h 3436871"/>
                <a:gd name="connsiteX67" fmla="*/ 920010 w 2038796"/>
                <a:gd name="connsiteY67" fmla="*/ 0 h 3436871"/>
                <a:gd name="connsiteX0" fmla="*/ 920010 w 2038796"/>
                <a:gd name="connsiteY0" fmla="*/ 0 h 3436871"/>
                <a:gd name="connsiteX1" fmla="*/ 779764 w 2038796"/>
                <a:gd name="connsiteY1" fmla="*/ 117807 h 3436871"/>
                <a:gd name="connsiteX2" fmla="*/ 751715 w 2038796"/>
                <a:gd name="connsiteY2" fmla="*/ 224393 h 3436871"/>
                <a:gd name="connsiteX3" fmla="*/ 656348 w 2038796"/>
                <a:gd name="connsiteY3" fmla="*/ 403907 h 3436871"/>
                <a:gd name="connsiteX4" fmla="*/ 656348 w 2038796"/>
                <a:gd name="connsiteY4" fmla="*/ 460005 h 3436871"/>
                <a:gd name="connsiteX5" fmla="*/ 673178 w 2038796"/>
                <a:gd name="connsiteY5" fmla="*/ 544153 h 3436871"/>
                <a:gd name="connsiteX6" fmla="*/ 448785 w 2038796"/>
                <a:gd name="connsiteY6" fmla="*/ 656349 h 3436871"/>
                <a:gd name="connsiteX7" fmla="*/ 263661 w 2038796"/>
                <a:gd name="connsiteY7" fmla="*/ 673178 h 3436871"/>
                <a:gd name="connsiteX8" fmla="*/ 218783 w 2038796"/>
                <a:gd name="connsiteY8" fmla="*/ 948059 h 3436871"/>
                <a:gd name="connsiteX9" fmla="*/ 168294 w 2038796"/>
                <a:gd name="connsiteY9" fmla="*/ 1082695 h 3436871"/>
                <a:gd name="connsiteX10" fmla="*/ 72927 w 2038796"/>
                <a:gd name="connsiteY10" fmla="*/ 1211721 h 3436871"/>
                <a:gd name="connsiteX11" fmla="*/ 0 w 2038796"/>
                <a:gd name="connsiteY11" fmla="*/ 1346356 h 3436871"/>
                <a:gd name="connsiteX12" fmla="*/ 134635 w 2038796"/>
                <a:gd name="connsiteY12" fmla="*/ 1705384 h 3436871"/>
                <a:gd name="connsiteX13" fmla="*/ 241222 w 2038796"/>
                <a:gd name="connsiteY13" fmla="*/ 1778312 h 3436871"/>
                <a:gd name="connsiteX14" fmla="*/ 291710 w 2038796"/>
                <a:gd name="connsiteY14" fmla="*/ 1744653 h 3436871"/>
                <a:gd name="connsiteX15" fmla="*/ 336589 w 2038796"/>
                <a:gd name="connsiteY15" fmla="*/ 1800751 h 3436871"/>
                <a:gd name="connsiteX16" fmla="*/ 387077 w 2038796"/>
                <a:gd name="connsiteY16" fmla="*/ 3326621 h 3436871"/>
                <a:gd name="connsiteX17" fmla="*/ 448785 w 2038796"/>
                <a:gd name="connsiteY17" fmla="*/ 3298572 h 3436871"/>
                <a:gd name="connsiteX18" fmla="*/ 431956 w 2038796"/>
                <a:gd name="connsiteY18" fmla="*/ 2423441 h 3436871"/>
                <a:gd name="connsiteX19" fmla="*/ 482444 w 2038796"/>
                <a:gd name="connsiteY19" fmla="*/ 2434660 h 3436871"/>
                <a:gd name="connsiteX20" fmla="*/ 516103 w 2038796"/>
                <a:gd name="connsiteY20" fmla="*/ 3119058 h 3436871"/>
                <a:gd name="connsiteX21" fmla="*/ 583421 w 2038796"/>
                <a:gd name="connsiteY21" fmla="*/ 3124668 h 3436871"/>
                <a:gd name="connsiteX22" fmla="*/ 572201 w 2038796"/>
                <a:gd name="connsiteY22" fmla="*/ 2457100 h 3436871"/>
                <a:gd name="connsiteX23" fmla="*/ 964888 w 2038796"/>
                <a:gd name="connsiteY23" fmla="*/ 2462710 h 3436871"/>
                <a:gd name="connsiteX24" fmla="*/ 970498 w 2038796"/>
                <a:gd name="connsiteY24" fmla="*/ 2866616 h 3436871"/>
                <a:gd name="connsiteX25" fmla="*/ 1026596 w 2038796"/>
                <a:gd name="connsiteY25" fmla="*/ 2877836 h 3436871"/>
                <a:gd name="connsiteX26" fmla="*/ 1020986 w 2038796"/>
                <a:gd name="connsiteY26" fmla="*/ 3051740 h 3436871"/>
                <a:gd name="connsiteX27" fmla="*/ 1009767 w 2038796"/>
                <a:gd name="connsiteY27" fmla="*/ 3175156 h 3436871"/>
                <a:gd name="connsiteX28" fmla="*/ 1020986 w 2038796"/>
                <a:gd name="connsiteY28" fmla="*/ 3393939 h 3436871"/>
                <a:gd name="connsiteX29" fmla="*/ 1217330 w 2038796"/>
                <a:gd name="connsiteY29" fmla="*/ 3410768 h 3436871"/>
                <a:gd name="connsiteX30" fmla="*/ 1211720 w 2038796"/>
                <a:gd name="connsiteY30" fmla="*/ 3225645 h 3436871"/>
                <a:gd name="connsiteX31" fmla="*/ 1228549 w 2038796"/>
                <a:gd name="connsiteY31" fmla="*/ 3051741 h 3436871"/>
                <a:gd name="connsiteX32" fmla="*/ 1211720 w 2038796"/>
                <a:gd name="connsiteY32" fmla="*/ 2922714 h 3436871"/>
                <a:gd name="connsiteX33" fmla="*/ 1234159 w 2038796"/>
                <a:gd name="connsiteY33" fmla="*/ 2883446 h 3436871"/>
                <a:gd name="connsiteX34" fmla="*/ 1250988 w 2038796"/>
                <a:gd name="connsiteY34" fmla="*/ 2664663 h 3436871"/>
                <a:gd name="connsiteX35" fmla="*/ 1256599 w 2038796"/>
                <a:gd name="connsiteY35" fmla="*/ 2552467 h 3436871"/>
                <a:gd name="connsiteX36" fmla="*/ 1262209 w 2038796"/>
                <a:gd name="connsiteY36" fmla="*/ 2417831 h 3436871"/>
                <a:gd name="connsiteX37" fmla="*/ 1357574 w 2038796"/>
                <a:gd name="connsiteY37" fmla="*/ 2569297 h 3436871"/>
                <a:gd name="connsiteX38" fmla="*/ 1368794 w 2038796"/>
                <a:gd name="connsiteY38" fmla="*/ 3107839 h 3436871"/>
                <a:gd name="connsiteX39" fmla="*/ 1413673 w 2038796"/>
                <a:gd name="connsiteY39" fmla="*/ 3113448 h 3436871"/>
                <a:gd name="connsiteX40" fmla="*/ 1419283 w 2038796"/>
                <a:gd name="connsiteY40" fmla="*/ 2625394 h 3436871"/>
                <a:gd name="connsiteX41" fmla="*/ 1469772 w 2038796"/>
                <a:gd name="connsiteY41" fmla="*/ 2636614 h 3436871"/>
                <a:gd name="connsiteX42" fmla="*/ 1480991 w 2038796"/>
                <a:gd name="connsiteY42" fmla="*/ 3292962 h 3436871"/>
                <a:gd name="connsiteX43" fmla="*/ 1531479 w 2038796"/>
                <a:gd name="connsiteY43" fmla="*/ 3276133 h 3436871"/>
                <a:gd name="connsiteX44" fmla="*/ 1537090 w 2038796"/>
                <a:gd name="connsiteY44" fmla="*/ 2804908 h 3436871"/>
                <a:gd name="connsiteX45" fmla="*/ 1604407 w 2038796"/>
                <a:gd name="connsiteY45" fmla="*/ 2961983 h 3436871"/>
                <a:gd name="connsiteX46" fmla="*/ 1991484 w 2038796"/>
                <a:gd name="connsiteY46" fmla="*/ 2765639 h 3436871"/>
                <a:gd name="connsiteX47" fmla="*/ 1997094 w 2038796"/>
                <a:gd name="connsiteY47" fmla="*/ 2653443 h 3436871"/>
                <a:gd name="connsiteX48" fmla="*/ 1828800 w 2038796"/>
                <a:gd name="connsiteY48" fmla="*/ 2636614 h 3436871"/>
                <a:gd name="connsiteX49" fmla="*/ 1705383 w 2038796"/>
                <a:gd name="connsiteY49" fmla="*/ 2563686 h 3436871"/>
                <a:gd name="connsiteX50" fmla="*/ 1621237 w 2038796"/>
                <a:gd name="connsiteY50" fmla="*/ 2451490 h 3436871"/>
                <a:gd name="connsiteX51" fmla="*/ 1694164 w 2038796"/>
                <a:gd name="connsiteY51" fmla="*/ 2328074 h 3436871"/>
                <a:gd name="connsiteX52" fmla="*/ 1514650 w 2038796"/>
                <a:gd name="connsiteY52" fmla="*/ 2030754 h 3436871"/>
                <a:gd name="connsiteX53" fmla="*/ 1503430 w 2038796"/>
                <a:gd name="connsiteY53" fmla="*/ 1626847 h 3436871"/>
                <a:gd name="connsiteX54" fmla="*/ 1301477 w 2038796"/>
                <a:gd name="connsiteY54" fmla="*/ 1615627 h 3436871"/>
                <a:gd name="connsiteX55" fmla="*/ 1323916 w 2038796"/>
                <a:gd name="connsiteY55" fmla="*/ 1486602 h 3436871"/>
                <a:gd name="connsiteX56" fmla="*/ 1262208 w 2038796"/>
                <a:gd name="connsiteY56" fmla="*/ 1301478 h 3436871"/>
                <a:gd name="connsiteX57" fmla="*/ 1301477 w 2038796"/>
                <a:gd name="connsiteY57" fmla="*/ 1228550 h 3436871"/>
                <a:gd name="connsiteX58" fmla="*/ 1234159 w 2038796"/>
                <a:gd name="connsiteY58" fmla="*/ 1043426 h 3436871"/>
                <a:gd name="connsiteX59" fmla="*/ 1250989 w 2038796"/>
                <a:gd name="connsiteY59" fmla="*/ 847083 h 3436871"/>
                <a:gd name="connsiteX60" fmla="*/ 970498 w 2038796"/>
                <a:gd name="connsiteY60" fmla="*/ 712447 h 3436871"/>
                <a:gd name="connsiteX61" fmla="*/ 1015376 w 2038796"/>
                <a:gd name="connsiteY61" fmla="*/ 622690 h 3436871"/>
                <a:gd name="connsiteX62" fmla="*/ 1150012 w 2038796"/>
                <a:gd name="connsiteY62" fmla="*/ 482445 h 3436871"/>
                <a:gd name="connsiteX63" fmla="*/ 1166841 w 2038796"/>
                <a:gd name="connsiteY63" fmla="*/ 314150 h 3436871"/>
                <a:gd name="connsiteX64" fmla="*/ 1161232 w 2038796"/>
                <a:gd name="connsiteY64" fmla="*/ 196344 h 3436871"/>
                <a:gd name="connsiteX65" fmla="*/ 1065865 w 2038796"/>
                <a:gd name="connsiteY65" fmla="*/ 117807 h 3436871"/>
                <a:gd name="connsiteX66" fmla="*/ 998547 w 2038796"/>
                <a:gd name="connsiteY66" fmla="*/ 72928 h 3436871"/>
                <a:gd name="connsiteX67" fmla="*/ 920010 w 2038796"/>
                <a:gd name="connsiteY67" fmla="*/ 0 h 3436871"/>
                <a:gd name="connsiteX0" fmla="*/ 920010 w 2038796"/>
                <a:gd name="connsiteY0" fmla="*/ 0 h 3436871"/>
                <a:gd name="connsiteX1" fmla="*/ 779764 w 2038796"/>
                <a:gd name="connsiteY1" fmla="*/ 117807 h 3436871"/>
                <a:gd name="connsiteX2" fmla="*/ 751715 w 2038796"/>
                <a:gd name="connsiteY2" fmla="*/ 224393 h 3436871"/>
                <a:gd name="connsiteX3" fmla="*/ 656348 w 2038796"/>
                <a:gd name="connsiteY3" fmla="*/ 403907 h 3436871"/>
                <a:gd name="connsiteX4" fmla="*/ 656348 w 2038796"/>
                <a:gd name="connsiteY4" fmla="*/ 460005 h 3436871"/>
                <a:gd name="connsiteX5" fmla="*/ 673178 w 2038796"/>
                <a:gd name="connsiteY5" fmla="*/ 544153 h 3436871"/>
                <a:gd name="connsiteX6" fmla="*/ 448785 w 2038796"/>
                <a:gd name="connsiteY6" fmla="*/ 656349 h 3436871"/>
                <a:gd name="connsiteX7" fmla="*/ 263661 w 2038796"/>
                <a:gd name="connsiteY7" fmla="*/ 673178 h 3436871"/>
                <a:gd name="connsiteX8" fmla="*/ 218783 w 2038796"/>
                <a:gd name="connsiteY8" fmla="*/ 948059 h 3436871"/>
                <a:gd name="connsiteX9" fmla="*/ 168294 w 2038796"/>
                <a:gd name="connsiteY9" fmla="*/ 1082695 h 3436871"/>
                <a:gd name="connsiteX10" fmla="*/ 72927 w 2038796"/>
                <a:gd name="connsiteY10" fmla="*/ 1211721 h 3436871"/>
                <a:gd name="connsiteX11" fmla="*/ 0 w 2038796"/>
                <a:gd name="connsiteY11" fmla="*/ 1346356 h 3436871"/>
                <a:gd name="connsiteX12" fmla="*/ 134635 w 2038796"/>
                <a:gd name="connsiteY12" fmla="*/ 1705384 h 3436871"/>
                <a:gd name="connsiteX13" fmla="*/ 241222 w 2038796"/>
                <a:gd name="connsiteY13" fmla="*/ 1778312 h 3436871"/>
                <a:gd name="connsiteX14" fmla="*/ 291710 w 2038796"/>
                <a:gd name="connsiteY14" fmla="*/ 1744653 h 3436871"/>
                <a:gd name="connsiteX15" fmla="*/ 336589 w 2038796"/>
                <a:gd name="connsiteY15" fmla="*/ 1800751 h 3436871"/>
                <a:gd name="connsiteX16" fmla="*/ 387077 w 2038796"/>
                <a:gd name="connsiteY16" fmla="*/ 3326621 h 3436871"/>
                <a:gd name="connsiteX17" fmla="*/ 448785 w 2038796"/>
                <a:gd name="connsiteY17" fmla="*/ 3298572 h 3436871"/>
                <a:gd name="connsiteX18" fmla="*/ 431956 w 2038796"/>
                <a:gd name="connsiteY18" fmla="*/ 2423441 h 3436871"/>
                <a:gd name="connsiteX19" fmla="*/ 482444 w 2038796"/>
                <a:gd name="connsiteY19" fmla="*/ 2434660 h 3436871"/>
                <a:gd name="connsiteX20" fmla="*/ 516103 w 2038796"/>
                <a:gd name="connsiteY20" fmla="*/ 3119058 h 3436871"/>
                <a:gd name="connsiteX21" fmla="*/ 583421 w 2038796"/>
                <a:gd name="connsiteY21" fmla="*/ 3124668 h 3436871"/>
                <a:gd name="connsiteX22" fmla="*/ 572201 w 2038796"/>
                <a:gd name="connsiteY22" fmla="*/ 2457100 h 3436871"/>
                <a:gd name="connsiteX23" fmla="*/ 964888 w 2038796"/>
                <a:gd name="connsiteY23" fmla="*/ 2462710 h 3436871"/>
                <a:gd name="connsiteX24" fmla="*/ 970498 w 2038796"/>
                <a:gd name="connsiteY24" fmla="*/ 2866616 h 3436871"/>
                <a:gd name="connsiteX25" fmla="*/ 1026596 w 2038796"/>
                <a:gd name="connsiteY25" fmla="*/ 2877836 h 3436871"/>
                <a:gd name="connsiteX26" fmla="*/ 1020986 w 2038796"/>
                <a:gd name="connsiteY26" fmla="*/ 3051740 h 3436871"/>
                <a:gd name="connsiteX27" fmla="*/ 1009767 w 2038796"/>
                <a:gd name="connsiteY27" fmla="*/ 3175156 h 3436871"/>
                <a:gd name="connsiteX28" fmla="*/ 1020986 w 2038796"/>
                <a:gd name="connsiteY28" fmla="*/ 3393939 h 3436871"/>
                <a:gd name="connsiteX29" fmla="*/ 1217330 w 2038796"/>
                <a:gd name="connsiteY29" fmla="*/ 3410768 h 3436871"/>
                <a:gd name="connsiteX30" fmla="*/ 1211720 w 2038796"/>
                <a:gd name="connsiteY30" fmla="*/ 3225645 h 3436871"/>
                <a:gd name="connsiteX31" fmla="*/ 1228549 w 2038796"/>
                <a:gd name="connsiteY31" fmla="*/ 3051741 h 3436871"/>
                <a:gd name="connsiteX32" fmla="*/ 1211720 w 2038796"/>
                <a:gd name="connsiteY32" fmla="*/ 2922714 h 3436871"/>
                <a:gd name="connsiteX33" fmla="*/ 1234159 w 2038796"/>
                <a:gd name="connsiteY33" fmla="*/ 2883446 h 3436871"/>
                <a:gd name="connsiteX34" fmla="*/ 1250988 w 2038796"/>
                <a:gd name="connsiteY34" fmla="*/ 2664663 h 3436871"/>
                <a:gd name="connsiteX35" fmla="*/ 1256599 w 2038796"/>
                <a:gd name="connsiteY35" fmla="*/ 2552467 h 3436871"/>
                <a:gd name="connsiteX36" fmla="*/ 1262209 w 2038796"/>
                <a:gd name="connsiteY36" fmla="*/ 2417831 h 3436871"/>
                <a:gd name="connsiteX37" fmla="*/ 1357574 w 2038796"/>
                <a:gd name="connsiteY37" fmla="*/ 2569297 h 3436871"/>
                <a:gd name="connsiteX38" fmla="*/ 1368794 w 2038796"/>
                <a:gd name="connsiteY38" fmla="*/ 3107839 h 3436871"/>
                <a:gd name="connsiteX39" fmla="*/ 1413673 w 2038796"/>
                <a:gd name="connsiteY39" fmla="*/ 3113448 h 3436871"/>
                <a:gd name="connsiteX40" fmla="*/ 1419283 w 2038796"/>
                <a:gd name="connsiteY40" fmla="*/ 2625394 h 3436871"/>
                <a:gd name="connsiteX41" fmla="*/ 1469772 w 2038796"/>
                <a:gd name="connsiteY41" fmla="*/ 2636614 h 3436871"/>
                <a:gd name="connsiteX42" fmla="*/ 1480991 w 2038796"/>
                <a:gd name="connsiteY42" fmla="*/ 3292962 h 3436871"/>
                <a:gd name="connsiteX43" fmla="*/ 1531479 w 2038796"/>
                <a:gd name="connsiteY43" fmla="*/ 3276133 h 3436871"/>
                <a:gd name="connsiteX44" fmla="*/ 1537090 w 2038796"/>
                <a:gd name="connsiteY44" fmla="*/ 2804908 h 3436871"/>
                <a:gd name="connsiteX45" fmla="*/ 1604407 w 2038796"/>
                <a:gd name="connsiteY45" fmla="*/ 2961983 h 3436871"/>
                <a:gd name="connsiteX46" fmla="*/ 1991484 w 2038796"/>
                <a:gd name="connsiteY46" fmla="*/ 2765639 h 3436871"/>
                <a:gd name="connsiteX47" fmla="*/ 1997094 w 2038796"/>
                <a:gd name="connsiteY47" fmla="*/ 2653443 h 3436871"/>
                <a:gd name="connsiteX48" fmla="*/ 1828800 w 2038796"/>
                <a:gd name="connsiteY48" fmla="*/ 2636614 h 3436871"/>
                <a:gd name="connsiteX49" fmla="*/ 1705383 w 2038796"/>
                <a:gd name="connsiteY49" fmla="*/ 2563686 h 3436871"/>
                <a:gd name="connsiteX50" fmla="*/ 1621237 w 2038796"/>
                <a:gd name="connsiteY50" fmla="*/ 2451490 h 3436871"/>
                <a:gd name="connsiteX51" fmla="*/ 1694164 w 2038796"/>
                <a:gd name="connsiteY51" fmla="*/ 2328074 h 3436871"/>
                <a:gd name="connsiteX52" fmla="*/ 1514650 w 2038796"/>
                <a:gd name="connsiteY52" fmla="*/ 2030754 h 3436871"/>
                <a:gd name="connsiteX53" fmla="*/ 1503430 w 2038796"/>
                <a:gd name="connsiteY53" fmla="*/ 1626847 h 3436871"/>
                <a:gd name="connsiteX54" fmla="*/ 1312696 w 2038796"/>
                <a:gd name="connsiteY54" fmla="*/ 1649285 h 3436871"/>
                <a:gd name="connsiteX55" fmla="*/ 1323916 w 2038796"/>
                <a:gd name="connsiteY55" fmla="*/ 1486602 h 3436871"/>
                <a:gd name="connsiteX56" fmla="*/ 1262208 w 2038796"/>
                <a:gd name="connsiteY56" fmla="*/ 1301478 h 3436871"/>
                <a:gd name="connsiteX57" fmla="*/ 1301477 w 2038796"/>
                <a:gd name="connsiteY57" fmla="*/ 1228550 h 3436871"/>
                <a:gd name="connsiteX58" fmla="*/ 1234159 w 2038796"/>
                <a:gd name="connsiteY58" fmla="*/ 1043426 h 3436871"/>
                <a:gd name="connsiteX59" fmla="*/ 1250989 w 2038796"/>
                <a:gd name="connsiteY59" fmla="*/ 847083 h 3436871"/>
                <a:gd name="connsiteX60" fmla="*/ 970498 w 2038796"/>
                <a:gd name="connsiteY60" fmla="*/ 712447 h 3436871"/>
                <a:gd name="connsiteX61" fmla="*/ 1015376 w 2038796"/>
                <a:gd name="connsiteY61" fmla="*/ 622690 h 3436871"/>
                <a:gd name="connsiteX62" fmla="*/ 1150012 w 2038796"/>
                <a:gd name="connsiteY62" fmla="*/ 482445 h 3436871"/>
                <a:gd name="connsiteX63" fmla="*/ 1166841 w 2038796"/>
                <a:gd name="connsiteY63" fmla="*/ 314150 h 3436871"/>
                <a:gd name="connsiteX64" fmla="*/ 1161232 w 2038796"/>
                <a:gd name="connsiteY64" fmla="*/ 196344 h 3436871"/>
                <a:gd name="connsiteX65" fmla="*/ 1065865 w 2038796"/>
                <a:gd name="connsiteY65" fmla="*/ 117807 h 3436871"/>
                <a:gd name="connsiteX66" fmla="*/ 998547 w 2038796"/>
                <a:gd name="connsiteY66" fmla="*/ 72928 h 3436871"/>
                <a:gd name="connsiteX67" fmla="*/ 920010 w 2038796"/>
                <a:gd name="connsiteY67" fmla="*/ 0 h 3436871"/>
                <a:gd name="connsiteX0" fmla="*/ 920010 w 2038796"/>
                <a:gd name="connsiteY0" fmla="*/ 0 h 3436871"/>
                <a:gd name="connsiteX1" fmla="*/ 779764 w 2038796"/>
                <a:gd name="connsiteY1" fmla="*/ 117807 h 3436871"/>
                <a:gd name="connsiteX2" fmla="*/ 751715 w 2038796"/>
                <a:gd name="connsiteY2" fmla="*/ 224393 h 3436871"/>
                <a:gd name="connsiteX3" fmla="*/ 656348 w 2038796"/>
                <a:gd name="connsiteY3" fmla="*/ 403907 h 3436871"/>
                <a:gd name="connsiteX4" fmla="*/ 656348 w 2038796"/>
                <a:gd name="connsiteY4" fmla="*/ 460005 h 3436871"/>
                <a:gd name="connsiteX5" fmla="*/ 673178 w 2038796"/>
                <a:gd name="connsiteY5" fmla="*/ 544153 h 3436871"/>
                <a:gd name="connsiteX6" fmla="*/ 448785 w 2038796"/>
                <a:gd name="connsiteY6" fmla="*/ 656349 h 3436871"/>
                <a:gd name="connsiteX7" fmla="*/ 263661 w 2038796"/>
                <a:gd name="connsiteY7" fmla="*/ 673178 h 3436871"/>
                <a:gd name="connsiteX8" fmla="*/ 218783 w 2038796"/>
                <a:gd name="connsiteY8" fmla="*/ 948059 h 3436871"/>
                <a:gd name="connsiteX9" fmla="*/ 168294 w 2038796"/>
                <a:gd name="connsiteY9" fmla="*/ 1082695 h 3436871"/>
                <a:gd name="connsiteX10" fmla="*/ 72927 w 2038796"/>
                <a:gd name="connsiteY10" fmla="*/ 1211721 h 3436871"/>
                <a:gd name="connsiteX11" fmla="*/ 0 w 2038796"/>
                <a:gd name="connsiteY11" fmla="*/ 1346356 h 3436871"/>
                <a:gd name="connsiteX12" fmla="*/ 134635 w 2038796"/>
                <a:gd name="connsiteY12" fmla="*/ 1705384 h 3436871"/>
                <a:gd name="connsiteX13" fmla="*/ 241222 w 2038796"/>
                <a:gd name="connsiteY13" fmla="*/ 1778312 h 3436871"/>
                <a:gd name="connsiteX14" fmla="*/ 291710 w 2038796"/>
                <a:gd name="connsiteY14" fmla="*/ 1744653 h 3436871"/>
                <a:gd name="connsiteX15" fmla="*/ 336589 w 2038796"/>
                <a:gd name="connsiteY15" fmla="*/ 1800751 h 3436871"/>
                <a:gd name="connsiteX16" fmla="*/ 387077 w 2038796"/>
                <a:gd name="connsiteY16" fmla="*/ 3326621 h 3436871"/>
                <a:gd name="connsiteX17" fmla="*/ 448785 w 2038796"/>
                <a:gd name="connsiteY17" fmla="*/ 3298572 h 3436871"/>
                <a:gd name="connsiteX18" fmla="*/ 431956 w 2038796"/>
                <a:gd name="connsiteY18" fmla="*/ 2423441 h 3436871"/>
                <a:gd name="connsiteX19" fmla="*/ 482444 w 2038796"/>
                <a:gd name="connsiteY19" fmla="*/ 2434660 h 3436871"/>
                <a:gd name="connsiteX20" fmla="*/ 516103 w 2038796"/>
                <a:gd name="connsiteY20" fmla="*/ 3119058 h 3436871"/>
                <a:gd name="connsiteX21" fmla="*/ 583421 w 2038796"/>
                <a:gd name="connsiteY21" fmla="*/ 3124668 h 3436871"/>
                <a:gd name="connsiteX22" fmla="*/ 572201 w 2038796"/>
                <a:gd name="connsiteY22" fmla="*/ 2457100 h 3436871"/>
                <a:gd name="connsiteX23" fmla="*/ 964888 w 2038796"/>
                <a:gd name="connsiteY23" fmla="*/ 2462710 h 3436871"/>
                <a:gd name="connsiteX24" fmla="*/ 970498 w 2038796"/>
                <a:gd name="connsiteY24" fmla="*/ 2866616 h 3436871"/>
                <a:gd name="connsiteX25" fmla="*/ 1026596 w 2038796"/>
                <a:gd name="connsiteY25" fmla="*/ 2877836 h 3436871"/>
                <a:gd name="connsiteX26" fmla="*/ 1020986 w 2038796"/>
                <a:gd name="connsiteY26" fmla="*/ 3051740 h 3436871"/>
                <a:gd name="connsiteX27" fmla="*/ 1009767 w 2038796"/>
                <a:gd name="connsiteY27" fmla="*/ 3175156 h 3436871"/>
                <a:gd name="connsiteX28" fmla="*/ 1020986 w 2038796"/>
                <a:gd name="connsiteY28" fmla="*/ 3393939 h 3436871"/>
                <a:gd name="connsiteX29" fmla="*/ 1217330 w 2038796"/>
                <a:gd name="connsiteY29" fmla="*/ 3410768 h 3436871"/>
                <a:gd name="connsiteX30" fmla="*/ 1211720 w 2038796"/>
                <a:gd name="connsiteY30" fmla="*/ 3225645 h 3436871"/>
                <a:gd name="connsiteX31" fmla="*/ 1228549 w 2038796"/>
                <a:gd name="connsiteY31" fmla="*/ 3051741 h 3436871"/>
                <a:gd name="connsiteX32" fmla="*/ 1211720 w 2038796"/>
                <a:gd name="connsiteY32" fmla="*/ 2922714 h 3436871"/>
                <a:gd name="connsiteX33" fmla="*/ 1234159 w 2038796"/>
                <a:gd name="connsiteY33" fmla="*/ 2883446 h 3436871"/>
                <a:gd name="connsiteX34" fmla="*/ 1250988 w 2038796"/>
                <a:gd name="connsiteY34" fmla="*/ 2664663 h 3436871"/>
                <a:gd name="connsiteX35" fmla="*/ 1256599 w 2038796"/>
                <a:gd name="connsiteY35" fmla="*/ 2552467 h 3436871"/>
                <a:gd name="connsiteX36" fmla="*/ 1262209 w 2038796"/>
                <a:gd name="connsiteY36" fmla="*/ 2417831 h 3436871"/>
                <a:gd name="connsiteX37" fmla="*/ 1357574 w 2038796"/>
                <a:gd name="connsiteY37" fmla="*/ 2569297 h 3436871"/>
                <a:gd name="connsiteX38" fmla="*/ 1368794 w 2038796"/>
                <a:gd name="connsiteY38" fmla="*/ 3107839 h 3436871"/>
                <a:gd name="connsiteX39" fmla="*/ 1413673 w 2038796"/>
                <a:gd name="connsiteY39" fmla="*/ 3113448 h 3436871"/>
                <a:gd name="connsiteX40" fmla="*/ 1419283 w 2038796"/>
                <a:gd name="connsiteY40" fmla="*/ 2625394 h 3436871"/>
                <a:gd name="connsiteX41" fmla="*/ 1469772 w 2038796"/>
                <a:gd name="connsiteY41" fmla="*/ 2636614 h 3436871"/>
                <a:gd name="connsiteX42" fmla="*/ 1480991 w 2038796"/>
                <a:gd name="connsiteY42" fmla="*/ 3292962 h 3436871"/>
                <a:gd name="connsiteX43" fmla="*/ 1531479 w 2038796"/>
                <a:gd name="connsiteY43" fmla="*/ 3276133 h 3436871"/>
                <a:gd name="connsiteX44" fmla="*/ 1537090 w 2038796"/>
                <a:gd name="connsiteY44" fmla="*/ 2804908 h 3436871"/>
                <a:gd name="connsiteX45" fmla="*/ 1604407 w 2038796"/>
                <a:gd name="connsiteY45" fmla="*/ 2961983 h 3436871"/>
                <a:gd name="connsiteX46" fmla="*/ 1991484 w 2038796"/>
                <a:gd name="connsiteY46" fmla="*/ 2765639 h 3436871"/>
                <a:gd name="connsiteX47" fmla="*/ 1997094 w 2038796"/>
                <a:gd name="connsiteY47" fmla="*/ 2653443 h 3436871"/>
                <a:gd name="connsiteX48" fmla="*/ 1828800 w 2038796"/>
                <a:gd name="connsiteY48" fmla="*/ 2636614 h 3436871"/>
                <a:gd name="connsiteX49" fmla="*/ 1705383 w 2038796"/>
                <a:gd name="connsiteY49" fmla="*/ 2563686 h 3436871"/>
                <a:gd name="connsiteX50" fmla="*/ 1621237 w 2038796"/>
                <a:gd name="connsiteY50" fmla="*/ 2451490 h 3436871"/>
                <a:gd name="connsiteX51" fmla="*/ 1694164 w 2038796"/>
                <a:gd name="connsiteY51" fmla="*/ 2328074 h 3436871"/>
                <a:gd name="connsiteX52" fmla="*/ 1514650 w 2038796"/>
                <a:gd name="connsiteY52" fmla="*/ 2030754 h 3436871"/>
                <a:gd name="connsiteX53" fmla="*/ 1503430 w 2038796"/>
                <a:gd name="connsiteY53" fmla="*/ 1626847 h 3436871"/>
                <a:gd name="connsiteX54" fmla="*/ 1312696 w 2038796"/>
                <a:gd name="connsiteY54" fmla="*/ 1649285 h 3436871"/>
                <a:gd name="connsiteX55" fmla="*/ 1323916 w 2038796"/>
                <a:gd name="connsiteY55" fmla="*/ 1486602 h 3436871"/>
                <a:gd name="connsiteX56" fmla="*/ 1262208 w 2038796"/>
                <a:gd name="connsiteY56" fmla="*/ 1346357 h 3436871"/>
                <a:gd name="connsiteX57" fmla="*/ 1301477 w 2038796"/>
                <a:gd name="connsiteY57" fmla="*/ 1228550 h 3436871"/>
                <a:gd name="connsiteX58" fmla="*/ 1234159 w 2038796"/>
                <a:gd name="connsiteY58" fmla="*/ 1043426 h 3436871"/>
                <a:gd name="connsiteX59" fmla="*/ 1250989 w 2038796"/>
                <a:gd name="connsiteY59" fmla="*/ 847083 h 3436871"/>
                <a:gd name="connsiteX60" fmla="*/ 970498 w 2038796"/>
                <a:gd name="connsiteY60" fmla="*/ 712447 h 3436871"/>
                <a:gd name="connsiteX61" fmla="*/ 1015376 w 2038796"/>
                <a:gd name="connsiteY61" fmla="*/ 622690 h 3436871"/>
                <a:gd name="connsiteX62" fmla="*/ 1150012 w 2038796"/>
                <a:gd name="connsiteY62" fmla="*/ 482445 h 3436871"/>
                <a:gd name="connsiteX63" fmla="*/ 1166841 w 2038796"/>
                <a:gd name="connsiteY63" fmla="*/ 314150 h 3436871"/>
                <a:gd name="connsiteX64" fmla="*/ 1161232 w 2038796"/>
                <a:gd name="connsiteY64" fmla="*/ 196344 h 3436871"/>
                <a:gd name="connsiteX65" fmla="*/ 1065865 w 2038796"/>
                <a:gd name="connsiteY65" fmla="*/ 117807 h 3436871"/>
                <a:gd name="connsiteX66" fmla="*/ 998547 w 2038796"/>
                <a:gd name="connsiteY66" fmla="*/ 72928 h 3436871"/>
                <a:gd name="connsiteX67" fmla="*/ 920010 w 2038796"/>
                <a:gd name="connsiteY67" fmla="*/ 0 h 3436871"/>
                <a:gd name="connsiteX0" fmla="*/ 920010 w 2038796"/>
                <a:gd name="connsiteY0" fmla="*/ 0 h 3436871"/>
                <a:gd name="connsiteX1" fmla="*/ 779764 w 2038796"/>
                <a:gd name="connsiteY1" fmla="*/ 117807 h 3436871"/>
                <a:gd name="connsiteX2" fmla="*/ 751715 w 2038796"/>
                <a:gd name="connsiteY2" fmla="*/ 224393 h 3436871"/>
                <a:gd name="connsiteX3" fmla="*/ 656348 w 2038796"/>
                <a:gd name="connsiteY3" fmla="*/ 403907 h 3436871"/>
                <a:gd name="connsiteX4" fmla="*/ 656348 w 2038796"/>
                <a:gd name="connsiteY4" fmla="*/ 460005 h 3436871"/>
                <a:gd name="connsiteX5" fmla="*/ 673178 w 2038796"/>
                <a:gd name="connsiteY5" fmla="*/ 544153 h 3436871"/>
                <a:gd name="connsiteX6" fmla="*/ 448785 w 2038796"/>
                <a:gd name="connsiteY6" fmla="*/ 656349 h 3436871"/>
                <a:gd name="connsiteX7" fmla="*/ 263661 w 2038796"/>
                <a:gd name="connsiteY7" fmla="*/ 673178 h 3436871"/>
                <a:gd name="connsiteX8" fmla="*/ 218783 w 2038796"/>
                <a:gd name="connsiteY8" fmla="*/ 948059 h 3436871"/>
                <a:gd name="connsiteX9" fmla="*/ 168294 w 2038796"/>
                <a:gd name="connsiteY9" fmla="*/ 1082695 h 3436871"/>
                <a:gd name="connsiteX10" fmla="*/ 72927 w 2038796"/>
                <a:gd name="connsiteY10" fmla="*/ 1211721 h 3436871"/>
                <a:gd name="connsiteX11" fmla="*/ 0 w 2038796"/>
                <a:gd name="connsiteY11" fmla="*/ 1346356 h 3436871"/>
                <a:gd name="connsiteX12" fmla="*/ 134635 w 2038796"/>
                <a:gd name="connsiteY12" fmla="*/ 1705384 h 3436871"/>
                <a:gd name="connsiteX13" fmla="*/ 241222 w 2038796"/>
                <a:gd name="connsiteY13" fmla="*/ 1778312 h 3436871"/>
                <a:gd name="connsiteX14" fmla="*/ 291710 w 2038796"/>
                <a:gd name="connsiteY14" fmla="*/ 1744653 h 3436871"/>
                <a:gd name="connsiteX15" fmla="*/ 336589 w 2038796"/>
                <a:gd name="connsiteY15" fmla="*/ 1800751 h 3436871"/>
                <a:gd name="connsiteX16" fmla="*/ 387077 w 2038796"/>
                <a:gd name="connsiteY16" fmla="*/ 3326621 h 3436871"/>
                <a:gd name="connsiteX17" fmla="*/ 448785 w 2038796"/>
                <a:gd name="connsiteY17" fmla="*/ 3298572 h 3436871"/>
                <a:gd name="connsiteX18" fmla="*/ 431956 w 2038796"/>
                <a:gd name="connsiteY18" fmla="*/ 2423441 h 3436871"/>
                <a:gd name="connsiteX19" fmla="*/ 482444 w 2038796"/>
                <a:gd name="connsiteY19" fmla="*/ 2434660 h 3436871"/>
                <a:gd name="connsiteX20" fmla="*/ 516103 w 2038796"/>
                <a:gd name="connsiteY20" fmla="*/ 3119058 h 3436871"/>
                <a:gd name="connsiteX21" fmla="*/ 583421 w 2038796"/>
                <a:gd name="connsiteY21" fmla="*/ 3124668 h 3436871"/>
                <a:gd name="connsiteX22" fmla="*/ 572201 w 2038796"/>
                <a:gd name="connsiteY22" fmla="*/ 2457100 h 3436871"/>
                <a:gd name="connsiteX23" fmla="*/ 964888 w 2038796"/>
                <a:gd name="connsiteY23" fmla="*/ 2462710 h 3436871"/>
                <a:gd name="connsiteX24" fmla="*/ 970498 w 2038796"/>
                <a:gd name="connsiteY24" fmla="*/ 2866616 h 3436871"/>
                <a:gd name="connsiteX25" fmla="*/ 1026596 w 2038796"/>
                <a:gd name="connsiteY25" fmla="*/ 2877836 h 3436871"/>
                <a:gd name="connsiteX26" fmla="*/ 1020986 w 2038796"/>
                <a:gd name="connsiteY26" fmla="*/ 3051740 h 3436871"/>
                <a:gd name="connsiteX27" fmla="*/ 1009767 w 2038796"/>
                <a:gd name="connsiteY27" fmla="*/ 3175156 h 3436871"/>
                <a:gd name="connsiteX28" fmla="*/ 1020986 w 2038796"/>
                <a:gd name="connsiteY28" fmla="*/ 3393939 h 3436871"/>
                <a:gd name="connsiteX29" fmla="*/ 1217330 w 2038796"/>
                <a:gd name="connsiteY29" fmla="*/ 3410768 h 3436871"/>
                <a:gd name="connsiteX30" fmla="*/ 1211720 w 2038796"/>
                <a:gd name="connsiteY30" fmla="*/ 3225645 h 3436871"/>
                <a:gd name="connsiteX31" fmla="*/ 1228549 w 2038796"/>
                <a:gd name="connsiteY31" fmla="*/ 3051741 h 3436871"/>
                <a:gd name="connsiteX32" fmla="*/ 1211720 w 2038796"/>
                <a:gd name="connsiteY32" fmla="*/ 2922714 h 3436871"/>
                <a:gd name="connsiteX33" fmla="*/ 1234159 w 2038796"/>
                <a:gd name="connsiteY33" fmla="*/ 2883446 h 3436871"/>
                <a:gd name="connsiteX34" fmla="*/ 1250988 w 2038796"/>
                <a:gd name="connsiteY34" fmla="*/ 2664663 h 3436871"/>
                <a:gd name="connsiteX35" fmla="*/ 1256599 w 2038796"/>
                <a:gd name="connsiteY35" fmla="*/ 2552467 h 3436871"/>
                <a:gd name="connsiteX36" fmla="*/ 1262209 w 2038796"/>
                <a:gd name="connsiteY36" fmla="*/ 2417831 h 3436871"/>
                <a:gd name="connsiteX37" fmla="*/ 1357574 w 2038796"/>
                <a:gd name="connsiteY37" fmla="*/ 2569297 h 3436871"/>
                <a:gd name="connsiteX38" fmla="*/ 1368794 w 2038796"/>
                <a:gd name="connsiteY38" fmla="*/ 3107839 h 3436871"/>
                <a:gd name="connsiteX39" fmla="*/ 1413673 w 2038796"/>
                <a:gd name="connsiteY39" fmla="*/ 3113448 h 3436871"/>
                <a:gd name="connsiteX40" fmla="*/ 1419283 w 2038796"/>
                <a:gd name="connsiteY40" fmla="*/ 2625394 h 3436871"/>
                <a:gd name="connsiteX41" fmla="*/ 1469772 w 2038796"/>
                <a:gd name="connsiteY41" fmla="*/ 2636614 h 3436871"/>
                <a:gd name="connsiteX42" fmla="*/ 1480991 w 2038796"/>
                <a:gd name="connsiteY42" fmla="*/ 3292962 h 3436871"/>
                <a:gd name="connsiteX43" fmla="*/ 1531479 w 2038796"/>
                <a:gd name="connsiteY43" fmla="*/ 3276133 h 3436871"/>
                <a:gd name="connsiteX44" fmla="*/ 1537090 w 2038796"/>
                <a:gd name="connsiteY44" fmla="*/ 2804908 h 3436871"/>
                <a:gd name="connsiteX45" fmla="*/ 1604407 w 2038796"/>
                <a:gd name="connsiteY45" fmla="*/ 2961983 h 3436871"/>
                <a:gd name="connsiteX46" fmla="*/ 1991484 w 2038796"/>
                <a:gd name="connsiteY46" fmla="*/ 2765639 h 3436871"/>
                <a:gd name="connsiteX47" fmla="*/ 1997094 w 2038796"/>
                <a:gd name="connsiteY47" fmla="*/ 2653443 h 3436871"/>
                <a:gd name="connsiteX48" fmla="*/ 1828800 w 2038796"/>
                <a:gd name="connsiteY48" fmla="*/ 2636614 h 3436871"/>
                <a:gd name="connsiteX49" fmla="*/ 1705383 w 2038796"/>
                <a:gd name="connsiteY49" fmla="*/ 2563686 h 3436871"/>
                <a:gd name="connsiteX50" fmla="*/ 1621237 w 2038796"/>
                <a:gd name="connsiteY50" fmla="*/ 2451490 h 3436871"/>
                <a:gd name="connsiteX51" fmla="*/ 1694164 w 2038796"/>
                <a:gd name="connsiteY51" fmla="*/ 2328074 h 3436871"/>
                <a:gd name="connsiteX52" fmla="*/ 1514650 w 2038796"/>
                <a:gd name="connsiteY52" fmla="*/ 2030754 h 3436871"/>
                <a:gd name="connsiteX53" fmla="*/ 1503430 w 2038796"/>
                <a:gd name="connsiteY53" fmla="*/ 1626847 h 3436871"/>
                <a:gd name="connsiteX54" fmla="*/ 1312696 w 2038796"/>
                <a:gd name="connsiteY54" fmla="*/ 1649285 h 3436871"/>
                <a:gd name="connsiteX55" fmla="*/ 1323916 w 2038796"/>
                <a:gd name="connsiteY55" fmla="*/ 1486602 h 3436871"/>
                <a:gd name="connsiteX56" fmla="*/ 1262208 w 2038796"/>
                <a:gd name="connsiteY56" fmla="*/ 1346357 h 3436871"/>
                <a:gd name="connsiteX57" fmla="*/ 1284648 w 2038796"/>
                <a:gd name="connsiteY57" fmla="*/ 1239770 h 3436871"/>
                <a:gd name="connsiteX58" fmla="*/ 1234159 w 2038796"/>
                <a:gd name="connsiteY58" fmla="*/ 1043426 h 3436871"/>
                <a:gd name="connsiteX59" fmla="*/ 1250989 w 2038796"/>
                <a:gd name="connsiteY59" fmla="*/ 847083 h 3436871"/>
                <a:gd name="connsiteX60" fmla="*/ 970498 w 2038796"/>
                <a:gd name="connsiteY60" fmla="*/ 712447 h 3436871"/>
                <a:gd name="connsiteX61" fmla="*/ 1015376 w 2038796"/>
                <a:gd name="connsiteY61" fmla="*/ 622690 h 3436871"/>
                <a:gd name="connsiteX62" fmla="*/ 1150012 w 2038796"/>
                <a:gd name="connsiteY62" fmla="*/ 482445 h 3436871"/>
                <a:gd name="connsiteX63" fmla="*/ 1166841 w 2038796"/>
                <a:gd name="connsiteY63" fmla="*/ 314150 h 3436871"/>
                <a:gd name="connsiteX64" fmla="*/ 1161232 w 2038796"/>
                <a:gd name="connsiteY64" fmla="*/ 196344 h 3436871"/>
                <a:gd name="connsiteX65" fmla="*/ 1065865 w 2038796"/>
                <a:gd name="connsiteY65" fmla="*/ 117807 h 3436871"/>
                <a:gd name="connsiteX66" fmla="*/ 998547 w 2038796"/>
                <a:gd name="connsiteY66" fmla="*/ 72928 h 3436871"/>
                <a:gd name="connsiteX67" fmla="*/ 920010 w 2038796"/>
                <a:gd name="connsiteY67" fmla="*/ 0 h 3436871"/>
                <a:gd name="connsiteX0" fmla="*/ 920010 w 2038796"/>
                <a:gd name="connsiteY0" fmla="*/ 0 h 3436871"/>
                <a:gd name="connsiteX1" fmla="*/ 779764 w 2038796"/>
                <a:gd name="connsiteY1" fmla="*/ 117807 h 3436871"/>
                <a:gd name="connsiteX2" fmla="*/ 751715 w 2038796"/>
                <a:gd name="connsiteY2" fmla="*/ 224393 h 3436871"/>
                <a:gd name="connsiteX3" fmla="*/ 656348 w 2038796"/>
                <a:gd name="connsiteY3" fmla="*/ 403907 h 3436871"/>
                <a:gd name="connsiteX4" fmla="*/ 656348 w 2038796"/>
                <a:gd name="connsiteY4" fmla="*/ 460005 h 3436871"/>
                <a:gd name="connsiteX5" fmla="*/ 673178 w 2038796"/>
                <a:gd name="connsiteY5" fmla="*/ 544153 h 3436871"/>
                <a:gd name="connsiteX6" fmla="*/ 448785 w 2038796"/>
                <a:gd name="connsiteY6" fmla="*/ 656349 h 3436871"/>
                <a:gd name="connsiteX7" fmla="*/ 263661 w 2038796"/>
                <a:gd name="connsiteY7" fmla="*/ 673178 h 3436871"/>
                <a:gd name="connsiteX8" fmla="*/ 218783 w 2038796"/>
                <a:gd name="connsiteY8" fmla="*/ 948059 h 3436871"/>
                <a:gd name="connsiteX9" fmla="*/ 168294 w 2038796"/>
                <a:gd name="connsiteY9" fmla="*/ 1082695 h 3436871"/>
                <a:gd name="connsiteX10" fmla="*/ 72927 w 2038796"/>
                <a:gd name="connsiteY10" fmla="*/ 1211721 h 3436871"/>
                <a:gd name="connsiteX11" fmla="*/ 0 w 2038796"/>
                <a:gd name="connsiteY11" fmla="*/ 1346356 h 3436871"/>
                <a:gd name="connsiteX12" fmla="*/ 134635 w 2038796"/>
                <a:gd name="connsiteY12" fmla="*/ 1705384 h 3436871"/>
                <a:gd name="connsiteX13" fmla="*/ 241222 w 2038796"/>
                <a:gd name="connsiteY13" fmla="*/ 1778312 h 3436871"/>
                <a:gd name="connsiteX14" fmla="*/ 291710 w 2038796"/>
                <a:gd name="connsiteY14" fmla="*/ 1744653 h 3436871"/>
                <a:gd name="connsiteX15" fmla="*/ 336589 w 2038796"/>
                <a:gd name="connsiteY15" fmla="*/ 1800751 h 3436871"/>
                <a:gd name="connsiteX16" fmla="*/ 387077 w 2038796"/>
                <a:gd name="connsiteY16" fmla="*/ 3326621 h 3436871"/>
                <a:gd name="connsiteX17" fmla="*/ 448785 w 2038796"/>
                <a:gd name="connsiteY17" fmla="*/ 3298572 h 3436871"/>
                <a:gd name="connsiteX18" fmla="*/ 431956 w 2038796"/>
                <a:gd name="connsiteY18" fmla="*/ 2423441 h 3436871"/>
                <a:gd name="connsiteX19" fmla="*/ 482444 w 2038796"/>
                <a:gd name="connsiteY19" fmla="*/ 2434660 h 3436871"/>
                <a:gd name="connsiteX20" fmla="*/ 516103 w 2038796"/>
                <a:gd name="connsiteY20" fmla="*/ 3119058 h 3436871"/>
                <a:gd name="connsiteX21" fmla="*/ 583421 w 2038796"/>
                <a:gd name="connsiteY21" fmla="*/ 3124668 h 3436871"/>
                <a:gd name="connsiteX22" fmla="*/ 572201 w 2038796"/>
                <a:gd name="connsiteY22" fmla="*/ 2457100 h 3436871"/>
                <a:gd name="connsiteX23" fmla="*/ 964888 w 2038796"/>
                <a:gd name="connsiteY23" fmla="*/ 2462710 h 3436871"/>
                <a:gd name="connsiteX24" fmla="*/ 970498 w 2038796"/>
                <a:gd name="connsiteY24" fmla="*/ 2866616 h 3436871"/>
                <a:gd name="connsiteX25" fmla="*/ 1026596 w 2038796"/>
                <a:gd name="connsiteY25" fmla="*/ 2877836 h 3436871"/>
                <a:gd name="connsiteX26" fmla="*/ 1020986 w 2038796"/>
                <a:gd name="connsiteY26" fmla="*/ 3051740 h 3436871"/>
                <a:gd name="connsiteX27" fmla="*/ 1009767 w 2038796"/>
                <a:gd name="connsiteY27" fmla="*/ 3175156 h 3436871"/>
                <a:gd name="connsiteX28" fmla="*/ 1020986 w 2038796"/>
                <a:gd name="connsiteY28" fmla="*/ 3393939 h 3436871"/>
                <a:gd name="connsiteX29" fmla="*/ 1217330 w 2038796"/>
                <a:gd name="connsiteY29" fmla="*/ 3410768 h 3436871"/>
                <a:gd name="connsiteX30" fmla="*/ 1211720 w 2038796"/>
                <a:gd name="connsiteY30" fmla="*/ 3225645 h 3436871"/>
                <a:gd name="connsiteX31" fmla="*/ 1228549 w 2038796"/>
                <a:gd name="connsiteY31" fmla="*/ 3051741 h 3436871"/>
                <a:gd name="connsiteX32" fmla="*/ 1211720 w 2038796"/>
                <a:gd name="connsiteY32" fmla="*/ 2922714 h 3436871"/>
                <a:gd name="connsiteX33" fmla="*/ 1234159 w 2038796"/>
                <a:gd name="connsiteY33" fmla="*/ 2883446 h 3436871"/>
                <a:gd name="connsiteX34" fmla="*/ 1250988 w 2038796"/>
                <a:gd name="connsiteY34" fmla="*/ 2664663 h 3436871"/>
                <a:gd name="connsiteX35" fmla="*/ 1256599 w 2038796"/>
                <a:gd name="connsiteY35" fmla="*/ 2552467 h 3436871"/>
                <a:gd name="connsiteX36" fmla="*/ 1262209 w 2038796"/>
                <a:gd name="connsiteY36" fmla="*/ 2417831 h 3436871"/>
                <a:gd name="connsiteX37" fmla="*/ 1357574 w 2038796"/>
                <a:gd name="connsiteY37" fmla="*/ 2569297 h 3436871"/>
                <a:gd name="connsiteX38" fmla="*/ 1368794 w 2038796"/>
                <a:gd name="connsiteY38" fmla="*/ 3107839 h 3436871"/>
                <a:gd name="connsiteX39" fmla="*/ 1413673 w 2038796"/>
                <a:gd name="connsiteY39" fmla="*/ 3113448 h 3436871"/>
                <a:gd name="connsiteX40" fmla="*/ 1419283 w 2038796"/>
                <a:gd name="connsiteY40" fmla="*/ 2625394 h 3436871"/>
                <a:gd name="connsiteX41" fmla="*/ 1469772 w 2038796"/>
                <a:gd name="connsiteY41" fmla="*/ 2636614 h 3436871"/>
                <a:gd name="connsiteX42" fmla="*/ 1480991 w 2038796"/>
                <a:gd name="connsiteY42" fmla="*/ 3292962 h 3436871"/>
                <a:gd name="connsiteX43" fmla="*/ 1531479 w 2038796"/>
                <a:gd name="connsiteY43" fmla="*/ 3276133 h 3436871"/>
                <a:gd name="connsiteX44" fmla="*/ 1537090 w 2038796"/>
                <a:gd name="connsiteY44" fmla="*/ 2804908 h 3436871"/>
                <a:gd name="connsiteX45" fmla="*/ 1604407 w 2038796"/>
                <a:gd name="connsiteY45" fmla="*/ 2961983 h 3436871"/>
                <a:gd name="connsiteX46" fmla="*/ 1991484 w 2038796"/>
                <a:gd name="connsiteY46" fmla="*/ 2765639 h 3436871"/>
                <a:gd name="connsiteX47" fmla="*/ 1997094 w 2038796"/>
                <a:gd name="connsiteY47" fmla="*/ 2653443 h 3436871"/>
                <a:gd name="connsiteX48" fmla="*/ 1828800 w 2038796"/>
                <a:gd name="connsiteY48" fmla="*/ 2636614 h 3436871"/>
                <a:gd name="connsiteX49" fmla="*/ 1705383 w 2038796"/>
                <a:gd name="connsiteY49" fmla="*/ 2563686 h 3436871"/>
                <a:gd name="connsiteX50" fmla="*/ 1621237 w 2038796"/>
                <a:gd name="connsiteY50" fmla="*/ 2451490 h 3436871"/>
                <a:gd name="connsiteX51" fmla="*/ 1694164 w 2038796"/>
                <a:gd name="connsiteY51" fmla="*/ 2328074 h 3436871"/>
                <a:gd name="connsiteX52" fmla="*/ 1514650 w 2038796"/>
                <a:gd name="connsiteY52" fmla="*/ 2030754 h 3436871"/>
                <a:gd name="connsiteX53" fmla="*/ 1503430 w 2038796"/>
                <a:gd name="connsiteY53" fmla="*/ 1626847 h 3436871"/>
                <a:gd name="connsiteX54" fmla="*/ 1312696 w 2038796"/>
                <a:gd name="connsiteY54" fmla="*/ 1649285 h 3436871"/>
                <a:gd name="connsiteX55" fmla="*/ 1323916 w 2038796"/>
                <a:gd name="connsiteY55" fmla="*/ 1486602 h 3436871"/>
                <a:gd name="connsiteX56" fmla="*/ 1262208 w 2038796"/>
                <a:gd name="connsiteY56" fmla="*/ 1346357 h 3436871"/>
                <a:gd name="connsiteX57" fmla="*/ 1284648 w 2038796"/>
                <a:gd name="connsiteY57" fmla="*/ 1239770 h 3436871"/>
                <a:gd name="connsiteX58" fmla="*/ 1256599 w 2038796"/>
                <a:gd name="connsiteY58" fmla="*/ 1077085 h 3436871"/>
                <a:gd name="connsiteX59" fmla="*/ 1250989 w 2038796"/>
                <a:gd name="connsiteY59" fmla="*/ 847083 h 3436871"/>
                <a:gd name="connsiteX60" fmla="*/ 970498 w 2038796"/>
                <a:gd name="connsiteY60" fmla="*/ 712447 h 3436871"/>
                <a:gd name="connsiteX61" fmla="*/ 1015376 w 2038796"/>
                <a:gd name="connsiteY61" fmla="*/ 622690 h 3436871"/>
                <a:gd name="connsiteX62" fmla="*/ 1150012 w 2038796"/>
                <a:gd name="connsiteY62" fmla="*/ 482445 h 3436871"/>
                <a:gd name="connsiteX63" fmla="*/ 1166841 w 2038796"/>
                <a:gd name="connsiteY63" fmla="*/ 314150 h 3436871"/>
                <a:gd name="connsiteX64" fmla="*/ 1161232 w 2038796"/>
                <a:gd name="connsiteY64" fmla="*/ 196344 h 3436871"/>
                <a:gd name="connsiteX65" fmla="*/ 1065865 w 2038796"/>
                <a:gd name="connsiteY65" fmla="*/ 117807 h 3436871"/>
                <a:gd name="connsiteX66" fmla="*/ 998547 w 2038796"/>
                <a:gd name="connsiteY66" fmla="*/ 72928 h 3436871"/>
                <a:gd name="connsiteX67" fmla="*/ 920010 w 2038796"/>
                <a:gd name="connsiteY67" fmla="*/ 0 h 3436871"/>
                <a:gd name="connsiteX0" fmla="*/ 920010 w 2038796"/>
                <a:gd name="connsiteY0" fmla="*/ 0 h 3436871"/>
                <a:gd name="connsiteX1" fmla="*/ 779764 w 2038796"/>
                <a:gd name="connsiteY1" fmla="*/ 117807 h 3436871"/>
                <a:gd name="connsiteX2" fmla="*/ 751715 w 2038796"/>
                <a:gd name="connsiteY2" fmla="*/ 224393 h 3436871"/>
                <a:gd name="connsiteX3" fmla="*/ 656348 w 2038796"/>
                <a:gd name="connsiteY3" fmla="*/ 403907 h 3436871"/>
                <a:gd name="connsiteX4" fmla="*/ 656348 w 2038796"/>
                <a:gd name="connsiteY4" fmla="*/ 460005 h 3436871"/>
                <a:gd name="connsiteX5" fmla="*/ 673178 w 2038796"/>
                <a:gd name="connsiteY5" fmla="*/ 544153 h 3436871"/>
                <a:gd name="connsiteX6" fmla="*/ 448785 w 2038796"/>
                <a:gd name="connsiteY6" fmla="*/ 656349 h 3436871"/>
                <a:gd name="connsiteX7" fmla="*/ 263661 w 2038796"/>
                <a:gd name="connsiteY7" fmla="*/ 673178 h 3436871"/>
                <a:gd name="connsiteX8" fmla="*/ 218783 w 2038796"/>
                <a:gd name="connsiteY8" fmla="*/ 948059 h 3436871"/>
                <a:gd name="connsiteX9" fmla="*/ 168294 w 2038796"/>
                <a:gd name="connsiteY9" fmla="*/ 1082695 h 3436871"/>
                <a:gd name="connsiteX10" fmla="*/ 72927 w 2038796"/>
                <a:gd name="connsiteY10" fmla="*/ 1211721 h 3436871"/>
                <a:gd name="connsiteX11" fmla="*/ 0 w 2038796"/>
                <a:gd name="connsiteY11" fmla="*/ 1346356 h 3436871"/>
                <a:gd name="connsiteX12" fmla="*/ 134635 w 2038796"/>
                <a:gd name="connsiteY12" fmla="*/ 1705384 h 3436871"/>
                <a:gd name="connsiteX13" fmla="*/ 241222 w 2038796"/>
                <a:gd name="connsiteY13" fmla="*/ 1778312 h 3436871"/>
                <a:gd name="connsiteX14" fmla="*/ 291710 w 2038796"/>
                <a:gd name="connsiteY14" fmla="*/ 1744653 h 3436871"/>
                <a:gd name="connsiteX15" fmla="*/ 336589 w 2038796"/>
                <a:gd name="connsiteY15" fmla="*/ 1800751 h 3436871"/>
                <a:gd name="connsiteX16" fmla="*/ 387077 w 2038796"/>
                <a:gd name="connsiteY16" fmla="*/ 3326621 h 3436871"/>
                <a:gd name="connsiteX17" fmla="*/ 448785 w 2038796"/>
                <a:gd name="connsiteY17" fmla="*/ 3298572 h 3436871"/>
                <a:gd name="connsiteX18" fmla="*/ 431956 w 2038796"/>
                <a:gd name="connsiteY18" fmla="*/ 2423441 h 3436871"/>
                <a:gd name="connsiteX19" fmla="*/ 482444 w 2038796"/>
                <a:gd name="connsiteY19" fmla="*/ 2434660 h 3436871"/>
                <a:gd name="connsiteX20" fmla="*/ 516103 w 2038796"/>
                <a:gd name="connsiteY20" fmla="*/ 3119058 h 3436871"/>
                <a:gd name="connsiteX21" fmla="*/ 583421 w 2038796"/>
                <a:gd name="connsiteY21" fmla="*/ 3124668 h 3436871"/>
                <a:gd name="connsiteX22" fmla="*/ 572201 w 2038796"/>
                <a:gd name="connsiteY22" fmla="*/ 2457100 h 3436871"/>
                <a:gd name="connsiteX23" fmla="*/ 964888 w 2038796"/>
                <a:gd name="connsiteY23" fmla="*/ 2462710 h 3436871"/>
                <a:gd name="connsiteX24" fmla="*/ 970498 w 2038796"/>
                <a:gd name="connsiteY24" fmla="*/ 2866616 h 3436871"/>
                <a:gd name="connsiteX25" fmla="*/ 1026596 w 2038796"/>
                <a:gd name="connsiteY25" fmla="*/ 2877836 h 3436871"/>
                <a:gd name="connsiteX26" fmla="*/ 1020986 w 2038796"/>
                <a:gd name="connsiteY26" fmla="*/ 3051740 h 3436871"/>
                <a:gd name="connsiteX27" fmla="*/ 1009767 w 2038796"/>
                <a:gd name="connsiteY27" fmla="*/ 3175156 h 3436871"/>
                <a:gd name="connsiteX28" fmla="*/ 1020986 w 2038796"/>
                <a:gd name="connsiteY28" fmla="*/ 3393939 h 3436871"/>
                <a:gd name="connsiteX29" fmla="*/ 1217330 w 2038796"/>
                <a:gd name="connsiteY29" fmla="*/ 3410768 h 3436871"/>
                <a:gd name="connsiteX30" fmla="*/ 1211720 w 2038796"/>
                <a:gd name="connsiteY30" fmla="*/ 3225645 h 3436871"/>
                <a:gd name="connsiteX31" fmla="*/ 1228549 w 2038796"/>
                <a:gd name="connsiteY31" fmla="*/ 3051741 h 3436871"/>
                <a:gd name="connsiteX32" fmla="*/ 1211720 w 2038796"/>
                <a:gd name="connsiteY32" fmla="*/ 2922714 h 3436871"/>
                <a:gd name="connsiteX33" fmla="*/ 1234159 w 2038796"/>
                <a:gd name="connsiteY33" fmla="*/ 2883446 h 3436871"/>
                <a:gd name="connsiteX34" fmla="*/ 1250988 w 2038796"/>
                <a:gd name="connsiteY34" fmla="*/ 2664663 h 3436871"/>
                <a:gd name="connsiteX35" fmla="*/ 1256599 w 2038796"/>
                <a:gd name="connsiteY35" fmla="*/ 2552467 h 3436871"/>
                <a:gd name="connsiteX36" fmla="*/ 1262209 w 2038796"/>
                <a:gd name="connsiteY36" fmla="*/ 2417831 h 3436871"/>
                <a:gd name="connsiteX37" fmla="*/ 1357574 w 2038796"/>
                <a:gd name="connsiteY37" fmla="*/ 2569297 h 3436871"/>
                <a:gd name="connsiteX38" fmla="*/ 1368794 w 2038796"/>
                <a:gd name="connsiteY38" fmla="*/ 3107839 h 3436871"/>
                <a:gd name="connsiteX39" fmla="*/ 1413673 w 2038796"/>
                <a:gd name="connsiteY39" fmla="*/ 3113448 h 3436871"/>
                <a:gd name="connsiteX40" fmla="*/ 1419283 w 2038796"/>
                <a:gd name="connsiteY40" fmla="*/ 2625394 h 3436871"/>
                <a:gd name="connsiteX41" fmla="*/ 1469772 w 2038796"/>
                <a:gd name="connsiteY41" fmla="*/ 2636614 h 3436871"/>
                <a:gd name="connsiteX42" fmla="*/ 1480991 w 2038796"/>
                <a:gd name="connsiteY42" fmla="*/ 3292962 h 3436871"/>
                <a:gd name="connsiteX43" fmla="*/ 1531479 w 2038796"/>
                <a:gd name="connsiteY43" fmla="*/ 3276133 h 3436871"/>
                <a:gd name="connsiteX44" fmla="*/ 1537090 w 2038796"/>
                <a:gd name="connsiteY44" fmla="*/ 2804908 h 3436871"/>
                <a:gd name="connsiteX45" fmla="*/ 1604407 w 2038796"/>
                <a:gd name="connsiteY45" fmla="*/ 2961983 h 3436871"/>
                <a:gd name="connsiteX46" fmla="*/ 1991484 w 2038796"/>
                <a:gd name="connsiteY46" fmla="*/ 2765639 h 3436871"/>
                <a:gd name="connsiteX47" fmla="*/ 1997094 w 2038796"/>
                <a:gd name="connsiteY47" fmla="*/ 2653443 h 3436871"/>
                <a:gd name="connsiteX48" fmla="*/ 1828800 w 2038796"/>
                <a:gd name="connsiteY48" fmla="*/ 2636614 h 3436871"/>
                <a:gd name="connsiteX49" fmla="*/ 1705383 w 2038796"/>
                <a:gd name="connsiteY49" fmla="*/ 2563686 h 3436871"/>
                <a:gd name="connsiteX50" fmla="*/ 1621237 w 2038796"/>
                <a:gd name="connsiteY50" fmla="*/ 2451490 h 3436871"/>
                <a:gd name="connsiteX51" fmla="*/ 1694164 w 2038796"/>
                <a:gd name="connsiteY51" fmla="*/ 2328074 h 3436871"/>
                <a:gd name="connsiteX52" fmla="*/ 1514650 w 2038796"/>
                <a:gd name="connsiteY52" fmla="*/ 2030754 h 3436871"/>
                <a:gd name="connsiteX53" fmla="*/ 1503430 w 2038796"/>
                <a:gd name="connsiteY53" fmla="*/ 1626847 h 3436871"/>
                <a:gd name="connsiteX54" fmla="*/ 1312696 w 2038796"/>
                <a:gd name="connsiteY54" fmla="*/ 1649285 h 3436871"/>
                <a:gd name="connsiteX55" fmla="*/ 1323916 w 2038796"/>
                <a:gd name="connsiteY55" fmla="*/ 1486602 h 3436871"/>
                <a:gd name="connsiteX56" fmla="*/ 1262208 w 2038796"/>
                <a:gd name="connsiteY56" fmla="*/ 1346357 h 3436871"/>
                <a:gd name="connsiteX57" fmla="*/ 1284648 w 2038796"/>
                <a:gd name="connsiteY57" fmla="*/ 1239770 h 3436871"/>
                <a:gd name="connsiteX58" fmla="*/ 1256599 w 2038796"/>
                <a:gd name="connsiteY58" fmla="*/ 1077085 h 3436871"/>
                <a:gd name="connsiteX59" fmla="*/ 1256599 w 2038796"/>
                <a:gd name="connsiteY59" fmla="*/ 880742 h 3436871"/>
                <a:gd name="connsiteX60" fmla="*/ 970498 w 2038796"/>
                <a:gd name="connsiteY60" fmla="*/ 712447 h 3436871"/>
                <a:gd name="connsiteX61" fmla="*/ 1015376 w 2038796"/>
                <a:gd name="connsiteY61" fmla="*/ 622690 h 3436871"/>
                <a:gd name="connsiteX62" fmla="*/ 1150012 w 2038796"/>
                <a:gd name="connsiteY62" fmla="*/ 482445 h 3436871"/>
                <a:gd name="connsiteX63" fmla="*/ 1166841 w 2038796"/>
                <a:gd name="connsiteY63" fmla="*/ 314150 h 3436871"/>
                <a:gd name="connsiteX64" fmla="*/ 1161232 w 2038796"/>
                <a:gd name="connsiteY64" fmla="*/ 196344 h 3436871"/>
                <a:gd name="connsiteX65" fmla="*/ 1065865 w 2038796"/>
                <a:gd name="connsiteY65" fmla="*/ 117807 h 3436871"/>
                <a:gd name="connsiteX66" fmla="*/ 998547 w 2038796"/>
                <a:gd name="connsiteY66" fmla="*/ 72928 h 3436871"/>
                <a:gd name="connsiteX67" fmla="*/ 920010 w 2038796"/>
                <a:gd name="connsiteY67" fmla="*/ 0 h 3436871"/>
                <a:gd name="connsiteX0" fmla="*/ 920010 w 2038796"/>
                <a:gd name="connsiteY0" fmla="*/ 0 h 3436871"/>
                <a:gd name="connsiteX1" fmla="*/ 779764 w 2038796"/>
                <a:gd name="connsiteY1" fmla="*/ 117807 h 3436871"/>
                <a:gd name="connsiteX2" fmla="*/ 751715 w 2038796"/>
                <a:gd name="connsiteY2" fmla="*/ 224393 h 3436871"/>
                <a:gd name="connsiteX3" fmla="*/ 656348 w 2038796"/>
                <a:gd name="connsiteY3" fmla="*/ 403907 h 3436871"/>
                <a:gd name="connsiteX4" fmla="*/ 656348 w 2038796"/>
                <a:gd name="connsiteY4" fmla="*/ 460005 h 3436871"/>
                <a:gd name="connsiteX5" fmla="*/ 673178 w 2038796"/>
                <a:gd name="connsiteY5" fmla="*/ 544153 h 3436871"/>
                <a:gd name="connsiteX6" fmla="*/ 448785 w 2038796"/>
                <a:gd name="connsiteY6" fmla="*/ 656349 h 3436871"/>
                <a:gd name="connsiteX7" fmla="*/ 263661 w 2038796"/>
                <a:gd name="connsiteY7" fmla="*/ 673178 h 3436871"/>
                <a:gd name="connsiteX8" fmla="*/ 218783 w 2038796"/>
                <a:gd name="connsiteY8" fmla="*/ 948059 h 3436871"/>
                <a:gd name="connsiteX9" fmla="*/ 168294 w 2038796"/>
                <a:gd name="connsiteY9" fmla="*/ 1082695 h 3436871"/>
                <a:gd name="connsiteX10" fmla="*/ 72927 w 2038796"/>
                <a:gd name="connsiteY10" fmla="*/ 1211721 h 3436871"/>
                <a:gd name="connsiteX11" fmla="*/ 0 w 2038796"/>
                <a:gd name="connsiteY11" fmla="*/ 1346356 h 3436871"/>
                <a:gd name="connsiteX12" fmla="*/ 134635 w 2038796"/>
                <a:gd name="connsiteY12" fmla="*/ 1705384 h 3436871"/>
                <a:gd name="connsiteX13" fmla="*/ 241222 w 2038796"/>
                <a:gd name="connsiteY13" fmla="*/ 1778312 h 3436871"/>
                <a:gd name="connsiteX14" fmla="*/ 291710 w 2038796"/>
                <a:gd name="connsiteY14" fmla="*/ 1744653 h 3436871"/>
                <a:gd name="connsiteX15" fmla="*/ 336589 w 2038796"/>
                <a:gd name="connsiteY15" fmla="*/ 1800751 h 3436871"/>
                <a:gd name="connsiteX16" fmla="*/ 387077 w 2038796"/>
                <a:gd name="connsiteY16" fmla="*/ 3326621 h 3436871"/>
                <a:gd name="connsiteX17" fmla="*/ 448785 w 2038796"/>
                <a:gd name="connsiteY17" fmla="*/ 3298572 h 3436871"/>
                <a:gd name="connsiteX18" fmla="*/ 431956 w 2038796"/>
                <a:gd name="connsiteY18" fmla="*/ 2423441 h 3436871"/>
                <a:gd name="connsiteX19" fmla="*/ 482444 w 2038796"/>
                <a:gd name="connsiteY19" fmla="*/ 2434660 h 3436871"/>
                <a:gd name="connsiteX20" fmla="*/ 516103 w 2038796"/>
                <a:gd name="connsiteY20" fmla="*/ 3119058 h 3436871"/>
                <a:gd name="connsiteX21" fmla="*/ 583421 w 2038796"/>
                <a:gd name="connsiteY21" fmla="*/ 3124668 h 3436871"/>
                <a:gd name="connsiteX22" fmla="*/ 572201 w 2038796"/>
                <a:gd name="connsiteY22" fmla="*/ 2457100 h 3436871"/>
                <a:gd name="connsiteX23" fmla="*/ 964888 w 2038796"/>
                <a:gd name="connsiteY23" fmla="*/ 2462710 h 3436871"/>
                <a:gd name="connsiteX24" fmla="*/ 970498 w 2038796"/>
                <a:gd name="connsiteY24" fmla="*/ 2866616 h 3436871"/>
                <a:gd name="connsiteX25" fmla="*/ 1026596 w 2038796"/>
                <a:gd name="connsiteY25" fmla="*/ 2877836 h 3436871"/>
                <a:gd name="connsiteX26" fmla="*/ 1020986 w 2038796"/>
                <a:gd name="connsiteY26" fmla="*/ 3051740 h 3436871"/>
                <a:gd name="connsiteX27" fmla="*/ 1009767 w 2038796"/>
                <a:gd name="connsiteY27" fmla="*/ 3175156 h 3436871"/>
                <a:gd name="connsiteX28" fmla="*/ 1020986 w 2038796"/>
                <a:gd name="connsiteY28" fmla="*/ 3393939 h 3436871"/>
                <a:gd name="connsiteX29" fmla="*/ 1217330 w 2038796"/>
                <a:gd name="connsiteY29" fmla="*/ 3410768 h 3436871"/>
                <a:gd name="connsiteX30" fmla="*/ 1211720 w 2038796"/>
                <a:gd name="connsiteY30" fmla="*/ 3225645 h 3436871"/>
                <a:gd name="connsiteX31" fmla="*/ 1228549 w 2038796"/>
                <a:gd name="connsiteY31" fmla="*/ 3051741 h 3436871"/>
                <a:gd name="connsiteX32" fmla="*/ 1211720 w 2038796"/>
                <a:gd name="connsiteY32" fmla="*/ 2922714 h 3436871"/>
                <a:gd name="connsiteX33" fmla="*/ 1234159 w 2038796"/>
                <a:gd name="connsiteY33" fmla="*/ 2883446 h 3436871"/>
                <a:gd name="connsiteX34" fmla="*/ 1250988 w 2038796"/>
                <a:gd name="connsiteY34" fmla="*/ 2664663 h 3436871"/>
                <a:gd name="connsiteX35" fmla="*/ 1256599 w 2038796"/>
                <a:gd name="connsiteY35" fmla="*/ 2552467 h 3436871"/>
                <a:gd name="connsiteX36" fmla="*/ 1262209 w 2038796"/>
                <a:gd name="connsiteY36" fmla="*/ 2417831 h 3436871"/>
                <a:gd name="connsiteX37" fmla="*/ 1357574 w 2038796"/>
                <a:gd name="connsiteY37" fmla="*/ 2569297 h 3436871"/>
                <a:gd name="connsiteX38" fmla="*/ 1368794 w 2038796"/>
                <a:gd name="connsiteY38" fmla="*/ 3107839 h 3436871"/>
                <a:gd name="connsiteX39" fmla="*/ 1413673 w 2038796"/>
                <a:gd name="connsiteY39" fmla="*/ 3113448 h 3436871"/>
                <a:gd name="connsiteX40" fmla="*/ 1419283 w 2038796"/>
                <a:gd name="connsiteY40" fmla="*/ 2625394 h 3436871"/>
                <a:gd name="connsiteX41" fmla="*/ 1469772 w 2038796"/>
                <a:gd name="connsiteY41" fmla="*/ 2636614 h 3436871"/>
                <a:gd name="connsiteX42" fmla="*/ 1480991 w 2038796"/>
                <a:gd name="connsiteY42" fmla="*/ 3292962 h 3436871"/>
                <a:gd name="connsiteX43" fmla="*/ 1531479 w 2038796"/>
                <a:gd name="connsiteY43" fmla="*/ 3276133 h 3436871"/>
                <a:gd name="connsiteX44" fmla="*/ 1537090 w 2038796"/>
                <a:gd name="connsiteY44" fmla="*/ 2804908 h 3436871"/>
                <a:gd name="connsiteX45" fmla="*/ 1604407 w 2038796"/>
                <a:gd name="connsiteY45" fmla="*/ 2961983 h 3436871"/>
                <a:gd name="connsiteX46" fmla="*/ 1991484 w 2038796"/>
                <a:gd name="connsiteY46" fmla="*/ 2765639 h 3436871"/>
                <a:gd name="connsiteX47" fmla="*/ 1997094 w 2038796"/>
                <a:gd name="connsiteY47" fmla="*/ 2653443 h 3436871"/>
                <a:gd name="connsiteX48" fmla="*/ 1828800 w 2038796"/>
                <a:gd name="connsiteY48" fmla="*/ 2636614 h 3436871"/>
                <a:gd name="connsiteX49" fmla="*/ 1705383 w 2038796"/>
                <a:gd name="connsiteY49" fmla="*/ 2563686 h 3436871"/>
                <a:gd name="connsiteX50" fmla="*/ 1621237 w 2038796"/>
                <a:gd name="connsiteY50" fmla="*/ 2451490 h 3436871"/>
                <a:gd name="connsiteX51" fmla="*/ 1694164 w 2038796"/>
                <a:gd name="connsiteY51" fmla="*/ 2328074 h 3436871"/>
                <a:gd name="connsiteX52" fmla="*/ 1514650 w 2038796"/>
                <a:gd name="connsiteY52" fmla="*/ 2030754 h 3436871"/>
                <a:gd name="connsiteX53" fmla="*/ 1503430 w 2038796"/>
                <a:gd name="connsiteY53" fmla="*/ 1626847 h 3436871"/>
                <a:gd name="connsiteX54" fmla="*/ 1312696 w 2038796"/>
                <a:gd name="connsiteY54" fmla="*/ 1649285 h 3436871"/>
                <a:gd name="connsiteX55" fmla="*/ 1323916 w 2038796"/>
                <a:gd name="connsiteY55" fmla="*/ 1486602 h 3436871"/>
                <a:gd name="connsiteX56" fmla="*/ 1262208 w 2038796"/>
                <a:gd name="connsiteY56" fmla="*/ 1346357 h 3436871"/>
                <a:gd name="connsiteX57" fmla="*/ 1284648 w 2038796"/>
                <a:gd name="connsiteY57" fmla="*/ 1239770 h 3436871"/>
                <a:gd name="connsiteX58" fmla="*/ 1256599 w 2038796"/>
                <a:gd name="connsiteY58" fmla="*/ 1077085 h 3436871"/>
                <a:gd name="connsiteX59" fmla="*/ 1256599 w 2038796"/>
                <a:gd name="connsiteY59" fmla="*/ 880742 h 3436871"/>
                <a:gd name="connsiteX60" fmla="*/ 970498 w 2038796"/>
                <a:gd name="connsiteY60" fmla="*/ 712447 h 3436871"/>
                <a:gd name="connsiteX61" fmla="*/ 1015376 w 2038796"/>
                <a:gd name="connsiteY61" fmla="*/ 622690 h 3436871"/>
                <a:gd name="connsiteX62" fmla="*/ 1150012 w 2038796"/>
                <a:gd name="connsiteY62" fmla="*/ 482445 h 3436871"/>
                <a:gd name="connsiteX63" fmla="*/ 1166841 w 2038796"/>
                <a:gd name="connsiteY63" fmla="*/ 314150 h 3436871"/>
                <a:gd name="connsiteX64" fmla="*/ 1161232 w 2038796"/>
                <a:gd name="connsiteY64" fmla="*/ 196344 h 3436871"/>
                <a:gd name="connsiteX65" fmla="*/ 1065865 w 2038796"/>
                <a:gd name="connsiteY65" fmla="*/ 117807 h 3436871"/>
                <a:gd name="connsiteX66" fmla="*/ 998547 w 2038796"/>
                <a:gd name="connsiteY66" fmla="*/ 72928 h 3436871"/>
                <a:gd name="connsiteX67" fmla="*/ 920010 w 2038796"/>
                <a:gd name="connsiteY67" fmla="*/ 0 h 3436871"/>
                <a:gd name="connsiteX0" fmla="*/ 920010 w 2038796"/>
                <a:gd name="connsiteY0" fmla="*/ 0 h 3436871"/>
                <a:gd name="connsiteX1" fmla="*/ 779764 w 2038796"/>
                <a:gd name="connsiteY1" fmla="*/ 117807 h 3436871"/>
                <a:gd name="connsiteX2" fmla="*/ 751715 w 2038796"/>
                <a:gd name="connsiteY2" fmla="*/ 224393 h 3436871"/>
                <a:gd name="connsiteX3" fmla="*/ 656348 w 2038796"/>
                <a:gd name="connsiteY3" fmla="*/ 403907 h 3436871"/>
                <a:gd name="connsiteX4" fmla="*/ 656348 w 2038796"/>
                <a:gd name="connsiteY4" fmla="*/ 460005 h 3436871"/>
                <a:gd name="connsiteX5" fmla="*/ 673178 w 2038796"/>
                <a:gd name="connsiteY5" fmla="*/ 544153 h 3436871"/>
                <a:gd name="connsiteX6" fmla="*/ 448785 w 2038796"/>
                <a:gd name="connsiteY6" fmla="*/ 656349 h 3436871"/>
                <a:gd name="connsiteX7" fmla="*/ 263661 w 2038796"/>
                <a:gd name="connsiteY7" fmla="*/ 673178 h 3436871"/>
                <a:gd name="connsiteX8" fmla="*/ 218783 w 2038796"/>
                <a:gd name="connsiteY8" fmla="*/ 948059 h 3436871"/>
                <a:gd name="connsiteX9" fmla="*/ 168294 w 2038796"/>
                <a:gd name="connsiteY9" fmla="*/ 1082695 h 3436871"/>
                <a:gd name="connsiteX10" fmla="*/ 72927 w 2038796"/>
                <a:gd name="connsiteY10" fmla="*/ 1211721 h 3436871"/>
                <a:gd name="connsiteX11" fmla="*/ 0 w 2038796"/>
                <a:gd name="connsiteY11" fmla="*/ 1346356 h 3436871"/>
                <a:gd name="connsiteX12" fmla="*/ 134635 w 2038796"/>
                <a:gd name="connsiteY12" fmla="*/ 1705384 h 3436871"/>
                <a:gd name="connsiteX13" fmla="*/ 241222 w 2038796"/>
                <a:gd name="connsiteY13" fmla="*/ 1778312 h 3436871"/>
                <a:gd name="connsiteX14" fmla="*/ 291710 w 2038796"/>
                <a:gd name="connsiteY14" fmla="*/ 1744653 h 3436871"/>
                <a:gd name="connsiteX15" fmla="*/ 336589 w 2038796"/>
                <a:gd name="connsiteY15" fmla="*/ 1800751 h 3436871"/>
                <a:gd name="connsiteX16" fmla="*/ 387077 w 2038796"/>
                <a:gd name="connsiteY16" fmla="*/ 3326621 h 3436871"/>
                <a:gd name="connsiteX17" fmla="*/ 448785 w 2038796"/>
                <a:gd name="connsiteY17" fmla="*/ 3298572 h 3436871"/>
                <a:gd name="connsiteX18" fmla="*/ 431956 w 2038796"/>
                <a:gd name="connsiteY18" fmla="*/ 2423441 h 3436871"/>
                <a:gd name="connsiteX19" fmla="*/ 482444 w 2038796"/>
                <a:gd name="connsiteY19" fmla="*/ 2434660 h 3436871"/>
                <a:gd name="connsiteX20" fmla="*/ 516103 w 2038796"/>
                <a:gd name="connsiteY20" fmla="*/ 3119058 h 3436871"/>
                <a:gd name="connsiteX21" fmla="*/ 583421 w 2038796"/>
                <a:gd name="connsiteY21" fmla="*/ 3124668 h 3436871"/>
                <a:gd name="connsiteX22" fmla="*/ 572201 w 2038796"/>
                <a:gd name="connsiteY22" fmla="*/ 2457100 h 3436871"/>
                <a:gd name="connsiteX23" fmla="*/ 964888 w 2038796"/>
                <a:gd name="connsiteY23" fmla="*/ 2462710 h 3436871"/>
                <a:gd name="connsiteX24" fmla="*/ 970498 w 2038796"/>
                <a:gd name="connsiteY24" fmla="*/ 2866616 h 3436871"/>
                <a:gd name="connsiteX25" fmla="*/ 1026596 w 2038796"/>
                <a:gd name="connsiteY25" fmla="*/ 2877836 h 3436871"/>
                <a:gd name="connsiteX26" fmla="*/ 1020986 w 2038796"/>
                <a:gd name="connsiteY26" fmla="*/ 3051740 h 3436871"/>
                <a:gd name="connsiteX27" fmla="*/ 1009767 w 2038796"/>
                <a:gd name="connsiteY27" fmla="*/ 3175156 h 3436871"/>
                <a:gd name="connsiteX28" fmla="*/ 1020986 w 2038796"/>
                <a:gd name="connsiteY28" fmla="*/ 3393939 h 3436871"/>
                <a:gd name="connsiteX29" fmla="*/ 1217330 w 2038796"/>
                <a:gd name="connsiteY29" fmla="*/ 3410768 h 3436871"/>
                <a:gd name="connsiteX30" fmla="*/ 1211720 w 2038796"/>
                <a:gd name="connsiteY30" fmla="*/ 3225645 h 3436871"/>
                <a:gd name="connsiteX31" fmla="*/ 1228549 w 2038796"/>
                <a:gd name="connsiteY31" fmla="*/ 3051741 h 3436871"/>
                <a:gd name="connsiteX32" fmla="*/ 1211720 w 2038796"/>
                <a:gd name="connsiteY32" fmla="*/ 2922714 h 3436871"/>
                <a:gd name="connsiteX33" fmla="*/ 1234159 w 2038796"/>
                <a:gd name="connsiteY33" fmla="*/ 2883446 h 3436871"/>
                <a:gd name="connsiteX34" fmla="*/ 1250988 w 2038796"/>
                <a:gd name="connsiteY34" fmla="*/ 2664663 h 3436871"/>
                <a:gd name="connsiteX35" fmla="*/ 1256599 w 2038796"/>
                <a:gd name="connsiteY35" fmla="*/ 2552467 h 3436871"/>
                <a:gd name="connsiteX36" fmla="*/ 1262209 w 2038796"/>
                <a:gd name="connsiteY36" fmla="*/ 2417831 h 3436871"/>
                <a:gd name="connsiteX37" fmla="*/ 1357574 w 2038796"/>
                <a:gd name="connsiteY37" fmla="*/ 2569297 h 3436871"/>
                <a:gd name="connsiteX38" fmla="*/ 1368794 w 2038796"/>
                <a:gd name="connsiteY38" fmla="*/ 3107839 h 3436871"/>
                <a:gd name="connsiteX39" fmla="*/ 1413673 w 2038796"/>
                <a:gd name="connsiteY39" fmla="*/ 3113448 h 3436871"/>
                <a:gd name="connsiteX40" fmla="*/ 1419283 w 2038796"/>
                <a:gd name="connsiteY40" fmla="*/ 2625394 h 3436871"/>
                <a:gd name="connsiteX41" fmla="*/ 1469772 w 2038796"/>
                <a:gd name="connsiteY41" fmla="*/ 2636614 h 3436871"/>
                <a:gd name="connsiteX42" fmla="*/ 1480991 w 2038796"/>
                <a:gd name="connsiteY42" fmla="*/ 3292962 h 3436871"/>
                <a:gd name="connsiteX43" fmla="*/ 1531479 w 2038796"/>
                <a:gd name="connsiteY43" fmla="*/ 3276133 h 3436871"/>
                <a:gd name="connsiteX44" fmla="*/ 1537090 w 2038796"/>
                <a:gd name="connsiteY44" fmla="*/ 2804908 h 3436871"/>
                <a:gd name="connsiteX45" fmla="*/ 1604407 w 2038796"/>
                <a:gd name="connsiteY45" fmla="*/ 2961983 h 3436871"/>
                <a:gd name="connsiteX46" fmla="*/ 1991484 w 2038796"/>
                <a:gd name="connsiteY46" fmla="*/ 2765639 h 3436871"/>
                <a:gd name="connsiteX47" fmla="*/ 1997094 w 2038796"/>
                <a:gd name="connsiteY47" fmla="*/ 2653443 h 3436871"/>
                <a:gd name="connsiteX48" fmla="*/ 1828800 w 2038796"/>
                <a:gd name="connsiteY48" fmla="*/ 2636614 h 3436871"/>
                <a:gd name="connsiteX49" fmla="*/ 1705383 w 2038796"/>
                <a:gd name="connsiteY49" fmla="*/ 2563686 h 3436871"/>
                <a:gd name="connsiteX50" fmla="*/ 1621237 w 2038796"/>
                <a:gd name="connsiteY50" fmla="*/ 2451490 h 3436871"/>
                <a:gd name="connsiteX51" fmla="*/ 1694164 w 2038796"/>
                <a:gd name="connsiteY51" fmla="*/ 2328074 h 3436871"/>
                <a:gd name="connsiteX52" fmla="*/ 1514650 w 2038796"/>
                <a:gd name="connsiteY52" fmla="*/ 2030754 h 3436871"/>
                <a:gd name="connsiteX53" fmla="*/ 1503430 w 2038796"/>
                <a:gd name="connsiteY53" fmla="*/ 1626847 h 3436871"/>
                <a:gd name="connsiteX54" fmla="*/ 1312696 w 2038796"/>
                <a:gd name="connsiteY54" fmla="*/ 1649285 h 3436871"/>
                <a:gd name="connsiteX55" fmla="*/ 1323916 w 2038796"/>
                <a:gd name="connsiteY55" fmla="*/ 1486602 h 3436871"/>
                <a:gd name="connsiteX56" fmla="*/ 1262208 w 2038796"/>
                <a:gd name="connsiteY56" fmla="*/ 1346357 h 3436871"/>
                <a:gd name="connsiteX57" fmla="*/ 1284648 w 2038796"/>
                <a:gd name="connsiteY57" fmla="*/ 1239770 h 3436871"/>
                <a:gd name="connsiteX58" fmla="*/ 1256599 w 2038796"/>
                <a:gd name="connsiteY58" fmla="*/ 1077085 h 3436871"/>
                <a:gd name="connsiteX59" fmla="*/ 1256599 w 2038796"/>
                <a:gd name="connsiteY59" fmla="*/ 880742 h 3436871"/>
                <a:gd name="connsiteX60" fmla="*/ 970498 w 2038796"/>
                <a:gd name="connsiteY60" fmla="*/ 712447 h 3436871"/>
                <a:gd name="connsiteX61" fmla="*/ 1015376 w 2038796"/>
                <a:gd name="connsiteY61" fmla="*/ 622690 h 3436871"/>
                <a:gd name="connsiteX62" fmla="*/ 1150012 w 2038796"/>
                <a:gd name="connsiteY62" fmla="*/ 482445 h 3436871"/>
                <a:gd name="connsiteX63" fmla="*/ 1166841 w 2038796"/>
                <a:gd name="connsiteY63" fmla="*/ 314150 h 3436871"/>
                <a:gd name="connsiteX64" fmla="*/ 1161232 w 2038796"/>
                <a:gd name="connsiteY64" fmla="*/ 196344 h 3436871"/>
                <a:gd name="connsiteX65" fmla="*/ 1065865 w 2038796"/>
                <a:gd name="connsiteY65" fmla="*/ 117807 h 3436871"/>
                <a:gd name="connsiteX66" fmla="*/ 998547 w 2038796"/>
                <a:gd name="connsiteY66" fmla="*/ 72928 h 3436871"/>
                <a:gd name="connsiteX67" fmla="*/ 920010 w 2038796"/>
                <a:gd name="connsiteY67" fmla="*/ 0 h 3436871"/>
                <a:gd name="connsiteX0" fmla="*/ 920010 w 2038796"/>
                <a:gd name="connsiteY0" fmla="*/ 0 h 3436871"/>
                <a:gd name="connsiteX1" fmla="*/ 779764 w 2038796"/>
                <a:gd name="connsiteY1" fmla="*/ 117807 h 3436871"/>
                <a:gd name="connsiteX2" fmla="*/ 751715 w 2038796"/>
                <a:gd name="connsiteY2" fmla="*/ 224393 h 3436871"/>
                <a:gd name="connsiteX3" fmla="*/ 656348 w 2038796"/>
                <a:gd name="connsiteY3" fmla="*/ 403907 h 3436871"/>
                <a:gd name="connsiteX4" fmla="*/ 656348 w 2038796"/>
                <a:gd name="connsiteY4" fmla="*/ 460005 h 3436871"/>
                <a:gd name="connsiteX5" fmla="*/ 673178 w 2038796"/>
                <a:gd name="connsiteY5" fmla="*/ 544153 h 3436871"/>
                <a:gd name="connsiteX6" fmla="*/ 448785 w 2038796"/>
                <a:gd name="connsiteY6" fmla="*/ 656349 h 3436871"/>
                <a:gd name="connsiteX7" fmla="*/ 263661 w 2038796"/>
                <a:gd name="connsiteY7" fmla="*/ 673178 h 3436871"/>
                <a:gd name="connsiteX8" fmla="*/ 218783 w 2038796"/>
                <a:gd name="connsiteY8" fmla="*/ 948059 h 3436871"/>
                <a:gd name="connsiteX9" fmla="*/ 168294 w 2038796"/>
                <a:gd name="connsiteY9" fmla="*/ 1082695 h 3436871"/>
                <a:gd name="connsiteX10" fmla="*/ 72927 w 2038796"/>
                <a:gd name="connsiteY10" fmla="*/ 1211721 h 3436871"/>
                <a:gd name="connsiteX11" fmla="*/ 0 w 2038796"/>
                <a:gd name="connsiteY11" fmla="*/ 1346356 h 3436871"/>
                <a:gd name="connsiteX12" fmla="*/ 134635 w 2038796"/>
                <a:gd name="connsiteY12" fmla="*/ 1705384 h 3436871"/>
                <a:gd name="connsiteX13" fmla="*/ 241222 w 2038796"/>
                <a:gd name="connsiteY13" fmla="*/ 1778312 h 3436871"/>
                <a:gd name="connsiteX14" fmla="*/ 291710 w 2038796"/>
                <a:gd name="connsiteY14" fmla="*/ 1744653 h 3436871"/>
                <a:gd name="connsiteX15" fmla="*/ 336589 w 2038796"/>
                <a:gd name="connsiteY15" fmla="*/ 1800751 h 3436871"/>
                <a:gd name="connsiteX16" fmla="*/ 387077 w 2038796"/>
                <a:gd name="connsiteY16" fmla="*/ 3326621 h 3436871"/>
                <a:gd name="connsiteX17" fmla="*/ 448785 w 2038796"/>
                <a:gd name="connsiteY17" fmla="*/ 3298572 h 3436871"/>
                <a:gd name="connsiteX18" fmla="*/ 431956 w 2038796"/>
                <a:gd name="connsiteY18" fmla="*/ 2423441 h 3436871"/>
                <a:gd name="connsiteX19" fmla="*/ 482444 w 2038796"/>
                <a:gd name="connsiteY19" fmla="*/ 2434660 h 3436871"/>
                <a:gd name="connsiteX20" fmla="*/ 516103 w 2038796"/>
                <a:gd name="connsiteY20" fmla="*/ 3119058 h 3436871"/>
                <a:gd name="connsiteX21" fmla="*/ 583421 w 2038796"/>
                <a:gd name="connsiteY21" fmla="*/ 3124668 h 3436871"/>
                <a:gd name="connsiteX22" fmla="*/ 572201 w 2038796"/>
                <a:gd name="connsiteY22" fmla="*/ 2457100 h 3436871"/>
                <a:gd name="connsiteX23" fmla="*/ 964888 w 2038796"/>
                <a:gd name="connsiteY23" fmla="*/ 2462710 h 3436871"/>
                <a:gd name="connsiteX24" fmla="*/ 970498 w 2038796"/>
                <a:gd name="connsiteY24" fmla="*/ 2866616 h 3436871"/>
                <a:gd name="connsiteX25" fmla="*/ 1026596 w 2038796"/>
                <a:gd name="connsiteY25" fmla="*/ 2877836 h 3436871"/>
                <a:gd name="connsiteX26" fmla="*/ 1020986 w 2038796"/>
                <a:gd name="connsiteY26" fmla="*/ 3051740 h 3436871"/>
                <a:gd name="connsiteX27" fmla="*/ 1009767 w 2038796"/>
                <a:gd name="connsiteY27" fmla="*/ 3175156 h 3436871"/>
                <a:gd name="connsiteX28" fmla="*/ 1020986 w 2038796"/>
                <a:gd name="connsiteY28" fmla="*/ 3393939 h 3436871"/>
                <a:gd name="connsiteX29" fmla="*/ 1217330 w 2038796"/>
                <a:gd name="connsiteY29" fmla="*/ 3410768 h 3436871"/>
                <a:gd name="connsiteX30" fmla="*/ 1211720 w 2038796"/>
                <a:gd name="connsiteY30" fmla="*/ 3225645 h 3436871"/>
                <a:gd name="connsiteX31" fmla="*/ 1228549 w 2038796"/>
                <a:gd name="connsiteY31" fmla="*/ 3051741 h 3436871"/>
                <a:gd name="connsiteX32" fmla="*/ 1211720 w 2038796"/>
                <a:gd name="connsiteY32" fmla="*/ 2922714 h 3436871"/>
                <a:gd name="connsiteX33" fmla="*/ 1234159 w 2038796"/>
                <a:gd name="connsiteY33" fmla="*/ 2883446 h 3436871"/>
                <a:gd name="connsiteX34" fmla="*/ 1250988 w 2038796"/>
                <a:gd name="connsiteY34" fmla="*/ 2664663 h 3436871"/>
                <a:gd name="connsiteX35" fmla="*/ 1256599 w 2038796"/>
                <a:gd name="connsiteY35" fmla="*/ 2552467 h 3436871"/>
                <a:gd name="connsiteX36" fmla="*/ 1262209 w 2038796"/>
                <a:gd name="connsiteY36" fmla="*/ 2417831 h 3436871"/>
                <a:gd name="connsiteX37" fmla="*/ 1357574 w 2038796"/>
                <a:gd name="connsiteY37" fmla="*/ 2569297 h 3436871"/>
                <a:gd name="connsiteX38" fmla="*/ 1368794 w 2038796"/>
                <a:gd name="connsiteY38" fmla="*/ 3107839 h 3436871"/>
                <a:gd name="connsiteX39" fmla="*/ 1413673 w 2038796"/>
                <a:gd name="connsiteY39" fmla="*/ 3113448 h 3436871"/>
                <a:gd name="connsiteX40" fmla="*/ 1419283 w 2038796"/>
                <a:gd name="connsiteY40" fmla="*/ 2625394 h 3436871"/>
                <a:gd name="connsiteX41" fmla="*/ 1469772 w 2038796"/>
                <a:gd name="connsiteY41" fmla="*/ 2636614 h 3436871"/>
                <a:gd name="connsiteX42" fmla="*/ 1480991 w 2038796"/>
                <a:gd name="connsiteY42" fmla="*/ 3292962 h 3436871"/>
                <a:gd name="connsiteX43" fmla="*/ 1531479 w 2038796"/>
                <a:gd name="connsiteY43" fmla="*/ 3276133 h 3436871"/>
                <a:gd name="connsiteX44" fmla="*/ 1537090 w 2038796"/>
                <a:gd name="connsiteY44" fmla="*/ 2804908 h 3436871"/>
                <a:gd name="connsiteX45" fmla="*/ 1604407 w 2038796"/>
                <a:gd name="connsiteY45" fmla="*/ 2961983 h 3436871"/>
                <a:gd name="connsiteX46" fmla="*/ 1991484 w 2038796"/>
                <a:gd name="connsiteY46" fmla="*/ 2765639 h 3436871"/>
                <a:gd name="connsiteX47" fmla="*/ 1997094 w 2038796"/>
                <a:gd name="connsiteY47" fmla="*/ 2653443 h 3436871"/>
                <a:gd name="connsiteX48" fmla="*/ 1828800 w 2038796"/>
                <a:gd name="connsiteY48" fmla="*/ 2636614 h 3436871"/>
                <a:gd name="connsiteX49" fmla="*/ 1705383 w 2038796"/>
                <a:gd name="connsiteY49" fmla="*/ 2563686 h 3436871"/>
                <a:gd name="connsiteX50" fmla="*/ 1621237 w 2038796"/>
                <a:gd name="connsiteY50" fmla="*/ 2451490 h 3436871"/>
                <a:gd name="connsiteX51" fmla="*/ 1694164 w 2038796"/>
                <a:gd name="connsiteY51" fmla="*/ 2328074 h 3436871"/>
                <a:gd name="connsiteX52" fmla="*/ 1514650 w 2038796"/>
                <a:gd name="connsiteY52" fmla="*/ 2030754 h 3436871"/>
                <a:gd name="connsiteX53" fmla="*/ 1503430 w 2038796"/>
                <a:gd name="connsiteY53" fmla="*/ 1626847 h 3436871"/>
                <a:gd name="connsiteX54" fmla="*/ 1312696 w 2038796"/>
                <a:gd name="connsiteY54" fmla="*/ 1649285 h 3436871"/>
                <a:gd name="connsiteX55" fmla="*/ 1323916 w 2038796"/>
                <a:gd name="connsiteY55" fmla="*/ 1486602 h 3436871"/>
                <a:gd name="connsiteX56" fmla="*/ 1262208 w 2038796"/>
                <a:gd name="connsiteY56" fmla="*/ 1346357 h 3436871"/>
                <a:gd name="connsiteX57" fmla="*/ 1284648 w 2038796"/>
                <a:gd name="connsiteY57" fmla="*/ 1239770 h 3436871"/>
                <a:gd name="connsiteX58" fmla="*/ 1256599 w 2038796"/>
                <a:gd name="connsiteY58" fmla="*/ 1077085 h 3436871"/>
                <a:gd name="connsiteX59" fmla="*/ 1256599 w 2038796"/>
                <a:gd name="connsiteY59" fmla="*/ 880742 h 3436871"/>
                <a:gd name="connsiteX60" fmla="*/ 970498 w 2038796"/>
                <a:gd name="connsiteY60" fmla="*/ 712447 h 3436871"/>
                <a:gd name="connsiteX61" fmla="*/ 1015376 w 2038796"/>
                <a:gd name="connsiteY61" fmla="*/ 622690 h 3436871"/>
                <a:gd name="connsiteX62" fmla="*/ 1150012 w 2038796"/>
                <a:gd name="connsiteY62" fmla="*/ 482445 h 3436871"/>
                <a:gd name="connsiteX63" fmla="*/ 1166841 w 2038796"/>
                <a:gd name="connsiteY63" fmla="*/ 314150 h 3436871"/>
                <a:gd name="connsiteX64" fmla="*/ 1161232 w 2038796"/>
                <a:gd name="connsiteY64" fmla="*/ 196344 h 3436871"/>
                <a:gd name="connsiteX65" fmla="*/ 1065865 w 2038796"/>
                <a:gd name="connsiteY65" fmla="*/ 117807 h 3436871"/>
                <a:gd name="connsiteX66" fmla="*/ 998547 w 2038796"/>
                <a:gd name="connsiteY66" fmla="*/ 72928 h 3436871"/>
                <a:gd name="connsiteX67" fmla="*/ 920010 w 2038796"/>
                <a:gd name="connsiteY67" fmla="*/ 0 h 3436871"/>
                <a:gd name="connsiteX0" fmla="*/ 920010 w 2038796"/>
                <a:gd name="connsiteY0" fmla="*/ 0 h 3436871"/>
                <a:gd name="connsiteX1" fmla="*/ 779764 w 2038796"/>
                <a:gd name="connsiteY1" fmla="*/ 117807 h 3436871"/>
                <a:gd name="connsiteX2" fmla="*/ 751715 w 2038796"/>
                <a:gd name="connsiteY2" fmla="*/ 224393 h 3436871"/>
                <a:gd name="connsiteX3" fmla="*/ 656348 w 2038796"/>
                <a:gd name="connsiteY3" fmla="*/ 403907 h 3436871"/>
                <a:gd name="connsiteX4" fmla="*/ 656348 w 2038796"/>
                <a:gd name="connsiteY4" fmla="*/ 460005 h 3436871"/>
                <a:gd name="connsiteX5" fmla="*/ 673178 w 2038796"/>
                <a:gd name="connsiteY5" fmla="*/ 544153 h 3436871"/>
                <a:gd name="connsiteX6" fmla="*/ 448785 w 2038796"/>
                <a:gd name="connsiteY6" fmla="*/ 656349 h 3436871"/>
                <a:gd name="connsiteX7" fmla="*/ 263661 w 2038796"/>
                <a:gd name="connsiteY7" fmla="*/ 673178 h 3436871"/>
                <a:gd name="connsiteX8" fmla="*/ 218783 w 2038796"/>
                <a:gd name="connsiteY8" fmla="*/ 948059 h 3436871"/>
                <a:gd name="connsiteX9" fmla="*/ 168294 w 2038796"/>
                <a:gd name="connsiteY9" fmla="*/ 1082695 h 3436871"/>
                <a:gd name="connsiteX10" fmla="*/ 72927 w 2038796"/>
                <a:gd name="connsiteY10" fmla="*/ 1211721 h 3436871"/>
                <a:gd name="connsiteX11" fmla="*/ 0 w 2038796"/>
                <a:gd name="connsiteY11" fmla="*/ 1346356 h 3436871"/>
                <a:gd name="connsiteX12" fmla="*/ 134635 w 2038796"/>
                <a:gd name="connsiteY12" fmla="*/ 1705384 h 3436871"/>
                <a:gd name="connsiteX13" fmla="*/ 241222 w 2038796"/>
                <a:gd name="connsiteY13" fmla="*/ 1778312 h 3436871"/>
                <a:gd name="connsiteX14" fmla="*/ 291710 w 2038796"/>
                <a:gd name="connsiteY14" fmla="*/ 1744653 h 3436871"/>
                <a:gd name="connsiteX15" fmla="*/ 336589 w 2038796"/>
                <a:gd name="connsiteY15" fmla="*/ 1800751 h 3436871"/>
                <a:gd name="connsiteX16" fmla="*/ 387077 w 2038796"/>
                <a:gd name="connsiteY16" fmla="*/ 3326621 h 3436871"/>
                <a:gd name="connsiteX17" fmla="*/ 448785 w 2038796"/>
                <a:gd name="connsiteY17" fmla="*/ 3298572 h 3436871"/>
                <a:gd name="connsiteX18" fmla="*/ 431956 w 2038796"/>
                <a:gd name="connsiteY18" fmla="*/ 2423441 h 3436871"/>
                <a:gd name="connsiteX19" fmla="*/ 482444 w 2038796"/>
                <a:gd name="connsiteY19" fmla="*/ 2434660 h 3436871"/>
                <a:gd name="connsiteX20" fmla="*/ 516103 w 2038796"/>
                <a:gd name="connsiteY20" fmla="*/ 3119058 h 3436871"/>
                <a:gd name="connsiteX21" fmla="*/ 583421 w 2038796"/>
                <a:gd name="connsiteY21" fmla="*/ 3124668 h 3436871"/>
                <a:gd name="connsiteX22" fmla="*/ 572201 w 2038796"/>
                <a:gd name="connsiteY22" fmla="*/ 2457100 h 3436871"/>
                <a:gd name="connsiteX23" fmla="*/ 964888 w 2038796"/>
                <a:gd name="connsiteY23" fmla="*/ 2462710 h 3436871"/>
                <a:gd name="connsiteX24" fmla="*/ 970498 w 2038796"/>
                <a:gd name="connsiteY24" fmla="*/ 2866616 h 3436871"/>
                <a:gd name="connsiteX25" fmla="*/ 1026596 w 2038796"/>
                <a:gd name="connsiteY25" fmla="*/ 2877836 h 3436871"/>
                <a:gd name="connsiteX26" fmla="*/ 1020986 w 2038796"/>
                <a:gd name="connsiteY26" fmla="*/ 3051740 h 3436871"/>
                <a:gd name="connsiteX27" fmla="*/ 1009767 w 2038796"/>
                <a:gd name="connsiteY27" fmla="*/ 3175156 h 3436871"/>
                <a:gd name="connsiteX28" fmla="*/ 1020986 w 2038796"/>
                <a:gd name="connsiteY28" fmla="*/ 3393939 h 3436871"/>
                <a:gd name="connsiteX29" fmla="*/ 1217330 w 2038796"/>
                <a:gd name="connsiteY29" fmla="*/ 3410768 h 3436871"/>
                <a:gd name="connsiteX30" fmla="*/ 1211720 w 2038796"/>
                <a:gd name="connsiteY30" fmla="*/ 3225645 h 3436871"/>
                <a:gd name="connsiteX31" fmla="*/ 1228549 w 2038796"/>
                <a:gd name="connsiteY31" fmla="*/ 3051741 h 3436871"/>
                <a:gd name="connsiteX32" fmla="*/ 1211720 w 2038796"/>
                <a:gd name="connsiteY32" fmla="*/ 2922714 h 3436871"/>
                <a:gd name="connsiteX33" fmla="*/ 1234159 w 2038796"/>
                <a:gd name="connsiteY33" fmla="*/ 2883446 h 3436871"/>
                <a:gd name="connsiteX34" fmla="*/ 1250988 w 2038796"/>
                <a:gd name="connsiteY34" fmla="*/ 2664663 h 3436871"/>
                <a:gd name="connsiteX35" fmla="*/ 1256599 w 2038796"/>
                <a:gd name="connsiteY35" fmla="*/ 2552467 h 3436871"/>
                <a:gd name="connsiteX36" fmla="*/ 1262209 w 2038796"/>
                <a:gd name="connsiteY36" fmla="*/ 2417831 h 3436871"/>
                <a:gd name="connsiteX37" fmla="*/ 1357574 w 2038796"/>
                <a:gd name="connsiteY37" fmla="*/ 2569297 h 3436871"/>
                <a:gd name="connsiteX38" fmla="*/ 1368794 w 2038796"/>
                <a:gd name="connsiteY38" fmla="*/ 3107839 h 3436871"/>
                <a:gd name="connsiteX39" fmla="*/ 1413673 w 2038796"/>
                <a:gd name="connsiteY39" fmla="*/ 3113448 h 3436871"/>
                <a:gd name="connsiteX40" fmla="*/ 1419283 w 2038796"/>
                <a:gd name="connsiteY40" fmla="*/ 2625394 h 3436871"/>
                <a:gd name="connsiteX41" fmla="*/ 1469772 w 2038796"/>
                <a:gd name="connsiteY41" fmla="*/ 2636614 h 3436871"/>
                <a:gd name="connsiteX42" fmla="*/ 1480991 w 2038796"/>
                <a:gd name="connsiteY42" fmla="*/ 3292962 h 3436871"/>
                <a:gd name="connsiteX43" fmla="*/ 1531479 w 2038796"/>
                <a:gd name="connsiteY43" fmla="*/ 3276133 h 3436871"/>
                <a:gd name="connsiteX44" fmla="*/ 1537090 w 2038796"/>
                <a:gd name="connsiteY44" fmla="*/ 2804908 h 3436871"/>
                <a:gd name="connsiteX45" fmla="*/ 1604407 w 2038796"/>
                <a:gd name="connsiteY45" fmla="*/ 2961983 h 3436871"/>
                <a:gd name="connsiteX46" fmla="*/ 1991484 w 2038796"/>
                <a:gd name="connsiteY46" fmla="*/ 2765639 h 3436871"/>
                <a:gd name="connsiteX47" fmla="*/ 1997094 w 2038796"/>
                <a:gd name="connsiteY47" fmla="*/ 2653443 h 3436871"/>
                <a:gd name="connsiteX48" fmla="*/ 1828800 w 2038796"/>
                <a:gd name="connsiteY48" fmla="*/ 2636614 h 3436871"/>
                <a:gd name="connsiteX49" fmla="*/ 1705383 w 2038796"/>
                <a:gd name="connsiteY49" fmla="*/ 2563686 h 3436871"/>
                <a:gd name="connsiteX50" fmla="*/ 1621237 w 2038796"/>
                <a:gd name="connsiteY50" fmla="*/ 2451490 h 3436871"/>
                <a:gd name="connsiteX51" fmla="*/ 1694164 w 2038796"/>
                <a:gd name="connsiteY51" fmla="*/ 2328074 h 3436871"/>
                <a:gd name="connsiteX52" fmla="*/ 1514650 w 2038796"/>
                <a:gd name="connsiteY52" fmla="*/ 2030754 h 3436871"/>
                <a:gd name="connsiteX53" fmla="*/ 1503430 w 2038796"/>
                <a:gd name="connsiteY53" fmla="*/ 1626847 h 3436871"/>
                <a:gd name="connsiteX54" fmla="*/ 1312696 w 2038796"/>
                <a:gd name="connsiteY54" fmla="*/ 1649285 h 3436871"/>
                <a:gd name="connsiteX55" fmla="*/ 1323916 w 2038796"/>
                <a:gd name="connsiteY55" fmla="*/ 1486602 h 3436871"/>
                <a:gd name="connsiteX56" fmla="*/ 1262208 w 2038796"/>
                <a:gd name="connsiteY56" fmla="*/ 1346357 h 3436871"/>
                <a:gd name="connsiteX57" fmla="*/ 1284648 w 2038796"/>
                <a:gd name="connsiteY57" fmla="*/ 1239770 h 3436871"/>
                <a:gd name="connsiteX58" fmla="*/ 1256599 w 2038796"/>
                <a:gd name="connsiteY58" fmla="*/ 1077085 h 3436871"/>
                <a:gd name="connsiteX59" fmla="*/ 1256599 w 2038796"/>
                <a:gd name="connsiteY59" fmla="*/ 880742 h 3436871"/>
                <a:gd name="connsiteX60" fmla="*/ 970498 w 2038796"/>
                <a:gd name="connsiteY60" fmla="*/ 712447 h 3436871"/>
                <a:gd name="connsiteX61" fmla="*/ 1015376 w 2038796"/>
                <a:gd name="connsiteY61" fmla="*/ 622690 h 3436871"/>
                <a:gd name="connsiteX62" fmla="*/ 1150012 w 2038796"/>
                <a:gd name="connsiteY62" fmla="*/ 482445 h 3436871"/>
                <a:gd name="connsiteX63" fmla="*/ 1166841 w 2038796"/>
                <a:gd name="connsiteY63" fmla="*/ 314150 h 3436871"/>
                <a:gd name="connsiteX64" fmla="*/ 1161232 w 2038796"/>
                <a:gd name="connsiteY64" fmla="*/ 196344 h 3436871"/>
                <a:gd name="connsiteX65" fmla="*/ 1093914 w 2038796"/>
                <a:gd name="connsiteY65" fmla="*/ 134637 h 3436871"/>
                <a:gd name="connsiteX66" fmla="*/ 998547 w 2038796"/>
                <a:gd name="connsiteY66" fmla="*/ 72928 h 3436871"/>
                <a:gd name="connsiteX67" fmla="*/ 920010 w 2038796"/>
                <a:gd name="connsiteY67" fmla="*/ 0 h 3436871"/>
                <a:gd name="connsiteX0" fmla="*/ 920010 w 2038796"/>
                <a:gd name="connsiteY0" fmla="*/ 0 h 3436871"/>
                <a:gd name="connsiteX1" fmla="*/ 779764 w 2038796"/>
                <a:gd name="connsiteY1" fmla="*/ 117807 h 3436871"/>
                <a:gd name="connsiteX2" fmla="*/ 751715 w 2038796"/>
                <a:gd name="connsiteY2" fmla="*/ 224393 h 3436871"/>
                <a:gd name="connsiteX3" fmla="*/ 656348 w 2038796"/>
                <a:gd name="connsiteY3" fmla="*/ 403907 h 3436871"/>
                <a:gd name="connsiteX4" fmla="*/ 656348 w 2038796"/>
                <a:gd name="connsiteY4" fmla="*/ 460005 h 3436871"/>
                <a:gd name="connsiteX5" fmla="*/ 673178 w 2038796"/>
                <a:gd name="connsiteY5" fmla="*/ 544153 h 3436871"/>
                <a:gd name="connsiteX6" fmla="*/ 448785 w 2038796"/>
                <a:gd name="connsiteY6" fmla="*/ 656349 h 3436871"/>
                <a:gd name="connsiteX7" fmla="*/ 263661 w 2038796"/>
                <a:gd name="connsiteY7" fmla="*/ 673178 h 3436871"/>
                <a:gd name="connsiteX8" fmla="*/ 218783 w 2038796"/>
                <a:gd name="connsiteY8" fmla="*/ 948059 h 3436871"/>
                <a:gd name="connsiteX9" fmla="*/ 168294 w 2038796"/>
                <a:gd name="connsiteY9" fmla="*/ 1082695 h 3436871"/>
                <a:gd name="connsiteX10" fmla="*/ 72927 w 2038796"/>
                <a:gd name="connsiteY10" fmla="*/ 1211721 h 3436871"/>
                <a:gd name="connsiteX11" fmla="*/ 0 w 2038796"/>
                <a:gd name="connsiteY11" fmla="*/ 1346356 h 3436871"/>
                <a:gd name="connsiteX12" fmla="*/ 134635 w 2038796"/>
                <a:gd name="connsiteY12" fmla="*/ 1705384 h 3436871"/>
                <a:gd name="connsiteX13" fmla="*/ 241222 w 2038796"/>
                <a:gd name="connsiteY13" fmla="*/ 1778312 h 3436871"/>
                <a:gd name="connsiteX14" fmla="*/ 291710 w 2038796"/>
                <a:gd name="connsiteY14" fmla="*/ 1744653 h 3436871"/>
                <a:gd name="connsiteX15" fmla="*/ 336589 w 2038796"/>
                <a:gd name="connsiteY15" fmla="*/ 1800751 h 3436871"/>
                <a:gd name="connsiteX16" fmla="*/ 387077 w 2038796"/>
                <a:gd name="connsiteY16" fmla="*/ 3326621 h 3436871"/>
                <a:gd name="connsiteX17" fmla="*/ 448785 w 2038796"/>
                <a:gd name="connsiteY17" fmla="*/ 3298572 h 3436871"/>
                <a:gd name="connsiteX18" fmla="*/ 431956 w 2038796"/>
                <a:gd name="connsiteY18" fmla="*/ 2423441 h 3436871"/>
                <a:gd name="connsiteX19" fmla="*/ 482444 w 2038796"/>
                <a:gd name="connsiteY19" fmla="*/ 2434660 h 3436871"/>
                <a:gd name="connsiteX20" fmla="*/ 516103 w 2038796"/>
                <a:gd name="connsiteY20" fmla="*/ 3119058 h 3436871"/>
                <a:gd name="connsiteX21" fmla="*/ 583421 w 2038796"/>
                <a:gd name="connsiteY21" fmla="*/ 3124668 h 3436871"/>
                <a:gd name="connsiteX22" fmla="*/ 572201 w 2038796"/>
                <a:gd name="connsiteY22" fmla="*/ 2457100 h 3436871"/>
                <a:gd name="connsiteX23" fmla="*/ 964888 w 2038796"/>
                <a:gd name="connsiteY23" fmla="*/ 2462710 h 3436871"/>
                <a:gd name="connsiteX24" fmla="*/ 970498 w 2038796"/>
                <a:gd name="connsiteY24" fmla="*/ 2866616 h 3436871"/>
                <a:gd name="connsiteX25" fmla="*/ 1026596 w 2038796"/>
                <a:gd name="connsiteY25" fmla="*/ 2877836 h 3436871"/>
                <a:gd name="connsiteX26" fmla="*/ 1020986 w 2038796"/>
                <a:gd name="connsiteY26" fmla="*/ 3051740 h 3436871"/>
                <a:gd name="connsiteX27" fmla="*/ 1009767 w 2038796"/>
                <a:gd name="connsiteY27" fmla="*/ 3175156 h 3436871"/>
                <a:gd name="connsiteX28" fmla="*/ 1020986 w 2038796"/>
                <a:gd name="connsiteY28" fmla="*/ 3393939 h 3436871"/>
                <a:gd name="connsiteX29" fmla="*/ 1217330 w 2038796"/>
                <a:gd name="connsiteY29" fmla="*/ 3410768 h 3436871"/>
                <a:gd name="connsiteX30" fmla="*/ 1211720 w 2038796"/>
                <a:gd name="connsiteY30" fmla="*/ 3225645 h 3436871"/>
                <a:gd name="connsiteX31" fmla="*/ 1228549 w 2038796"/>
                <a:gd name="connsiteY31" fmla="*/ 3051741 h 3436871"/>
                <a:gd name="connsiteX32" fmla="*/ 1211720 w 2038796"/>
                <a:gd name="connsiteY32" fmla="*/ 2922714 h 3436871"/>
                <a:gd name="connsiteX33" fmla="*/ 1234159 w 2038796"/>
                <a:gd name="connsiteY33" fmla="*/ 2883446 h 3436871"/>
                <a:gd name="connsiteX34" fmla="*/ 1250988 w 2038796"/>
                <a:gd name="connsiteY34" fmla="*/ 2664663 h 3436871"/>
                <a:gd name="connsiteX35" fmla="*/ 1256599 w 2038796"/>
                <a:gd name="connsiteY35" fmla="*/ 2552467 h 3436871"/>
                <a:gd name="connsiteX36" fmla="*/ 1262209 w 2038796"/>
                <a:gd name="connsiteY36" fmla="*/ 2417831 h 3436871"/>
                <a:gd name="connsiteX37" fmla="*/ 1357574 w 2038796"/>
                <a:gd name="connsiteY37" fmla="*/ 2569297 h 3436871"/>
                <a:gd name="connsiteX38" fmla="*/ 1368794 w 2038796"/>
                <a:gd name="connsiteY38" fmla="*/ 3107839 h 3436871"/>
                <a:gd name="connsiteX39" fmla="*/ 1413673 w 2038796"/>
                <a:gd name="connsiteY39" fmla="*/ 3113448 h 3436871"/>
                <a:gd name="connsiteX40" fmla="*/ 1419283 w 2038796"/>
                <a:gd name="connsiteY40" fmla="*/ 2625394 h 3436871"/>
                <a:gd name="connsiteX41" fmla="*/ 1469772 w 2038796"/>
                <a:gd name="connsiteY41" fmla="*/ 2636614 h 3436871"/>
                <a:gd name="connsiteX42" fmla="*/ 1480991 w 2038796"/>
                <a:gd name="connsiteY42" fmla="*/ 3292962 h 3436871"/>
                <a:gd name="connsiteX43" fmla="*/ 1531479 w 2038796"/>
                <a:gd name="connsiteY43" fmla="*/ 3276133 h 3436871"/>
                <a:gd name="connsiteX44" fmla="*/ 1537090 w 2038796"/>
                <a:gd name="connsiteY44" fmla="*/ 2804908 h 3436871"/>
                <a:gd name="connsiteX45" fmla="*/ 1604407 w 2038796"/>
                <a:gd name="connsiteY45" fmla="*/ 2961983 h 3436871"/>
                <a:gd name="connsiteX46" fmla="*/ 1991484 w 2038796"/>
                <a:gd name="connsiteY46" fmla="*/ 2765639 h 3436871"/>
                <a:gd name="connsiteX47" fmla="*/ 1997094 w 2038796"/>
                <a:gd name="connsiteY47" fmla="*/ 2653443 h 3436871"/>
                <a:gd name="connsiteX48" fmla="*/ 1828800 w 2038796"/>
                <a:gd name="connsiteY48" fmla="*/ 2636614 h 3436871"/>
                <a:gd name="connsiteX49" fmla="*/ 1705383 w 2038796"/>
                <a:gd name="connsiteY49" fmla="*/ 2563686 h 3436871"/>
                <a:gd name="connsiteX50" fmla="*/ 1621237 w 2038796"/>
                <a:gd name="connsiteY50" fmla="*/ 2451490 h 3436871"/>
                <a:gd name="connsiteX51" fmla="*/ 1694164 w 2038796"/>
                <a:gd name="connsiteY51" fmla="*/ 2328074 h 3436871"/>
                <a:gd name="connsiteX52" fmla="*/ 1514650 w 2038796"/>
                <a:gd name="connsiteY52" fmla="*/ 2030754 h 3436871"/>
                <a:gd name="connsiteX53" fmla="*/ 1503430 w 2038796"/>
                <a:gd name="connsiteY53" fmla="*/ 1626847 h 3436871"/>
                <a:gd name="connsiteX54" fmla="*/ 1312696 w 2038796"/>
                <a:gd name="connsiteY54" fmla="*/ 1649285 h 3436871"/>
                <a:gd name="connsiteX55" fmla="*/ 1323916 w 2038796"/>
                <a:gd name="connsiteY55" fmla="*/ 1486602 h 3436871"/>
                <a:gd name="connsiteX56" fmla="*/ 1262208 w 2038796"/>
                <a:gd name="connsiteY56" fmla="*/ 1346357 h 3436871"/>
                <a:gd name="connsiteX57" fmla="*/ 1284648 w 2038796"/>
                <a:gd name="connsiteY57" fmla="*/ 1239770 h 3436871"/>
                <a:gd name="connsiteX58" fmla="*/ 1256599 w 2038796"/>
                <a:gd name="connsiteY58" fmla="*/ 1077085 h 3436871"/>
                <a:gd name="connsiteX59" fmla="*/ 1256599 w 2038796"/>
                <a:gd name="connsiteY59" fmla="*/ 880742 h 3436871"/>
                <a:gd name="connsiteX60" fmla="*/ 970498 w 2038796"/>
                <a:gd name="connsiteY60" fmla="*/ 712447 h 3436871"/>
                <a:gd name="connsiteX61" fmla="*/ 1015376 w 2038796"/>
                <a:gd name="connsiteY61" fmla="*/ 622690 h 3436871"/>
                <a:gd name="connsiteX62" fmla="*/ 1150012 w 2038796"/>
                <a:gd name="connsiteY62" fmla="*/ 482445 h 3436871"/>
                <a:gd name="connsiteX63" fmla="*/ 1166841 w 2038796"/>
                <a:gd name="connsiteY63" fmla="*/ 314150 h 3436871"/>
                <a:gd name="connsiteX64" fmla="*/ 1161232 w 2038796"/>
                <a:gd name="connsiteY64" fmla="*/ 196344 h 3436871"/>
                <a:gd name="connsiteX65" fmla="*/ 1093914 w 2038796"/>
                <a:gd name="connsiteY65" fmla="*/ 134637 h 3436871"/>
                <a:gd name="connsiteX66" fmla="*/ 987327 w 2038796"/>
                <a:gd name="connsiteY66" fmla="*/ 95368 h 3436871"/>
                <a:gd name="connsiteX67" fmla="*/ 920010 w 2038796"/>
                <a:gd name="connsiteY67" fmla="*/ 0 h 3436871"/>
                <a:gd name="connsiteX0" fmla="*/ 869522 w 2038796"/>
                <a:gd name="connsiteY0" fmla="*/ 0 h 3386383"/>
                <a:gd name="connsiteX1" fmla="*/ 779764 w 2038796"/>
                <a:gd name="connsiteY1" fmla="*/ 67319 h 3386383"/>
                <a:gd name="connsiteX2" fmla="*/ 751715 w 2038796"/>
                <a:gd name="connsiteY2" fmla="*/ 173905 h 3386383"/>
                <a:gd name="connsiteX3" fmla="*/ 656348 w 2038796"/>
                <a:gd name="connsiteY3" fmla="*/ 353419 h 3386383"/>
                <a:gd name="connsiteX4" fmla="*/ 656348 w 2038796"/>
                <a:gd name="connsiteY4" fmla="*/ 409517 h 3386383"/>
                <a:gd name="connsiteX5" fmla="*/ 673178 w 2038796"/>
                <a:gd name="connsiteY5" fmla="*/ 493665 h 3386383"/>
                <a:gd name="connsiteX6" fmla="*/ 448785 w 2038796"/>
                <a:gd name="connsiteY6" fmla="*/ 605861 h 3386383"/>
                <a:gd name="connsiteX7" fmla="*/ 263661 w 2038796"/>
                <a:gd name="connsiteY7" fmla="*/ 622690 h 3386383"/>
                <a:gd name="connsiteX8" fmla="*/ 218783 w 2038796"/>
                <a:gd name="connsiteY8" fmla="*/ 897571 h 3386383"/>
                <a:gd name="connsiteX9" fmla="*/ 168294 w 2038796"/>
                <a:gd name="connsiteY9" fmla="*/ 1032207 h 3386383"/>
                <a:gd name="connsiteX10" fmla="*/ 72927 w 2038796"/>
                <a:gd name="connsiteY10" fmla="*/ 1161233 h 3386383"/>
                <a:gd name="connsiteX11" fmla="*/ 0 w 2038796"/>
                <a:gd name="connsiteY11" fmla="*/ 1295868 h 3386383"/>
                <a:gd name="connsiteX12" fmla="*/ 134635 w 2038796"/>
                <a:gd name="connsiteY12" fmla="*/ 1654896 h 3386383"/>
                <a:gd name="connsiteX13" fmla="*/ 241222 w 2038796"/>
                <a:gd name="connsiteY13" fmla="*/ 1727824 h 3386383"/>
                <a:gd name="connsiteX14" fmla="*/ 291710 w 2038796"/>
                <a:gd name="connsiteY14" fmla="*/ 1694165 h 3386383"/>
                <a:gd name="connsiteX15" fmla="*/ 336589 w 2038796"/>
                <a:gd name="connsiteY15" fmla="*/ 1750263 h 3386383"/>
                <a:gd name="connsiteX16" fmla="*/ 387077 w 2038796"/>
                <a:gd name="connsiteY16" fmla="*/ 3276133 h 3386383"/>
                <a:gd name="connsiteX17" fmla="*/ 448785 w 2038796"/>
                <a:gd name="connsiteY17" fmla="*/ 3248084 h 3386383"/>
                <a:gd name="connsiteX18" fmla="*/ 431956 w 2038796"/>
                <a:gd name="connsiteY18" fmla="*/ 2372953 h 3386383"/>
                <a:gd name="connsiteX19" fmla="*/ 482444 w 2038796"/>
                <a:gd name="connsiteY19" fmla="*/ 2384172 h 3386383"/>
                <a:gd name="connsiteX20" fmla="*/ 516103 w 2038796"/>
                <a:gd name="connsiteY20" fmla="*/ 3068570 h 3386383"/>
                <a:gd name="connsiteX21" fmla="*/ 583421 w 2038796"/>
                <a:gd name="connsiteY21" fmla="*/ 3074180 h 3386383"/>
                <a:gd name="connsiteX22" fmla="*/ 572201 w 2038796"/>
                <a:gd name="connsiteY22" fmla="*/ 2406612 h 3386383"/>
                <a:gd name="connsiteX23" fmla="*/ 964888 w 2038796"/>
                <a:gd name="connsiteY23" fmla="*/ 2412222 h 3386383"/>
                <a:gd name="connsiteX24" fmla="*/ 970498 w 2038796"/>
                <a:gd name="connsiteY24" fmla="*/ 2816128 h 3386383"/>
                <a:gd name="connsiteX25" fmla="*/ 1026596 w 2038796"/>
                <a:gd name="connsiteY25" fmla="*/ 2827348 h 3386383"/>
                <a:gd name="connsiteX26" fmla="*/ 1020986 w 2038796"/>
                <a:gd name="connsiteY26" fmla="*/ 3001252 h 3386383"/>
                <a:gd name="connsiteX27" fmla="*/ 1009767 w 2038796"/>
                <a:gd name="connsiteY27" fmla="*/ 3124668 h 3386383"/>
                <a:gd name="connsiteX28" fmla="*/ 1020986 w 2038796"/>
                <a:gd name="connsiteY28" fmla="*/ 3343451 h 3386383"/>
                <a:gd name="connsiteX29" fmla="*/ 1217330 w 2038796"/>
                <a:gd name="connsiteY29" fmla="*/ 3360280 h 3386383"/>
                <a:gd name="connsiteX30" fmla="*/ 1211720 w 2038796"/>
                <a:gd name="connsiteY30" fmla="*/ 3175157 h 3386383"/>
                <a:gd name="connsiteX31" fmla="*/ 1228549 w 2038796"/>
                <a:gd name="connsiteY31" fmla="*/ 3001253 h 3386383"/>
                <a:gd name="connsiteX32" fmla="*/ 1211720 w 2038796"/>
                <a:gd name="connsiteY32" fmla="*/ 2872226 h 3386383"/>
                <a:gd name="connsiteX33" fmla="*/ 1234159 w 2038796"/>
                <a:gd name="connsiteY33" fmla="*/ 2832958 h 3386383"/>
                <a:gd name="connsiteX34" fmla="*/ 1250988 w 2038796"/>
                <a:gd name="connsiteY34" fmla="*/ 2614175 h 3386383"/>
                <a:gd name="connsiteX35" fmla="*/ 1256599 w 2038796"/>
                <a:gd name="connsiteY35" fmla="*/ 2501979 h 3386383"/>
                <a:gd name="connsiteX36" fmla="*/ 1262209 w 2038796"/>
                <a:gd name="connsiteY36" fmla="*/ 2367343 h 3386383"/>
                <a:gd name="connsiteX37" fmla="*/ 1357574 w 2038796"/>
                <a:gd name="connsiteY37" fmla="*/ 2518809 h 3386383"/>
                <a:gd name="connsiteX38" fmla="*/ 1368794 w 2038796"/>
                <a:gd name="connsiteY38" fmla="*/ 3057351 h 3386383"/>
                <a:gd name="connsiteX39" fmla="*/ 1413673 w 2038796"/>
                <a:gd name="connsiteY39" fmla="*/ 3062960 h 3386383"/>
                <a:gd name="connsiteX40" fmla="*/ 1419283 w 2038796"/>
                <a:gd name="connsiteY40" fmla="*/ 2574906 h 3386383"/>
                <a:gd name="connsiteX41" fmla="*/ 1469772 w 2038796"/>
                <a:gd name="connsiteY41" fmla="*/ 2586126 h 3386383"/>
                <a:gd name="connsiteX42" fmla="*/ 1480991 w 2038796"/>
                <a:gd name="connsiteY42" fmla="*/ 3242474 h 3386383"/>
                <a:gd name="connsiteX43" fmla="*/ 1531479 w 2038796"/>
                <a:gd name="connsiteY43" fmla="*/ 3225645 h 3386383"/>
                <a:gd name="connsiteX44" fmla="*/ 1537090 w 2038796"/>
                <a:gd name="connsiteY44" fmla="*/ 2754420 h 3386383"/>
                <a:gd name="connsiteX45" fmla="*/ 1604407 w 2038796"/>
                <a:gd name="connsiteY45" fmla="*/ 2911495 h 3386383"/>
                <a:gd name="connsiteX46" fmla="*/ 1991484 w 2038796"/>
                <a:gd name="connsiteY46" fmla="*/ 2715151 h 3386383"/>
                <a:gd name="connsiteX47" fmla="*/ 1997094 w 2038796"/>
                <a:gd name="connsiteY47" fmla="*/ 2602955 h 3386383"/>
                <a:gd name="connsiteX48" fmla="*/ 1828800 w 2038796"/>
                <a:gd name="connsiteY48" fmla="*/ 2586126 h 3386383"/>
                <a:gd name="connsiteX49" fmla="*/ 1705383 w 2038796"/>
                <a:gd name="connsiteY49" fmla="*/ 2513198 h 3386383"/>
                <a:gd name="connsiteX50" fmla="*/ 1621237 w 2038796"/>
                <a:gd name="connsiteY50" fmla="*/ 2401002 h 3386383"/>
                <a:gd name="connsiteX51" fmla="*/ 1694164 w 2038796"/>
                <a:gd name="connsiteY51" fmla="*/ 2277586 h 3386383"/>
                <a:gd name="connsiteX52" fmla="*/ 1514650 w 2038796"/>
                <a:gd name="connsiteY52" fmla="*/ 1980266 h 3386383"/>
                <a:gd name="connsiteX53" fmla="*/ 1503430 w 2038796"/>
                <a:gd name="connsiteY53" fmla="*/ 1576359 h 3386383"/>
                <a:gd name="connsiteX54" fmla="*/ 1312696 w 2038796"/>
                <a:gd name="connsiteY54" fmla="*/ 1598797 h 3386383"/>
                <a:gd name="connsiteX55" fmla="*/ 1323916 w 2038796"/>
                <a:gd name="connsiteY55" fmla="*/ 1436114 h 3386383"/>
                <a:gd name="connsiteX56" fmla="*/ 1262208 w 2038796"/>
                <a:gd name="connsiteY56" fmla="*/ 1295869 h 3386383"/>
                <a:gd name="connsiteX57" fmla="*/ 1284648 w 2038796"/>
                <a:gd name="connsiteY57" fmla="*/ 1189282 h 3386383"/>
                <a:gd name="connsiteX58" fmla="*/ 1256599 w 2038796"/>
                <a:gd name="connsiteY58" fmla="*/ 1026597 h 3386383"/>
                <a:gd name="connsiteX59" fmla="*/ 1256599 w 2038796"/>
                <a:gd name="connsiteY59" fmla="*/ 830254 h 3386383"/>
                <a:gd name="connsiteX60" fmla="*/ 970498 w 2038796"/>
                <a:gd name="connsiteY60" fmla="*/ 661959 h 3386383"/>
                <a:gd name="connsiteX61" fmla="*/ 1015376 w 2038796"/>
                <a:gd name="connsiteY61" fmla="*/ 572202 h 3386383"/>
                <a:gd name="connsiteX62" fmla="*/ 1150012 w 2038796"/>
                <a:gd name="connsiteY62" fmla="*/ 431957 h 3386383"/>
                <a:gd name="connsiteX63" fmla="*/ 1166841 w 2038796"/>
                <a:gd name="connsiteY63" fmla="*/ 263662 h 3386383"/>
                <a:gd name="connsiteX64" fmla="*/ 1161232 w 2038796"/>
                <a:gd name="connsiteY64" fmla="*/ 145856 h 3386383"/>
                <a:gd name="connsiteX65" fmla="*/ 1093914 w 2038796"/>
                <a:gd name="connsiteY65" fmla="*/ 84149 h 3386383"/>
                <a:gd name="connsiteX66" fmla="*/ 987327 w 2038796"/>
                <a:gd name="connsiteY66" fmla="*/ 44880 h 3386383"/>
                <a:gd name="connsiteX67" fmla="*/ 869522 w 2038796"/>
                <a:gd name="connsiteY67" fmla="*/ 0 h 3386383"/>
                <a:gd name="connsiteX0" fmla="*/ 869522 w 2038796"/>
                <a:gd name="connsiteY0" fmla="*/ 0 h 3386383"/>
                <a:gd name="connsiteX1" fmla="*/ 779764 w 2038796"/>
                <a:gd name="connsiteY1" fmla="*/ 67319 h 3386383"/>
                <a:gd name="connsiteX2" fmla="*/ 751715 w 2038796"/>
                <a:gd name="connsiteY2" fmla="*/ 173905 h 3386383"/>
                <a:gd name="connsiteX3" fmla="*/ 656348 w 2038796"/>
                <a:gd name="connsiteY3" fmla="*/ 353419 h 3386383"/>
                <a:gd name="connsiteX4" fmla="*/ 656348 w 2038796"/>
                <a:gd name="connsiteY4" fmla="*/ 409517 h 3386383"/>
                <a:gd name="connsiteX5" fmla="*/ 678788 w 2038796"/>
                <a:gd name="connsiteY5" fmla="*/ 516105 h 3386383"/>
                <a:gd name="connsiteX6" fmla="*/ 448785 w 2038796"/>
                <a:gd name="connsiteY6" fmla="*/ 605861 h 3386383"/>
                <a:gd name="connsiteX7" fmla="*/ 263661 w 2038796"/>
                <a:gd name="connsiteY7" fmla="*/ 622690 h 3386383"/>
                <a:gd name="connsiteX8" fmla="*/ 218783 w 2038796"/>
                <a:gd name="connsiteY8" fmla="*/ 897571 h 3386383"/>
                <a:gd name="connsiteX9" fmla="*/ 168294 w 2038796"/>
                <a:gd name="connsiteY9" fmla="*/ 1032207 h 3386383"/>
                <a:gd name="connsiteX10" fmla="*/ 72927 w 2038796"/>
                <a:gd name="connsiteY10" fmla="*/ 1161233 h 3386383"/>
                <a:gd name="connsiteX11" fmla="*/ 0 w 2038796"/>
                <a:gd name="connsiteY11" fmla="*/ 1295868 h 3386383"/>
                <a:gd name="connsiteX12" fmla="*/ 134635 w 2038796"/>
                <a:gd name="connsiteY12" fmla="*/ 1654896 h 3386383"/>
                <a:gd name="connsiteX13" fmla="*/ 241222 w 2038796"/>
                <a:gd name="connsiteY13" fmla="*/ 1727824 h 3386383"/>
                <a:gd name="connsiteX14" fmla="*/ 291710 w 2038796"/>
                <a:gd name="connsiteY14" fmla="*/ 1694165 h 3386383"/>
                <a:gd name="connsiteX15" fmla="*/ 336589 w 2038796"/>
                <a:gd name="connsiteY15" fmla="*/ 1750263 h 3386383"/>
                <a:gd name="connsiteX16" fmla="*/ 387077 w 2038796"/>
                <a:gd name="connsiteY16" fmla="*/ 3276133 h 3386383"/>
                <a:gd name="connsiteX17" fmla="*/ 448785 w 2038796"/>
                <a:gd name="connsiteY17" fmla="*/ 3248084 h 3386383"/>
                <a:gd name="connsiteX18" fmla="*/ 431956 w 2038796"/>
                <a:gd name="connsiteY18" fmla="*/ 2372953 h 3386383"/>
                <a:gd name="connsiteX19" fmla="*/ 482444 w 2038796"/>
                <a:gd name="connsiteY19" fmla="*/ 2384172 h 3386383"/>
                <a:gd name="connsiteX20" fmla="*/ 516103 w 2038796"/>
                <a:gd name="connsiteY20" fmla="*/ 3068570 h 3386383"/>
                <a:gd name="connsiteX21" fmla="*/ 583421 w 2038796"/>
                <a:gd name="connsiteY21" fmla="*/ 3074180 h 3386383"/>
                <a:gd name="connsiteX22" fmla="*/ 572201 w 2038796"/>
                <a:gd name="connsiteY22" fmla="*/ 2406612 h 3386383"/>
                <a:gd name="connsiteX23" fmla="*/ 964888 w 2038796"/>
                <a:gd name="connsiteY23" fmla="*/ 2412222 h 3386383"/>
                <a:gd name="connsiteX24" fmla="*/ 970498 w 2038796"/>
                <a:gd name="connsiteY24" fmla="*/ 2816128 h 3386383"/>
                <a:gd name="connsiteX25" fmla="*/ 1026596 w 2038796"/>
                <a:gd name="connsiteY25" fmla="*/ 2827348 h 3386383"/>
                <a:gd name="connsiteX26" fmla="*/ 1020986 w 2038796"/>
                <a:gd name="connsiteY26" fmla="*/ 3001252 h 3386383"/>
                <a:gd name="connsiteX27" fmla="*/ 1009767 w 2038796"/>
                <a:gd name="connsiteY27" fmla="*/ 3124668 h 3386383"/>
                <a:gd name="connsiteX28" fmla="*/ 1020986 w 2038796"/>
                <a:gd name="connsiteY28" fmla="*/ 3343451 h 3386383"/>
                <a:gd name="connsiteX29" fmla="*/ 1217330 w 2038796"/>
                <a:gd name="connsiteY29" fmla="*/ 3360280 h 3386383"/>
                <a:gd name="connsiteX30" fmla="*/ 1211720 w 2038796"/>
                <a:gd name="connsiteY30" fmla="*/ 3175157 h 3386383"/>
                <a:gd name="connsiteX31" fmla="*/ 1228549 w 2038796"/>
                <a:gd name="connsiteY31" fmla="*/ 3001253 h 3386383"/>
                <a:gd name="connsiteX32" fmla="*/ 1211720 w 2038796"/>
                <a:gd name="connsiteY32" fmla="*/ 2872226 h 3386383"/>
                <a:gd name="connsiteX33" fmla="*/ 1234159 w 2038796"/>
                <a:gd name="connsiteY33" fmla="*/ 2832958 h 3386383"/>
                <a:gd name="connsiteX34" fmla="*/ 1250988 w 2038796"/>
                <a:gd name="connsiteY34" fmla="*/ 2614175 h 3386383"/>
                <a:gd name="connsiteX35" fmla="*/ 1256599 w 2038796"/>
                <a:gd name="connsiteY35" fmla="*/ 2501979 h 3386383"/>
                <a:gd name="connsiteX36" fmla="*/ 1262209 w 2038796"/>
                <a:gd name="connsiteY36" fmla="*/ 2367343 h 3386383"/>
                <a:gd name="connsiteX37" fmla="*/ 1357574 w 2038796"/>
                <a:gd name="connsiteY37" fmla="*/ 2518809 h 3386383"/>
                <a:gd name="connsiteX38" fmla="*/ 1368794 w 2038796"/>
                <a:gd name="connsiteY38" fmla="*/ 3057351 h 3386383"/>
                <a:gd name="connsiteX39" fmla="*/ 1413673 w 2038796"/>
                <a:gd name="connsiteY39" fmla="*/ 3062960 h 3386383"/>
                <a:gd name="connsiteX40" fmla="*/ 1419283 w 2038796"/>
                <a:gd name="connsiteY40" fmla="*/ 2574906 h 3386383"/>
                <a:gd name="connsiteX41" fmla="*/ 1469772 w 2038796"/>
                <a:gd name="connsiteY41" fmla="*/ 2586126 h 3386383"/>
                <a:gd name="connsiteX42" fmla="*/ 1480991 w 2038796"/>
                <a:gd name="connsiteY42" fmla="*/ 3242474 h 3386383"/>
                <a:gd name="connsiteX43" fmla="*/ 1531479 w 2038796"/>
                <a:gd name="connsiteY43" fmla="*/ 3225645 h 3386383"/>
                <a:gd name="connsiteX44" fmla="*/ 1537090 w 2038796"/>
                <a:gd name="connsiteY44" fmla="*/ 2754420 h 3386383"/>
                <a:gd name="connsiteX45" fmla="*/ 1604407 w 2038796"/>
                <a:gd name="connsiteY45" fmla="*/ 2911495 h 3386383"/>
                <a:gd name="connsiteX46" fmla="*/ 1991484 w 2038796"/>
                <a:gd name="connsiteY46" fmla="*/ 2715151 h 3386383"/>
                <a:gd name="connsiteX47" fmla="*/ 1997094 w 2038796"/>
                <a:gd name="connsiteY47" fmla="*/ 2602955 h 3386383"/>
                <a:gd name="connsiteX48" fmla="*/ 1828800 w 2038796"/>
                <a:gd name="connsiteY48" fmla="*/ 2586126 h 3386383"/>
                <a:gd name="connsiteX49" fmla="*/ 1705383 w 2038796"/>
                <a:gd name="connsiteY49" fmla="*/ 2513198 h 3386383"/>
                <a:gd name="connsiteX50" fmla="*/ 1621237 w 2038796"/>
                <a:gd name="connsiteY50" fmla="*/ 2401002 h 3386383"/>
                <a:gd name="connsiteX51" fmla="*/ 1694164 w 2038796"/>
                <a:gd name="connsiteY51" fmla="*/ 2277586 h 3386383"/>
                <a:gd name="connsiteX52" fmla="*/ 1514650 w 2038796"/>
                <a:gd name="connsiteY52" fmla="*/ 1980266 h 3386383"/>
                <a:gd name="connsiteX53" fmla="*/ 1503430 w 2038796"/>
                <a:gd name="connsiteY53" fmla="*/ 1576359 h 3386383"/>
                <a:gd name="connsiteX54" fmla="*/ 1312696 w 2038796"/>
                <a:gd name="connsiteY54" fmla="*/ 1598797 h 3386383"/>
                <a:gd name="connsiteX55" fmla="*/ 1323916 w 2038796"/>
                <a:gd name="connsiteY55" fmla="*/ 1436114 h 3386383"/>
                <a:gd name="connsiteX56" fmla="*/ 1262208 w 2038796"/>
                <a:gd name="connsiteY56" fmla="*/ 1295869 h 3386383"/>
                <a:gd name="connsiteX57" fmla="*/ 1284648 w 2038796"/>
                <a:gd name="connsiteY57" fmla="*/ 1189282 h 3386383"/>
                <a:gd name="connsiteX58" fmla="*/ 1256599 w 2038796"/>
                <a:gd name="connsiteY58" fmla="*/ 1026597 h 3386383"/>
                <a:gd name="connsiteX59" fmla="*/ 1256599 w 2038796"/>
                <a:gd name="connsiteY59" fmla="*/ 830254 h 3386383"/>
                <a:gd name="connsiteX60" fmla="*/ 970498 w 2038796"/>
                <a:gd name="connsiteY60" fmla="*/ 661959 h 3386383"/>
                <a:gd name="connsiteX61" fmla="*/ 1015376 w 2038796"/>
                <a:gd name="connsiteY61" fmla="*/ 572202 h 3386383"/>
                <a:gd name="connsiteX62" fmla="*/ 1150012 w 2038796"/>
                <a:gd name="connsiteY62" fmla="*/ 431957 h 3386383"/>
                <a:gd name="connsiteX63" fmla="*/ 1166841 w 2038796"/>
                <a:gd name="connsiteY63" fmla="*/ 263662 h 3386383"/>
                <a:gd name="connsiteX64" fmla="*/ 1161232 w 2038796"/>
                <a:gd name="connsiteY64" fmla="*/ 145856 h 3386383"/>
                <a:gd name="connsiteX65" fmla="*/ 1093914 w 2038796"/>
                <a:gd name="connsiteY65" fmla="*/ 84149 h 3386383"/>
                <a:gd name="connsiteX66" fmla="*/ 987327 w 2038796"/>
                <a:gd name="connsiteY66" fmla="*/ 44880 h 3386383"/>
                <a:gd name="connsiteX67" fmla="*/ 869522 w 2038796"/>
                <a:gd name="connsiteY67" fmla="*/ 0 h 3386383"/>
                <a:gd name="connsiteX0" fmla="*/ 869522 w 2038796"/>
                <a:gd name="connsiteY0" fmla="*/ 0 h 3386383"/>
                <a:gd name="connsiteX1" fmla="*/ 779764 w 2038796"/>
                <a:gd name="connsiteY1" fmla="*/ 67319 h 3386383"/>
                <a:gd name="connsiteX2" fmla="*/ 751715 w 2038796"/>
                <a:gd name="connsiteY2" fmla="*/ 173905 h 3386383"/>
                <a:gd name="connsiteX3" fmla="*/ 656348 w 2038796"/>
                <a:gd name="connsiteY3" fmla="*/ 353419 h 3386383"/>
                <a:gd name="connsiteX4" fmla="*/ 656348 w 2038796"/>
                <a:gd name="connsiteY4" fmla="*/ 409517 h 3386383"/>
                <a:gd name="connsiteX5" fmla="*/ 678788 w 2038796"/>
                <a:gd name="connsiteY5" fmla="*/ 516105 h 3386383"/>
                <a:gd name="connsiteX6" fmla="*/ 488053 w 2038796"/>
                <a:gd name="connsiteY6" fmla="*/ 617081 h 3386383"/>
                <a:gd name="connsiteX7" fmla="*/ 263661 w 2038796"/>
                <a:gd name="connsiteY7" fmla="*/ 622690 h 3386383"/>
                <a:gd name="connsiteX8" fmla="*/ 218783 w 2038796"/>
                <a:gd name="connsiteY8" fmla="*/ 897571 h 3386383"/>
                <a:gd name="connsiteX9" fmla="*/ 168294 w 2038796"/>
                <a:gd name="connsiteY9" fmla="*/ 1032207 h 3386383"/>
                <a:gd name="connsiteX10" fmla="*/ 72927 w 2038796"/>
                <a:gd name="connsiteY10" fmla="*/ 1161233 h 3386383"/>
                <a:gd name="connsiteX11" fmla="*/ 0 w 2038796"/>
                <a:gd name="connsiteY11" fmla="*/ 1295868 h 3386383"/>
                <a:gd name="connsiteX12" fmla="*/ 134635 w 2038796"/>
                <a:gd name="connsiteY12" fmla="*/ 1654896 h 3386383"/>
                <a:gd name="connsiteX13" fmla="*/ 241222 w 2038796"/>
                <a:gd name="connsiteY13" fmla="*/ 1727824 h 3386383"/>
                <a:gd name="connsiteX14" fmla="*/ 291710 w 2038796"/>
                <a:gd name="connsiteY14" fmla="*/ 1694165 h 3386383"/>
                <a:gd name="connsiteX15" fmla="*/ 336589 w 2038796"/>
                <a:gd name="connsiteY15" fmla="*/ 1750263 h 3386383"/>
                <a:gd name="connsiteX16" fmla="*/ 387077 w 2038796"/>
                <a:gd name="connsiteY16" fmla="*/ 3276133 h 3386383"/>
                <a:gd name="connsiteX17" fmla="*/ 448785 w 2038796"/>
                <a:gd name="connsiteY17" fmla="*/ 3248084 h 3386383"/>
                <a:gd name="connsiteX18" fmla="*/ 431956 w 2038796"/>
                <a:gd name="connsiteY18" fmla="*/ 2372953 h 3386383"/>
                <a:gd name="connsiteX19" fmla="*/ 482444 w 2038796"/>
                <a:gd name="connsiteY19" fmla="*/ 2384172 h 3386383"/>
                <a:gd name="connsiteX20" fmla="*/ 516103 w 2038796"/>
                <a:gd name="connsiteY20" fmla="*/ 3068570 h 3386383"/>
                <a:gd name="connsiteX21" fmla="*/ 583421 w 2038796"/>
                <a:gd name="connsiteY21" fmla="*/ 3074180 h 3386383"/>
                <a:gd name="connsiteX22" fmla="*/ 572201 w 2038796"/>
                <a:gd name="connsiteY22" fmla="*/ 2406612 h 3386383"/>
                <a:gd name="connsiteX23" fmla="*/ 964888 w 2038796"/>
                <a:gd name="connsiteY23" fmla="*/ 2412222 h 3386383"/>
                <a:gd name="connsiteX24" fmla="*/ 970498 w 2038796"/>
                <a:gd name="connsiteY24" fmla="*/ 2816128 h 3386383"/>
                <a:gd name="connsiteX25" fmla="*/ 1026596 w 2038796"/>
                <a:gd name="connsiteY25" fmla="*/ 2827348 h 3386383"/>
                <a:gd name="connsiteX26" fmla="*/ 1020986 w 2038796"/>
                <a:gd name="connsiteY26" fmla="*/ 3001252 h 3386383"/>
                <a:gd name="connsiteX27" fmla="*/ 1009767 w 2038796"/>
                <a:gd name="connsiteY27" fmla="*/ 3124668 h 3386383"/>
                <a:gd name="connsiteX28" fmla="*/ 1020986 w 2038796"/>
                <a:gd name="connsiteY28" fmla="*/ 3343451 h 3386383"/>
                <a:gd name="connsiteX29" fmla="*/ 1217330 w 2038796"/>
                <a:gd name="connsiteY29" fmla="*/ 3360280 h 3386383"/>
                <a:gd name="connsiteX30" fmla="*/ 1211720 w 2038796"/>
                <a:gd name="connsiteY30" fmla="*/ 3175157 h 3386383"/>
                <a:gd name="connsiteX31" fmla="*/ 1228549 w 2038796"/>
                <a:gd name="connsiteY31" fmla="*/ 3001253 h 3386383"/>
                <a:gd name="connsiteX32" fmla="*/ 1211720 w 2038796"/>
                <a:gd name="connsiteY32" fmla="*/ 2872226 h 3386383"/>
                <a:gd name="connsiteX33" fmla="*/ 1234159 w 2038796"/>
                <a:gd name="connsiteY33" fmla="*/ 2832958 h 3386383"/>
                <a:gd name="connsiteX34" fmla="*/ 1250988 w 2038796"/>
                <a:gd name="connsiteY34" fmla="*/ 2614175 h 3386383"/>
                <a:gd name="connsiteX35" fmla="*/ 1256599 w 2038796"/>
                <a:gd name="connsiteY35" fmla="*/ 2501979 h 3386383"/>
                <a:gd name="connsiteX36" fmla="*/ 1262209 w 2038796"/>
                <a:gd name="connsiteY36" fmla="*/ 2367343 h 3386383"/>
                <a:gd name="connsiteX37" fmla="*/ 1357574 w 2038796"/>
                <a:gd name="connsiteY37" fmla="*/ 2518809 h 3386383"/>
                <a:gd name="connsiteX38" fmla="*/ 1368794 w 2038796"/>
                <a:gd name="connsiteY38" fmla="*/ 3057351 h 3386383"/>
                <a:gd name="connsiteX39" fmla="*/ 1413673 w 2038796"/>
                <a:gd name="connsiteY39" fmla="*/ 3062960 h 3386383"/>
                <a:gd name="connsiteX40" fmla="*/ 1419283 w 2038796"/>
                <a:gd name="connsiteY40" fmla="*/ 2574906 h 3386383"/>
                <a:gd name="connsiteX41" fmla="*/ 1469772 w 2038796"/>
                <a:gd name="connsiteY41" fmla="*/ 2586126 h 3386383"/>
                <a:gd name="connsiteX42" fmla="*/ 1480991 w 2038796"/>
                <a:gd name="connsiteY42" fmla="*/ 3242474 h 3386383"/>
                <a:gd name="connsiteX43" fmla="*/ 1531479 w 2038796"/>
                <a:gd name="connsiteY43" fmla="*/ 3225645 h 3386383"/>
                <a:gd name="connsiteX44" fmla="*/ 1537090 w 2038796"/>
                <a:gd name="connsiteY44" fmla="*/ 2754420 h 3386383"/>
                <a:gd name="connsiteX45" fmla="*/ 1604407 w 2038796"/>
                <a:gd name="connsiteY45" fmla="*/ 2911495 h 3386383"/>
                <a:gd name="connsiteX46" fmla="*/ 1991484 w 2038796"/>
                <a:gd name="connsiteY46" fmla="*/ 2715151 h 3386383"/>
                <a:gd name="connsiteX47" fmla="*/ 1997094 w 2038796"/>
                <a:gd name="connsiteY47" fmla="*/ 2602955 h 3386383"/>
                <a:gd name="connsiteX48" fmla="*/ 1828800 w 2038796"/>
                <a:gd name="connsiteY48" fmla="*/ 2586126 h 3386383"/>
                <a:gd name="connsiteX49" fmla="*/ 1705383 w 2038796"/>
                <a:gd name="connsiteY49" fmla="*/ 2513198 h 3386383"/>
                <a:gd name="connsiteX50" fmla="*/ 1621237 w 2038796"/>
                <a:gd name="connsiteY50" fmla="*/ 2401002 h 3386383"/>
                <a:gd name="connsiteX51" fmla="*/ 1694164 w 2038796"/>
                <a:gd name="connsiteY51" fmla="*/ 2277586 h 3386383"/>
                <a:gd name="connsiteX52" fmla="*/ 1514650 w 2038796"/>
                <a:gd name="connsiteY52" fmla="*/ 1980266 h 3386383"/>
                <a:gd name="connsiteX53" fmla="*/ 1503430 w 2038796"/>
                <a:gd name="connsiteY53" fmla="*/ 1576359 h 3386383"/>
                <a:gd name="connsiteX54" fmla="*/ 1312696 w 2038796"/>
                <a:gd name="connsiteY54" fmla="*/ 1598797 h 3386383"/>
                <a:gd name="connsiteX55" fmla="*/ 1323916 w 2038796"/>
                <a:gd name="connsiteY55" fmla="*/ 1436114 h 3386383"/>
                <a:gd name="connsiteX56" fmla="*/ 1262208 w 2038796"/>
                <a:gd name="connsiteY56" fmla="*/ 1295869 h 3386383"/>
                <a:gd name="connsiteX57" fmla="*/ 1284648 w 2038796"/>
                <a:gd name="connsiteY57" fmla="*/ 1189282 h 3386383"/>
                <a:gd name="connsiteX58" fmla="*/ 1256599 w 2038796"/>
                <a:gd name="connsiteY58" fmla="*/ 1026597 h 3386383"/>
                <a:gd name="connsiteX59" fmla="*/ 1256599 w 2038796"/>
                <a:gd name="connsiteY59" fmla="*/ 830254 h 3386383"/>
                <a:gd name="connsiteX60" fmla="*/ 970498 w 2038796"/>
                <a:gd name="connsiteY60" fmla="*/ 661959 h 3386383"/>
                <a:gd name="connsiteX61" fmla="*/ 1015376 w 2038796"/>
                <a:gd name="connsiteY61" fmla="*/ 572202 h 3386383"/>
                <a:gd name="connsiteX62" fmla="*/ 1150012 w 2038796"/>
                <a:gd name="connsiteY62" fmla="*/ 431957 h 3386383"/>
                <a:gd name="connsiteX63" fmla="*/ 1166841 w 2038796"/>
                <a:gd name="connsiteY63" fmla="*/ 263662 h 3386383"/>
                <a:gd name="connsiteX64" fmla="*/ 1161232 w 2038796"/>
                <a:gd name="connsiteY64" fmla="*/ 145856 h 3386383"/>
                <a:gd name="connsiteX65" fmla="*/ 1093914 w 2038796"/>
                <a:gd name="connsiteY65" fmla="*/ 84149 h 3386383"/>
                <a:gd name="connsiteX66" fmla="*/ 987327 w 2038796"/>
                <a:gd name="connsiteY66" fmla="*/ 44880 h 3386383"/>
                <a:gd name="connsiteX67" fmla="*/ 869522 w 2038796"/>
                <a:gd name="connsiteY67" fmla="*/ 0 h 3386383"/>
                <a:gd name="connsiteX0" fmla="*/ 869522 w 2038796"/>
                <a:gd name="connsiteY0" fmla="*/ 0 h 3386383"/>
                <a:gd name="connsiteX1" fmla="*/ 779764 w 2038796"/>
                <a:gd name="connsiteY1" fmla="*/ 67319 h 3386383"/>
                <a:gd name="connsiteX2" fmla="*/ 751715 w 2038796"/>
                <a:gd name="connsiteY2" fmla="*/ 173905 h 3386383"/>
                <a:gd name="connsiteX3" fmla="*/ 656348 w 2038796"/>
                <a:gd name="connsiteY3" fmla="*/ 353419 h 3386383"/>
                <a:gd name="connsiteX4" fmla="*/ 656348 w 2038796"/>
                <a:gd name="connsiteY4" fmla="*/ 409517 h 3386383"/>
                <a:gd name="connsiteX5" fmla="*/ 678788 w 2038796"/>
                <a:gd name="connsiteY5" fmla="*/ 516105 h 3386383"/>
                <a:gd name="connsiteX6" fmla="*/ 488053 w 2038796"/>
                <a:gd name="connsiteY6" fmla="*/ 617081 h 3386383"/>
                <a:gd name="connsiteX7" fmla="*/ 280491 w 2038796"/>
                <a:gd name="connsiteY7" fmla="*/ 656349 h 3386383"/>
                <a:gd name="connsiteX8" fmla="*/ 263661 w 2038796"/>
                <a:gd name="connsiteY8" fmla="*/ 622690 h 3386383"/>
                <a:gd name="connsiteX9" fmla="*/ 218783 w 2038796"/>
                <a:gd name="connsiteY9" fmla="*/ 897571 h 3386383"/>
                <a:gd name="connsiteX10" fmla="*/ 168294 w 2038796"/>
                <a:gd name="connsiteY10" fmla="*/ 1032207 h 3386383"/>
                <a:gd name="connsiteX11" fmla="*/ 72927 w 2038796"/>
                <a:gd name="connsiteY11" fmla="*/ 1161233 h 3386383"/>
                <a:gd name="connsiteX12" fmla="*/ 0 w 2038796"/>
                <a:gd name="connsiteY12" fmla="*/ 1295868 h 3386383"/>
                <a:gd name="connsiteX13" fmla="*/ 134635 w 2038796"/>
                <a:gd name="connsiteY13" fmla="*/ 1654896 h 3386383"/>
                <a:gd name="connsiteX14" fmla="*/ 241222 w 2038796"/>
                <a:gd name="connsiteY14" fmla="*/ 1727824 h 3386383"/>
                <a:gd name="connsiteX15" fmla="*/ 291710 w 2038796"/>
                <a:gd name="connsiteY15" fmla="*/ 1694165 h 3386383"/>
                <a:gd name="connsiteX16" fmla="*/ 336589 w 2038796"/>
                <a:gd name="connsiteY16" fmla="*/ 1750263 h 3386383"/>
                <a:gd name="connsiteX17" fmla="*/ 387077 w 2038796"/>
                <a:gd name="connsiteY17" fmla="*/ 3276133 h 3386383"/>
                <a:gd name="connsiteX18" fmla="*/ 448785 w 2038796"/>
                <a:gd name="connsiteY18" fmla="*/ 3248084 h 3386383"/>
                <a:gd name="connsiteX19" fmla="*/ 431956 w 2038796"/>
                <a:gd name="connsiteY19" fmla="*/ 2372953 h 3386383"/>
                <a:gd name="connsiteX20" fmla="*/ 482444 w 2038796"/>
                <a:gd name="connsiteY20" fmla="*/ 2384172 h 3386383"/>
                <a:gd name="connsiteX21" fmla="*/ 516103 w 2038796"/>
                <a:gd name="connsiteY21" fmla="*/ 3068570 h 3386383"/>
                <a:gd name="connsiteX22" fmla="*/ 583421 w 2038796"/>
                <a:gd name="connsiteY22" fmla="*/ 3074180 h 3386383"/>
                <a:gd name="connsiteX23" fmla="*/ 572201 w 2038796"/>
                <a:gd name="connsiteY23" fmla="*/ 2406612 h 3386383"/>
                <a:gd name="connsiteX24" fmla="*/ 964888 w 2038796"/>
                <a:gd name="connsiteY24" fmla="*/ 2412222 h 3386383"/>
                <a:gd name="connsiteX25" fmla="*/ 970498 w 2038796"/>
                <a:gd name="connsiteY25" fmla="*/ 2816128 h 3386383"/>
                <a:gd name="connsiteX26" fmla="*/ 1026596 w 2038796"/>
                <a:gd name="connsiteY26" fmla="*/ 2827348 h 3386383"/>
                <a:gd name="connsiteX27" fmla="*/ 1020986 w 2038796"/>
                <a:gd name="connsiteY27" fmla="*/ 3001252 h 3386383"/>
                <a:gd name="connsiteX28" fmla="*/ 1009767 w 2038796"/>
                <a:gd name="connsiteY28" fmla="*/ 3124668 h 3386383"/>
                <a:gd name="connsiteX29" fmla="*/ 1020986 w 2038796"/>
                <a:gd name="connsiteY29" fmla="*/ 3343451 h 3386383"/>
                <a:gd name="connsiteX30" fmla="*/ 1217330 w 2038796"/>
                <a:gd name="connsiteY30" fmla="*/ 3360280 h 3386383"/>
                <a:gd name="connsiteX31" fmla="*/ 1211720 w 2038796"/>
                <a:gd name="connsiteY31" fmla="*/ 3175157 h 3386383"/>
                <a:gd name="connsiteX32" fmla="*/ 1228549 w 2038796"/>
                <a:gd name="connsiteY32" fmla="*/ 3001253 h 3386383"/>
                <a:gd name="connsiteX33" fmla="*/ 1211720 w 2038796"/>
                <a:gd name="connsiteY33" fmla="*/ 2872226 h 3386383"/>
                <a:gd name="connsiteX34" fmla="*/ 1234159 w 2038796"/>
                <a:gd name="connsiteY34" fmla="*/ 2832958 h 3386383"/>
                <a:gd name="connsiteX35" fmla="*/ 1250988 w 2038796"/>
                <a:gd name="connsiteY35" fmla="*/ 2614175 h 3386383"/>
                <a:gd name="connsiteX36" fmla="*/ 1256599 w 2038796"/>
                <a:gd name="connsiteY36" fmla="*/ 2501979 h 3386383"/>
                <a:gd name="connsiteX37" fmla="*/ 1262209 w 2038796"/>
                <a:gd name="connsiteY37" fmla="*/ 2367343 h 3386383"/>
                <a:gd name="connsiteX38" fmla="*/ 1357574 w 2038796"/>
                <a:gd name="connsiteY38" fmla="*/ 2518809 h 3386383"/>
                <a:gd name="connsiteX39" fmla="*/ 1368794 w 2038796"/>
                <a:gd name="connsiteY39" fmla="*/ 3057351 h 3386383"/>
                <a:gd name="connsiteX40" fmla="*/ 1413673 w 2038796"/>
                <a:gd name="connsiteY40" fmla="*/ 3062960 h 3386383"/>
                <a:gd name="connsiteX41" fmla="*/ 1419283 w 2038796"/>
                <a:gd name="connsiteY41" fmla="*/ 2574906 h 3386383"/>
                <a:gd name="connsiteX42" fmla="*/ 1469772 w 2038796"/>
                <a:gd name="connsiteY42" fmla="*/ 2586126 h 3386383"/>
                <a:gd name="connsiteX43" fmla="*/ 1480991 w 2038796"/>
                <a:gd name="connsiteY43" fmla="*/ 3242474 h 3386383"/>
                <a:gd name="connsiteX44" fmla="*/ 1531479 w 2038796"/>
                <a:gd name="connsiteY44" fmla="*/ 3225645 h 3386383"/>
                <a:gd name="connsiteX45" fmla="*/ 1537090 w 2038796"/>
                <a:gd name="connsiteY45" fmla="*/ 2754420 h 3386383"/>
                <a:gd name="connsiteX46" fmla="*/ 1604407 w 2038796"/>
                <a:gd name="connsiteY46" fmla="*/ 2911495 h 3386383"/>
                <a:gd name="connsiteX47" fmla="*/ 1991484 w 2038796"/>
                <a:gd name="connsiteY47" fmla="*/ 2715151 h 3386383"/>
                <a:gd name="connsiteX48" fmla="*/ 1997094 w 2038796"/>
                <a:gd name="connsiteY48" fmla="*/ 2602955 h 3386383"/>
                <a:gd name="connsiteX49" fmla="*/ 1828800 w 2038796"/>
                <a:gd name="connsiteY49" fmla="*/ 2586126 h 3386383"/>
                <a:gd name="connsiteX50" fmla="*/ 1705383 w 2038796"/>
                <a:gd name="connsiteY50" fmla="*/ 2513198 h 3386383"/>
                <a:gd name="connsiteX51" fmla="*/ 1621237 w 2038796"/>
                <a:gd name="connsiteY51" fmla="*/ 2401002 h 3386383"/>
                <a:gd name="connsiteX52" fmla="*/ 1694164 w 2038796"/>
                <a:gd name="connsiteY52" fmla="*/ 2277586 h 3386383"/>
                <a:gd name="connsiteX53" fmla="*/ 1514650 w 2038796"/>
                <a:gd name="connsiteY53" fmla="*/ 1980266 h 3386383"/>
                <a:gd name="connsiteX54" fmla="*/ 1503430 w 2038796"/>
                <a:gd name="connsiteY54" fmla="*/ 1576359 h 3386383"/>
                <a:gd name="connsiteX55" fmla="*/ 1312696 w 2038796"/>
                <a:gd name="connsiteY55" fmla="*/ 1598797 h 3386383"/>
                <a:gd name="connsiteX56" fmla="*/ 1323916 w 2038796"/>
                <a:gd name="connsiteY56" fmla="*/ 1436114 h 3386383"/>
                <a:gd name="connsiteX57" fmla="*/ 1262208 w 2038796"/>
                <a:gd name="connsiteY57" fmla="*/ 1295869 h 3386383"/>
                <a:gd name="connsiteX58" fmla="*/ 1284648 w 2038796"/>
                <a:gd name="connsiteY58" fmla="*/ 1189282 h 3386383"/>
                <a:gd name="connsiteX59" fmla="*/ 1256599 w 2038796"/>
                <a:gd name="connsiteY59" fmla="*/ 1026597 h 3386383"/>
                <a:gd name="connsiteX60" fmla="*/ 1256599 w 2038796"/>
                <a:gd name="connsiteY60" fmla="*/ 830254 h 3386383"/>
                <a:gd name="connsiteX61" fmla="*/ 970498 w 2038796"/>
                <a:gd name="connsiteY61" fmla="*/ 661959 h 3386383"/>
                <a:gd name="connsiteX62" fmla="*/ 1015376 w 2038796"/>
                <a:gd name="connsiteY62" fmla="*/ 572202 h 3386383"/>
                <a:gd name="connsiteX63" fmla="*/ 1150012 w 2038796"/>
                <a:gd name="connsiteY63" fmla="*/ 431957 h 3386383"/>
                <a:gd name="connsiteX64" fmla="*/ 1166841 w 2038796"/>
                <a:gd name="connsiteY64" fmla="*/ 263662 h 3386383"/>
                <a:gd name="connsiteX65" fmla="*/ 1161232 w 2038796"/>
                <a:gd name="connsiteY65" fmla="*/ 145856 h 3386383"/>
                <a:gd name="connsiteX66" fmla="*/ 1093914 w 2038796"/>
                <a:gd name="connsiteY66" fmla="*/ 84149 h 3386383"/>
                <a:gd name="connsiteX67" fmla="*/ 987327 w 2038796"/>
                <a:gd name="connsiteY67" fmla="*/ 44880 h 3386383"/>
                <a:gd name="connsiteX68" fmla="*/ 869522 w 2038796"/>
                <a:gd name="connsiteY68" fmla="*/ 0 h 3386383"/>
                <a:gd name="connsiteX0" fmla="*/ 869522 w 2038796"/>
                <a:gd name="connsiteY0" fmla="*/ 0 h 3386383"/>
                <a:gd name="connsiteX1" fmla="*/ 779764 w 2038796"/>
                <a:gd name="connsiteY1" fmla="*/ 67319 h 3386383"/>
                <a:gd name="connsiteX2" fmla="*/ 751715 w 2038796"/>
                <a:gd name="connsiteY2" fmla="*/ 173905 h 3386383"/>
                <a:gd name="connsiteX3" fmla="*/ 656348 w 2038796"/>
                <a:gd name="connsiteY3" fmla="*/ 353419 h 3386383"/>
                <a:gd name="connsiteX4" fmla="*/ 656348 w 2038796"/>
                <a:gd name="connsiteY4" fmla="*/ 409517 h 3386383"/>
                <a:gd name="connsiteX5" fmla="*/ 678788 w 2038796"/>
                <a:gd name="connsiteY5" fmla="*/ 516105 h 3386383"/>
                <a:gd name="connsiteX6" fmla="*/ 488053 w 2038796"/>
                <a:gd name="connsiteY6" fmla="*/ 617081 h 3386383"/>
                <a:gd name="connsiteX7" fmla="*/ 280491 w 2038796"/>
                <a:gd name="connsiteY7" fmla="*/ 656349 h 3386383"/>
                <a:gd name="connsiteX8" fmla="*/ 218783 w 2038796"/>
                <a:gd name="connsiteY8" fmla="*/ 897571 h 3386383"/>
                <a:gd name="connsiteX9" fmla="*/ 168294 w 2038796"/>
                <a:gd name="connsiteY9" fmla="*/ 1032207 h 3386383"/>
                <a:gd name="connsiteX10" fmla="*/ 72927 w 2038796"/>
                <a:gd name="connsiteY10" fmla="*/ 1161233 h 3386383"/>
                <a:gd name="connsiteX11" fmla="*/ 0 w 2038796"/>
                <a:gd name="connsiteY11" fmla="*/ 1295868 h 3386383"/>
                <a:gd name="connsiteX12" fmla="*/ 134635 w 2038796"/>
                <a:gd name="connsiteY12" fmla="*/ 1654896 h 3386383"/>
                <a:gd name="connsiteX13" fmla="*/ 241222 w 2038796"/>
                <a:gd name="connsiteY13" fmla="*/ 1727824 h 3386383"/>
                <a:gd name="connsiteX14" fmla="*/ 291710 w 2038796"/>
                <a:gd name="connsiteY14" fmla="*/ 1694165 h 3386383"/>
                <a:gd name="connsiteX15" fmla="*/ 336589 w 2038796"/>
                <a:gd name="connsiteY15" fmla="*/ 1750263 h 3386383"/>
                <a:gd name="connsiteX16" fmla="*/ 387077 w 2038796"/>
                <a:gd name="connsiteY16" fmla="*/ 3276133 h 3386383"/>
                <a:gd name="connsiteX17" fmla="*/ 448785 w 2038796"/>
                <a:gd name="connsiteY17" fmla="*/ 3248084 h 3386383"/>
                <a:gd name="connsiteX18" fmla="*/ 431956 w 2038796"/>
                <a:gd name="connsiteY18" fmla="*/ 2372953 h 3386383"/>
                <a:gd name="connsiteX19" fmla="*/ 482444 w 2038796"/>
                <a:gd name="connsiteY19" fmla="*/ 2384172 h 3386383"/>
                <a:gd name="connsiteX20" fmla="*/ 516103 w 2038796"/>
                <a:gd name="connsiteY20" fmla="*/ 3068570 h 3386383"/>
                <a:gd name="connsiteX21" fmla="*/ 583421 w 2038796"/>
                <a:gd name="connsiteY21" fmla="*/ 3074180 h 3386383"/>
                <a:gd name="connsiteX22" fmla="*/ 572201 w 2038796"/>
                <a:gd name="connsiteY22" fmla="*/ 2406612 h 3386383"/>
                <a:gd name="connsiteX23" fmla="*/ 964888 w 2038796"/>
                <a:gd name="connsiteY23" fmla="*/ 2412222 h 3386383"/>
                <a:gd name="connsiteX24" fmla="*/ 970498 w 2038796"/>
                <a:gd name="connsiteY24" fmla="*/ 2816128 h 3386383"/>
                <a:gd name="connsiteX25" fmla="*/ 1026596 w 2038796"/>
                <a:gd name="connsiteY25" fmla="*/ 2827348 h 3386383"/>
                <a:gd name="connsiteX26" fmla="*/ 1020986 w 2038796"/>
                <a:gd name="connsiteY26" fmla="*/ 3001252 h 3386383"/>
                <a:gd name="connsiteX27" fmla="*/ 1009767 w 2038796"/>
                <a:gd name="connsiteY27" fmla="*/ 3124668 h 3386383"/>
                <a:gd name="connsiteX28" fmla="*/ 1020986 w 2038796"/>
                <a:gd name="connsiteY28" fmla="*/ 3343451 h 3386383"/>
                <a:gd name="connsiteX29" fmla="*/ 1217330 w 2038796"/>
                <a:gd name="connsiteY29" fmla="*/ 3360280 h 3386383"/>
                <a:gd name="connsiteX30" fmla="*/ 1211720 w 2038796"/>
                <a:gd name="connsiteY30" fmla="*/ 3175157 h 3386383"/>
                <a:gd name="connsiteX31" fmla="*/ 1228549 w 2038796"/>
                <a:gd name="connsiteY31" fmla="*/ 3001253 h 3386383"/>
                <a:gd name="connsiteX32" fmla="*/ 1211720 w 2038796"/>
                <a:gd name="connsiteY32" fmla="*/ 2872226 h 3386383"/>
                <a:gd name="connsiteX33" fmla="*/ 1234159 w 2038796"/>
                <a:gd name="connsiteY33" fmla="*/ 2832958 h 3386383"/>
                <a:gd name="connsiteX34" fmla="*/ 1250988 w 2038796"/>
                <a:gd name="connsiteY34" fmla="*/ 2614175 h 3386383"/>
                <a:gd name="connsiteX35" fmla="*/ 1256599 w 2038796"/>
                <a:gd name="connsiteY35" fmla="*/ 2501979 h 3386383"/>
                <a:gd name="connsiteX36" fmla="*/ 1262209 w 2038796"/>
                <a:gd name="connsiteY36" fmla="*/ 2367343 h 3386383"/>
                <a:gd name="connsiteX37" fmla="*/ 1357574 w 2038796"/>
                <a:gd name="connsiteY37" fmla="*/ 2518809 h 3386383"/>
                <a:gd name="connsiteX38" fmla="*/ 1368794 w 2038796"/>
                <a:gd name="connsiteY38" fmla="*/ 3057351 h 3386383"/>
                <a:gd name="connsiteX39" fmla="*/ 1413673 w 2038796"/>
                <a:gd name="connsiteY39" fmla="*/ 3062960 h 3386383"/>
                <a:gd name="connsiteX40" fmla="*/ 1419283 w 2038796"/>
                <a:gd name="connsiteY40" fmla="*/ 2574906 h 3386383"/>
                <a:gd name="connsiteX41" fmla="*/ 1469772 w 2038796"/>
                <a:gd name="connsiteY41" fmla="*/ 2586126 h 3386383"/>
                <a:gd name="connsiteX42" fmla="*/ 1480991 w 2038796"/>
                <a:gd name="connsiteY42" fmla="*/ 3242474 h 3386383"/>
                <a:gd name="connsiteX43" fmla="*/ 1531479 w 2038796"/>
                <a:gd name="connsiteY43" fmla="*/ 3225645 h 3386383"/>
                <a:gd name="connsiteX44" fmla="*/ 1537090 w 2038796"/>
                <a:gd name="connsiteY44" fmla="*/ 2754420 h 3386383"/>
                <a:gd name="connsiteX45" fmla="*/ 1604407 w 2038796"/>
                <a:gd name="connsiteY45" fmla="*/ 2911495 h 3386383"/>
                <a:gd name="connsiteX46" fmla="*/ 1991484 w 2038796"/>
                <a:gd name="connsiteY46" fmla="*/ 2715151 h 3386383"/>
                <a:gd name="connsiteX47" fmla="*/ 1997094 w 2038796"/>
                <a:gd name="connsiteY47" fmla="*/ 2602955 h 3386383"/>
                <a:gd name="connsiteX48" fmla="*/ 1828800 w 2038796"/>
                <a:gd name="connsiteY48" fmla="*/ 2586126 h 3386383"/>
                <a:gd name="connsiteX49" fmla="*/ 1705383 w 2038796"/>
                <a:gd name="connsiteY49" fmla="*/ 2513198 h 3386383"/>
                <a:gd name="connsiteX50" fmla="*/ 1621237 w 2038796"/>
                <a:gd name="connsiteY50" fmla="*/ 2401002 h 3386383"/>
                <a:gd name="connsiteX51" fmla="*/ 1694164 w 2038796"/>
                <a:gd name="connsiteY51" fmla="*/ 2277586 h 3386383"/>
                <a:gd name="connsiteX52" fmla="*/ 1514650 w 2038796"/>
                <a:gd name="connsiteY52" fmla="*/ 1980266 h 3386383"/>
                <a:gd name="connsiteX53" fmla="*/ 1503430 w 2038796"/>
                <a:gd name="connsiteY53" fmla="*/ 1576359 h 3386383"/>
                <a:gd name="connsiteX54" fmla="*/ 1312696 w 2038796"/>
                <a:gd name="connsiteY54" fmla="*/ 1598797 h 3386383"/>
                <a:gd name="connsiteX55" fmla="*/ 1323916 w 2038796"/>
                <a:gd name="connsiteY55" fmla="*/ 1436114 h 3386383"/>
                <a:gd name="connsiteX56" fmla="*/ 1262208 w 2038796"/>
                <a:gd name="connsiteY56" fmla="*/ 1295869 h 3386383"/>
                <a:gd name="connsiteX57" fmla="*/ 1284648 w 2038796"/>
                <a:gd name="connsiteY57" fmla="*/ 1189282 h 3386383"/>
                <a:gd name="connsiteX58" fmla="*/ 1256599 w 2038796"/>
                <a:gd name="connsiteY58" fmla="*/ 1026597 h 3386383"/>
                <a:gd name="connsiteX59" fmla="*/ 1256599 w 2038796"/>
                <a:gd name="connsiteY59" fmla="*/ 830254 h 3386383"/>
                <a:gd name="connsiteX60" fmla="*/ 970498 w 2038796"/>
                <a:gd name="connsiteY60" fmla="*/ 661959 h 3386383"/>
                <a:gd name="connsiteX61" fmla="*/ 1015376 w 2038796"/>
                <a:gd name="connsiteY61" fmla="*/ 572202 h 3386383"/>
                <a:gd name="connsiteX62" fmla="*/ 1150012 w 2038796"/>
                <a:gd name="connsiteY62" fmla="*/ 431957 h 3386383"/>
                <a:gd name="connsiteX63" fmla="*/ 1166841 w 2038796"/>
                <a:gd name="connsiteY63" fmla="*/ 263662 h 3386383"/>
                <a:gd name="connsiteX64" fmla="*/ 1161232 w 2038796"/>
                <a:gd name="connsiteY64" fmla="*/ 145856 h 3386383"/>
                <a:gd name="connsiteX65" fmla="*/ 1093914 w 2038796"/>
                <a:gd name="connsiteY65" fmla="*/ 84149 h 3386383"/>
                <a:gd name="connsiteX66" fmla="*/ 987327 w 2038796"/>
                <a:gd name="connsiteY66" fmla="*/ 44880 h 3386383"/>
                <a:gd name="connsiteX67" fmla="*/ 869522 w 2038796"/>
                <a:gd name="connsiteY67" fmla="*/ 0 h 3386383"/>
                <a:gd name="connsiteX0" fmla="*/ 869522 w 2038796"/>
                <a:gd name="connsiteY0" fmla="*/ 0 h 3386383"/>
                <a:gd name="connsiteX1" fmla="*/ 779764 w 2038796"/>
                <a:gd name="connsiteY1" fmla="*/ 67319 h 3386383"/>
                <a:gd name="connsiteX2" fmla="*/ 751715 w 2038796"/>
                <a:gd name="connsiteY2" fmla="*/ 173905 h 3386383"/>
                <a:gd name="connsiteX3" fmla="*/ 656348 w 2038796"/>
                <a:gd name="connsiteY3" fmla="*/ 353419 h 3386383"/>
                <a:gd name="connsiteX4" fmla="*/ 656348 w 2038796"/>
                <a:gd name="connsiteY4" fmla="*/ 409517 h 3386383"/>
                <a:gd name="connsiteX5" fmla="*/ 678788 w 2038796"/>
                <a:gd name="connsiteY5" fmla="*/ 516105 h 3386383"/>
                <a:gd name="connsiteX6" fmla="*/ 488053 w 2038796"/>
                <a:gd name="connsiteY6" fmla="*/ 617081 h 3386383"/>
                <a:gd name="connsiteX7" fmla="*/ 280491 w 2038796"/>
                <a:gd name="connsiteY7" fmla="*/ 673178 h 3386383"/>
                <a:gd name="connsiteX8" fmla="*/ 218783 w 2038796"/>
                <a:gd name="connsiteY8" fmla="*/ 897571 h 3386383"/>
                <a:gd name="connsiteX9" fmla="*/ 168294 w 2038796"/>
                <a:gd name="connsiteY9" fmla="*/ 1032207 h 3386383"/>
                <a:gd name="connsiteX10" fmla="*/ 72927 w 2038796"/>
                <a:gd name="connsiteY10" fmla="*/ 1161233 h 3386383"/>
                <a:gd name="connsiteX11" fmla="*/ 0 w 2038796"/>
                <a:gd name="connsiteY11" fmla="*/ 1295868 h 3386383"/>
                <a:gd name="connsiteX12" fmla="*/ 134635 w 2038796"/>
                <a:gd name="connsiteY12" fmla="*/ 1654896 h 3386383"/>
                <a:gd name="connsiteX13" fmla="*/ 241222 w 2038796"/>
                <a:gd name="connsiteY13" fmla="*/ 1727824 h 3386383"/>
                <a:gd name="connsiteX14" fmla="*/ 291710 w 2038796"/>
                <a:gd name="connsiteY14" fmla="*/ 1694165 h 3386383"/>
                <a:gd name="connsiteX15" fmla="*/ 336589 w 2038796"/>
                <a:gd name="connsiteY15" fmla="*/ 1750263 h 3386383"/>
                <a:gd name="connsiteX16" fmla="*/ 387077 w 2038796"/>
                <a:gd name="connsiteY16" fmla="*/ 3276133 h 3386383"/>
                <a:gd name="connsiteX17" fmla="*/ 448785 w 2038796"/>
                <a:gd name="connsiteY17" fmla="*/ 3248084 h 3386383"/>
                <a:gd name="connsiteX18" fmla="*/ 431956 w 2038796"/>
                <a:gd name="connsiteY18" fmla="*/ 2372953 h 3386383"/>
                <a:gd name="connsiteX19" fmla="*/ 482444 w 2038796"/>
                <a:gd name="connsiteY19" fmla="*/ 2384172 h 3386383"/>
                <a:gd name="connsiteX20" fmla="*/ 516103 w 2038796"/>
                <a:gd name="connsiteY20" fmla="*/ 3068570 h 3386383"/>
                <a:gd name="connsiteX21" fmla="*/ 583421 w 2038796"/>
                <a:gd name="connsiteY21" fmla="*/ 3074180 h 3386383"/>
                <a:gd name="connsiteX22" fmla="*/ 572201 w 2038796"/>
                <a:gd name="connsiteY22" fmla="*/ 2406612 h 3386383"/>
                <a:gd name="connsiteX23" fmla="*/ 964888 w 2038796"/>
                <a:gd name="connsiteY23" fmla="*/ 2412222 h 3386383"/>
                <a:gd name="connsiteX24" fmla="*/ 970498 w 2038796"/>
                <a:gd name="connsiteY24" fmla="*/ 2816128 h 3386383"/>
                <a:gd name="connsiteX25" fmla="*/ 1026596 w 2038796"/>
                <a:gd name="connsiteY25" fmla="*/ 2827348 h 3386383"/>
                <a:gd name="connsiteX26" fmla="*/ 1020986 w 2038796"/>
                <a:gd name="connsiteY26" fmla="*/ 3001252 h 3386383"/>
                <a:gd name="connsiteX27" fmla="*/ 1009767 w 2038796"/>
                <a:gd name="connsiteY27" fmla="*/ 3124668 h 3386383"/>
                <a:gd name="connsiteX28" fmla="*/ 1020986 w 2038796"/>
                <a:gd name="connsiteY28" fmla="*/ 3343451 h 3386383"/>
                <a:gd name="connsiteX29" fmla="*/ 1217330 w 2038796"/>
                <a:gd name="connsiteY29" fmla="*/ 3360280 h 3386383"/>
                <a:gd name="connsiteX30" fmla="*/ 1211720 w 2038796"/>
                <a:gd name="connsiteY30" fmla="*/ 3175157 h 3386383"/>
                <a:gd name="connsiteX31" fmla="*/ 1228549 w 2038796"/>
                <a:gd name="connsiteY31" fmla="*/ 3001253 h 3386383"/>
                <a:gd name="connsiteX32" fmla="*/ 1211720 w 2038796"/>
                <a:gd name="connsiteY32" fmla="*/ 2872226 h 3386383"/>
                <a:gd name="connsiteX33" fmla="*/ 1234159 w 2038796"/>
                <a:gd name="connsiteY33" fmla="*/ 2832958 h 3386383"/>
                <a:gd name="connsiteX34" fmla="*/ 1250988 w 2038796"/>
                <a:gd name="connsiteY34" fmla="*/ 2614175 h 3386383"/>
                <a:gd name="connsiteX35" fmla="*/ 1256599 w 2038796"/>
                <a:gd name="connsiteY35" fmla="*/ 2501979 h 3386383"/>
                <a:gd name="connsiteX36" fmla="*/ 1262209 w 2038796"/>
                <a:gd name="connsiteY36" fmla="*/ 2367343 h 3386383"/>
                <a:gd name="connsiteX37" fmla="*/ 1357574 w 2038796"/>
                <a:gd name="connsiteY37" fmla="*/ 2518809 h 3386383"/>
                <a:gd name="connsiteX38" fmla="*/ 1368794 w 2038796"/>
                <a:gd name="connsiteY38" fmla="*/ 3057351 h 3386383"/>
                <a:gd name="connsiteX39" fmla="*/ 1413673 w 2038796"/>
                <a:gd name="connsiteY39" fmla="*/ 3062960 h 3386383"/>
                <a:gd name="connsiteX40" fmla="*/ 1419283 w 2038796"/>
                <a:gd name="connsiteY40" fmla="*/ 2574906 h 3386383"/>
                <a:gd name="connsiteX41" fmla="*/ 1469772 w 2038796"/>
                <a:gd name="connsiteY41" fmla="*/ 2586126 h 3386383"/>
                <a:gd name="connsiteX42" fmla="*/ 1480991 w 2038796"/>
                <a:gd name="connsiteY42" fmla="*/ 3242474 h 3386383"/>
                <a:gd name="connsiteX43" fmla="*/ 1531479 w 2038796"/>
                <a:gd name="connsiteY43" fmla="*/ 3225645 h 3386383"/>
                <a:gd name="connsiteX44" fmla="*/ 1537090 w 2038796"/>
                <a:gd name="connsiteY44" fmla="*/ 2754420 h 3386383"/>
                <a:gd name="connsiteX45" fmla="*/ 1604407 w 2038796"/>
                <a:gd name="connsiteY45" fmla="*/ 2911495 h 3386383"/>
                <a:gd name="connsiteX46" fmla="*/ 1991484 w 2038796"/>
                <a:gd name="connsiteY46" fmla="*/ 2715151 h 3386383"/>
                <a:gd name="connsiteX47" fmla="*/ 1997094 w 2038796"/>
                <a:gd name="connsiteY47" fmla="*/ 2602955 h 3386383"/>
                <a:gd name="connsiteX48" fmla="*/ 1828800 w 2038796"/>
                <a:gd name="connsiteY48" fmla="*/ 2586126 h 3386383"/>
                <a:gd name="connsiteX49" fmla="*/ 1705383 w 2038796"/>
                <a:gd name="connsiteY49" fmla="*/ 2513198 h 3386383"/>
                <a:gd name="connsiteX50" fmla="*/ 1621237 w 2038796"/>
                <a:gd name="connsiteY50" fmla="*/ 2401002 h 3386383"/>
                <a:gd name="connsiteX51" fmla="*/ 1694164 w 2038796"/>
                <a:gd name="connsiteY51" fmla="*/ 2277586 h 3386383"/>
                <a:gd name="connsiteX52" fmla="*/ 1514650 w 2038796"/>
                <a:gd name="connsiteY52" fmla="*/ 1980266 h 3386383"/>
                <a:gd name="connsiteX53" fmla="*/ 1503430 w 2038796"/>
                <a:gd name="connsiteY53" fmla="*/ 1576359 h 3386383"/>
                <a:gd name="connsiteX54" fmla="*/ 1312696 w 2038796"/>
                <a:gd name="connsiteY54" fmla="*/ 1598797 h 3386383"/>
                <a:gd name="connsiteX55" fmla="*/ 1323916 w 2038796"/>
                <a:gd name="connsiteY55" fmla="*/ 1436114 h 3386383"/>
                <a:gd name="connsiteX56" fmla="*/ 1262208 w 2038796"/>
                <a:gd name="connsiteY56" fmla="*/ 1295869 h 3386383"/>
                <a:gd name="connsiteX57" fmla="*/ 1284648 w 2038796"/>
                <a:gd name="connsiteY57" fmla="*/ 1189282 h 3386383"/>
                <a:gd name="connsiteX58" fmla="*/ 1256599 w 2038796"/>
                <a:gd name="connsiteY58" fmla="*/ 1026597 h 3386383"/>
                <a:gd name="connsiteX59" fmla="*/ 1256599 w 2038796"/>
                <a:gd name="connsiteY59" fmla="*/ 830254 h 3386383"/>
                <a:gd name="connsiteX60" fmla="*/ 970498 w 2038796"/>
                <a:gd name="connsiteY60" fmla="*/ 661959 h 3386383"/>
                <a:gd name="connsiteX61" fmla="*/ 1015376 w 2038796"/>
                <a:gd name="connsiteY61" fmla="*/ 572202 h 3386383"/>
                <a:gd name="connsiteX62" fmla="*/ 1150012 w 2038796"/>
                <a:gd name="connsiteY62" fmla="*/ 431957 h 3386383"/>
                <a:gd name="connsiteX63" fmla="*/ 1166841 w 2038796"/>
                <a:gd name="connsiteY63" fmla="*/ 263662 h 3386383"/>
                <a:gd name="connsiteX64" fmla="*/ 1161232 w 2038796"/>
                <a:gd name="connsiteY64" fmla="*/ 145856 h 3386383"/>
                <a:gd name="connsiteX65" fmla="*/ 1093914 w 2038796"/>
                <a:gd name="connsiteY65" fmla="*/ 84149 h 3386383"/>
                <a:gd name="connsiteX66" fmla="*/ 987327 w 2038796"/>
                <a:gd name="connsiteY66" fmla="*/ 44880 h 3386383"/>
                <a:gd name="connsiteX67" fmla="*/ 869522 w 2038796"/>
                <a:gd name="connsiteY67" fmla="*/ 0 h 3386383"/>
                <a:gd name="connsiteX0" fmla="*/ 869522 w 2038796"/>
                <a:gd name="connsiteY0" fmla="*/ 0 h 3386383"/>
                <a:gd name="connsiteX1" fmla="*/ 779764 w 2038796"/>
                <a:gd name="connsiteY1" fmla="*/ 67319 h 3386383"/>
                <a:gd name="connsiteX2" fmla="*/ 751715 w 2038796"/>
                <a:gd name="connsiteY2" fmla="*/ 173905 h 3386383"/>
                <a:gd name="connsiteX3" fmla="*/ 656348 w 2038796"/>
                <a:gd name="connsiteY3" fmla="*/ 353419 h 3386383"/>
                <a:gd name="connsiteX4" fmla="*/ 656348 w 2038796"/>
                <a:gd name="connsiteY4" fmla="*/ 409517 h 3386383"/>
                <a:gd name="connsiteX5" fmla="*/ 678788 w 2038796"/>
                <a:gd name="connsiteY5" fmla="*/ 516105 h 3386383"/>
                <a:gd name="connsiteX6" fmla="*/ 488053 w 2038796"/>
                <a:gd name="connsiteY6" fmla="*/ 617081 h 3386383"/>
                <a:gd name="connsiteX7" fmla="*/ 280491 w 2038796"/>
                <a:gd name="connsiteY7" fmla="*/ 673178 h 3386383"/>
                <a:gd name="connsiteX8" fmla="*/ 218783 w 2038796"/>
                <a:gd name="connsiteY8" fmla="*/ 897571 h 3386383"/>
                <a:gd name="connsiteX9" fmla="*/ 168294 w 2038796"/>
                <a:gd name="connsiteY9" fmla="*/ 1032207 h 3386383"/>
                <a:gd name="connsiteX10" fmla="*/ 72927 w 2038796"/>
                <a:gd name="connsiteY10" fmla="*/ 1161233 h 3386383"/>
                <a:gd name="connsiteX11" fmla="*/ 0 w 2038796"/>
                <a:gd name="connsiteY11" fmla="*/ 1295868 h 3386383"/>
                <a:gd name="connsiteX12" fmla="*/ 134635 w 2038796"/>
                <a:gd name="connsiteY12" fmla="*/ 1654896 h 3386383"/>
                <a:gd name="connsiteX13" fmla="*/ 241222 w 2038796"/>
                <a:gd name="connsiteY13" fmla="*/ 1727824 h 3386383"/>
                <a:gd name="connsiteX14" fmla="*/ 291710 w 2038796"/>
                <a:gd name="connsiteY14" fmla="*/ 1694165 h 3386383"/>
                <a:gd name="connsiteX15" fmla="*/ 336589 w 2038796"/>
                <a:gd name="connsiteY15" fmla="*/ 1750263 h 3386383"/>
                <a:gd name="connsiteX16" fmla="*/ 387077 w 2038796"/>
                <a:gd name="connsiteY16" fmla="*/ 3276133 h 3386383"/>
                <a:gd name="connsiteX17" fmla="*/ 448785 w 2038796"/>
                <a:gd name="connsiteY17" fmla="*/ 3248084 h 3386383"/>
                <a:gd name="connsiteX18" fmla="*/ 431956 w 2038796"/>
                <a:gd name="connsiteY18" fmla="*/ 2372953 h 3386383"/>
                <a:gd name="connsiteX19" fmla="*/ 482444 w 2038796"/>
                <a:gd name="connsiteY19" fmla="*/ 2384172 h 3386383"/>
                <a:gd name="connsiteX20" fmla="*/ 516103 w 2038796"/>
                <a:gd name="connsiteY20" fmla="*/ 3068570 h 3386383"/>
                <a:gd name="connsiteX21" fmla="*/ 583421 w 2038796"/>
                <a:gd name="connsiteY21" fmla="*/ 3074180 h 3386383"/>
                <a:gd name="connsiteX22" fmla="*/ 572201 w 2038796"/>
                <a:gd name="connsiteY22" fmla="*/ 2406612 h 3386383"/>
                <a:gd name="connsiteX23" fmla="*/ 964888 w 2038796"/>
                <a:gd name="connsiteY23" fmla="*/ 2412222 h 3386383"/>
                <a:gd name="connsiteX24" fmla="*/ 970498 w 2038796"/>
                <a:gd name="connsiteY24" fmla="*/ 2816128 h 3386383"/>
                <a:gd name="connsiteX25" fmla="*/ 1026596 w 2038796"/>
                <a:gd name="connsiteY25" fmla="*/ 2827348 h 3386383"/>
                <a:gd name="connsiteX26" fmla="*/ 1020986 w 2038796"/>
                <a:gd name="connsiteY26" fmla="*/ 3001252 h 3386383"/>
                <a:gd name="connsiteX27" fmla="*/ 1009767 w 2038796"/>
                <a:gd name="connsiteY27" fmla="*/ 3124668 h 3386383"/>
                <a:gd name="connsiteX28" fmla="*/ 1020986 w 2038796"/>
                <a:gd name="connsiteY28" fmla="*/ 3343451 h 3386383"/>
                <a:gd name="connsiteX29" fmla="*/ 1217330 w 2038796"/>
                <a:gd name="connsiteY29" fmla="*/ 3360280 h 3386383"/>
                <a:gd name="connsiteX30" fmla="*/ 1211720 w 2038796"/>
                <a:gd name="connsiteY30" fmla="*/ 3175157 h 3386383"/>
                <a:gd name="connsiteX31" fmla="*/ 1228549 w 2038796"/>
                <a:gd name="connsiteY31" fmla="*/ 3001253 h 3386383"/>
                <a:gd name="connsiteX32" fmla="*/ 1211720 w 2038796"/>
                <a:gd name="connsiteY32" fmla="*/ 2872226 h 3386383"/>
                <a:gd name="connsiteX33" fmla="*/ 1234159 w 2038796"/>
                <a:gd name="connsiteY33" fmla="*/ 2832958 h 3386383"/>
                <a:gd name="connsiteX34" fmla="*/ 1250988 w 2038796"/>
                <a:gd name="connsiteY34" fmla="*/ 2614175 h 3386383"/>
                <a:gd name="connsiteX35" fmla="*/ 1256599 w 2038796"/>
                <a:gd name="connsiteY35" fmla="*/ 2501979 h 3386383"/>
                <a:gd name="connsiteX36" fmla="*/ 1262209 w 2038796"/>
                <a:gd name="connsiteY36" fmla="*/ 2367343 h 3386383"/>
                <a:gd name="connsiteX37" fmla="*/ 1357574 w 2038796"/>
                <a:gd name="connsiteY37" fmla="*/ 2518809 h 3386383"/>
                <a:gd name="connsiteX38" fmla="*/ 1368794 w 2038796"/>
                <a:gd name="connsiteY38" fmla="*/ 3057351 h 3386383"/>
                <a:gd name="connsiteX39" fmla="*/ 1413673 w 2038796"/>
                <a:gd name="connsiteY39" fmla="*/ 3062960 h 3386383"/>
                <a:gd name="connsiteX40" fmla="*/ 1419283 w 2038796"/>
                <a:gd name="connsiteY40" fmla="*/ 2574906 h 3386383"/>
                <a:gd name="connsiteX41" fmla="*/ 1469772 w 2038796"/>
                <a:gd name="connsiteY41" fmla="*/ 2586126 h 3386383"/>
                <a:gd name="connsiteX42" fmla="*/ 1480991 w 2038796"/>
                <a:gd name="connsiteY42" fmla="*/ 3242474 h 3386383"/>
                <a:gd name="connsiteX43" fmla="*/ 1531479 w 2038796"/>
                <a:gd name="connsiteY43" fmla="*/ 3225645 h 3386383"/>
                <a:gd name="connsiteX44" fmla="*/ 1537090 w 2038796"/>
                <a:gd name="connsiteY44" fmla="*/ 2754420 h 3386383"/>
                <a:gd name="connsiteX45" fmla="*/ 1604407 w 2038796"/>
                <a:gd name="connsiteY45" fmla="*/ 2911495 h 3386383"/>
                <a:gd name="connsiteX46" fmla="*/ 1991484 w 2038796"/>
                <a:gd name="connsiteY46" fmla="*/ 2715151 h 3386383"/>
                <a:gd name="connsiteX47" fmla="*/ 1997094 w 2038796"/>
                <a:gd name="connsiteY47" fmla="*/ 2602955 h 3386383"/>
                <a:gd name="connsiteX48" fmla="*/ 1828800 w 2038796"/>
                <a:gd name="connsiteY48" fmla="*/ 2586126 h 3386383"/>
                <a:gd name="connsiteX49" fmla="*/ 1705383 w 2038796"/>
                <a:gd name="connsiteY49" fmla="*/ 2513198 h 3386383"/>
                <a:gd name="connsiteX50" fmla="*/ 1621237 w 2038796"/>
                <a:gd name="connsiteY50" fmla="*/ 2401002 h 3386383"/>
                <a:gd name="connsiteX51" fmla="*/ 1694164 w 2038796"/>
                <a:gd name="connsiteY51" fmla="*/ 2277586 h 3386383"/>
                <a:gd name="connsiteX52" fmla="*/ 1514650 w 2038796"/>
                <a:gd name="connsiteY52" fmla="*/ 1980266 h 3386383"/>
                <a:gd name="connsiteX53" fmla="*/ 1503430 w 2038796"/>
                <a:gd name="connsiteY53" fmla="*/ 1576359 h 3386383"/>
                <a:gd name="connsiteX54" fmla="*/ 1312696 w 2038796"/>
                <a:gd name="connsiteY54" fmla="*/ 1598797 h 3386383"/>
                <a:gd name="connsiteX55" fmla="*/ 1323916 w 2038796"/>
                <a:gd name="connsiteY55" fmla="*/ 1436114 h 3386383"/>
                <a:gd name="connsiteX56" fmla="*/ 1262208 w 2038796"/>
                <a:gd name="connsiteY56" fmla="*/ 1295869 h 3386383"/>
                <a:gd name="connsiteX57" fmla="*/ 1284648 w 2038796"/>
                <a:gd name="connsiteY57" fmla="*/ 1189282 h 3386383"/>
                <a:gd name="connsiteX58" fmla="*/ 1256599 w 2038796"/>
                <a:gd name="connsiteY58" fmla="*/ 1026597 h 3386383"/>
                <a:gd name="connsiteX59" fmla="*/ 1256599 w 2038796"/>
                <a:gd name="connsiteY59" fmla="*/ 830254 h 3386383"/>
                <a:gd name="connsiteX60" fmla="*/ 970498 w 2038796"/>
                <a:gd name="connsiteY60" fmla="*/ 661959 h 3386383"/>
                <a:gd name="connsiteX61" fmla="*/ 1015376 w 2038796"/>
                <a:gd name="connsiteY61" fmla="*/ 572202 h 3386383"/>
                <a:gd name="connsiteX62" fmla="*/ 1150012 w 2038796"/>
                <a:gd name="connsiteY62" fmla="*/ 431957 h 3386383"/>
                <a:gd name="connsiteX63" fmla="*/ 1166841 w 2038796"/>
                <a:gd name="connsiteY63" fmla="*/ 263662 h 3386383"/>
                <a:gd name="connsiteX64" fmla="*/ 1161232 w 2038796"/>
                <a:gd name="connsiteY64" fmla="*/ 145856 h 3386383"/>
                <a:gd name="connsiteX65" fmla="*/ 1093914 w 2038796"/>
                <a:gd name="connsiteY65" fmla="*/ 84149 h 3386383"/>
                <a:gd name="connsiteX66" fmla="*/ 987327 w 2038796"/>
                <a:gd name="connsiteY66" fmla="*/ 44880 h 3386383"/>
                <a:gd name="connsiteX67" fmla="*/ 869522 w 2038796"/>
                <a:gd name="connsiteY67" fmla="*/ 0 h 3386383"/>
                <a:gd name="connsiteX0" fmla="*/ 869522 w 2038796"/>
                <a:gd name="connsiteY0" fmla="*/ 0 h 3386383"/>
                <a:gd name="connsiteX1" fmla="*/ 779764 w 2038796"/>
                <a:gd name="connsiteY1" fmla="*/ 67319 h 3386383"/>
                <a:gd name="connsiteX2" fmla="*/ 751715 w 2038796"/>
                <a:gd name="connsiteY2" fmla="*/ 173905 h 3386383"/>
                <a:gd name="connsiteX3" fmla="*/ 656348 w 2038796"/>
                <a:gd name="connsiteY3" fmla="*/ 409517 h 3386383"/>
                <a:gd name="connsiteX4" fmla="*/ 678788 w 2038796"/>
                <a:gd name="connsiteY4" fmla="*/ 516105 h 3386383"/>
                <a:gd name="connsiteX5" fmla="*/ 488053 w 2038796"/>
                <a:gd name="connsiteY5" fmla="*/ 617081 h 3386383"/>
                <a:gd name="connsiteX6" fmla="*/ 280491 w 2038796"/>
                <a:gd name="connsiteY6" fmla="*/ 673178 h 3386383"/>
                <a:gd name="connsiteX7" fmla="*/ 218783 w 2038796"/>
                <a:gd name="connsiteY7" fmla="*/ 897571 h 3386383"/>
                <a:gd name="connsiteX8" fmla="*/ 168294 w 2038796"/>
                <a:gd name="connsiteY8" fmla="*/ 1032207 h 3386383"/>
                <a:gd name="connsiteX9" fmla="*/ 72927 w 2038796"/>
                <a:gd name="connsiteY9" fmla="*/ 1161233 h 3386383"/>
                <a:gd name="connsiteX10" fmla="*/ 0 w 2038796"/>
                <a:gd name="connsiteY10" fmla="*/ 1295868 h 3386383"/>
                <a:gd name="connsiteX11" fmla="*/ 134635 w 2038796"/>
                <a:gd name="connsiteY11" fmla="*/ 1654896 h 3386383"/>
                <a:gd name="connsiteX12" fmla="*/ 241222 w 2038796"/>
                <a:gd name="connsiteY12" fmla="*/ 1727824 h 3386383"/>
                <a:gd name="connsiteX13" fmla="*/ 291710 w 2038796"/>
                <a:gd name="connsiteY13" fmla="*/ 1694165 h 3386383"/>
                <a:gd name="connsiteX14" fmla="*/ 336589 w 2038796"/>
                <a:gd name="connsiteY14" fmla="*/ 1750263 h 3386383"/>
                <a:gd name="connsiteX15" fmla="*/ 387077 w 2038796"/>
                <a:gd name="connsiteY15" fmla="*/ 3276133 h 3386383"/>
                <a:gd name="connsiteX16" fmla="*/ 448785 w 2038796"/>
                <a:gd name="connsiteY16" fmla="*/ 3248084 h 3386383"/>
                <a:gd name="connsiteX17" fmla="*/ 431956 w 2038796"/>
                <a:gd name="connsiteY17" fmla="*/ 2372953 h 3386383"/>
                <a:gd name="connsiteX18" fmla="*/ 482444 w 2038796"/>
                <a:gd name="connsiteY18" fmla="*/ 2384172 h 3386383"/>
                <a:gd name="connsiteX19" fmla="*/ 516103 w 2038796"/>
                <a:gd name="connsiteY19" fmla="*/ 3068570 h 3386383"/>
                <a:gd name="connsiteX20" fmla="*/ 583421 w 2038796"/>
                <a:gd name="connsiteY20" fmla="*/ 3074180 h 3386383"/>
                <a:gd name="connsiteX21" fmla="*/ 572201 w 2038796"/>
                <a:gd name="connsiteY21" fmla="*/ 2406612 h 3386383"/>
                <a:gd name="connsiteX22" fmla="*/ 964888 w 2038796"/>
                <a:gd name="connsiteY22" fmla="*/ 2412222 h 3386383"/>
                <a:gd name="connsiteX23" fmla="*/ 970498 w 2038796"/>
                <a:gd name="connsiteY23" fmla="*/ 2816128 h 3386383"/>
                <a:gd name="connsiteX24" fmla="*/ 1026596 w 2038796"/>
                <a:gd name="connsiteY24" fmla="*/ 2827348 h 3386383"/>
                <a:gd name="connsiteX25" fmla="*/ 1020986 w 2038796"/>
                <a:gd name="connsiteY25" fmla="*/ 3001252 h 3386383"/>
                <a:gd name="connsiteX26" fmla="*/ 1009767 w 2038796"/>
                <a:gd name="connsiteY26" fmla="*/ 3124668 h 3386383"/>
                <a:gd name="connsiteX27" fmla="*/ 1020986 w 2038796"/>
                <a:gd name="connsiteY27" fmla="*/ 3343451 h 3386383"/>
                <a:gd name="connsiteX28" fmla="*/ 1217330 w 2038796"/>
                <a:gd name="connsiteY28" fmla="*/ 3360280 h 3386383"/>
                <a:gd name="connsiteX29" fmla="*/ 1211720 w 2038796"/>
                <a:gd name="connsiteY29" fmla="*/ 3175157 h 3386383"/>
                <a:gd name="connsiteX30" fmla="*/ 1228549 w 2038796"/>
                <a:gd name="connsiteY30" fmla="*/ 3001253 h 3386383"/>
                <a:gd name="connsiteX31" fmla="*/ 1211720 w 2038796"/>
                <a:gd name="connsiteY31" fmla="*/ 2872226 h 3386383"/>
                <a:gd name="connsiteX32" fmla="*/ 1234159 w 2038796"/>
                <a:gd name="connsiteY32" fmla="*/ 2832958 h 3386383"/>
                <a:gd name="connsiteX33" fmla="*/ 1250988 w 2038796"/>
                <a:gd name="connsiteY33" fmla="*/ 2614175 h 3386383"/>
                <a:gd name="connsiteX34" fmla="*/ 1256599 w 2038796"/>
                <a:gd name="connsiteY34" fmla="*/ 2501979 h 3386383"/>
                <a:gd name="connsiteX35" fmla="*/ 1262209 w 2038796"/>
                <a:gd name="connsiteY35" fmla="*/ 2367343 h 3386383"/>
                <a:gd name="connsiteX36" fmla="*/ 1357574 w 2038796"/>
                <a:gd name="connsiteY36" fmla="*/ 2518809 h 3386383"/>
                <a:gd name="connsiteX37" fmla="*/ 1368794 w 2038796"/>
                <a:gd name="connsiteY37" fmla="*/ 3057351 h 3386383"/>
                <a:gd name="connsiteX38" fmla="*/ 1413673 w 2038796"/>
                <a:gd name="connsiteY38" fmla="*/ 3062960 h 3386383"/>
                <a:gd name="connsiteX39" fmla="*/ 1419283 w 2038796"/>
                <a:gd name="connsiteY39" fmla="*/ 2574906 h 3386383"/>
                <a:gd name="connsiteX40" fmla="*/ 1469772 w 2038796"/>
                <a:gd name="connsiteY40" fmla="*/ 2586126 h 3386383"/>
                <a:gd name="connsiteX41" fmla="*/ 1480991 w 2038796"/>
                <a:gd name="connsiteY41" fmla="*/ 3242474 h 3386383"/>
                <a:gd name="connsiteX42" fmla="*/ 1531479 w 2038796"/>
                <a:gd name="connsiteY42" fmla="*/ 3225645 h 3386383"/>
                <a:gd name="connsiteX43" fmla="*/ 1537090 w 2038796"/>
                <a:gd name="connsiteY43" fmla="*/ 2754420 h 3386383"/>
                <a:gd name="connsiteX44" fmla="*/ 1604407 w 2038796"/>
                <a:gd name="connsiteY44" fmla="*/ 2911495 h 3386383"/>
                <a:gd name="connsiteX45" fmla="*/ 1991484 w 2038796"/>
                <a:gd name="connsiteY45" fmla="*/ 2715151 h 3386383"/>
                <a:gd name="connsiteX46" fmla="*/ 1997094 w 2038796"/>
                <a:gd name="connsiteY46" fmla="*/ 2602955 h 3386383"/>
                <a:gd name="connsiteX47" fmla="*/ 1828800 w 2038796"/>
                <a:gd name="connsiteY47" fmla="*/ 2586126 h 3386383"/>
                <a:gd name="connsiteX48" fmla="*/ 1705383 w 2038796"/>
                <a:gd name="connsiteY48" fmla="*/ 2513198 h 3386383"/>
                <a:gd name="connsiteX49" fmla="*/ 1621237 w 2038796"/>
                <a:gd name="connsiteY49" fmla="*/ 2401002 h 3386383"/>
                <a:gd name="connsiteX50" fmla="*/ 1694164 w 2038796"/>
                <a:gd name="connsiteY50" fmla="*/ 2277586 h 3386383"/>
                <a:gd name="connsiteX51" fmla="*/ 1514650 w 2038796"/>
                <a:gd name="connsiteY51" fmla="*/ 1980266 h 3386383"/>
                <a:gd name="connsiteX52" fmla="*/ 1503430 w 2038796"/>
                <a:gd name="connsiteY52" fmla="*/ 1576359 h 3386383"/>
                <a:gd name="connsiteX53" fmla="*/ 1312696 w 2038796"/>
                <a:gd name="connsiteY53" fmla="*/ 1598797 h 3386383"/>
                <a:gd name="connsiteX54" fmla="*/ 1323916 w 2038796"/>
                <a:gd name="connsiteY54" fmla="*/ 1436114 h 3386383"/>
                <a:gd name="connsiteX55" fmla="*/ 1262208 w 2038796"/>
                <a:gd name="connsiteY55" fmla="*/ 1295869 h 3386383"/>
                <a:gd name="connsiteX56" fmla="*/ 1284648 w 2038796"/>
                <a:gd name="connsiteY56" fmla="*/ 1189282 h 3386383"/>
                <a:gd name="connsiteX57" fmla="*/ 1256599 w 2038796"/>
                <a:gd name="connsiteY57" fmla="*/ 1026597 h 3386383"/>
                <a:gd name="connsiteX58" fmla="*/ 1256599 w 2038796"/>
                <a:gd name="connsiteY58" fmla="*/ 830254 h 3386383"/>
                <a:gd name="connsiteX59" fmla="*/ 970498 w 2038796"/>
                <a:gd name="connsiteY59" fmla="*/ 661959 h 3386383"/>
                <a:gd name="connsiteX60" fmla="*/ 1015376 w 2038796"/>
                <a:gd name="connsiteY60" fmla="*/ 572202 h 3386383"/>
                <a:gd name="connsiteX61" fmla="*/ 1150012 w 2038796"/>
                <a:gd name="connsiteY61" fmla="*/ 431957 h 3386383"/>
                <a:gd name="connsiteX62" fmla="*/ 1166841 w 2038796"/>
                <a:gd name="connsiteY62" fmla="*/ 263662 h 3386383"/>
                <a:gd name="connsiteX63" fmla="*/ 1161232 w 2038796"/>
                <a:gd name="connsiteY63" fmla="*/ 145856 h 3386383"/>
                <a:gd name="connsiteX64" fmla="*/ 1093914 w 2038796"/>
                <a:gd name="connsiteY64" fmla="*/ 84149 h 3386383"/>
                <a:gd name="connsiteX65" fmla="*/ 987327 w 2038796"/>
                <a:gd name="connsiteY65" fmla="*/ 44880 h 3386383"/>
                <a:gd name="connsiteX66" fmla="*/ 869522 w 2038796"/>
                <a:gd name="connsiteY66" fmla="*/ 0 h 3386383"/>
                <a:gd name="connsiteX0" fmla="*/ 869522 w 2038796"/>
                <a:gd name="connsiteY0" fmla="*/ 0 h 3386383"/>
                <a:gd name="connsiteX1" fmla="*/ 779764 w 2038796"/>
                <a:gd name="connsiteY1" fmla="*/ 67319 h 3386383"/>
                <a:gd name="connsiteX2" fmla="*/ 751715 w 2038796"/>
                <a:gd name="connsiteY2" fmla="*/ 173905 h 3386383"/>
                <a:gd name="connsiteX3" fmla="*/ 690007 w 2038796"/>
                <a:gd name="connsiteY3" fmla="*/ 409517 h 3386383"/>
                <a:gd name="connsiteX4" fmla="*/ 678788 w 2038796"/>
                <a:gd name="connsiteY4" fmla="*/ 516105 h 3386383"/>
                <a:gd name="connsiteX5" fmla="*/ 488053 w 2038796"/>
                <a:gd name="connsiteY5" fmla="*/ 617081 h 3386383"/>
                <a:gd name="connsiteX6" fmla="*/ 280491 w 2038796"/>
                <a:gd name="connsiteY6" fmla="*/ 673178 h 3386383"/>
                <a:gd name="connsiteX7" fmla="*/ 218783 w 2038796"/>
                <a:gd name="connsiteY7" fmla="*/ 897571 h 3386383"/>
                <a:gd name="connsiteX8" fmla="*/ 168294 w 2038796"/>
                <a:gd name="connsiteY8" fmla="*/ 1032207 h 3386383"/>
                <a:gd name="connsiteX9" fmla="*/ 72927 w 2038796"/>
                <a:gd name="connsiteY9" fmla="*/ 1161233 h 3386383"/>
                <a:gd name="connsiteX10" fmla="*/ 0 w 2038796"/>
                <a:gd name="connsiteY10" fmla="*/ 1295868 h 3386383"/>
                <a:gd name="connsiteX11" fmla="*/ 134635 w 2038796"/>
                <a:gd name="connsiteY11" fmla="*/ 1654896 h 3386383"/>
                <a:gd name="connsiteX12" fmla="*/ 241222 w 2038796"/>
                <a:gd name="connsiteY12" fmla="*/ 1727824 h 3386383"/>
                <a:gd name="connsiteX13" fmla="*/ 291710 w 2038796"/>
                <a:gd name="connsiteY13" fmla="*/ 1694165 h 3386383"/>
                <a:gd name="connsiteX14" fmla="*/ 336589 w 2038796"/>
                <a:gd name="connsiteY14" fmla="*/ 1750263 h 3386383"/>
                <a:gd name="connsiteX15" fmla="*/ 387077 w 2038796"/>
                <a:gd name="connsiteY15" fmla="*/ 3276133 h 3386383"/>
                <a:gd name="connsiteX16" fmla="*/ 448785 w 2038796"/>
                <a:gd name="connsiteY16" fmla="*/ 3248084 h 3386383"/>
                <a:gd name="connsiteX17" fmla="*/ 431956 w 2038796"/>
                <a:gd name="connsiteY17" fmla="*/ 2372953 h 3386383"/>
                <a:gd name="connsiteX18" fmla="*/ 482444 w 2038796"/>
                <a:gd name="connsiteY18" fmla="*/ 2384172 h 3386383"/>
                <a:gd name="connsiteX19" fmla="*/ 516103 w 2038796"/>
                <a:gd name="connsiteY19" fmla="*/ 3068570 h 3386383"/>
                <a:gd name="connsiteX20" fmla="*/ 583421 w 2038796"/>
                <a:gd name="connsiteY20" fmla="*/ 3074180 h 3386383"/>
                <a:gd name="connsiteX21" fmla="*/ 572201 w 2038796"/>
                <a:gd name="connsiteY21" fmla="*/ 2406612 h 3386383"/>
                <a:gd name="connsiteX22" fmla="*/ 964888 w 2038796"/>
                <a:gd name="connsiteY22" fmla="*/ 2412222 h 3386383"/>
                <a:gd name="connsiteX23" fmla="*/ 970498 w 2038796"/>
                <a:gd name="connsiteY23" fmla="*/ 2816128 h 3386383"/>
                <a:gd name="connsiteX24" fmla="*/ 1026596 w 2038796"/>
                <a:gd name="connsiteY24" fmla="*/ 2827348 h 3386383"/>
                <a:gd name="connsiteX25" fmla="*/ 1020986 w 2038796"/>
                <a:gd name="connsiteY25" fmla="*/ 3001252 h 3386383"/>
                <a:gd name="connsiteX26" fmla="*/ 1009767 w 2038796"/>
                <a:gd name="connsiteY26" fmla="*/ 3124668 h 3386383"/>
                <a:gd name="connsiteX27" fmla="*/ 1020986 w 2038796"/>
                <a:gd name="connsiteY27" fmla="*/ 3343451 h 3386383"/>
                <a:gd name="connsiteX28" fmla="*/ 1217330 w 2038796"/>
                <a:gd name="connsiteY28" fmla="*/ 3360280 h 3386383"/>
                <a:gd name="connsiteX29" fmla="*/ 1211720 w 2038796"/>
                <a:gd name="connsiteY29" fmla="*/ 3175157 h 3386383"/>
                <a:gd name="connsiteX30" fmla="*/ 1228549 w 2038796"/>
                <a:gd name="connsiteY30" fmla="*/ 3001253 h 3386383"/>
                <a:gd name="connsiteX31" fmla="*/ 1211720 w 2038796"/>
                <a:gd name="connsiteY31" fmla="*/ 2872226 h 3386383"/>
                <a:gd name="connsiteX32" fmla="*/ 1234159 w 2038796"/>
                <a:gd name="connsiteY32" fmla="*/ 2832958 h 3386383"/>
                <a:gd name="connsiteX33" fmla="*/ 1250988 w 2038796"/>
                <a:gd name="connsiteY33" fmla="*/ 2614175 h 3386383"/>
                <a:gd name="connsiteX34" fmla="*/ 1256599 w 2038796"/>
                <a:gd name="connsiteY34" fmla="*/ 2501979 h 3386383"/>
                <a:gd name="connsiteX35" fmla="*/ 1262209 w 2038796"/>
                <a:gd name="connsiteY35" fmla="*/ 2367343 h 3386383"/>
                <a:gd name="connsiteX36" fmla="*/ 1357574 w 2038796"/>
                <a:gd name="connsiteY36" fmla="*/ 2518809 h 3386383"/>
                <a:gd name="connsiteX37" fmla="*/ 1368794 w 2038796"/>
                <a:gd name="connsiteY37" fmla="*/ 3057351 h 3386383"/>
                <a:gd name="connsiteX38" fmla="*/ 1413673 w 2038796"/>
                <a:gd name="connsiteY38" fmla="*/ 3062960 h 3386383"/>
                <a:gd name="connsiteX39" fmla="*/ 1419283 w 2038796"/>
                <a:gd name="connsiteY39" fmla="*/ 2574906 h 3386383"/>
                <a:gd name="connsiteX40" fmla="*/ 1469772 w 2038796"/>
                <a:gd name="connsiteY40" fmla="*/ 2586126 h 3386383"/>
                <a:gd name="connsiteX41" fmla="*/ 1480991 w 2038796"/>
                <a:gd name="connsiteY41" fmla="*/ 3242474 h 3386383"/>
                <a:gd name="connsiteX42" fmla="*/ 1531479 w 2038796"/>
                <a:gd name="connsiteY42" fmla="*/ 3225645 h 3386383"/>
                <a:gd name="connsiteX43" fmla="*/ 1537090 w 2038796"/>
                <a:gd name="connsiteY43" fmla="*/ 2754420 h 3386383"/>
                <a:gd name="connsiteX44" fmla="*/ 1604407 w 2038796"/>
                <a:gd name="connsiteY44" fmla="*/ 2911495 h 3386383"/>
                <a:gd name="connsiteX45" fmla="*/ 1991484 w 2038796"/>
                <a:gd name="connsiteY45" fmla="*/ 2715151 h 3386383"/>
                <a:gd name="connsiteX46" fmla="*/ 1997094 w 2038796"/>
                <a:gd name="connsiteY46" fmla="*/ 2602955 h 3386383"/>
                <a:gd name="connsiteX47" fmla="*/ 1828800 w 2038796"/>
                <a:gd name="connsiteY47" fmla="*/ 2586126 h 3386383"/>
                <a:gd name="connsiteX48" fmla="*/ 1705383 w 2038796"/>
                <a:gd name="connsiteY48" fmla="*/ 2513198 h 3386383"/>
                <a:gd name="connsiteX49" fmla="*/ 1621237 w 2038796"/>
                <a:gd name="connsiteY49" fmla="*/ 2401002 h 3386383"/>
                <a:gd name="connsiteX50" fmla="*/ 1694164 w 2038796"/>
                <a:gd name="connsiteY50" fmla="*/ 2277586 h 3386383"/>
                <a:gd name="connsiteX51" fmla="*/ 1514650 w 2038796"/>
                <a:gd name="connsiteY51" fmla="*/ 1980266 h 3386383"/>
                <a:gd name="connsiteX52" fmla="*/ 1503430 w 2038796"/>
                <a:gd name="connsiteY52" fmla="*/ 1576359 h 3386383"/>
                <a:gd name="connsiteX53" fmla="*/ 1312696 w 2038796"/>
                <a:gd name="connsiteY53" fmla="*/ 1598797 h 3386383"/>
                <a:gd name="connsiteX54" fmla="*/ 1323916 w 2038796"/>
                <a:gd name="connsiteY54" fmla="*/ 1436114 h 3386383"/>
                <a:gd name="connsiteX55" fmla="*/ 1262208 w 2038796"/>
                <a:gd name="connsiteY55" fmla="*/ 1295869 h 3386383"/>
                <a:gd name="connsiteX56" fmla="*/ 1284648 w 2038796"/>
                <a:gd name="connsiteY56" fmla="*/ 1189282 h 3386383"/>
                <a:gd name="connsiteX57" fmla="*/ 1256599 w 2038796"/>
                <a:gd name="connsiteY57" fmla="*/ 1026597 h 3386383"/>
                <a:gd name="connsiteX58" fmla="*/ 1256599 w 2038796"/>
                <a:gd name="connsiteY58" fmla="*/ 830254 h 3386383"/>
                <a:gd name="connsiteX59" fmla="*/ 970498 w 2038796"/>
                <a:gd name="connsiteY59" fmla="*/ 661959 h 3386383"/>
                <a:gd name="connsiteX60" fmla="*/ 1015376 w 2038796"/>
                <a:gd name="connsiteY60" fmla="*/ 572202 h 3386383"/>
                <a:gd name="connsiteX61" fmla="*/ 1150012 w 2038796"/>
                <a:gd name="connsiteY61" fmla="*/ 431957 h 3386383"/>
                <a:gd name="connsiteX62" fmla="*/ 1166841 w 2038796"/>
                <a:gd name="connsiteY62" fmla="*/ 263662 h 3386383"/>
                <a:gd name="connsiteX63" fmla="*/ 1161232 w 2038796"/>
                <a:gd name="connsiteY63" fmla="*/ 145856 h 3386383"/>
                <a:gd name="connsiteX64" fmla="*/ 1093914 w 2038796"/>
                <a:gd name="connsiteY64" fmla="*/ 84149 h 3386383"/>
                <a:gd name="connsiteX65" fmla="*/ 987327 w 2038796"/>
                <a:gd name="connsiteY65" fmla="*/ 44880 h 3386383"/>
                <a:gd name="connsiteX66" fmla="*/ 869522 w 2038796"/>
                <a:gd name="connsiteY66" fmla="*/ 0 h 3386383"/>
                <a:gd name="connsiteX0" fmla="*/ 869522 w 2038796"/>
                <a:gd name="connsiteY0" fmla="*/ 0 h 3386383"/>
                <a:gd name="connsiteX1" fmla="*/ 779764 w 2038796"/>
                <a:gd name="connsiteY1" fmla="*/ 67319 h 3386383"/>
                <a:gd name="connsiteX2" fmla="*/ 751715 w 2038796"/>
                <a:gd name="connsiteY2" fmla="*/ 173905 h 3386383"/>
                <a:gd name="connsiteX3" fmla="*/ 690007 w 2038796"/>
                <a:gd name="connsiteY3" fmla="*/ 409517 h 3386383"/>
                <a:gd name="connsiteX4" fmla="*/ 678788 w 2038796"/>
                <a:gd name="connsiteY4" fmla="*/ 516105 h 3386383"/>
                <a:gd name="connsiteX5" fmla="*/ 488053 w 2038796"/>
                <a:gd name="connsiteY5" fmla="*/ 617081 h 3386383"/>
                <a:gd name="connsiteX6" fmla="*/ 280491 w 2038796"/>
                <a:gd name="connsiteY6" fmla="*/ 673178 h 3386383"/>
                <a:gd name="connsiteX7" fmla="*/ 218783 w 2038796"/>
                <a:gd name="connsiteY7" fmla="*/ 897571 h 3386383"/>
                <a:gd name="connsiteX8" fmla="*/ 168294 w 2038796"/>
                <a:gd name="connsiteY8" fmla="*/ 1032207 h 3386383"/>
                <a:gd name="connsiteX9" fmla="*/ 72927 w 2038796"/>
                <a:gd name="connsiteY9" fmla="*/ 1161233 h 3386383"/>
                <a:gd name="connsiteX10" fmla="*/ 0 w 2038796"/>
                <a:gd name="connsiteY10" fmla="*/ 1295868 h 3386383"/>
                <a:gd name="connsiteX11" fmla="*/ 134635 w 2038796"/>
                <a:gd name="connsiteY11" fmla="*/ 1654896 h 3386383"/>
                <a:gd name="connsiteX12" fmla="*/ 241222 w 2038796"/>
                <a:gd name="connsiteY12" fmla="*/ 1727824 h 3386383"/>
                <a:gd name="connsiteX13" fmla="*/ 291710 w 2038796"/>
                <a:gd name="connsiteY13" fmla="*/ 1694165 h 3386383"/>
                <a:gd name="connsiteX14" fmla="*/ 336589 w 2038796"/>
                <a:gd name="connsiteY14" fmla="*/ 1750263 h 3386383"/>
                <a:gd name="connsiteX15" fmla="*/ 387077 w 2038796"/>
                <a:gd name="connsiteY15" fmla="*/ 3276133 h 3386383"/>
                <a:gd name="connsiteX16" fmla="*/ 448785 w 2038796"/>
                <a:gd name="connsiteY16" fmla="*/ 3248084 h 3386383"/>
                <a:gd name="connsiteX17" fmla="*/ 431956 w 2038796"/>
                <a:gd name="connsiteY17" fmla="*/ 2372953 h 3386383"/>
                <a:gd name="connsiteX18" fmla="*/ 482444 w 2038796"/>
                <a:gd name="connsiteY18" fmla="*/ 2384172 h 3386383"/>
                <a:gd name="connsiteX19" fmla="*/ 516103 w 2038796"/>
                <a:gd name="connsiteY19" fmla="*/ 3068570 h 3386383"/>
                <a:gd name="connsiteX20" fmla="*/ 583421 w 2038796"/>
                <a:gd name="connsiteY20" fmla="*/ 3074180 h 3386383"/>
                <a:gd name="connsiteX21" fmla="*/ 572201 w 2038796"/>
                <a:gd name="connsiteY21" fmla="*/ 2406612 h 3386383"/>
                <a:gd name="connsiteX22" fmla="*/ 964888 w 2038796"/>
                <a:gd name="connsiteY22" fmla="*/ 2412222 h 3386383"/>
                <a:gd name="connsiteX23" fmla="*/ 970498 w 2038796"/>
                <a:gd name="connsiteY23" fmla="*/ 2816128 h 3386383"/>
                <a:gd name="connsiteX24" fmla="*/ 1026596 w 2038796"/>
                <a:gd name="connsiteY24" fmla="*/ 2827348 h 3386383"/>
                <a:gd name="connsiteX25" fmla="*/ 1020986 w 2038796"/>
                <a:gd name="connsiteY25" fmla="*/ 3001252 h 3386383"/>
                <a:gd name="connsiteX26" fmla="*/ 1009767 w 2038796"/>
                <a:gd name="connsiteY26" fmla="*/ 3124668 h 3386383"/>
                <a:gd name="connsiteX27" fmla="*/ 1020986 w 2038796"/>
                <a:gd name="connsiteY27" fmla="*/ 3343451 h 3386383"/>
                <a:gd name="connsiteX28" fmla="*/ 1217330 w 2038796"/>
                <a:gd name="connsiteY28" fmla="*/ 3360280 h 3386383"/>
                <a:gd name="connsiteX29" fmla="*/ 1211720 w 2038796"/>
                <a:gd name="connsiteY29" fmla="*/ 3175157 h 3386383"/>
                <a:gd name="connsiteX30" fmla="*/ 1228549 w 2038796"/>
                <a:gd name="connsiteY30" fmla="*/ 3001253 h 3386383"/>
                <a:gd name="connsiteX31" fmla="*/ 1211720 w 2038796"/>
                <a:gd name="connsiteY31" fmla="*/ 2872226 h 3386383"/>
                <a:gd name="connsiteX32" fmla="*/ 1234159 w 2038796"/>
                <a:gd name="connsiteY32" fmla="*/ 2832958 h 3386383"/>
                <a:gd name="connsiteX33" fmla="*/ 1250988 w 2038796"/>
                <a:gd name="connsiteY33" fmla="*/ 2614175 h 3386383"/>
                <a:gd name="connsiteX34" fmla="*/ 1256599 w 2038796"/>
                <a:gd name="connsiteY34" fmla="*/ 2501979 h 3386383"/>
                <a:gd name="connsiteX35" fmla="*/ 1262209 w 2038796"/>
                <a:gd name="connsiteY35" fmla="*/ 2367343 h 3386383"/>
                <a:gd name="connsiteX36" fmla="*/ 1357574 w 2038796"/>
                <a:gd name="connsiteY36" fmla="*/ 2518809 h 3386383"/>
                <a:gd name="connsiteX37" fmla="*/ 1368794 w 2038796"/>
                <a:gd name="connsiteY37" fmla="*/ 3057351 h 3386383"/>
                <a:gd name="connsiteX38" fmla="*/ 1413673 w 2038796"/>
                <a:gd name="connsiteY38" fmla="*/ 3062960 h 3386383"/>
                <a:gd name="connsiteX39" fmla="*/ 1419283 w 2038796"/>
                <a:gd name="connsiteY39" fmla="*/ 2574906 h 3386383"/>
                <a:gd name="connsiteX40" fmla="*/ 1469772 w 2038796"/>
                <a:gd name="connsiteY40" fmla="*/ 2586126 h 3386383"/>
                <a:gd name="connsiteX41" fmla="*/ 1480991 w 2038796"/>
                <a:gd name="connsiteY41" fmla="*/ 3242474 h 3386383"/>
                <a:gd name="connsiteX42" fmla="*/ 1531479 w 2038796"/>
                <a:gd name="connsiteY42" fmla="*/ 3225645 h 3386383"/>
                <a:gd name="connsiteX43" fmla="*/ 1537090 w 2038796"/>
                <a:gd name="connsiteY43" fmla="*/ 2754420 h 3386383"/>
                <a:gd name="connsiteX44" fmla="*/ 1604407 w 2038796"/>
                <a:gd name="connsiteY44" fmla="*/ 2911495 h 3386383"/>
                <a:gd name="connsiteX45" fmla="*/ 1991484 w 2038796"/>
                <a:gd name="connsiteY45" fmla="*/ 2715151 h 3386383"/>
                <a:gd name="connsiteX46" fmla="*/ 1997094 w 2038796"/>
                <a:gd name="connsiteY46" fmla="*/ 2602955 h 3386383"/>
                <a:gd name="connsiteX47" fmla="*/ 1828800 w 2038796"/>
                <a:gd name="connsiteY47" fmla="*/ 2586126 h 3386383"/>
                <a:gd name="connsiteX48" fmla="*/ 1705383 w 2038796"/>
                <a:gd name="connsiteY48" fmla="*/ 2513198 h 3386383"/>
                <a:gd name="connsiteX49" fmla="*/ 1621237 w 2038796"/>
                <a:gd name="connsiteY49" fmla="*/ 2401002 h 3386383"/>
                <a:gd name="connsiteX50" fmla="*/ 1694164 w 2038796"/>
                <a:gd name="connsiteY50" fmla="*/ 2277586 h 3386383"/>
                <a:gd name="connsiteX51" fmla="*/ 1514650 w 2038796"/>
                <a:gd name="connsiteY51" fmla="*/ 1980266 h 3386383"/>
                <a:gd name="connsiteX52" fmla="*/ 1503430 w 2038796"/>
                <a:gd name="connsiteY52" fmla="*/ 1576359 h 3386383"/>
                <a:gd name="connsiteX53" fmla="*/ 1312696 w 2038796"/>
                <a:gd name="connsiteY53" fmla="*/ 1598797 h 3386383"/>
                <a:gd name="connsiteX54" fmla="*/ 1323916 w 2038796"/>
                <a:gd name="connsiteY54" fmla="*/ 1436114 h 3386383"/>
                <a:gd name="connsiteX55" fmla="*/ 1262208 w 2038796"/>
                <a:gd name="connsiteY55" fmla="*/ 1295869 h 3386383"/>
                <a:gd name="connsiteX56" fmla="*/ 1284648 w 2038796"/>
                <a:gd name="connsiteY56" fmla="*/ 1189282 h 3386383"/>
                <a:gd name="connsiteX57" fmla="*/ 1256599 w 2038796"/>
                <a:gd name="connsiteY57" fmla="*/ 1026597 h 3386383"/>
                <a:gd name="connsiteX58" fmla="*/ 1256599 w 2038796"/>
                <a:gd name="connsiteY58" fmla="*/ 830254 h 3386383"/>
                <a:gd name="connsiteX59" fmla="*/ 970498 w 2038796"/>
                <a:gd name="connsiteY59" fmla="*/ 661959 h 3386383"/>
                <a:gd name="connsiteX60" fmla="*/ 1015376 w 2038796"/>
                <a:gd name="connsiteY60" fmla="*/ 572202 h 3386383"/>
                <a:gd name="connsiteX61" fmla="*/ 1150012 w 2038796"/>
                <a:gd name="connsiteY61" fmla="*/ 431957 h 3386383"/>
                <a:gd name="connsiteX62" fmla="*/ 1166841 w 2038796"/>
                <a:gd name="connsiteY62" fmla="*/ 263662 h 3386383"/>
                <a:gd name="connsiteX63" fmla="*/ 1161232 w 2038796"/>
                <a:gd name="connsiteY63" fmla="*/ 145856 h 3386383"/>
                <a:gd name="connsiteX64" fmla="*/ 1093914 w 2038796"/>
                <a:gd name="connsiteY64" fmla="*/ 84149 h 3386383"/>
                <a:gd name="connsiteX65" fmla="*/ 987327 w 2038796"/>
                <a:gd name="connsiteY65" fmla="*/ 44880 h 3386383"/>
                <a:gd name="connsiteX66" fmla="*/ 869522 w 2038796"/>
                <a:gd name="connsiteY66" fmla="*/ 0 h 3386383"/>
                <a:gd name="connsiteX0" fmla="*/ 869522 w 2038796"/>
                <a:gd name="connsiteY0" fmla="*/ 0 h 3386383"/>
                <a:gd name="connsiteX1" fmla="*/ 779764 w 2038796"/>
                <a:gd name="connsiteY1" fmla="*/ 67319 h 3386383"/>
                <a:gd name="connsiteX2" fmla="*/ 751715 w 2038796"/>
                <a:gd name="connsiteY2" fmla="*/ 173905 h 3386383"/>
                <a:gd name="connsiteX3" fmla="*/ 690007 w 2038796"/>
                <a:gd name="connsiteY3" fmla="*/ 409517 h 3386383"/>
                <a:gd name="connsiteX4" fmla="*/ 678788 w 2038796"/>
                <a:gd name="connsiteY4" fmla="*/ 516105 h 3386383"/>
                <a:gd name="connsiteX5" fmla="*/ 488053 w 2038796"/>
                <a:gd name="connsiteY5" fmla="*/ 617081 h 3386383"/>
                <a:gd name="connsiteX6" fmla="*/ 280491 w 2038796"/>
                <a:gd name="connsiteY6" fmla="*/ 673178 h 3386383"/>
                <a:gd name="connsiteX7" fmla="*/ 218783 w 2038796"/>
                <a:gd name="connsiteY7" fmla="*/ 897571 h 3386383"/>
                <a:gd name="connsiteX8" fmla="*/ 168294 w 2038796"/>
                <a:gd name="connsiteY8" fmla="*/ 1032207 h 3386383"/>
                <a:gd name="connsiteX9" fmla="*/ 72927 w 2038796"/>
                <a:gd name="connsiteY9" fmla="*/ 1161233 h 3386383"/>
                <a:gd name="connsiteX10" fmla="*/ 0 w 2038796"/>
                <a:gd name="connsiteY10" fmla="*/ 1295868 h 3386383"/>
                <a:gd name="connsiteX11" fmla="*/ 134635 w 2038796"/>
                <a:gd name="connsiteY11" fmla="*/ 1654896 h 3386383"/>
                <a:gd name="connsiteX12" fmla="*/ 241222 w 2038796"/>
                <a:gd name="connsiteY12" fmla="*/ 1727824 h 3386383"/>
                <a:gd name="connsiteX13" fmla="*/ 291710 w 2038796"/>
                <a:gd name="connsiteY13" fmla="*/ 1694165 h 3386383"/>
                <a:gd name="connsiteX14" fmla="*/ 336589 w 2038796"/>
                <a:gd name="connsiteY14" fmla="*/ 1750263 h 3386383"/>
                <a:gd name="connsiteX15" fmla="*/ 387077 w 2038796"/>
                <a:gd name="connsiteY15" fmla="*/ 3276133 h 3386383"/>
                <a:gd name="connsiteX16" fmla="*/ 448785 w 2038796"/>
                <a:gd name="connsiteY16" fmla="*/ 3248084 h 3386383"/>
                <a:gd name="connsiteX17" fmla="*/ 431956 w 2038796"/>
                <a:gd name="connsiteY17" fmla="*/ 2372953 h 3386383"/>
                <a:gd name="connsiteX18" fmla="*/ 482444 w 2038796"/>
                <a:gd name="connsiteY18" fmla="*/ 2384172 h 3386383"/>
                <a:gd name="connsiteX19" fmla="*/ 516103 w 2038796"/>
                <a:gd name="connsiteY19" fmla="*/ 3068570 h 3386383"/>
                <a:gd name="connsiteX20" fmla="*/ 583421 w 2038796"/>
                <a:gd name="connsiteY20" fmla="*/ 3074180 h 3386383"/>
                <a:gd name="connsiteX21" fmla="*/ 572201 w 2038796"/>
                <a:gd name="connsiteY21" fmla="*/ 2406612 h 3386383"/>
                <a:gd name="connsiteX22" fmla="*/ 964888 w 2038796"/>
                <a:gd name="connsiteY22" fmla="*/ 2412222 h 3386383"/>
                <a:gd name="connsiteX23" fmla="*/ 970498 w 2038796"/>
                <a:gd name="connsiteY23" fmla="*/ 2816128 h 3386383"/>
                <a:gd name="connsiteX24" fmla="*/ 1026596 w 2038796"/>
                <a:gd name="connsiteY24" fmla="*/ 2827348 h 3386383"/>
                <a:gd name="connsiteX25" fmla="*/ 1020986 w 2038796"/>
                <a:gd name="connsiteY25" fmla="*/ 3001252 h 3386383"/>
                <a:gd name="connsiteX26" fmla="*/ 1009767 w 2038796"/>
                <a:gd name="connsiteY26" fmla="*/ 3124668 h 3386383"/>
                <a:gd name="connsiteX27" fmla="*/ 1020986 w 2038796"/>
                <a:gd name="connsiteY27" fmla="*/ 3343451 h 3386383"/>
                <a:gd name="connsiteX28" fmla="*/ 1217330 w 2038796"/>
                <a:gd name="connsiteY28" fmla="*/ 3360280 h 3386383"/>
                <a:gd name="connsiteX29" fmla="*/ 1211720 w 2038796"/>
                <a:gd name="connsiteY29" fmla="*/ 3175157 h 3386383"/>
                <a:gd name="connsiteX30" fmla="*/ 1228549 w 2038796"/>
                <a:gd name="connsiteY30" fmla="*/ 3001253 h 3386383"/>
                <a:gd name="connsiteX31" fmla="*/ 1211720 w 2038796"/>
                <a:gd name="connsiteY31" fmla="*/ 2872226 h 3386383"/>
                <a:gd name="connsiteX32" fmla="*/ 1234159 w 2038796"/>
                <a:gd name="connsiteY32" fmla="*/ 2832958 h 3386383"/>
                <a:gd name="connsiteX33" fmla="*/ 1250988 w 2038796"/>
                <a:gd name="connsiteY33" fmla="*/ 2614175 h 3386383"/>
                <a:gd name="connsiteX34" fmla="*/ 1256599 w 2038796"/>
                <a:gd name="connsiteY34" fmla="*/ 2501979 h 3386383"/>
                <a:gd name="connsiteX35" fmla="*/ 1262209 w 2038796"/>
                <a:gd name="connsiteY35" fmla="*/ 2367343 h 3386383"/>
                <a:gd name="connsiteX36" fmla="*/ 1357574 w 2038796"/>
                <a:gd name="connsiteY36" fmla="*/ 2518809 h 3386383"/>
                <a:gd name="connsiteX37" fmla="*/ 1368794 w 2038796"/>
                <a:gd name="connsiteY37" fmla="*/ 3057351 h 3386383"/>
                <a:gd name="connsiteX38" fmla="*/ 1413673 w 2038796"/>
                <a:gd name="connsiteY38" fmla="*/ 3062960 h 3386383"/>
                <a:gd name="connsiteX39" fmla="*/ 1419283 w 2038796"/>
                <a:gd name="connsiteY39" fmla="*/ 2574906 h 3386383"/>
                <a:gd name="connsiteX40" fmla="*/ 1469772 w 2038796"/>
                <a:gd name="connsiteY40" fmla="*/ 2586126 h 3386383"/>
                <a:gd name="connsiteX41" fmla="*/ 1480991 w 2038796"/>
                <a:gd name="connsiteY41" fmla="*/ 3242474 h 3386383"/>
                <a:gd name="connsiteX42" fmla="*/ 1531479 w 2038796"/>
                <a:gd name="connsiteY42" fmla="*/ 3225645 h 3386383"/>
                <a:gd name="connsiteX43" fmla="*/ 1537090 w 2038796"/>
                <a:gd name="connsiteY43" fmla="*/ 2754420 h 3386383"/>
                <a:gd name="connsiteX44" fmla="*/ 1604407 w 2038796"/>
                <a:gd name="connsiteY44" fmla="*/ 2911495 h 3386383"/>
                <a:gd name="connsiteX45" fmla="*/ 1991484 w 2038796"/>
                <a:gd name="connsiteY45" fmla="*/ 2715151 h 3386383"/>
                <a:gd name="connsiteX46" fmla="*/ 1997094 w 2038796"/>
                <a:gd name="connsiteY46" fmla="*/ 2602955 h 3386383"/>
                <a:gd name="connsiteX47" fmla="*/ 1828800 w 2038796"/>
                <a:gd name="connsiteY47" fmla="*/ 2586126 h 3386383"/>
                <a:gd name="connsiteX48" fmla="*/ 1705383 w 2038796"/>
                <a:gd name="connsiteY48" fmla="*/ 2513198 h 3386383"/>
                <a:gd name="connsiteX49" fmla="*/ 1621237 w 2038796"/>
                <a:gd name="connsiteY49" fmla="*/ 2401002 h 3386383"/>
                <a:gd name="connsiteX50" fmla="*/ 1694164 w 2038796"/>
                <a:gd name="connsiteY50" fmla="*/ 2277586 h 3386383"/>
                <a:gd name="connsiteX51" fmla="*/ 1514650 w 2038796"/>
                <a:gd name="connsiteY51" fmla="*/ 1980266 h 3386383"/>
                <a:gd name="connsiteX52" fmla="*/ 1503430 w 2038796"/>
                <a:gd name="connsiteY52" fmla="*/ 1576359 h 3386383"/>
                <a:gd name="connsiteX53" fmla="*/ 1312696 w 2038796"/>
                <a:gd name="connsiteY53" fmla="*/ 1598797 h 3386383"/>
                <a:gd name="connsiteX54" fmla="*/ 1323916 w 2038796"/>
                <a:gd name="connsiteY54" fmla="*/ 1436114 h 3386383"/>
                <a:gd name="connsiteX55" fmla="*/ 1262208 w 2038796"/>
                <a:gd name="connsiteY55" fmla="*/ 1295869 h 3386383"/>
                <a:gd name="connsiteX56" fmla="*/ 1284648 w 2038796"/>
                <a:gd name="connsiteY56" fmla="*/ 1189282 h 3386383"/>
                <a:gd name="connsiteX57" fmla="*/ 1256599 w 2038796"/>
                <a:gd name="connsiteY57" fmla="*/ 1026597 h 3386383"/>
                <a:gd name="connsiteX58" fmla="*/ 1256599 w 2038796"/>
                <a:gd name="connsiteY58" fmla="*/ 830254 h 3386383"/>
                <a:gd name="connsiteX59" fmla="*/ 970498 w 2038796"/>
                <a:gd name="connsiteY59" fmla="*/ 661959 h 3386383"/>
                <a:gd name="connsiteX60" fmla="*/ 1015376 w 2038796"/>
                <a:gd name="connsiteY60" fmla="*/ 572202 h 3386383"/>
                <a:gd name="connsiteX61" fmla="*/ 1150012 w 2038796"/>
                <a:gd name="connsiteY61" fmla="*/ 431957 h 3386383"/>
                <a:gd name="connsiteX62" fmla="*/ 1166841 w 2038796"/>
                <a:gd name="connsiteY62" fmla="*/ 263662 h 3386383"/>
                <a:gd name="connsiteX63" fmla="*/ 1161232 w 2038796"/>
                <a:gd name="connsiteY63" fmla="*/ 145856 h 3386383"/>
                <a:gd name="connsiteX64" fmla="*/ 1093914 w 2038796"/>
                <a:gd name="connsiteY64" fmla="*/ 84149 h 3386383"/>
                <a:gd name="connsiteX65" fmla="*/ 987327 w 2038796"/>
                <a:gd name="connsiteY65" fmla="*/ 44880 h 3386383"/>
                <a:gd name="connsiteX66" fmla="*/ 869522 w 2038796"/>
                <a:gd name="connsiteY66" fmla="*/ 0 h 3386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2038796" h="3386383">
                  <a:moveTo>
                    <a:pt x="869522" y="0"/>
                  </a:moveTo>
                  <a:lnTo>
                    <a:pt x="779764" y="67319"/>
                  </a:lnTo>
                  <a:lnTo>
                    <a:pt x="751715" y="173905"/>
                  </a:lnTo>
                  <a:cubicBezTo>
                    <a:pt x="731146" y="252442"/>
                    <a:pt x="676918" y="297321"/>
                    <a:pt x="690007" y="409517"/>
                  </a:cubicBezTo>
                  <a:lnTo>
                    <a:pt x="678788" y="516105"/>
                  </a:lnTo>
                  <a:lnTo>
                    <a:pt x="488053" y="617081"/>
                  </a:lnTo>
                  <a:cubicBezTo>
                    <a:pt x="418866" y="617081"/>
                    <a:pt x="304800" y="639519"/>
                    <a:pt x="280491" y="673178"/>
                  </a:cubicBezTo>
                  <a:lnTo>
                    <a:pt x="218783" y="897571"/>
                  </a:lnTo>
                  <a:lnTo>
                    <a:pt x="168294" y="1032207"/>
                  </a:lnTo>
                  <a:lnTo>
                    <a:pt x="72927" y="1161233"/>
                  </a:lnTo>
                  <a:lnTo>
                    <a:pt x="0" y="1295868"/>
                  </a:lnTo>
                  <a:lnTo>
                    <a:pt x="134635" y="1654896"/>
                  </a:lnTo>
                  <a:lnTo>
                    <a:pt x="241222" y="1727824"/>
                  </a:lnTo>
                  <a:lnTo>
                    <a:pt x="291710" y="1694165"/>
                  </a:lnTo>
                  <a:lnTo>
                    <a:pt x="336589" y="1750263"/>
                  </a:lnTo>
                  <a:lnTo>
                    <a:pt x="387077" y="3276133"/>
                  </a:lnTo>
                  <a:lnTo>
                    <a:pt x="448785" y="3248084"/>
                  </a:lnTo>
                  <a:lnTo>
                    <a:pt x="431956" y="2372953"/>
                  </a:lnTo>
                  <a:lnTo>
                    <a:pt x="482444" y="2384172"/>
                  </a:lnTo>
                  <a:lnTo>
                    <a:pt x="516103" y="3068570"/>
                  </a:lnTo>
                  <a:lnTo>
                    <a:pt x="583421" y="3074180"/>
                  </a:lnTo>
                  <a:lnTo>
                    <a:pt x="572201" y="2406612"/>
                  </a:lnTo>
                  <a:lnTo>
                    <a:pt x="964888" y="2412222"/>
                  </a:lnTo>
                  <a:cubicBezTo>
                    <a:pt x="1011637" y="2451490"/>
                    <a:pt x="968628" y="2681493"/>
                    <a:pt x="970498" y="2816128"/>
                  </a:cubicBezTo>
                  <a:lnTo>
                    <a:pt x="1026596" y="2827348"/>
                  </a:lnTo>
                  <a:lnTo>
                    <a:pt x="1020986" y="3001252"/>
                  </a:lnTo>
                  <a:lnTo>
                    <a:pt x="1009767" y="3124668"/>
                  </a:lnTo>
                  <a:cubicBezTo>
                    <a:pt x="1007897" y="3188246"/>
                    <a:pt x="972368" y="3279873"/>
                    <a:pt x="1020986" y="3343451"/>
                  </a:cubicBezTo>
                  <a:cubicBezTo>
                    <a:pt x="1086435" y="3420118"/>
                    <a:pt x="1168711" y="3373370"/>
                    <a:pt x="1217330" y="3360280"/>
                  </a:cubicBezTo>
                  <a:cubicBezTo>
                    <a:pt x="1262209" y="3306052"/>
                    <a:pt x="1206110" y="3229385"/>
                    <a:pt x="1211720" y="3175157"/>
                  </a:cubicBezTo>
                  <a:lnTo>
                    <a:pt x="1228549" y="3001253"/>
                  </a:lnTo>
                  <a:cubicBezTo>
                    <a:pt x="1228549" y="2950764"/>
                    <a:pt x="1211720" y="2922715"/>
                    <a:pt x="1211720" y="2872226"/>
                  </a:cubicBezTo>
                  <a:lnTo>
                    <a:pt x="1234159" y="2832958"/>
                  </a:lnTo>
                  <a:lnTo>
                    <a:pt x="1250988" y="2614175"/>
                  </a:lnTo>
                  <a:lnTo>
                    <a:pt x="1256599" y="2501979"/>
                  </a:lnTo>
                  <a:lnTo>
                    <a:pt x="1262209" y="2367343"/>
                  </a:lnTo>
                  <a:lnTo>
                    <a:pt x="1357574" y="2518809"/>
                  </a:lnTo>
                  <a:lnTo>
                    <a:pt x="1368794" y="3057351"/>
                  </a:lnTo>
                  <a:lnTo>
                    <a:pt x="1413673" y="3062960"/>
                  </a:lnTo>
                  <a:lnTo>
                    <a:pt x="1419283" y="2574906"/>
                  </a:lnTo>
                  <a:lnTo>
                    <a:pt x="1469772" y="2586126"/>
                  </a:lnTo>
                  <a:lnTo>
                    <a:pt x="1480991" y="3242474"/>
                  </a:lnTo>
                  <a:lnTo>
                    <a:pt x="1531479" y="3225645"/>
                  </a:lnTo>
                  <a:cubicBezTo>
                    <a:pt x="1533349" y="3068570"/>
                    <a:pt x="1535220" y="2911495"/>
                    <a:pt x="1537090" y="2754420"/>
                  </a:cubicBezTo>
                  <a:cubicBezTo>
                    <a:pt x="1559529" y="2806778"/>
                    <a:pt x="1570748" y="2920845"/>
                    <a:pt x="1604407" y="2911495"/>
                  </a:cubicBezTo>
                  <a:lnTo>
                    <a:pt x="1991484" y="2715151"/>
                  </a:lnTo>
                  <a:cubicBezTo>
                    <a:pt x="2066282" y="2672142"/>
                    <a:pt x="2040103" y="2595476"/>
                    <a:pt x="1997094" y="2602955"/>
                  </a:cubicBezTo>
                  <a:lnTo>
                    <a:pt x="1828800" y="2586126"/>
                  </a:lnTo>
                  <a:cubicBezTo>
                    <a:pt x="1757742" y="2591735"/>
                    <a:pt x="1742782" y="2552467"/>
                    <a:pt x="1705383" y="2513198"/>
                  </a:cubicBezTo>
                  <a:lnTo>
                    <a:pt x="1621237" y="2401002"/>
                  </a:lnTo>
                  <a:lnTo>
                    <a:pt x="1694164" y="2277586"/>
                  </a:lnTo>
                  <a:lnTo>
                    <a:pt x="1514650" y="1980266"/>
                  </a:lnTo>
                  <a:lnTo>
                    <a:pt x="1503430" y="1576359"/>
                  </a:lnTo>
                  <a:cubicBezTo>
                    <a:pt x="1458552" y="1527741"/>
                    <a:pt x="1380014" y="1602537"/>
                    <a:pt x="1312696" y="1598797"/>
                  </a:cubicBezTo>
                  <a:lnTo>
                    <a:pt x="1323916" y="1436114"/>
                  </a:lnTo>
                  <a:lnTo>
                    <a:pt x="1262208" y="1295869"/>
                  </a:lnTo>
                  <a:lnTo>
                    <a:pt x="1284648" y="1189282"/>
                  </a:lnTo>
                  <a:lnTo>
                    <a:pt x="1256599" y="1026597"/>
                  </a:lnTo>
                  <a:cubicBezTo>
                    <a:pt x="1256599" y="961149"/>
                    <a:pt x="1279039" y="850824"/>
                    <a:pt x="1256599" y="830254"/>
                  </a:cubicBezTo>
                  <a:lnTo>
                    <a:pt x="970498" y="661959"/>
                  </a:lnTo>
                  <a:lnTo>
                    <a:pt x="1015376" y="572202"/>
                  </a:lnTo>
                  <a:lnTo>
                    <a:pt x="1150012" y="431957"/>
                  </a:lnTo>
                  <a:cubicBezTo>
                    <a:pt x="1178061" y="375859"/>
                    <a:pt x="1161231" y="319760"/>
                    <a:pt x="1166841" y="263662"/>
                  </a:cubicBezTo>
                  <a:lnTo>
                    <a:pt x="1161232" y="145856"/>
                  </a:lnTo>
                  <a:lnTo>
                    <a:pt x="1093914" y="84149"/>
                  </a:lnTo>
                  <a:lnTo>
                    <a:pt x="987327" y="44880"/>
                  </a:lnTo>
                  <a:lnTo>
                    <a:pt x="869522"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latin typeface="Arial"/>
                <a:ea typeface="+mn-ea"/>
                <a:cs typeface="+mn-cs"/>
              </a:endParaRPr>
            </a:p>
          </p:txBody>
        </p:sp>
        <p:sp>
          <p:nvSpPr>
            <p:cNvPr id="25" name="Freeform 6">
              <a:extLst>
                <a:ext uri="{FF2B5EF4-FFF2-40B4-BE49-F238E27FC236}">
                  <a16:creationId xmlns:a16="http://schemas.microsoft.com/office/drawing/2014/main" id="{5938B821-0D7E-4E38-A5CD-AF520603F9EE}"/>
                </a:ext>
              </a:extLst>
            </p:cNvPr>
            <p:cNvSpPr/>
            <p:nvPr/>
          </p:nvSpPr>
          <p:spPr>
            <a:xfrm flipH="1">
              <a:off x="6997304" y="3863810"/>
              <a:ext cx="1744199" cy="2217283"/>
            </a:xfrm>
            <a:custGeom>
              <a:avLst/>
              <a:gdLst/>
              <a:ahLst/>
              <a:cxnLst/>
              <a:rect l="l" t="t" r="r" b="b"/>
              <a:pathLst>
                <a:path w="4425823" h="5626251">
                  <a:moveTo>
                    <a:pt x="2333544" y="3596735"/>
                  </a:moveTo>
                  <a:lnTo>
                    <a:pt x="2306249" y="3664974"/>
                  </a:lnTo>
                  <a:lnTo>
                    <a:pt x="1937759" y="3719565"/>
                  </a:lnTo>
                  <a:lnTo>
                    <a:pt x="1842225" y="3896986"/>
                  </a:lnTo>
                  <a:lnTo>
                    <a:pt x="1883168" y="4060759"/>
                  </a:lnTo>
                  <a:cubicBezTo>
                    <a:pt x="1819479" y="4047111"/>
                    <a:pt x="1755789" y="4210885"/>
                    <a:pt x="1692100" y="4019816"/>
                  </a:cubicBezTo>
                  <a:lnTo>
                    <a:pt x="1528327" y="4074407"/>
                  </a:lnTo>
                  <a:lnTo>
                    <a:pt x="1596565" y="4156293"/>
                  </a:lnTo>
                  <a:lnTo>
                    <a:pt x="1623861" y="5016102"/>
                  </a:lnTo>
                  <a:lnTo>
                    <a:pt x="2128828" y="5016103"/>
                  </a:lnTo>
                  <a:lnTo>
                    <a:pt x="2306249" y="4538431"/>
                  </a:lnTo>
                  <a:lnTo>
                    <a:pt x="2347192" y="4347362"/>
                  </a:lnTo>
                  <a:lnTo>
                    <a:pt x="2538261" y="3719565"/>
                  </a:lnTo>
                  <a:close/>
                  <a:moveTo>
                    <a:pt x="724533" y="0"/>
                  </a:moveTo>
                  <a:cubicBezTo>
                    <a:pt x="836693" y="18259"/>
                    <a:pt x="948851" y="-10434"/>
                    <a:pt x="1061010" y="54776"/>
                  </a:cubicBezTo>
                  <a:cubicBezTo>
                    <a:pt x="1100135" y="161720"/>
                    <a:pt x="1178387" y="268664"/>
                    <a:pt x="1178387" y="375608"/>
                  </a:cubicBezTo>
                  <a:lnTo>
                    <a:pt x="1115787" y="563409"/>
                  </a:lnTo>
                  <a:lnTo>
                    <a:pt x="1217513" y="657311"/>
                  </a:lnTo>
                  <a:lnTo>
                    <a:pt x="1154913" y="751212"/>
                  </a:lnTo>
                  <a:lnTo>
                    <a:pt x="1186213" y="852938"/>
                  </a:lnTo>
                  <a:lnTo>
                    <a:pt x="1154913" y="939014"/>
                  </a:lnTo>
                  <a:lnTo>
                    <a:pt x="1154913" y="1079866"/>
                  </a:lnTo>
                  <a:lnTo>
                    <a:pt x="967110" y="1087692"/>
                  </a:lnTo>
                  <a:lnTo>
                    <a:pt x="1397491" y="1690224"/>
                  </a:lnTo>
                  <a:lnTo>
                    <a:pt x="1507041" y="1525898"/>
                  </a:lnTo>
                  <a:lnTo>
                    <a:pt x="1600943" y="1189417"/>
                  </a:lnTo>
                  <a:cubicBezTo>
                    <a:pt x="1673977" y="1085082"/>
                    <a:pt x="1856563" y="996399"/>
                    <a:pt x="1890471" y="1040741"/>
                  </a:cubicBezTo>
                  <a:cubicBezTo>
                    <a:pt x="1913947" y="1077259"/>
                    <a:pt x="1804397" y="1309403"/>
                    <a:pt x="1843522" y="1455473"/>
                  </a:cubicBezTo>
                  <a:cubicBezTo>
                    <a:pt x="1739187" y="1546764"/>
                    <a:pt x="1650504" y="1630233"/>
                    <a:pt x="1647894" y="1752825"/>
                  </a:cubicBezTo>
                  <a:lnTo>
                    <a:pt x="1726144" y="1823250"/>
                  </a:lnTo>
                  <a:lnTo>
                    <a:pt x="1600943" y="2042355"/>
                  </a:lnTo>
                  <a:lnTo>
                    <a:pt x="1757446" y="1995403"/>
                  </a:lnTo>
                  <a:cubicBezTo>
                    <a:pt x="1812222" y="1945844"/>
                    <a:pt x="1876126" y="1867593"/>
                    <a:pt x="1921773" y="1846727"/>
                  </a:cubicBezTo>
                  <a:cubicBezTo>
                    <a:pt x="1967419" y="1825860"/>
                    <a:pt x="1994808" y="1862377"/>
                    <a:pt x="2031325" y="1870203"/>
                  </a:cubicBezTo>
                  <a:lnTo>
                    <a:pt x="2101751" y="1721525"/>
                  </a:lnTo>
                  <a:cubicBezTo>
                    <a:pt x="2144789" y="1712395"/>
                    <a:pt x="2269990" y="1632840"/>
                    <a:pt x="2297378" y="1651098"/>
                  </a:cubicBezTo>
                  <a:cubicBezTo>
                    <a:pt x="2425188" y="1716308"/>
                    <a:pt x="2255644" y="1750217"/>
                    <a:pt x="2234776" y="1799776"/>
                  </a:cubicBezTo>
                  <a:cubicBezTo>
                    <a:pt x="2349544" y="1810210"/>
                    <a:pt x="2566040" y="1773691"/>
                    <a:pt x="2579081" y="1831076"/>
                  </a:cubicBezTo>
                  <a:lnTo>
                    <a:pt x="2602557" y="2011054"/>
                  </a:lnTo>
                  <a:cubicBezTo>
                    <a:pt x="2581689" y="2018879"/>
                    <a:pt x="2571255" y="2029311"/>
                    <a:pt x="2539955" y="2034528"/>
                  </a:cubicBezTo>
                  <a:cubicBezTo>
                    <a:pt x="2508655" y="2039745"/>
                    <a:pt x="2491700" y="2043658"/>
                    <a:pt x="2414754" y="2042354"/>
                  </a:cubicBezTo>
                  <a:cubicBezTo>
                    <a:pt x="2337807" y="2041049"/>
                    <a:pt x="2190434" y="2031921"/>
                    <a:pt x="2078274" y="2026704"/>
                  </a:cubicBezTo>
                  <a:lnTo>
                    <a:pt x="2172176" y="2237982"/>
                  </a:lnTo>
                  <a:cubicBezTo>
                    <a:pt x="2018283" y="2326667"/>
                    <a:pt x="1919164" y="2399700"/>
                    <a:pt x="1710495" y="2504034"/>
                  </a:cubicBezTo>
                  <a:cubicBezTo>
                    <a:pt x="1689629" y="2603151"/>
                    <a:pt x="1848739" y="2616195"/>
                    <a:pt x="1960900" y="2691837"/>
                  </a:cubicBezTo>
                  <a:lnTo>
                    <a:pt x="2117400" y="2777914"/>
                  </a:lnTo>
                  <a:cubicBezTo>
                    <a:pt x="2315637" y="2877032"/>
                    <a:pt x="2803399" y="2741395"/>
                    <a:pt x="3040762" y="2887465"/>
                  </a:cubicBezTo>
                  <a:cubicBezTo>
                    <a:pt x="3155528" y="2986582"/>
                    <a:pt x="3121621" y="3171779"/>
                    <a:pt x="3103362" y="3278721"/>
                  </a:cubicBezTo>
                  <a:lnTo>
                    <a:pt x="3745022" y="4256859"/>
                  </a:lnTo>
                  <a:lnTo>
                    <a:pt x="3588519" y="4468136"/>
                  </a:lnTo>
                  <a:lnTo>
                    <a:pt x="3870223" y="4781140"/>
                  </a:lnTo>
                  <a:lnTo>
                    <a:pt x="4050201" y="4765490"/>
                  </a:lnTo>
                  <a:lnTo>
                    <a:pt x="4222353" y="4843740"/>
                  </a:lnTo>
                  <a:cubicBezTo>
                    <a:pt x="4287562" y="4833307"/>
                    <a:pt x="4344948" y="4713323"/>
                    <a:pt x="4417980" y="4812440"/>
                  </a:cubicBezTo>
                  <a:cubicBezTo>
                    <a:pt x="4480580" y="4940252"/>
                    <a:pt x="4151926" y="5099361"/>
                    <a:pt x="4018899" y="5242821"/>
                  </a:cubicBezTo>
                  <a:lnTo>
                    <a:pt x="3901523" y="5203696"/>
                  </a:lnTo>
                  <a:lnTo>
                    <a:pt x="3948474" y="5266296"/>
                  </a:lnTo>
                  <a:lnTo>
                    <a:pt x="3713721" y="5383674"/>
                  </a:lnTo>
                  <a:lnTo>
                    <a:pt x="3549393" y="5141094"/>
                  </a:lnTo>
                  <a:lnTo>
                    <a:pt x="3572869" y="5031544"/>
                  </a:lnTo>
                  <a:lnTo>
                    <a:pt x="3392892" y="4718539"/>
                  </a:lnTo>
                  <a:lnTo>
                    <a:pt x="3275515" y="4773314"/>
                  </a:lnTo>
                  <a:lnTo>
                    <a:pt x="3009462" y="4280334"/>
                  </a:lnTo>
                  <a:lnTo>
                    <a:pt x="2978161" y="4436836"/>
                  </a:lnTo>
                  <a:lnTo>
                    <a:pt x="2657332" y="4413360"/>
                  </a:lnTo>
                  <a:cubicBezTo>
                    <a:pt x="2626031" y="4614204"/>
                    <a:pt x="2602557" y="4768098"/>
                    <a:pt x="2610382" y="4945467"/>
                  </a:cubicBezTo>
                  <a:cubicBezTo>
                    <a:pt x="2691240" y="5078494"/>
                    <a:pt x="2725151" y="5117620"/>
                    <a:pt x="2727758" y="5297597"/>
                  </a:cubicBezTo>
                  <a:lnTo>
                    <a:pt x="2845135" y="5407148"/>
                  </a:lnTo>
                  <a:cubicBezTo>
                    <a:pt x="2858177" y="5461924"/>
                    <a:pt x="2980770" y="5524523"/>
                    <a:pt x="2884260" y="5571475"/>
                  </a:cubicBezTo>
                  <a:cubicBezTo>
                    <a:pt x="2790358" y="5587125"/>
                    <a:pt x="2688633" y="5618426"/>
                    <a:pt x="2571255" y="5587125"/>
                  </a:cubicBezTo>
                  <a:cubicBezTo>
                    <a:pt x="2479962" y="5537565"/>
                    <a:pt x="2404321" y="5464533"/>
                    <a:pt x="2344328" y="5375848"/>
                  </a:cubicBezTo>
                  <a:lnTo>
                    <a:pt x="2258252" y="5368023"/>
                  </a:lnTo>
                  <a:lnTo>
                    <a:pt x="2211301" y="5219347"/>
                  </a:lnTo>
                  <a:lnTo>
                    <a:pt x="2062624" y="5211521"/>
                  </a:lnTo>
                  <a:lnTo>
                    <a:pt x="2172176" y="5297597"/>
                  </a:lnTo>
                  <a:lnTo>
                    <a:pt x="2140876" y="5422799"/>
                  </a:lnTo>
                  <a:lnTo>
                    <a:pt x="2156527" y="5602775"/>
                  </a:lnTo>
                  <a:lnTo>
                    <a:pt x="2007849" y="5626251"/>
                  </a:lnTo>
                  <a:lnTo>
                    <a:pt x="1960898" y="5493224"/>
                  </a:lnTo>
                  <a:lnTo>
                    <a:pt x="2046974" y="5375848"/>
                  </a:lnTo>
                  <a:lnTo>
                    <a:pt x="1577467" y="5258472"/>
                  </a:lnTo>
                  <a:lnTo>
                    <a:pt x="1037535" y="5368023"/>
                  </a:lnTo>
                  <a:lnTo>
                    <a:pt x="998411" y="5563650"/>
                  </a:lnTo>
                  <a:cubicBezTo>
                    <a:pt x="961894" y="5665377"/>
                    <a:pt x="862776" y="5610601"/>
                    <a:pt x="771483" y="5563650"/>
                  </a:cubicBezTo>
                  <a:lnTo>
                    <a:pt x="771483" y="5391498"/>
                  </a:lnTo>
                  <a:lnTo>
                    <a:pt x="849734" y="5375848"/>
                  </a:lnTo>
                  <a:lnTo>
                    <a:pt x="888859" y="5281947"/>
                  </a:lnTo>
                  <a:lnTo>
                    <a:pt x="1014061" y="5234996"/>
                  </a:lnTo>
                  <a:lnTo>
                    <a:pt x="716707" y="5156745"/>
                  </a:lnTo>
                  <a:cubicBezTo>
                    <a:pt x="708881" y="5240213"/>
                    <a:pt x="763656" y="5354981"/>
                    <a:pt x="693231" y="5407148"/>
                  </a:cubicBezTo>
                  <a:cubicBezTo>
                    <a:pt x="607156" y="5430624"/>
                    <a:pt x="568029" y="5360198"/>
                    <a:pt x="505429" y="5336723"/>
                  </a:cubicBezTo>
                  <a:lnTo>
                    <a:pt x="497604" y="5188045"/>
                  </a:lnTo>
                  <a:lnTo>
                    <a:pt x="591505" y="5172396"/>
                  </a:lnTo>
                  <a:lnTo>
                    <a:pt x="638457" y="5055018"/>
                  </a:lnTo>
                  <a:cubicBezTo>
                    <a:pt x="677583" y="4963725"/>
                    <a:pt x="1170564" y="5060235"/>
                    <a:pt x="1436616" y="5062844"/>
                  </a:cubicBezTo>
                  <a:lnTo>
                    <a:pt x="1389665" y="4069056"/>
                  </a:lnTo>
                  <a:lnTo>
                    <a:pt x="1428791" y="4037755"/>
                  </a:lnTo>
                  <a:lnTo>
                    <a:pt x="1444441" y="3943855"/>
                  </a:lnTo>
                  <a:lnTo>
                    <a:pt x="1319240" y="3920379"/>
                  </a:lnTo>
                  <a:lnTo>
                    <a:pt x="1240988" y="3810828"/>
                  </a:lnTo>
                  <a:cubicBezTo>
                    <a:pt x="972325" y="3852563"/>
                    <a:pt x="813217" y="4144699"/>
                    <a:pt x="693232" y="3787353"/>
                  </a:cubicBezTo>
                  <a:lnTo>
                    <a:pt x="137650" y="1940628"/>
                  </a:lnTo>
                  <a:cubicBezTo>
                    <a:pt x="56789" y="1677183"/>
                    <a:pt x="-78845" y="1265061"/>
                    <a:pt x="59398" y="1142468"/>
                  </a:cubicBezTo>
                  <a:cubicBezTo>
                    <a:pt x="234158" y="980749"/>
                    <a:pt x="260243" y="1077257"/>
                    <a:pt x="380227" y="1150292"/>
                  </a:cubicBezTo>
                  <a:cubicBezTo>
                    <a:pt x="375011" y="1048565"/>
                    <a:pt x="455870" y="837287"/>
                    <a:pt x="560204" y="837287"/>
                  </a:cubicBezTo>
                  <a:lnTo>
                    <a:pt x="411527" y="563409"/>
                  </a:lnTo>
                  <a:cubicBezTo>
                    <a:pt x="375011" y="430382"/>
                    <a:pt x="401095" y="320830"/>
                    <a:pt x="442829" y="187803"/>
                  </a:cubicBezTo>
                  <a:cubicBezTo>
                    <a:pt x="528905" y="54775"/>
                    <a:pt x="630632" y="62602"/>
                    <a:pt x="724533"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latin typeface="Arial"/>
                <a:ea typeface="+mn-ea"/>
                <a:cs typeface="+mn-cs"/>
              </a:endParaRPr>
            </a:p>
          </p:txBody>
        </p:sp>
        <p:grpSp>
          <p:nvGrpSpPr>
            <p:cNvPr id="26" name="Group 25">
              <a:extLst>
                <a:ext uri="{FF2B5EF4-FFF2-40B4-BE49-F238E27FC236}">
                  <a16:creationId xmlns:a16="http://schemas.microsoft.com/office/drawing/2014/main" id="{6B642D8E-37B0-44E8-95E5-6583F4760622}"/>
                </a:ext>
              </a:extLst>
            </p:cNvPr>
            <p:cNvGrpSpPr/>
            <p:nvPr/>
          </p:nvGrpSpPr>
          <p:grpSpPr>
            <a:xfrm>
              <a:off x="4611928" y="4617259"/>
              <a:ext cx="2808123" cy="1367790"/>
              <a:chOff x="4611928" y="4617259"/>
              <a:chExt cx="2808123" cy="1367790"/>
            </a:xfrm>
          </p:grpSpPr>
          <p:sp>
            <p:nvSpPr>
              <p:cNvPr id="27" name="Oval 26">
                <a:extLst>
                  <a:ext uri="{FF2B5EF4-FFF2-40B4-BE49-F238E27FC236}">
                    <a16:creationId xmlns:a16="http://schemas.microsoft.com/office/drawing/2014/main" id="{28F2FC2F-08E8-4411-A855-3C7A0030B8EE}"/>
                  </a:ext>
                </a:extLst>
              </p:cNvPr>
              <p:cNvSpPr/>
              <p:nvPr/>
            </p:nvSpPr>
            <p:spPr>
              <a:xfrm>
                <a:off x="4611928" y="4617259"/>
                <a:ext cx="2808123" cy="312014"/>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latin typeface="Arial"/>
                  <a:ea typeface="+mn-ea"/>
                  <a:cs typeface="+mn-cs"/>
                </a:endParaRPr>
              </a:p>
            </p:txBody>
          </p:sp>
          <p:sp>
            <p:nvSpPr>
              <p:cNvPr id="28" name="Rectangle 27">
                <a:extLst>
                  <a:ext uri="{FF2B5EF4-FFF2-40B4-BE49-F238E27FC236}">
                    <a16:creationId xmlns:a16="http://schemas.microsoft.com/office/drawing/2014/main" id="{BE380056-28AE-4B4F-8178-95B57FEE4D0E}"/>
                  </a:ext>
                </a:extLst>
              </p:cNvPr>
              <p:cNvSpPr/>
              <p:nvPr/>
            </p:nvSpPr>
            <p:spPr>
              <a:xfrm>
                <a:off x="5286306" y="4773267"/>
                <a:ext cx="124805" cy="121178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latin typeface="Arial"/>
                  <a:ea typeface="+mn-ea"/>
                  <a:cs typeface="+mn-cs"/>
                </a:endParaRPr>
              </a:p>
            </p:txBody>
          </p:sp>
          <p:sp>
            <p:nvSpPr>
              <p:cNvPr id="29" name="Rectangle 28">
                <a:extLst>
                  <a:ext uri="{FF2B5EF4-FFF2-40B4-BE49-F238E27FC236}">
                    <a16:creationId xmlns:a16="http://schemas.microsoft.com/office/drawing/2014/main" id="{B340373E-91C8-4ECF-9EC0-F5A31F6A7C7E}"/>
                  </a:ext>
                </a:extLst>
              </p:cNvPr>
              <p:cNvSpPr/>
              <p:nvPr/>
            </p:nvSpPr>
            <p:spPr>
              <a:xfrm>
                <a:off x="6593988" y="4773267"/>
                <a:ext cx="124805" cy="121178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latin typeface="Arial"/>
                  <a:ea typeface="+mn-ea"/>
                  <a:cs typeface="+mn-cs"/>
                </a:endParaRPr>
              </a:p>
            </p:txBody>
          </p:sp>
        </p:grpSp>
      </p:grpSp>
    </p:spTree>
    <p:extLst>
      <p:ext uri="{BB962C8B-B14F-4D97-AF65-F5344CB8AC3E}">
        <p14:creationId xmlns:p14="http://schemas.microsoft.com/office/powerpoint/2010/main" val="422260848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6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lumMod val="60000"/>
            <a:lumOff val="40000"/>
          </a:schemeClr>
        </a:solidFill>
        <a:ln/>
      </a:spPr>
      <a:bodyPr rtlCol="0" anchor="ctr"/>
      <a:lstStyle>
        <a:defPPr algn="ctr">
          <a:defRPr sz="1200" dirty="0">
            <a:solidFill>
              <a:schemeClr val="tx1"/>
            </a:solidFill>
          </a:defRPr>
        </a:defPPr>
      </a:lstStyle>
      <a:style>
        <a:lnRef idx="0">
          <a:schemeClr val="accent4"/>
        </a:lnRef>
        <a:fillRef idx="3">
          <a:schemeClr val="accent4"/>
        </a:fillRef>
        <a:effectRef idx="3">
          <a:schemeClr val="accent4"/>
        </a:effectRef>
        <a:fontRef idx="minor">
          <a:schemeClr val="lt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2.xml><?xml version="1.0" encoding="utf-8"?>
<a:theme xmlns:a="http://schemas.openxmlformats.org/drawingml/2006/main" name="5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3.xml><?xml version="1.0" encoding="utf-8"?>
<a:theme xmlns:a="http://schemas.openxmlformats.org/drawingml/2006/main" name="7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lumMod val="60000"/>
            <a:lumOff val="40000"/>
          </a:schemeClr>
        </a:solidFill>
        <a:ln/>
      </a:spPr>
      <a:bodyPr rtlCol="0" anchor="ctr"/>
      <a:lstStyle>
        <a:defPPr algn="ctr">
          <a:defRPr sz="1200" dirty="0">
            <a:solidFill>
              <a:schemeClr val="tx1"/>
            </a:solidFill>
          </a:defRPr>
        </a:defPPr>
      </a:lstStyle>
      <a:style>
        <a:lnRef idx="0">
          <a:schemeClr val="accent4"/>
        </a:lnRef>
        <a:fillRef idx="3">
          <a:schemeClr val="accent4"/>
        </a:fillRef>
        <a:effectRef idx="3">
          <a:schemeClr val="accent4"/>
        </a:effectRef>
        <a:fontRef idx="minor">
          <a:schemeClr val="lt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4.xml><?xml version="1.0" encoding="utf-8"?>
<a:theme xmlns:a="http://schemas.openxmlformats.org/drawingml/2006/main" name="8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lumMod val="60000"/>
            <a:lumOff val="40000"/>
          </a:schemeClr>
        </a:solidFill>
        <a:ln/>
      </a:spPr>
      <a:bodyPr rtlCol="0" anchor="ctr"/>
      <a:lstStyle>
        <a:defPPr algn="ctr">
          <a:defRPr sz="1200" dirty="0">
            <a:solidFill>
              <a:schemeClr val="tx1"/>
            </a:solidFill>
          </a:defRPr>
        </a:defPPr>
      </a:lstStyle>
      <a:style>
        <a:lnRef idx="0">
          <a:schemeClr val="accent4"/>
        </a:lnRef>
        <a:fillRef idx="3">
          <a:schemeClr val="accent4"/>
        </a:fillRef>
        <a:effectRef idx="3">
          <a:schemeClr val="accent4"/>
        </a:effectRef>
        <a:fontRef idx="minor">
          <a:schemeClr val="lt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5.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swald Medium and Light New">
      <a:majorFont>
        <a:latin typeface="Oswald Medium"/>
        <a:ea typeface=""/>
        <a:cs typeface=""/>
      </a:majorFont>
      <a:minorFont>
        <a:latin typeface="Oswal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eme1">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7.xml><?xml version="1.0" encoding="utf-8"?>
<a:theme xmlns:a="http://schemas.openxmlformats.org/drawingml/2006/main" name="PresentationTechM">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8.xml><?xml version="1.0" encoding="utf-8"?>
<a:theme xmlns:a="http://schemas.openxmlformats.org/drawingml/2006/main" name="1_Theme1">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9.xml><?xml version="1.0" encoding="utf-8"?>
<a:theme xmlns:a="http://schemas.openxmlformats.org/drawingml/2006/main" name="9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0CB50A625C08A4E8BBFFC168B2DA761" ma:contentTypeVersion="13" ma:contentTypeDescription="Create a new document." ma:contentTypeScope="" ma:versionID="f355b282d682e5201a65e842ed20f578">
  <xsd:schema xmlns:xsd="http://www.w3.org/2001/XMLSchema" xmlns:xs="http://www.w3.org/2001/XMLSchema" xmlns:p="http://schemas.microsoft.com/office/2006/metadata/properties" xmlns:ns1="http://schemas.microsoft.com/sharepoint/v3" xmlns:ns2="fcfb129d-2c4d-4bcd-afb5-a92980dfa96d" xmlns:ns3="b6ae8028-3361-4878-ad09-deb2e128b95c" targetNamespace="http://schemas.microsoft.com/office/2006/metadata/properties" ma:root="true" ma:fieldsID="75fa229888f2f301f6c65558965486ae" ns1:_="" ns2:_="" ns3:_="">
    <xsd:import namespace="http://schemas.microsoft.com/sharepoint/v3"/>
    <xsd:import namespace="fcfb129d-2c4d-4bcd-afb5-a92980dfa96d"/>
    <xsd:import namespace="b6ae8028-3361-4878-ad09-deb2e128b95c"/>
    <xsd:element name="properties">
      <xsd:complexType>
        <xsd:sequence>
          <xsd:element name="documentManagement">
            <xsd:complexType>
              <xsd:all>
                <xsd:element ref="ns2:Document_x0020_Sub_x0020_Classification" minOccurs="0"/>
                <xsd:element ref="ns2:Document_x0020_Classification"/>
                <xsd:element ref="ns2:Service_x0020_Offering" minOccurs="0"/>
                <xsd:element ref="ns2:Service_x0020_Line" minOccurs="0"/>
                <xsd:element ref="ns2:Technology" minOccurs="0"/>
                <xsd:element ref="ns2:Domain" minOccurs="0"/>
                <xsd:element ref="ns3:Asset_x0020_Type" minOccurs="0"/>
                <xsd:element ref="ns3:Folder" minOccurs="0"/>
                <xsd:element ref="ns3:Subfolder" minOccurs="0"/>
                <xsd:element ref="ns1:AverageRating" minOccurs="0"/>
                <xsd:element ref="ns1:Rating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18" nillable="true" ma:displayName="Rating (0-5)" ma:decimals="2" ma:description="Average value of all the ratings that have been submitted" ma:internalName="Rating_x0020__x0028_0_x002d_5_x0029_" ma:readOnly="true">
      <xsd:simpleType>
        <xsd:restriction base="dms:Number"/>
      </xsd:simpleType>
    </xsd:element>
    <xsd:element name="RatingCount" ma:index="19" nillable="true" ma:displayName="Number of Ratings" ma:decimals="0" ma:description="Number of ratings submitted" ma:internalName="Number_x0020_of_x0020_Ratings" ma:readOnly="tru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fcfb129d-2c4d-4bcd-afb5-a92980dfa96d" elementFormDefault="qualified">
    <xsd:import namespace="http://schemas.microsoft.com/office/2006/documentManagement/types"/>
    <xsd:import namespace="http://schemas.microsoft.com/office/infopath/2007/PartnerControls"/>
    <xsd:element name="Document_x0020_Sub_x0020_Classification" ma:index="3" nillable="true" ma:displayName="Document Classification" ma:default="Delivery" ma:format="Dropdown" ma:internalName="Document_x0020_Sub_x0020_Classification">
      <xsd:simpleType>
        <xsd:restriction base="dms:Choice">
          <xsd:enumeration value="Delivery"/>
          <xsd:enumeration value="Sales &amp; Presales"/>
          <xsd:enumeration value="Process and Service Offering"/>
          <xsd:enumeration value="Alliances"/>
          <xsd:enumeration value="Operations"/>
        </xsd:restriction>
      </xsd:simpleType>
    </xsd:element>
    <xsd:element name="Document_x0020_Classification" ma:index="4" ma:displayName="Document Sub Classification" ma:format="Dropdown" ma:internalName="Document_x0020_Classification">
      <xsd:simpleType>
        <xsd:restriction base="dms:Choice">
          <xsd:enumeration value="Alliance info"/>
          <xsd:enumeration value="Architecture Docs"/>
          <xsd:enumeration value="Articles"/>
          <xsd:enumeration value="Best Practices"/>
          <xsd:enumeration value="Brochures"/>
          <xsd:enumeration value="Case Studies"/>
          <xsd:enumeration value="Contact List"/>
          <xsd:enumeration value="Customer Info"/>
          <xsd:enumeration value="Film"/>
          <xsd:enumeration value="Images"/>
          <xsd:enumeration value="Newsletter"/>
          <xsd:enumeration value="POCs"/>
          <xsd:enumeration value="Practice PPTs"/>
          <xsd:enumeration value="PreSales Kit"/>
          <xsd:enumeration value="Presentations"/>
          <xsd:enumeration value="Process Collateral"/>
          <xsd:enumeration value="Posters"/>
          <xsd:enumeration value="Profiles"/>
          <xsd:enumeration value="Questionnaire"/>
          <xsd:enumeration value="Reviews"/>
          <xsd:enumeration value="Reports"/>
          <xsd:enumeration value="RFP / Proposals / RFIs"/>
          <xsd:enumeration value="Sales Brochures"/>
          <xsd:enumeration value="SO Collateral"/>
          <xsd:enumeration value="Survey Results"/>
          <xsd:enumeration value="Technical Papers"/>
          <xsd:enumeration value="Templates"/>
          <xsd:enumeration value="White Papers"/>
          <xsd:enumeration value="Others"/>
        </xsd:restriction>
      </xsd:simpleType>
    </xsd:element>
    <xsd:element name="Service_x0020_Offering" ma:index="5" nillable="true" ma:displayName="Service Offering" ma:default="NA" ma:format="Dropdown" ma:internalName="Service_x0020_Offering">
      <xsd:simpleType>
        <xsd:restriction base="dms:Choice">
          <xsd:enumeration value="NA"/>
          <xsd:enumeration value="Aero Manufacturing"/>
          <xsd:enumeration value="Aero Structures"/>
          <xsd:enumeration value="Aero Systems"/>
          <xsd:enumeration value="Airline MRO Solutions"/>
          <xsd:enumeration value="Airlines and Travel services"/>
          <xsd:enumeration value="Airport Solutions"/>
          <xsd:enumeration value="Application Transition/Transformation Solutions"/>
          <xsd:enumeration value="Automotive Electronics"/>
          <xsd:enumeration value="Avionics Solutions for Aerospace &amp; Defense"/>
          <xsd:enumeration value="BI / DW Lifecycle Consulting"/>
          <xsd:enumeration value="BI / DW Technology Services (COE)"/>
          <xsd:enumeration value="BI / DW Testing, Maintenance and Support"/>
          <xsd:enumeration value="BPO Services"/>
          <xsd:enumeration value="Business Analytics"/>
          <xsd:enumeration value="Business Process Management  Solutions"/>
          <xsd:enumeration value="Business Process Re-engineering"/>
          <xsd:enumeration value="Central Banking Solutions"/>
          <xsd:enumeration value="Cloud computing  - new biz model, novel solutions"/>
          <xsd:enumeration value="CoE (Aerospace &amp; Defence)"/>
          <xsd:enumeration value="Communication enabled business process and applications(UC services &amp; Apps, Soln Arch)"/>
          <xsd:enumeration value="Consumer Lending"/>
          <xsd:enumeration value="Core Banking Solutions"/>
          <xsd:enumeration value="Corporate Performance Management"/>
          <xsd:enumeration value="CPG Solutions"/>
          <xsd:enumeration value="Custom &amp; Composite Applications Development using Oracle Middleware"/>
          <xsd:enumeration value="Customer Relationship Management  Solutions"/>
          <xsd:enumeration value="Data and Metadata Management Services"/>
          <xsd:enumeration value="DBA Services - DB2, Informix, Progress"/>
          <xsd:enumeration value="DBA Services - Oracle"/>
          <xsd:enumeration value="DBA Services - SQL Server, Sybase, Ingres"/>
          <xsd:enumeration value="DBA Services - Teradata"/>
          <xsd:enumeration value="Digital Convergence – IP/patent based Components"/>
          <xsd:enumeration value="eHealth"/>
          <xsd:enumeration value="Emergency Management (108)"/>
          <xsd:enumeration value="Emerging Network Management Solution"/>
          <xsd:enumeration value="Emerging Technologies and Rich Internet Applications"/>
          <xsd:enumeration value="Enterprise Application Integration Solutions"/>
          <xsd:enumeration value="Enterprise Architecture and SOA"/>
          <xsd:enumeration value="Enterprise Content Management Solutions"/>
          <xsd:enumeration value="Enterprise Risk Management"/>
          <xsd:enumeration value="EPM Solutions"/>
          <xsd:enumeration value="FUTURUS"/>
          <xsd:enumeration value="Gov E Services"/>
          <xsd:enumeration value="Governance, Compliance &amp; Risk Management (GRC) Implementation"/>
          <xsd:enumeration value="Health Insurance Solutions"/>
          <xsd:enumeration value="Hospital Information Systems"/>
          <xsd:enumeration value="Industrial &amp; defense Electronics"/>
          <xsd:enumeration value="Infrastructure Applications and Tools"/>
          <xsd:enumeration value="Infrastructure Enterprise Systems"/>
          <xsd:enumeration value="Infrastructure integration solutions"/>
          <xsd:enumeration value="Integrated Testing Solutions"/>
          <xsd:enumeration value="IT Quality Consulting"/>
          <xsd:enumeration value="IT Tooling Center of Excellence"/>
          <xsd:enumeration value="ITSM Consulting"/>
          <xsd:enumeration value="Java &amp; Open Source Solutions"/>
          <xsd:enumeration value="JDE Applications  Maintenance &amp; Support"/>
          <xsd:enumeration value="JDE Applications Custom Development"/>
          <xsd:enumeration value="JDE Applications Implementation"/>
          <xsd:enumeration value="JDE Applications Upgrade"/>
          <xsd:enumeration value="Lean &amp; 6 Sigma Consulting"/>
          <xsd:enumeration value="Life Insurance Solutions"/>
          <xsd:enumeration value="Life Sciences R&amp;D Solutions"/>
          <xsd:enumeration value="LS - Manufacturing and Supply Chain Solutions"/>
          <xsd:enumeration value="LS Sales and Marketing Solutions"/>
          <xsd:enumeration value="Mainframe Solutions"/>
          <xsd:enumeration value="Managed Services"/>
          <xsd:enumeration value="Manufacturing &amp; Sourcing"/>
          <xsd:enumeration value="Manufacturing Operations and Consulting Solutions"/>
          <xsd:enumeration value="Mechanical Structures"/>
          <xsd:enumeration value="Mechanical Systems"/>
          <xsd:enumeration value="Media analytics and IT solutions - advertising, online behavior"/>
          <xsd:enumeration value="Media publishing solutions - DAM/DRM, CDN (ingestion, conversion, repurposing and distribution)"/>
          <xsd:enumeration value="Media service provider solutions"/>
          <xsd:enumeration value="Microsoft Platform Solutions"/>
          <xsd:enumeration value="Mobility Solutions"/>
          <xsd:enumeration value="MTCA-Microsoft Technical Consulting &amp; Alliance"/>
          <xsd:enumeration value="Networking platforms and solutions"/>
          <xsd:enumeration value="O&amp;G Midstream, Refining &amp; Trading Solutions"/>
          <xsd:enumeration value="Oil &amp; GAS Upstream Solutions"/>
          <xsd:enumeration value="Oil and Gas Downstream Marketing and Retail"/>
          <xsd:enumeration value="Oracle 360 Commerce Implementation"/>
          <xsd:enumeration value="Oracle Content Management Services"/>
          <xsd:enumeration value="Oracle Ebusiness Applications Maintenance &amp; Support"/>
          <xsd:enumeration value="Oracle Ebusiness Custom Development"/>
          <xsd:enumeration value="Oracle Ebusiness Implementation"/>
          <xsd:enumeration value="Oracle Ebusiness Upgrade"/>
          <xsd:enumeration value="Oracle Identity and Access Management Services"/>
          <xsd:enumeration value="Oracle Master Data Management (MDM)"/>
          <xsd:enumeration value="Oracle Portal Services"/>
          <xsd:enumeration value="Oracle Retek Implementation"/>
          <xsd:enumeration value="Payments &amp; Cards"/>
          <xsd:enumeration value="PeopleSoft Applications Custom Development"/>
          <xsd:enumeration value="PeopleSoft Applications Implementation"/>
          <xsd:enumeration value="PeopleSoft Applications Maintenance &amp; Support"/>
          <xsd:enumeration value="PeopleSoft Applications Upgrade"/>
          <xsd:enumeration value="PLM and EDI Solutions"/>
          <xsd:enumeration value="PMO  Consulting and ProgramManagement"/>
          <xsd:enumeration value="Point Solutions"/>
          <xsd:enumeration value="Property and Casualty Insurance Solutions"/>
          <xsd:enumeration value="Public Health Management (104)"/>
          <xsd:enumeration value="Requirement Management Consulting"/>
          <xsd:enumeration value="Retail Solutions"/>
          <xsd:enumeration value="SaaS for Manufacturing"/>
          <xsd:enumeration value="Sales and After Market solutions"/>
          <xsd:enumeration value="SAP ABAP Development and Enhacement Services"/>
          <xsd:enumeration value="SAP BASIS System Administration Services"/>
          <xsd:enumeration value="SAP Branding and Product Alliance Services"/>
          <xsd:enumeration value="SAP CoE and Innovation Services"/>
          <xsd:enumeration value="SAP End-To-End Implementation &amp; Roll Out Services"/>
          <xsd:enumeration value="SAP Financial &amp; Analytics Services"/>
          <xsd:enumeration value="SAP Human Capital Management Solutions"/>
          <xsd:enumeration value="SAP Knowledge Management &amp; Learning Services"/>
          <xsd:enumeration value="SAP Manufacturing &amp; Supply Chain Services"/>
          <xsd:enumeration value="SAP NetWeaver &amp; Integration Solutions"/>
          <xsd:enumeration value="SAP O2C &amp; CRM Services"/>
          <xsd:enumeration value="SAP Upgrade and AMS Services"/>
          <xsd:enumeration value="Semicon Analytics and IT solutions"/>
          <xsd:enumeration value="Semicon equipment engg services -- mechanical, electronics"/>
          <xsd:enumeration value="Semicon Manufacturing IT solutions"/>
          <xsd:enumeration value="Siebel Applications  Maintenance &amp; Support"/>
          <xsd:enumeration value="Siebel Applications Custom Development"/>
          <xsd:enumeration value="Siebel Applications Implementation"/>
          <xsd:enumeration value="Siebel Applications Upgrade"/>
          <xsd:enumeration value="Software Engineering Consulting"/>
          <xsd:enumeration value="Software product engg services for computing platforms (Apple, MS, Oracle, IBM)"/>
          <xsd:enumeration value="Software product engg services for network equipment, devices and appliances"/>
          <xsd:enumeration value="Software product engg services for Online &amp; Video games"/>
          <xsd:enumeration value="Solutions for Development Banks"/>
          <xsd:enumeration value="Solutions for Higher Education"/>
          <xsd:enumeration value="Solutions for Infrastructure and Real Estate"/>
          <xsd:enumeration value="Solutions for Logistics Service Providers"/>
          <xsd:enumeration value="Sourcing &amp; Asset (MES, LIMS, EAM) Management Solutions"/>
          <xsd:enumeration value="Sports OSS/BSS services"/>
          <xsd:enumeration value="STP and Asset Servicing"/>
          <xsd:enumeration value="Strategic IT Advisory Services"/>
          <xsd:enumeration value="Strategic Sourcing Consulting"/>
          <xsd:enumeration value="Stress, Fatigue &amp; Damage Tolerance"/>
          <xsd:enumeration value="Technical Publication Solutions"/>
          <xsd:enumeration value="Telecom Analytics and IT solutions"/>
          <xsd:enumeration value="Telecom BSS services"/>
          <xsd:enumeration value="Telecom Electronics"/>
          <xsd:enumeration value="Telecom OSS and NMS services"/>
          <xsd:enumeration value="Telecom SDP"/>
          <xsd:enumeration value="Testing Frameworks"/>
          <xsd:enumeration value="TOC Consulting"/>
          <xsd:enumeration value="User Experience Management Solutions"/>
          <xsd:enumeration value="Utilities Solutions Offerings"/>
          <xsd:enumeration value="Vendor Collaboration Solutions"/>
          <xsd:enumeration value="Vertical Solutions Frameworks"/>
          <xsd:enumeration value="VisionPLUS - Credit Processing"/>
        </xsd:restriction>
      </xsd:simpleType>
    </xsd:element>
    <xsd:element name="Service_x0020_Line" ma:index="6" nillable="true" ma:displayName="Service Line" ma:default="NA" ma:format="Dropdown" ma:internalName="Service_x0020_Line">
      <xsd:simpleType>
        <xsd:restriction base="dms:Choice">
          <xsd:enumeration value="NA"/>
          <xsd:enumeration value="Application Development and Maintenance (ADMS)"/>
          <xsd:enumeration value="Business Process Outsourcing"/>
          <xsd:enumeration value="Enterprise Business Solutions"/>
          <xsd:enumeration value="Integrated Engineering Services"/>
          <xsd:enumeration value="Infrastructure Management Services"/>
          <xsd:enumeration value="Vertical or Industry Native Solutions"/>
        </xsd:restriction>
      </xsd:simpleType>
    </xsd:element>
    <xsd:element name="Technology" ma:index="7" nillable="true" ma:displayName="Technology" ma:default="NA" ma:format="Dropdown" ma:internalName="Technology">
      <xsd:simpleType>
        <xsd:restriction base="dms:Choice">
          <xsd:enumeration value="NA"/>
          <xsd:enumeration value="Applcn Server Technologies"/>
          <xsd:enumeration value="Actuate"/>
          <xsd:enumeration value="Ariba"/>
          <xsd:enumeration value="Baan"/>
          <xsd:enumeration value="Business Intelligence Solution"/>
          <xsd:enumeration value="Business Objects"/>
          <xsd:enumeration value="Client-Server Technologies"/>
          <xsd:enumeration value="Cognos"/>
          <xsd:enumeration value="Cold Fusion"/>
          <xsd:enumeration value="Component Technologies"/>
          <xsd:enumeration value="Date Stage"/>
          <xsd:enumeration value="Database"/>
          <xsd:enumeration value="DB2"/>
          <xsd:enumeration value="DW/Data Mining Technologies"/>
          <xsd:enumeration value="Engg Services CAD/CAM"/>
          <xsd:enumeration value="Enterprise App. Integration"/>
          <xsd:enumeration value="Enterprise Application"/>
          <xsd:enumeration value="ERP"/>
          <xsd:enumeration value="Hyperion"/>
          <xsd:enumeration value="IBM Technologies"/>
          <xsd:enumeration value="Infomatica"/>
          <xsd:enumeration value="Internet(Biz)"/>
          <xsd:enumeration value="Linux"/>
          <xsd:enumeration value="Lotus Domino"/>
          <xsd:enumeration value="Lotus Notes"/>
          <xsd:enumeration value="Mac OS"/>
          <xsd:enumeration value="Mainframe Technologies"/>
          <xsd:enumeration value="Microstrategy"/>
          <xsd:enumeration value="Maximo"/>
          <xsd:enumeration value="Not Applicable"/>
          <xsd:enumeration value="NSIG"/>
          <xsd:enumeration value="OLAP"/>
          <xsd:enumeration value="ORACLE"/>
          <xsd:enumeration value="Peoplesoft"/>
          <xsd:enumeration value="PSOS"/>
          <xsd:enumeration value="Quality"/>
          <xsd:enumeration value="SAP"/>
          <xsd:enumeration value="SAS"/>
          <xsd:enumeration value="SQL Server"/>
          <xsd:enumeration value="SUN Technologies"/>
          <xsd:enumeration value="System Software"/>
          <xsd:enumeration value="Teradata"/>
          <xsd:enumeration value="UML"/>
          <xsd:enumeration value="UNIX"/>
          <xsd:enumeration value="Visual Studio"/>
          <xsd:enumeration value="VxWorks"/>
          <xsd:enumeration value="WAP"/>
          <xsd:enumeration value="WebLogic"/>
          <xsd:enumeration value="WebSphere"/>
        </xsd:restriction>
      </xsd:simpleType>
    </xsd:element>
    <xsd:element name="Domain" ma:index="8" nillable="true" ma:displayName="Domain" ma:format="Dropdown" ma:internalName="Domain">
      <xsd:simpleType>
        <xsd:restriction base="dms:Choice">
          <xsd:enumeration value="NA"/>
          <xsd:enumeration value="Air Transport"/>
          <xsd:enumeration value="Automotive"/>
          <xsd:enumeration value="Banking and Finance"/>
          <xsd:enumeration value="Bioinformatics"/>
          <xsd:enumeration value="Business Process Outsourcing"/>
          <xsd:enumeration value="CMM"/>
          <xsd:enumeration value="Construction"/>
          <xsd:enumeration value="Consulting Organization"/>
          <xsd:enumeration value="Education and Training"/>
          <xsd:enumeration value="Embedded System"/>
          <xsd:enumeration value="Engineering Design"/>
          <xsd:enumeration value="GIS"/>
          <xsd:enumeration value="Government-eGovernment"/>
          <xsd:enumeration value="Healthcare"/>
          <xsd:enumeration value="Hospitality"/>
          <xsd:enumeration value="Human Resources"/>
          <xsd:enumeration value="IT Enabled Services"/>
          <xsd:enumeration value="IT Infrastructure"/>
          <xsd:enumeration value="IT Outsourcing"/>
          <xsd:enumeration value="Information Technology"/>
          <xsd:enumeration value="Infrastructure (Non-IT)"/>
          <xsd:enumeration value="Knowledge Management"/>
          <xsd:enumeration value="Legal"/>
          <xsd:enumeration value="Life and Health Insurance"/>
          <xsd:enumeration value="Manufacturing"/>
          <xsd:enumeration value="Media and Entertainment"/>
          <xsd:enumeration value="Non Profit Organization"/>
          <xsd:enumeration value="Not Applicable"/>
          <xsd:enumeration value="Oil and Gas Industry"/>
          <xsd:enumeration value="Others"/>
          <xsd:enumeration value="Pharmaceuticals"/>
          <xsd:enumeration value="Property and Casualty Insurance"/>
          <xsd:enumeration value="Real Estates"/>
          <xsd:enumeration value="Retail"/>
          <xsd:enumeration value="Sales and Marketing"/>
          <xsd:enumeration value="Semiconductor"/>
          <xsd:enumeration value="Surface Transport"/>
          <xsd:enumeration value="Telecom"/>
          <xsd:enumeration value="Transportation"/>
          <xsd:enumeration value="Utilities"/>
        </xsd:restriction>
      </xsd:simpleType>
    </xsd:element>
  </xsd:schema>
  <xsd:schema xmlns:xsd="http://www.w3.org/2001/XMLSchema" xmlns:xs="http://www.w3.org/2001/XMLSchema" xmlns:dms="http://schemas.microsoft.com/office/2006/documentManagement/types" xmlns:pc="http://schemas.microsoft.com/office/infopath/2007/PartnerControls" targetNamespace="b6ae8028-3361-4878-ad09-deb2e128b95c" elementFormDefault="qualified">
    <xsd:import namespace="http://schemas.microsoft.com/office/2006/documentManagement/types"/>
    <xsd:import namespace="http://schemas.microsoft.com/office/infopath/2007/PartnerControls"/>
    <xsd:element name="Asset_x0020_Type" ma:index="15" nillable="true" ma:displayName="Asset Type" ma:internalName="Asset_x0020_Type">
      <xsd:simpleType>
        <xsd:restriction base="dms:Text">
          <xsd:maxLength value="255"/>
        </xsd:restriction>
      </xsd:simpleType>
    </xsd:element>
    <xsd:element name="Folder" ma:index="16" nillable="true" ma:displayName="Folder" ma:format="Dropdown" ma:internalName="Folder">
      <xsd:simpleType>
        <xsd:restriction base="dms:Choice">
          <xsd:enumeration value="Corporate"/>
          <xsd:enumeration value="Industries"/>
          <xsd:enumeration value="Partners"/>
          <xsd:enumeration value="Services"/>
        </xsd:restriction>
      </xsd:simpleType>
    </xsd:element>
    <xsd:element name="Subfolder" ma:index="17" nillable="true" ma:displayName="Subfolder" ma:internalName="Subfolder">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axOccurs="1" ma:index="2" ma:displayName="Keywords">
          <xsd:simpleType xmlns:xs="http://www.w3.org/2001/XMLSchema">
            <xsd:restriction base="xsd:string">
              <xsd:minLength value="1"/>
            </xsd:restriction>
          </xsd:simpleType>
        </xsd:element>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Document_x0020_Classification xmlns="fcfb129d-2c4d-4bcd-afb5-a92980dfa96d">Presentations</Document_x0020_Classification>
    <Folder xmlns="b6ae8028-3361-4878-ad09-deb2e128b95c" xsi:nil="true"/>
    <Document_x0020_Sub_x0020_Classification xmlns="fcfb129d-2c4d-4bcd-afb5-a92980dfa96d">Operations</Document_x0020_Sub_x0020_Classification>
    <Subfolder xmlns="b6ae8028-3361-4878-ad09-deb2e128b95c" xsi:nil="true"/>
    <Service_x0020_Line xmlns="fcfb129d-2c4d-4bcd-afb5-a92980dfa96d">NA</Service_x0020_Line>
    <Asset_x0020_Type xmlns="b6ae8028-3361-4878-ad09-deb2e128b95c" xsi:nil="true"/>
    <Service_x0020_Offering xmlns="fcfb129d-2c4d-4bcd-afb5-a92980dfa96d">NA</Service_x0020_Offering>
    <Domain xmlns="fcfb129d-2c4d-4bcd-afb5-a92980dfa96d" xsi:nil="true"/>
    <Technology xmlns="fcfb129d-2c4d-4bcd-afb5-a92980dfa96d">NA</Technology>
    <AverageRating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2498586-7C36-48BC-A4A9-0E02CAC67F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cfb129d-2c4d-4bcd-afb5-a92980dfa96d"/>
    <ds:schemaRef ds:uri="b6ae8028-3361-4878-ad09-deb2e128b95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753E0E9-BBAC-4E77-B03C-F4757A7347B6}">
  <ds:schemaRefs>
    <ds:schemaRef ds:uri="http://purl.org/dc/terms/"/>
    <ds:schemaRef ds:uri="http://schemas.openxmlformats.org/package/2006/metadata/core-properties"/>
    <ds:schemaRef ds:uri="http://purl.org/dc/elements/1.1/"/>
    <ds:schemaRef ds:uri="http://purl.org/dc/dcmitype/"/>
    <ds:schemaRef ds:uri="fcfb129d-2c4d-4bcd-afb5-a92980dfa96d"/>
    <ds:schemaRef ds:uri="http://schemas.microsoft.com/office/infopath/2007/PartnerControls"/>
    <ds:schemaRef ds:uri="b6ae8028-3361-4878-ad09-deb2e128b95c"/>
    <ds:schemaRef ds:uri="http://schemas.microsoft.com/office/2006/documentManagement/types"/>
    <ds:schemaRef ds:uri="http://schemas.microsoft.com/sharepoint/v3"/>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E0A1B877-42DF-448B-A257-86EBCF04CE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574</Words>
  <Application>Microsoft Office PowerPoint</Application>
  <PresentationFormat>On-screen Show (16:9)</PresentationFormat>
  <Paragraphs>121</Paragraphs>
  <Slides>11</Slides>
  <Notes>1</Notes>
  <HiddenSlides>0</HiddenSlides>
  <MMClips>0</MMClips>
  <ScaleCrop>false</ScaleCrop>
  <HeadingPairs>
    <vt:vector size="8" baseType="variant">
      <vt:variant>
        <vt:lpstr>Fonts Used</vt:lpstr>
      </vt:variant>
      <vt:variant>
        <vt:i4>8</vt:i4>
      </vt:variant>
      <vt:variant>
        <vt:lpstr>Theme</vt:lpstr>
      </vt:variant>
      <vt:variant>
        <vt:i4>9</vt:i4>
      </vt:variant>
      <vt:variant>
        <vt:lpstr>Embedded OLE Servers</vt:lpstr>
      </vt:variant>
      <vt:variant>
        <vt:i4>1</vt:i4>
      </vt:variant>
      <vt:variant>
        <vt:lpstr>Slide Titles</vt:lpstr>
      </vt:variant>
      <vt:variant>
        <vt:i4>11</vt:i4>
      </vt:variant>
    </vt:vector>
  </HeadingPairs>
  <TitlesOfParts>
    <vt:vector size="29" baseType="lpstr">
      <vt:lpstr>Arial</vt:lpstr>
      <vt:lpstr>Calibri</vt:lpstr>
      <vt:lpstr>Century Gothic</vt:lpstr>
      <vt:lpstr>Courier New</vt:lpstr>
      <vt:lpstr>Oswald Light</vt:lpstr>
      <vt:lpstr>Oswald Stencil</vt:lpstr>
      <vt:lpstr>Times New Roman</vt:lpstr>
      <vt:lpstr>Wingdings</vt:lpstr>
      <vt:lpstr>6_Tech Mahindra Powerpoint Template</vt:lpstr>
      <vt:lpstr>5_Tech Mahindra Powerpoint Template</vt:lpstr>
      <vt:lpstr>7_Tech Mahindra Powerpoint Template</vt:lpstr>
      <vt:lpstr>8_Tech Mahindra Powerpoint Template</vt:lpstr>
      <vt:lpstr>1_Custom Design</vt:lpstr>
      <vt:lpstr>Theme1</vt:lpstr>
      <vt:lpstr>PresentationTechM</vt:lpstr>
      <vt:lpstr>1_Theme1</vt:lpstr>
      <vt:lpstr>9_Tech Mahindra Powerpoint Template</vt:lpstr>
      <vt:lpstr>think-cell Folie</vt:lpstr>
      <vt:lpstr>PowerPoint Presentation</vt:lpstr>
      <vt:lpstr>Mild Hybrid Drive Controller                                                             1/3</vt:lpstr>
      <vt:lpstr>Mild Hybrid Drive Controller                                                              2/3</vt:lpstr>
      <vt:lpstr>Mild Hybrid Drive Controller                                                              3/3</vt:lpstr>
      <vt:lpstr>PowerPoint Presentation</vt:lpstr>
      <vt:lpstr>Power Electronics Lab (Pune)</vt:lpstr>
      <vt:lpstr>Power Electronics Lab (Hyderabad)</vt:lpstr>
      <vt:lpstr>Embedded &amp; Power Electronics Lab (Bangalore)</vt:lpstr>
      <vt:lpstr>Thank you!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keywords>Corporate Presentation_TechM_2013</cp:keywords>
  <cp:lastModifiedBy/>
  <cp:revision>1</cp:revision>
  <dcterms:created xsi:type="dcterms:W3CDTF">2014-12-22T04:53:59Z</dcterms:created>
  <dcterms:modified xsi:type="dcterms:W3CDTF">2025-10-27T11:56:38Z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0x01010030CB50A625C08A4E8BBFFC168B2DA761</vt:lpwstr>
  </property>
  <property fmtid="{D5CDD505-2E9C-101B-9397-08002B2CF9AE}" pid="3" name="DLPManualFileClassification">
    <vt:lpwstr>{1A067545-A4E2-4FA1-8094-0D7902669705}</vt:lpwstr>
  </property>
  <property fmtid="{D5CDD505-2E9C-101B-9397-08002B2CF9AE}" pid="4" name="DLPManualFileClassificationLastModifiedBy">
    <vt:lpwstr>TECHMAHINDRA\GS38692</vt:lpwstr>
  </property>
  <property fmtid="{D5CDD505-2E9C-101B-9397-08002B2CF9AE}" pid="5" name="DLPManualFileClassificationLastModificationDate">
    <vt:lpwstr>1530769269</vt:lpwstr>
  </property>
  <property fmtid="{D5CDD505-2E9C-101B-9397-08002B2CF9AE}" pid="6" name="DLPManualFileClassificationVersion">
    <vt:lpwstr>10.0.100.37</vt:lpwstr>
  </property>
  <property fmtid="{D5CDD505-2E9C-101B-9397-08002B2CF9AE}" pid="7" name="MSIP_Label_7fea2623-af8f-4fb8-b1cf-b63cc8e496aa_Enabled">
    <vt:lpwstr>True</vt:lpwstr>
  </property>
  <property fmtid="{D5CDD505-2E9C-101B-9397-08002B2CF9AE}" pid="8" name="MSIP_Label_7fea2623-af8f-4fb8-b1cf-b63cc8e496aa_SiteId">
    <vt:lpwstr>81fa766e-a349-4867-8bf4-ab35e250a08f</vt:lpwstr>
  </property>
  <property fmtid="{D5CDD505-2E9C-101B-9397-08002B2CF9AE}" pid="9" name="MSIP_Label_7fea2623-af8f-4fb8-b1cf-b63cc8e496aa_Owner">
    <vt:lpwstr>SSUBRAM5@volvocars.com</vt:lpwstr>
  </property>
  <property fmtid="{D5CDD505-2E9C-101B-9397-08002B2CF9AE}" pid="10" name="MSIP_Label_7fea2623-af8f-4fb8-b1cf-b63cc8e496aa_SetDate">
    <vt:lpwstr>2019-05-06T15:22:15.4262219Z</vt:lpwstr>
  </property>
  <property fmtid="{D5CDD505-2E9C-101B-9397-08002B2CF9AE}" pid="11" name="MSIP_Label_7fea2623-af8f-4fb8-b1cf-b63cc8e496aa_Name">
    <vt:lpwstr>Proprietary</vt:lpwstr>
  </property>
  <property fmtid="{D5CDD505-2E9C-101B-9397-08002B2CF9AE}" pid="12" name="MSIP_Label_7fea2623-af8f-4fb8-b1cf-b63cc8e496aa_Application">
    <vt:lpwstr>Microsoft Azure Information Protection</vt:lpwstr>
  </property>
  <property fmtid="{D5CDD505-2E9C-101B-9397-08002B2CF9AE}" pid="13" name="MSIP_Label_7fea2623-af8f-4fb8-b1cf-b63cc8e496aa_Extended_MSFT_Method">
    <vt:lpwstr>Automatic</vt:lpwstr>
  </property>
  <property fmtid="{D5CDD505-2E9C-101B-9397-08002B2CF9AE}" pid="14" name="MSIP_Label_7331f486-f8b5-456b-a19a-dbe0d296c5fd_Enabled">
    <vt:lpwstr>true</vt:lpwstr>
  </property>
  <property fmtid="{D5CDD505-2E9C-101B-9397-08002B2CF9AE}" pid="15" name="MSIP_Label_7331f486-f8b5-456b-a19a-dbe0d296c5fd_SetDate">
    <vt:lpwstr>2025-10-27T11:45:45Z</vt:lpwstr>
  </property>
  <property fmtid="{D5CDD505-2E9C-101B-9397-08002B2CF9AE}" pid="16" name="MSIP_Label_7331f486-f8b5-456b-a19a-dbe0d296c5fd_Method">
    <vt:lpwstr>Privileged</vt:lpwstr>
  </property>
  <property fmtid="{D5CDD505-2E9C-101B-9397-08002B2CF9AE}" pid="17" name="MSIP_Label_7331f486-f8b5-456b-a19a-dbe0d296c5fd_Name">
    <vt:lpwstr>Company Confidential Internal Use</vt:lpwstr>
  </property>
  <property fmtid="{D5CDD505-2E9C-101B-9397-08002B2CF9AE}" pid="18" name="MSIP_Label_7331f486-f8b5-456b-a19a-dbe0d296c5fd_SiteId">
    <vt:lpwstr>edf442f5-b994-4c86-a131-b42b03a16c95</vt:lpwstr>
  </property>
  <property fmtid="{D5CDD505-2E9C-101B-9397-08002B2CF9AE}" pid="19" name="MSIP_Label_7331f486-f8b5-456b-a19a-dbe0d296c5fd_ActionId">
    <vt:lpwstr>c5ffe2c9-d169-41ff-a42b-eb261cf599f2</vt:lpwstr>
  </property>
  <property fmtid="{D5CDD505-2E9C-101B-9397-08002B2CF9AE}" pid="20" name="MSIP_Label_7331f486-f8b5-456b-a19a-dbe0d296c5fd_ContentBits">
    <vt:lpwstr>0</vt:lpwstr>
  </property>
  <property fmtid="{D5CDD505-2E9C-101B-9397-08002B2CF9AE}" pid="21" name="MSIP_Label_7331f486-f8b5-456b-a19a-dbe0d296c5fd_Tag">
    <vt:lpwstr>10, 0, 1, 1</vt:lpwstr>
  </property>
</Properties>
</file>