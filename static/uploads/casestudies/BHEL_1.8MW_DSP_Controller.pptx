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1"/>
  </p:notesMasterIdLst>
  <p:sldIdLst>
    <p:sldId id="316" r:id="rId5"/>
    <p:sldId id="326" r:id="rId6"/>
    <p:sldId id="319" r:id="rId7"/>
    <p:sldId id="322" r:id="rId8"/>
    <p:sldId id="325" r:id="rId9"/>
    <p:sldId id="290"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15:clr>
            <a:srgbClr val="A4A3A4"/>
          </p15:clr>
        </p15:guide>
        <p15:guide id="2" orient="horz" pos="3946">
          <p15:clr>
            <a:srgbClr val="A4A3A4"/>
          </p15:clr>
        </p15:guide>
        <p15:guide id="3" orient="horz" pos="4319">
          <p15:clr>
            <a:srgbClr val="A4A3A4"/>
          </p15:clr>
        </p15:guide>
        <p15:guide id="4" pos="5565">
          <p15:clr>
            <a:srgbClr val="A4A3A4"/>
          </p15:clr>
        </p15:guide>
        <p15:guide id="5" pos="202">
          <p15:clr>
            <a:srgbClr val="A4A3A4"/>
          </p15:clr>
        </p15:guide>
        <p15:guide id="6" pos="510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B050"/>
    <a:srgbClr val="FFC000"/>
    <a:srgbClr val="BE3A3A"/>
    <a:srgbClr val="625753"/>
    <a:srgbClr val="A092B4"/>
    <a:srgbClr val="E6E3E2"/>
    <a:srgbClr val="968A86"/>
    <a:srgbClr val="B4ABA8"/>
    <a:srgbClr val="615753"/>
    <a:srgbClr val="6257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napVertSplitter="1" vertBarState="minimized" horzBarState="maximized">
    <p:restoredLeft sz="14244" autoAdjust="0"/>
    <p:restoredTop sz="94637" autoAdjust="0"/>
  </p:normalViewPr>
  <p:slideViewPr>
    <p:cSldViewPr snapToGrid="0" showGuides="1">
      <p:cViewPr varScale="1">
        <p:scale>
          <a:sx n="74" d="100"/>
          <a:sy n="74" d="100"/>
        </p:scale>
        <p:origin x="1716" y="72"/>
      </p:cViewPr>
      <p:guideLst>
        <p:guide orient="horz"/>
        <p:guide orient="horz" pos="3946"/>
        <p:guide orient="horz" pos="4319"/>
        <p:guide pos="5565"/>
        <p:guide pos="202"/>
        <p:guide pos="5109"/>
      </p:guideLst>
    </p:cSldViewPr>
  </p:slideViewPr>
  <p:notesTextViewPr>
    <p:cViewPr>
      <p:scale>
        <a:sx n="100" d="100"/>
        <a:sy n="100" d="100"/>
      </p:scale>
      <p:origin x="0" y="0"/>
    </p:cViewPr>
  </p:notesTextViewPr>
  <p:sorterViewPr>
    <p:cViewPr>
      <p:scale>
        <a:sx n="66" d="100"/>
        <a:sy n="66" d="100"/>
      </p:scale>
      <p:origin x="0" y="0"/>
    </p:cViewPr>
  </p:sorterViewPr>
  <p:notesViewPr>
    <p:cSldViewPr snapToGrid="0" showGuides="1">
      <p:cViewPr varScale="1">
        <p:scale>
          <a:sx n="60" d="100"/>
          <a:sy n="60" d="100"/>
        </p:scale>
        <p:origin x="-1638"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B83E211-F7A7-4317-892B-28769BDE5747}" type="datetimeFigureOut">
              <a:rPr lang="en-US" smtClean="0"/>
              <a:pPr/>
              <a:t>4/3/2019</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63A218D-F311-4799-90C5-974E162849B4}" type="slidenum">
              <a:rPr lang="en-US" smtClean="0"/>
              <a:pPr/>
              <a:t>‹#›</a:t>
            </a:fld>
            <a:endParaRPr lang="en-US" dirty="0"/>
          </a:p>
        </p:txBody>
      </p:sp>
    </p:spTree>
    <p:extLst>
      <p:ext uri="{BB962C8B-B14F-4D97-AF65-F5344CB8AC3E}">
        <p14:creationId xmlns:p14="http://schemas.microsoft.com/office/powerpoint/2010/main" val="12745446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TextEdit="1"/>
          </p:cNvSpPr>
          <p:nvPr>
            <p:ph type="sldImg"/>
          </p:nvPr>
        </p:nvSpPr>
        <p:spPr bwMode="auto">
          <a:xfrm>
            <a:off x="1143000" y="685800"/>
            <a:ext cx="4573588" cy="3430588"/>
          </a:xfrm>
          <a:noFill/>
          <a:ln>
            <a:solidFill>
              <a:srgbClr val="000000"/>
            </a:solidFill>
            <a:miter lim="800000"/>
            <a:headEnd/>
            <a:tailEnd/>
          </a:ln>
        </p:spPr>
      </p:sp>
      <p:sp>
        <p:nvSpPr>
          <p:cNvPr id="17411" name="Rectangle 3"/>
          <p:cNvSpPr>
            <a:spLocks noGrp="1"/>
          </p:cNvSpPr>
          <p:nvPr>
            <p:ph type="body" idx="1"/>
          </p:nvPr>
        </p:nvSpPr>
        <p:spPr bwMode="auto">
          <a:xfrm>
            <a:off x="913805" y="4343704"/>
            <a:ext cx="5030391" cy="4113892"/>
          </a:xfrm>
          <a:noFill/>
        </p:spPr>
        <p:txBody>
          <a:bodyPr wrap="square" numCol="1" anchor="t" anchorCtr="0" compatLnSpc="1">
            <a:prstTxWarp prst="textNoShape">
              <a:avLst/>
            </a:prstTxWarp>
          </a:bodyPr>
          <a:lstStyle/>
          <a:p>
            <a:pPr eaLnBrk="1" hangingPunct="1"/>
            <a:r>
              <a:rPr lang="en-US" smtClean="0"/>
              <a:t>GE</a:t>
            </a:r>
          </a:p>
        </p:txBody>
      </p:sp>
    </p:spTree>
    <p:extLst>
      <p:ext uri="{BB962C8B-B14F-4D97-AF65-F5344CB8AC3E}">
        <p14:creationId xmlns:p14="http://schemas.microsoft.com/office/powerpoint/2010/main" val="18308820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bwMode="auto">
          <a:xfrm>
            <a:off x="832486" y="219678"/>
            <a:ext cx="5580732" cy="4135388"/>
          </a:xfrm>
          <a:noFill/>
          <a:ln>
            <a:solidFill>
              <a:srgbClr val="000000"/>
            </a:solidFill>
            <a:miter lim="800000"/>
            <a:headEnd/>
            <a:tailEnd/>
          </a:ln>
        </p:spPr>
      </p:sp>
      <p:sp>
        <p:nvSpPr>
          <p:cNvPr id="8195" name="Notes Placeholder 2"/>
          <p:cNvSpPr>
            <a:spLocks noGrp="1"/>
          </p:cNvSpPr>
          <p:nvPr>
            <p:ph type="body" idx="1"/>
          </p:nvPr>
        </p:nvSpPr>
        <p:spPr bwMode="auto">
          <a:xfrm>
            <a:off x="876300" y="4472121"/>
            <a:ext cx="5491480" cy="4132181"/>
          </a:xfrm>
          <a:noFill/>
        </p:spPr>
        <p:txBody>
          <a:bodyPr wrap="square" lIns="92806" tIns="46403" rIns="92806" bIns="46403" numCol="1" anchor="t" anchorCtr="0" compatLnSpc="1">
            <a:prstTxWarp prst="textNoShape">
              <a:avLst/>
            </a:prstTxWarp>
          </a:bodyPr>
          <a:lstStyle/>
          <a:p>
            <a:pPr eaLnBrk="1" hangingPunct="1"/>
            <a:endParaRPr lang="en-US" smtClean="0"/>
          </a:p>
        </p:txBody>
      </p:sp>
    </p:spTree>
    <p:extLst>
      <p:ext uri="{BB962C8B-B14F-4D97-AF65-F5344CB8AC3E}">
        <p14:creationId xmlns:p14="http://schemas.microsoft.com/office/powerpoint/2010/main" val="29947141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12" name="Picture 11" descr="PPT.jpg"/>
          <p:cNvPicPr>
            <a:picLocks noChangeAspect="1"/>
          </p:cNvPicPr>
          <p:nvPr userDrawn="1"/>
        </p:nvPicPr>
        <p:blipFill>
          <a:blip r:embed="rId2" cstate="screen"/>
          <a:stretch>
            <a:fillRect/>
          </a:stretch>
        </p:blipFill>
        <p:spPr>
          <a:xfrm>
            <a:off x="0" y="0"/>
            <a:ext cx="9144000" cy="6858000"/>
          </a:xfrm>
          <a:prstGeom prst="rect">
            <a:avLst/>
          </a:prstGeom>
        </p:spPr>
      </p:pic>
      <p:sp>
        <p:nvSpPr>
          <p:cNvPr id="3" name="Subtitle 2"/>
          <p:cNvSpPr>
            <a:spLocks noGrp="1"/>
          </p:cNvSpPr>
          <p:nvPr>
            <p:ph type="subTitle" idx="1" hasCustomPrompt="1"/>
          </p:nvPr>
        </p:nvSpPr>
        <p:spPr>
          <a:xfrm>
            <a:off x="1366839" y="4580751"/>
            <a:ext cx="5341936" cy="276999"/>
          </a:xfrm>
        </p:spPr>
        <p:txBody>
          <a:bodyPr anchor="b" anchorCtr="0">
            <a:noAutofit/>
          </a:bodyPr>
          <a:lstStyle>
            <a:lvl1pPr marL="0" indent="0" algn="l">
              <a:buNone/>
              <a:defRPr>
                <a:solidFill>
                  <a:schemeClr val="bg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9" name="Title 8"/>
          <p:cNvSpPr>
            <a:spLocks noGrp="1"/>
          </p:cNvSpPr>
          <p:nvPr>
            <p:ph type="title" hasCustomPrompt="1"/>
          </p:nvPr>
        </p:nvSpPr>
        <p:spPr>
          <a:xfrm>
            <a:off x="1366839" y="2214563"/>
            <a:ext cx="5341936" cy="1231106"/>
          </a:xfrm>
        </p:spPr>
        <p:txBody>
          <a:bodyPr wrap="square">
            <a:spAutoFit/>
          </a:bodyPr>
          <a:lstStyle>
            <a:lvl1pPr algn="l">
              <a:defRPr sz="4000">
                <a:solidFill>
                  <a:schemeClr val="tx2"/>
                </a:solidFill>
              </a:defRPr>
            </a:lvl1pPr>
          </a:lstStyle>
          <a:p>
            <a:r>
              <a:rPr lang="en-US" dirty="0" smtClean="0"/>
              <a:t>Click to Edit Master Title Style</a:t>
            </a:r>
            <a:endParaRPr lang="en-US" dirty="0"/>
          </a:p>
        </p:txBody>
      </p:sp>
      <p:sp>
        <p:nvSpPr>
          <p:cNvPr id="22" name="TextBox 20"/>
          <p:cNvSpPr txBox="1">
            <a:spLocks noChangeArrowheads="1"/>
          </p:cNvSpPr>
          <p:nvPr userDrawn="1"/>
        </p:nvSpPr>
        <p:spPr bwMode="auto">
          <a:xfrm>
            <a:off x="304799" y="6662738"/>
            <a:ext cx="714375" cy="123825"/>
          </a:xfrm>
          <a:prstGeom prst="rect">
            <a:avLst/>
          </a:prstGeom>
          <a:noFill/>
          <a:ln w="9525">
            <a:noFill/>
            <a:miter lim="800000"/>
            <a:headEnd/>
            <a:tailEnd/>
          </a:ln>
        </p:spPr>
        <p:txBody>
          <a:bodyPr lIns="0" tIns="0" rIns="0" bIns="0">
            <a:spAutoFit/>
          </a:bodyPr>
          <a:lstStyle/>
          <a:p>
            <a:pPr marL="0" algn="l" defTabSz="914400" rtl="0" eaLnBrk="1" latinLnBrk="0" hangingPunct="1">
              <a:defRPr/>
            </a:pPr>
            <a:r>
              <a:rPr lang="en-US" sz="800" kern="1200" dirty="0">
                <a:solidFill>
                  <a:schemeClr val="bg2"/>
                </a:solidFill>
                <a:latin typeface="+mn-lt"/>
                <a:ea typeface="+mn-ea"/>
                <a:cs typeface="+mn-cs"/>
              </a:rPr>
              <a:t>© Satyam </a:t>
            </a:r>
            <a:r>
              <a:rPr lang="en-US" sz="800" kern="1200" dirty="0" smtClean="0">
                <a:solidFill>
                  <a:schemeClr val="bg2"/>
                </a:solidFill>
                <a:latin typeface="+mn-lt"/>
                <a:ea typeface="+mn-ea"/>
                <a:cs typeface="+mn-cs"/>
              </a:rPr>
              <a:t>2009</a:t>
            </a:r>
            <a:endParaRPr lang="en-US" sz="800" kern="1200" dirty="0">
              <a:solidFill>
                <a:schemeClr val="bg2"/>
              </a:solidFill>
              <a:latin typeface="+mn-lt"/>
              <a:ea typeface="+mn-ea"/>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2"/>
                </a:solidFill>
              </a:defRPr>
            </a:lvl1pPr>
          </a:lstStyle>
          <a:p>
            <a:r>
              <a:rPr lang="en-US" smtClean="0"/>
              <a:t>Click to edit Master title style</a:t>
            </a:r>
            <a:endParaRPr lang="en-US" dirty="0"/>
          </a:p>
        </p:txBody>
      </p:sp>
      <p:sp>
        <p:nvSpPr>
          <p:cNvPr id="3" name="Text Placeholder 4"/>
          <p:cNvSpPr>
            <a:spLocks noGrp="1"/>
          </p:cNvSpPr>
          <p:nvPr>
            <p:ph type="body" sz="quarter" idx="10" hasCustomPrompt="1"/>
          </p:nvPr>
        </p:nvSpPr>
        <p:spPr>
          <a:xfrm>
            <a:off x="302931" y="1465507"/>
            <a:ext cx="8544207" cy="1938992"/>
          </a:xfrm>
        </p:spPr>
        <p:txBody>
          <a:bodyPr wrap="square">
            <a:sp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435100" indent="-285750">
              <a:spcBef>
                <a:spcPts val="0"/>
              </a:spcBef>
              <a:spcAft>
                <a:spcPts val="0"/>
              </a:spcAft>
              <a:buClr>
                <a:schemeClr val="tx2"/>
              </a:buClr>
              <a:buSzPct val="70000"/>
              <a:buFont typeface="Wingdings" pitchFamily="2" charset="2"/>
              <a:buChar char="§"/>
              <a:defRPr sz="1800">
                <a:latin typeface="Arial" pitchFamily="34" charset="0"/>
                <a:cs typeface="Arial" pitchFamily="34" charset="0"/>
              </a:defRPr>
            </a:lvl6pPr>
            <a:lvl7pPr marL="1714500" indent="-273050">
              <a:spcBef>
                <a:spcPts val="0"/>
              </a:spcBef>
              <a:spcAft>
                <a:spcPts val="0"/>
              </a:spcAft>
              <a:buClr>
                <a:srgbClr val="C00000"/>
              </a:buClr>
              <a:buSzPct val="70000"/>
              <a:buFont typeface="Arial" pitchFamily="34" charset="0"/>
              <a:buChar char="–"/>
              <a:defRPr sz="1800" baseline="0">
                <a:latin typeface="Arial" pitchFamily="34" charset="0"/>
                <a:cs typeface="Arial" pitchFamily="34" charset="0"/>
              </a:defRPr>
            </a:lvl7pPr>
            <a:lvl8pPr marL="1600200" indent="-228600">
              <a:spcBef>
                <a:spcPts val="0"/>
              </a:spcBef>
              <a:spcAft>
                <a:spcPts val="0"/>
              </a:spcAft>
              <a:buSzPct val="70000"/>
              <a:defRPr sz="1800" baseline="0">
                <a:latin typeface="Arial" pitchFamily="34" charset="0"/>
                <a:cs typeface="Arial" pitchFamily="34" charset="0"/>
              </a:defRPr>
            </a:lvl8pPr>
            <a:lvl9pPr marL="1824038" indent="-223838">
              <a:spcBef>
                <a:spcPts val="0"/>
              </a:spcBef>
              <a:spcAft>
                <a:spcPts val="0"/>
              </a:spcAft>
              <a:buSzPct val="70000"/>
              <a:buFont typeface="Arial" pitchFamily="34" charset="0"/>
              <a:buChar char="–"/>
              <a:defRPr sz="1800">
                <a:latin typeface="Arial" pitchFamily="34" charset="0"/>
                <a:cs typeface="Arial" pitchFamily="34" charset="0"/>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 level</a:t>
            </a:r>
          </a:p>
          <a:p>
            <a:pPr lvl="6"/>
            <a:r>
              <a:rPr lang="en-US" dirty="0" smtClean="0"/>
              <a:t>Seventh level </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Divider Slide">
    <p:spTree>
      <p:nvGrpSpPr>
        <p:cNvPr id="1" name=""/>
        <p:cNvGrpSpPr/>
        <p:nvPr/>
      </p:nvGrpSpPr>
      <p:grpSpPr>
        <a:xfrm>
          <a:off x="0" y="0"/>
          <a:ext cx="0" cy="0"/>
          <a:chOff x="0" y="0"/>
          <a:chExt cx="0" cy="0"/>
        </a:xfrm>
      </p:grpSpPr>
      <p:pic>
        <p:nvPicPr>
          <p:cNvPr id="6" name="Picture 5" descr="PPT.jpg"/>
          <p:cNvPicPr>
            <a:picLocks noChangeAspect="1"/>
          </p:cNvPicPr>
          <p:nvPr userDrawn="1"/>
        </p:nvPicPr>
        <p:blipFill>
          <a:blip r:embed="rId2" cstate="screen"/>
          <a:stretch>
            <a:fillRect/>
          </a:stretch>
        </p:blipFill>
        <p:spPr>
          <a:xfrm>
            <a:off x="0" y="0"/>
            <a:ext cx="9144000" cy="6858000"/>
          </a:xfrm>
          <a:prstGeom prst="rect">
            <a:avLst/>
          </a:prstGeom>
        </p:spPr>
      </p:pic>
      <p:sp>
        <p:nvSpPr>
          <p:cNvPr id="3" name="Subtitle 2"/>
          <p:cNvSpPr>
            <a:spLocks noGrp="1"/>
          </p:cNvSpPr>
          <p:nvPr>
            <p:ph type="subTitle" idx="1" hasCustomPrompt="1"/>
          </p:nvPr>
        </p:nvSpPr>
        <p:spPr>
          <a:xfrm>
            <a:off x="1366839" y="4580751"/>
            <a:ext cx="5341936" cy="276999"/>
          </a:xfrm>
        </p:spPr>
        <p:txBody>
          <a:bodyPr anchor="b" anchorCtr="0">
            <a:noAutofit/>
          </a:bodyPr>
          <a:lstStyle>
            <a:lvl1pPr marL="0" indent="0" algn="l">
              <a:buNone/>
              <a:defRPr>
                <a:solidFill>
                  <a:schemeClr val="bg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9" name="Title 8"/>
          <p:cNvSpPr>
            <a:spLocks noGrp="1"/>
          </p:cNvSpPr>
          <p:nvPr>
            <p:ph type="title" hasCustomPrompt="1"/>
          </p:nvPr>
        </p:nvSpPr>
        <p:spPr>
          <a:xfrm>
            <a:off x="1366839" y="2214563"/>
            <a:ext cx="5341936" cy="1231106"/>
          </a:xfrm>
        </p:spPr>
        <p:txBody>
          <a:bodyPr wrap="square">
            <a:spAutoFit/>
          </a:bodyPr>
          <a:lstStyle>
            <a:lvl1pPr algn="l">
              <a:defRPr sz="4000">
                <a:solidFill>
                  <a:schemeClr val="tx2"/>
                </a:solidFill>
              </a:defRPr>
            </a:lvl1pPr>
          </a:lstStyle>
          <a:p>
            <a:r>
              <a:rPr lang="en-US" dirty="0" smtClean="0"/>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smtClean="0"/>
              <a:t>Click to edit Master title style</a:t>
            </a:r>
            <a:endParaRPr lang="en-US" dirty="0"/>
          </a:p>
        </p:txBody>
      </p:sp>
      <p:sp>
        <p:nvSpPr>
          <p:cNvPr id="3" name="Text Placeholder 4"/>
          <p:cNvSpPr>
            <a:spLocks noGrp="1"/>
          </p:cNvSpPr>
          <p:nvPr>
            <p:ph type="body" sz="quarter" idx="10" hasCustomPrompt="1"/>
          </p:nvPr>
        </p:nvSpPr>
        <p:spPr>
          <a:xfrm>
            <a:off x="302931" y="960438"/>
            <a:ext cx="4170595" cy="5303838"/>
          </a:xfrm>
          <a:ln>
            <a:solidFill>
              <a:schemeClr val="bg2"/>
            </a:solidFill>
          </a:ln>
        </p:spPr>
        <p:txBody>
          <a:bodyPr wrap="square"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4" name="Text Placeholder 4"/>
          <p:cNvSpPr>
            <a:spLocks noGrp="1"/>
          </p:cNvSpPr>
          <p:nvPr>
            <p:ph type="body" sz="quarter" idx="11" hasCustomPrompt="1"/>
          </p:nvPr>
        </p:nvSpPr>
        <p:spPr>
          <a:xfrm>
            <a:off x="4648200" y="960438"/>
            <a:ext cx="4170595" cy="5303838"/>
          </a:xfrm>
          <a:ln>
            <a:solidFill>
              <a:schemeClr val="bg2"/>
            </a:solidFill>
          </a:ln>
        </p:spPr>
        <p:txBody>
          <a:bodyPr wrap="square"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5" name="Text Placeholder 4"/>
          <p:cNvSpPr>
            <a:spLocks noGrp="1"/>
          </p:cNvSpPr>
          <p:nvPr>
            <p:ph type="body" sz="quarter" idx="12" hasCustomPrompt="1"/>
          </p:nvPr>
        </p:nvSpPr>
        <p:spPr>
          <a:xfrm>
            <a:off x="302931" y="960437"/>
            <a:ext cx="4170595" cy="461665"/>
          </a:xfrm>
          <a:solidFill>
            <a:schemeClr val="bg2"/>
          </a:solidFill>
          <a:ln>
            <a:noFill/>
          </a:ln>
        </p:spPr>
        <p:txBody>
          <a:bodyPr wrap="square" lIns="91440" tIns="91440" rIns="91440" bIns="91440">
            <a:spAutoFit/>
          </a:bodyPr>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Heading 1</a:t>
            </a:r>
          </a:p>
        </p:txBody>
      </p:sp>
      <p:sp>
        <p:nvSpPr>
          <p:cNvPr id="6" name="Text Placeholder 4"/>
          <p:cNvSpPr>
            <a:spLocks noGrp="1"/>
          </p:cNvSpPr>
          <p:nvPr>
            <p:ph type="body" sz="quarter" idx="13" hasCustomPrompt="1"/>
          </p:nvPr>
        </p:nvSpPr>
        <p:spPr>
          <a:xfrm>
            <a:off x="4648200" y="960437"/>
            <a:ext cx="4170595" cy="461665"/>
          </a:xfrm>
          <a:solidFill>
            <a:schemeClr val="bg2"/>
          </a:solidFill>
          <a:ln>
            <a:noFill/>
          </a:ln>
        </p:spPr>
        <p:txBody>
          <a:bodyPr wrap="square" lIns="91440" tIns="91440" rIns="91440" bIns="91440">
            <a:spAutoFit/>
          </a:bodyPr>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Heading 2</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9" name="Title 1"/>
          <p:cNvSpPr>
            <a:spLocks noGrp="1"/>
          </p:cNvSpPr>
          <p:nvPr>
            <p:ph type="title"/>
          </p:nvPr>
        </p:nvSpPr>
        <p:spPr>
          <a:xfrm>
            <a:off x="304799" y="469484"/>
            <a:ext cx="8539163" cy="338554"/>
          </a:xfrm>
        </p:spPr>
        <p:txBody>
          <a:bodyPr/>
          <a:lstStyle>
            <a:lvl1pPr algn="l">
              <a:defRPr/>
            </a:lvl1pPr>
          </a:lstStyle>
          <a:p>
            <a:r>
              <a:rPr lang="en-US" smtClean="0"/>
              <a:t>Click to edit Master title style</a:t>
            </a:r>
            <a:endParaRPr lang="en-US" dirty="0"/>
          </a:p>
        </p:txBody>
      </p:sp>
      <p:sp>
        <p:nvSpPr>
          <p:cNvPr id="11" name="Text Placeholder 4"/>
          <p:cNvSpPr>
            <a:spLocks noGrp="1"/>
          </p:cNvSpPr>
          <p:nvPr>
            <p:ph type="body" sz="quarter" idx="10" hasCustomPrompt="1"/>
          </p:nvPr>
        </p:nvSpPr>
        <p:spPr>
          <a:xfrm>
            <a:off x="302931" y="961415"/>
            <a:ext cx="4170595" cy="2561419"/>
          </a:xfrm>
          <a:ln>
            <a:solidFill>
              <a:schemeClr val="bg2"/>
            </a:solidFill>
          </a:ln>
        </p:spPr>
        <p:txBody>
          <a:bodyPr wrap="square"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12" name="Text Placeholder 4"/>
          <p:cNvSpPr>
            <a:spLocks noGrp="1"/>
          </p:cNvSpPr>
          <p:nvPr>
            <p:ph type="body" sz="quarter" idx="11" hasCustomPrompt="1"/>
          </p:nvPr>
        </p:nvSpPr>
        <p:spPr>
          <a:xfrm>
            <a:off x="4648200" y="961415"/>
            <a:ext cx="4170595" cy="2561419"/>
          </a:xfrm>
          <a:ln>
            <a:solidFill>
              <a:schemeClr val="bg2"/>
            </a:solidFill>
          </a:ln>
        </p:spPr>
        <p:txBody>
          <a:bodyPr wrap="square"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13" name="Text Placeholder 4"/>
          <p:cNvSpPr>
            <a:spLocks noGrp="1"/>
          </p:cNvSpPr>
          <p:nvPr>
            <p:ph type="body" sz="quarter" idx="12" hasCustomPrompt="1"/>
          </p:nvPr>
        </p:nvSpPr>
        <p:spPr>
          <a:xfrm>
            <a:off x="302931" y="961415"/>
            <a:ext cx="4170595" cy="461665"/>
          </a:xfrm>
          <a:solidFill>
            <a:schemeClr val="bg2"/>
          </a:solidFill>
          <a:ln>
            <a:noFill/>
          </a:ln>
        </p:spPr>
        <p:txBody>
          <a:bodyPr wrap="square" lIns="91440" tIns="91440" rIns="91440" bIns="91440">
            <a:spAutoFit/>
          </a:bodyPr>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Heading 1</a:t>
            </a:r>
          </a:p>
        </p:txBody>
      </p:sp>
      <p:sp>
        <p:nvSpPr>
          <p:cNvPr id="14" name="Text Placeholder 4"/>
          <p:cNvSpPr>
            <a:spLocks noGrp="1"/>
          </p:cNvSpPr>
          <p:nvPr>
            <p:ph type="body" sz="quarter" idx="13" hasCustomPrompt="1"/>
          </p:nvPr>
        </p:nvSpPr>
        <p:spPr>
          <a:xfrm>
            <a:off x="4648200" y="961415"/>
            <a:ext cx="4170595" cy="461665"/>
          </a:xfrm>
          <a:solidFill>
            <a:schemeClr val="bg2"/>
          </a:solidFill>
          <a:ln>
            <a:noFill/>
          </a:ln>
        </p:spPr>
        <p:txBody>
          <a:bodyPr wrap="square" lIns="91440" tIns="91440" rIns="91440" bIns="91440">
            <a:spAutoFit/>
          </a:bodyPr>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Heading 2</a:t>
            </a:r>
          </a:p>
        </p:txBody>
      </p:sp>
      <p:sp>
        <p:nvSpPr>
          <p:cNvPr id="15" name="Text Placeholder 4"/>
          <p:cNvSpPr>
            <a:spLocks noGrp="1"/>
          </p:cNvSpPr>
          <p:nvPr>
            <p:ph type="body" sz="quarter" idx="14" hasCustomPrompt="1"/>
          </p:nvPr>
        </p:nvSpPr>
        <p:spPr>
          <a:xfrm>
            <a:off x="302931" y="3702856"/>
            <a:ext cx="4170595" cy="2561419"/>
          </a:xfrm>
          <a:ln>
            <a:solidFill>
              <a:schemeClr val="bg2"/>
            </a:solidFill>
          </a:ln>
        </p:spPr>
        <p:txBody>
          <a:bodyPr wrap="square"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16" name="Text Placeholder 4"/>
          <p:cNvSpPr>
            <a:spLocks noGrp="1"/>
          </p:cNvSpPr>
          <p:nvPr>
            <p:ph type="body" sz="quarter" idx="15" hasCustomPrompt="1"/>
          </p:nvPr>
        </p:nvSpPr>
        <p:spPr>
          <a:xfrm>
            <a:off x="4648200" y="3702856"/>
            <a:ext cx="4170595" cy="2561419"/>
          </a:xfrm>
          <a:ln>
            <a:solidFill>
              <a:schemeClr val="bg2"/>
            </a:solidFill>
          </a:ln>
        </p:spPr>
        <p:txBody>
          <a:bodyPr wrap="square"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17" name="Text Placeholder 4"/>
          <p:cNvSpPr>
            <a:spLocks noGrp="1"/>
          </p:cNvSpPr>
          <p:nvPr>
            <p:ph type="body" sz="quarter" idx="16" hasCustomPrompt="1"/>
          </p:nvPr>
        </p:nvSpPr>
        <p:spPr>
          <a:xfrm>
            <a:off x="302931" y="3702856"/>
            <a:ext cx="4170595" cy="471520"/>
          </a:xfrm>
          <a:solidFill>
            <a:schemeClr val="bg2"/>
          </a:solidFill>
          <a:ln>
            <a:noFill/>
          </a:ln>
        </p:spPr>
        <p:txBody>
          <a:bodyPr wrap="square" lIns="91440" tIns="91440" rIns="91440" bIns="91440">
            <a:spAutoFit/>
          </a:bodyPr>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Heading 3</a:t>
            </a:r>
          </a:p>
        </p:txBody>
      </p:sp>
      <p:sp>
        <p:nvSpPr>
          <p:cNvPr id="18" name="Text Placeholder 4"/>
          <p:cNvSpPr>
            <a:spLocks noGrp="1"/>
          </p:cNvSpPr>
          <p:nvPr>
            <p:ph type="body" sz="quarter" idx="17" hasCustomPrompt="1"/>
          </p:nvPr>
        </p:nvSpPr>
        <p:spPr>
          <a:xfrm>
            <a:off x="4648200" y="3702856"/>
            <a:ext cx="4170595" cy="471520"/>
          </a:xfrm>
          <a:solidFill>
            <a:schemeClr val="bg2"/>
          </a:solidFill>
          <a:ln>
            <a:noFill/>
          </a:ln>
        </p:spPr>
        <p:txBody>
          <a:bodyPr wrap="square" lIns="91440" tIns="91440" rIns="91440" bIns="91440">
            <a:spAutoFit/>
          </a:bodyPr>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Heading 4</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366838" y="1367641"/>
            <a:ext cx="6729984" cy="338554"/>
          </a:xfrm>
        </p:spPr>
        <p:txBody>
          <a:bodyPr/>
          <a:lstStyle>
            <a:lvl1pPr algn="l">
              <a:defRPr/>
            </a:lvl1pPr>
          </a:lstStyle>
          <a:p>
            <a:r>
              <a:rPr lang="en-US" dirty="0" smtClean="0"/>
              <a:t>Click to edit master title style</a:t>
            </a:r>
            <a:endParaRPr lang="en-US" dirty="0"/>
          </a:p>
        </p:txBody>
      </p:sp>
      <p:sp>
        <p:nvSpPr>
          <p:cNvPr id="8" name="TextBox 7"/>
          <p:cNvSpPr txBox="1">
            <a:spLocks noChangeArrowheads="1"/>
          </p:cNvSpPr>
          <p:nvPr userDrawn="1"/>
        </p:nvSpPr>
        <p:spPr bwMode="gray">
          <a:xfrm>
            <a:off x="1366839" y="3517604"/>
            <a:ext cx="1333698" cy="276999"/>
          </a:xfrm>
          <a:prstGeom prst="rect">
            <a:avLst/>
          </a:prstGeom>
          <a:noFill/>
          <a:ln w="9525">
            <a:noFill/>
            <a:miter lim="800000"/>
            <a:headEnd/>
            <a:tailEnd/>
          </a:ln>
        </p:spPr>
        <p:txBody>
          <a:bodyPr wrap="none" lIns="0" tIns="0" rIns="0" bIns="0" anchor="b" anchorCtr="0">
            <a:spAutoFit/>
          </a:bodyPr>
          <a:lstStyle/>
          <a:p>
            <a:pPr algn="l"/>
            <a:r>
              <a:rPr lang="en-US" b="1" dirty="0" smtClean="0">
                <a:solidFill>
                  <a:schemeClr val="bg2"/>
                </a:solidFill>
                <a:latin typeface="Arial" pitchFamily="34" charset="0"/>
                <a:cs typeface="Arial" pitchFamily="34" charset="0"/>
              </a:rPr>
              <a:t>satyam.com</a:t>
            </a:r>
            <a:endParaRPr lang="en-US" b="1" dirty="0">
              <a:solidFill>
                <a:schemeClr val="bg2"/>
              </a:solidFill>
              <a:latin typeface="Arial" pitchFamily="34" charset="0"/>
              <a:cs typeface="Arial" pitchFamily="34" charset="0"/>
            </a:endParaRPr>
          </a:p>
        </p:txBody>
      </p:sp>
      <p:sp>
        <p:nvSpPr>
          <p:cNvPr id="9" name="TextBox 8"/>
          <p:cNvSpPr txBox="1">
            <a:spLocks noChangeArrowheads="1"/>
          </p:cNvSpPr>
          <p:nvPr userDrawn="1"/>
        </p:nvSpPr>
        <p:spPr bwMode="gray">
          <a:xfrm>
            <a:off x="1366839" y="4233113"/>
            <a:ext cx="6729412" cy="1184940"/>
          </a:xfrm>
          <a:prstGeom prst="rect">
            <a:avLst/>
          </a:prstGeom>
          <a:noFill/>
          <a:ln w="9525">
            <a:noFill/>
            <a:miter lim="800000"/>
            <a:headEnd/>
            <a:tailEnd/>
          </a:ln>
        </p:spPr>
        <p:txBody>
          <a:bodyPr wrap="square" lIns="0" tIns="0" rIns="0" bIns="0">
            <a:spAutoFit/>
          </a:bodyPr>
          <a:lstStyle/>
          <a:p>
            <a:pPr algn="l">
              <a:spcBef>
                <a:spcPts val="600"/>
              </a:spcBef>
            </a:pPr>
            <a:r>
              <a:rPr lang="en-US" sz="900" b="1" dirty="0" smtClean="0">
                <a:solidFill>
                  <a:schemeClr val="bg2"/>
                </a:solidFill>
              </a:rPr>
              <a:t>Safe Harbor</a:t>
            </a:r>
          </a:p>
          <a:p>
            <a:pPr algn="l">
              <a:spcBef>
                <a:spcPts val="600"/>
              </a:spcBef>
            </a:pPr>
            <a:r>
              <a:rPr lang="en-US" sz="900" dirty="0" smtClean="0">
                <a:solidFill>
                  <a:schemeClr val="bg2"/>
                </a:solidFill>
              </a:rPr>
              <a:t>This document contains forward-looking statements within the meaning of section 27A of Securities Act of 1933, as amended, and section 21E of the Securities Exchange Act of 1934, as amended. The forward-looking statements contained herein are subject to certain risks and uncertainties that could cause actual results to differ materially from those reflected in the forward-looking statements. Satyam undertakes no duty to update any forward-looking statements. For a discussion of the risks associated with our business, please see the discussions under the heading “Risk Factors” in our report on Form 6-K concerning the quarter ended September 30, 2008, furnished to the Securities and Exchange Commission on 07 November, 2008, and the other reports filed with the Securities and Exchange Commission from time to time. These filings are available at http://www.sec.gov</a:t>
            </a:r>
            <a:endParaRPr lang="en-US" sz="900" b="1" dirty="0">
              <a:solidFill>
                <a:schemeClr val="bg2"/>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17500" y="76200"/>
            <a:ext cx="8501063" cy="334963"/>
          </a:xfrm>
        </p:spPr>
        <p:txBody>
          <a:bodyPr/>
          <a:lstStyle/>
          <a:p>
            <a:r>
              <a:rPr lang="en-US" smtClean="0"/>
              <a:t>Click to edit Master title style</a:t>
            </a:r>
            <a:endParaRPr lang="en-US"/>
          </a:p>
        </p:txBody>
      </p:sp>
      <p:sp>
        <p:nvSpPr>
          <p:cNvPr id="3" name="Content Placeholder 2"/>
          <p:cNvSpPr>
            <a:spLocks noGrp="1"/>
          </p:cNvSpPr>
          <p:nvPr>
            <p:ph idx="1"/>
          </p:nvPr>
        </p:nvSpPr>
        <p:spPr>
          <a:xfrm>
            <a:off x="312739" y="1019175"/>
            <a:ext cx="6850062" cy="4714875"/>
          </a:xfrm>
        </p:spPr>
        <p:txBody>
          <a:bodyPr/>
          <a:lstStyle>
            <a:lvl1pPr>
              <a:defRPr sz="1800"/>
            </a:lvl1pPr>
            <a:lvl2pPr>
              <a:defRPr sz="1800"/>
            </a:lvl2pPr>
            <a:lvl3pPr>
              <a:defRPr sz="18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20040" y="76200"/>
            <a:ext cx="8229600" cy="334963"/>
          </a:xfrm>
        </p:spPr>
        <p:txBody>
          <a:bodyPr/>
          <a:lstStyle/>
          <a:p>
            <a:r>
              <a:rPr lang="en-US" smtClean="0"/>
              <a:t>Click to edit Master title style</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7848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799" y="469484"/>
            <a:ext cx="8539163" cy="33855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lgn="l" rtl="0" eaLnBrk="1" fontAlgn="base" hangingPunct="1">
              <a:spcBef>
                <a:spcPct val="0"/>
              </a:spcBef>
              <a:spcAft>
                <a:spcPct val="0"/>
              </a:spcAft>
            </a:pPr>
            <a:r>
              <a:rPr lang="en-US" smtClean="0"/>
              <a:t>Click to edit Master title style</a:t>
            </a:r>
            <a:endParaRPr lang="en-US" dirty="0"/>
          </a:p>
        </p:txBody>
      </p:sp>
      <p:sp>
        <p:nvSpPr>
          <p:cNvPr id="3" name="Text Placeholder 2"/>
          <p:cNvSpPr>
            <a:spLocks noGrp="1"/>
          </p:cNvSpPr>
          <p:nvPr>
            <p:ph type="body" idx="1"/>
          </p:nvPr>
        </p:nvSpPr>
        <p:spPr>
          <a:xfrm>
            <a:off x="304799" y="1262568"/>
            <a:ext cx="8539164" cy="1384995"/>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smtClean="0"/>
              <a:t>Click to edit master text styles</a:t>
            </a:r>
          </a:p>
          <a:p>
            <a:pPr lvl="1"/>
            <a:r>
              <a:rPr lang="en-US" dirty="0" smtClean="0"/>
              <a:t>First level</a:t>
            </a:r>
          </a:p>
          <a:p>
            <a:pPr lvl="2"/>
            <a:r>
              <a:rPr lang="en-US" dirty="0" smtClean="0"/>
              <a:t>Second level</a:t>
            </a:r>
          </a:p>
          <a:p>
            <a:pPr lvl="3"/>
            <a:r>
              <a:rPr lang="en-US" dirty="0" smtClean="0"/>
              <a:t>Third level</a:t>
            </a:r>
          </a:p>
          <a:p>
            <a:pPr lvl="4"/>
            <a:r>
              <a:rPr lang="en-US" dirty="0" smtClean="0"/>
              <a:t>Fifth level</a:t>
            </a:r>
            <a:endParaRPr lang="en-US" dirty="0"/>
          </a:p>
        </p:txBody>
      </p:sp>
      <p:sp>
        <p:nvSpPr>
          <p:cNvPr id="9" name="TextBox 20"/>
          <p:cNvSpPr txBox="1">
            <a:spLocks noChangeArrowheads="1"/>
          </p:cNvSpPr>
          <p:nvPr/>
        </p:nvSpPr>
        <p:spPr bwMode="auto">
          <a:xfrm>
            <a:off x="304799" y="6662738"/>
            <a:ext cx="714375" cy="123825"/>
          </a:xfrm>
          <a:prstGeom prst="rect">
            <a:avLst/>
          </a:prstGeom>
          <a:noFill/>
          <a:ln w="9525">
            <a:noFill/>
            <a:miter lim="800000"/>
            <a:headEnd/>
            <a:tailEnd/>
          </a:ln>
        </p:spPr>
        <p:txBody>
          <a:bodyPr lIns="0" tIns="0" rIns="0" bIns="0">
            <a:spAutoFit/>
          </a:bodyPr>
          <a:lstStyle/>
          <a:p>
            <a:pPr algn="l">
              <a:defRPr/>
            </a:pPr>
            <a:r>
              <a:rPr lang="en-US" sz="800" dirty="0">
                <a:solidFill>
                  <a:schemeClr val="bg2"/>
                </a:solidFill>
              </a:rPr>
              <a:t>© Satyam </a:t>
            </a:r>
            <a:r>
              <a:rPr lang="en-US" sz="800" dirty="0" smtClean="0">
                <a:solidFill>
                  <a:schemeClr val="bg2"/>
                </a:solidFill>
              </a:rPr>
              <a:t>2009</a:t>
            </a:r>
            <a:endParaRPr lang="en-US" sz="800" dirty="0">
              <a:solidFill>
                <a:schemeClr val="bg2"/>
              </a:solidFill>
            </a:endParaRPr>
          </a:p>
        </p:txBody>
      </p:sp>
      <p:sp>
        <p:nvSpPr>
          <p:cNvPr id="10" name="Slide Number Placeholder 5"/>
          <p:cNvSpPr txBox="1">
            <a:spLocks/>
          </p:cNvSpPr>
          <p:nvPr/>
        </p:nvSpPr>
        <p:spPr bwMode="auto">
          <a:xfrm>
            <a:off x="4509483" y="6662738"/>
            <a:ext cx="125034" cy="123111"/>
          </a:xfrm>
          <a:prstGeom prst="rect">
            <a:avLst/>
          </a:prstGeom>
          <a:noFill/>
          <a:ln w="9525">
            <a:noFill/>
            <a:miter lim="800000"/>
            <a:headEnd/>
            <a:tailEnd/>
          </a:ln>
        </p:spPr>
        <p:txBody>
          <a:bodyPr wrap="none" lIns="0" tIns="0" rIns="0" bIns="0" anchor="ctr">
            <a:spAutoFit/>
          </a:bodyPr>
          <a:lstStyle/>
          <a:p>
            <a:pPr algn="ctr">
              <a:defRPr/>
            </a:pPr>
            <a:fld id="{6856ECDB-1CEE-4F69-ADCA-557460F2116E}" type="slidenum">
              <a:rPr lang="en-US" sz="800">
                <a:solidFill>
                  <a:schemeClr val="bg2"/>
                </a:solidFill>
              </a:rPr>
              <a:pPr algn="ctr">
                <a:defRPr/>
              </a:pPr>
              <a:t>‹#›</a:t>
            </a:fld>
            <a:endParaRPr lang="en-US" sz="800" dirty="0">
              <a:solidFill>
                <a:schemeClr val="bg2"/>
              </a:solidFill>
            </a:endParaRPr>
          </a:p>
        </p:txBody>
      </p:sp>
      <p:pic>
        <p:nvPicPr>
          <p:cNvPr id="35" name="Picture 34" descr="PPT.jpg"/>
          <p:cNvPicPr>
            <a:picLocks noChangeAspect="1"/>
          </p:cNvPicPr>
          <p:nvPr/>
        </p:nvPicPr>
        <p:blipFill>
          <a:blip r:embed="rId11" cstate="screen"/>
          <a:srcRect/>
          <a:stretch>
            <a:fillRect/>
          </a:stretch>
        </p:blipFill>
        <p:spPr>
          <a:xfrm>
            <a:off x="6719888" y="104040"/>
            <a:ext cx="2133600" cy="304800"/>
          </a:xfrm>
          <a:prstGeom prst="rect">
            <a:avLst/>
          </a:prstGeom>
        </p:spPr>
      </p:pic>
      <p:pic>
        <p:nvPicPr>
          <p:cNvPr id="36" name="Picture 35" descr="PPT.jpg"/>
          <p:cNvPicPr>
            <a:picLocks noChangeAspect="1"/>
          </p:cNvPicPr>
          <p:nvPr/>
        </p:nvPicPr>
        <p:blipFill>
          <a:blip r:embed="rId12" cstate="screen"/>
          <a:srcRect/>
          <a:stretch>
            <a:fillRect/>
          </a:stretch>
        </p:blipFill>
        <p:spPr>
          <a:xfrm>
            <a:off x="7371470" y="6183380"/>
            <a:ext cx="1772529" cy="67461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7" r:id="rId2"/>
    <p:sldLayoutId id="2147483651" r:id="rId3"/>
    <p:sldLayoutId id="2147483658" r:id="rId4"/>
    <p:sldLayoutId id="2147483650" r:id="rId5"/>
    <p:sldLayoutId id="2147483656" r:id="rId6"/>
    <p:sldLayoutId id="2147483659" r:id="rId7"/>
    <p:sldLayoutId id="2147483660" r:id="rId8"/>
    <p:sldLayoutId id="2147483661" r:id="rId9"/>
  </p:sldLayoutIdLst>
  <p:txStyles>
    <p:titleStyle>
      <a:lvl1pPr algn="l" defTabSz="914400" rtl="0" eaLnBrk="1" latinLnBrk="0" hangingPunct="1">
        <a:spcBef>
          <a:spcPct val="0"/>
        </a:spcBef>
        <a:buNone/>
        <a:defRPr lang="en-US" sz="2200" b="1" kern="1200" dirty="0" smtClean="0">
          <a:solidFill>
            <a:schemeClr val="tx2"/>
          </a:solidFill>
          <a:latin typeface="Arial" pitchFamily="34" charset="0"/>
          <a:ea typeface="+mj-ea"/>
          <a:cs typeface="+mj-cs"/>
        </a:defRPr>
      </a:lvl1pPr>
    </p:titleStyle>
    <p:bodyStyle>
      <a:lvl1pPr marL="0" indent="0" algn="l" defTabSz="914400" rtl="0" eaLnBrk="1" fontAlgn="base" latinLnBrk="0" hangingPunct="1">
        <a:spcBef>
          <a:spcPts val="0"/>
        </a:spcBef>
        <a:spcAft>
          <a:spcPct val="0"/>
        </a:spcAft>
        <a:buFont typeface="Arial" pitchFamily="34" charset="0"/>
        <a:buNone/>
        <a:defRPr lang="en-US" sz="1800" b="0" kern="1200" baseline="0" dirty="0" smtClean="0">
          <a:solidFill>
            <a:schemeClr val="tx1"/>
          </a:solidFill>
          <a:latin typeface="Arial" pitchFamily="34" charset="0"/>
          <a:ea typeface="+mn-ea"/>
          <a:cs typeface="+mn-cs"/>
        </a:defRPr>
      </a:lvl1pPr>
      <a:lvl2pPr marL="285750" indent="-285750" algn="l" defTabSz="914400" rtl="0" eaLnBrk="1" fontAlgn="base" latinLnBrk="0" hangingPunct="1">
        <a:spcBef>
          <a:spcPts val="0"/>
        </a:spcBef>
        <a:spcAft>
          <a:spcPct val="0"/>
        </a:spcAft>
        <a:buClr>
          <a:schemeClr val="tx2"/>
        </a:buClr>
        <a:buSzPct val="120000"/>
        <a:buFont typeface="Wingdings" pitchFamily="2" charset="2"/>
        <a:buChar char="§"/>
        <a:defRPr lang="en-US" sz="1800" b="0" kern="1200" baseline="0" dirty="0" smtClean="0">
          <a:solidFill>
            <a:schemeClr val="tx1"/>
          </a:solidFill>
          <a:latin typeface="Arial" pitchFamily="34" charset="0"/>
          <a:ea typeface="+mn-ea"/>
          <a:cs typeface="+mn-cs"/>
        </a:defRPr>
      </a:lvl2pPr>
      <a:lvl3pPr marL="571500" indent="-279400" algn="l" defTabSz="914400" rtl="0" eaLnBrk="1" fontAlgn="base" latinLnBrk="0" hangingPunct="1">
        <a:spcBef>
          <a:spcPts val="0"/>
        </a:spcBef>
        <a:spcAft>
          <a:spcPct val="0"/>
        </a:spcAft>
        <a:buClr>
          <a:schemeClr val="tx2"/>
        </a:buClr>
        <a:buSzPct val="110000"/>
        <a:buFont typeface="Arial" pitchFamily="34" charset="0"/>
        <a:buChar char="–"/>
        <a:defRPr lang="en-US" sz="1800" b="0" kern="1200" baseline="0" dirty="0" smtClean="0">
          <a:solidFill>
            <a:schemeClr val="tx1"/>
          </a:solidFill>
          <a:latin typeface="Arial" pitchFamily="34" charset="0"/>
          <a:ea typeface="+mn-ea"/>
          <a:cs typeface="+mn-cs"/>
        </a:defRPr>
      </a:lvl3pPr>
      <a:lvl4pPr marL="850900" indent="-279400" algn="l" defTabSz="914400" rtl="0" eaLnBrk="1" fontAlgn="base" latinLnBrk="0" hangingPunct="1">
        <a:spcBef>
          <a:spcPts val="0"/>
        </a:spcBef>
        <a:spcAft>
          <a:spcPct val="0"/>
        </a:spcAft>
        <a:buClr>
          <a:schemeClr val="tx2"/>
        </a:buClr>
        <a:buSzPct val="80000"/>
        <a:buFont typeface="Wingdings" pitchFamily="2" charset="2"/>
        <a:buChar char="§"/>
        <a:defRPr lang="en-US" sz="1800" b="0" kern="1200" baseline="0" dirty="0" smtClean="0">
          <a:solidFill>
            <a:schemeClr val="tx1"/>
          </a:solidFill>
          <a:latin typeface="Arial" pitchFamily="34" charset="0"/>
          <a:ea typeface="+mn-ea"/>
          <a:cs typeface="+mn-cs"/>
        </a:defRPr>
      </a:lvl4pPr>
      <a:lvl5pPr marL="1136650" indent="-285750" algn="l" defTabSz="933450" rtl="0" eaLnBrk="1" fontAlgn="base" latinLnBrk="0" hangingPunct="1">
        <a:spcBef>
          <a:spcPts val="0"/>
        </a:spcBef>
        <a:spcAft>
          <a:spcPct val="0"/>
        </a:spcAft>
        <a:buClr>
          <a:schemeClr val="tx2"/>
        </a:buClr>
        <a:buSzPct val="80000"/>
        <a:buFont typeface="Arial" pitchFamily="34" charset="0"/>
        <a:buChar char="–"/>
        <a:defRPr lang="en-US" sz="1800" b="0" kern="1200" baseline="0" dirty="0" smtClean="0">
          <a:solidFill>
            <a:schemeClr val="tx1"/>
          </a:solidFill>
          <a:latin typeface="Arial"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9.xml"/><Relationship Id="rId1" Type="http://schemas.openxmlformats.org/officeDocument/2006/relationships/vmlDrawing" Target="../drawings/vmlDrawing1.vml"/><Relationship Id="rId6" Type="http://schemas.openxmlformats.org/officeDocument/2006/relationships/image" Target="../media/image5.emf"/><Relationship Id="rId5" Type="http://schemas.openxmlformats.org/officeDocument/2006/relationships/oleObject" Target="../embeddings/oleObject2.bin"/><Relationship Id="rId4" Type="http://schemas.openxmlformats.org/officeDocument/2006/relationships/image" Target="../media/image4.emf"/></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emf"/><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notesSlide" Target="../notesSlides/notesSlide1.xml"/><Relationship Id="rId7" Type="http://schemas.openxmlformats.org/officeDocument/2006/relationships/image" Target="../media/image9.png"/><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8.jpeg"/><Relationship Id="rId5" Type="http://schemas.openxmlformats.org/officeDocument/2006/relationships/image" Target="../media/image4.emf"/><Relationship Id="rId4" Type="http://schemas.openxmlformats.org/officeDocument/2006/relationships/oleObject" Target="../embeddings/oleObject3.bin"/></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9163" y="2919032"/>
            <a:ext cx="7362634" cy="1292662"/>
          </a:xfrm>
        </p:spPr>
        <p:txBody>
          <a:bodyPr wrap="square">
            <a:spAutoFit/>
          </a:bodyPr>
          <a:lstStyle/>
          <a:p>
            <a:r>
              <a:rPr lang="en-US" sz="2800" dirty="0" smtClean="0"/>
              <a:t>	</a:t>
            </a:r>
            <a:r>
              <a:rPr lang="en-US" altLang="zh-CN" sz="2800" dirty="0" smtClean="0">
                <a:solidFill>
                  <a:srgbClr val="C00000"/>
                </a:solidFill>
                <a:ea typeface="Gulim" pitchFamily="34" charset="-127"/>
                <a:cs typeface="Arial" pitchFamily="34" charset="0"/>
              </a:rPr>
              <a:t>	     :Case Study : </a:t>
            </a:r>
            <a:br>
              <a:rPr lang="en-US" altLang="zh-CN" sz="2800" dirty="0" smtClean="0">
                <a:solidFill>
                  <a:srgbClr val="C00000"/>
                </a:solidFill>
                <a:ea typeface="Gulim" pitchFamily="34" charset="-127"/>
                <a:cs typeface="Arial" pitchFamily="34" charset="0"/>
              </a:rPr>
            </a:br>
            <a:r>
              <a:rPr lang="en-US" altLang="zh-CN" sz="2800" dirty="0" smtClean="0">
                <a:solidFill>
                  <a:srgbClr val="C00000"/>
                </a:solidFill>
                <a:ea typeface="Gulim" pitchFamily="34" charset="-127"/>
                <a:cs typeface="Arial" pitchFamily="34" charset="0"/>
              </a:rPr>
              <a:t>  BHEL - DSP based 3-level IGBT inverter 	Drive for 1.8 MW Induction Motor</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Title 1"/>
          <p:cNvSpPr>
            <a:spLocks noGrp="1"/>
          </p:cNvSpPr>
          <p:nvPr>
            <p:ph type="title" idx="4294967295"/>
          </p:nvPr>
        </p:nvSpPr>
        <p:spPr>
          <a:xfrm>
            <a:off x="228600" y="228600"/>
            <a:ext cx="8539163" cy="338138"/>
          </a:xfrm>
        </p:spPr>
        <p:txBody>
          <a:bodyPr/>
          <a:lstStyle/>
          <a:p>
            <a:pPr eaLnBrk="1" hangingPunct="1"/>
            <a:r>
              <a:rPr smtClean="0"/>
              <a:t>System Level Block Diagram</a:t>
            </a:r>
          </a:p>
        </p:txBody>
      </p:sp>
      <p:graphicFrame>
        <p:nvGraphicFramePr>
          <p:cNvPr id="1026" name="Object 18"/>
          <p:cNvGraphicFramePr>
            <a:graphicFrameLocks noChangeAspect="1"/>
          </p:cNvGraphicFramePr>
          <p:nvPr/>
        </p:nvGraphicFramePr>
        <p:xfrm>
          <a:off x="381000" y="990600"/>
          <a:ext cx="3078163" cy="5257800"/>
        </p:xfrm>
        <a:graphic>
          <a:graphicData uri="http://schemas.openxmlformats.org/presentationml/2006/ole">
            <mc:AlternateContent xmlns:mc="http://schemas.openxmlformats.org/markup-compatibility/2006">
              <mc:Choice xmlns:v="urn:schemas-microsoft-com:vml" Requires="v">
                <p:oleObj spid="_x0000_s53252" name="VISIO" r:id="rId3" imgW="4163760" imgH="9394200" progId="">
                  <p:embed/>
                </p:oleObj>
              </mc:Choice>
              <mc:Fallback>
                <p:oleObj name="VISIO" r:id="rId3" imgW="4163760" imgH="939420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990600"/>
                        <a:ext cx="3078163"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7" name="Object 48"/>
          <p:cNvGraphicFramePr>
            <a:graphicFrameLocks noChangeAspect="1"/>
          </p:cNvGraphicFramePr>
          <p:nvPr/>
        </p:nvGraphicFramePr>
        <p:xfrm>
          <a:off x="3352800" y="1219200"/>
          <a:ext cx="5605463" cy="4648200"/>
        </p:xfrm>
        <a:graphic>
          <a:graphicData uri="http://schemas.openxmlformats.org/presentationml/2006/ole">
            <mc:AlternateContent xmlns:mc="http://schemas.openxmlformats.org/markup-compatibility/2006">
              <mc:Choice xmlns:v="urn:schemas-microsoft-com:vml" Requires="v">
                <p:oleObj spid="_x0000_s53253" name="Visio" r:id="rId5" imgW="11043666" imgH="8082534" progId="">
                  <p:embed/>
                </p:oleObj>
              </mc:Choice>
              <mc:Fallback>
                <p:oleObj name="Visio" r:id="rId5" imgW="11043666" imgH="8082534"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52800" y="1219200"/>
                        <a:ext cx="5605463" cy="464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17261992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4"/>
          <p:cNvSpPr>
            <a:spLocks noGrp="1" noChangeArrowheads="1"/>
          </p:cNvSpPr>
          <p:nvPr>
            <p:ph type="title"/>
          </p:nvPr>
        </p:nvSpPr>
        <p:spPr>
          <a:xfrm>
            <a:off x="0" y="344043"/>
            <a:ext cx="8229600" cy="338554"/>
          </a:xfrm>
          <a:noFill/>
        </p:spPr>
        <p:txBody>
          <a:bodyPr/>
          <a:lstStyle/>
          <a:p>
            <a:r>
              <a:rPr lang="en-US" altLang="zh-CN" dirty="0" smtClean="0">
                <a:solidFill>
                  <a:srgbClr val="C00000"/>
                </a:solidFill>
                <a:ea typeface="Gulim" pitchFamily="34" charset="-127"/>
                <a:cs typeface="Arial" pitchFamily="34" charset="0"/>
              </a:rPr>
              <a:t>  </a:t>
            </a:r>
            <a:r>
              <a:rPr lang="en-US" altLang="zh-CN" sz="1600" dirty="0">
                <a:solidFill>
                  <a:srgbClr val="C00000"/>
                </a:solidFill>
                <a:ea typeface="Gulim" pitchFamily="34" charset="-127"/>
                <a:cs typeface="Arial" pitchFamily="34" charset="0"/>
              </a:rPr>
              <a:t>BHEL - DSP based 3-level IGBT inverter Drive for 1.8 MW Induction Motor</a:t>
            </a:r>
          </a:p>
        </p:txBody>
      </p:sp>
      <p:sp>
        <p:nvSpPr>
          <p:cNvPr id="4101" name="Slide Number Placeholder 3"/>
          <p:cNvSpPr>
            <a:spLocks noGrp="1"/>
          </p:cNvSpPr>
          <p:nvPr>
            <p:ph type="sldNum" sz="quarter" idx="4294967295"/>
          </p:nvPr>
        </p:nvSpPr>
        <p:spPr bwMode="auto">
          <a:xfrm>
            <a:off x="0" y="6629400"/>
            <a:ext cx="457200" cy="228600"/>
          </a:xfrm>
          <a:prstGeom prst="rect">
            <a:avLst/>
          </a:prstGeom>
          <a:noFill/>
          <a:ln>
            <a:miter lim="800000"/>
            <a:headEnd/>
            <a:tailEnd/>
          </a:ln>
        </p:spPr>
        <p:txBody>
          <a:bodyPr/>
          <a:lstStyle/>
          <a:p>
            <a:fld id="{6D82042E-EFAF-4554-B23B-3B17E8E4193B}" type="slidenum">
              <a:rPr lang="en-US"/>
              <a:pPr/>
              <a:t>3</a:t>
            </a:fld>
            <a:endParaRPr lang="en-US" dirty="0"/>
          </a:p>
        </p:txBody>
      </p:sp>
      <p:sp>
        <p:nvSpPr>
          <p:cNvPr id="4102" name="Rectangle 8"/>
          <p:cNvSpPr>
            <a:spLocks noGrp="1" noChangeArrowheads="1"/>
          </p:cNvSpPr>
          <p:nvPr>
            <p:ph type="body" idx="4294967295"/>
          </p:nvPr>
        </p:nvSpPr>
        <p:spPr>
          <a:xfrm>
            <a:off x="238125" y="840968"/>
            <a:ext cx="4149306" cy="5770811"/>
          </a:xfrm>
          <a:noFill/>
        </p:spPr>
        <p:txBody>
          <a:bodyPr lIns="91440" anchor="ctr" anchorCtr="1"/>
          <a:lstStyle/>
          <a:p>
            <a:pPr marL="342900" indent="-342900">
              <a:spcBef>
                <a:spcPct val="20000"/>
              </a:spcBef>
              <a:buClr>
                <a:srgbClr val="2D5E8B"/>
              </a:buClr>
              <a:buFontTx/>
              <a:buChar char="•"/>
            </a:pPr>
            <a:r>
              <a:rPr lang="en-US" altLang="zh-CN" sz="1000" b="1" dirty="0">
                <a:solidFill>
                  <a:srgbClr val="2D5E8B"/>
                </a:solidFill>
                <a:latin typeface="+mn-lt"/>
              </a:rPr>
              <a:t>Scope</a:t>
            </a:r>
          </a:p>
          <a:p>
            <a:pPr marL="742950" lvl="1" algn="just">
              <a:lnSpc>
                <a:spcPct val="150000"/>
              </a:lnSpc>
              <a:spcBef>
                <a:spcPct val="20000"/>
              </a:spcBef>
              <a:buClr>
                <a:schemeClr val="tx1"/>
              </a:buClr>
              <a:buFontTx/>
              <a:buChar char="–"/>
            </a:pPr>
            <a:r>
              <a:rPr lang="en-US" sz="1000" dirty="0">
                <a:latin typeface="+mn-lt"/>
              </a:rPr>
              <a:t> Design and Development of a controller for 3 level 12 Pulse 1.8 MW IGBT IM Drive</a:t>
            </a:r>
          </a:p>
          <a:p>
            <a:pPr marL="742950" lvl="1" algn="just">
              <a:lnSpc>
                <a:spcPct val="150000"/>
              </a:lnSpc>
              <a:spcBef>
                <a:spcPct val="20000"/>
              </a:spcBef>
              <a:buClr>
                <a:schemeClr val="tx1"/>
              </a:buClr>
              <a:buFontTx/>
              <a:buChar char="–"/>
            </a:pPr>
            <a:r>
              <a:rPr lang="en-US" sz="1000" dirty="0">
                <a:latin typeface="+mn-lt"/>
              </a:rPr>
              <a:t> Modeling and Simulation of SV PWM technique for 3-level </a:t>
            </a:r>
            <a:r>
              <a:rPr lang="en-US" sz="1000" dirty="0" smtClean="0">
                <a:latin typeface="+mn-lt"/>
              </a:rPr>
              <a:t>inverter</a:t>
            </a:r>
            <a:endParaRPr altLang="zh-CN" sz="1000" b="1" dirty="0">
              <a:ea typeface="SimSun"/>
              <a:cs typeface="Arial" pitchFamily="34" charset="0"/>
            </a:endParaRPr>
          </a:p>
          <a:p>
            <a:pPr marL="342900" indent="-342900">
              <a:spcBef>
                <a:spcPct val="20000"/>
              </a:spcBef>
              <a:buClr>
                <a:srgbClr val="2D5E8B"/>
              </a:buClr>
              <a:buFontTx/>
              <a:buChar char="•"/>
            </a:pPr>
            <a:r>
              <a:rPr lang="en-US" altLang="zh-CN" sz="1000" b="1" dirty="0" smtClean="0">
                <a:solidFill>
                  <a:srgbClr val="2D5E8B"/>
                </a:solidFill>
                <a:latin typeface="+mn-lt"/>
              </a:rPr>
              <a:t>Highlights</a:t>
            </a:r>
          </a:p>
          <a:p>
            <a:pPr marL="742950" lvl="1" algn="just">
              <a:lnSpc>
                <a:spcPct val="150000"/>
              </a:lnSpc>
              <a:spcBef>
                <a:spcPct val="20000"/>
              </a:spcBef>
              <a:buClr>
                <a:schemeClr val="tx1"/>
              </a:buClr>
              <a:buFontTx/>
              <a:buChar char="–"/>
            </a:pPr>
            <a:r>
              <a:rPr lang="en-US" altLang="zh-CN" sz="1000" dirty="0">
                <a:latin typeface="+mn-lt"/>
              </a:rPr>
              <a:t>Dual processor architecture – DSP and ARM9</a:t>
            </a:r>
          </a:p>
          <a:p>
            <a:pPr marL="742950" lvl="1" algn="just">
              <a:lnSpc>
                <a:spcPct val="150000"/>
              </a:lnSpc>
              <a:spcBef>
                <a:spcPct val="20000"/>
              </a:spcBef>
              <a:buClr>
                <a:schemeClr val="tx1"/>
              </a:buClr>
              <a:buFontTx/>
              <a:buChar char="–"/>
            </a:pPr>
            <a:r>
              <a:rPr lang="en-US" altLang="zh-CN" sz="1000" dirty="0">
                <a:latin typeface="+mn-lt"/>
              </a:rPr>
              <a:t>Sensor less vector and V/F mode techniques for speed control</a:t>
            </a:r>
          </a:p>
          <a:p>
            <a:pPr marL="742950" lvl="1" algn="just">
              <a:lnSpc>
                <a:spcPct val="150000"/>
              </a:lnSpc>
              <a:spcBef>
                <a:spcPct val="20000"/>
              </a:spcBef>
              <a:buClr>
                <a:schemeClr val="tx1"/>
              </a:buClr>
              <a:buFontTx/>
              <a:buChar char="–"/>
            </a:pPr>
            <a:r>
              <a:rPr lang="en-US" altLang="zh-CN" sz="1000" dirty="0">
                <a:latin typeface="+mn-lt"/>
              </a:rPr>
              <a:t>Dynamic Braking feature with Chopper control</a:t>
            </a:r>
          </a:p>
          <a:p>
            <a:pPr marL="742950" lvl="1" algn="just">
              <a:lnSpc>
                <a:spcPct val="150000"/>
              </a:lnSpc>
              <a:spcBef>
                <a:spcPct val="20000"/>
              </a:spcBef>
              <a:buClr>
                <a:schemeClr val="tx1"/>
              </a:buClr>
              <a:buFontTx/>
              <a:buChar char="–"/>
            </a:pPr>
            <a:r>
              <a:rPr lang="en-US" altLang="zh-CN" sz="1000" dirty="0">
                <a:latin typeface="+mn-lt"/>
              </a:rPr>
              <a:t>Unique concept for 12 pulse 3 level SVPWM output generation</a:t>
            </a:r>
          </a:p>
          <a:p>
            <a:pPr marL="742950" lvl="1" algn="just">
              <a:lnSpc>
                <a:spcPct val="150000"/>
              </a:lnSpc>
              <a:spcBef>
                <a:spcPct val="20000"/>
              </a:spcBef>
              <a:buClr>
                <a:schemeClr val="tx1"/>
              </a:buClr>
              <a:buFontTx/>
              <a:buChar char="–"/>
            </a:pPr>
            <a:r>
              <a:rPr lang="en-US" altLang="zh-CN" sz="1000" dirty="0">
                <a:latin typeface="+mn-lt"/>
              </a:rPr>
              <a:t>PC based SW tool for drive configuration</a:t>
            </a:r>
          </a:p>
          <a:p>
            <a:pPr marL="742950" lvl="1" algn="just">
              <a:lnSpc>
                <a:spcPct val="150000"/>
              </a:lnSpc>
              <a:spcBef>
                <a:spcPct val="20000"/>
              </a:spcBef>
              <a:buClr>
                <a:schemeClr val="tx1"/>
              </a:buClr>
              <a:buFontTx/>
              <a:buChar char="–"/>
            </a:pPr>
            <a:r>
              <a:rPr lang="en-US" altLang="zh-CN" sz="1000" dirty="0">
                <a:latin typeface="+mn-lt"/>
              </a:rPr>
              <a:t>Event logging and fault diagnosis</a:t>
            </a:r>
          </a:p>
          <a:p>
            <a:pPr marL="742950" lvl="1" algn="just">
              <a:lnSpc>
                <a:spcPct val="150000"/>
              </a:lnSpc>
              <a:spcBef>
                <a:spcPct val="20000"/>
              </a:spcBef>
              <a:buClr>
                <a:schemeClr val="tx1"/>
              </a:buClr>
              <a:buFontTx/>
              <a:buChar char="–"/>
            </a:pPr>
            <a:r>
              <a:rPr lang="en-US" altLang="zh-CN" sz="1000" dirty="0">
                <a:latin typeface="+mn-lt"/>
              </a:rPr>
              <a:t>CAN bus, Modbus, Profibus and USB communication interface</a:t>
            </a:r>
          </a:p>
          <a:p>
            <a:pPr marL="742950" lvl="1" algn="just">
              <a:lnSpc>
                <a:spcPct val="150000"/>
              </a:lnSpc>
              <a:spcBef>
                <a:spcPct val="20000"/>
              </a:spcBef>
              <a:buClr>
                <a:schemeClr val="tx1"/>
              </a:buClr>
              <a:buFontTx/>
              <a:buChar char="–"/>
            </a:pPr>
            <a:r>
              <a:rPr lang="en-US" altLang="zh-CN" sz="1000" dirty="0">
                <a:latin typeface="+mn-lt"/>
              </a:rPr>
              <a:t>Has passed EMI/EMC and Environmental as per IEC STDs like 61000-4.3/2/6, IEC 68-2-2Bb, IEC 68-2030 Db  and Dust Test as per IS9000 part XII – 1981</a:t>
            </a:r>
          </a:p>
          <a:p>
            <a:pPr marL="342900" indent="-342900">
              <a:spcBef>
                <a:spcPct val="20000"/>
              </a:spcBef>
              <a:buClr>
                <a:srgbClr val="2D5E8B"/>
              </a:buClr>
              <a:buFontTx/>
              <a:buChar char="•"/>
            </a:pPr>
            <a:r>
              <a:rPr lang="en-US" altLang="zh-CN" sz="1000" b="1" dirty="0" smtClean="0">
                <a:solidFill>
                  <a:srgbClr val="2D5E8B"/>
                </a:solidFill>
                <a:latin typeface="+mn-lt"/>
              </a:rPr>
              <a:t>Tools/Environment</a:t>
            </a:r>
            <a:endParaRPr lang="en-US" altLang="zh-CN" sz="1000" b="1" dirty="0">
              <a:solidFill>
                <a:srgbClr val="2D5E8B"/>
              </a:solidFill>
              <a:latin typeface="+mn-lt"/>
            </a:endParaRPr>
          </a:p>
          <a:p>
            <a:pPr marL="742950" lvl="1">
              <a:lnSpc>
                <a:spcPct val="150000"/>
              </a:lnSpc>
              <a:spcBef>
                <a:spcPct val="20000"/>
              </a:spcBef>
              <a:buClr>
                <a:schemeClr val="tx1"/>
              </a:buClr>
              <a:buFontTx/>
              <a:buChar char="–"/>
            </a:pPr>
            <a:r>
              <a:rPr lang="en-US" altLang="zh-CN" sz="1000" dirty="0" smtClean="0">
                <a:latin typeface="+mn-lt"/>
              </a:rPr>
              <a:t>Code </a:t>
            </a:r>
            <a:r>
              <a:rPr lang="en-US" altLang="zh-CN" sz="1000" dirty="0">
                <a:latin typeface="+mn-lt"/>
              </a:rPr>
              <a:t>Composer studio, IAR Workbench and XDS-560 ICE</a:t>
            </a:r>
          </a:p>
          <a:p>
            <a:pPr marL="742950" lvl="1">
              <a:lnSpc>
                <a:spcPct val="150000"/>
              </a:lnSpc>
              <a:spcBef>
                <a:spcPct val="20000"/>
              </a:spcBef>
              <a:buClr>
                <a:schemeClr val="tx1"/>
              </a:buClr>
              <a:buFontTx/>
              <a:buChar char="–"/>
            </a:pPr>
            <a:r>
              <a:rPr lang="en-US" altLang="zh-CN" sz="1000" dirty="0">
                <a:latin typeface="+mn-lt"/>
              </a:rPr>
              <a:t>uC/OS RTOS, </a:t>
            </a:r>
            <a:r>
              <a:rPr lang="en-US" altLang="zh-CN" sz="1000" dirty="0" smtClean="0">
                <a:latin typeface="+mn-lt"/>
              </a:rPr>
              <a:t>Lab view, MATLAB </a:t>
            </a:r>
            <a:r>
              <a:rPr lang="en-US" altLang="zh-CN" sz="1000" dirty="0">
                <a:latin typeface="+mn-lt"/>
              </a:rPr>
              <a:t>and Simulink</a:t>
            </a:r>
          </a:p>
          <a:p>
            <a:pPr marL="742950" lvl="1">
              <a:lnSpc>
                <a:spcPct val="150000"/>
              </a:lnSpc>
              <a:spcBef>
                <a:spcPct val="20000"/>
              </a:spcBef>
              <a:buClr>
                <a:schemeClr val="tx1"/>
              </a:buClr>
              <a:buFontTx/>
              <a:buChar char="–"/>
            </a:pPr>
            <a:r>
              <a:rPr lang="en-US" altLang="zh-CN" sz="1000" dirty="0">
                <a:latin typeface="+mn-lt"/>
              </a:rPr>
              <a:t>ORCAD schematic capture. Cadence Allegro, PSPICE and SI Analysis </a:t>
            </a:r>
            <a:r>
              <a:rPr lang="en-US" altLang="zh-CN" sz="1000" dirty="0" smtClean="0">
                <a:latin typeface="+mn-lt"/>
              </a:rPr>
              <a:t>tools.</a:t>
            </a:r>
            <a:endParaRPr lang="en-US" sz="1000" dirty="0" smtClean="0">
              <a:latin typeface="Arial" charset="0"/>
            </a:endParaRPr>
          </a:p>
        </p:txBody>
      </p:sp>
      <p:pic>
        <p:nvPicPr>
          <p:cNvPr id="34817" name="Picture 1"/>
          <p:cNvPicPr>
            <a:picLocks noChangeAspect="1" noChangeArrowheads="1"/>
          </p:cNvPicPr>
          <p:nvPr/>
        </p:nvPicPr>
        <p:blipFill>
          <a:blip r:embed="rId2"/>
          <a:srcRect/>
          <a:stretch>
            <a:fillRect/>
          </a:stretch>
        </p:blipFill>
        <p:spPr bwMode="auto">
          <a:xfrm>
            <a:off x="4476750" y="873124"/>
            <a:ext cx="4667250" cy="3581401"/>
          </a:xfrm>
          <a:prstGeom prst="rect">
            <a:avLst/>
          </a:prstGeom>
          <a:noFill/>
          <a:ln w="9525">
            <a:noFill/>
            <a:miter lim="800000"/>
            <a:headEnd/>
            <a:tailEnd/>
          </a:ln>
          <a:effectLst/>
        </p:spPr>
      </p:pic>
      <p:pic>
        <p:nvPicPr>
          <p:cNvPr id="34819" name="Picture 3"/>
          <p:cNvPicPr>
            <a:picLocks noChangeAspect="1" noChangeArrowheads="1"/>
          </p:cNvPicPr>
          <p:nvPr/>
        </p:nvPicPr>
        <p:blipFill>
          <a:blip r:embed="rId3"/>
          <a:srcRect/>
          <a:stretch>
            <a:fillRect/>
          </a:stretch>
        </p:blipFill>
        <p:spPr bwMode="auto">
          <a:xfrm>
            <a:off x="5684520" y="4526279"/>
            <a:ext cx="1889760" cy="1981201"/>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4"/>
          <p:cNvSpPr>
            <a:spLocks noGrp="1" noChangeArrowheads="1"/>
          </p:cNvSpPr>
          <p:nvPr>
            <p:ph type="title"/>
          </p:nvPr>
        </p:nvSpPr>
        <p:spPr>
          <a:xfrm>
            <a:off x="317500" y="356616"/>
            <a:ext cx="8597900" cy="677108"/>
          </a:xfrm>
        </p:spPr>
        <p:txBody>
          <a:bodyPr/>
          <a:lstStyle/>
          <a:p>
            <a:pPr eaLnBrk="1" hangingPunct="1"/>
            <a:r>
              <a:rPr lang="en-US" dirty="0" smtClean="0">
                <a:latin typeface="Arial" charset="0"/>
              </a:rPr>
              <a:t>MatLab - Simulation of 3-Level SVPWM Algorithm</a:t>
            </a:r>
            <a:br>
              <a:rPr lang="en-US" dirty="0" smtClean="0">
                <a:latin typeface="Arial" charset="0"/>
              </a:rPr>
            </a:br>
            <a:endParaRPr lang="en-US" dirty="0" smtClean="0">
              <a:solidFill>
                <a:srgbClr val="F6860A"/>
              </a:solidFill>
              <a:latin typeface="Arial" charset="0"/>
            </a:endParaRPr>
          </a:p>
        </p:txBody>
      </p:sp>
      <p:sp>
        <p:nvSpPr>
          <p:cNvPr id="1029" name="Rectangle 3"/>
          <p:cNvSpPr>
            <a:spLocks noChangeArrowheads="1"/>
          </p:cNvSpPr>
          <p:nvPr/>
        </p:nvSpPr>
        <p:spPr bwMode="auto">
          <a:xfrm>
            <a:off x="673100" y="847725"/>
            <a:ext cx="3470275" cy="2781299"/>
          </a:xfrm>
          <a:prstGeom prst="rect">
            <a:avLst/>
          </a:prstGeom>
          <a:noFill/>
          <a:ln w="9525">
            <a:noFill/>
            <a:miter lim="800000"/>
            <a:headEnd/>
            <a:tailEnd/>
          </a:ln>
        </p:spPr>
        <p:txBody>
          <a:bodyPr/>
          <a:lstStyle/>
          <a:p>
            <a:pPr marL="342900" indent="-342900">
              <a:spcBef>
                <a:spcPct val="20000"/>
              </a:spcBef>
              <a:buClr>
                <a:srgbClr val="2D5E8B"/>
              </a:buClr>
              <a:buFontTx/>
              <a:buChar char="•"/>
            </a:pPr>
            <a:r>
              <a:rPr lang="en-US" sz="1400" b="1" dirty="0" smtClean="0">
                <a:solidFill>
                  <a:srgbClr val="2D5E8B"/>
                </a:solidFill>
              </a:rPr>
              <a:t>Highlights</a:t>
            </a:r>
            <a:endParaRPr lang="en-US" sz="1400" b="1" dirty="0">
              <a:solidFill>
                <a:srgbClr val="2D5E8B"/>
              </a:solidFill>
            </a:endParaRPr>
          </a:p>
          <a:p>
            <a:pPr marL="742950" lvl="1" indent="-285750">
              <a:spcBef>
                <a:spcPct val="20000"/>
              </a:spcBef>
              <a:buFontTx/>
              <a:buChar char="–"/>
            </a:pPr>
            <a:endParaRPr lang="en-US" sz="1200" dirty="0"/>
          </a:p>
        </p:txBody>
      </p:sp>
      <p:graphicFrame>
        <p:nvGraphicFramePr>
          <p:cNvPr id="52225" name="Object 18"/>
          <p:cNvGraphicFramePr>
            <a:graphicFrameLocks noChangeAspect="1"/>
          </p:cNvGraphicFramePr>
          <p:nvPr/>
        </p:nvGraphicFramePr>
        <p:xfrm>
          <a:off x="6848476" y="600074"/>
          <a:ext cx="1981200" cy="3324225"/>
        </p:xfrm>
        <a:graphic>
          <a:graphicData uri="http://schemas.openxmlformats.org/presentationml/2006/ole">
            <mc:AlternateContent xmlns:mc="http://schemas.openxmlformats.org/markup-compatibility/2006">
              <mc:Choice xmlns:v="urn:schemas-microsoft-com:vml" Requires="v">
                <p:oleObj spid="_x0000_s52227" name="VISIO" r:id="rId4" imgW="4163760" imgH="9394200" progId="Visio.Drawing.6">
                  <p:embed/>
                </p:oleObj>
              </mc:Choice>
              <mc:Fallback>
                <p:oleObj name="VISIO" r:id="rId4" imgW="4163760" imgH="9394200" progId="Visio.Drawing.6">
                  <p:embed/>
                  <p:pic>
                    <p:nvPicPr>
                      <p:cNvPr id="0" name="Object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48476" y="600074"/>
                        <a:ext cx="1981200" cy="3324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44" name="Picture 14"/>
          <p:cNvPicPr>
            <a:picLocks noChangeAspect="1" noChangeArrowheads="1"/>
          </p:cNvPicPr>
          <p:nvPr/>
        </p:nvPicPr>
        <p:blipFill>
          <a:blip r:embed="rId6"/>
          <a:srcRect/>
          <a:stretch>
            <a:fillRect/>
          </a:stretch>
        </p:blipFill>
        <p:spPr bwMode="auto">
          <a:xfrm>
            <a:off x="5114925" y="4029075"/>
            <a:ext cx="3724275" cy="2333625"/>
          </a:xfrm>
          <a:prstGeom prst="rect">
            <a:avLst/>
          </a:prstGeom>
          <a:noFill/>
          <a:ln w="9525">
            <a:noFill/>
            <a:miter lim="800000"/>
            <a:headEnd/>
            <a:tailEnd/>
          </a:ln>
        </p:spPr>
      </p:pic>
      <p:pic>
        <p:nvPicPr>
          <p:cNvPr id="6" name="Picture 10"/>
          <p:cNvPicPr>
            <a:picLocks noChangeAspect="1" noChangeArrowheads="1"/>
          </p:cNvPicPr>
          <p:nvPr/>
        </p:nvPicPr>
        <p:blipFill>
          <a:blip r:embed="rId7"/>
          <a:srcRect/>
          <a:stretch>
            <a:fillRect/>
          </a:stretch>
        </p:blipFill>
        <p:spPr bwMode="auto">
          <a:xfrm>
            <a:off x="438150" y="3795713"/>
            <a:ext cx="4324350" cy="2852737"/>
          </a:xfrm>
          <a:prstGeom prst="rect">
            <a:avLst/>
          </a:prstGeom>
          <a:noFill/>
        </p:spPr>
      </p:pic>
      <p:pic>
        <p:nvPicPr>
          <p:cNvPr id="7" name="Picture 4"/>
          <p:cNvPicPr>
            <a:picLocks noChangeAspect="1" noChangeArrowheads="1"/>
          </p:cNvPicPr>
          <p:nvPr/>
        </p:nvPicPr>
        <p:blipFill>
          <a:blip r:embed="rId8"/>
          <a:srcRect/>
          <a:stretch>
            <a:fillRect/>
          </a:stretch>
        </p:blipFill>
        <p:spPr bwMode="auto">
          <a:xfrm>
            <a:off x="4314825" y="1257300"/>
            <a:ext cx="2343150" cy="218122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smtClean="0"/>
              <a:t>Project Details</a:t>
            </a:r>
          </a:p>
        </p:txBody>
      </p:sp>
      <p:sp>
        <p:nvSpPr>
          <p:cNvPr id="34833" name="Text Box 44"/>
          <p:cNvSpPr txBox="1">
            <a:spLocks noChangeArrowheads="1"/>
          </p:cNvSpPr>
          <p:nvPr/>
        </p:nvSpPr>
        <p:spPr bwMode="auto">
          <a:xfrm>
            <a:off x="228600" y="990600"/>
            <a:ext cx="5181600" cy="1916113"/>
          </a:xfrm>
          <a:prstGeom prst="rect">
            <a:avLst/>
          </a:prstGeom>
          <a:noFill/>
          <a:ln w="12700">
            <a:noFill/>
            <a:miter lim="800000"/>
            <a:headEnd/>
            <a:tailEnd/>
          </a:ln>
          <a:effectLst/>
        </p:spPr>
        <p:txBody>
          <a:bodyPr>
            <a:spAutoFit/>
          </a:bodyPr>
          <a:lstStyle/>
          <a:p>
            <a:pPr marL="173038" indent="-173038">
              <a:spcBef>
                <a:spcPct val="50000"/>
              </a:spcBef>
              <a:defRPr/>
            </a:pPr>
            <a:r>
              <a:rPr lang="en-US" altLang="zh-CN" sz="1200" dirty="0">
                <a:solidFill>
                  <a:srgbClr val="000000"/>
                </a:solidFill>
                <a:latin typeface="Arial" charset="0"/>
                <a:ea typeface="Arial Unicode MS" pitchFamily="34" charset="-128"/>
                <a:cs typeface="Arial Unicode MS" pitchFamily="34" charset="-128"/>
              </a:rPr>
              <a:t>Scope:</a:t>
            </a:r>
          </a:p>
          <a:p>
            <a:pPr marL="288925" lvl="1" indent="-166688" algn="just">
              <a:lnSpc>
                <a:spcPct val="150000"/>
              </a:lnSpc>
              <a:spcBef>
                <a:spcPts val="300"/>
              </a:spcBef>
              <a:buFont typeface="Arial" pitchFamily="34" charset="0"/>
              <a:buChar char="•"/>
              <a:defRPr/>
            </a:pPr>
            <a:r>
              <a:rPr lang="en-US" sz="1100" dirty="0">
                <a:latin typeface="Arial" charset="0"/>
                <a:cs typeface="Times New Roman" pitchFamily="18" charset="0"/>
              </a:rPr>
              <a:t>Design and </a:t>
            </a:r>
            <a:r>
              <a:rPr lang="en-US" sz="1100" dirty="0">
                <a:latin typeface="Arial" charset="0"/>
                <a:ea typeface="宋体"/>
                <a:cs typeface="Times New Roman" pitchFamily="18" charset="0"/>
              </a:rPr>
              <a:t>Development</a:t>
            </a:r>
            <a:r>
              <a:rPr lang="en-US" sz="1100" dirty="0">
                <a:latin typeface="Arial" charset="0"/>
                <a:cs typeface="Times New Roman" pitchFamily="18" charset="0"/>
              </a:rPr>
              <a:t> of a DSP based controller of 3 level 12 Pulse 1.8 MW IGBT Induction Motor Drive for Induced Draft Fan applications in Thermal Power Plants</a:t>
            </a:r>
          </a:p>
          <a:p>
            <a:pPr marL="288925" lvl="1" indent="-166688" algn="just">
              <a:lnSpc>
                <a:spcPct val="150000"/>
              </a:lnSpc>
              <a:spcBef>
                <a:spcPts val="300"/>
              </a:spcBef>
              <a:buFont typeface="Arial" pitchFamily="34" charset="0"/>
              <a:buChar char="•"/>
              <a:defRPr/>
            </a:pPr>
            <a:r>
              <a:rPr lang="en-US" sz="1100" dirty="0">
                <a:latin typeface="Arial" charset="0"/>
                <a:cs typeface="Times New Roman" pitchFamily="18" charset="0"/>
              </a:rPr>
              <a:t>Modeling and Simulation of SV PWM technique for 3-level inverter</a:t>
            </a:r>
          </a:p>
          <a:p>
            <a:pPr marL="288925" lvl="1" indent="-166688" algn="just">
              <a:lnSpc>
                <a:spcPct val="150000"/>
              </a:lnSpc>
              <a:spcBef>
                <a:spcPts val="300"/>
              </a:spcBef>
              <a:defRPr/>
            </a:pPr>
            <a:r>
              <a:rPr lang="en-US" sz="1100" i="1" dirty="0">
                <a:solidFill>
                  <a:srgbClr val="0D0D0D"/>
                </a:solidFill>
                <a:latin typeface="Arial" charset="0"/>
                <a:cs typeface="Arial" charset="0"/>
              </a:rPr>
              <a:t>Critical Specs</a:t>
            </a:r>
          </a:p>
          <a:p>
            <a:pPr marL="396875" lvl="1" indent="-168275">
              <a:spcBef>
                <a:spcPct val="50000"/>
              </a:spcBef>
              <a:buFont typeface="Arial" pitchFamily="34" charset="0"/>
              <a:buChar char="•"/>
              <a:defRPr/>
            </a:pPr>
            <a:r>
              <a:rPr lang="en-US" sz="1100" i="1" dirty="0">
                <a:solidFill>
                  <a:srgbClr val="0D0D0D"/>
                </a:solidFill>
                <a:latin typeface="Arial" charset="0"/>
                <a:cs typeface="Arial" charset="0"/>
              </a:rPr>
              <a:t>Input supply : Single Phase 230V AC , 50Hz</a:t>
            </a:r>
          </a:p>
        </p:txBody>
      </p:sp>
      <p:sp>
        <p:nvSpPr>
          <p:cNvPr id="5124" name="Line 42"/>
          <p:cNvSpPr>
            <a:spLocks noChangeShapeType="1"/>
          </p:cNvSpPr>
          <p:nvPr/>
        </p:nvSpPr>
        <p:spPr bwMode="auto">
          <a:xfrm>
            <a:off x="165100" y="3429000"/>
            <a:ext cx="5245100" cy="0"/>
          </a:xfrm>
          <a:prstGeom prst="line">
            <a:avLst/>
          </a:prstGeom>
          <a:noFill/>
          <a:ln w="9525" cap="rnd">
            <a:solidFill>
              <a:schemeClr val="tx1"/>
            </a:solidFill>
            <a:prstDash val="sysDot"/>
            <a:round/>
            <a:headEnd/>
            <a:tailEnd/>
          </a:ln>
        </p:spPr>
        <p:txBody>
          <a:bodyPr/>
          <a:lstStyle/>
          <a:p>
            <a:endParaRPr lang="en-US"/>
          </a:p>
        </p:txBody>
      </p:sp>
      <p:sp>
        <p:nvSpPr>
          <p:cNvPr id="4106" name="Text Box 44"/>
          <p:cNvSpPr txBox="1">
            <a:spLocks noChangeArrowheads="1"/>
          </p:cNvSpPr>
          <p:nvPr/>
        </p:nvSpPr>
        <p:spPr bwMode="auto">
          <a:xfrm>
            <a:off x="228600" y="3505200"/>
            <a:ext cx="5181600" cy="3070225"/>
          </a:xfrm>
          <a:prstGeom prst="rect">
            <a:avLst/>
          </a:prstGeom>
          <a:noFill/>
          <a:ln w="12700">
            <a:noFill/>
            <a:miter lim="800000"/>
            <a:headEnd/>
            <a:tailEnd/>
          </a:ln>
        </p:spPr>
        <p:txBody>
          <a:bodyPr>
            <a:spAutoFit/>
          </a:bodyPr>
          <a:lstStyle/>
          <a:p>
            <a:pPr marL="173038" indent="-173038">
              <a:spcBef>
                <a:spcPct val="50000"/>
              </a:spcBef>
              <a:defRPr/>
            </a:pPr>
            <a:r>
              <a:rPr lang="en-US" altLang="zh-CN" dirty="0">
                <a:solidFill>
                  <a:srgbClr val="000000"/>
                </a:solidFill>
                <a:latin typeface="Arial" charset="0"/>
                <a:ea typeface="Arial Unicode MS" pitchFamily="34" charset="-128"/>
                <a:cs typeface="Arial Unicode MS" pitchFamily="34" charset="-128"/>
              </a:rPr>
              <a:t>Solution :</a:t>
            </a:r>
          </a:p>
          <a:p>
            <a:pPr marL="115888" indent="-115888">
              <a:lnSpc>
                <a:spcPct val="150000"/>
              </a:lnSpc>
              <a:spcBef>
                <a:spcPct val="50000"/>
              </a:spcBef>
              <a:buFontTx/>
              <a:buChar char="•"/>
              <a:defRPr/>
            </a:pPr>
            <a:r>
              <a:rPr lang="en-US" sz="1100" dirty="0">
                <a:latin typeface="Arial" charset="0"/>
                <a:ea typeface="宋体"/>
                <a:cs typeface="Times New Roman" pitchFamily="18" charset="0"/>
              </a:rPr>
              <a:t>Unique concept for 12 pulse 3 level Space Vector PWM generation</a:t>
            </a:r>
          </a:p>
          <a:p>
            <a:pPr marL="115888" indent="-115888">
              <a:lnSpc>
                <a:spcPct val="150000"/>
              </a:lnSpc>
              <a:spcBef>
                <a:spcPct val="50000"/>
              </a:spcBef>
              <a:buFontTx/>
              <a:buChar char="•"/>
              <a:defRPr/>
            </a:pPr>
            <a:r>
              <a:rPr lang="en-US" sz="1100" dirty="0">
                <a:latin typeface="Arial" charset="0"/>
                <a:ea typeface="宋体"/>
                <a:cs typeface="Times New Roman" pitchFamily="18" charset="0"/>
              </a:rPr>
              <a:t>Sensor less vector and V/F algorithms for Induction Motor speed control</a:t>
            </a:r>
          </a:p>
          <a:p>
            <a:pPr marL="115888" indent="-115888">
              <a:lnSpc>
                <a:spcPct val="150000"/>
              </a:lnSpc>
              <a:spcBef>
                <a:spcPct val="50000"/>
              </a:spcBef>
              <a:buFontTx/>
              <a:buChar char="•"/>
              <a:defRPr/>
            </a:pPr>
            <a:r>
              <a:rPr lang="en-US" sz="1100" dirty="0">
                <a:latin typeface="Arial" charset="0"/>
                <a:ea typeface="宋体"/>
                <a:cs typeface="Times New Roman" pitchFamily="18" charset="0"/>
              </a:rPr>
              <a:t>Dynamic Braking feature with Chopper control</a:t>
            </a:r>
          </a:p>
          <a:p>
            <a:pPr marL="115888" indent="-115888">
              <a:lnSpc>
                <a:spcPct val="150000"/>
              </a:lnSpc>
              <a:spcBef>
                <a:spcPct val="50000"/>
              </a:spcBef>
              <a:buFontTx/>
              <a:buChar char="•"/>
              <a:defRPr/>
            </a:pPr>
            <a:r>
              <a:rPr lang="en-US" sz="1100" dirty="0">
                <a:latin typeface="Arial" charset="0"/>
                <a:ea typeface="宋体"/>
                <a:cs typeface="Times New Roman" pitchFamily="18" charset="0"/>
              </a:rPr>
              <a:t>PC based SW tool for drive configuration and monitoring</a:t>
            </a:r>
          </a:p>
          <a:p>
            <a:pPr marL="115888" indent="-115888">
              <a:lnSpc>
                <a:spcPct val="150000"/>
              </a:lnSpc>
              <a:spcBef>
                <a:spcPct val="50000"/>
              </a:spcBef>
              <a:buFontTx/>
              <a:buChar char="•"/>
              <a:defRPr/>
            </a:pPr>
            <a:r>
              <a:rPr lang="en-US" sz="1100" dirty="0">
                <a:latin typeface="Arial" charset="0"/>
                <a:ea typeface="宋体"/>
                <a:cs typeface="Times New Roman" pitchFamily="18" charset="0"/>
              </a:rPr>
              <a:t>CAN bus, Modbus, Profibus and USB communication interface </a:t>
            </a:r>
          </a:p>
          <a:p>
            <a:pPr marL="115888" indent="-115888">
              <a:lnSpc>
                <a:spcPct val="150000"/>
              </a:lnSpc>
              <a:spcBef>
                <a:spcPct val="50000"/>
              </a:spcBef>
              <a:buFontTx/>
              <a:buChar char="•"/>
              <a:defRPr/>
            </a:pPr>
            <a:r>
              <a:rPr lang="en-US" altLang="zh-CN" dirty="0">
                <a:solidFill>
                  <a:srgbClr val="000000"/>
                </a:solidFill>
                <a:latin typeface="Arial" charset="0"/>
                <a:ea typeface="Arial Unicode MS" pitchFamily="34" charset="-128"/>
                <a:cs typeface="Arial Unicode MS" pitchFamily="34" charset="-128"/>
              </a:rPr>
              <a:t>Benefits</a:t>
            </a:r>
          </a:p>
          <a:p>
            <a:pPr marL="288925" lvl="1" indent="-166688">
              <a:lnSpc>
                <a:spcPct val="150000"/>
              </a:lnSpc>
              <a:spcBef>
                <a:spcPts val="300"/>
              </a:spcBef>
              <a:buClr>
                <a:schemeClr val="tx2"/>
              </a:buClr>
              <a:buSzPct val="120000"/>
              <a:buFont typeface="Arial" charset="0"/>
              <a:buChar char="•"/>
              <a:defRPr/>
            </a:pPr>
            <a:endParaRPr lang="en-US" altLang="zh-CN" dirty="0">
              <a:solidFill>
                <a:srgbClr val="000000"/>
              </a:solidFill>
              <a:latin typeface="Arial" charset="0"/>
              <a:ea typeface="Arial Unicode MS" pitchFamily="34" charset="-128"/>
              <a:cs typeface="Arial Unicode MS" pitchFamily="34" charset="-128"/>
            </a:endParaRPr>
          </a:p>
        </p:txBody>
      </p:sp>
      <p:sp>
        <p:nvSpPr>
          <p:cNvPr id="24" name="Text Box 44"/>
          <p:cNvSpPr txBox="1">
            <a:spLocks noChangeArrowheads="1"/>
          </p:cNvSpPr>
          <p:nvPr/>
        </p:nvSpPr>
        <p:spPr bwMode="auto">
          <a:xfrm>
            <a:off x="5486400" y="3429000"/>
            <a:ext cx="3429000" cy="3832225"/>
          </a:xfrm>
          <a:prstGeom prst="rect">
            <a:avLst/>
          </a:prstGeom>
          <a:noFill/>
          <a:ln w="12700">
            <a:noFill/>
            <a:miter lim="800000"/>
            <a:headEnd/>
            <a:tailEnd/>
          </a:ln>
          <a:effectLst/>
        </p:spPr>
        <p:txBody>
          <a:bodyPr>
            <a:spAutoFit/>
          </a:bodyPr>
          <a:lstStyle/>
          <a:p>
            <a:pPr marL="173038" indent="-173038">
              <a:spcBef>
                <a:spcPct val="50000"/>
              </a:spcBef>
              <a:defRPr/>
            </a:pPr>
            <a:r>
              <a:rPr lang="en-US" altLang="zh-CN" dirty="0">
                <a:solidFill>
                  <a:srgbClr val="000000"/>
                </a:solidFill>
                <a:latin typeface="Arial" charset="0"/>
                <a:ea typeface="Arial Unicode MS" pitchFamily="34" charset="-128"/>
                <a:cs typeface="Arial Unicode MS" pitchFamily="34" charset="-128"/>
              </a:rPr>
              <a:t>Tools:</a:t>
            </a:r>
          </a:p>
          <a:p>
            <a:pPr marL="115888" indent="-115888">
              <a:lnSpc>
                <a:spcPct val="150000"/>
              </a:lnSpc>
              <a:spcBef>
                <a:spcPct val="50000"/>
              </a:spcBef>
              <a:buFontTx/>
              <a:buChar char="•"/>
              <a:defRPr/>
            </a:pPr>
            <a:r>
              <a:rPr lang="en-US" sz="1100" dirty="0">
                <a:latin typeface="Arial" charset="0"/>
                <a:ea typeface="宋体"/>
                <a:cs typeface="宋体"/>
              </a:rPr>
              <a:t>Code Composer studio, IAR Workbench and XDS-560 ICE</a:t>
            </a:r>
          </a:p>
          <a:p>
            <a:pPr marL="115888" indent="-115888">
              <a:lnSpc>
                <a:spcPct val="150000"/>
              </a:lnSpc>
              <a:spcBef>
                <a:spcPct val="50000"/>
              </a:spcBef>
              <a:buFontTx/>
              <a:buChar char="•"/>
              <a:defRPr/>
            </a:pPr>
            <a:r>
              <a:rPr lang="en-US" sz="1100" dirty="0" err="1">
                <a:latin typeface="Arial" charset="0"/>
                <a:ea typeface="宋体"/>
                <a:cs typeface="宋体"/>
              </a:rPr>
              <a:t>uC</a:t>
            </a:r>
            <a:r>
              <a:rPr lang="en-US" sz="1100" dirty="0">
                <a:latin typeface="Arial" charset="0"/>
                <a:ea typeface="宋体"/>
                <a:cs typeface="宋体"/>
              </a:rPr>
              <a:t>/OS RTOS, </a:t>
            </a:r>
            <a:r>
              <a:rPr lang="en-US" altLang="zh-CN" sz="1100" dirty="0">
                <a:latin typeface="Arial" charset="0"/>
                <a:ea typeface="宋体"/>
                <a:cs typeface="宋体"/>
              </a:rPr>
              <a:t>MATLAB and Simulink</a:t>
            </a:r>
            <a:endParaRPr lang="en-US" sz="1100" dirty="0">
              <a:latin typeface="Arial" charset="0"/>
              <a:ea typeface="宋体"/>
              <a:cs typeface="宋体"/>
            </a:endParaRPr>
          </a:p>
          <a:p>
            <a:pPr marL="115888" indent="-115888">
              <a:lnSpc>
                <a:spcPct val="150000"/>
              </a:lnSpc>
              <a:spcBef>
                <a:spcPct val="50000"/>
              </a:spcBef>
              <a:buFontTx/>
              <a:buChar char="•"/>
              <a:defRPr/>
            </a:pPr>
            <a:r>
              <a:rPr lang="en-US" sz="1100" dirty="0">
                <a:latin typeface="Arial" charset="0"/>
                <a:ea typeface="宋体"/>
                <a:cs typeface="宋体"/>
              </a:rPr>
              <a:t>ORCAD schematic capture. Cadence Allegro, PSPICE and SI Analysis tools</a:t>
            </a:r>
          </a:p>
          <a:p>
            <a:pPr marL="288925" indent="-166688">
              <a:spcBef>
                <a:spcPct val="50000"/>
              </a:spcBef>
              <a:buFont typeface="Arial" pitchFamily="34" charset="0"/>
              <a:buChar char="•"/>
              <a:defRPr/>
            </a:pPr>
            <a:endParaRPr lang="en-US" altLang="zh-CN" dirty="0">
              <a:solidFill>
                <a:srgbClr val="000000"/>
              </a:solidFill>
              <a:latin typeface="Arial" charset="0"/>
              <a:ea typeface="Arial Unicode MS" pitchFamily="34" charset="-128"/>
              <a:cs typeface="Arial Unicode MS" pitchFamily="34" charset="-128"/>
            </a:endParaRPr>
          </a:p>
          <a:p>
            <a:pPr marL="173038" indent="-173038">
              <a:spcBef>
                <a:spcPct val="50000"/>
              </a:spcBef>
              <a:buFont typeface="Arial" pitchFamily="34" charset="0"/>
              <a:buChar char="•"/>
              <a:defRPr/>
            </a:pPr>
            <a:endParaRPr lang="en-US" altLang="zh-CN" dirty="0">
              <a:solidFill>
                <a:srgbClr val="000000"/>
              </a:solidFill>
              <a:latin typeface="Arial" charset="0"/>
              <a:ea typeface="Arial Unicode MS" pitchFamily="34" charset="-128"/>
              <a:cs typeface="Arial Unicode MS" pitchFamily="34" charset="-128"/>
            </a:endParaRPr>
          </a:p>
          <a:p>
            <a:pPr marL="173038" indent="-173038">
              <a:spcBef>
                <a:spcPct val="50000"/>
              </a:spcBef>
              <a:defRPr/>
            </a:pPr>
            <a:endParaRPr lang="en-US" sz="1600" b="0" i="1" dirty="0">
              <a:solidFill>
                <a:srgbClr val="0D0D0D"/>
              </a:solidFill>
              <a:latin typeface="Arial" charset="0"/>
              <a:cs typeface="Arial" charset="0"/>
            </a:endParaRPr>
          </a:p>
          <a:p>
            <a:pPr marL="173038" indent="-173038">
              <a:spcBef>
                <a:spcPct val="50000"/>
              </a:spcBef>
              <a:defRPr/>
            </a:pPr>
            <a:endParaRPr lang="en-US" sz="1600" b="0" i="1" dirty="0">
              <a:solidFill>
                <a:srgbClr val="0D0D0D"/>
              </a:solidFill>
              <a:latin typeface="Arial" charset="0"/>
              <a:cs typeface="Arial" charset="0"/>
            </a:endParaRPr>
          </a:p>
          <a:p>
            <a:pPr marL="173038" indent="-173038">
              <a:spcBef>
                <a:spcPct val="50000"/>
              </a:spcBef>
              <a:defRPr/>
            </a:pPr>
            <a:endParaRPr lang="en-US" sz="1600" b="0" i="1" dirty="0">
              <a:solidFill>
                <a:srgbClr val="0D0D0D"/>
              </a:solidFill>
              <a:latin typeface="Arial" charset="0"/>
              <a:cs typeface="Arial" charset="0"/>
            </a:endParaRPr>
          </a:p>
        </p:txBody>
      </p:sp>
      <p:sp>
        <p:nvSpPr>
          <p:cNvPr id="26" name="Text Box 44"/>
          <p:cNvSpPr txBox="1">
            <a:spLocks noChangeArrowheads="1"/>
          </p:cNvSpPr>
          <p:nvPr/>
        </p:nvSpPr>
        <p:spPr bwMode="auto">
          <a:xfrm>
            <a:off x="5486400" y="5395913"/>
            <a:ext cx="3505200" cy="1200150"/>
          </a:xfrm>
          <a:prstGeom prst="rect">
            <a:avLst/>
          </a:prstGeom>
          <a:noFill/>
          <a:ln w="12700">
            <a:noFill/>
            <a:miter lim="800000"/>
            <a:headEnd/>
            <a:tailEnd/>
          </a:ln>
          <a:effectLst/>
        </p:spPr>
        <p:txBody>
          <a:bodyPr>
            <a:spAutoFit/>
          </a:bodyPr>
          <a:lstStyle/>
          <a:p>
            <a:pPr marL="173038" indent="-173038">
              <a:spcBef>
                <a:spcPct val="50000"/>
              </a:spcBef>
              <a:defRPr/>
            </a:pPr>
            <a:r>
              <a:rPr lang="en-US" altLang="zh-CN" dirty="0">
                <a:solidFill>
                  <a:srgbClr val="000000"/>
                </a:solidFill>
                <a:latin typeface="Arial" charset="0"/>
                <a:ea typeface="Arial Unicode MS" pitchFamily="34" charset="-128"/>
                <a:cs typeface="Arial Unicode MS" pitchFamily="34" charset="-128"/>
              </a:rPr>
              <a:t>Standards :</a:t>
            </a:r>
          </a:p>
          <a:p>
            <a:pPr marL="288925" indent="-166688">
              <a:spcBef>
                <a:spcPts val="300"/>
              </a:spcBef>
              <a:buFont typeface="Arial" pitchFamily="34" charset="0"/>
              <a:buChar char="•"/>
              <a:defRPr/>
            </a:pPr>
            <a:r>
              <a:rPr lang="en-US" sz="1100" dirty="0">
                <a:latin typeface="Arial" charset="0"/>
                <a:ea typeface="宋体"/>
                <a:cs typeface="Times New Roman" pitchFamily="18" charset="0"/>
              </a:rPr>
              <a:t>EMI/EMC - IEC 61000-4.3/2/6</a:t>
            </a:r>
          </a:p>
          <a:p>
            <a:pPr marL="288925" indent="-166688">
              <a:spcBef>
                <a:spcPts val="300"/>
              </a:spcBef>
              <a:buFont typeface="Arial" pitchFamily="34" charset="0"/>
              <a:buChar char="•"/>
              <a:defRPr/>
            </a:pPr>
            <a:r>
              <a:rPr lang="en-US" sz="1100" dirty="0">
                <a:latin typeface="Arial" charset="0"/>
                <a:ea typeface="宋体"/>
                <a:cs typeface="Times New Roman" pitchFamily="18" charset="0"/>
              </a:rPr>
              <a:t>IEC 68-2-2Bb</a:t>
            </a:r>
          </a:p>
          <a:p>
            <a:pPr marL="288925" indent="-166688">
              <a:spcBef>
                <a:spcPts val="300"/>
              </a:spcBef>
              <a:buFont typeface="Arial" pitchFamily="34" charset="0"/>
              <a:buChar char="•"/>
              <a:defRPr/>
            </a:pPr>
            <a:r>
              <a:rPr lang="en-US" sz="1100" dirty="0">
                <a:latin typeface="Arial" charset="0"/>
                <a:ea typeface="宋体"/>
                <a:cs typeface="Times New Roman" pitchFamily="18" charset="0"/>
              </a:rPr>
              <a:t>IEC 68-2030 Db</a:t>
            </a:r>
          </a:p>
          <a:p>
            <a:pPr marL="288925" indent="-166688">
              <a:spcBef>
                <a:spcPts val="300"/>
              </a:spcBef>
              <a:buFont typeface="Arial" pitchFamily="34" charset="0"/>
              <a:buChar char="•"/>
              <a:defRPr/>
            </a:pPr>
            <a:r>
              <a:rPr lang="en-US" sz="1100" dirty="0">
                <a:latin typeface="Arial" charset="0"/>
                <a:ea typeface="宋体"/>
                <a:cs typeface="Times New Roman" pitchFamily="18" charset="0"/>
              </a:rPr>
              <a:t>Dust Test as per IS9000 part XII – 1981</a:t>
            </a:r>
            <a:endParaRPr lang="en-US" sz="1600" b="0" i="1" dirty="0">
              <a:solidFill>
                <a:srgbClr val="0D0D0D"/>
              </a:solidFill>
              <a:latin typeface="Arial" charset="0"/>
              <a:cs typeface="Arial" charset="0"/>
            </a:endParaRPr>
          </a:p>
        </p:txBody>
      </p:sp>
      <p:cxnSp>
        <p:nvCxnSpPr>
          <p:cNvPr id="29" name="Straight Connector 28"/>
          <p:cNvCxnSpPr/>
          <p:nvPr/>
        </p:nvCxnSpPr>
        <p:spPr>
          <a:xfrm rot="5400000">
            <a:off x="4229100" y="2095500"/>
            <a:ext cx="2514600" cy="0"/>
          </a:xfrm>
          <a:prstGeom prst="line">
            <a:avLst/>
          </a:prstGeom>
        </p:spPr>
        <p:style>
          <a:lnRef idx="1">
            <a:schemeClr val="accent1"/>
          </a:lnRef>
          <a:fillRef idx="0">
            <a:schemeClr val="accent1"/>
          </a:fillRef>
          <a:effectRef idx="0">
            <a:schemeClr val="accent1"/>
          </a:effectRef>
          <a:fontRef idx="minor">
            <a:schemeClr val="tx1"/>
          </a:fontRef>
        </p:style>
      </p:cxnSp>
      <p:sp>
        <p:nvSpPr>
          <p:cNvPr id="5129" name="Line 42"/>
          <p:cNvSpPr>
            <a:spLocks noChangeShapeType="1"/>
          </p:cNvSpPr>
          <p:nvPr/>
        </p:nvSpPr>
        <p:spPr bwMode="auto">
          <a:xfrm>
            <a:off x="5562600" y="3429000"/>
            <a:ext cx="3352800" cy="0"/>
          </a:xfrm>
          <a:prstGeom prst="line">
            <a:avLst/>
          </a:prstGeom>
          <a:noFill/>
          <a:ln w="9525" cap="rnd">
            <a:solidFill>
              <a:schemeClr val="tx1"/>
            </a:solidFill>
            <a:prstDash val="sysDot"/>
            <a:round/>
            <a:headEnd/>
            <a:tailEnd/>
          </a:ln>
        </p:spPr>
        <p:txBody>
          <a:bodyPr/>
          <a:lstStyle/>
          <a:p>
            <a:endParaRPr lang="en-US"/>
          </a:p>
        </p:txBody>
      </p:sp>
      <p:cxnSp>
        <p:nvCxnSpPr>
          <p:cNvPr id="33" name="Straight Connector 32"/>
          <p:cNvCxnSpPr/>
          <p:nvPr/>
        </p:nvCxnSpPr>
        <p:spPr>
          <a:xfrm rot="5400000">
            <a:off x="4152900" y="4914900"/>
            <a:ext cx="2667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5131" name="Picture 15" descr="DSCN0985.jpg"/>
          <p:cNvPicPr>
            <a:picLocks noChangeAspect="1"/>
          </p:cNvPicPr>
          <p:nvPr/>
        </p:nvPicPr>
        <p:blipFill>
          <a:blip r:embed="rId3" cstate="print"/>
          <a:srcRect t="23354" r="-600" b="4790"/>
          <a:stretch>
            <a:fillRect/>
          </a:stretch>
        </p:blipFill>
        <p:spPr bwMode="auto">
          <a:xfrm>
            <a:off x="5562600" y="762000"/>
            <a:ext cx="3276600" cy="2613025"/>
          </a:xfrm>
          <a:prstGeom prst="rect">
            <a:avLst/>
          </a:prstGeom>
          <a:noFill/>
          <a:ln w="9525">
            <a:noFill/>
            <a:miter lim="800000"/>
            <a:headEnd/>
            <a:tailEnd/>
          </a:ln>
        </p:spPr>
      </p:pic>
    </p:spTree>
    <p:extLst>
      <p:ext uri="{BB962C8B-B14F-4D97-AF65-F5344CB8AC3E}">
        <p14:creationId xmlns:p14="http://schemas.microsoft.com/office/powerpoint/2010/main" val="1008108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smtClean="0"/>
              <a:t>Thank you</a:t>
            </a:r>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Mahindra Satyam PPT Template_2009">
  <a:themeElements>
    <a:clrScheme name="Satyam_New_Template_2009">
      <a:dk1>
        <a:sysClr val="windowText" lastClr="000000"/>
      </a:dk1>
      <a:lt1>
        <a:sysClr val="window" lastClr="FFFFFF"/>
      </a:lt1>
      <a:dk2>
        <a:srgbClr val="C0504D"/>
      </a:dk2>
      <a:lt2>
        <a:srgbClr val="625756"/>
      </a:lt2>
      <a:accent1>
        <a:srgbClr val="E6E3E2"/>
      </a:accent1>
      <a:accent2>
        <a:srgbClr val="A092B4"/>
      </a:accent2>
      <a:accent3>
        <a:srgbClr val="625753"/>
      </a:accent3>
      <a:accent4>
        <a:srgbClr val="BE3A3A"/>
      </a:accent4>
      <a:accent5>
        <a:srgbClr val="FFC000"/>
      </a:accent5>
      <a:accent6>
        <a:srgbClr val="00B050"/>
      </a:accent6>
      <a:hlink>
        <a:srgbClr val="625753"/>
      </a:hlink>
      <a:folHlink>
        <a:srgbClr val="BE3A3A"/>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ln w="9525">
          <a:noFill/>
          <a:miter lim="800000"/>
          <a:headEnd/>
          <a:tailEnd/>
        </a:ln>
      </a:spPr>
      <a:bodyPr vert="horz" wrap="square" lIns="0" tIns="0" rIns="0" bIns="0" numCol="1" anchor="t" anchorCtr="0" compatLnSpc="1">
        <a:prstTxWarp prst="textNoShape">
          <a:avLst/>
        </a:prstTxWarp>
        <a:spAutoFit/>
      </a:bodyPr>
      <a:lstStyle>
        <a:defPPr fontAlgn="base">
          <a:buFont typeface="Arial" pitchFamily="34" charset="0"/>
          <a:defRPr dirty="0" smtClean="0">
            <a:latin typeface="+mj-lt"/>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88715D36CCD664C92487F0B78E69BFE" ma:contentTypeVersion="0" ma:contentTypeDescription="Create a new document." ma:contentTypeScope="" ma:versionID="68ba96136a3f689d73eda38406cf5090">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Props1.xml><?xml version="1.0" encoding="utf-8"?>
<ds:datastoreItem xmlns:ds="http://schemas.openxmlformats.org/officeDocument/2006/customXml" ds:itemID="{16FD0560-CBEE-498C-8884-72515059B7FB}">
  <ds:schemaRefs>
    <ds:schemaRef ds:uri="http://schemas.microsoft.com/office/2006/documentManagement/types"/>
    <ds:schemaRef ds:uri="http://purl.org/dc/elements/1.1/"/>
    <ds:schemaRef ds:uri="http://purl.org/dc/terms/"/>
    <ds:schemaRef ds:uri="http://purl.org/dc/dcmitype/"/>
    <ds:schemaRef ds:uri="http://www.w3.org/XML/1998/namespace"/>
    <ds:schemaRef ds:uri="http://schemas.microsoft.com/office/2006/metadata/properties"/>
    <ds:schemaRef ds:uri="http://schemas.openxmlformats.org/package/2006/metadata/core-properties"/>
  </ds:schemaRefs>
</ds:datastoreItem>
</file>

<file path=customXml/itemProps2.xml><?xml version="1.0" encoding="utf-8"?>
<ds:datastoreItem xmlns:ds="http://schemas.openxmlformats.org/officeDocument/2006/customXml" ds:itemID="{C745C364-CC8C-4BB5-A6B4-50053F8DF331}">
  <ds:schemaRefs>
    <ds:schemaRef ds:uri="http://schemas.microsoft.com/sharepoint/v3/contenttype/forms"/>
  </ds:schemaRefs>
</ds:datastoreItem>
</file>

<file path=customXml/itemProps3.xml><?xml version="1.0" encoding="utf-8"?>
<ds:datastoreItem xmlns:ds="http://schemas.openxmlformats.org/officeDocument/2006/customXml" ds:itemID="{0242C922-48A9-448B-9D31-86F592EABA9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docProps/app.xml><?xml version="1.0" encoding="utf-8"?>
<Properties xmlns="http://schemas.openxmlformats.org/officeDocument/2006/extended-properties" xmlns:vt="http://schemas.openxmlformats.org/officeDocument/2006/docPropsVTypes">
  <Template>Mahindra Satyam PPT Template_2009</Template>
  <TotalTime>922</TotalTime>
  <Words>327</Words>
  <Application>Microsoft Office PowerPoint</Application>
  <PresentationFormat>On-screen Show (4:3)</PresentationFormat>
  <Paragraphs>49</Paragraphs>
  <Slides>6</Slides>
  <Notes>2</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2</vt:i4>
      </vt:variant>
      <vt:variant>
        <vt:lpstr>Slide Titles</vt:lpstr>
      </vt:variant>
      <vt:variant>
        <vt:i4>6</vt:i4>
      </vt:variant>
    </vt:vector>
  </HeadingPairs>
  <TitlesOfParts>
    <vt:vector size="18" baseType="lpstr">
      <vt:lpstr>Arial Unicode MS</vt:lpstr>
      <vt:lpstr>Gulim</vt:lpstr>
      <vt:lpstr>黑体</vt:lpstr>
      <vt:lpstr>SimSun</vt:lpstr>
      <vt:lpstr>SimSun</vt:lpstr>
      <vt:lpstr>Arial</vt:lpstr>
      <vt:lpstr>Calibri</vt:lpstr>
      <vt:lpstr>Times New Roman</vt:lpstr>
      <vt:lpstr>Wingdings</vt:lpstr>
      <vt:lpstr>Mahindra Satyam PPT Template_2009</vt:lpstr>
      <vt:lpstr>VISIO</vt:lpstr>
      <vt:lpstr>Visio</vt:lpstr>
      <vt:lpstr>       :Case Study :    BHEL - DSP based 3-level IGBT inverter  Drive for 1.8 MW Induction Motor</vt:lpstr>
      <vt:lpstr>System Level Block Diagram</vt:lpstr>
      <vt:lpstr>  BHEL - DSP based 3-level IGBT inverter Drive for 1.8 MW Induction Motor</vt:lpstr>
      <vt:lpstr>MatLab - Simulation of 3-Level SVPWM Algorithm </vt:lpstr>
      <vt:lpstr>Project Details</vt:lpstr>
      <vt:lpstr>Thank you</vt:lpstr>
    </vt:vector>
  </TitlesOfParts>
  <Company>SCSL</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Satyam Integrated Engineering Services </dc:title>
  <dc:creator>Satyam</dc:creator>
  <cp:lastModifiedBy>Madhusudana Reddy</cp:lastModifiedBy>
  <cp:revision>81</cp:revision>
  <dcterms:created xsi:type="dcterms:W3CDTF">2009-06-29T06:28:26Z</dcterms:created>
  <dcterms:modified xsi:type="dcterms:W3CDTF">2019-04-03T03:53:00Z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0x010100288715D36CCD664C92487F0B78E69BFE</vt:lpwstr>
  </property>
  <property fmtid="{D5CDD505-2E9C-101B-9397-08002B2CF9AE}" pid="3" name="DLPManualFileClassification">
    <vt:lpwstr>{1A067545-A4E2-4FA1-8094-0D7902669705}</vt:lpwstr>
  </property>
  <property fmtid="{D5CDD505-2E9C-101B-9397-08002B2CF9AE}" pid="4" name="DLPManualFileClassificationLastModifiedBy">
    <vt:lpwstr>TECHMAHINDRA\MR37768</vt:lpwstr>
  </property>
  <property fmtid="{D5CDD505-2E9C-101B-9397-08002B2CF9AE}" pid="5" name="DLPManualFileClassificationLastModificationDate">
    <vt:lpwstr>1554263579</vt:lpwstr>
  </property>
  <property fmtid="{D5CDD505-2E9C-101B-9397-08002B2CF9AE}" pid="6" name="DLPManualFileClassificationVersion">
    <vt:lpwstr>11.1.0.61</vt:lpwstr>
  </property>
</Properties>
</file>