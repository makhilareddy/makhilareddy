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F6A33-A9AD-3F6E-9535-618DF56BBD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57073F-94A9-6E4E-1F81-28A7A20559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E4F0F-7145-7A35-F579-31BD0267B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B7D54-4F9E-4E6E-A8AD-EE538544870E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CA4370-E9F8-E582-7A7D-5B1BB487E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561D7-FAE8-B309-A387-0A52F5B78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50732-3803-46AC-A469-33CC99C1A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956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DC780-5831-D72C-4B49-06128C596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77CEA-D72C-E40F-326B-EF60D911C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A853C5-CBA3-1652-57E4-7852D5153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B7D54-4F9E-4E6E-A8AD-EE538544870E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25DB57-97BC-C2EB-9271-1DECCE55A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C7E0D-D153-1ECC-92D8-98F52B624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50732-3803-46AC-A469-33CC99C1A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253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9440F-D491-00ED-031E-DC4FEEEF0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3D8827-0F65-3B0D-DC5E-2676130B5B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68ED8E-BB3A-5336-51C2-1AC70A799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B7D54-4F9E-4E6E-A8AD-EE538544870E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F2854F-282F-3E44-2638-244BC36AD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F2FBA-D0D7-1AD3-51A7-9F9E5916D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50732-3803-46AC-A469-33CC99C1A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372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9B458-F03A-FBF4-D1C2-B6B2974FB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44034-E82A-C3CC-F831-32E061C63F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1A725D-E668-F0A1-E88D-9C0DFAA1D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810FD7-1C46-0D37-DCBC-D914C5F05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B7D54-4F9E-4E6E-A8AD-EE538544870E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473393-2FC7-185B-C2A0-F003E097C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BFCA72-09B4-BE09-8A1A-9151A4AD1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50732-3803-46AC-A469-33CC99C1A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733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681D4-CED8-05C8-2831-A20888198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D1CF82-24BD-6BCB-0E6B-5FBD5F75D3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768894-CD15-E61C-E04D-75D4D92D2E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E76918-5634-2E26-7A91-B906F5BE18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9100AC-969B-EC6F-667A-02402FAD3B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C9281E-E917-3AD4-5A9C-517E3FC19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B7D54-4F9E-4E6E-A8AD-EE538544870E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609599-111F-75DF-4C49-7E63B6AEA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18E957-3DE5-81A2-0202-0119327E2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50732-3803-46AC-A469-33CC99C1A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931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DCE74-EEBD-B1D4-4D08-9B48D1FB7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9084A9-421F-78D4-5893-B25188ECC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B7D54-4F9E-4E6E-A8AD-EE538544870E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9C28CF-388A-C296-CD61-CD6DA4579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461C5D-48E6-D0FA-56D0-A6D0B7E35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50732-3803-46AC-A469-33CC99C1A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741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F75E51-AB92-7852-6649-94667E334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B7D54-4F9E-4E6E-A8AD-EE538544870E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D30356-BDCA-A2E2-960A-751943235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74DE72-96C8-6588-4655-5F36D06D2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50732-3803-46AC-A469-33CC99C1A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36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98827-84B3-318A-4778-EAE166AA6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74ED6-7B53-C979-1A8D-D77D4928F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E4AD6C-ED1A-5731-2409-8D128FAA56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254A2D-AC8E-2F80-8604-98AD3043C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B7D54-4F9E-4E6E-A8AD-EE538544870E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25AD31-30F4-D3D6-635C-1848C879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1384FA-7567-0979-D6D2-DB7483DF1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50732-3803-46AC-A469-33CC99C1A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180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454D2-8377-51ED-5DCB-2926F810D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AF910C-B57E-4530-6BB2-7F2DAC5FF4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4FF101-B8C2-368B-7EF7-CBF157CC19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403E05-A593-B829-5833-F644880AF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B7D54-4F9E-4E6E-A8AD-EE538544870E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9BC7C6-8B27-D70E-1161-474E3D81C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51E86F-8AE0-60B8-1E1F-7139643BB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50732-3803-46AC-A469-33CC99C1A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67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17BAC-30EF-D929-F3BA-C15A6CB12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FFF6F8-331D-0867-FCB4-B15146F39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D15EF-2466-895C-7F8F-0FB1BBDD5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B7D54-4F9E-4E6E-A8AD-EE538544870E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D36637-74C0-4B1B-C566-40070B95B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7636E-B473-1C97-F0A9-DCFAFB23B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50732-3803-46AC-A469-33CC99C1A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551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64DE83-C22E-9D3D-690F-730AA373C7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03FA89-A332-92DA-B8D5-9AB2FCC46F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7123D-3667-55DF-F5BB-5CB340528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B7D54-4F9E-4E6E-A8AD-EE538544870E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4B6BA-485D-A42C-A1CD-D1F4F8241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1A33D-5189-B048-6428-60CBB6FAA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50732-3803-46AC-A469-33CC99C1A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807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D6D54-C205-5645-FFF6-4F3C151FA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51AE9-5BCF-1B2E-D37D-EF005E5F0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B1BD9-5B92-900C-BB3E-16B28C0193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6B7D54-4F9E-4E6E-A8AD-EE538544870E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72AC8A-E37D-DE36-5CD3-2FB7535169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E43D5-66A5-DD22-2E36-3905B7AAD5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650732-3803-46AC-A469-33CC99C1A7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233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DB4D373-D81D-06F7-3998-08C161D2208E}"/>
              </a:ext>
            </a:extLst>
          </p:cNvPr>
          <p:cNvSpPr>
            <a:spLocks noGrp="1"/>
          </p:cNvSpPr>
          <p:nvPr/>
        </p:nvSpPr>
        <p:spPr bwMode="gray">
          <a:xfrm>
            <a:off x="862485" y="471160"/>
            <a:ext cx="8226425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lang="en-US" sz="3200" b="1" kern="1200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dirty="0">
                <a:latin typeface="Arial" charset="0"/>
                <a:cs typeface="Arial" charset="0"/>
              </a:rPr>
              <a:t>Alternate Finding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1EE172F-5DA8-934C-6FE4-6FCF5875FDAF}"/>
              </a:ext>
            </a:extLst>
          </p:cNvPr>
          <p:cNvSpPr>
            <a:spLocks noGrp="1"/>
          </p:cNvSpPr>
          <p:nvPr/>
        </p:nvSpPr>
        <p:spPr bwMode="gray">
          <a:xfrm>
            <a:off x="862485" y="2211060"/>
            <a:ext cx="4928378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90513" indent="-290513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20000"/>
              <a:buFont typeface="Wingdings" pitchFamily="2" charset="2"/>
              <a:buChar char="§"/>
              <a:defRPr lang="en-US" sz="18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285750" indent="-285750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Wingdings" pitchFamily="2" charset="2"/>
              <a:buChar char="§"/>
              <a:defRPr lang="en-US" sz="18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71500" indent="-279400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90000"/>
              <a:buFont typeface="Arial" charset="0"/>
              <a:buChar char="–"/>
              <a:defRPr lang="en-US" sz="18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850900" indent="-279400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80000"/>
              <a:buFont typeface="Wingdings" pitchFamily="2" charset="2"/>
              <a:buChar char="§"/>
              <a:defRPr lang="en-US" sz="18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136650" indent="-285750" algn="l" defTabSz="933450" rtl="0" eaLnBrk="1" fontAlgn="base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70000"/>
              <a:buFont typeface="Arial" charset="0"/>
              <a:buChar char="–"/>
              <a:defRPr lang="en-US" sz="18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1143000" indent="-233363" algn="l" defTabSz="91440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70000"/>
              <a:buFont typeface="Wingdings" pitchFamily="2" charset="2"/>
              <a:buChar char="§"/>
              <a:defRPr lang="en-US" sz="18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1371600" indent="-2286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1600200" indent="-2286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824038" indent="-223838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pPr marL="296863" indent="-296863">
              <a:spcAft>
                <a:spcPct val="0"/>
              </a:spcAft>
              <a:defRPr/>
            </a:pPr>
            <a:r>
              <a:rPr dirty="0">
                <a:latin typeface="+mn-lt"/>
              </a:rPr>
              <a:t>An alternate which doesn't require any changes in terms of Hardware, Software and Functionality.</a:t>
            </a:r>
          </a:p>
          <a:p>
            <a:pPr marL="296863" indent="-296863">
              <a:spcAft>
                <a:spcPct val="0"/>
              </a:spcAft>
              <a:defRPr/>
            </a:pPr>
            <a:endParaRPr lang="en-US" dirty="0">
              <a:latin typeface="+mn-lt"/>
            </a:endParaRPr>
          </a:p>
          <a:p>
            <a:pPr marL="296863" indent="-296863">
              <a:spcAft>
                <a:spcPct val="0"/>
              </a:spcAft>
              <a:defRPr/>
            </a:pPr>
            <a:r>
              <a:rPr lang="en-US" dirty="0">
                <a:latin typeface="+mn-lt"/>
              </a:rPr>
              <a:t>If the alternate is from same Manufacturer as the existing this kind can be suggested as direct replacement.</a:t>
            </a:r>
          </a:p>
          <a:p>
            <a:pPr marL="296863" indent="-296863">
              <a:spcAft>
                <a:spcPct val="0"/>
              </a:spcAft>
              <a:defRPr/>
            </a:pPr>
            <a:endParaRPr lang="en-US" dirty="0">
              <a:latin typeface="+mn-lt"/>
            </a:endParaRPr>
          </a:p>
          <a:p>
            <a:pPr marL="296863" indent="-296863">
              <a:spcAft>
                <a:spcPct val="0"/>
              </a:spcAft>
              <a:defRPr/>
            </a:pPr>
            <a:r>
              <a:rPr lang="en-US" dirty="0">
                <a:latin typeface="+mn-lt"/>
              </a:rPr>
              <a:t>If the drop-in replacement is from a different manufacturer leave the decision to the customer for Qualification</a:t>
            </a:r>
            <a:endParaRPr dirty="0">
              <a:latin typeface="+mn-lt"/>
            </a:endParaRP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41BE22E-3CA1-4E91-A1E8-2B19B64AA618}"/>
              </a:ext>
            </a:extLst>
          </p:cNvPr>
          <p:cNvSpPr>
            <a:spLocks noGrp="1"/>
          </p:cNvSpPr>
          <p:nvPr/>
        </p:nvSpPr>
        <p:spPr bwMode="gray">
          <a:xfrm>
            <a:off x="6382994" y="2211060"/>
            <a:ext cx="4489321" cy="16619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90513" indent="-290513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20000"/>
              <a:buFont typeface="Wingdings" pitchFamily="2" charset="2"/>
              <a:buChar char="§"/>
              <a:defRPr lang="en-US" sz="18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285750" indent="-285750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Wingdings" pitchFamily="2" charset="2"/>
              <a:buChar char="§"/>
              <a:defRPr lang="en-US" sz="18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71500" indent="-279400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90000"/>
              <a:buFont typeface="Arial" charset="0"/>
              <a:buChar char="–"/>
              <a:defRPr lang="en-US" sz="18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850900" indent="-279400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80000"/>
              <a:buFont typeface="Wingdings" pitchFamily="2" charset="2"/>
              <a:buChar char="§"/>
              <a:defRPr lang="en-US" sz="18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136650" indent="-285750" algn="l" defTabSz="933450" rtl="0" eaLnBrk="1" fontAlgn="base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70000"/>
              <a:buFont typeface="Arial" charset="0"/>
              <a:buChar char="–"/>
              <a:defRPr lang="en-US" sz="18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1143000" indent="-233363" algn="l" defTabSz="91440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70000"/>
              <a:buFont typeface="Wingdings" pitchFamily="2" charset="2"/>
              <a:buChar char="§"/>
              <a:defRPr lang="en-US" sz="18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1371600" indent="-2286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1600200" indent="-2286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824038" indent="-223838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pPr marL="296863" indent="-296863">
              <a:spcAft>
                <a:spcPct val="0"/>
              </a:spcAft>
              <a:defRPr/>
            </a:pPr>
            <a:r>
              <a:rPr dirty="0">
                <a:latin typeface="+mn-lt"/>
              </a:rPr>
              <a:t>An alternate which has a few changes in the functional parameters , but if they are in acceptable range.</a:t>
            </a:r>
          </a:p>
          <a:p>
            <a:pPr marL="296863" indent="-296863">
              <a:spcAft>
                <a:spcPct val="0"/>
              </a:spcAft>
              <a:defRPr/>
            </a:pPr>
            <a:endParaRPr lang="en-US" dirty="0">
              <a:latin typeface="+mn-lt"/>
            </a:endParaRPr>
          </a:p>
          <a:p>
            <a:pPr marL="296863" indent="-296863">
              <a:spcAft>
                <a:spcPct val="0"/>
              </a:spcAft>
              <a:defRPr/>
            </a:pPr>
            <a:r>
              <a:rPr lang="en-US" dirty="0">
                <a:latin typeface="+mn-lt"/>
              </a:rPr>
              <a:t>These must be recommended as alternates which requires qualification</a:t>
            </a:r>
            <a:endParaRPr dirty="0">
              <a:latin typeface="+mn-lt"/>
            </a:endParaRP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C7245E22-FE02-03EA-C773-228CF0875575}"/>
              </a:ext>
            </a:extLst>
          </p:cNvPr>
          <p:cNvSpPr>
            <a:spLocks noGrp="1"/>
          </p:cNvSpPr>
          <p:nvPr/>
        </p:nvSpPr>
        <p:spPr bwMode="gray">
          <a:xfrm>
            <a:off x="862485" y="1715759"/>
            <a:ext cx="3933825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marL="0" indent="0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20000"/>
              <a:buFont typeface="Wingdings" pitchFamily="2" charset="2"/>
              <a:buNone/>
              <a:defRPr lang="en-US" sz="1800" b="1" kern="1200">
                <a:solidFill>
                  <a:schemeClr val="bg2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285750" indent="-285750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Wingdings" pitchFamily="2" charset="2"/>
              <a:buChar char="§"/>
              <a:defRPr lang="en-US" sz="1800" kern="1200">
                <a:solidFill>
                  <a:schemeClr val="tx1"/>
                </a:solidFill>
                <a:latin typeface="+mj-lt"/>
                <a:ea typeface="+mn-ea"/>
                <a:cs typeface="Arial" charset="0"/>
              </a:defRPr>
            </a:lvl2pPr>
            <a:lvl3pPr marL="571500" indent="-279400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90000"/>
              <a:buFont typeface="Arial" charset="0"/>
              <a:buChar char="–"/>
              <a:defRPr lang="en-US" sz="1800" kern="120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3pPr>
            <a:lvl4pPr marL="850900" indent="-279400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80000"/>
              <a:buFont typeface="Wingdings" pitchFamily="2" charset="2"/>
              <a:buChar char="§"/>
              <a:defRPr lang="en-US" sz="1800" kern="1200">
                <a:solidFill>
                  <a:schemeClr val="tx1"/>
                </a:solidFill>
                <a:latin typeface="+mj-lt"/>
                <a:ea typeface="+mn-ea"/>
                <a:cs typeface="Arial" charset="0"/>
              </a:defRPr>
            </a:lvl4pPr>
            <a:lvl5pPr marL="1136650" indent="-285750" algn="l" defTabSz="933450" rtl="0" eaLnBrk="1" fontAlgn="base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70000"/>
              <a:buFont typeface="Arial" charset="0"/>
              <a:buChar char="–"/>
              <a:defRPr lang="en-US" sz="1800" kern="1200">
                <a:solidFill>
                  <a:schemeClr val="tx1"/>
                </a:solidFill>
                <a:latin typeface="+mj-lt"/>
                <a:ea typeface="+mn-ea"/>
                <a:cs typeface="Arial" charset="0"/>
              </a:defRPr>
            </a:lvl5pPr>
            <a:lvl6pPr marL="1143000" indent="-233363" algn="l" defTabSz="91440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7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1371600" indent="-2286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1600200" indent="-2286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824038" indent="-223838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dirty="0">
                <a:latin typeface="Arial" charset="0"/>
                <a:cs typeface="Arial" charset="0"/>
              </a:rPr>
              <a:t>Drop-In Replacement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9E988AF-6662-8912-7CDF-9E3A36A3DFB3}"/>
              </a:ext>
            </a:extLst>
          </p:cNvPr>
          <p:cNvSpPr>
            <a:spLocks noGrp="1"/>
          </p:cNvSpPr>
          <p:nvPr/>
        </p:nvSpPr>
        <p:spPr bwMode="gray">
          <a:xfrm>
            <a:off x="6382994" y="1715759"/>
            <a:ext cx="3933825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marL="0" indent="0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20000"/>
              <a:buFont typeface="Wingdings" pitchFamily="2" charset="2"/>
              <a:buNone/>
              <a:tabLst/>
              <a:defRPr lang="en-US" sz="1800" b="1" kern="1200">
                <a:solidFill>
                  <a:schemeClr val="bg2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285750" indent="-285750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Wingdings" pitchFamily="2" charset="2"/>
              <a:buChar char="§"/>
              <a:defRPr lang="en-US" sz="1800" kern="1200">
                <a:solidFill>
                  <a:schemeClr val="tx1"/>
                </a:solidFill>
                <a:latin typeface="+mj-lt"/>
                <a:ea typeface="+mn-ea"/>
                <a:cs typeface="Arial" charset="0"/>
              </a:defRPr>
            </a:lvl2pPr>
            <a:lvl3pPr marL="571500" indent="-279400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90000"/>
              <a:buFont typeface="Arial" charset="0"/>
              <a:buChar char="–"/>
              <a:defRPr lang="en-US" sz="1800" kern="120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3pPr>
            <a:lvl4pPr marL="850900" indent="-279400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80000"/>
              <a:buFont typeface="Wingdings" pitchFamily="2" charset="2"/>
              <a:buChar char="§"/>
              <a:defRPr lang="en-US" sz="1800" kern="1200">
                <a:solidFill>
                  <a:schemeClr val="tx1"/>
                </a:solidFill>
                <a:latin typeface="+mj-lt"/>
                <a:ea typeface="+mn-ea"/>
                <a:cs typeface="Arial" charset="0"/>
              </a:defRPr>
            </a:lvl4pPr>
            <a:lvl5pPr marL="1136650" indent="-285750" algn="l" defTabSz="933450" rtl="0" eaLnBrk="1" fontAlgn="base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70000"/>
              <a:buFont typeface="Arial" charset="0"/>
              <a:buChar char="–"/>
              <a:defRPr lang="en-US" sz="1800" kern="1200">
                <a:solidFill>
                  <a:schemeClr val="tx1"/>
                </a:solidFill>
                <a:latin typeface="+mj-lt"/>
                <a:ea typeface="+mn-ea"/>
                <a:cs typeface="Arial" charset="0"/>
              </a:defRPr>
            </a:lvl5pPr>
            <a:lvl6pPr marL="1143000" indent="-233363" algn="l" defTabSz="91440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7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1371600" indent="-2286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1600200" indent="-2286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824038" indent="-223838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dirty="0">
                <a:latin typeface="Arial" charset="0"/>
                <a:cs typeface="Arial" charset="0"/>
              </a:rPr>
              <a:t>Requires Qualification 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7B7AC824-A7EA-B0F2-6B27-0D3D5493E9EC}"/>
              </a:ext>
            </a:extLst>
          </p:cNvPr>
          <p:cNvSpPr>
            <a:spLocks noGrp="1"/>
          </p:cNvSpPr>
          <p:nvPr/>
        </p:nvSpPr>
        <p:spPr bwMode="gray">
          <a:xfrm>
            <a:off x="6382994" y="4447848"/>
            <a:ext cx="4946521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90513" indent="-290513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20000"/>
              <a:buFont typeface="Wingdings" pitchFamily="2" charset="2"/>
              <a:buChar char="§"/>
              <a:defRPr lang="en-US" sz="18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285750" indent="-285750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Wingdings" pitchFamily="2" charset="2"/>
              <a:buChar char="§"/>
              <a:defRPr lang="en-US" sz="18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71500" indent="-279400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90000"/>
              <a:buFont typeface="Arial" charset="0"/>
              <a:buChar char="–"/>
              <a:defRPr lang="en-US" sz="18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850900" indent="-279400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80000"/>
              <a:buFont typeface="Wingdings" pitchFamily="2" charset="2"/>
              <a:buChar char="§"/>
              <a:defRPr lang="en-US" sz="18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136650" indent="-285750" algn="l" defTabSz="933450" rtl="0" eaLnBrk="1" fontAlgn="base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70000"/>
              <a:buFont typeface="Arial" charset="0"/>
              <a:buChar char="–"/>
              <a:defRPr lang="en-US" sz="18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1143000" indent="-233363" algn="l" defTabSz="91440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70000"/>
              <a:buFont typeface="Wingdings" pitchFamily="2" charset="2"/>
              <a:buChar char="§"/>
              <a:defRPr lang="en-US" sz="18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1371600" indent="-2286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1600200" indent="-2286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824038" indent="-223838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pPr marL="296863" indent="-296863">
              <a:spcAft>
                <a:spcPct val="0"/>
              </a:spcAft>
              <a:defRPr/>
            </a:pPr>
            <a:r>
              <a:rPr dirty="0">
                <a:latin typeface="+mn-lt"/>
              </a:rPr>
              <a:t>An alternate which has different Pinout or PCB Footprint or Different package than existing part</a:t>
            </a:r>
          </a:p>
          <a:p>
            <a:pPr marL="296863" indent="-296863">
              <a:spcAft>
                <a:spcPct val="0"/>
              </a:spcAft>
              <a:defRPr/>
            </a:pPr>
            <a:endParaRPr lang="en-US" dirty="0">
              <a:latin typeface="+mn-lt"/>
            </a:endParaRPr>
          </a:p>
          <a:p>
            <a:pPr marL="296863" indent="-296863">
              <a:spcAft>
                <a:spcPct val="0"/>
              </a:spcAft>
              <a:defRPr/>
            </a:pPr>
            <a:r>
              <a:rPr lang="en-US" dirty="0">
                <a:latin typeface="+mn-lt"/>
              </a:rPr>
              <a:t>These will need a lot of efforts and qualification either on existing or prototype boards</a:t>
            </a:r>
            <a:endParaRPr dirty="0">
              <a:latin typeface="+mn-lt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2AFB0A7-F0B0-8DC1-952A-21771989B8BE}"/>
              </a:ext>
            </a:extLst>
          </p:cNvPr>
          <p:cNvSpPr>
            <a:spLocks noGrp="1"/>
          </p:cNvSpPr>
          <p:nvPr/>
        </p:nvSpPr>
        <p:spPr bwMode="gray">
          <a:xfrm>
            <a:off x="6382994" y="3952547"/>
            <a:ext cx="3933825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marL="290513" indent="-290513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20000"/>
              <a:buFont typeface="Wingdings" pitchFamily="2" charset="2"/>
              <a:buNone/>
              <a:defRPr lang="en-US" sz="1800" b="1" kern="1200" baseline="0" dirty="0" smtClean="0">
                <a:solidFill>
                  <a:schemeClr val="bg2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285750" indent="-285750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Wingdings" pitchFamily="2" charset="2"/>
              <a:buChar char="§"/>
              <a:defRPr lang="en-US" sz="1800" kern="1200">
                <a:solidFill>
                  <a:schemeClr val="tx1"/>
                </a:solidFill>
                <a:latin typeface="+mj-lt"/>
                <a:ea typeface="+mn-ea"/>
                <a:cs typeface="Arial" charset="0"/>
              </a:defRPr>
            </a:lvl2pPr>
            <a:lvl3pPr marL="571500" indent="-279400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90000"/>
              <a:buFont typeface="Arial" charset="0"/>
              <a:buChar char="–"/>
              <a:defRPr lang="en-US" sz="1800" kern="120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3pPr>
            <a:lvl4pPr marL="850900" indent="-279400" algn="l" rtl="0" eaLnBrk="1" fontAlgn="base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80000"/>
              <a:buFont typeface="Wingdings" pitchFamily="2" charset="2"/>
              <a:buChar char="§"/>
              <a:defRPr lang="en-US" sz="1800" kern="1200">
                <a:solidFill>
                  <a:schemeClr val="tx1"/>
                </a:solidFill>
                <a:latin typeface="+mj-lt"/>
                <a:ea typeface="+mn-ea"/>
                <a:cs typeface="Arial" charset="0"/>
              </a:defRPr>
            </a:lvl4pPr>
            <a:lvl5pPr marL="1136650" indent="-285750" algn="l" defTabSz="933450" rtl="0" eaLnBrk="1" fontAlgn="base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70000"/>
              <a:buFont typeface="Arial" charset="0"/>
              <a:buChar char="–"/>
              <a:defRPr lang="en-US" sz="1800" kern="1200">
                <a:solidFill>
                  <a:schemeClr val="tx1"/>
                </a:solidFill>
                <a:latin typeface="+mj-lt"/>
                <a:ea typeface="+mn-ea"/>
                <a:cs typeface="Arial" charset="0"/>
              </a:defRPr>
            </a:lvl5pPr>
            <a:lvl6pPr marL="1143000" indent="-233363" algn="l" defTabSz="91440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7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6pPr>
            <a:lvl7pPr marL="1371600" indent="-2286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1600200" indent="-2286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8pPr>
            <a:lvl9pPr marL="1824038" indent="-223838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dirty="0">
                <a:latin typeface="Arial" charset="0"/>
                <a:cs typeface="Arial" charset="0"/>
              </a:rPr>
              <a:t>Hardware / PCB Changes 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732AE85-C7E7-E526-1AD5-9487D89927CC}"/>
              </a:ext>
            </a:extLst>
          </p:cNvPr>
          <p:cNvSpPr>
            <a:spLocks noGrp="1"/>
          </p:cNvSpPr>
          <p:nvPr/>
        </p:nvSpPr>
        <p:spPr bwMode="gray">
          <a:xfrm>
            <a:off x="862485" y="1014085"/>
            <a:ext cx="8224837" cy="28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120000"/>
              <a:buFont typeface="Wingdings" pitchFamily="2" charset="2"/>
              <a:buNone/>
              <a:defRPr lang="en-US" b="1" kern="1200">
                <a:solidFill>
                  <a:schemeClr val="bg2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285750" indent="-28575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100000"/>
              <a:buFont typeface="Wingdings" pitchFamily="2" charset="2"/>
              <a:buChar char="§"/>
              <a:defRPr lang="en-US" kern="1200" dirty="0">
                <a:solidFill>
                  <a:schemeClr val="tx1"/>
                </a:solidFill>
                <a:latin typeface="+mn-lt"/>
                <a:ea typeface="+mn-ea"/>
                <a:cs typeface="Arial" charset="0"/>
              </a:defRPr>
            </a:lvl2pPr>
            <a:lvl3pPr marL="571500" indent="-2794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90000"/>
              <a:buFont typeface="Arial" charset="0"/>
              <a:buChar char="–"/>
              <a:defRPr lang="en-US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850900" indent="-2794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80000"/>
              <a:buFont typeface="Wingdings" pitchFamily="2" charset="2"/>
              <a:buChar char="§"/>
              <a:defRPr lang="en-US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charset="0"/>
              </a:defRPr>
            </a:lvl4pPr>
            <a:lvl5pPr marL="1136650" indent="-285750" algn="l" defTabSz="93345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70000"/>
              <a:buFont typeface="Arial" charset="0"/>
              <a:buChar char="–"/>
              <a:defRPr lang="en-US" kern="1200" dirty="0">
                <a:solidFill>
                  <a:schemeClr val="tx1"/>
                </a:solidFill>
                <a:latin typeface="Arial" pitchFamily="34" charset="0"/>
                <a:ea typeface="+mn-ea"/>
                <a:cs typeface="Arial" charset="0"/>
              </a:defRPr>
            </a:lvl5pPr>
            <a:lvl6pPr marL="1371600" indent="-241300" algn="l" defTabSz="914400" rtl="0" eaLnBrk="1" latinLnBrk="0" hangingPunct="1">
              <a:spcBef>
                <a:spcPct val="20000"/>
              </a:spcBef>
              <a:buClr>
                <a:schemeClr val="bg2"/>
              </a:buClr>
              <a:buSzPct val="60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rial" charset="0"/>
                <a:cs typeface="Arial" charset="0"/>
              </a:rPr>
              <a:t>Conclusion and Recommendations</a:t>
            </a:r>
            <a:endParaRPr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8758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Maddikunta Akhila</dc:creator>
  <cp:lastModifiedBy>Maddikunta Akhila</cp:lastModifiedBy>
  <cp:revision>1</cp:revision>
  <dcterms:created xsi:type="dcterms:W3CDTF">2025-10-14T11:49:58Z</dcterms:created>
  <dcterms:modified xsi:type="dcterms:W3CDTF">2025-10-14T11:51:04Z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331f486-f8b5-456b-a19a-dbe0d296c5fd_Enabled">
    <vt:lpwstr>true</vt:lpwstr>
  </property>
  <property fmtid="{D5CDD505-2E9C-101B-9397-08002B2CF9AE}" pid="3" name="MSIP_Label_7331f486-f8b5-456b-a19a-dbe0d296c5fd_SetDate">
    <vt:lpwstr>2025-10-14T11:51:04Z</vt:lpwstr>
  </property>
  <property fmtid="{D5CDD505-2E9C-101B-9397-08002B2CF9AE}" pid="4" name="MSIP_Label_7331f486-f8b5-456b-a19a-dbe0d296c5fd_Method">
    <vt:lpwstr>Privileged</vt:lpwstr>
  </property>
  <property fmtid="{D5CDD505-2E9C-101B-9397-08002B2CF9AE}" pid="5" name="MSIP_Label_7331f486-f8b5-456b-a19a-dbe0d296c5fd_Name">
    <vt:lpwstr>Company Confidential Internal Use</vt:lpwstr>
  </property>
  <property fmtid="{D5CDD505-2E9C-101B-9397-08002B2CF9AE}" pid="6" name="MSIP_Label_7331f486-f8b5-456b-a19a-dbe0d296c5fd_SiteId">
    <vt:lpwstr>edf442f5-b994-4c86-a131-b42b03a16c95</vt:lpwstr>
  </property>
  <property fmtid="{D5CDD505-2E9C-101B-9397-08002B2CF9AE}" pid="7" name="MSIP_Label_7331f486-f8b5-456b-a19a-dbe0d296c5fd_ActionId">
    <vt:lpwstr>85ff701c-78e7-4ab9-b47b-db40a7b8611b</vt:lpwstr>
  </property>
  <property fmtid="{D5CDD505-2E9C-101B-9397-08002B2CF9AE}" pid="8" name="MSIP_Label_7331f486-f8b5-456b-a19a-dbe0d296c5fd_ContentBits">
    <vt:lpwstr>0</vt:lpwstr>
  </property>
  <property fmtid="{D5CDD505-2E9C-101B-9397-08002B2CF9AE}" pid="9" name="MSIP_Label_7331f486-f8b5-456b-a19a-dbe0d296c5fd_Tag">
    <vt:lpwstr>10, 0, 1, 1</vt:lpwstr>
  </property>
</Properties>
</file>