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print"/>
          <a:stretch>
            <a:fillRect/>
          </a:stretch>
        </p:blipFill>
        <p:spPr bwMode="ltGray">
          <a:xfrm>
            <a:off x="1074" y="4"/>
            <a:ext cx="5291764" cy="1443209"/>
          </a:xfrm>
          <a:prstGeom prst="rect">
            <a:avLst/>
          </a:prstGeom>
        </p:spPr>
      </p:pic>
    </p:spTree>
    <p:extLst>
      <p:ext uri="{BB962C8B-B14F-4D97-AF65-F5344CB8AC3E}">
        <p14:creationId xmlns:p14="http://schemas.microsoft.com/office/powerpoint/2010/main" val="306168909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6286" y="4053708"/>
            <a:ext cx="7349067" cy="276999"/>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2436286" y="2184402"/>
            <a:ext cx="7349067" cy="615553"/>
          </a:xfrm>
        </p:spPr>
        <p:txBody>
          <a:bodyPr wrap="square">
            <a:spAutoFit/>
          </a:bodyPr>
          <a:lstStyle>
            <a:lvl1pPr algn="l">
              <a:defRPr sz="4000" b="1">
                <a:solidFill>
                  <a:schemeClr val="bg2"/>
                </a:solidFill>
                <a:latin typeface="Arial" pitchFamily="34" charset="0"/>
                <a:cs typeface="Arial" pitchFamily="34" charset="0"/>
              </a:defRPr>
            </a:lvl1pPr>
          </a:lstStyle>
          <a:p>
            <a:r>
              <a:rPr lang="en-US" dirty="0" smtClean="0"/>
              <a:t>Click to Edit Master Title Style</a:t>
            </a:r>
            <a:endParaRPr lang="en-US" dirty="0"/>
          </a:p>
        </p:txBody>
      </p:sp>
      <p:pic>
        <p:nvPicPr>
          <p:cNvPr id="12" name="Picture 11" descr="ridge4.png"/>
          <p:cNvPicPr>
            <a:picLocks noChangeAspect="1"/>
          </p:cNvPicPr>
          <p:nvPr userDrawn="1"/>
        </p:nvPicPr>
        <p:blipFill>
          <a:blip r:embed="rId2" cstate="print"/>
          <a:stretch>
            <a:fillRect/>
          </a:stretch>
        </p:blipFill>
        <p:spPr bwMode="ltGray">
          <a:xfrm>
            <a:off x="1074" y="4"/>
            <a:ext cx="5291764" cy="1443209"/>
          </a:xfrm>
          <a:prstGeom prst="rect">
            <a:avLst/>
          </a:prstGeom>
        </p:spPr>
      </p:pic>
    </p:spTree>
    <p:extLst>
      <p:ext uri="{BB962C8B-B14F-4D97-AF65-F5344CB8AC3E}">
        <p14:creationId xmlns:p14="http://schemas.microsoft.com/office/powerpoint/2010/main" val="284421066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4" y="719142"/>
            <a:ext cx="10966449"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641351" y="1971682"/>
            <a:ext cx="10966450"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859577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4" y="719142"/>
            <a:ext cx="10966449"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641351" y="1971682"/>
            <a:ext cx="10966450"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userDrawn="1">
            <p:ph type="body" sz="quarter" idx="13"/>
          </p:nvPr>
        </p:nvSpPr>
        <p:spPr bwMode="gray">
          <a:xfrm>
            <a:off x="641351" y="1270474"/>
            <a:ext cx="10966450" cy="276999"/>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380077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4" name="Text Placeholder 4"/>
          <p:cNvSpPr>
            <a:spLocks noGrp="1"/>
          </p:cNvSpPr>
          <p:nvPr>
            <p:ph type="body" sz="quarter" idx="10" hasCustomPrompt="1"/>
          </p:nvPr>
        </p:nvSpPr>
        <p:spPr bwMode="gray">
          <a:xfrm>
            <a:off x="641351" y="1971678"/>
            <a:ext cx="10966450" cy="1846659"/>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1030380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353" y="1971678"/>
            <a:ext cx="5437717" cy="4162425"/>
          </a:xfrm>
        </p:spPr>
        <p:txBody>
          <a:bodyPr>
            <a:noAutofit/>
          </a:bodyPr>
          <a:lstStyle>
            <a:lvl1pPr marL="0" indent="0">
              <a:buNone/>
              <a:defRPr>
                <a:latin typeface="Arial" pitchFamily="34" charset="0"/>
                <a:cs typeface="Arial" pitchFamily="34" charset="0"/>
              </a:defRPr>
            </a:lvl1pPr>
          </a:lstStyle>
          <a:p>
            <a:r>
              <a:rPr lang="en-US" dirty="0" smtClean="0"/>
              <a:t>Click icon to add picture</a:t>
            </a:r>
            <a:endParaRPr lang="en-US" dirty="0"/>
          </a:p>
        </p:txBody>
      </p:sp>
      <p:sp>
        <p:nvSpPr>
          <p:cNvPr id="18" name="Text Placeholder 4"/>
          <p:cNvSpPr>
            <a:spLocks noGrp="1"/>
          </p:cNvSpPr>
          <p:nvPr>
            <p:ph type="body" sz="quarter" idx="19" hasCustomPrompt="1"/>
          </p:nvPr>
        </p:nvSpPr>
        <p:spPr bwMode="gray">
          <a:xfrm>
            <a:off x="6451604" y="1971682"/>
            <a:ext cx="5128683"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5"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7" name="Text Placeholder 41"/>
          <p:cNvSpPr>
            <a:spLocks noGrp="1"/>
          </p:cNvSpPr>
          <p:nvPr>
            <p:ph type="body" sz="quarter" idx="13"/>
          </p:nvPr>
        </p:nvSpPr>
        <p:spPr bwMode="gray">
          <a:xfrm>
            <a:off x="641351" y="1270474"/>
            <a:ext cx="10966450" cy="276999"/>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4069925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3221" y="4067179"/>
            <a:ext cx="7366000"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2453222" y="2200277"/>
            <a:ext cx="7366000" cy="615553"/>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smtClean="0"/>
              <a:t>Click to Edit Master Title Style</a:t>
            </a:r>
            <a:endParaRPr lang="en-US" dirty="0"/>
          </a:p>
        </p:txBody>
      </p:sp>
      <p:pic>
        <p:nvPicPr>
          <p:cNvPr id="11" name="Picture 10" descr="ridge4.png"/>
          <p:cNvPicPr>
            <a:picLocks noChangeAspect="1"/>
          </p:cNvPicPr>
          <p:nvPr userDrawn="1"/>
        </p:nvPicPr>
        <p:blipFill>
          <a:blip r:embed="rId2" cstate="print"/>
          <a:stretch>
            <a:fillRect/>
          </a:stretch>
        </p:blipFill>
        <p:spPr bwMode="ltGray">
          <a:xfrm>
            <a:off x="1074" y="4"/>
            <a:ext cx="5291764" cy="1443209"/>
          </a:xfrm>
          <a:prstGeom prst="rect">
            <a:avLst/>
          </a:prstGeom>
        </p:spPr>
      </p:pic>
      <p:pic>
        <p:nvPicPr>
          <p:cNvPr id="6" name="Picture 5" descr="Mahindra Logo.png"/>
          <p:cNvPicPr>
            <a:picLocks noChangeAspect="1"/>
          </p:cNvPicPr>
          <p:nvPr userDrawn="1"/>
        </p:nvPicPr>
        <p:blipFill>
          <a:blip r:embed="rId3" cstate="print"/>
          <a:stretch>
            <a:fillRect/>
          </a:stretch>
        </p:blipFill>
        <p:spPr bwMode="gray">
          <a:xfrm>
            <a:off x="8439877" y="476643"/>
            <a:ext cx="3170050" cy="656554"/>
          </a:xfrm>
          <a:prstGeom prst="rect">
            <a:avLst/>
          </a:prstGeom>
        </p:spPr>
      </p:pic>
    </p:spTree>
    <p:extLst>
      <p:ext uri="{BB962C8B-B14F-4D97-AF65-F5344CB8AC3E}">
        <p14:creationId xmlns:p14="http://schemas.microsoft.com/office/powerpoint/2010/main" val="2630538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356" y="1971675"/>
            <a:ext cx="5469468" cy="4175125"/>
          </a:xfr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22" name="Subtitle 2"/>
          <p:cNvSpPr>
            <a:spLocks noGrp="1"/>
          </p:cNvSpPr>
          <p:nvPr>
            <p:ph type="subTitle" idx="1" hasCustomPrompt="1"/>
          </p:nvPr>
        </p:nvSpPr>
        <p:spPr bwMode="gray">
          <a:xfrm>
            <a:off x="6568024" y="4295797"/>
            <a:ext cx="5041901"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3" name="Title 8"/>
          <p:cNvSpPr>
            <a:spLocks noGrp="1"/>
          </p:cNvSpPr>
          <p:nvPr>
            <p:ph type="title" hasCustomPrompt="1"/>
          </p:nvPr>
        </p:nvSpPr>
        <p:spPr bwMode="gray">
          <a:xfrm>
            <a:off x="6568028" y="1971677"/>
            <a:ext cx="5041901" cy="1231106"/>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smtClean="0"/>
              <a:t>Click to Edit Master Title Style</a:t>
            </a:r>
            <a:endParaRPr lang="en-US" dirty="0"/>
          </a:p>
        </p:txBody>
      </p:sp>
      <p:pic>
        <p:nvPicPr>
          <p:cNvPr id="11" name="Picture 10" descr="ridge4.png"/>
          <p:cNvPicPr>
            <a:picLocks noChangeAspect="1"/>
          </p:cNvPicPr>
          <p:nvPr userDrawn="1"/>
        </p:nvPicPr>
        <p:blipFill>
          <a:blip r:embed="rId2" cstate="print"/>
          <a:stretch>
            <a:fillRect/>
          </a:stretch>
        </p:blipFill>
        <p:spPr bwMode="ltGray">
          <a:xfrm>
            <a:off x="1074" y="4"/>
            <a:ext cx="5291764" cy="1443209"/>
          </a:xfrm>
          <a:prstGeom prst="rect">
            <a:avLst/>
          </a:prstGeom>
        </p:spPr>
      </p:pic>
      <p:pic>
        <p:nvPicPr>
          <p:cNvPr id="7" name="Picture 6" descr="Mahindra Logo.png"/>
          <p:cNvPicPr>
            <a:picLocks noChangeAspect="1"/>
          </p:cNvPicPr>
          <p:nvPr userDrawn="1"/>
        </p:nvPicPr>
        <p:blipFill>
          <a:blip r:embed="rId3" cstate="print"/>
          <a:stretch>
            <a:fillRect/>
          </a:stretch>
        </p:blipFill>
        <p:spPr bwMode="gray">
          <a:xfrm>
            <a:off x="8439877" y="476643"/>
            <a:ext cx="3170050" cy="656554"/>
          </a:xfrm>
          <a:prstGeom prst="rect">
            <a:avLst/>
          </a:prstGeom>
        </p:spPr>
      </p:pic>
    </p:spTree>
    <p:extLst>
      <p:ext uri="{BB962C8B-B14F-4D97-AF65-F5344CB8AC3E}">
        <p14:creationId xmlns:p14="http://schemas.microsoft.com/office/powerpoint/2010/main" val="2504610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354" y="2466996"/>
            <a:ext cx="524510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
          <p:cNvSpPr>
            <a:spLocks noGrp="1"/>
          </p:cNvSpPr>
          <p:nvPr>
            <p:ph type="body" sz="quarter" idx="11" hasCustomPrompt="1"/>
          </p:nvPr>
        </p:nvSpPr>
        <p:spPr bwMode="gray">
          <a:xfrm>
            <a:off x="6364818" y="2466996"/>
            <a:ext cx="524510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5" name="Text Placeholder 4"/>
          <p:cNvSpPr>
            <a:spLocks noGrp="1"/>
          </p:cNvSpPr>
          <p:nvPr>
            <p:ph type="body" sz="quarter" idx="12" hasCustomPrompt="1"/>
          </p:nvPr>
        </p:nvSpPr>
        <p:spPr bwMode="gray">
          <a:xfrm>
            <a:off x="641354" y="1980841"/>
            <a:ext cx="5245102" cy="276999"/>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6" name="Text Placeholder 4"/>
          <p:cNvSpPr>
            <a:spLocks noGrp="1"/>
          </p:cNvSpPr>
          <p:nvPr>
            <p:ph type="body" sz="quarter" idx="13" hasCustomPrompt="1"/>
          </p:nvPr>
        </p:nvSpPr>
        <p:spPr bwMode="gray">
          <a:xfrm>
            <a:off x="6364818" y="1980841"/>
            <a:ext cx="5245102" cy="276999"/>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cxnSp>
        <p:nvCxnSpPr>
          <p:cNvPr id="8" name="Straight Connector 7"/>
          <p:cNvCxnSpPr/>
          <p:nvPr userDrawn="1"/>
        </p:nvCxnSpPr>
        <p:spPr bwMode="gray">
          <a:xfrm>
            <a:off x="641358"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4822"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15" name="Text Placeholder 41"/>
          <p:cNvSpPr>
            <a:spLocks noGrp="1"/>
          </p:cNvSpPr>
          <p:nvPr>
            <p:ph type="body" sz="quarter" idx="14"/>
          </p:nvPr>
        </p:nvSpPr>
        <p:spPr bwMode="gray">
          <a:xfrm>
            <a:off x="641351" y="1270474"/>
            <a:ext cx="10966450" cy="276999"/>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1472027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17" name="Text Placeholder 4"/>
          <p:cNvSpPr>
            <a:spLocks noGrp="1"/>
          </p:cNvSpPr>
          <p:nvPr>
            <p:ph type="body" sz="quarter" idx="10" hasCustomPrompt="1"/>
          </p:nvPr>
        </p:nvSpPr>
        <p:spPr bwMode="gray">
          <a:xfrm>
            <a:off x="641354" y="2466996"/>
            <a:ext cx="524510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18" name="Text Placeholder 4"/>
          <p:cNvSpPr>
            <a:spLocks noGrp="1"/>
          </p:cNvSpPr>
          <p:nvPr>
            <p:ph type="body" sz="quarter" idx="11" hasCustomPrompt="1"/>
          </p:nvPr>
        </p:nvSpPr>
        <p:spPr bwMode="gray">
          <a:xfrm>
            <a:off x="6364818" y="2466996"/>
            <a:ext cx="524510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1" name="Text Placeholder 4"/>
          <p:cNvSpPr>
            <a:spLocks noGrp="1"/>
          </p:cNvSpPr>
          <p:nvPr>
            <p:ph type="body" sz="quarter" idx="12" hasCustomPrompt="1"/>
          </p:nvPr>
        </p:nvSpPr>
        <p:spPr bwMode="gray">
          <a:xfrm>
            <a:off x="641354" y="1980841"/>
            <a:ext cx="5245102" cy="276999"/>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32" name="Text Placeholder 4"/>
          <p:cNvSpPr>
            <a:spLocks noGrp="1"/>
          </p:cNvSpPr>
          <p:nvPr>
            <p:ph type="body" sz="quarter" idx="13" hasCustomPrompt="1"/>
          </p:nvPr>
        </p:nvSpPr>
        <p:spPr bwMode="gray">
          <a:xfrm>
            <a:off x="6364818" y="1980841"/>
            <a:ext cx="5245102" cy="276999"/>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cxnSp>
        <p:nvCxnSpPr>
          <p:cNvPr id="33" name="Straight Connector 32"/>
          <p:cNvCxnSpPr/>
          <p:nvPr userDrawn="1"/>
        </p:nvCxnSpPr>
        <p:spPr bwMode="gray">
          <a:xfrm>
            <a:off x="641358"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4822"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354" y="4703316"/>
            <a:ext cx="524510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6" name="Text Placeholder 4"/>
          <p:cNvSpPr>
            <a:spLocks noGrp="1"/>
          </p:cNvSpPr>
          <p:nvPr>
            <p:ph type="body" sz="quarter" idx="16" hasCustomPrompt="1"/>
          </p:nvPr>
        </p:nvSpPr>
        <p:spPr bwMode="gray">
          <a:xfrm>
            <a:off x="6364818" y="4703316"/>
            <a:ext cx="524510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7" name="Text Placeholder 4"/>
          <p:cNvSpPr>
            <a:spLocks noGrp="1"/>
          </p:cNvSpPr>
          <p:nvPr>
            <p:ph type="body" sz="quarter" idx="17" hasCustomPrompt="1"/>
          </p:nvPr>
        </p:nvSpPr>
        <p:spPr bwMode="gray">
          <a:xfrm>
            <a:off x="641354" y="4217179"/>
            <a:ext cx="5245102" cy="276999"/>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lvl="0" indent="0" algn="l" defTabSz="914400" rtl="0" eaLnBrk="1" fontAlgn="base" latinLnBrk="0" hangingPunct="1">
              <a:spcBef>
                <a:spcPts val="0"/>
              </a:spcBef>
              <a:spcAft>
                <a:spcPts val="0"/>
              </a:spcAft>
              <a:buClr>
                <a:schemeClr val="bg2"/>
              </a:buClr>
              <a:tabLst/>
            </a:pPr>
            <a:r>
              <a:rPr lang="en-US" dirty="0" smtClean="0"/>
              <a:t>Heading 3</a:t>
            </a:r>
          </a:p>
        </p:txBody>
      </p:sp>
      <p:sp>
        <p:nvSpPr>
          <p:cNvPr id="38" name="Text Placeholder 4"/>
          <p:cNvSpPr>
            <a:spLocks noGrp="1"/>
          </p:cNvSpPr>
          <p:nvPr>
            <p:ph type="body" sz="quarter" idx="18" hasCustomPrompt="1"/>
          </p:nvPr>
        </p:nvSpPr>
        <p:spPr bwMode="gray">
          <a:xfrm>
            <a:off x="6364818" y="4217179"/>
            <a:ext cx="5245102" cy="276999"/>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lvl="0" indent="0" algn="l" defTabSz="914400" rtl="0" eaLnBrk="1" fontAlgn="base" latinLnBrk="0" hangingPunct="1">
              <a:spcBef>
                <a:spcPts val="0"/>
              </a:spcBef>
              <a:spcAft>
                <a:spcPts val="0"/>
              </a:spcAft>
              <a:buClr>
                <a:schemeClr val="bg2"/>
              </a:buClr>
              <a:tabLst/>
            </a:pPr>
            <a:r>
              <a:rPr lang="en-US" dirty="0" smtClean="0"/>
              <a:t>Heading 4</a:t>
            </a:r>
          </a:p>
        </p:txBody>
      </p:sp>
      <p:cxnSp>
        <p:nvCxnSpPr>
          <p:cNvPr id="39" name="Straight Connector 38"/>
          <p:cNvCxnSpPr/>
          <p:nvPr userDrawn="1"/>
        </p:nvCxnSpPr>
        <p:spPr bwMode="gray">
          <a:xfrm>
            <a:off x="641358" y="458105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4822" y="458105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351" y="1270474"/>
            <a:ext cx="10966450" cy="276999"/>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063221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51202" y="1971676"/>
            <a:ext cx="2724152"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1</a:t>
            </a:r>
          </a:p>
          <a:p>
            <a:pPr lvl="1"/>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16" name="Picture Placeholder 22"/>
          <p:cNvSpPr>
            <a:spLocks noGrp="1"/>
          </p:cNvSpPr>
          <p:nvPr>
            <p:ph type="pic" sz="quarter" idx="13"/>
          </p:nvPr>
        </p:nvSpPr>
        <p:spPr bwMode="gray">
          <a:xfrm>
            <a:off x="641358" y="1971680"/>
            <a:ext cx="2305048" cy="1892299"/>
          </a:xfr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20"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42" name="Text Placeholder 4"/>
          <p:cNvSpPr>
            <a:spLocks noGrp="1"/>
          </p:cNvSpPr>
          <p:nvPr>
            <p:ph type="body" sz="quarter" idx="19" hasCustomPrompt="1"/>
          </p:nvPr>
        </p:nvSpPr>
        <p:spPr bwMode="gray">
          <a:xfrm>
            <a:off x="8892122" y="1971676"/>
            <a:ext cx="2724152"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2</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3" name="Picture Placeholder 22"/>
          <p:cNvSpPr>
            <a:spLocks noGrp="1"/>
          </p:cNvSpPr>
          <p:nvPr>
            <p:ph type="pic" sz="quarter" idx="20"/>
          </p:nvPr>
        </p:nvSpPr>
        <p:spPr bwMode="gray">
          <a:xfrm>
            <a:off x="6282273" y="1971680"/>
            <a:ext cx="2305048" cy="1892299"/>
          </a:xfr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45" name="Text Placeholder 4"/>
          <p:cNvSpPr>
            <a:spLocks noGrp="1"/>
          </p:cNvSpPr>
          <p:nvPr>
            <p:ph type="body" sz="quarter" idx="21" hasCustomPrompt="1"/>
          </p:nvPr>
        </p:nvSpPr>
        <p:spPr bwMode="gray">
          <a:xfrm>
            <a:off x="3251202" y="4241811"/>
            <a:ext cx="2724152"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3</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6" name="Picture Placeholder 22"/>
          <p:cNvSpPr>
            <a:spLocks noGrp="1"/>
          </p:cNvSpPr>
          <p:nvPr>
            <p:ph type="pic" sz="quarter" idx="22"/>
          </p:nvPr>
        </p:nvSpPr>
        <p:spPr bwMode="gray">
          <a:xfrm>
            <a:off x="641358" y="4241823"/>
            <a:ext cx="2305048" cy="1892299"/>
          </a:xfr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48" name="Text Placeholder 4"/>
          <p:cNvSpPr>
            <a:spLocks noGrp="1"/>
          </p:cNvSpPr>
          <p:nvPr>
            <p:ph type="body" sz="quarter" idx="23" hasCustomPrompt="1"/>
          </p:nvPr>
        </p:nvSpPr>
        <p:spPr bwMode="gray">
          <a:xfrm>
            <a:off x="8892122" y="4241811"/>
            <a:ext cx="2724152"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4</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9" name="Picture Placeholder 22"/>
          <p:cNvSpPr>
            <a:spLocks noGrp="1"/>
          </p:cNvSpPr>
          <p:nvPr>
            <p:ph type="pic" sz="quarter" idx="24"/>
          </p:nvPr>
        </p:nvSpPr>
        <p:spPr bwMode="gray">
          <a:xfrm>
            <a:off x="6282273" y="4241823"/>
            <a:ext cx="2305048" cy="1892299"/>
          </a:xfr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51" name="Text Placeholder 41"/>
          <p:cNvSpPr>
            <a:spLocks noGrp="1"/>
          </p:cNvSpPr>
          <p:nvPr>
            <p:ph type="body" sz="quarter" idx="25"/>
          </p:nvPr>
        </p:nvSpPr>
        <p:spPr bwMode="gray">
          <a:xfrm>
            <a:off x="641351" y="1270474"/>
            <a:ext cx="10966450" cy="276999"/>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400" rtl="0" eaLnBrk="1" fontAlgn="base" latinLnBrk="0" hangingPunct="1">
              <a:spcBef>
                <a:spcPts val="0"/>
              </a:spcBef>
              <a:spcAft>
                <a:spcPts val="0"/>
              </a:spcAft>
              <a:buClr>
                <a:schemeClr val="bg2"/>
              </a:buClr>
              <a:tabLst/>
            </a:pPr>
            <a:r>
              <a:rPr lang="en-US" smtClean="0"/>
              <a:t>Click to edit Master text styles</a:t>
            </a:r>
          </a:p>
        </p:txBody>
      </p:sp>
    </p:spTree>
    <p:extLst>
      <p:ext uri="{BB962C8B-B14F-4D97-AF65-F5344CB8AC3E}">
        <p14:creationId xmlns:p14="http://schemas.microsoft.com/office/powerpoint/2010/main" val="12725462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362" y="1971675"/>
            <a:ext cx="10968567" cy="4162426"/>
          </a:xfrm>
        </p:spPr>
        <p:txBody>
          <a:bodyPr>
            <a:noAutofit/>
          </a:bodyPr>
          <a:lstStyle>
            <a:lvl1pPr marL="0" indent="0">
              <a:buNone/>
              <a:defRPr>
                <a:latin typeface="Arial" pitchFamily="34" charset="0"/>
                <a:cs typeface="Arial" pitchFamily="34" charset="0"/>
              </a:defRPr>
            </a:lvl1pPr>
          </a:lstStyle>
          <a:p>
            <a:r>
              <a:rPr lang="en-US" dirty="0" smtClean="0"/>
              <a:t>Click icon to add table</a:t>
            </a:r>
            <a:endParaRPr lang="en-US" dirty="0"/>
          </a:p>
        </p:txBody>
      </p:sp>
      <p:sp>
        <p:nvSpPr>
          <p:cNvPr id="4"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8" name="Text Placeholder 41"/>
          <p:cNvSpPr>
            <a:spLocks noGrp="1"/>
          </p:cNvSpPr>
          <p:nvPr>
            <p:ph type="body" sz="quarter" idx="13"/>
          </p:nvPr>
        </p:nvSpPr>
        <p:spPr bwMode="gray">
          <a:xfrm>
            <a:off x="641351" y="1270474"/>
            <a:ext cx="10966450" cy="276999"/>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400" rtl="0" eaLnBrk="1" fontAlgn="base" latinLnBrk="0" hangingPunct="1">
              <a:spcBef>
                <a:spcPts val="0"/>
              </a:spcBef>
              <a:spcAft>
                <a:spcPts val="0"/>
              </a:spcAft>
              <a:buClr>
                <a:schemeClr val="bg2"/>
              </a:buClr>
              <a:tabLst/>
            </a:pPr>
            <a:r>
              <a:rPr lang="en-US" smtClean="0"/>
              <a:t>Click to edit Master text styles</a:t>
            </a:r>
          </a:p>
        </p:txBody>
      </p:sp>
    </p:spTree>
    <p:extLst>
      <p:ext uri="{BB962C8B-B14F-4D97-AF65-F5344CB8AC3E}">
        <p14:creationId xmlns:p14="http://schemas.microsoft.com/office/powerpoint/2010/main" val="2819409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362" y="1971678"/>
            <a:ext cx="10968567" cy="4162425"/>
          </a:xfrm>
        </p:spPr>
        <p:txBody>
          <a:bodyPr>
            <a:noAutofit/>
          </a:bodyPr>
          <a:lstStyle>
            <a:lvl1pPr marL="0" indent="0">
              <a:buNone/>
              <a:defRPr>
                <a:latin typeface="Arial" pitchFamily="34" charset="0"/>
                <a:cs typeface="Arial" pitchFamily="34" charset="0"/>
              </a:defRPr>
            </a:lvl1pPr>
          </a:lstStyle>
          <a:p>
            <a:r>
              <a:rPr lang="en-US" dirty="0" smtClean="0"/>
              <a:t>Click icon to add chart</a:t>
            </a:r>
            <a:endParaRPr lang="en-US" dirty="0"/>
          </a:p>
        </p:txBody>
      </p:sp>
      <p:sp>
        <p:nvSpPr>
          <p:cNvPr id="4"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7" name="Text Placeholder 41"/>
          <p:cNvSpPr>
            <a:spLocks noGrp="1"/>
          </p:cNvSpPr>
          <p:nvPr>
            <p:ph type="body" sz="quarter" idx="13"/>
          </p:nvPr>
        </p:nvSpPr>
        <p:spPr bwMode="gray">
          <a:xfrm>
            <a:off x="641351" y="1270474"/>
            <a:ext cx="10966450" cy="276999"/>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264581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2455" y="1527297"/>
            <a:ext cx="8973311"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smtClean="0"/>
              <a:t>Click to edit master title style</a:t>
            </a:r>
            <a:endParaRPr lang="en-US" dirty="0"/>
          </a:p>
        </p:txBody>
      </p:sp>
      <p:sp>
        <p:nvSpPr>
          <p:cNvPr id="9" name="TextBox 8"/>
          <p:cNvSpPr txBox="1">
            <a:spLocks noChangeArrowheads="1"/>
          </p:cNvSpPr>
          <p:nvPr userDrawn="1"/>
        </p:nvSpPr>
        <p:spPr bwMode="gray">
          <a:xfrm>
            <a:off x="1822454" y="3369513"/>
            <a:ext cx="9006413" cy="1892826"/>
          </a:xfrm>
          <a:prstGeom prst="rect">
            <a:avLst/>
          </a:prstGeom>
          <a:noFill/>
          <a:ln w="9525">
            <a:noFill/>
            <a:miter lim="800000"/>
            <a:headEnd/>
            <a:tailEnd/>
          </a:ln>
        </p:spPr>
        <p:txBody>
          <a:bodyPr wrap="square" lIns="0" tIns="0" rIns="0" bIns="0">
            <a:spAutoFit/>
          </a:bodyPr>
          <a:lstStyle/>
          <a:p>
            <a:pPr algn="just" rtl="0">
              <a:spcBef>
                <a:spcPts val="600"/>
              </a:spcBef>
            </a:pPr>
            <a:r>
              <a:rPr lang="en-US" sz="1000" b="1" kern="1200" dirty="0">
                <a:solidFill>
                  <a:srgbClr val="6D6E71"/>
                </a:solidFill>
                <a:latin typeface="Arial"/>
                <a:ea typeface="+mn-ea"/>
                <a:cs typeface="Arial" pitchFamily="34" charset="0"/>
              </a:rPr>
              <a:t>Disclaimer </a:t>
            </a:r>
          </a:p>
          <a:p>
            <a:pPr algn="just" rtl="0">
              <a:spcBef>
                <a:spcPts val="600"/>
              </a:spcBef>
            </a:pPr>
            <a:r>
              <a:rPr lang="en-US" sz="900" kern="1200" dirty="0">
                <a:solidFill>
                  <a:srgbClr val="6D6E71"/>
                </a:solidFill>
                <a:latin typeface="Arial"/>
                <a:ea typeface="+mn-ea"/>
                <a:cs typeface="Arial"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2453" y="2140190"/>
            <a:ext cx="8979502" cy="2769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2176292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p:cNvSpPr/>
          <p:nvPr userDrawn="1"/>
        </p:nvSpPr>
        <p:spPr bwMode="gray">
          <a:xfrm>
            <a:off x="0" y="0"/>
            <a:ext cx="12192000"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kern="1200" dirty="0">
              <a:solidFill>
                <a:prstClr val="black"/>
              </a:solidFill>
              <a:latin typeface="Arial"/>
              <a:ea typeface="+mn-ea"/>
              <a:cs typeface="+mn-cs"/>
            </a:endParaRPr>
          </a:p>
        </p:txBody>
      </p:sp>
      <p:pic>
        <p:nvPicPr>
          <p:cNvPr id="4" name="Picture 3" descr="Mahindra Logo.png"/>
          <p:cNvPicPr>
            <a:picLocks noChangeAspect="1"/>
          </p:cNvPicPr>
          <p:nvPr userDrawn="1"/>
        </p:nvPicPr>
        <p:blipFill>
          <a:blip r:embed="rId2" cstate="print"/>
          <a:stretch>
            <a:fillRect/>
          </a:stretch>
        </p:blipFill>
        <p:spPr bwMode="gray">
          <a:xfrm>
            <a:off x="2621626" y="2717231"/>
            <a:ext cx="7199130" cy="1491023"/>
          </a:xfrm>
          <a:prstGeom prst="rect">
            <a:avLst/>
          </a:prstGeom>
        </p:spPr>
      </p:pic>
    </p:spTree>
    <p:extLst>
      <p:ext uri="{BB962C8B-B14F-4D97-AF65-F5344CB8AC3E}">
        <p14:creationId xmlns:p14="http://schemas.microsoft.com/office/powerpoint/2010/main" val="2163308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1074" y="1"/>
            <a:ext cx="5291764" cy="1443209"/>
          </a:xfrm>
          <a:prstGeom prst="rect">
            <a:avLst/>
          </a:prstGeom>
        </p:spPr>
      </p:pic>
      <p:sp>
        <p:nvSpPr>
          <p:cNvPr id="20" name="TextBox 20"/>
          <p:cNvSpPr txBox="1">
            <a:spLocks noChangeArrowheads="1"/>
          </p:cNvSpPr>
          <p:nvPr userDrawn="1"/>
        </p:nvSpPr>
        <p:spPr bwMode="gray">
          <a:xfrm>
            <a:off x="641351" y="6629432"/>
            <a:ext cx="2494109" cy="123111"/>
          </a:xfrm>
          <a:prstGeom prst="rect">
            <a:avLst/>
          </a:prstGeom>
          <a:noFill/>
          <a:ln w="9525">
            <a:noFill/>
            <a:miter lim="800000"/>
            <a:headEnd/>
            <a:tailEnd/>
          </a:ln>
        </p:spPr>
        <p:txBody>
          <a:bodyPr wrap="none" lIns="0" tIns="0" rIns="0" bIns="0">
            <a:spAutoFit/>
          </a:bodyPr>
          <a:lstStyle/>
          <a:p>
            <a:pPr>
              <a:defRPr/>
            </a:pPr>
            <a:r>
              <a:rPr lang="en-US" sz="800" dirty="0" smtClean="0">
                <a:solidFill>
                  <a:srgbClr val="6D6E71"/>
                </a:solidFill>
                <a:cs typeface="Arial" pitchFamily="34" charset="0"/>
              </a:rPr>
              <a:t>Copyright © 2014 Tech Mahindra. All rights reserved.</a:t>
            </a:r>
            <a:endParaRPr lang="en-US" sz="800" dirty="0">
              <a:solidFill>
                <a:srgbClr val="6D6E71"/>
              </a:solidFill>
              <a:cs typeface="Arial" pitchFamily="34" charset="0"/>
            </a:endParaRPr>
          </a:p>
        </p:txBody>
      </p:sp>
      <p:pic>
        <p:nvPicPr>
          <p:cNvPr id="7" name="Picture 6" descr="Mahindra Logo.png"/>
          <p:cNvPicPr>
            <a:picLocks noChangeAspect="1"/>
          </p:cNvPicPr>
          <p:nvPr userDrawn="1"/>
        </p:nvPicPr>
        <p:blipFill>
          <a:blip r:embed="rId3" cstate="email"/>
          <a:stretch>
            <a:fillRect/>
          </a:stretch>
        </p:blipFill>
        <p:spPr bwMode="gray">
          <a:xfrm>
            <a:off x="8078552" y="476643"/>
            <a:ext cx="3289738" cy="656554"/>
          </a:xfrm>
          <a:prstGeom prst="rect">
            <a:avLst/>
          </a:prstGeom>
        </p:spPr>
      </p:pic>
    </p:spTree>
    <p:extLst>
      <p:ext uri="{BB962C8B-B14F-4D97-AF65-F5344CB8AC3E}">
        <p14:creationId xmlns:p14="http://schemas.microsoft.com/office/powerpoint/2010/main" val="16101033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8" y="719142"/>
            <a:ext cx="10966449"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641351" y="1971677"/>
            <a:ext cx="10966450"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19214674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8" y="719142"/>
            <a:ext cx="10966449"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641351" y="1971677"/>
            <a:ext cx="10966450"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userDrawn="1">
            <p:ph type="body" sz="quarter" idx="13"/>
          </p:nvPr>
        </p:nvSpPr>
        <p:spPr bwMode="gray">
          <a:xfrm>
            <a:off x="641351" y="1270483"/>
            <a:ext cx="10966450"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8800451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4" name="Text Placeholder 4"/>
          <p:cNvSpPr>
            <a:spLocks noGrp="1"/>
          </p:cNvSpPr>
          <p:nvPr>
            <p:ph type="body" sz="quarter" idx="10" hasCustomPrompt="1"/>
          </p:nvPr>
        </p:nvSpPr>
        <p:spPr bwMode="gray">
          <a:xfrm>
            <a:off x="641351" y="1971678"/>
            <a:ext cx="10966450" cy="1846659"/>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18349889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353" y="1971678"/>
            <a:ext cx="5437717" cy="4162425"/>
          </a:xfrm>
        </p:spPr>
        <p:txBody>
          <a:bodyPr>
            <a:noAutofit/>
          </a:bodyPr>
          <a:lstStyle>
            <a:lvl1pPr marL="0" indent="0">
              <a:buNone/>
              <a:defRPr>
                <a:latin typeface="Arial" pitchFamily="34" charset="0"/>
                <a:cs typeface="Arial" pitchFamily="34" charset="0"/>
              </a:defRPr>
            </a:lvl1pPr>
          </a:lstStyle>
          <a:p>
            <a:r>
              <a:rPr lang="en-US" dirty="0" smtClean="0"/>
              <a:t>Click icon to add picture</a:t>
            </a:r>
            <a:endParaRPr lang="en-US" dirty="0"/>
          </a:p>
        </p:txBody>
      </p:sp>
      <p:sp>
        <p:nvSpPr>
          <p:cNvPr id="18" name="Text Placeholder 4"/>
          <p:cNvSpPr>
            <a:spLocks noGrp="1"/>
          </p:cNvSpPr>
          <p:nvPr>
            <p:ph type="body" sz="quarter" idx="19" hasCustomPrompt="1"/>
          </p:nvPr>
        </p:nvSpPr>
        <p:spPr bwMode="gray">
          <a:xfrm>
            <a:off x="6451600" y="1971677"/>
            <a:ext cx="5128683"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5"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7" name="Text Placeholder 41"/>
          <p:cNvSpPr>
            <a:spLocks noGrp="1"/>
          </p:cNvSpPr>
          <p:nvPr>
            <p:ph type="body" sz="quarter" idx="13"/>
          </p:nvPr>
        </p:nvSpPr>
        <p:spPr bwMode="gray">
          <a:xfrm>
            <a:off x="641351" y="1270483"/>
            <a:ext cx="10966450"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28445066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3221" y="4067179"/>
            <a:ext cx="7366000"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2453221" y="2200282"/>
            <a:ext cx="7366000" cy="615553"/>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smtClean="0"/>
              <a:t>Click to Edit Master Title Style</a:t>
            </a:r>
            <a:endParaRPr lang="en-US" dirty="0"/>
          </a:p>
        </p:txBody>
      </p:sp>
      <p:pic>
        <p:nvPicPr>
          <p:cNvPr id="11" name="Picture 10" descr="ridge4.png"/>
          <p:cNvPicPr>
            <a:picLocks noChangeAspect="1"/>
          </p:cNvPicPr>
          <p:nvPr userDrawn="1"/>
        </p:nvPicPr>
        <p:blipFill>
          <a:blip r:embed="rId2" cstate="email"/>
          <a:stretch>
            <a:fillRect/>
          </a:stretch>
        </p:blipFill>
        <p:spPr bwMode="ltGray">
          <a:xfrm>
            <a:off x="1074" y="1"/>
            <a:ext cx="5291764" cy="1443209"/>
          </a:xfrm>
          <a:prstGeom prst="rect">
            <a:avLst/>
          </a:prstGeom>
        </p:spPr>
      </p:pic>
      <p:pic>
        <p:nvPicPr>
          <p:cNvPr id="12" name="Picture 11" descr="Mahindra Logo.png"/>
          <p:cNvPicPr>
            <a:picLocks noChangeAspect="1"/>
          </p:cNvPicPr>
          <p:nvPr userDrawn="1"/>
        </p:nvPicPr>
        <p:blipFill>
          <a:blip r:embed="rId3" cstate="email"/>
          <a:stretch>
            <a:fillRect/>
          </a:stretch>
        </p:blipFill>
        <p:spPr bwMode="gray">
          <a:xfrm>
            <a:off x="8078552" y="476643"/>
            <a:ext cx="3289738" cy="656554"/>
          </a:xfrm>
          <a:prstGeom prst="rect">
            <a:avLst/>
          </a:prstGeom>
        </p:spPr>
      </p:pic>
    </p:spTree>
    <p:extLst>
      <p:ext uri="{BB962C8B-B14F-4D97-AF65-F5344CB8AC3E}">
        <p14:creationId xmlns:p14="http://schemas.microsoft.com/office/powerpoint/2010/main" val="7549148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356" y="1971675"/>
            <a:ext cx="5469468" cy="4175125"/>
          </a:xfr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22" name="Subtitle 2"/>
          <p:cNvSpPr>
            <a:spLocks noGrp="1"/>
          </p:cNvSpPr>
          <p:nvPr>
            <p:ph type="subTitle" idx="1" hasCustomPrompt="1"/>
          </p:nvPr>
        </p:nvSpPr>
        <p:spPr bwMode="gray">
          <a:xfrm>
            <a:off x="6568024" y="4295806"/>
            <a:ext cx="5041898"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3" name="Title 8"/>
          <p:cNvSpPr>
            <a:spLocks noGrp="1"/>
          </p:cNvSpPr>
          <p:nvPr>
            <p:ph type="title" hasCustomPrompt="1"/>
          </p:nvPr>
        </p:nvSpPr>
        <p:spPr bwMode="gray">
          <a:xfrm>
            <a:off x="6568024" y="1971677"/>
            <a:ext cx="5041898" cy="1231106"/>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smtClean="0"/>
              <a:t>Click to Edit Master Title Style</a:t>
            </a:r>
            <a:endParaRPr lang="en-US" dirty="0"/>
          </a:p>
        </p:txBody>
      </p:sp>
      <p:pic>
        <p:nvPicPr>
          <p:cNvPr id="11" name="Picture 10" descr="ridge4.png"/>
          <p:cNvPicPr>
            <a:picLocks noChangeAspect="1"/>
          </p:cNvPicPr>
          <p:nvPr userDrawn="1"/>
        </p:nvPicPr>
        <p:blipFill>
          <a:blip r:embed="rId2" cstate="email"/>
          <a:stretch>
            <a:fillRect/>
          </a:stretch>
        </p:blipFill>
        <p:spPr bwMode="ltGray">
          <a:xfrm>
            <a:off x="1074" y="1"/>
            <a:ext cx="5291764" cy="1443209"/>
          </a:xfrm>
          <a:prstGeom prst="rect">
            <a:avLst/>
          </a:prstGeom>
        </p:spPr>
      </p:pic>
      <p:pic>
        <p:nvPicPr>
          <p:cNvPr id="7" name="Picture 6" descr="Mahindra Logo.png"/>
          <p:cNvPicPr>
            <a:picLocks noChangeAspect="1"/>
          </p:cNvPicPr>
          <p:nvPr userDrawn="1"/>
        </p:nvPicPr>
        <p:blipFill>
          <a:blip r:embed="rId3" cstate="email"/>
          <a:stretch>
            <a:fillRect/>
          </a:stretch>
        </p:blipFill>
        <p:spPr bwMode="gray">
          <a:xfrm>
            <a:off x="8078552" y="476643"/>
            <a:ext cx="3289738" cy="656554"/>
          </a:xfrm>
          <a:prstGeom prst="rect">
            <a:avLst/>
          </a:prstGeom>
        </p:spPr>
      </p:pic>
    </p:spTree>
    <p:extLst>
      <p:ext uri="{BB962C8B-B14F-4D97-AF65-F5344CB8AC3E}">
        <p14:creationId xmlns:p14="http://schemas.microsoft.com/office/powerpoint/2010/main" val="16742157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355" y="2466976"/>
            <a:ext cx="5245102"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
          <p:cNvSpPr>
            <a:spLocks noGrp="1"/>
          </p:cNvSpPr>
          <p:nvPr>
            <p:ph type="body" sz="quarter" idx="11" hasCustomPrompt="1"/>
          </p:nvPr>
        </p:nvSpPr>
        <p:spPr bwMode="gray">
          <a:xfrm>
            <a:off x="6364823" y="2466976"/>
            <a:ext cx="5245102"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5" name="Text Placeholder 4"/>
          <p:cNvSpPr>
            <a:spLocks noGrp="1"/>
          </p:cNvSpPr>
          <p:nvPr>
            <p:ph type="body" sz="quarter" idx="12" hasCustomPrompt="1"/>
          </p:nvPr>
        </p:nvSpPr>
        <p:spPr bwMode="gray">
          <a:xfrm>
            <a:off x="641355" y="1971680"/>
            <a:ext cx="5245102" cy="286161"/>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6" name="Text Placeholder 4"/>
          <p:cNvSpPr>
            <a:spLocks noGrp="1"/>
          </p:cNvSpPr>
          <p:nvPr>
            <p:ph type="body" sz="quarter" idx="13" hasCustomPrompt="1"/>
          </p:nvPr>
        </p:nvSpPr>
        <p:spPr bwMode="gray">
          <a:xfrm>
            <a:off x="6364823" y="1971680"/>
            <a:ext cx="5245102" cy="286161"/>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cxnSp>
        <p:nvCxnSpPr>
          <p:cNvPr id="8" name="Straight Connector 7"/>
          <p:cNvCxnSpPr/>
          <p:nvPr userDrawn="1"/>
        </p:nvCxnSpPr>
        <p:spPr bwMode="gray">
          <a:xfrm>
            <a:off x="641354"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4817"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15" name="Text Placeholder 41"/>
          <p:cNvSpPr>
            <a:spLocks noGrp="1"/>
          </p:cNvSpPr>
          <p:nvPr>
            <p:ph type="body" sz="quarter" idx="14"/>
          </p:nvPr>
        </p:nvSpPr>
        <p:spPr bwMode="gray">
          <a:xfrm>
            <a:off x="641351" y="1270483"/>
            <a:ext cx="10966450"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07603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17" name="Text Placeholder 4"/>
          <p:cNvSpPr>
            <a:spLocks noGrp="1"/>
          </p:cNvSpPr>
          <p:nvPr>
            <p:ph type="body" sz="quarter" idx="10" hasCustomPrompt="1"/>
          </p:nvPr>
        </p:nvSpPr>
        <p:spPr bwMode="gray">
          <a:xfrm>
            <a:off x="641355" y="2466976"/>
            <a:ext cx="5245102"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18" name="Text Placeholder 4"/>
          <p:cNvSpPr>
            <a:spLocks noGrp="1"/>
          </p:cNvSpPr>
          <p:nvPr>
            <p:ph type="body" sz="quarter" idx="11" hasCustomPrompt="1"/>
          </p:nvPr>
        </p:nvSpPr>
        <p:spPr bwMode="gray">
          <a:xfrm>
            <a:off x="6364823" y="2466976"/>
            <a:ext cx="5245102"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1" name="Text Placeholder 4"/>
          <p:cNvSpPr>
            <a:spLocks noGrp="1"/>
          </p:cNvSpPr>
          <p:nvPr>
            <p:ph type="body" sz="quarter" idx="12" hasCustomPrompt="1"/>
          </p:nvPr>
        </p:nvSpPr>
        <p:spPr bwMode="gray">
          <a:xfrm>
            <a:off x="641355" y="1971680"/>
            <a:ext cx="5245102" cy="286161"/>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32" name="Text Placeholder 4"/>
          <p:cNvSpPr>
            <a:spLocks noGrp="1"/>
          </p:cNvSpPr>
          <p:nvPr>
            <p:ph type="body" sz="quarter" idx="13" hasCustomPrompt="1"/>
          </p:nvPr>
        </p:nvSpPr>
        <p:spPr bwMode="gray">
          <a:xfrm>
            <a:off x="6364823" y="1971680"/>
            <a:ext cx="5245102" cy="286161"/>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cxnSp>
        <p:nvCxnSpPr>
          <p:cNvPr id="33" name="Straight Connector 32"/>
          <p:cNvCxnSpPr/>
          <p:nvPr userDrawn="1"/>
        </p:nvCxnSpPr>
        <p:spPr bwMode="gray">
          <a:xfrm>
            <a:off x="641354"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4817"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355" y="4703296"/>
            <a:ext cx="5245102"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6" name="Text Placeholder 4"/>
          <p:cNvSpPr>
            <a:spLocks noGrp="1"/>
          </p:cNvSpPr>
          <p:nvPr>
            <p:ph type="body" sz="quarter" idx="16" hasCustomPrompt="1"/>
          </p:nvPr>
        </p:nvSpPr>
        <p:spPr bwMode="gray">
          <a:xfrm>
            <a:off x="6364823" y="4703296"/>
            <a:ext cx="5245102"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7" name="Text Placeholder 4"/>
          <p:cNvSpPr>
            <a:spLocks noGrp="1"/>
          </p:cNvSpPr>
          <p:nvPr>
            <p:ph type="body" sz="quarter" idx="17" hasCustomPrompt="1"/>
          </p:nvPr>
        </p:nvSpPr>
        <p:spPr bwMode="gray">
          <a:xfrm>
            <a:off x="641355" y="4208026"/>
            <a:ext cx="5245102" cy="286161"/>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lvl="0" indent="0" algn="l" defTabSz="914400" rtl="0" eaLnBrk="1" fontAlgn="base" latinLnBrk="0" hangingPunct="1">
              <a:spcBef>
                <a:spcPts val="0"/>
              </a:spcBef>
              <a:spcAft>
                <a:spcPts val="0"/>
              </a:spcAft>
              <a:buClr>
                <a:schemeClr val="bg2"/>
              </a:buClr>
              <a:tabLst/>
            </a:pPr>
            <a:r>
              <a:rPr lang="en-US" dirty="0" smtClean="0"/>
              <a:t>Heading 3</a:t>
            </a:r>
          </a:p>
        </p:txBody>
      </p:sp>
      <p:sp>
        <p:nvSpPr>
          <p:cNvPr id="38" name="Text Placeholder 4"/>
          <p:cNvSpPr>
            <a:spLocks noGrp="1"/>
          </p:cNvSpPr>
          <p:nvPr>
            <p:ph type="body" sz="quarter" idx="18" hasCustomPrompt="1"/>
          </p:nvPr>
        </p:nvSpPr>
        <p:spPr bwMode="gray">
          <a:xfrm>
            <a:off x="6364823" y="4208026"/>
            <a:ext cx="5245102" cy="286161"/>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lvl="0" indent="0" algn="l" defTabSz="914400" rtl="0" eaLnBrk="1" fontAlgn="base" latinLnBrk="0" hangingPunct="1">
              <a:spcBef>
                <a:spcPts val="0"/>
              </a:spcBef>
              <a:spcAft>
                <a:spcPts val="0"/>
              </a:spcAft>
              <a:buClr>
                <a:schemeClr val="bg2"/>
              </a:buClr>
              <a:tabLst/>
            </a:pPr>
            <a:r>
              <a:rPr lang="en-US" dirty="0" smtClean="0"/>
              <a:t>Heading 4</a:t>
            </a:r>
          </a:p>
        </p:txBody>
      </p:sp>
      <p:cxnSp>
        <p:nvCxnSpPr>
          <p:cNvPr id="39" name="Straight Connector 38"/>
          <p:cNvCxnSpPr/>
          <p:nvPr userDrawn="1"/>
        </p:nvCxnSpPr>
        <p:spPr bwMode="gray">
          <a:xfrm>
            <a:off x="641354" y="458105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4817" y="458105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351" y="1270483"/>
            <a:ext cx="10966450"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29810832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51214" y="1971676"/>
            <a:ext cx="2724151"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1</a:t>
            </a:r>
          </a:p>
          <a:p>
            <a:pPr lvl="1"/>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16" name="Picture Placeholder 22"/>
          <p:cNvSpPr>
            <a:spLocks noGrp="1"/>
          </p:cNvSpPr>
          <p:nvPr>
            <p:ph type="pic" sz="quarter" idx="13"/>
          </p:nvPr>
        </p:nvSpPr>
        <p:spPr bwMode="gray">
          <a:xfrm>
            <a:off x="641365" y="1971680"/>
            <a:ext cx="2305049" cy="1892299"/>
          </a:xfr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20"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42" name="Text Placeholder 4"/>
          <p:cNvSpPr>
            <a:spLocks noGrp="1"/>
          </p:cNvSpPr>
          <p:nvPr>
            <p:ph type="body" sz="quarter" idx="19" hasCustomPrompt="1"/>
          </p:nvPr>
        </p:nvSpPr>
        <p:spPr bwMode="gray">
          <a:xfrm>
            <a:off x="8892130" y="1971676"/>
            <a:ext cx="2724151"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2</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3" name="Picture Placeholder 22"/>
          <p:cNvSpPr>
            <a:spLocks noGrp="1"/>
          </p:cNvSpPr>
          <p:nvPr>
            <p:ph type="pic" sz="quarter" idx="20"/>
          </p:nvPr>
        </p:nvSpPr>
        <p:spPr bwMode="gray">
          <a:xfrm>
            <a:off x="6282285" y="1971680"/>
            <a:ext cx="2305049" cy="1892299"/>
          </a:xfr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45" name="Text Placeholder 4"/>
          <p:cNvSpPr>
            <a:spLocks noGrp="1"/>
          </p:cNvSpPr>
          <p:nvPr>
            <p:ph type="body" sz="quarter" idx="21" hasCustomPrompt="1"/>
          </p:nvPr>
        </p:nvSpPr>
        <p:spPr bwMode="gray">
          <a:xfrm>
            <a:off x="3251214" y="4241816"/>
            <a:ext cx="2724151"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3</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6" name="Picture Placeholder 22"/>
          <p:cNvSpPr>
            <a:spLocks noGrp="1"/>
          </p:cNvSpPr>
          <p:nvPr>
            <p:ph type="pic" sz="quarter" idx="22"/>
          </p:nvPr>
        </p:nvSpPr>
        <p:spPr bwMode="gray">
          <a:xfrm>
            <a:off x="641365" y="4241832"/>
            <a:ext cx="2305049" cy="1892299"/>
          </a:xfr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48" name="Text Placeholder 4"/>
          <p:cNvSpPr>
            <a:spLocks noGrp="1"/>
          </p:cNvSpPr>
          <p:nvPr>
            <p:ph type="body" sz="quarter" idx="23" hasCustomPrompt="1"/>
          </p:nvPr>
        </p:nvSpPr>
        <p:spPr bwMode="gray">
          <a:xfrm>
            <a:off x="8892130" y="4241816"/>
            <a:ext cx="2724151"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4</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9" name="Picture Placeholder 22"/>
          <p:cNvSpPr>
            <a:spLocks noGrp="1"/>
          </p:cNvSpPr>
          <p:nvPr>
            <p:ph type="pic" sz="quarter" idx="24"/>
          </p:nvPr>
        </p:nvSpPr>
        <p:spPr bwMode="gray">
          <a:xfrm>
            <a:off x="6282285" y="4241832"/>
            <a:ext cx="2305049" cy="1892299"/>
          </a:xfrm>
        </p:spPr>
        <p:txBody>
          <a:bodyPr rtlCol="0">
            <a:normAutofit/>
          </a:bodyPr>
          <a:lstStyle>
            <a:lvl1pPr>
              <a:buNone/>
              <a:defRPr>
                <a:latin typeface="Arial" pitchFamily="34" charset="0"/>
                <a:cs typeface="Arial" pitchFamily="34" charset="0"/>
              </a:defRPr>
            </a:lvl1pPr>
          </a:lstStyle>
          <a:p>
            <a:pPr lvl="0"/>
            <a:r>
              <a:rPr lang="en-US" noProof="0" dirty="0" smtClean="0"/>
              <a:t>Click icon to add picture</a:t>
            </a:r>
          </a:p>
        </p:txBody>
      </p:sp>
      <p:sp>
        <p:nvSpPr>
          <p:cNvPr id="51" name="Text Placeholder 41"/>
          <p:cNvSpPr>
            <a:spLocks noGrp="1"/>
          </p:cNvSpPr>
          <p:nvPr>
            <p:ph type="body" sz="quarter" idx="25"/>
          </p:nvPr>
        </p:nvSpPr>
        <p:spPr bwMode="gray">
          <a:xfrm>
            <a:off x="641351" y="1270483"/>
            <a:ext cx="10966450"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400" rtl="0" eaLnBrk="1" fontAlgn="base" latinLnBrk="0" hangingPunct="1">
              <a:spcBef>
                <a:spcPts val="0"/>
              </a:spcBef>
              <a:spcAft>
                <a:spcPts val="0"/>
              </a:spcAft>
              <a:buClr>
                <a:schemeClr val="bg2"/>
              </a:buClr>
              <a:tabLst/>
            </a:pPr>
            <a:r>
              <a:rPr lang="en-US" smtClean="0"/>
              <a:t>Click to edit Master text styles</a:t>
            </a:r>
          </a:p>
        </p:txBody>
      </p:sp>
    </p:spTree>
    <p:extLst>
      <p:ext uri="{BB962C8B-B14F-4D97-AF65-F5344CB8AC3E}">
        <p14:creationId xmlns:p14="http://schemas.microsoft.com/office/powerpoint/2010/main" val="364258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369" y="1971675"/>
            <a:ext cx="10968567" cy="4162426"/>
          </a:xfrm>
        </p:spPr>
        <p:txBody>
          <a:bodyPr>
            <a:noAutofit/>
          </a:bodyPr>
          <a:lstStyle>
            <a:lvl1pPr marL="0" indent="0">
              <a:buNone/>
              <a:defRPr>
                <a:latin typeface="Arial" pitchFamily="34" charset="0"/>
                <a:cs typeface="Arial" pitchFamily="34" charset="0"/>
              </a:defRPr>
            </a:lvl1pPr>
          </a:lstStyle>
          <a:p>
            <a:r>
              <a:rPr lang="en-US" dirty="0" smtClean="0"/>
              <a:t>Click icon to add table</a:t>
            </a:r>
            <a:endParaRPr lang="en-US" dirty="0"/>
          </a:p>
        </p:txBody>
      </p:sp>
      <p:sp>
        <p:nvSpPr>
          <p:cNvPr id="4"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8" name="Text Placeholder 41"/>
          <p:cNvSpPr>
            <a:spLocks noGrp="1"/>
          </p:cNvSpPr>
          <p:nvPr>
            <p:ph type="body" sz="quarter" idx="13"/>
          </p:nvPr>
        </p:nvSpPr>
        <p:spPr bwMode="gray">
          <a:xfrm>
            <a:off x="641351" y="1270483"/>
            <a:ext cx="10966450"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400" rtl="0" eaLnBrk="1" fontAlgn="base" latinLnBrk="0" hangingPunct="1">
              <a:spcBef>
                <a:spcPts val="0"/>
              </a:spcBef>
              <a:spcAft>
                <a:spcPts val="0"/>
              </a:spcAft>
              <a:buClr>
                <a:schemeClr val="bg2"/>
              </a:buClr>
              <a:tabLst/>
            </a:pPr>
            <a:r>
              <a:rPr lang="en-US" smtClean="0"/>
              <a:t>Click to edit Master text styles</a:t>
            </a:r>
          </a:p>
        </p:txBody>
      </p:sp>
    </p:spTree>
    <p:extLst>
      <p:ext uri="{BB962C8B-B14F-4D97-AF65-F5344CB8AC3E}">
        <p14:creationId xmlns:p14="http://schemas.microsoft.com/office/powerpoint/2010/main" val="3286715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369" y="1971678"/>
            <a:ext cx="10968567" cy="4162425"/>
          </a:xfrm>
        </p:spPr>
        <p:txBody>
          <a:bodyPr>
            <a:noAutofit/>
          </a:bodyPr>
          <a:lstStyle>
            <a:lvl1pPr marL="0" indent="0">
              <a:buNone/>
              <a:defRPr>
                <a:latin typeface="Arial" pitchFamily="34" charset="0"/>
                <a:cs typeface="Arial" pitchFamily="34" charset="0"/>
              </a:defRPr>
            </a:lvl1pPr>
          </a:lstStyle>
          <a:p>
            <a:r>
              <a:rPr lang="en-US" dirty="0" smtClean="0"/>
              <a:t>Click icon to add chart</a:t>
            </a:r>
            <a:endParaRPr lang="en-US" dirty="0"/>
          </a:p>
        </p:txBody>
      </p:sp>
      <p:sp>
        <p:nvSpPr>
          <p:cNvPr id="4"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7" name="Text Placeholder 41"/>
          <p:cNvSpPr>
            <a:spLocks noGrp="1"/>
          </p:cNvSpPr>
          <p:nvPr>
            <p:ph type="body" sz="quarter" idx="13"/>
          </p:nvPr>
        </p:nvSpPr>
        <p:spPr bwMode="gray">
          <a:xfrm>
            <a:off x="641351" y="1270483"/>
            <a:ext cx="10966450"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6692407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2458" y="1527297"/>
            <a:ext cx="8973312"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smtClean="0"/>
              <a:t>Click to edit master title style</a:t>
            </a:r>
            <a:endParaRPr lang="en-US" dirty="0"/>
          </a:p>
        </p:txBody>
      </p:sp>
      <p:sp>
        <p:nvSpPr>
          <p:cNvPr id="9" name="TextBox 8"/>
          <p:cNvSpPr txBox="1">
            <a:spLocks noChangeArrowheads="1"/>
          </p:cNvSpPr>
          <p:nvPr userDrawn="1"/>
        </p:nvSpPr>
        <p:spPr bwMode="gray">
          <a:xfrm>
            <a:off x="1822455" y="3369513"/>
            <a:ext cx="9006416" cy="1892826"/>
          </a:xfrm>
          <a:prstGeom prst="rect">
            <a:avLst/>
          </a:prstGeom>
          <a:noFill/>
          <a:ln w="9525">
            <a:noFill/>
            <a:miter lim="800000"/>
            <a:headEnd/>
            <a:tailEnd/>
          </a:ln>
        </p:spPr>
        <p:txBody>
          <a:bodyPr wrap="square" lIns="0" tIns="0" rIns="0" bIns="0">
            <a:spAutoFit/>
          </a:bodyPr>
          <a:lstStyle/>
          <a:p>
            <a:pPr algn="just">
              <a:spcBef>
                <a:spcPts val="600"/>
              </a:spcBef>
            </a:pPr>
            <a:r>
              <a:rPr lang="en-US" sz="1000" b="1" dirty="0" smtClean="0">
                <a:solidFill>
                  <a:srgbClr val="6D6E71"/>
                </a:solidFill>
                <a:cs typeface="Arial" pitchFamily="34" charset="0"/>
              </a:rPr>
              <a:t>Disclaimer </a:t>
            </a:r>
          </a:p>
          <a:p>
            <a:pPr algn="just">
              <a:spcBef>
                <a:spcPts val="600"/>
              </a:spcBef>
            </a:pPr>
            <a:r>
              <a:rPr lang="en-US" sz="900" dirty="0" smtClean="0">
                <a:solidFill>
                  <a:srgbClr val="6D6E71"/>
                </a:solidFill>
                <a:cs typeface="Arial" pitchFamily="34" charset="0"/>
              </a:rPr>
              <a:t>Tech Mahindra,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2452" y="2140200"/>
            <a:ext cx="8979504" cy="2769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smtClean="0"/>
              <a:t>Click to edit Master text styles</a:t>
            </a:r>
          </a:p>
        </p:txBody>
      </p:sp>
      <p:sp>
        <p:nvSpPr>
          <p:cNvPr id="8" name="TextBox 20"/>
          <p:cNvSpPr txBox="1">
            <a:spLocks noChangeArrowheads="1"/>
          </p:cNvSpPr>
          <p:nvPr userDrawn="1"/>
        </p:nvSpPr>
        <p:spPr bwMode="gray">
          <a:xfrm>
            <a:off x="641351" y="6629432"/>
            <a:ext cx="2494109" cy="123111"/>
          </a:xfrm>
          <a:prstGeom prst="rect">
            <a:avLst/>
          </a:prstGeom>
          <a:noFill/>
          <a:ln w="9525">
            <a:noFill/>
            <a:miter lim="800000"/>
            <a:headEnd/>
            <a:tailEnd/>
          </a:ln>
        </p:spPr>
        <p:txBody>
          <a:bodyPr wrap="none" lIns="0" tIns="0" rIns="0" bIns="0">
            <a:spAutoFit/>
          </a:bodyPr>
          <a:lstStyle/>
          <a:p>
            <a:pPr>
              <a:defRPr/>
            </a:pPr>
            <a:r>
              <a:rPr lang="en-US" sz="800" dirty="0" smtClean="0">
                <a:solidFill>
                  <a:srgbClr val="6D6E71"/>
                </a:solidFill>
                <a:cs typeface="Arial" pitchFamily="34" charset="0"/>
              </a:rPr>
              <a:t>Copyright © 2014 Tech Mahindra. All rights reserved.</a:t>
            </a:r>
            <a:endParaRPr lang="en-US" sz="800" dirty="0">
              <a:solidFill>
                <a:srgbClr val="6D6E71"/>
              </a:solidFill>
              <a:cs typeface="Arial" pitchFamily="34" charset="0"/>
            </a:endParaRPr>
          </a:p>
        </p:txBody>
      </p:sp>
    </p:spTree>
    <p:extLst>
      <p:ext uri="{BB962C8B-B14F-4D97-AF65-F5344CB8AC3E}">
        <p14:creationId xmlns:p14="http://schemas.microsoft.com/office/powerpoint/2010/main" val="14609200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p:cNvSpPr/>
          <p:nvPr userDrawn="1"/>
        </p:nvSpPr>
        <p:spPr bwMode="gray">
          <a:xfrm>
            <a:off x="0" y="0"/>
            <a:ext cx="12192000"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prstClr val="black"/>
              </a:solidFill>
            </a:endParaRPr>
          </a:p>
        </p:txBody>
      </p:sp>
      <p:pic>
        <p:nvPicPr>
          <p:cNvPr id="4" name="Picture 3" descr="Mahindra Logo.png"/>
          <p:cNvPicPr>
            <a:picLocks noChangeAspect="1"/>
          </p:cNvPicPr>
          <p:nvPr userDrawn="1"/>
        </p:nvPicPr>
        <p:blipFill>
          <a:blip r:embed="rId2" cstate="email"/>
          <a:stretch>
            <a:fillRect/>
          </a:stretch>
        </p:blipFill>
        <p:spPr bwMode="gray">
          <a:xfrm>
            <a:off x="2485723" y="2717231"/>
            <a:ext cx="7470943" cy="1491023"/>
          </a:xfrm>
          <a:prstGeom prst="rect">
            <a:avLst/>
          </a:prstGeom>
        </p:spPr>
      </p:pic>
    </p:spTree>
    <p:extLst>
      <p:ext uri="{BB962C8B-B14F-4D97-AF65-F5344CB8AC3E}">
        <p14:creationId xmlns:p14="http://schemas.microsoft.com/office/powerpoint/2010/main" val="39320563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641354" y="1971676"/>
            <a:ext cx="10949516" cy="13849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600" y="6356352"/>
            <a:ext cx="3788240" cy="365125"/>
          </a:xfrm>
          <a:prstGeom prst="rect">
            <a:avLst/>
          </a:prstGeom>
        </p:spPr>
        <p:txBody>
          <a:bodyPr/>
          <a:lstStyle/>
          <a:p>
            <a:fld id="{7752B4B8-3332-5544-AFD7-939DC9AEB10C}" type="datetimeFigureOut">
              <a:rPr lang="en-US" smtClean="0"/>
              <a:t>3/26/2019</a:t>
            </a:fld>
            <a:endParaRPr 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a:lstStyle/>
          <a:p>
            <a:fld id="{8BE8A756-BD47-7848-BDB7-0BD82F2F0E37}" type="slidenum">
              <a:rPr lang="en-US" smtClean="0"/>
              <a:t>‹#›</a:t>
            </a:fld>
            <a:endParaRPr lang="en-US"/>
          </a:p>
        </p:txBody>
      </p:sp>
    </p:spTree>
    <p:extLst>
      <p:ext uri="{BB962C8B-B14F-4D97-AF65-F5344CB8AC3E}">
        <p14:creationId xmlns:p14="http://schemas.microsoft.com/office/powerpoint/2010/main" val="37464949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7"/>
            <a:ext cx="5181600" cy="13849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7"/>
            <a:ext cx="5181600" cy="138499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C37DD4EB-E7BD-47EF-A2D1-8F9ACBBA40EF}" type="datetimeFigureOut">
              <a:rPr lang="en-US" smtClean="0"/>
              <a:t>3/26/2019</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9A9CE806-FF2D-4385-93E0-7B8C1857860D}" type="slidenum">
              <a:rPr lang="en-US" smtClean="0"/>
              <a:t>‹#›</a:t>
            </a:fld>
            <a:endParaRPr lang="en-US"/>
          </a:p>
        </p:txBody>
      </p:sp>
    </p:spTree>
    <p:extLst>
      <p:ext uri="{BB962C8B-B14F-4D97-AF65-F5344CB8AC3E}">
        <p14:creationId xmlns:p14="http://schemas.microsoft.com/office/powerpoint/2010/main" val="709893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bwMode="gray">
          <a:xfrm>
            <a:off x="641357" y="719157"/>
            <a:ext cx="10966450" cy="43088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00" b="1" kern="1200" dirty="0">
                <a:solidFill>
                  <a:schemeClr val="tx1">
                    <a:lumMod val="75000"/>
                    <a:lumOff val="25000"/>
                  </a:schemeClr>
                </a:solidFill>
                <a:latin typeface="Oswald Stencil" panose="02000506000000020004" pitchFamily="2" charset="0"/>
                <a:ea typeface="+mj-ea"/>
                <a:cs typeface="Arial" pitchFamily="34" charset="0"/>
              </a:defRPr>
            </a:lvl1pPr>
          </a:lstStyle>
          <a:p>
            <a:pPr lvl="0" algn="l" defTabSz="914310" rtl="0" eaLnBrk="1" fontAlgn="base" latinLnBrk="0" hangingPunct="1">
              <a:spcBef>
                <a:spcPct val="0"/>
              </a:spcBef>
              <a:spcAft>
                <a:spcPct val="0"/>
              </a:spcAft>
              <a:buNone/>
            </a:pPr>
            <a:r>
              <a:rPr lang="en-US" dirty="0" smtClean="0"/>
              <a:t>Click to edit Master title style</a:t>
            </a:r>
            <a:endParaRPr lang="en-US" dirty="0"/>
          </a:p>
        </p:txBody>
      </p:sp>
    </p:spTree>
    <p:extLst>
      <p:ext uri="{BB962C8B-B14F-4D97-AF65-F5344CB8AC3E}">
        <p14:creationId xmlns:p14="http://schemas.microsoft.com/office/powerpoint/2010/main" val="1011805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2130428"/>
            <a:ext cx="10363200" cy="492443"/>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1" y="3886202"/>
            <a:ext cx="8534401" cy="2769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609600" y="6356353"/>
            <a:ext cx="2844800" cy="365125"/>
          </a:xfrm>
          <a:prstGeom prst="rect">
            <a:avLst/>
          </a:prstGeom>
        </p:spPr>
        <p:txBody>
          <a:bodyPr/>
          <a:lstStyle/>
          <a:p>
            <a:fld id="{464B607F-4559-4FC0-8386-D287B3FAC488}" type="datetimeFigureOut">
              <a:rPr lang="en-US">
                <a:solidFill>
                  <a:prstClr val="black"/>
                </a:solidFill>
              </a:rPr>
              <a:pPr/>
              <a:t>3/26/2019</a:t>
            </a:fld>
            <a:endParaRPr lang="en-US" dirty="0">
              <a:solidFill>
                <a:prstClr val="black"/>
              </a:solidFill>
            </a:endParaRPr>
          </a:p>
        </p:txBody>
      </p:sp>
      <p:sp>
        <p:nvSpPr>
          <p:cNvPr id="5" name="Footer Placeholder 4"/>
          <p:cNvSpPr>
            <a:spLocks noGrp="1"/>
          </p:cNvSpPr>
          <p:nvPr>
            <p:ph type="ftr" sz="quarter" idx="11"/>
          </p:nvPr>
        </p:nvSpPr>
        <p:spPr>
          <a:xfrm>
            <a:off x="4165601" y="6356353"/>
            <a:ext cx="3860800" cy="365125"/>
          </a:xfrm>
          <a:prstGeom prst="rect">
            <a:avLst/>
          </a:prstGeom>
        </p:spPr>
        <p:txBody>
          <a:bodyPr/>
          <a:lstStyle/>
          <a:p>
            <a:endParaRPr lang="en-US" dirty="0">
              <a:solidFill>
                <a:prstClr val="black"/>
              </a:solidFill>
            </a:endParaRPr>
          </a:p>
        </p:txBody>
      </p:sp>
      <p:sp>
        <p:nvSpPr>
          <p:cNvPr id="6" name="Slide Number Placeholder 5"/>
          <p:cNvSpPr>
            <a:spLocks noGrp="1"/>
          </p:cNvSpPr>
          <p:nvPr>
            <p:ph type="sldNum" sz="quarter" idx="12"/>
          </p:nvPr>
        </p:nvSpPr>
        <p:spPr>
          <a:xfrm>
            <a:off x="8737601" y="6356353"/>
            <a:ext cx="2844800" cy="365125"/>
          </a:xfrm>
          <a:prstGeom prst="rect">
            <a:avLst/>
          </a:prstGeom>
        </p:spPr>
        <p:txBody>
          <a:bodyPr/>
          <a:lstStyle/>
          <a:p>
            <a:fld id="{52557BA0-E887-4127-ACC0-13385FFDF32D}" type="slidenum">
              <a:rPr lang="en-US">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4247677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hecked Background">
    <p:spTree>
      <p:nvGrpSpPr>
        <p:cNvPr id="1" name=""/>
        <p:cNvGrpSpPr/>
        <p:nvPr/>
      </p:nvGrpSpPr>
      <p:grpSpPr>
        <a:xfrm>
          <a:off x="0" y="0"/>
          <a:ext cx="0" cy="0"/>
          <a:chOff x="0" y="0"/>
          <a:chExt cx="0" cy="0"/>
        </a:xfrm>
      </p:grpSpPr>
      <p:pic>
        <p:nvPicPr>
          <p:cNvPr id="5122" name="Picture 2" descr="D:\Pictures\PPTS\2016\Picture40.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a:ext>
            </a:extLst>
          </a:blip>
          <a:srcRect/>
          <a:stretch>
            <a:fillRect/>
          </a:stretch>
        </p:blipFill>
        <p:spPr bwMode="auto">
          <a:xfrm>
            <a:off x="474" y="0"/>
            <a:ext cx="1219152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bwMode="gray">
          <a:xfrm>
            <a:off x="641356" y="719157"/>
            <a:ext cx="10966450" cy="43088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799" b="1" kern="1200" dirty="0">
                <a:solidFill>
                  <a:schemeClr val="tx1">
                    <a:lumMod val="75000"/>
                    <a:lumOff val="25000"/>
                  </a:schemeClr>
                </a:solidFill>
                <a:latin typeface="Arial" pitchFamily="34" charset="0"/>
                <a:ea typeface="+mj-ea"/>
                <a:cs typeface="Arial" pitchFamily="34" charset="0"/>
              </a:defRPr>
            </a:lvl1pPr>
          </a:lstStyle>
          <a:p>
            <a:pPr lvl="0" algn="l" defTabSz="914126" rtl="0" eaLnBrk="1" fontAlgn="base" latinLnBrk="0" hangingPunct="1">
              <a:spcBef>
                <a:spcPct val="0"/>
              </a:spcBef>
              <a:spcAft>
                <a:spcPct val="0"/>
              </a:spcAft>
              <a:buNone/>
            </a:pPr>
            <a:r>
              <a:rPr lang="en-US" dirty="0" smtClean="0"/>
              <a:t>Click to edit Master title style</a:t>
            </a:r>
            <a:endParaRPr lang="en-US" dirty="0"/>
          </a:p>
        </p:txBody>
      </p:sp>
      <p:sp>
        <p:nvSpPr>
          <p:cNvPr id="9" name="Slide Number Placeholder 5"/>
          <p:cNvSpPr txBox="1">
            <a:spLocks/>
          </p:cNvSpPr>
          <p:nvPr userDrawn="1"/>
        </p:nvSpPr>
        <p:spPr bwMode="auto">
          <a:xfrm>
            <a:off x="11811651" y="6614013"/>
            <a:ext cx="161122"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sp>
        <p:nvSpPr>
          <p:cNvPr id="11" name="TextBox 20"/>
          <p:cNvSpPr txBox="1">
            <a:spLocks noChangeArrowheads="1"/>
          </p:cNvSpPr>
          <p:nvPr userDrawn="1"/>
        </p:nvSpPr>
        <p:spPr bwMode="gray">
          <a:xfrm>
            <a:off x="627715" y="6597007"/>
            <a:ext cx="249410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cs typeface="Arial" pitchFamily="34" charset="0"/>
              </a:rPr>
              <a:t>Copyright © </a:t>
            </a:r>
            <a:r>
              <a:rPr lang="en-US" sz="800" dirty="0" smtClean="0">
                <a:solidFill>
                  <a:srgbClr val="6D6E71"/>
                </a:solidFill>
                <a:cs typeface="Arial" pitchFamily="34" charset="0"/>
              </a:rPr>
              <a:t>2017 </a:t>
            </a:r>
            <a:r>
              <a:rPr lang="en-US" sz="800" dirty="0">
                <a:solidFill>
                  <a:srgbClr val="6D6E71"/>
                </a:solidFill>
                <a:cs typeface="Arial" pitchFamily="34" charset="0"/>
              </a:rPr>
              <a:t>Tech Mahindra. All rights reserved.</a:t>
            </a:r>
          </a:p>
        </p:txBody>
      </p:sp>
      <p:pic>
        <p:nvPicPr>
          <p:cNvPr id="12" name="Picture 11"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472" y="4"/>
            <a:ext cx="2686537" cy="952500"/>
          </a:xfrm>
          <a:prstGeom prst="rect">
            <a:avLst/>
          </a:prstGeom>
        </p:spPr>
      </p:pic>
    </p:spTree>
    <p:extLst>
      <p:ext uri="{BB962C8B-B14F-4D97-AF65-F5344CB8AC3E}">
        <p14:creationId xmlns:p14="http://schemas.microsoft.com/office/powerpoint/2010/main" val="153237168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9_Content slide with sub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2" name="Title 1"/>
          <p:cNvSpPr>
            <a:spLocks noGrp="1"/>
          </p:cNvSpPr>
          <p:nvPr>
            <p:ph type="title"/>
          </p:nvPr>
        </p:nvSpPr>
        <p:spPr bwMode="gray">
          <a:xfrm>
            <a:off x="641356" y="719155"/>
            <a:ext cx="10966450" cy="43088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799" b="1" kern="1200" dirty="0">
                <a:solidFill>
                  <a:schemeClr val="tx1">
                    <a:lumMod val="75000"/>
                    <a:lumOff val="25000"/>
                  </a:schemeClr>
                </a:solidFill>
                <a:latin typeface="Arial" pitchFamily="34" charset="0"/>
                <a:ea typeface="+mj-ea"/>
                <a:cs typeface="Arial" pitchFamily="34" charset="0"/>
              </a:defRPr>
            </a:lvl1pPr>
          </a:lstStyle>
          <a:p>
            <a:pPr lvl="0" algn="l" defTabSz="914126" rtl="0" eaLnBrk="1" fontAlgn="base" latinLnBrk="0" hangingPunct="1">
              <a:spcBef>
                <a:spcPct val="0"/>
              </a:spcBef>
              <a:spcAft>
                <a:spcPct val="0"/>
              </a:spcAft>
              <a:buNone/>
            </a:pPr>
            <a:r>
              <a:rPr lang="en-US" dirty="0" smtClean="0"/>
              <a:t>Click to edit Master title style</a:t>
            </a:r>
            <a:endParaRPr lang="en-US" dirty="0"/>
          </a:p>
        </p:txBody>
      </p:sp>
      <p:sp>
        <p:nvSpPr>
          <p:cNvPr id="15" name="Slide Number Placeholder 5"/>
          <p:cNvSpPr txBox="1">
            <a:spLocks/>
          </p:cNvSpPr>
          <p:nvPr userDrawn="1"/>
        </p:nvSpPr>
        <p:spPr bwMode="auto">
          <a:xfrm>
            <a:off x="11811648" y="6614013"/>
            <a:ext cx="161122"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sp>
        <p:nvSpPr>
          <p:cNvPr id="16" name="TextBox 20"/>
          <p:cNvSpPr txBox="1">
            <a:spLocks noChangeArrowheads="1"/>
          </p:cNvSpPr>
          <p:nvPr userDrawn="1"/>
        </p:nvSpPr>
        <p:spPr bwMode="gray">
          <a:xfrm>
            <a:off x="641360" y="6629733"/>
            <a:ext cx="249410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cs typeface="Arial" pitchFamily="34" charset="0"/>
              </a:rPr>
              <a:t>Copyright © 2016 Tech Mahindra. All rights reserved.</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472" y="1"/>
            <a:ext cx="2686537" cy="952500"/>
          </a:xfrm>
          <a:prstGeom prst="rect">
            <a:avLst/>
          </a:prstGeom>
        </p:spPr>
      </p:pic>
    </p:spTree>
    <p:extLst>
      <p:ext uri="{BB962C8B-B14F-4D97-AF65-F5344CB8AC3E}">
        <p14:creationId xmlns:p14="http://schemas.microsoft.com/office/powerpoint/2010/main" val="16974629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37" cstate="print"/>
          <a:stretch>
            <a:fillRect/>
          </a:stretch>
        </p:blipFill>
        <p:spPr bwMode="ltGray">
          <a:xfrm>
            <a:off x="620" y="0"/>
            <a:ext cx="3026830" cy="825500"/>
          </a:xfrm>
          <a:prstGeom prst="rect">
            <a:avLst/>
          </a:prstGeom>
        </p:spPr>
      </p:pic>
      <p:sp>
        <p:nvSpPr>
          <p:cNvPr id="2" name="Title Placeholder 1"/>
          <p:cNvSpPr>
            <a:spLocks noGrp="1"/>
          </p:cNvSpPr>
          <p:nvPr>
            <p:ph type="title"/>
          </p:nvPr>
        </p:nvSpPr>
        <p:spPr>
          <a:xfrm>
            <a:off x="624425" y="711204"/>
            <a:ext cx="10949516" cy="49244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smtClean="0"/>
              <a:t>Click to edit Master title style</a:t>
            </a:r>
            <a:endParaRPr lang="en-US" dirty="0"/>
          </a:p>
        </p:txBody>
      </p:sp>
      <p:sp>
        <p:nvSpPr>
          <p:cNvPr id="3" name="Text Placeholder 2"/>
          <p:cNvSpPr>
            <a:spLocks noGrp="1"/>
          </p:cNvSpPr>
          <p:nvPr>
            <p:ph type="body" idx="1"/>
          </p:nvPr>
        </p:nvSpPr>
        <p:spPr>
          <a:xfrm>
            <a:off x="641354" y="1971675"/>
            <a:ext cx="10949516" cy="147732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text styles</a:t>
            </a:r>
          </a:p>
          <a:p>
            <a:pPr marL="571500" marR="0" lvl="2" indent="-279400" algn="l" defTabSz="91440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smtClean="0"/>
              <a:t>First level</a:t>
            </a:r>
          </a:p>
          <a:p>
            <a:pPr lvl="3"/>
            <a:r>
              <a:rPr lang="en-US" dirty="0" smtClean="0"/>
              <a:t>Second level</a:t>
            </a:r>
          </a:p>
          <a:p>
            <a:pPr lvl="4"/>
            <a:r>
              <a:rPr lang="en-US" dirty="0" smtClean="0"/>
              <a:t>Third level</a:t>
            </a:r>
          </a:p>
          <a:p>
            <a:pPr lvl="5"/>
            <a:r>
              <a:rPr lang="en-US" dirty="0" smtClean="0"/>
              <a:t>Fifth level</a:t>
            </a:r>
            <a:endParaRPr lang="en-US" dirty="0"/>
          </a:p>
        </p:txBody>
      </p:sp>
      <p:sp>
        <p:nvSpPr>
          <p:cNvPr id="9" name="Slide Number Placeholder 5"/>
          <p:cNvSpPr txBox="1">
            <a:spLocks/>
          </p:cNvSpPr>
          <p:nvPr/>
        </p:nvSpPr>
        <p:spPr bwMode="auto">
          <a:xfrm>
            <a:off x="11714612" y="6567849"/>
            <a:ext cx="258125" cy="246221"/>
          </a:xfrm>
          <a:prstGeom prst="rect">
            <a:avLst/>
          </a:prstGeom>
          <a:noFill/>
          <a:ln w="9525">
            <a:noFill/>
            <a:miter lim="800000"/>
            <a:headEnd/>
            <a:tailEnd/>
          </a:ln>
        </p:spPr>
        <p:txBody>
          <a:bodyPr wrap="none" lIns="0" tIns="0" rIns="0" bIns="0" anchor="ctr">
            <a:spAutoFit/>
          </a:bodyPr>
          <a:lstStyle/>
          <a:p>
            <a:pPr algn="r" rtl="0">
              <a:defRPr/>
            </a:pPr>
            <a:fld id="{6856ECDB-1CEE-4F69-ADCA-557460F2116E}" type="slidenum">
              <a:rPr lang="en-US" sz="1600" b="1" kern="1200">
                <a:solidFill>
                  <a:schemeClr val="tx1"/>
                </a:solidFill>
                <a:latin typeface="Arial"/>
                <a:ea typeface="+mn-ea"/>
                <a:cs typeface="Arial" pitchFamily="34" charset="0"/>
              </a:rPr>
              <a:pPr algn="r" rtl="0">
                <a:defRPr/>
              </a:pPr>
              <a:t>‹#›</a:t>
            </a:fld>
            <a:endParaRPr lang="en-US" sz="1600" b="1" kern="1200" dirty="0">
              <a:solidFill>
                <a:schemeClr val="tx1"/>
              </a:solidFill>
              <a:latin typeface="Arial"/>
              <a:ea typeface="+mn-ea"/>
              <a:cs typeface="Arial" pitchFamily="34" charset="0"/>
            </a:endParaRPr>
          </a:p>
        </p:txBody>
      </p:sp>
      <p:sp>
        <p:nvSpPr>
          <p:cNvPr id="7" name="TextBox 20"/>
          <p:cNvSpPr txBox="1">
            <a:spLocks noChangeArrowheads="1"/>
          </p:cNvSpPr>
          <p:nvPr/>
        </p:nvSpPr>
        <p:spPr bwMode="gray">
          <a:xfrm>
            <a:off x="641351" y="6629422"/>
            <a:ext cx="3959532" cy="184666"/>
          </a:xfrm>
          <a:prstGeom prst="rect">
            <a:avLst/>
          </a:prstGeom>
          <a:noFill/>
          <a:ln w="9525">
            <a:noFill/>
            <a:miter lim="800000"/>
            <a:headEnd/>
            <a:tailEnd/>
          </a:ln>
        </p:spPr>
        <p:txBody>
          <a:bodyPr wrap="none" lIns="0" tIns="0" rIns="0" bIns="0">
            <a:spAutoFit/>
          </a:bodyPr>
          <a:lstStyle/>
          <a:p>
            <a:pPr algn="l" rtl="0">
              <a:defRPr/>
            </a:pPr>
            <a:r>
              <a:rPr lang="en-US" sz="1200" b="1" kern="1200" dirty="0">
                <a:solidFill>
                  <a:schemeClr val="tx1"/>
                </a:solidFill>
                <a:latin typeface="Arial"/>
                <a:ea typeface="+mn-ea"/>
                <a:cs typeface="Arial" pitchFamily="34" charset="0"/>
              </a:rPr>
              <a:t>Copyright © </a:t>
            </a:r>
            <a:r>
              <a:rPr lang="en-US" sz="1200" b="1" kern="1200" dirty="0" smtClean="0">
                <a:solidFill>
                  <a:schemeClr val="tx1"/>
                </a:solidFill>
                <a:latin typeface="Arial"/>
                <a:ea typeface="+mn-ea"/>
                <a:cs typeface="Arial" pitchFamily="34" charset="0"/>
              </a:rPr>
              <a:t>2017 Tech </a:t>
            </a:r>
            <a:r>
              <a:rPr lang="en-US" sz="1200" b="1" kern="1200" dirty="0">
                <a:solidFill>
                  <a:schemeClr val="tx1"/>
                </a:solidFill>
                <a:latin typeface="Arial"/>
                <a:ea typeface="+mn-ea"/>
                <a:cs typeface="Arial" pitchFamily="34" charset="0"/>
              </a:rPr>
              <a:t>Mahindra. All rights reserved.</a:t>
            </a:r>
          </a:p>
        </p:txBody>
      </p:sp>
      <p:pic>
        <p:nvPicPr>
          <p:cNvPr id="10" name="Picture 9" descr="Mahindra Logo.png"/>
          <p:cNvPicPr>
            <a:picLocks noChangeAspect="1"/>
          </p:cNvPicPr>
          <p:nvPr userDrawn="1"/>
        </p:nvPicPr>
        <p:blipFill>
          <a:blip r:embed="rId38" cstate="print"/>
          <a:stretch>
            <a:fillRect/>
          </a:stretch>
        </p:blipFill>
        <p:spPr bwMode="gray">
          <a:xfrm>
            <a:off x="10258649" y="248612"/>
            <a:ext cx="1585026" cy="328277"/>
          </a:xfrm>
          <a:prstGeom prst="rect">
            <a:avLst/>
          </a:prstGeom>
        </p:spPr>
      </p:pic>
    </p:spTree>
    <p:extLst>
      <p:ext uri="{BB962C8B-B14F-4D97-AF65-F5344CB8AC3E}">
        <p14:creationId xmlns:p14="http://schemas.microsoft.com/office/powerpoint/2010/main" val="620576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Lst>
  <p:timing>
    <p:tnLst>
      <p:par>
        <p:cTn id="1" dur="indefinite" restart="never" nodeType="tmRoot"/>
      </p:par>
    </p:tnLst>
  </p:timing>
  <p:hf sldNum="0" hdr="0" dt="0"/>
  <p:txStyles>
    <p:titleStyle>
      <a:lvl1pPr algn="l" defTabSz="914400" rtl="0" eaLnBrk="1" latinLnBrk="0" hangingPunct="1">
        <a:spcBef>
          <a:spcPct val="0"/>
        </a:spcBef>
        <a:buNone/>
        <a:defRPr lang="en-US" sz="3200" b="1" kern="1200" dirty="0" smtClean="0">
          <a:solidFill>
            <a:schemeClr val="tx2"/>
          </a:solidFill>
          <a:latin typeface="Arial" pitchFamily="34" charset="0"/>
          <a:ea typeface="+mj-ea"/>
          <a:cs typeface="Arial" pitchFamily="34" charset="0"/>
        </a:defRPr>
      </a:lvl1pPr>
    </p:titleStyle>
    <p:bodyStyle>
      <a:lvl1pPr marL="290513" indent="-290513" algn="l" defTabSz="914400" rtl="0" eaLnBrk="1" fontAlgn="base" latinLnBrk="0" hangingPunct="1">
        <a:spcBef>
          <a:spcPts val="0"/>
        </a:spcBef>
        <a:spcAft>
          <a:spcPct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750" indent="-285750" algn="l" defTabSz="914400"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1500" indent="-279400" algn="l" defTabSz="914400"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50900" indent="-279400" algn="l" defTabSz="914400"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650" indent="-285750" algn="l" defTabSz="933450"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Arial" pitchFamily="34" charset="0"/>
          <a:ea typeface="+mn-ea"/>
          <a:cs typeface="+mn-cs"/>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a:spLocks noGrp="1"/>
          </p:cNvSpPr>
          <p:nvPr>
            <p:ph type="title"/>
          </p:nvPr>
        </p:nvSpPr>
        <p:spPr>
          <a:xfrm>
            <a:off x="794432" y="575012"/>
            <a:ext cx="10840688" cy="430759"/>
          </a:xfrm>
          <a:noFill/>
          <a:ln w="9525">
            <a:noFill/>
            <a:miter lim="800000"/>
            <a:headEnd/>
            <a:tailEnd/>
          </a:ln>
        </p:spPr>
        <p:txBody>
          <a:bodyPr vert="horz" wrap="square" lIns="0" tIns="0" rIns="0" bIns="0" numCol="1" anchor="t" anchorCtr="0" compatLnSpc="1">
            <a:prstTxWarp prst="textNoShape">
              <a:avLst/>
            </a:prstTxWarp>
            <a:spAutoFit/>
          </a:bodyPr>
          <a:lstStyle/>
          <a:p>
            <a:pPr algn="ctr"/>
            <a:r>
              <a:rPr lang="en-US" dirty="0" smtClean="0">
                <a:latin typeface="+mj-lt"/>
              </a:rPr>
              <a:t>Case Study - </a:t>
            </a:r>
            <a:r>
              <a:rPr lang="en-US" dirty="0" err="1" smtClean="0">
                <a:latin typeface="+mj-lt"/>
              </a:rPr>
              <a:t>EtherCAT</a:t>
            </a:r>
            <a:r>
              <a:rPr lang="en-US" dirty="0" smtClean="0">
                <a:latin typeface="+mj-lt"/>
              </a:rPr>
              <a:t> </a:t>
            </a:r>
            <a:r>
              <a:rPr lang="en-US" dirty="0">
                <a:latin typeface="+mj-lt"/>
              </a:rPr>
              <a:t>Based Input / Output Slave Controller</a:t>
            </a:r>
          </a:p>
        </p:txBody>
      </p:sp>
      <p:sp>
        <p:nvSpPr>
          <p:cNvPr id="22" name="Rectangle 21"/>
          <p:cNvSpPr/>
          <p:nvPr/>
        </p:nvSpPr>
        <p:spPr>
          <a:xfrm>
            <a:off x="599608" y="1211751"/>
            <a:ext cx="11242622" cy="5352823"/>
          </a:xfrm>
          <a:prstGeom prst="rect">
            <a:avLst/>
          </a:prstGeom>
          <a:solidFill>
            <a:schemeClr val="bg1">
              <a:alpha val="60000"/>
            </a:schemeClr>
          </a:solidFill>
          <a:ln>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prstClr val="black"/>
              </a:solidFill>
            </a:endParaRPr>
          </a:p>
        </p:txBody>
      </p:sp>
      <p:sp>
        <p:nvSpPr>
          <p:cNvPr id="23" name="Rectangle 22"/>
          <p:cNvSpPr/>
          <p:nvPr/>
        </p:nvSpPr>
        <p:spPr>
          <a:xfrm>
            <a:off x="794480" y="1371600"/>
            <a:ext cx="5149122" cy="274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600" b="1" dirty="0">
                <a:solidFill>
                  <a:prstClr val="white"/>
                </a:solidFill>
              </a:rPr>
              <a:t>Business Needs</a:t>
            </a:r>
          </a:p>
        </p:txBody>
      </p:sp>
      <p:sp>
        <p:nvSpPr>
          <p:cNvPr id="24" name="TextBox 23"/>
          <p:cNvSpPr txBox="1"/>
          <p:nvPr/>
        </p:nvSpPr>
        <p:spPr>
          <a:xfrm>
            <a:off x="794480" y="1706100"/>
            <a:ext cx="5149122" cy="646331"/>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285750" indent="-285750" fontAlgn="base">
              <a:spcBef>
                <a:spcPts val="300"/>
              </a:spcBef>
              <a:spcAft>
                <a:spcPts val="300"/>
              </a:spcAft>
              <a:buFont typeface="Wingdings" panose="05000000000000000000" pitchFamily="2" charset="2"/>
              <a:buChar char="q"/>
            </a:pPr>
            <a:r>
              <a:rPr lang="en-US" sz="1400" dirty="0">
                <a:solidFill>
                  <a:prstClr val="black">
                    <a:lumMod val="65000"/>
                    <a:lumOff val="35000"/>
                  </a:prstClr>
                </a:solidFill>
                <a:cs typeface="Arial" charset="0"/>
              </a:rPr>
              <a:t>Design and Development of Hardware &amp; Firmware for a  EtherCAT Input / output Slave Controller used Machine control applications</a:t>
            </a:r>
          </a:p>
        </p:txBody>
      </p:sp>
      <p:sp>
        <p:nvSpPr>
          <p:cNvPr id="25" name="Rectangle 24"/>
          <p:cNvSpPr/>
          <p:nvPr/>
        </p:nvSpPr>
        <p:spPr>
          <a:xfrm>
            <a:off x="794431" y="2446474"/>
            <a:ext cx="5149169" cy="274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600" b="1" dirty="0">
                <a:solidFill>
                  <a:prstClr val="white"/>
                </a:solidFill>
              </a:rPr>
              <a:t>Project Scope</a:t>
            </a:r>
          </a:p>
        </p:txBody>
      </p:sp>
      <p:sp>
        <p:nvSpPr>
          <p:cNvPr id="26" name="TextBox 25"/>
          <p:cNvSpPr txBox="1"/>
          <p:nvPr/>
        </p:nvSpPr>
        <p:spPr>
          <a:xfrm>
            <a:off x="794431" y="2744450"/>
            <a:ext cx="5149169" cy="2092881"/>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285750" indent="-285750" fontAlgn="base">
              <a:spcBef>
                <a:spcPts val="200"/>
              </a:spcBef>
              <a:spcAft>
                <a:spcPts val="200"/>
              </a:spcAft>
              <a:buFont typeface="Wingdings" panose="05000000000000000000" pitchFamily="2" charset="2"/>
              <a:buChar char="q"/>
            </a:pPr>
            <a:r>
              <a:rPr lang="en-US" sz="1400" dirty="0">
                <a:solidFill>
                  <a:prstClr val="black">
                    <a:lumMod val="65000"/>
                    <a:lumOff val="35000"/>
                  </a:prstClr>
                </a:solidFill>
                <a:cs typeface="Arial" charset="0"/>
              </a:rPr>
              <a:t>Preparations of Product Specifications , HW / FW Design Documents</a:t>
            </a:r>
          </a:p>
          <a:p>
            <a:pPr marL="285750" indent="-285750" fontAlgn="base">
              <a:spcBef>
                <a:spcPts val="200"/>
              </a:spcBef>
              <a:spcAft>
                <a:spcPts val="200"/>
              </a:spcAft>
              <a:buFont typeface="Wingdings" panose="05000000000000000000" pitchFamily="2" charset="2"/>
              <a:buChar char="q"/>
            </a:pPr>
            <a:r>
              <a:rPr lang="en-US" sz="1400" dirty="0">
                <a:solidFill>
                  <a:prstClr val="black">
                    <a:lumMod val="65000"/>
                    <a:lumOff val="35000"/>
                  </a:prstClr>
                </a:solidFill>
                <a:cs typeface="Arial" charset="0"/>
              </a:rPr>
              <a:t>Design &amp; Development of Hardware &amp; Firmware for a  EtherCAT Input / output Slave Controller</a:t>
            </a:r>
          </a:p>
          <a:p>
            <a:pPr marL="285750" indent="-285750" fontAlgn="base">
              <a:spcBef>
                <a:spcPts val="200"/>
              </a:spcBef>
              <a:spcAft>
                <a:spcPts val="200"/>
              </a:spcAft>
              <a:buFont typeface="Wingdings" panose="05000000000000000000" pitchFamily="2" charset="2"/>
              <a:buChar char="q"/>
            </a:pPr>
            <a:r>
              <a:rPr lang="en-US" sz="1400" dirty="0">
                <a:solidFill>
                  <a:prstClr val="black">
                    <a:lumMod val="65000"/>
                    <a:lumOff val="35000"/>
                  </a:prstClr>
                </a:solidFill>
                <a:cs typeface="Arial" charset="0"/>
              </a:rPr>
              <a:t>Hardware Design: BOM, Components Procurements, Schematic Design, PCB Layout, Enclosure Design &amp; Manufacturing, Testing &amp; Validation with </a:t>
            </a:r>
            <a:r>
              <a:rPr lang="en-US" sz="1400" dirty="0" err="1">
                <a:solidFill>
                  <a:prstClr val="black">
                    <a:lumMod val="65000"/>
                    <a:lumOff val="35000"/>
                  </a:prstClr>
                </a:solidFill>
                <a:cs typeface="Arial" charset="0"/>
              </a:rPr>
              <a:t>TwinCAT</a:t>
            </a:r>
            <a:r>
              <a:rPr lang="en-US" sz="1400" dirty="0">
                <a:solidFill>
                  <a:prstClr val="black">
                    <a:lumMod val="65000"/>
                    <a:lumOff val="35000"/>
                  </a:prstClr>
                </a:solidFill>
                <a:cs typeface="Arial" charset="0"/>
              </a:rPr>
              <a:t> Master</a:t>
            </a:r>
          </a:p>
          <a:p>
            <a:pPr marL="285750" indent="-285750" fontAlgn="base">
              <a:spcBef>
                <a:spcPts val="200"/>
              </a:spcBef>
              <a:spcAft>
                <a:spcPts val="200"/>
              </a:spcAft>
              <a:buFont typeface="Wingdings" panose="05000000000000000000" pitchFamily="2" charset="2"/>
              <a:buChar char="q"/>
            </a:pPr>
            <a:r>
              <a:rPr lang="en-US" sz="1400" dirty="0">
                <a:solidFill>
                  <a:prstClr val="black">
                    <a:lumMod val="65000"/>
                    <a:lumOff val="35000"/>
                  </a:prstClr>
                </a:solidFill>
                <a:cs typeface="Arial" charset="0"/>
              </a:rPr>
              <a:t>Firmware  Design : Development of Drivers, application logic, IO control and Communication</a:t>
            </a:r>
          </a:p>
        </p:txBody>
      </p:sp>
      <p:sp>
        <p:nvSpPr>
          <p:cNvPr id="27" name="Rectangle 26"/>
          <p:cNvSpPr/>
          <p:nvPr/>
        </p:nvSpPr>
        <p:spPr>
          <a:xfrm>
            <a:off x="775558" y="4876800"/>
            <a:ext cx="5168042" cy="274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600" b="1" dirty="0">
                <a:solidFill>
                  <a:prstClr val="white"/>
                </a:solidFill>
              </a:rPr>
              <a:t>Business Benefits</a:t>
            </a:r>
          </a:p>
        </p:txBody>
      </p:sp>
      <p:sp>
        <p:nvSpPr>
          <p:cNvPr id="28" name="TextBox 27"/>
          <p:cNvSpPr txBox="1"/>
          <p:nvPr/>
        </p:nvSpPr>
        <p:spPr>
          <a:xfrm>
            <a:off x="775558" y="5174776"/>
            <a:ext cx="5168042" cy="1179810"/>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285750" indent="-285750" fontAlgn="base">
              <a:spcBef>
                <a:spcPts val="100"/>
              </a:spcBef>
              <a:spcAft>
                <a:spcPts val="100"/>
              </a:spcAft>
              <a:buFont typeface="Wingdings" panose="05000000000000000000" pitchFamily="2" charset="2"/>
              <a:buChar char="q"/>
            </a:pPr>
            <a:r>
              <a:rPr lang="en-US" sz="1400" dirty="0">
                <a:solidFill>
                  <a:prstClr val="black">
                    <a:lumMod val="65000"/>
                    <a:lumOff val="35000"/>
                  </a:prstClr>
                </a:solidFill>
                <a:cs typeface="Arial" charset="0"/>
              </a:rPr>
              <a:t>End to End Product Development</a:t>
            </a:r>
          </a:p>
          <a:p>
            <a:pPr marL="285750" indent="-285750" fontAlgn="base">
              <a:spcBef>
                <a:spcPts val="100"/>
              </a:spcBef>
              <a:spcAft>
                <a:spcPts val="100"/>
              </a:spcAft>
              <a:buFont typeface="Wingdings" panose="05000000000000000000" pitchFamily="2" charset="2"/>
              <a:buChar char="q"/>
            </a:pPr>
            <a:r>
              <a:rPr lang="en-US" sz="1400" dirty="0">
                <a:solidFill>
                  <a:prstClr val="black">
                    <a:lumMod val="65000"/>
                    <a:lumOff val="35000"/>
                  </a:prstClr>
                </a:solidFill>
                <a:cs typeface="Arial" charset="0"/>
              </a:rPr>
              <a:t>Scalable DIO and AIO configuration</a:t>
            </a:r>
          </a:p>
          <a:p>
            <a:pPr marL="285750" indent="-285750" fontAlgn="base">
              <a:spcBef>
                <a:spcPts val="100"/>
              </a:spcBef>
              <a:spcAft>
                <a:spcPts val="100"/>
              </a:spcAft>
              <a:buFont typeface="Wingdings" panose="05000000000000000000" pitchFamily="2" charset="2"/>
              <a:buChar char="q"/>
            </a:pPr>
            <a:r>
              <a:rPr lang="en-US" sz="1400" dirty="0">
                <a:solidFill>
                  <a:prstClr val="black">
                    <a:lumMod val="65000"/>
                    <a:lumOff val="35000"/>
                  </a:prstClr>
                </a:solidFill>
                <a:cs typeface="Arial" charset="0"/>
              </a:rPr>
              <a:t>Easy Integration with any EtherCAT Master</a:t>
            </a:r>
          </a:p>
          <a:p>
            <a:pPr marL="285750" indent="-285750" fontAlgn="base">
              <a:spcBef>
                <a:spcPts val="100"/>
              </a:spcBef>
              <a:spcAft>
                <a:spcPts val="100"/>
              </a:spcAft>
              <a:buFont typeface="Wingdings" panose="05000000000000000000" pitchFamily="2" charset="2"/>
              <a:buChar char="q"/>
            </a:pPr>
            <a:r>
              <a:rPr lang="en-US" sz="1400" dirty="0">
                <a:solidFill>
                  <a:prstClr val="black">
                    <a:lumMod val="65000"/>
                    <a:lumOff val="35000"/>
                  </a:prstClr>
                </a:solidFill>
                <a:cs typeface="Arial" charset="0"/>
              </a:rPr>
              <a:t>Fast Cycle / Response Time</a:t>
            </a:r>
          </a:p>
          <a:p>
            <a:pPr marL="285750" indent="-285750" fontAlgn="base">
              <a:spcBef>
                <a:spcPts val="100"/>
              </a:spcBef>
              <a:spcAft>
                <a:spcPts val="100"/>
              </a:spcAft>
              <a:buFont typeface="Wingdings" panose="05000000000000000000" pitchFamily="2" charset="2"/>
              <a:buChar char="q"/>
            </a:pPr>
            <a:r>
              <a:rPr lang="en-US" sz="1400" dirty="0">
                <a:solidFill>
                  <a:prstClr val="black">
                    <a:lumMod val="65000"/>
                    <a:lumOff val="35000"/>
                  </a:prstClr>
                </a:solidFill>
                <a:cs typeface="Arial" charset="0"/>
              </a:rPr>
              <a:t>Deterministic Real Time Performance and Control</a:t>
            </a:r>
          </a:p>
        </p:txBody>
      </p:sp>
      <p:pic>
        <p:nvPicPr>
          <p:cNvPr id="29" name="Picture 28" descr="EtherCAT_Design_Ver1 2.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102841" y="1413435"/>
            <a:ext cx="4067907" cy="3021874"/>
          </a:xfrm>
          <a:prstGeom prst="rect">
            <a:avLst/>
          </a:prstGeom>
        </p:spPr>
      </p:pic>
      <p:pic>
        <p:nvPicPr>
          <p:cNvPr id="30"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02841" y="4552352"/>
            <a:ext cx="3991707" cy="1268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30"/>
          <p:cNvSpPr/>
          <p:nvPr/>
        </p:nvSpPr>
        <p:spPr>
          <a:xfrm>
            <a:off x="7102840" y="5971398"/>
            <a:ext cx="3991707" cy="625812"/>
          </a:xfrm>
          <a:prstGeom prst="rect">
            <a:avLst/>
          </a:prstGeom>
        </p:spPr>
        <p:txBody>
          <a:bodyPr wrap="square">
            <a:spAutoFit/>
          </a:bodyPr>
          <a:lstStyle/>
          <a:p>
            <a:pPr marL="285750" indent="-285750" fontAlgn="base">
              <a:spcBef>
                <a:spcPts val="100"/>
              </a:spcBef>
              <a:spcAft>
                <a:spcPts val="100"/>
              </a:spcAft>
              <a:buFont typeface="Wingdings" panose="05000000000000000000" pitchFamily="2" charset="2"/>
              <a:buChar char="q"/>
              <a:defRPr/>
            </a:pPr>
            <a:r>
              <a:rPr lang="en-US" sz="1100" dirty="0">
                <a:solidFill>
                  <a:prstClr val="black">
                    <a:lumMod val="65000"/>
                    <a:lumOff val="35000"/>
                  </a:prstClr>
                </a:solidFill>
                <a:cs typeface="Arial" charset="0"/>
              </a:rPr>
              <a:t>Material Type : CRS 18GA, 1.193mm Thickness</a:t>
            </a:r>
          </a:p>
          <a:p>
            <a:pPr marL="285750" indent="-285750" fontAlgn="base">
              <a:spcBef>
                <a:spcPts val="100"/>
              </a:spcBef>
              <a:spcAft>
                <a:spcPts val="100"/>
              </a:spcAft>
              <a:buFont typeface="Wingdings" panose="05000000000000000000" pitchFamily="2" charset="2"/>
              <a:buChar char="q"/>
              <a:defRPr/>
            </a:pPr>
            <a:r>
              <a:rPr lang="en-US" sz="1100" dirty="0">
                <a:solidFill>
                  <a:prstClr val="black">
                    <a:lumMod val="65000"/>
                    <a:lumOff val="35000"/>
                  </a:prstClr>
                </a:solidFill>
                <a:cs typeface="Arial" charset="0"/>
              </a:rPr>
              <a:t>Finish : Zinc Plate As per ASTM B 633. TYPE III. TRIVALENT CHROMATE/RoHS, Color Type CLEAR</a:t>
            </a:r>
          </a:p>
        </p:txBody>
      </p:sp>
    </p:spTree>
    <p:extLst>
      <p:ext uri="{BB962C8B-B14F-4D97-AF65-F5344CB8AC3E}">
        <p14:creationId xmlns:p14="http://schemas.microsoft.com/office/powerpoint/2010/main" val="32420753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1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docProps/app.xml><?xml version="1.0" encoding="utf-8"?>
<Properties xmlns="http://schemas.openxmlformats.org/officeDocument/2006/extended-properties" xmlns:vt="http://schemas.openxmlformats.org/officeDocument/2006/docPropsVTypes">
  <TotalTime>118</TotalTime>
  <Words>130</Words>
  <Application>Microsoft Office PowerPoint</Application>
  <PresentationFormat>Widescreen</PresentationFormat>
  <Paragraphs>16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Oswald Stencil</vt:lpstr>
      <vt:lpstr>Wingdings</vt:lpstr>
      <vt:lpstr>1_Tech Mahindra Powerpoint Template</vt:lpstr>
      <vt:lpstr>Case Study - EtherCAT Based Input / Output Slave Controller</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 EtherCAT Based Input / Output Slave Controller</dc:title>
  <dc:creator>Shireesh H</dc:creator>
  <cp:lastModifiedBy>Madhusudana Reddy</cp:lastModifiedBy>
  <cp:revision>3</cp:revision>
  <dcterms:created xsi:type="dcterms:W3CDTF">2018-08-28T15:58:40Z</dcterms:created>
  <dcterms:modified xsi:type="dcterms:W3CDTF">2019-03-26T11:57:42Z</dcterms:modified>
</cp:coreProperties>
</file>