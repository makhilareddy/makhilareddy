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93" r:id="rId5"/>
  </p:sldMasterIdLst>
  <p:notesMasterIdLst>
    <p:notesMasterId r:id="rId7"/>
  </p:notesMasterIdLst>
  <p:handoutMasterIdLst>
    <p:handoutMasterId r:id="rId8"/>
  </p:handoutMasterIdLst>
  <p:sldIdLst>
    <p:sldId id="356" r:id="rId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6E71"/>
    <a:srgbClr val="E31837"/>
    <a:srgbClr val="F3901D"/>
    <a:srgbClr val="7C3520"/>
    <a:srgbClr val="FDBC5F"/>
    <a:srgbClr val="DC4128"/>
    <a:srgbClr val="00B05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567" autoAdjust="0"/>
  </p:normalViewPr>
  <p:slideViewPr>
    <p:cSldViewPr snapToGrid="0" showGuides="1">
      <p:cViewPr varScale="1">
        <p:scale>
          <a:sx n="63" d="100"/>
          <a:sy n="63" d="100"/>
        </p:scale>
        <p:origin x="816" y="336"/>
      </p:cViewPr>
      <p:guideLst>
        <p:guide orient="horz" pos="2160"/>
        <p:guide pos="3840"/>
      </p:guideLst>
    </p:cSldViewPr>
  </p:slideViewPr>
  <p:notesTextViewPr>
    <p:cViewPr>
      <p:scale>
        <a:sx n="100" d="100"/>
        <a:sy n="100" d="100"/>
      </p:scale>
      <p:origin x="0" y="0"/>
    </p:cViewPr>
  </p:notesTextViewPr>
  <p:notesViewPr>
    <p:cSldViewPr snapToGrid="0" showGuides="1">
      <p:cViewPr varScale="1">
        <p:scale>
          <a:sx n="80" d="100"/>
          <a:sy n="80" d="100"/>
        </p:scale>
        <p:origin x="-1962"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537C3C-A511-4695-A2D5-8D5EBB18CE89}" type="datetimeFigureOut">
              <a:rPr lang="en-US" smtClean="0"/>
              <a:t>11/8/2024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1BF179-C15B-4065-B427-452918E62421}" type="slidenum">
              <a:rPr lang="en-US" smtClean="0"/>
              <a:t>‹#›</a:t>
            </a:fld>
            <a:endParaRPr lang="en-US" dirty="0"/>
          </a:p>
        </p:txBody>
      </p:sp>
    </p:spTree>
    <p:extLst>
      <p:ext uri="{BB962C8B-B14F-4D97-AF65-F5344CB8AC3E}">
        <p14:creationId xmlns:p14="http://schemas.microsoft.com/office/powerpoint/2010/main" val="1559709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7354014B-7070-40DE-9179-9FC2FBEDFC8E}" type="datetimeFigureOut">
              <a:rPr lang="en-US"/>
              <a:pPr>
                <a:defRPr/>
              </a:pPr>
              <a:t>11/8/2024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8C002942-9E23-44FC-9F91-B8D3DD73426D}" type="slidenum">
              <a:rPr lang="en-US"/>
              <a:pPr>
                <a:defRPr/>
              </a:pPr>
              <a:t>‹#›</a:t>
            </a:fld>
            <a:endParaRPr lang="en-US" dirty="0"/>
          </a:p>
        </p:txBody>
      </p:sp>
    </p:spTree>
    <p:extLst>
      <p:ext uri="{BB962C8B-B14F-4D97-AF65-F5344CB8AC3E}">
        <p14:creationId xmlns:p14="http://schemas.microsoft.com/office/powerpoint/2010/main" val="8692729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a:stretch>
            <a:fillRect/>
          </a:stretch>
        </p:blipFill>
        <p:spPr bwMode="ltGray">
          <a:xfrm>
            <a:off x="2118" y="1"/>
            <a:ext cx="2792598" cy="1015490"/>
          </a:xfrm>
          <a:prstGeom prst="rect">
            <a:avLst/>
          </a:prstGeom>
        </p:spPr>
      </p:pic>
      <p:pic>
        <p:nvPicPr>
          <p:cNvPr id="4" name="Picture 11" descr="Mahindra Logo.png"/>
          <p:cNvPicPr>
            <a:picLocks noChangeAspect="1"/>
          </p:cNvPicPr>
          <p:nvPr/>
        </p:nvPicPr>
        <p:blipFill>
          <a:blip r:embed="rId3"/>
          <a:stretch>
            <a:fillRect/>
          </a:stretch>
        </p:blipFill>
        <p:spPr bwMode="gray">
          <a:xfrm>
            <a:off x="9974562" y="467287"/>
            <a:ext cx="1683805" cy="4649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p:nvPr>
        </p:nvSpPr>
        <p:spPr bwMode="gray">
          <a:xfrm>
            <a:off x="2436284" y="4053702"/>
            <a:ext cx="7349067" cy="276999"/>
          </a:xfrm>
        </p:spPr>
        <p:txBody>
          <a:bodyPr anchor="b">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6284" y="2184400"/>
            <a:ext cx="7349067" cy="615553"/>
          </a:xfrm>
        </p:spPr>
        <p:txBody>
          <a:bodyPr/>
          <a:lstStyle>
            <a:lvl1pPr algn="l">
              <a:defRPr sz="4000" b="1">
                <a:solidFill>
                  <a:schemeClr val="bg2"/>
                </a:solidFill>
                <a:latin typeface="Arial" pitchFamily="34" charset="0"/>
                <a:cs typeface="Arial" pitchFamily="34" charset="0"/>
              </a:defRPr>
            </a:lvl1pPr>
          </a:lstStyle>
          <a:p>
            <a:r>
              <a:rPr lang="en-US"/>
              <a:t>Click to edit Master title style</a:t>
            </a:r>
            <a:endParaRPr lang="en-US" dirty="0"/>
          </a:p>
        </p:txBody>
      </p:sp>
      <p:pic>
        <p:nvPicPr>
          <p:cNvPr id="8" name="Picture 9" descr="ridge4.png"/>
          <p:cNvPicPr>
            <a:picLocks noChangeAspect="1"/>
          </p:cNvPicPr>
          <p:nvPr userDrawn="1"/>
        </p:nvPicPr>
        <p:blipFill>
          <a:blip r:embed="rId2"/>
          <a:stretch>
            <a:fillRect/>
          </a:stretch>
        </p:blipFill>
        <p:spPr bwMode="ltGray">
          <a:xfrm>
            <a:off x="2118" y="1"/>
            <a:ext cx="2792598" cy="1015490"/>
          </a:xfrm>
          <a:prstGeom prst="rect">
            <a:avLst/>
          </a:prstGeom>
        </p:spPr>
      </p:pic>
      <p:pic>
        <p:nvPicPr>
          <p:cNvPr id="10" name="Picture 11" descr="Mahindra Logo.png"/>
          <p:cNvPicPr>
            <a:picLocks noChangeAspect="1"/>
          </p:cNvPicPr>
          <p:nvPr userDrawn="1"/>
        </p:nvPicPr>
        <p:blipFill>
          <a:blip r:embed="rId3">
            <a:biLevel thresh="25000"/>
          </a:blip>
          <a:stretch>
            <a:fillRect/>
          </a:stretch>
        </p:blipFill>
        <p:spPr bwMode="gray">
          <a:xfrm>
            <a:off x="9974562" y="467287"/>
            <a:ext cx="1683805" cy="4649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41349" y="1971676"/>
            <a:ext cx="10966451" cy="1846659"/>
          </a:xfrm>
        </p:spPr>
        <p:txBody>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1" y="1971676"/>
            <a:ext cx="5437716" cy="4162425"/>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51600" y="1971676"/>
            <a:ext cx="5128683" cy="1384995"/>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41351"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64818"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41351"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64818"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51199"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352" y="1971676"/>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92117"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82269" y="1971676"/>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p:nvPr>
        </p:nvSpPr>
        <p:spPr bwMode="gray">
          <a:xfrm>
            <a:off x="3251199"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352" y="424180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p:nvPr>
        </p:nvSpPr>
        <p:spPr bwMode="gray">
          <a:xfrm>
            <a:off x="8892117"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82269" y="424180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51" y="1971675"/>
            <a:ext cx="10968567" cy="4162426"/>
          </a:xfrm>
        </p:spPr>
        <p:txBody>
          <a:bodyPr>
            <a:noAutofit/>
          </a:bodyPr>
          <a:lstStyle>
            <a:lvl1pPr marL="0" indent="0">
              <a:buNone/>
              <a:defRPr>
                <a:latin typeface="Arial" pitchFamily="34" charset="0"/>
                <a:cs typeface="Arial" pitchFamily="34" charset="0"/>
              </a:defRPr>
            </a:lvl1pPr>
          </a:lstStyle>
          <a:p>
            <a:pPr lvl="0"/>
            <a:r>
              <a:rPr lang="en-US" noProof="0" dirty="0"/>
              <a:t>Click icon to add table</a:t>
            </a:r>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51" y="1971676"/>
            <a:ext cx="10968567" cy="4162425"/>
          </a:xfrm>
        </p:spPr>
        <p:txBody>
          <a:bodyPr>
            <a:noAutofit/>
          </a:bodyPr>
          <a:lstStyle>
            <a:lvl1pPr marL="0" indent="0">
              <a:buNone/>
              <a:defRPr>
                <a:latin typeface="Arial" pitchFamily="34" charset="0"/>
                <a:cs typeface="Arial" pitchFamily="34" charset="0"/>
              </a:defRPr>
            </a:lvl1pPr>
          </a:lstStyle>
          <a:p>
            <a:pPr lvl="0"/>
            <a:r>
              <a:rPr lang="en-US" noProof="0" dirty="0"/>
              <a:t>Click icon to add chart</a:t>
            </a:r>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822451" y="3370263"/>
            <a:ext cx="9006416" cy="1754326"/>
          </a:xfrm>
          <a:prstGeom prst="rect">
            <a:avLst/>
          </a:prstGeom>
          <a:noFill/>
          <a:ln w="9525">
            <a:noFill/>
            <a:miter lim="800000"/>
            <a:headEnd/>
            <a:tailEnd/>
          </a:ln>
        </p:spPr>
        <p:txBody>
          <a:bodyPr lIns="0" tIns="0" rIns="0" bIns="0">
            <a:spAutoFit/>
          </a:bodyPr>
          <a:lstStyle/>
          <a:p>
            <a:pPr algn="just" fontAlgn="auto">
              <a:spcBef>
                <a:spcPts val="600"/>
              </a:spcBef>
              <a:spcAft>
                <a:spcPts val="0"/>
              </a:spcAft>
              <a:defRPr/>
            </a:pPr>
            <a:r>
              <a:rPr lang="en-US" sz="1000" b="1" dirty="0">
                <a:solidFill>
                  <a:schemeClr val="tx2"/>
                </a:solidFill>
                <a:latin typeface="Arial" pitchFamily="34" charset="0"/>
                <a:cs typeface="Arial" pitchFamily="34" charset="0"/>
              </a:rPr>
              <a:t>Disclaimer </a:t>
            </a:r>
          </a:p>
          <a:p>
            <a:pPr algn="just" fontAlgn="auto">
              <a:spcBef>
                <a:spcPts val="600"/>
              </a:spcBef>
              <a:spcAft>
                <a:spcPts val="0"/>
              </a:spcAft>
              <a:defRPr/>
            </a:pPr>
            <a:r>
              <a:rPr lang="en-US" sz="900" dirty="0">
                <a:solidFill>
                  <a:schemeClr val="tx2"/>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a:t>
            </a:r>
            <a:r>
              <a:rPr lang="en-US" sz="900" baseline="0" dirty="0">
                <a:solidFill>
                  <a:schemeClr val="tx2"/>
                </a:solidFill>
                <a:latin typeface="Arial" pitchFamily="34" charset="0"/>
                <a:cs typeface="Arial" pitchFamily="34" charset="0"/>
              </a:rPr>
              <a:t> </a:t>
            </a:r>
            <a:r>
              <a:rPr lang="en-US" sz="900" dirty="0">
                <a:solidFill>
                  <a:schemeClr val="tx2"/>
                </a:solidFill>
                <a:latin typeface="Arial" pitchFamily="34" charset="0"/>
                <a:cs typeface="Arial" pitchFamily="34" charset="0"/>
              </a:rPr>
              <a:t>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822451" y="1527296"/>
            <a:ext cx="8973312"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2451" y="2140170"/>
            <a:ext cx="8979503" cy="276999"/>
          </a:xfrm>
          <a:noFill/>
          <a:ln w="9525">
            <a:noFill/>
            <a:miter lim="800000"/>
            <a:headEnd/>
            <a:tailEnd/>
          </a:ln>
        </p:spPr>
        <p:txBody>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3" name="Picture 10" descr="Mahindra Logo.png"/>
          <p:cNvPicPr>
            <a:picLocks noChangeAspect="1"/>
          </p:cNvPicPr>
          <p:nvPr/>
        </p:nvPicPr>
        <p:blipFill>
          <a:blip r:embed="rId2"/>
          <a:stretch>
            <a:fillRect/>
          </a:stretch>
        </p:blipFill>
        <p:spPr bwMode="gray">
          <a:xfrm>
            <a:off x="2977890" y="2567938"/>
            <a:ext cx="6236221" cy="172212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11" descr="Mahindra Logo.png"/>
          <p:cNvPicPr>
            <a:picLocks noChangeAspect="1"/>
          </p:cNvPicPr>
          <p:nvPr/>
        </p:nvPicPr>
        <p:blipFill>
          <a:blip r:embed="rId2"/>
          <a:stretch>
            <a:fillRect/>
          </a:stretch>
        </p:blipFill>
        <p:spPr bwMode="gray">
          <a:xfrm>
            <a:off x="9974562" y="467287"/>
            <a:ext cx="1683805" cy="464980"/>
          </a:xfrm>
          <a:prstGeom prst="rect">
            <a:avLst/>
          </a:prstGeom>
        </p:spPr>
      </p:pic>
    </p:spTree>
    <p:extLst>
      <p:ext uri="{BB962C8B-B14F-4D97-AF65-F5344CB8AC3E}">
        <p14:creationId xmlns:p14="http://schemas.microsoft.com/office/powerpoint/2010/main" val="3043692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p:nvPr>
        </p:nvSpPr>
        <p:spPr bwMode="gray">
          <a:xfrm>
            <a:off x="2436284" y="4053702"/>
            <a:ext cx="7349067" cy="276999"/>
          </a:xfrm>
        </p:spPr>
        <p:txBody>
          <a:bodyPr anchor="b">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6284" y="2184400"/>
            <a:ext cx="7349067" cy="615553"/>
          </a:xfrm>
        </p:spPr>
        <p:txBody>
          <a:bodyPr/>
          <a:lstStyle>
            <a:lvl1pPr algn="l">
              <a:defRPr sz="4000" b="1">
                <a:solidFill>
                  <a:schemeClr val="bg2"/>
                </a:solidFill>
                <a:latin typeface="Arial" pitchFamily="34" charset="0"/>
                <a:cs typeface="Arial" pitchFamily="34" charset="0"/>
              </a:defRPr>
            </a:lvl1pPr>
          </a:lstStyle>
          <a:p>
            <a:r>
              <a:rPr lang="en-US"/>
              <a:t>Click to edit Master title style</a:t>
            </a:r>
            <a:endParaRPr lang="en-US" dirty="0"/>
          </a:p>
        </p:txBody>
      </p:sp>
      <p:pic>
        <p:nvPicPr>
          <p:cNvPr id="10" name="Picture 11" descr="Mahindra Logo.png"/>
          <p:cNvPicPr>
            <a:picLocks noChangeAspect="1"/>
          </p:cNvPicPr>
          <p:nvPr userDrawn="1"/>
        </p:nvPicPr>
        <p:blipFill>
          <a:blip r:embed="rId2">
            <a:biLevel thresh="25000"/>
          </a:blip>
          <a:stretch>
            <a:fillRect/>
          </a:stretch>
        </p:blipFill>
        <p:spPr bwMode="gray">
          <a:xfrm>
            <a:off x="9974562" y="467287"/>
            <a:ext cx="1683805" cy="464980"/>
          </a:xfrm>
          <a:prstGeom prst="rect">
            <a:avLst/>
          </a:prstGeom>
        </p:spPr>
      </p:pic>
    </p:spTree>
    <p:extLst>
      <p:ext uri="{BB962C8B-B14F-4D97-AF65-F5344CB8AC3E}">
        <p14:creationId xmlns:p14="http://schemas.microsoft.com/office/powerpoint/2010/main" val="3999093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1920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33332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41349" y="1971676"/>
            <a:ext cx="10966451" cy="1846659"/>
          </a:xfrm>
        </p:spPr>
        <p:txBody>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52068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1" y="1971676"/>
            <a:ext cx="5437716" cy="4162425"/>
          </a:xfrm>
        </p:spPr>
        <p:txBody>
          <a:bodyPr>
            <a:noAutofit/>
          </a:bodyPr>
          <a:lstStyle>
            <a:lvl1pPr marL="0" indent="0">
              <a:buNone/>
              <a:defRPr>
                <a:latin typeface="Arial" pitchFamily="34" charset="0"/>
                <a:cs typeface="Arial" pitchFamily="34" charset="0"/>
              </a:defRPr>
            </a:lvl1pPr>
          </a:lstStyle>
          <a:p>
            <a:pPr lvl="0"/>
            <a:r>
              <a:rPr lang="en-US" noProof="0" dirty="0"/>
              <a:t>Click icon to add picture</a:t>
            </a:r>
          </a:p>
        </p:txBody>
      </p:sp>
      <p:sp>
        <p:nvSpPr>
          <p:cNvPr id="18" name="Text Placeholder 4"/>
          <p:cNvSpPr>
            <a:spLocks noGrp="1"/>
          </p:cNvSpPr>
          <p:nvPr>
            <p:ph type="body" sz="quarter" idx="19"/>
          </p:nvPr>
        </p:nvSpPr>
        <p:spPr bwMode="gray">
          <a:xfrm>
            <a:off x="6451600" y="1971676"/>
            <a:ext cx="5128683" cy="1384995"/>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155347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cxnSp>
        <p:nvCxnSpPr>
          <p:cNvPr id="8" name="Straight Connector 7"/>
          <p:cNvCxnSpPr/>
          <p:nvPr/>
        </p:nvCxnSpPr>
        <p:spPr bwMode="gray">
          <a:xfrm>
            <a:off x="641351" y="2344739"/>
            <a:ext cx="5209116"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gray">
          <a:xfrm>
            <a:off x="6364818" y="2344739"/>
            <a:ext cx="5209116"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26946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cxnSp>
        <p:nvCxnSpPr>
          <p:cNvPr id="12" name="Straight Connector 11"/>
          <p:cNvCxnSpPr/>
          <p:nvPr/>
        </p:nvCxnSpPr>
        <p:spPr bwMode="gray">
          <a:xfrm>
            <a:off x="641351" y="2344739"/>
            <a:ext cx="5209116"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a:off x="6364818" y="2344739"/>
            <a:ext cx="5209116" cy="317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gray">
          <a:xfrm>
            <a:off x="641351" y="4581525"/>
            <a:ext cx="5209116"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a:off x="6364818" y="4581525"/>
            <a:ext cx="5209116" cy="15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41351"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64818"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41351"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64818"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570560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51199"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352" y="1971676"/>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2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92117"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82269" y="1971676"/>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5" name="Text Placeholder 4"/>
          <p:cNvSpPr>
            <a:spLocks noGrp="1"/>
          </p:cNvSpPr>
          <p:nvPr>
            <p:ph type="body" sz="quarter" idx="21"/>
          </p:nvPr>
        </p:nvSpPr>
        <p:spPr bwMode="gray">
          <a:xfrm>
            <a:off x="3251199"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352" y="424180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48" name="Text Placeholder 4"/>
          <p:cNvSpPr>
            <a:spLocks noGrp="1"/>
          </p:cNvSpPr>
          <p:nvPr>
            <p:ph type="body" sz="quarter" idx="23"/>
          </p:nvPr>
        </p:nvSpPr>
        <p:spPr bwMode="gray">
          <a:xfrm>
            <a:off x="8892117"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82269" y="4241802"/>
            <a:ext cx="2305049" cy="1892299"/>
          </a:xfrm>
        </p:spPr>
        <p:txBody>
          <a:bodyPr rtlCol="0">
            <a:normAutofit/>
          </a:bodyPr>
          <a:lstStyle>
            <a:lvl1pPr>
              <a:buNone/>
              <a:defRPr>
                <a:latin typeface="Arial" pitchFamily="34" charset="0"/>
                <a:cs typeface="Arial" pitchFamily="34" charset="0"/>
              </a:defRPr>
            </a:lvl1pPr>
          </a:lstStyle>
          <a:p>
            <a:pPr lvl="0"/>
            <a:r>
              <a:rPr lang="en-US" noProof="0" dirty="0"/>
              <a:t>Click icon to add picture</a:t>
            </a:r>
          </a:p>
        </p:txBody>
      </p:sp>
      <p:sp>
        <p:nvSpPr>
          <p:cNvPr id="51" name="Text Placeholder 41"/>
          <p:cNvSpPr>
            <a:spLocks noGrp="1"/>
          </p:cNvSpPr>
          <p:nvPr>
            <p:ph type="body" sz="quarter" idx="25"/>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33203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51" y="1971675"/>
            <a:ext cx="10968567" cy="4162426"/>
          </a:xfrm>
        </p:spPr>
        <p:txBody>
          <a:bodyPr>
            <a:noAutofit/>
          </a:bodyPr>
          <a:lstStyle>
            <a:lvl1pPr marL="0" indent="0">
              <a:buNone/>
              <a:defRPr>
                <a:latin typeface="Arial" pitchFamily="34" charset="0"/>
                <a:cs typeface="Arial" pitchFamily="34" charset="0"/>
              </a:defRPr>
            </a:lvl1pPr>
          </a:lstStyle>
          <a:p>
            <a:pPr lvl="0"/>
            <a:r>
              <a:rPr lang="en-US" noProof="0" dirty="0"/>
              <a:t>Click icon to add table</a:t>
            </a:r>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01982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51" y="1971676"/>
            <a:ext cx="10968567" cy="4162425"/>
          </a:xfrm>
        </p:spPr>
        <p:txBody>
          <a:bodyPr>
            <a:noAutofit/>
          </a:bodyPr>
          <a:lstStyle>
            <a:lvl1pPr marL="0" indent="0">
              <a:buNone/>
              <a:defRPr>
                <a:latin typeface="Arial" pitchFamily="34" charset="0"/>
                <a:cs typeface="Arial" pitchFamily="34" charset="0"/>
              </a:defRPr>
            </a:lvl1pPr>
          </a:lstStyle>
          <a:p>
            <a:pPr lvl="0"/>
            <a:r>
              <a:rPr lang="en-US" noProof="0" dirty="0"/>
              <a:t>Click icon to add chart</a:t>
            </a:r>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909929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822451" y="3370263"/>
            <a:ext cx="9006416" cy="1754326"/>
          </a:xfrm>
          <a:prstGeom prst="rect">
            <a:avLst/>
          </a:prstGeom>
          <a:noFill/>
          <a:ln w="9525">
            <a:noFill/>
            <a:miter lim="800000"/>
            <a:headEnd/>
            <a:tailEnd/>
          </a:ln>
        </p:spPr>
        <p:txBody>
          <a:bodyPr lIns="0" tIns="0" rIns="0" bIns="0">
            <a:spAutoFit/>
          </a:bodyPr>
          <a:lstStyle/>
          <a:p>
            <a:pPr algn="just" fontAlgn="auto">
              <a:spcBef>
                <a:spcPts val="600"/>
              </a:spcBef>
              <a:spcAft>
                <a:spcPts val="0"/>
              </a:spcAft>
              <a:defRPr/>
            </a:pPr>
            <a:r>
              <a:rPr lang="en-US" sz="1000" b="1" dirty="0">
                <a:solidFill>
                  <a:schemeClr val="tx2"/>
                </a:solidFill>
                <a:latin typeface="Arial" pitchFamily="34" charset="0"/>
                <a:cs typeface="Arial" pitchFamily="34" charset="0"/>
              </a:rPr>
              <a:t>Disclaimer </a:t>
            </a:r>
          </a:p>
          <a:p>
            <a:pPr algn="just" fontAlgn="auto">
              <a:spcBef>
                <a:spcPts val="600"/>
              </a:spcBef>
              <a:spcAft>
                <a:spcPts val="0"/>
              </a:spcAft>
              <a:defRPr/>
            </a:pPr>
            <a:r>
              <a:rPr lang="en-US" sz="900" dirty="0">
                <a:solidFill>
                  <a:schemeClr val="tx2"/>
                </a:solidFill>
                <a:latin typeface="Arial" pitchFamily="34" charset="0"/>
                <a:cs typeface="Arial" pitchFamily="34" charset="0"/>
              </a:rPr>
              <a:t>Tech Mahindra Limited, herein referred to as TechM provide a wide array of presentations and reports, with the contributions of various professionals. These presentations and reports are for information purposes and private circulation only and do not constitute an offer to buy or sell any services</a:t>
            </a:r>
            <a:r>
              <a:rPr lang="en-US" sz="900" baseline="0" dirty="0">
                <a:solidFill>
                  <a:schemeClr val="tx2"/>
                </a:solidFill>
                <a:latin typeface="Arial" pitchFamily="34" charset="0"/>
                <a:cs typeface="Arial" pitchFamily="34" charset="0"/>
              </a:rPr>
              <a:t> </a:t>
            </a:r>
            <a:r>
              <a:rPr lang="en-US" sz="900" dirty="0">
                <a:solidFill>
                  <a:schemeClr val="tx2"/>
                </a:solidFill>
                <a:latin typeface="Arial" pitchFamily="34" charset="0"/>
                <a:cs typeface="Arial" pitchFamily="34" charset="0"/>
              </a:rPr>
              <a:t>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TechM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TechM. Information contained in a presentation hosted or promoted by TechM is provided “as is” without warranty of any kind, either expressed or implied, including any warranty of merchantability or fitness for a particular purpose. TechM assumes no liability or responsibility for the contents of a presentation or the opinions expressed by the presenters. All expressions of opinion are subject to change without notice.</a:t>
            </a:r>
          </a:p>
        </p:txBody>
      </p:sp>
      <p:sp>
        <p:nvSpPr>
          <p:cNvPr id="2" name="Title 1"/>
          <p:cNvSpPr>
            <a:spLocks noGrp="1"/>
          </p:cNvSpPr>
          <p:nvPr>
            <p:ph type="title"/>
          </p:nvPr>
        </p:nvSpPr>
        <p:spPr bwMode="gray">
          <a:xfrm>
            <a:off x="1822451" y="1527296"/>
            <a:ext cx="8973312"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2451" y="2140170"/>
            <a:ext cx="8979503" cy="276999"/>
          </a:xfrm>
          <a:noFill/>
          <a:ln w="9525">
            <a:noFill/>
            <a:miter lim="800000"/>
            <a:headEnd/>
            <a:tailEnd/>
          </a:ln>
        </p:spPr>
        <p:txBody>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19896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3" name="Picture 10" descr="Mahindra Logo.png"/>
          <p:cNvPicPr>
            <a:picLocks noChangeAspect="1"/>
          </p:cNvPicPr>
          <p:nvPr/>
        </p:nvPicPr>
        <p:blipFill>
          <a:blip r:embed="rId2"/>
          <a:stretch>
            <a:fillRect/>
          </a:stretch>
        </p:blipFill>
        <p:spPr bwMode="gray">
          <a:xfrm>
            <a:off x="2977890" y="2567938"/>
            <a:ext cx="6236221" cy="1722124"/>
          </a:xfrm>
          <a:prstGeom prst="rect">
            <a:avLst/>
          </a:prstGeom>
        </p:spPr>
      </p:pic>
    </p:spTree>
    <p:extLst>
      <p:ext uri="{BB962C8B-B14F-4D97-AF65-F5344CB8AC3E}">
        <p14:creationId xmlns:p14="http://schemas.microsoft.com/office/powerpoint/2010/main" val="1281919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5"/>
          <a:stretch>
            <a:fillRect/>
          </a:stretch>
        </p:blipFill>
        <p:spPr bwMode="ltGray">
          <a:xfrm>
            <a:off x="2" y="1"/>
            <a:ext cx="1841678" cy="669701"/>
          </a:xfrm>
          <a:prstGeom prst="rect">
            <a:avLst/>
          </a:prstGeom>
        </p:spPr>
      </p:pic>
      <p:sp>
        <p:nvSpPr>
          <p:cNvPr id="1027" name="Title Placeholder 1"/>
          <p:cNvSpPr>
            <a:spLocks noGrp="1"/>
          </p:cNvSpPr>
          <p:nvPr>
            <p:ph type="title"/>
          </p:nvPr>
        </p:nvSpPr>
        <p:spPr bwMode="auto">
          <a:xfrm>
            <a:off x="624418" y="711201"/>
            <a:ext cx="10949516" cy="4921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351" y="1971676"/>
            <a:ext cx="10949516" cy="147796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7" name="TextBox 20"/>
          <p:cNvSpPr txBox="1">
            <a:spLocks noChangeArrowheads="1"/>
          </p:cNvSpPr>
          <p:nvPr/>
        </p:nvSpPr>
        <p:spPr bwMode="gray">
          <a:xfrm>
            <a:off x="345137" y="6565007"/>
            <a:ext cx="2431756" cy="123111"/>
          </a:xfrm>
          <a:prstGeom prst="rect">
            <a:avLst/>
          </a:prstGeom>
          <a:noFill/>
          <a:ln w="9525">
            <a:noFill/>
            <a:miter lim="800000"/>
            <a:headEnd/>
            <a:tailEnd/>
          </a:ln>
        </p:spPr>
        <p:txBody>
          <a:bodyPr wrap="none" lIns="0" tIns="0" rIns="0" bIns="0">
            <a:spAutoFit/>
          </a:bodyPr>
          <a:lstStyle/>
          <a:p>
            <a:pPr fontAlgn="auto">
              <a:spcBef>
                <a:spcPts val="0"/>
              </a:spcBef>
              <a:spcAft>
                <a:spcPts val="0"/>
              </a:spcAft>
              <a:defRPr/>
            </a:pPr>
            <a:r>
              <a:rPr lang="en-US" sz="800" dirty="0">
                <a:solidFill>
                  <a:schemeClr val="bg1">
                    <a:lumMod val="75000"/>
                  </a:schemeClr>
                </a:solidFill>
                <a:latin typeface="Arial" pitchFamily="34" charset="0"/>
                <a:cs typeface="Arial" pitchFamily="34" charset="0"/>
              </a:rPr>
              <a:t>Copyright © 2019 Tech Mahindra. All rights reserved.</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78" r:id="rId3"/>
    <p:sldLayoutId id="2147483679" r:id="rId4"/>
    <p:sldLayoutId id="2147483680" r:id="rId5"/>
    <p:sldLayoutId id="2147483681" r:id="rId6"/>
    <p:sldLayoutId id="2147483689" r:id="rId7"/>
    <p:sldLayoutId id="2147483690" r:id="rId8"/>
    <p:sldLayoutId id="2147483682" r:id="rId9"/>
    <p:sldLayoutId id="2147483683" r:id="rId10"/>
    <p:sldLayoutId id="2147483684" r:id="rId11"/>
    <p:sldLayoutId id="2147483691" r:id="rId12"/>
    <p:sldLayoutId id="2147483692" r:id="rId13"/>
  </p:sldLayoutIdLst>
  <p:txStyles>
    <p:title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p:titleStyle>
    <p:bodyStyle>
      <a:lvl1pPr marL="290513" indent="-290513"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624418" y="711201"/>
            <a:ext cx="10949516" cy="4921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351" y="1971676"/>
            <a:ext cx="10949516" cy="147796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7" name="TextBox 20"/>
          <p:cNvSpPr txBox="1">
            <a:spLocks noChangeArrowheads="1"/>
          </p:cNvSpPr>
          <p:nvPr/>
        </p:nvSpPr>
        <p:spPr bwMode="gray">
          <a:xfrm>
            <a:off x="345137" y="6565007"/>
            <a:ext cx="2431756" cy="123111"/>
          </a:xfrm>
          <a:prstGeom prst="rect">
            <a:avLst/>
          </a:prstGeom>
          <a:noFill/>
          <a:ln w="9525">
            <a:noFill/>
            <a:miter lim="800000"/>
            <a:headEnd/>
            <a:tailEnd/>
          </a:ln>
        </p:spPr>
        <p:txBody>
          <a:bodyPr wrap="none" lIns="0" tIns="0" rIns="0" bIns="0">
            <a:spAutoFit/>
          </a:bodyPr>
          <a:lstStyle/>
          <a:p>
            <a:pPr fontAlgn="auto">
              <a:spcBef>
                <a:spcPts val="0"/>
              </a:spcBef>
              <a:spcAft>
                <a:spcPts val="0"/>
              </a:spcAft>
              <a:defRPr/>
            </a:pPr>
            <a:r>
              <a:rPr lang="en-US" sz="800" dirty="0">
                <a:solidFill>
                  <a:schemeClr val="bg1">
                    <a:lumMod val="75000"/>
                  </a:schemeClr>
                </a:solidFill>
                <a:latin typeface="Arial" pitchFamily="34" charset="0"/>
                <a:cs typeface="Arial" pitchFamily="34" charset="0"/>
              </a:rPr>
              <a:t>Copyright © 2019 Tech Mahindra. All rights reserved.</a:t>
            </a:r>
          </a:p>
        </p:txBody>
      </p:sp>
    </p:spTree>
    <p:extLst>
      <p:ext uri="{BB962C8B-B14F-4D97-AF65-F5344CB8AC3E}">
        <p14:creationId xmlns:p14="http://schemas.microsoft.com/office/powerpoint/2010/main" val="210581115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Lst>
  <p:txStyles>
    <p:title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p:titleStyle>
    <p:bodyStyle>
      <a:lvl1pPr marL="290513" indent="-290513"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412389" y="2278360"/>
            <a:ext cx="3055495" cy="376688"/>
          </a:xfrm>
          <a:prstGeom prst="rect">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7654" marR="0" lvl="0" indent="-217654"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Approach</a:t>
            </a:r>
          </a:p>
        </p:txBody>
      </p:sp>
      <p:sp>
        <p:nvSpPr>
          <p:cNvPr id="30" name="Rectangle 29"/>
          <p:cNvSpPr/>
          <p:nvPr/>
        </p:nvSpPr>
        <p:spPr>
          <a:xfrm>
            <a:off x="6832377" y="3046149"/>
            <a:ext cx="2766917" cy="938719"/>
          </a:xfrm>
          <a:prstGeom prst="rect">
            <a:avLst/>
          </a:prstGeom>
          <a:solidFill>
            <a:schemeClr val="bg1">
              <a:lumMod val="85000"/>
            </a:schemeClr>
          </a:solidFill>
        </p:spPr>
        <p:txBody>
          <a:bodyPr wrap="square">
            <a:spAutoFit/>
          </a:bodyPr>
          <a:lstStyle/>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Pre compliance testing.</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Compliance testing and certification for EMI/EMC,FCC,CE and IP55.</a:t>
            </a:r>
          </a:p>
          <a:p>
            <a:pPr>
              <a:spcBef>
                <a:spcPts val="0"/>
              </a:spcBef>
              <a:spcAft>
                <a:spcPts val="0"/>
              </a:spcAft>
              <a:buSzPct val="120000"/>
              <a:defRPr/>
            </a:pPr>
            <a:endParaRPr lang="en-US" altLang="en-US" sz="1100" dirty="0">
              <a:solidFill>
                <a:prstClr val="black"/>
              </a:solidFill>
              <a:latin typeface="Century Gothic" panose="020B0502020202020204" pitchFamily="34" charset="0"/>
              <a:cs typeface="Arial" pitchFamily="34" charset="0"/>
            </a:endParaRPr>
          </a:p>
        </p:txBody>
      </p:sp>
      <p:sp>
        <p:nvSpPr>
          <p:cNvPr id="31" name="Rectangle 30"/>
          <p:cNvSpPr/>
          <p:nvPr/>
        </p:nvSpPr>
        <p:spPr>
          <a:xfrm>
            <a:off x="1815415" y="2660395"/>
            <a:ext cx="1714946" cy="261610"/>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rPr>
              <a:t>Analysis (FEA</a:t>
            </a:r>
            <a:r>
              <a:rPr lang="en-US" sz="1100" b="1" dirty="0">
                <a:solidFill>
                  <a:prstClr val="white"/>
                </a:solidFill>
                <a:latin typeface="Century Gothic" panose="020B0502020202020204" pitchFamily="34" charset="0"/>
                <a:ea typeface="Calibri" panose="020F0502020204030204" pitchFamily="34" charset="0"/>
                <a:cs typeface="Times New Roman" panose="02020603050405020304" pitchFamily="18" charset="0"/>
              </a:rPr>
              <a:t>)</a:t>
            </a:r>
            <a:endPar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ndParaRPr>
          </a:p>
        </p:txBody>
      </p:sp>
      <p:sp>
        <p:nvSpPr>
          <p:cNvPr id="40" name="Rectangle 39"/>
          <p:cNvSpPr/>
          <p:nvPr/>
        </p:nvSpPr>
        <p:spPr>
          <a:xfrm>
            <a:off x="426232" y="2660395"/>
            <a:ext cx="1188309" cy="430887"/>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100" b="1" noProof="0" dirty="0">
                <a:solidFill>
                  <a:prstClr val="white"/>
                </a:solidFill>
                <a:latin typeface="Century Gothic" panose="020B0502020202020204" pitchFamily="34" charset="0"/>
                <a:ea typeface="Calibri" panose="020F0502020204030204" pitchFamily="34" charset="0"/>
                <a:cs typeface="Times New Roman" panose="02020603050405020304" pitchFamily="18" charset="0"/>
              </a:rPr>
              <a:t>Requirements &amp; Design</a:t>
            </a:r>
            <a:endPar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endParaRPr>
          </a:p>
        </p:txBody>
      </p:sp>
      <p:sp>
        <p:nvSpPr>
          <p:cNvPr id="41" name="Right Arrow 40"/>
          <p:cNvSpPr/>
          <p:nvPr/>
        </p:nvSpPr>
        <p:spPr>
          <a:xfrm>
            <a:off x="1596284" y="2642742"/>
            <a:ext cx="239642" cy="295002"/>
          </a:xfrm>
          <a:prstGeom prst="rightArrow">
            <a:avLst/>
          </a:prstGeom>
          <a:solidFill>
            <a:schemeClr val="tx1">
              <a:lumMod val="65000"/>
              <a:lumOff val="35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44" name="Rectangle 43"/>
          <p:cNvSpPr/>
          <p:nvPr/>
        </p:nvSpPr>
        <p:spPr>
          <a:xfrm>
            <a:off x="3685447" y="2660395"/>
            <a:ext cx="1374912" cy="261610"/>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rPr>
              <a:t>Development</a:t>
            </a:r>
          </a:p>
        </p:txBody>
      </p:sp>
      <p:sp>
        <p:nvSpPr>
          <p:cNvPr id="45" name="Rectangle 44"/>
          <p:cNvSpPr/>
          <p:nvPr/>
        </p:nvSpPr>
        <p:spPr>
          <a:xfrm>
            <a:off x="6633325" y="2660395"/>
            <a:ext cx="1366957" cy="261610"/>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rPr>
              <a:t>Pre compliance</a:t>
            </a:r>
          </a:p>
        </p:txBody>
      </p:sp>
      <p:sp>
        <p:nvSpPr>
          <p:cNvPr id="46" name="Right Arrow 45"/>
          <p:cNvSpPr/>
          <p:nvPr/>
        </p:nvSpPr>
        <p:spPr>
          <a:xfrm>
            <a:off x="3484573" y="2640457"/>
            <a:ext cx="239642" cy="295002"/>
          </a:xfrm>
          <a:prstGeom prst="rightArrow">
            <a:avLst/>
          </a:prstGeom>
          <a:solidFill>
            <a:schemeClr val="tx1">
              <a:lumMod val="65000"/>
              <a:lumOff val="35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48" name="Right Arrow 47"/>
          <p:cNvSpPr/>
          <p:nvPr/>
        </p:nvSpPr>
        <p:spPr>
          <a:xfrm>
            <a:off x="6432933" y="2634342"/>
            <a:ext cx="200392" cy="287663"/>
          </a:xfrm>
          <a:prstGeom prst="rightArrow">
            <a:avLst/>
          </a:prstGeom>
          <a:solidFill>
            <a:schemeClr val="tx1">
              <a:lumMod val="65000"/>
              <a:lumOff val="35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50" name="Rectangle 49"/>
          <p:cNvSpPr/>
          <p:nvPr/>
        </p:nvSpPr>
        <p:spPr>
          <a:xfrm>
            <a:off x="8230833" y="2552419"/>
            <a:ext cx="1368462" cy="430887"/>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rPr>
              <a:t>Compliance certification</a:t>
            </a:r>
          </a:p>
        </p:txBody>
      </p:sp>
      <p:sp>
        <p:nvSpPr>
          <p:cNvPr id="51" name="Right Arrow 50"/>
          <p:cNvSpPr/>
          <p:nvPr/>
        </p:nvSpPr>
        <p:spPr>
          <a:xfrm>
            <a:off x="7991191" y="2642742"/>
            <a:ext cx="239642" cy="295002"/>
          </a:xfrm>
          <a:prstGeom prst="rightArrow">
            <a:avLst/>
          </a:prstGeom>
          <a:solidFill>
            <a:schemeClr val="tx1">
              <a:lumMod val="65000"/>
              <a:lumOff val="35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53" name="Title 3"/>
          <p:cNvSpPr txBox="1">
            <a:spLocks/>
          </p:cNvSpPr>
          <p:nvPr/>
        </p:nvSpPr>
        <p:spPr bwMode="gray">
          <a:xfrm>
            <a:off x="-96982" y="271567"/>
            <a:ext cx="12192000" cy="36933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eaLnBrk="1" hangingPunct="1">
              <a:defRPr sz="2800" b="1">
                <a:solidFill>
                  <a:schemeClr val="tx2"/>
                </a:solidFill>
                <a:latin typeface="Century Gothic" panose="020B0502020202020204" pitchFamily="34" charset="0"/>
                <a:ea typeface="+mj-ea"/>
                <a:cs typeface="Arial" pitchFamily="34" charset="0"/>
              </a:defRPr>
            </a:lvl1pPr>
            <a:lvl2pPr eaLnBrk="1" hangingPunct="1">
              <a:defRPr sz="3200" b="1">
                <a:solidFill>
                  <a:schemeClr val="tx2"/>
                </a:solidFill>
              </a:defRPr>
            </a:lvl2pPr>
            <a:lvl3pPr eaLnBrk="1" hangingPunct="1">
              <a:defRPr sz="3200" b="1">
                <a:solidFill>
                  <a:schemeClr val="tx2"/>
                </a:solidFill>
              </a:defRPr>
            </a:lvl3pPr>
            <a:lvl4pPr eaLnBrk="1" hangingPunct="1">
              <a:defRPr sz="3200" b="1">
                <a:solidFill>
                  <a:schemeClr val="tx2"/>
                </a:solidFill>
              </a:defRPr>
            </a:lvl4pPr>
            <a:lvl5pPr eaLnBrk="1" hangingPunct="1">
              <a:defRPr sz="3200" b="1">
                <a:solidFill>
                  <a:schemeClr val="tx2"/>
                </a:solidFill>
              </a:defRPr>
            </a:lvl5pPr>
            <a:lvl6pPr marL="457200" fontAlgn="base">
              <a:spcBef>
                <a:spcPct val="0"/>
              </a:spcBef>
              <a:spcAft>
                <a:spcPct val="0"/>
              </a:spcAft>
              <a:defRPr sz="3200" b="1">
                <a:solidFill>
                  <a:schemeClr val="tx2"/>
                </a:solidFill>
              </a:defRPr>
            </a:lvl6pPr>
            <a:lvl7pPr marL="914400" fontAlgn="base">
              <a:spcBef>
                <a:spcPct val="0"/>
              </a:spcBef>
              <a:spcAft>
                <a:spcPct val="0"/>
              </a:spcAft>
              <a:defRPr sz="3200" b="1">
                <a:solidFill>
                  <a:schemeClr val="tx2"/>
                </a:solidFill>
              </a:defRPr>
            </a:lvl7pPr>
            <a:lvl8pPr marL="1371600" fontAlgn="base">
              <a:spcBef>
                <a:spcPct val="0"/>
              </a:spcBef>
              <a:spcAft>
                <a:spcPct val="0"/>
              </a:spcAft>
              <a:defRPr sz="3200" b="1">
                <a:solidFill>
                  <a:schemeClr val="tx2"/>
                </a:solidFill>
              </a:defRPr>
            </a:lvl8pPr>
            <a:lvl9pPr marL="1828800" fontAlgn="base">
              <a:spcBef>
                <a:spcPct val="0"/>
              </a:spcBef>
              <a:spcAft>
                <a:spcPct val="0"/>
              </a:spcAft>
              <a:defRPr sz="3200" b="1">
                <a:solidFill>
                  <a:schemeClr val="tx2"/>
                </a:solidFill>
              </a:defRPr>
            </a:lvl9pPr>
          </a:lstStyle>
          <a:p>
            <a:pPr algn="ctr"/>
            <a:r>
              <a:rPr lang="en-US" sz="2400" dirty="0">
                <a:solidFill>
                  <a:schemeClr val="accent1"/>
                </a:solidFill>
              </a:rPr>
              <a:t>Wireless Vibration sensor </a:t>
            </a:r>
            <a:endParaRPr lang="en-IN" sz="2400" dirty="0">
              <a:solidFill>
                <a:schemeClr val="accent1"/>
              </a:solidFill>
            </a:endParaRPr>
          </a:p>
        </p:txBody>
      </p:sp>
      <p:sp>
        <p:nvSpPr>
          <p:cNvPr id="54" name="Rectangle 53"/>
          <p:cNvSpPr/>
          <p:nvPr/>
        </p:nvSpPr>
        <p:spPr>
          <a:xfrm>
            <a:off x="246117" y="5285868"/>
            <a:ext cx="3055495" cy="376688"/>
          </a:xfrm>
          <a:prstGeom prst="rect">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7654" lvl="0" indent="-217654" eaLnBrk="0" hangingPunct="0">
              <a:defRPr/>
            </a:pPr>
            <a:r>
              <a:rPr lang="en-US" sz="1600" b="1" dirty="0">
                <a:solidFill>
                  <a:prstClr val="black"/>
                </a:solidFill>
                <a:latin typeface="Century Gothic" panose="020B0502020202020204" pitchFamily="34" charset="0"/>
                <a:cs typeface="Arial" pitchFamily="34" charset="0"/>
              </a:rPr>
              <a:t>Challenges</a:t>
            </a:r>
          </a:p>
        </p:txBody>
      </p:sp>
      <p:sp>
        <p:nvSpPr>
          <p:cNvPr id="58" name="Text Placeholder 4"/>
          <p:cNvSpPr txBox="1">
            <a:spLocks/>
          </p:cNvSpPr>
          <p:nvPr/>
        </p:nvSpPr>
        <p:spPr bwMode="gray">
          <a:xfrm>
            <a:off x="246885" y="5698156"/>
            <a:ext cx="4954715" cy="95410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290513" indent="-290513" algn="l" rtl="0" eaLnBrk="1" fontAlgn="base" latinLnBrk="0" hangingPunct="1">
              <a:spcBef>
                <a:spcPts val="0"/>
              </a:spcBef>
              <a:spcAft>
                <a:spcPts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rtl="0" eaLnBrk="1" fontAlgn="base" latinLnBrk="0" hangingPunct="1">
              <a:spcBef>
                <a:spcPts val="0"/>
              </a:spcBef>
              <a:spcAft>
                <a:spcPts val="0"/>
              </a:spcAft>
              <a:buClr>
                <a:schemeClr val="bg2"/>
              </a:buClr>
              <a:buSzPct val="100000"/>
              <a:buFont typeface="Wingdings" pitchFamily="2" charset="2"/>
              <a:buChar char="§"/>
              <a:defRPr lang="en-US" sz="1800" b="0" kern="1200" baseline="0" dirty="0" smtClean="0">
                <a:solidFill>
                  <a:schemeClr val="tx1"/>
                </a:solidFill>
                <a:latin typeface="+mn-lt"/>
                <a:ea typeface="+mn-ea"/>
                <a:cs typeface="Arial" pitchFamily="34" charset="0"/>
              </a:defRPr>
            </a:lvl2pPr>
            <a:lvl3pPr marL="571500" indent="-279400" algn="l" rtl="0" eaLnBrk="1" fontAlgn="base" latinLnBrk="0" hangingPunct="1">
              <a:spcBef>
                <a:spcPts val="0"/>
              </a:spcBef>
              <a:spcAft>
                <a:spcPts val="0"/>
              </a:spcAft>
              <a:buClr>
                <a:schemeClr val="bg2"/>
              </a:buClr>
              <a:buSzPct val="90000"/>
              <a:buFont typeface="Arial" charset="0"/>
              <a:buChar char="–"/>
              <a:defRPr lang="en-US" sz="1800" b="0" kern="1200" baseline="0" dirty="0" smtClean="0">
                <a:solidFill>
                  <a:schemeClr val="tx1"/>
                </a:solidFill>
                <a:latin typeface="Arial" pitchFamily="34" charset="0"/>
                <a:ea typeface="+mn-ea"/>
                <a:cs typeface="Arial" pitchFamily="34" charset="0"/>
              </a:defRPr>
            </a:lvl3pPr>
            <a:lvl4pPr marL="850900" indent="-279400" algn="l" rtl="0" eaLnBrk="1" fontAlgn="base" latinLnBrk="0" hangingPunct="1">
              <a:spcBef>
                <a:spcPts val="0"/>
              </a:spcBef>
              <a:spcAft>
                <a:spcPts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4pPr>
            <a:lvl5pPr marL="1136650" indent="-285750" algn="l" defTabSz="933450" rtl="0" eaLnBrk="1" fontAlgn="base" latinLnBrk="0" hangingPunct="1">
              <a:spcBef>
                <a:spcPts val="0"/>
              </a:spcBef>
              <a:spcAft>
                <a:spcPts val="0"/>
              </a:spcAft>
              <a:buClr>
                <a:schemeClr val="bg2"/>
              </a:buClr>
              <a:buSzPct val="70000"/>
              <a:buFont typeface="Arial" charset="0"/>
              <a:buChar char="–"/>
              <a:defRPr lang="en-US" sz="1800" b="0" kern="1200" baseline="0" dirty="0" smtClean="0">
                <a:solidFill>
                  <a:schemeClr val="tx1"/>
                </a:solidFill>
                <a:latin typeface="Arial" pitchFamily="34" charset="0"/>
                <a:ea typeface="+mn-ea"/>
                <a:cs typeface="Arial" pitchFamily="34" charset="0"/>
              </a:defRPr>
            </a:lvl5pPr>
            <a:lvl6pPr marL="1435100" indent="-285750" algn="l" defTabSz="914400" rtl="0" eaLnBrk="1" latinLnBrk="0" hangingPunct="1">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lgn="l" defTabSz="914400" rtl="0" eaLnBrk="1" latinLnBrk="0" hangingPunct="1">
              <a:spcBef>
                <a:spcPts val="0"/>
              </a:spcBef>
              <a:spcAft>
                <a:spcPts val="0"/>
              </a:spcAft>
              <a:buClr>
                <a:schemeClr val="tx2"/>
              </a:buClr>
              <a:buSzPct val="70000"/>
              <a:buFont typeface="Arial" pitchFamily="34" charset="0"/>
              <a:buChar char="–"/>
              <a:defRPr sz="1800" kern="1200" baseline="0">
                <a:solidFill>
                  <a:schemeClr val="tx1"/>
                </a:solidFill>
                <a:latin typeface="+mn-lt"/>
                <a:ea typeface="+mn-ea"/>
                <a:cs typeface="Arial" pitchFamily="34" charset="0"/>
              </a:defRPr>
            </a:lvl7pPr>
            <a:lvl8pPr marL="1600200" indent="-228600" algn="l" defTabSz="914400" rtl="0" eaLnBrk="1" latinLnBrk="0" hangingPunct="1">
              <a:spcBef>
                <a:spcPts val="0"/>
              </a:spcBef>
              <a:spcAft>
                <a:spcPts val="0"/>
              </a:spcAft>
              <a:buSzPct val="70000"/>
              <a:buFont typeface="Arial" pitchFamily="34" charset="0"/>
              <a:buChar char="•"/>
              <a:defRPr sz="1800" kern="1200" baseline="0">
                <a:solidFill>
                  <a:schemeClr val="tx1"/>
                </a:solidFill>
                <a:latin typeface="Arial" pitchFamily="34" charset="0"/>
                <a:ea typeface="+mn-ea"/>
                <a:cs typeface="Arial" pitchFamily="34" charset="0"/>
              </a:defRPr>
            </a:lvl8pPr>
            <a:lvl9pPr marL="1824038" indent="-223838" algn="l" defTabSz="914400" rtl="0" eaLnBrk="1" latinLnBrk="0" hangingPunct="1">
              <a:spcBef>
                <a:spcPts val="0"/>
              </a:spcBef>
              <a:spcAft>
                <a:spcPts val="0"/>
              </a:spcAft>
              <a:buSzPct val="70000"/>
              <a:buFont typeface="Arial" pitchFamily="34" charset="0"/>
              <a:buChar char="–"/>
              <a:defRPr sz="1800" kern="1200">
                <a:solidFill>
                  <a:schemeClr val="tx1"/>
                </a:solidFill>
                <a:latin typeface="Arial" pitchFamily="34" charset="0"/>
                <a:ea typeface="+mn-ea"/>
                <a:cs typeface="Arial" pitchFamily="34" charset="0"/>
              </a:defRPr>
            </a:lvl9pPr>
          </a:lstStyle>
          <a:p>
            <a:pPr marL="182880" indent="-182880" algn="just">
              <a:buClrTx/>
              <a:defRPr/>
            </a:pPr>
            <a:r>
              <a:rPr lang="en-US" sz="1100" dirty="0">
                <a:solidFill>
                  <a:prstClr val="black"/>
                </a:solidFill>
                <a:latin typeface="Century Gothic" panose="020B0502020202020204" pitchFamily="34" charset="0"/>
              </a:rPr>
              <a:t>Component availability as per specification</a:t>
            </a:r>
          </a:p>
          <a:p>
            <a:pPr marL="182880" indent="-182880" algn="just">
              <a:buClrTx/>
              <a:defRPr/>
            </a:pPr>
            <a:r>
              <a:rPr lang="en-US" sz="1100" dirty="0">
                <a:solidFill>
                  <a:prstClr val="black"/>
                </a:solidFill>
                <a:latin typeface="Century Gothic" panose="020B0502020202020204" pitchFamily="34" charset="0"/>
              </a:rPr>
              <a:t>Cost effective solution , Small size</a:t>
            </a:r>
          </a:p>
          <a:p>
            <a:pPr marL="182880" indent="-182880" algn="just">
              <a:buClrTx/>
              <a:defRPr/>
            </a:pPr>
            <a:r>
              <a:rPr lang="en-US" sz="1100" dirty="0">
                <a:solidFill>
                  <a:prstClr val="black"/>
                </a:solidFill>
                <a:latin typeface="Century Gothic" panose="020B0502020202020204" pitchFamily="34" charset="0"/>
              </a:rPr>
              <a:t>Longer  battery life (With 4kilobytes of data/Transaction)</a:t>
            </a:r>
          </a:p>
          <a:p>
            <a:pPr marL="182880" indent="-182880" algn="just">
              <a:buClrTx/>
              <a:defRPr/>
            </a:pPr>
            <a:r>
              <a:rPr lang="en-US" sz="1100" dirty="0">
                <a:solidFill>
                  <a:prstClr val="black"/>
                </a:solidFill>
                <a:latin typeface="Century Gothic" panose="020B0502020202020204" pitchFamily="34" charset="0"/>
              </a:rPr>
              <a:t>Transmission range: 100m</a:t>
            </a:r>
          </a:p>
          <a:p>
            <a:pPr marL="182880" indent="-182880" algn="just">
              <a:lnSpc>
                <a:spcPct val="150000"/>
              </a:lnSpc>
              <a:buClrTx/>
              <a:defRPr/>
            </a:pPr>
            <a:endParaRPr lang="en-US" sz="1200" dirty="0"/>
          </a:p>
        </p:txBody>
      </p:sp>
      <p:sp>
        <p:nvSpPr>
          <p:cNvPr id="33" name="Rectangle 32"/>
          <p:cNvSpPr/>
          <p:nvPr/>
        </p:nvSpPr>
        <p:spPr>
          <a:xfrm>
            <a:off x="5263486" y="2660395"/>
            <a:ext cx="1180763" cy="261610"/>
          </a:xfrm>
          <a:prstGeom prst="rect">
            <a:avLst/>
          </a:prstGeom>
          <a:solidFill>
            <a:schemeClr val="bg2"/>
          </a:solid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100" b="1" dirty="0">
                <a:solidFill>
                  <a:prstClr val="white"/>
                </a:solidFill>
                <a:latin typeface="Century Gothic" panose="020B0502020202020204" pitchFamily="34" charset="0"/>
                <a:ea typeface="Calibri" panose="020F0502020204030204" pitchFamily="34" charset="0"/>
                <a:cs typeface="Times New Roman" panose="02020603050405020304" pitchFamily="18" charset="0"/>
              </a:rPr>
              <a:t>System testing</a:t>
            </a:r>
            <a:endParaRPr kumimoji="0" lang="en-US" sz="1100" b="1" i="0" u="none" strike="noStrike" kern="1200" cap="none" spc="0" normalizeH="0" baseline="0" noProof="0" dirty="0">
              <a:ln>
                <a:noFill/>
              </a:ln>
              <a:solidFill>
                <a:prstClr val="white"/>
              </a:solidFill>
              <a:effectLst/>
              <a:uLnTx/>
              <a:uFillTx/>
              <a:latin typeface="Century Gothic" panose="020B0502020202020204" pitchFamily="34" charset="0"/>
              <a:ea typeface="Calibri" panose="020F0502020204030204" pitchFamily="34" charset="0"/>
              <a:cs typeface="Times New Roman" panose="02020603050405020304" pitchFamily="18" charset="0"/>
            </a:endParaRPr>
          </a:p>
        </p:txBody>
      </p:sp>
      <p:sp>
        <p:nvSpPr>
          <p:cNvPr id="35" name="Right Arrow 34"/>
          <p:cNvSpPr/>
          <p:nvPr/>
        </p:nvSpPr>
        <p:spPr>
          <a:xfrm>
            <a:off x="5050972" y="2634342"/>
            <a:ext cx="239642" cy="295002"/>
          </a:xfrm>
          <a:prstGeom prst="rightArrow">
            <a:avLst/>
          </a:prstGeom>
          <a:solidFill>
            <a:schemeClr val="tx1">
              <a:lumMod val="65000"/>
              <a:lumOff val="35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36" name="Text Placeholder 4"/>
          <p:cNvSpPr txBox="1">
            <a:spLocks/>
          </p:cNvSpPr>
          <p:nvPr/>
        </p:nvSpPr>
        <p:spPr bwMode="gray">
          <a:xfrm>
            <a:off x="470638" y="1450437"/>
            <a:ext cx="5793496" cy="76174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290513" indent="-290513" algn="l" rtl="0" eaLnBrk="1" fontAlgn="base" latinLnBrk="0" hangingPunct="1">
              <a:spcBef>
                <a:spcPts val="0"/>
              </a:spcBef>
              <a:spcAft>
                <a:spcPts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rtl="0" eaLnBrk="1" fontAlgn="base" latinLnBrk="0" hangingPunct="1">
              <a:spcBef>
                <a:spcPts val="0"/>
              </a:spcBef>
              <a:spcAft>
                <a:spcPts val="0"/>
              </a:spcAft>
              <a:buClr>
                <a:schemeClr val="bg2"/>
              </a:buClr>
              <a:buSzPct val="100000"/>
              <a:buFont typeface="Wingdings" pitchFamily="2" charset="2"/>
              <a:buChar char="§"/>
              <a:defRPr lang="en-US" sz="1800" b="0" kern="1200" baseline="0" dirty="0" smtClean="0">
                <a:solidFill>
                  <a:schemeClr val="tx1"/>
                </a:solidFill>
                <a:latin typeface="+mn-lt"/>
                <a:ea typeface="+mn-ea"/>
                <a:cs typeface="Arial" pitchFamily="34" charset="0"/>
              </a:defRPr>
            </a:lvl2pPr>
            <a:lvl3pPr marL="571500" indent="-279400" algn="l" rtl="0" eaLnBrk="1" fontAlgn="base" latinLnBrk="0" hangingPunct="1">
              <a:spcBef>
                <a:spcPts val="0"/>
              </a:spcBef>
              <a:spcAft>
                <a:spcPts val="0"/>
              </a:spcAft>
              <a:buClr>
                <a:schemeClr val="bg2"/>
              </a:buClr>
              <a:buSzPct val="90000"/>
              <a:buFont typeface="Arial" charset="0"/>
              <a:buChar char="–"/>
              <a:defRPr lang="en-US" sz="1800" b="0" kern="1200" baseline="0" dirty="0" smtClean="0">
                <a:solidFill>
                  <a:schemeClr val="tx1"/>
                </a:solidFill>
                <a:latin typeface="Arial" pitchFamily="34" charset="0"/>
                <a:ea typeface="+mn-ea"/>
                <a:cs typeface="Arial" pitchFamily="34" charset="0"/>
              </a:defRPr>
            </a:lvl3pPr>
            <a:lvl4pPr marL="850900" indent="-279400" algn="l" rtl="0" eaLnBrk="1" fontAlgn="base" latinLnBrk="0" hangingPunct="1">
              <a:spcBef>
                <a:spcPts val="0"/>
              </a:spcBef>
              <a:spcAft>
                <a:spcPts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4pPr>
            <a:lvl5pPr marL="1136650" indent="-285750" algn="l" defTabSz="933450" rtl="0" eaLnBrk="1" fontAlgn="base" latinLnBrk="0" hangingPunct="1">
              <a:spcBef>
                <a:spcPts val="0"/>
              </a:spcBef>
              <a:spcAft>
                <a:spcPts val="0"/>
              </a:spcAft>
              <a:buClr>
                <a:schemeClr val="bg2"/>
              </a:buClr>
              <a:buSzPct val="70000"/>
              <a:buFont typeface="Arial" charset="0"/>
              <a:buChar char="–"/>
              <a:defRPr lang="en-US" sz="1800" b="0" kern="1200" baseline="0" dirty="0" smtClean="0">
                <a:solidFill>
                  <a:schemeClr val="tx1"/>
                </a:solidFill>
                <a:latin typeface="Arial" pitchFamily="34" charset="0"/>
                <a:ea typeface="+mn-ea"/>
                <a:cs typeface="Arial" pitchFamily="34" charset="0"/>
              </a:defRPr>
            </a:lvl5pPr>
            <a:lvl6pPr marL="1435100" indent="-285750" algn="l" defTabSz="914400" rtl="0" eaLnBrk="1" latinLnBrk="0" hangingPunct="1">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lgn="l" defTabSz="914400" rtl="0" eaLnBrk="1" latinLnBrk="0" hangingPunct="1">
              <a:spcBef>
                <a:spcPts val="0"/>
              </a:spcBef>
              <a:spcAft>
                <a:spcPts val="0"/>
              </a:spcAft>
              <a:buClr>
                <a:schemeClr val="tx2"/>
              </a:buClr>
              <a:buSzPct val="70000"/>
              <a:buFont typeface="Arial" pitchFamily="34" charset="0"/>
              <a:buChar char="–"/>
              <a:defRPr sz="1800" kern="1200" baseline="0">
                <a:solidFill>
                  <a:schemeClr val="tx1"/>
                </a:solidFill>
                <a:latin typeface="+mn-lt"/>
                <a:ea typeface="+mn-ea"/>
                <a:cs typeface="Arial" pitchFamily="34" charset="0"/>
              </a:defRPr>
            </a:lvl7pPr>
            <a:lvl8pPr marL="1600200" indent="-228600" algn="l" defTabSz="914400" rtl="0" eaLnBrk="1" latinLnBrk="0" hangingPunct="1">
              <a:spcBef>
                <a:spcPts val="0"/>
              </a:spcBef>
              <a:spcAft>
                <a:spcPts val="0"/>
              </a:spcAft>
              <a:buSzPct val="70000"/>
              <a:buFont typeface="Arial" pitchFamily="34" charset="0"/>
              <a:buChar char="•"/>
              <a:defRPr sz="1800" kern="1200" baseline="0">
                <a:solidFill>
                  <a:schemeClr val="tx1"/>
                </a:solidFill>
                <a:latin typeface="Arial" pitchFamily="34" charset="0"/>
                <a:ea typeface="+mn-ea"/>
                <a:cs typeface="Arial" pitchFamily="34" charset="0"/>
              </a:defRPr>
            </a:lvl8pPr>
            <a:lvl9pPr marL="1824038" indent="-223838" algn="l" defTabSz="914400" rtl="0" eaLnBrk="1" latinLnBrk="0" hangingPunct="1">
              <a:spcBef>
                <a:spcPts val="0"/>
              </a:spcBef>
              <a:spcAft>
                <a:spcPts val="0"/>
              </a:spcAft>
              <a:buSzPct val="70000"/>
              <a:buFont typeface="Arial" pitchFamily="34" charset="0"/>
              <a:buChar char="–"/>
              <a:defRPr sz="1800" kern="1200">
                <a:solidFill>
                  <a:schemeClr val="tx1"/>
                </a:solidFill>
                <a:latin typeface="Arial" pitchFamily="34" charset="0"/>
                <a:ea typeface="+mn-ea"/>
                <a:cs typeface="Arial" pitchFamily="34" charset="0"/>
              </a:defRPr>
            </a:lvl9pPr>
          </a:lstStyle>
          <a:p>
            <a:pPr marL="182880" indent="-182880">
              <a:lnSpc>
                <a:spcPct val="150000"/>
              </a:lnSpc>
              <a:buClrTx/>
              <a:defRPr/>
            </a:pPr>
            <a:r>
              <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Design and development of vibration sensor</a:t>
            </a:r>
            <a:r>
              <a:rPr kumimoji="0" lang="en-US" sz="1100" b="0" i="0" u="none" strike="noStrike" kern="1200" cap="none" spc="0" normalizeH="0" noProof="0" dirty="0">
                <a:ln>
                  <a:noFill/>
                </a:ln>
                <a:solidFill>
                  <a:prstClr val="black"/>
                </a:solidFill>
                <a:effectLst/>
                <a:uLnTx/>
                <a:uFillTx/>
                <a:latin typeface="Century Gothic" panose="020B0502020202020204" pitchFamily="34" charset="0"/>
                <a:ea typeface="+mn-ea"/>
                <a:cs typeface="Arial" pitchFamily="34" charset="0"/>
              </a:rPr>
              <a:t> till 8 KHz bandwidth</a:t>
            </a:r>
            <a:r>
              <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a:t>
            </a:r>
          </a:p>
          <a:p>
            <a:pPr marL="182880" indent="-182880">
              <a:lnSpc>
                <a:spcPct val="150000"/>
              </a:lnSpc>
              <a:buClrTx/>
              <a:defRPr/>
            </a:pPr>
            <a:r>
              <a:rPr kumimoji="0" lang="en-US" sz="11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Wireless communication to Gateway -</a:t>
            </a:r>
            <a:r>
              <a:rPr lang="en-US" sz="1100" dirty="0">
                <a:solidFill>
                  <a:prstClr val="black"/>
                </a:solidFill>
                <a:latin typeface="Century Gothic" panose="020B0502020202020204" pitchFamily="34" charset="0"/>
              </a:rPr>
              <a:t>IEEE 802.15.4 compliant 2.4GHz radio.</a:t>
            </a:r>
          </a:p>
          <a:p>
            <a:pPr marL="182880" indent="-182880">
              <a:lnSpc>
                <a:spcPct val="150000"/>
              </a:lnSpc>
              <a:buClrTx/>
              <a:defRPr/>
            </a:pPr>
            <a:r>
              <a:rPr lang="en-US" sz="1100" dirty="0">
                <a:solidFill>
                  <a:prstClr val="black"/>
                </a:solidFill>
                <a:latin typeface="Century Gothic" panose="020B0502020202020204" pitchFamily="34" charset="0"/>
              </a:rPr>
              <a:t>Sensor to meet IP55 protection rating.</a:t>
            </a:r>
          </a:p>
        </p:txBody>
      </p:sp>
      <p:sp>
        <p:nvSpPr>
          <p:cNvPr id="39" name="Rectangle 38"/>
          <p:cNvSpPr/>
          <p:nvPr/>
        </p:nvSpPr>
        <p:spPr>
          <a:xfrm>
            <a:off x="387182" y="1137462"/>
            <a:ext cx="870751" cy="399981"/>
          </a:xfrm>
          <a:prstGeom prst="rect">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7654" marR="0" lvl="0" indent="-217654"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Input  </a:t>
            </a:r>
          </a:p>
        </p:txBody>
      </p:sp>
      <p:sp>
        <p:nvSpPr>
          <p:cNvPr id="42" name="Text Placeholder 4"/>
          <p:cNvSpPr txBox="1">
            <a:spLocks/>
          </p:cNvSpPr>
          <p:nvPr/>
        </p:nvSpPr>
        <p:spPr bwMode="gray">
          <a:xfrm>
            <a:off x="487555" y="833676"/>
            <a:ext cx="10372393" cy="22172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290513" indent="-290513" algn="l" rtl="0" eaLnBrk="1" fontAlgn="base" latinLnBrk="0" hangingPunct="1">
              <a:spcBef>
                <a:spcPts val="0"/>
              </a:spcBef>
              <a:spcAft>
                <a:spcPts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rtl="0" eaLnBrk="1" fontAlgn="base" latinLnBrk="0" hangingPunct="1">
              <a:spcBef>
                <a:spcPts val="0"/>
              </a:spcBef>
              <a:spcAft>
                <a:spcPts val="0"/>
              </a:spcAft>
              <a:buClr>
                <a:schemeClr val="bg2"/>
              </a:buClr>
              <a:buSzPct val="100000"/>
              <a:buFont typeface="Wingdings" pitchFamily="2" charset="2"/>
              <a:buChar char="§"/>
              <a:defRPr lang="en-US" sz="1800" b="0" kern="1200" baseline="0" dirty="0" smtClean="0">
                <a:solidFill>
                  <a:schemeClr val="tx1"/>
                </a:solidFill>
                <a:latin typeface="+mn-lt"/>
                <a:ea typeface="+mn-ea"/>
                <a:cs typeface="Arial" pitchFamily="34" charset="0"/>
              </a:defRPr>
            </a:lvl2pPr>
            <a:lvl3pPr marL="571500" indent="-279400" algn="l" rtl="0" eaLnBrk="1" fontAlgn="base" latinLnBrk="0" hangingPunct="1">
              <a:spcBef>
                <a:spcPts val="0"/>
              </a:spcBef>
              <a:spcAft>
                <a:spcPts val="0"/>
              </a:spcAft>
              <a:buClr>
                <a:schemeClr val="bg2"/>
              </a:buClr>
              <a:buSzPct val="90000"/>
              <a:buFont typeface="Arial" charset="0"/>
              <a:buChar char="–"/>
              <a:defRPr lang="en-US" sz="1800" b="0" kern="1200" baseline="0" dirty="0" smtClean="0">
                <a:solidFill>
                  <a:schemeClr val="tx1"/>
                </a:solidFill>
                <a:latin typeface="Arial" pitchFamily="34" charset="0"/>
                <a:ea typeface="+mn-ea"/>
                <a:cs typeface="Arial" pitchFamily="34" charset="0"/>
              </a:defRPr>
            </a:lvl3pPr>
            <a:lvl4pPr marL="850900" indent="-279400" algn="l" rtl="0" eaLnBrk="1" fontAlgn="base" latinLnBrk="0" hangingPunct="1">
              <a:spcBef>
                <a:spcPts val="0"/>
              </a:spcBef>
              <a:spcAft>
                <a:spcPts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4pPr>
            <a:lvl5pPr marL="1136650" indent="-285750" algn="l" defTabSz="933450" rtl="0" eaLnBrk="1" fontAlgn="base" latinLnBrk="0" hangingPunct="1">
              <a:spcBef>
                <a:spcPts val="0"/>
              </a:spcBef>
              <a:spcAft>
                <a:spcPts val="0"/>
              </a:spcAft>
              <a:buClr>
                <a:schemeClr val="bg2"/>
              </a:buClr>
              <a:buSzPct val="70000"/>
              <a:buFont typeface="Arial" charset="0"/>
              <a:buChar char="–"/>
              <a:defRPr lang="en-US" sz="1800" b="0" kern="1200" baseline="0" dirty="0" smtClean="0">
                <a:solidFill>
                  <a:schemeClr val="tx1"/>
                </a:solidFill>
                <a:latin typeface="Arial" pitchFamily="34" charset="0"/>
                <a:ea typeface="+mn-ea"/>
                <a:cs typeface="Arial" pitchFamily="34" charset="0"/>
              </a:defRPr>
            </a:lvl5pPr>
            <a:lvl6pPr marL="1435100" indent="-285750" algn="l" defTabSz="914400" rtl="0" eaLnBrk="1" latinLnBrk="0" hangingPunct="1">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lgn="l" defTabSz="914400" rtl="0" eaLnBrk="1" latinLnBrk="0" hangingPunct="1">
              <a:spcBef>
                <a:spcPts val="0"/>
              </a:spcBef>
              <a:spcAft>
                <a:spcPts val="0"/>
              </a:spcAft>
              <a:buClr>
                <a:schemeClr val="tx2"/>
              </a:buClr>
              <a:buSzPct val="70000"/>
              <a:buFont typeface="Arial" pitchFamily="34" charset="0"/>
              <a:buChar char="–"/>
              <a:defRPr sz="1800" kern="1200" baseline="0">
                <a:solidFill>
                  <a:schemeClr val="tx1"/>
                </a:solidFill>
                <a:latin typeface="+mn-lt"/>
                <a:ea typeface="+mn-ea"/>
                <a:cs typeface="Arial" pitchFamily="34" charset="0"/>
              </a:defRPr>
            </a:lvl7pPr>
            <a:lvl8pPr marL="1600200" indent="-228600" algn="l" defTabSz="914400" rtl="0" eaLnBrk="1" latinLnBrk="0" hangingPunct="1">
              <a:spcBef>
                <a:spcPts val="0"/>
              </a:spcBef>
              <a:spcAft>
                <a:spcPts val="0"/>
              </a:spcAft>
              <a:buSzPct val="70000"/>
              <a:buFont typeface="Arial" pitchFamily="34" charset="0"/>
              <a:buChar char="•"/>
              <a:defRPr sz="1800" kern="1200" baseline="0">
                <a:solidFill>
                  <a:schemeClr val="tx1"/>
                </a:solidFill>
                <a:latin typeface="Arial" pitchFamily="34" charset="0"/>
                <a:ea typeface="+mn-ea"/>
                <a:cs typeface="Arial" pitchFamily="34" charset="0"/>
              </a:defRPr>
            </a:lvl8pPr>
            <a:lvl9pPr marL="1824038" indent="-223838" algn="l" defTabSz="914400" rtl="0" eaLnBrk="1" latinLnBrk="0" hangingPunct="1">
              <a:spcBef>
                <a:spcPts val="0"/>
              </a:spcBef>
              <a:spcAft>
                <a:spcPts val="0"/>
              </a:spcAft>
              <a:buSzPct val="70000"/>
              <a:buFont typeface="Arial" pitchFamily="34" charset="0"/>
              <a:buChar char="–"/>
              <a:defRPr sz="1800" kern="1200">
                <a:solidFill>
                  <a:schemeClr val="tx1"/>
                </a:solidFill>
                <a:latin typeface="Arial" pitchFamily="34" charset="0"/>
                <a:ea typeface="+mn-ea"/>
                <a:cs typeface="Arial" pitchFamily="34" charset="0"/>
              </a:defRPr>
            </a:lvl9pPr>
          </a:lstStyle>
          <a:p>
            <a:pPr marL="182880" lvl="0" indent="-182880">
              <a:lnSpc>
                <a:spcPct val="150000"/>
              </a:lnSpc>
              <a:buClrTx/>
              <a:defRPr/>
            </a:pPr>
            <a:r>
              <a:rPr lang="en-US" sz="1100" dirty="0">
                <a:solidFill>
                  <a:prstClr val="black"/>
                </a:solidFill>
                <a:latin typeface="Century Gothic" panose="020B0502020202020204" pitchFamily="34" charset="0"/>
              </a:rPr>
              <a:t>To design and Proto development of  Vibration and temperature sensor with wireless  communication. </a:t>
            </a:r>
          </a:p>
        </p:txBody>
      </p:sp>
      <p:sp>
        <p:nvSpPr>
          <p:cNvPr id="43" name="Rectangle 42"/>
          <p:cNvSpPr/>
          <p:nvPr/>
        </p:nvSpPr>
        <p:spPr>
          <a:xfrm>
            <a:off x="387182" y="560182"/>
            <a:ext cx="3055495" cy="376688"/>
          </a:xfrm>
          <a:prstGeom prst="rect">
            <a:avLst/>
          </a:prstGeom>
          <a:no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7654" marR="0" lvl="0" indent="-217654"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Arial" pitchFamily="34" charset="0"/>
              </a:rPr>
              <a:t>Scope</a:t>
            </a:r>
          </a:p>
        </p:txBody>
      </p:sp>
      <p:sp>
        <p:nvSpPr>
          <p:cNvPr id="47" name="Rectangle 46"/>
          <p:cNvSpPr/>
          <p:nvPr/>
        </p:nvSpPr>
        <p:spPr>
          <a:xfrm>
            <a:off x="326154" y="3139505"/>
            <a:ext cx="1353310" cy="1954381"/>
          </a:xfrm>
          <a:prstGeom prst="rect">
            <a:avLst/>
          </a:prstGeom>
          <a:solidFill>
            <a:schemeClr val="bg1">
              <a:lumMod val="85000"/>
            </a:schemeClr>
          </a:solidFill>
        </p:spPr>
        <p:txBody>
          <a:bodyPr wrap="square">
            <a:spAutoFit/>
          </a:bodyPr>
          <a:lstStyle/>
          <a:p>
            <a:pPr marL="91440" indent="-91440">
              <a:spcBef>
                <a:spcPts val="0"/>
              </a:spcBef>
              <a:spcAft>
                <a:spcPts val="0"/>
              </a:spcAft>
              <a:buSzPct val="120000"/>
              <a:buFont typeface="Arial" panose="020B0604020202020204" pitchFamily="34" charset="0"/>
              <a:buChar char="•"/>
              <a:defRPr/>
            </a:pPr>
            <a:r>
              <a:rPr lang="en-IN" altLang="en-US" sz="1100" dirty="0">
                <a:solidFill>
                  <a:prstClr val="black"/>
                </a:solidFill>
                <a:latin typeface="Century Gothic" panose="020B0502020202020204" pitchFamily="34" charset="0"/>
                <a:cs typeface="Arial" pitchFamily="34" charset="0"/>
              </a:rPr>
              <a:t>Requirements Analysis.</a:t>
            </a:r>
          </a:p>
          <a:p>
            <a:pPr marL="91440" indent="-91440">
              <a:spcBef>
                <a:spcPts val="0"/>
              </a:spcBef>
              <a:spcAft>
                <a:spcPts val="0"/>
              </a:spcAft>
              <a:buSzPct val="120000"/>
              <a:buFont typeface="Arial" panose="020B0604020202020204" pitchFamily="34" charset="0"/>
              <a:buChar char="•"/>
              <a:defRPr/>
            </a:pPr>
            <a:r>
              <a:rPr lang="en-IN" altLang="en-US" sz="1100" dirty="0">
                <a:solidFill>
                  <a:prstClr val="black"/>
                </a:solidFill>
                <a:latin typeface="Century Gothic" panose="020B0502020202020204" pitchFamily="34" charset="0"/>
                <a:cs typeface="Arial" pitchFamily="34" charset="0"/>
              </a:rPr>
              <a:t>Critical component selection.</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Schematic and layout design</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FW design</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Mechanical enclosure design</a:t>
            </a:r>
          </a:p>
        </p:txBody>
      </p:sp>
      <p:sp>
        <p:nvSpPr>
          <p:cNvPr id="59" name="Rectangle 58"/>
          <p:cNvSpPr/>
          <p:nvPr/>
        </p:nvSpPr>
        <p:spPr>
          <a:xfrm>
            <a:off x="1866214" y="3147841"/>
            <a:ext cx="1524567" cy="263994"/>
          </a:xfrm>
          <a:prstGeom prst="rect">
            <a:avLst/>
          </a:prstGeom>
          <a:solidFill>
            <a:schemeClr val="bg1">
              <a:lumMod val="85000"/>
            </a:schemeClr>
          </a:solidFill>
        </p:spPr>
        <p:txBody>
          <a:bodyPr wrap="square">
            <a:spAutoFit/>
          </a:bodyPr>
          <a:lstStyle/>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FEA Analysis</a:t>
            </a:r>
          </a:p>
        </p:txBody>
      </p:sp>
      <p:pic>
        <p:nvPicPr>
          <p:cNvPr id="60" name="Picture 59"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t="1" r="2441" b="2943"/>
          <a:stretch/>
        </p:blipFill>
        <p:spPr>
          <a:xfrm>
            <a:off x="1798738" y="3577984"/>
            <a:ext cx="711850" cy="609912"/>
          </a:xfrm>
          <a:prstGeom prst="rect">
            <a:avLst/>
          </a:prstGeom>
        </p:spPr>
      </p:pic>
      <p:pic>
        <p:nvPicPr>
          <p:cNvPr id="61" name="Picture 60" descr="Screen Clipping"/>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487992" y="3458310"/>
            <a:ext cx="891052" cy="1459172"/>
          </a:xfrm>
          <a:prstGeom prst="rect">
            <a:avLst/>
          </a:prstGeom>
        </p:spPr>
      </p:pic>
      <p:sp>
        <p:nvSpPr>
          <p:cNvPr id="62" name="Rectangle 61"/>
          <p:cNvSpPr/>
          <p:nvPr/>
        </p:nvSpPr>
        <p:spPr>
          <a:xfrm>
            <a:off x="3622792" y="3075080"/>
            <a:ext cx="1459534" cy="938719"/>
          </a:xfrm>
          <a:prstGeom prst="rect">
            <a:avLst/>
          </a:prstGeom>
          <a:solidFill>
            <a:schemeClr val="bg1">
              <a:lumMod val="85000"/>
            </a:schemeClr>
          </a:solidFill>
        </p:spPr>
        <p:txBody>
          <a:bodyPr wrap="square">
            <a:spAutoFit/>
          </a:bodyPr>
          <a:lstStyle/>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Proto development (HW and Mechanical)</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FW development</a:t>
            </a:r>
          </a:p>
        </p:txBody>
      </p:sp>
      <p:sp>
        <p:nvSpPr>
          <p:cNvPr id="63" name="Rectangle 62"/>
          <p:cNvSpPr/>
          <p:nvPr/>
        </p:nvSpPr>
        <p:spPr>
          <a:xfrm>
            <a:off x="5201600" y="3075080"/>
            <a:ext cx="1459534" cy="1615827"/>
          </a:xfrm>
          <a:prstGeom prst="rect">
            <a:avLst/>
          </a:prstGeom>
          <a:solidFill>
            <a:schemeClr val="bg1">
              <a:lumMod val="85000"/>
            </a:schemeClr>
          </a:solidFill>
        </p:spPr>
        <p:txBody>
          <a:bodyPr wrap="square">
            <a:spAutoFit/>
          </a:bodyPr>
          <a:lstStyle/>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Functional testing </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Vibration testing till 4K frequency input frequencies.</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Temperature range testing</a:t>
            </a:r>
          </a:p>
          <a:p>
            <a:pPr marL="91440" indent="-91440">
              <a:spcBef>
                <a:spcPts val="0"/>
              </a:spcBef>
              <a:spcAft>
                <a:spcPts val="0"/>
              </a:spcAft>
              <a:buSzPct val="120000"/>
              <a:buFont typeface="Arial" panose="020B0604020202020204" pitchFamily="34" charset="0"/>
              <a:buChar char="•"/>
              <a:defRPr/>
            </a:pPr>
            <a:r>
              <a:rPr lang="en-US" altLang="en-US" sz="1100" dirty="0">
                <a:solidFill>
                  <a:prstClr val="black"/>
                </a:solidFill>
                <a:latin typeface="Century Gothic" panose="020B0502020202020204" pitchFamily="34" charset="0"/>
                <a:cs typeface="Arial" pitchFamily="34" charset="0"/>
              </a:rPr>
              <a:t>RF range testing</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3798" y="4314542"/>
            <a:ext cx="417729" cy="350217"/>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4989" y="4321150"/>
            <a:ext cx="517660" cy="369757"/>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30833" y="4047711"/>
            <a:ext cx="1936387" cy="887730"/>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8362" y="4084137"/>
            <a:ext cx="907438" cy="903387"/>
          </a:xfrm>
          <a:prstGeom prst="rect">
            <a:avLst/>
          </a:prstGeom>
        </p:spPr>
      </p:pic>
    </p:spTree>
    <p:extLst>
      <p:ext uri="{BB962C8B-B14F-4D97-AF65-F5344CB8AC3E}">
        <p14:creationId xmlns:p14="http://schemas.microsoft.com/office/powerpoint/2010/main" val="2132587409"/>
      </p:ext>
    </p:extLst>
  </p:cSld>
  <p:clrMapOvr>
    <a:masterClrMapping/>
  </p:clrMapOvr>
</p:sld>
</file>

<file path=ppt/theme/theme1.xml><?xml version="1.0" encoding="utf-8"?>
<a:theme xmlns:a="http://schemas.openxmlformats.org/drawingml/2006/main" name="Tech Mahindra Template 2014">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Blank" id="{7B4783D4-6755-430F-BBC4-A4C94B4EEC30}" vid="{CDBCB8E5-57BC-48E2-A584-2A33B0DDBD7A}"/>
    </a:ext>
  </a:extLst>
</a:theme>
</file>

<file path=ppt/theme/theme2.xml><?xml version="1.0" encoding="utf-8"?>
<a:theme xmlns:a="http://schemas.openxmlformats.org/drawingml/2006/main" name="1_Tech Mahindra Template 2014">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Blank" id="{7B4783D4-6755-430F-BBC4-A4C94B4EEC30}" vid="{B0D19EE8-852C-4A38-864D-18F78F8612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DB49D88D31094DA120D26E4D4F3F0E" ma:contentTypeVersion="12" ma:contentTypeDescription="Create a new document." ma:contentTypeScope="" ma:versionID="177528042dfc9983a61241e73ce23cff">
  <xsd:schema xmlns:xsd="http://www.w3.org/2001/XMLSchema" xmlns:xs="http://www.w3.org/2001/XMLSchema" xmlns:p="http://schemas.microsoft.com/office/2006/metadata/properties" xmlns:ns3="4d6ad1ba-d08e-4b75-8db3-2812d04b0920" targetNamespace="http://schemas.microsoft.com/office/2006/metadata/properties" ma:root="true" ma:fieldsID="e7a484c8c8fa8045003fe2170f633c7a" ns3:_="">
    <xsd:import namespace="4d6ad1ba-d08e-4b75-8db3-2812d04b0920"/>
    <xsd:element name="properties">
      <xsd:complexType>
        <xsd:sequence>
          <xsd:element name="documentManagement">
            <xsd:complexType>
              <xsd:all>
                <xsd:element ref="ns3:Categories0" minOccurs="0"/>
                <xsd:element ref="ns3:Buisnes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6ad1ba-d08e-4b75-8db3-2812d04b0920" elementFormDefault="qualified">
    <xsd:import namespace="http://schemas.microsoft.com/office/2006/documentManagement/types"/>
    <xsd:import namespace="http://schemas.microsoft.com/office/infopath/2007/PartnerControls"/>
    <xsd:element name="Categories0" ma:index="9" nillable="true" ma:displayName="Categories" ma:default="System Elements" ma:format="Dropdown" ma:internalName="Categories0">
      <xsd:simpleType>
        <xsd:restriction base="dms:Choice">
          <xsd:enumeration value="System Elements"/>
          <xsd:enumeration value="Stationary"/>
          <xsd:enumeration value="Signage"/>
          <xsd:enumeration value="Collateral"/>
          <xsd:enumeration value="Advertising"/>
          <xsd:enumeration value="Digital"/>
        </xsd:restriction>
      </xsd:simpleType>
    </xsd:element>
    <xsd:element name="Buisness" ma:index="10" nillable="true" ma:displayName="Buisness" ma:default="Corporate" ma:format="Dropdown" ma:internalName="Buisness">
      <xsd:simpleType>
        <xsd:restriction base="dms:Choice">
          <xsd:enumeration value="Corporate"/>
          <xsd:enumeration value="Mobility"/>
          <xsd:enumeration value="B2B"/>
          <xsd:enumeration value="Non mobility"/>
          <xsd:enumeration value="B2C"/>
          <xsd:enumeration value="Joint Ventur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Categories0 xmlns="4d6ad1ba-d08e-4b75-8db3-2812d04b0920">System Elements</Categories0>
    <Buisness xmlns="4d6ad1ba-d08e-4b75-8db3-2812d04b0920">Corporate</Buisness>
  </documentManagement>
</p:properties>
</file>

<file path=customXml/itemProps1.xml><?xml version="1.0" encoding="utf-8"?>
<ds:datastoreItem xmlns:ds="http://schemas.openxmlformats.org/officeDocument/2006/customXml" ds:itemID="{3B5A58A0-7396-4B7D-871B-A6C043C61F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6ad1ba-d08e-4b75-8db3-2812d04b09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A1B877-42DF-448B-A257-86EBCF04CE7C}">
  <ds:schemaRefs>
    <ds:schemaRef ds:uri="http://schemas.microsoft.com/sharepoint/v3/contenttype/forms"/>
  </ds:schemaRefs>
</ds:datastoreItem>
</file>

<file path=customXml/itemProps3.xml><?xml version="1.0" encoding="utf-8"?>
<ds:datastoreItem xmlns:ds="http://schemas.openxmlformats.org/officeDocument/2006/customXml" ds:itemID="{BF0B3A14-0F09-4A5A-AEC4-1E6EBA155821}">
  <ds:schemaRefs>
    <ds:schemaRef ds:uri="4d6ad1ba-d08e-4b75-8db3-2812d04b0920"/>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152</Words>
  <Application>Microsoft Office PowerPoint</Application>
  <PresentationFormat>Widescreen</PresentationFormat>
  <Paragraphs>33</Paragraphs>
  <Slides>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Calibri</vt:lpstr>
      <vt:lpstr>Century Gothic</vt:lpstr>
      <vt:lpstr>Wingdings</vt:lpstr>
      <vt:lpstr>Tech Mahindra Template 2014</vt:lpstr>
      <vt:lpstr>1_Tech Mahindra Template 2014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2019-08-02T12:00:40Z</dcterms:created>
  <dcterms:modified xsi:type="dcterms:W3CDTF">2024-11-08T04:20:13Z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0x01010013DB49D88D31094DA120D26E4D4F3F0E</vt:lpwstr>
  </property>
  <property fmtid="{D5CDD505-2E9C-101B-9397-08002B2CF9AE}" pid="3" name="Categories0">
    <vt:lpwstr>System Elements</vt:lpwstr>
  </property>
  <property fmtid="{D5CDD505-2E9C-101B-9397-08002B2CF9AE}" pid="4" name="Buisness">
    <vt:lpwstr>Corporate</vt:lpwstr>
  </property>
  <property fmtid="{D5CDD505-2E9C-101B-9397-08002B2CF9AE}" pid="5" name="DLPManualFileClassification">
    <vt:lpwstr>{1A067545-A4E2-4FA1-8094-0D7902669705}</vt:lpwstr>
  </property>
  <property fmtid="{D5CDD505-2E9C-101B-9397-08002B2CF9AE}" pid="6" name="DLPManualFileClassificationLastModifiedBy">
    <vt:lpwstr>TECHMAHINDRA\EH00502061</vt:lpwstr>
  </property>
  <property fmtid="{D5CDD505-2E9C-101B-9397-08002B2CF9AE}" pid="7" name="DLPManualFileClassificationLastModificationDate">
    <vt:lpwstr>1520406007</vt:lpwstr>
  </property>
  <property fmtid="{D5CDD505-2E9C-101B-9397-08002B2CF9AE}" pid="8" name="DLPManualFileClassificationVersion">
    <vt:lpwstr>10.0.100.37</vt:lpwstr>
  </property>
  <property fmtid="{D5CDD505-2E9C-101B-9397-08002B2CF9AE}" pid="9" name="MSIP_Label_7331f486-f8b5-456b-a19a-dbe0d296c5fd_Enabled">
    <vt:lpwstr>true</vt:lpwstr>
  </property>
  <property fmtid="{D5CDD505-2E9C-101B-9397-08002B2CF9AE}" pid="10" name="MSIP_Label_7331f486-f8b5-456b-a19a-dbe0d296c5fd_SetDate">
    <vt:lpwstr>2024-11-08T04:19:08Z</vt:lpwstr>
  </property>
  <property fmtid="{D5CDD505-2E9C-101B-9397-08002B2CF9AE}" pid="11" name="MSIP_Label_7331f486-f8b5-456b-a19a-dbe0d296c5fd_Method">
    <vt:lpwstr>Privileged</vt:lpwstr>
  </property>
  <property fmtid="{D5CDD505-2E9C-101B-9397-08002B2CF9AE}" pid="12" name="MSIP_Label_7331f486-f8b5-456b-a19a-dbe0d296c5fd_Name">
    <vt:lpwstr>Company Confidential Internal Use</vt:lpwstr>
  </property>
  <property fmtid="{D5CDD505-2E9C-101B-9397-08002B2CF9AE}" pid="13" name="MSIP_Label_7331f486-f8b5-456b-a19a-dbe0d296c5fd_SiteId">
    <vt:lpwstr>edf442f5-b994-4c86-a131-b42b03a16c95</vt:lpwstr>
  </property>
  <property fmtid="{D5CDD505-2E9C-101B-9397-08002B2CF9AE}" pid="14" name="MSIP_Label_7331f486-f8b5-456b-a19a-dbe0d296c5fd_ActionId">
    <vt:lpwstr>7c16f7c8-5e71-4a3d-b80a-3935c2d8b132</vt:lpwstr>
  </property>
  <property fmtid="{D5CDD505-2E9C-101B-9397-08002B2CF9AE}" pid="15" name="MSIP_Label_7331f486-f8b5-456b-a19a-dbe0d296c5fd_ContentBits">
    <vt:lpwstr>0</vt:lpwstr>
  </property>
</Properties>
</file>