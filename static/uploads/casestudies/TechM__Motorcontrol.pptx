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5" r:id="rId4"/>
  </p:sldMasterIdLst>
  <p:notesMasterIdLst>
    <p:notesMasterId r:id="rId6"/>
  </p:notesMasterIdLst>
  <p:handoutMasterIdLst>
    <p:handoutMasterId r:id="rId7"/>
  </p:handoutMasterIdLst>
  <p:sldIdLst>
    <p:sldId id="1235" r:id="rId5"/>
  </p:sldIdLst>
  <p:sldSz cx="12192000" cy="6858000"/>
  <p:notesSz cx="7010400" cy="9296400"/>
  <p:defaultTextStyle>
    <a:defPPr>
      <a:defRPr lang="en-US"/>
    </a:defPPr>
    <a:lvl1pPr algn="l" rtl="0" fontAlgn="base">
      <a:spcBef>
        <a:spcPct val="0"/>
      </a:spcBef>
      <a:spcAft>
        <a:spcPct val="0"/>
      </a:spcAft>
      <a:defRPr sz="1600" kern="1200">
        <a:solidFill>
          <a:schemeClr val="tx1"/>
        </a:solidFill>
        <a:latin typeface="Arial" charset="0"/>
        <a:ea typeface="+mn-ea"/>
        <a:cs typeface="Arial" charset="0"/>
      </a:defRPr>
    </a:lvl1pPr>
    <a:lvl2pPr marL="457200" algn="l" rtl="0" fontAlgn="base">
      <a:spcBef>
        <a:spcPct val="0"/>
      </a:spcBef>
      <a:spcAft>
        <a:spcPct val="0"/>
      </a:spcAft>
      <a:defRPr sz="1600" kern="1200">
        <a:solidFill>
          <a:schemeClr val="tx1"/>
        </a:solidFill>
        <a:latin typeface="Arial" charset="0"/>
        <a:ea typeface="+mn-ea"/>
        <a:cs typeface="Arial" charset="0"/>
      </a:defRPr>
    </a:lvl2pPr>
    <a:lvl3pPr marL="914400" algn="l" rtl="0" fontAlgn="base">
      <a:spcBef>
        <a:spcPct val="0"/>
      </a:spcBef>
      <a:spcAft>
        <a:spcPct val="0"/>
      </a:spcAft>
      <a:defRPr sz="1600" kern="1200">
        <a:solidFill>
          <a:schemeClr val="tx1"/>
        </a:solidFill>
        <a:latin typeface="Arial" charset="0"/>
        <a:ea typeface="+mn-ea"/>
        <a:cs typeface="Arial" charset="0"/>
      </a:defRPr>
    </a:lvl3pPr>
    <a:lvl4pPr marL="1371600" algn="l" rtl="0" fontAlgn="base">
      <a:spcBef>
        <a:spcPct val="0"/>
      </a:spcBef>
      <a:spcAft>
        <a:spcPct val="0"/>
      </a:spcAft>
      <a:defRPr sz="1600" kern="1200">
        <a:solidFill>
          <a:schemeClr val="tx1"/>
        </a:solidFill>
        <a:latin typeface="Arial" charset="0"/>
        <a:ea typeface="+mn-ea"/>
        <a:cs typeface="Arial" charset="0"/>
      </a:defRPr>
    </a:lvl4pPr>
    <a:lvl5pPr marL="1828800" algn="l"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4008" userDrawn="1">
          <p15:clr>
            <a:srgbClr val="A4A3A4"/>
          </p15:clr>
        </p15:guide>
        <p15:guide id="2" orient="horz" pos="864" userDrawn="1">
          <p15:clr>
            <a:srgbClr val="A4A3A4"/>
          </p15:clr>
        </p15:guide>
        <p15:guide id="3" pos="192" userDrawn="1">
          <p15:clr>
            <a:srgbClr val="A4A3A4"/>
          </p15:clr>
        </p15:guide>
        <p15:guide id="4" pos="75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oshi, Ronak" initials="DR" lastIdx="4" clrIdx="0">
    <p:extLst>
      <p:ext uri="{19B8F6BF-5375-455C-9EA6-DF929625EA0E}">
        <p15:presenceInfo xmlns:p15="http://schemas.microsoft.com/office/powerpoint/2012/main" userId="S-1-5-21-1603936759-223485569-1819828000-204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D9E6EB"/>
    <a:srgbClr val="7DCAEC"/>
    <a:srgbClr val="B5E5FF"/>
    <a:srgbClr val="FF0000"/>
    <a:srgbClr val="000000"/>
    <a:srgbClr val="0000FF"/>
    <a:srgbClr val="00FF00"/>
    <a:srgbClr val="DDE7EE"/>
    <a:srgbClr val="3F3F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4145" autoAdjust="0"/>
  </p:normalViewPr>
  <p:slideViewPr>
    <p:cSldViewPr snapToGrid="0" showGuides="1">
      <p:cViewPr varScale="1">
        <p:scale>
          <a:sx n="69" d="100"/>
          <a:sy n="69" d="100"/>
        </p:scale>
        <p:origin x="612" y="60"/>
      </p:cViewPr>
      <p:guideLst>
        <p:guide orient="horz" pos="4008"/>
        <p:guide orient="horz" pos="864"/>
        <p:guide pos="192"/>
        <p:guide pos="7505"/>
      </p:guideLst>
    </p:cSldViewPr>
  </p:slideViewPr>
  <p:notesTextViewPr>
    <p:cViewPr>
      <p:scale>
        <a:sx n="100" d="100"/>
        <a:sy n="100" d="100"/>
      </p:scale>
      <p:origin x="0" y="0"/>
    </p:cViewPr>
  </p:notesTextViewPr>
  <p:sorterViewPr>
    <p:cViewPr varScale="1">
      <p:scale>
        <a:sx n="1" d="1"/>
        <a:sy n="1" d="1"/>
      </p:scale>
      <p:origin x="0" y="-3066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36888" cy="465138"/>
          </a:xfrm>
          <a:prstGeom prst="rect">
            <a:avLst/>
          </a:prstGeom>
          <a:noFill/>
          <a:ln w="9525">
            <a:noFill/>
            <a:miter lim="800000"/>
            <a:headEnd/>
            <a:tailEnd/>
          </a:ln>
          <a:effectLst/>
        </p:spPr>
        <p:txBody>
          <a:bodyPr vert="horz" wrap="square" lIns="93133" tIns="46568" rIns="93133" bIns="46568" numCol="1" anchor="t" anchorCtr="0" compatLnSpc="1">
            <a:prstTxWarp prst="textNoShape">
              <a:avLst/>
            </a:prstTxWarp>
          </a:bodyPr>
          <a:lstStyle>
            <a:lvl1pPr defTabSz="931863">
              <a:buClrTx/>
              <a:buSzTx/>
              <a:buFontTx/>
              <a:buNone/>
              <a:defRPr sz="1200">
                <a:latin typeface="Times New Roman" pitchFamily="18" charset="0"/>
                <a:cs typeface="+mn-cs"/>
              </a:defRPr>
            </a:lvl1pPr>
          </a:lstStyle>
          <a:p>
            <a:pPr>
              <a:defRPr/>
            </a:pPr>
            <a:endParaRPr lang="en-US" altLang="en-US" dirty="0"/>
          </a:p>
        </p:txBody>
      </p:sp>
      <p:sp>
        <p:nvSpPr>
          <p:cNvPr id="10243" name="Rectangle 3"/>
          <p:cNvSpPr>
            <a:spLocks noGrp="1" noChangeArrowheads="1"/>
          </p:cNvSpPr>
          <p:nvPr>
            <p:ph type="dt" sz="quarter" idx="1"/>
          </p:nvPr>
        </p:nvSpPr>
        <p:spPr bwMode="auto">
          <a:xfrm>
            <a:off x="3973515" y="0"/>
            <a:ext cx="3036887" cy="465138"/>
          </a:xfrm>
          <a:prstGeom prst="rect">
            <a:avLst/>
          </a:prstGeom>
          <a:noFill/>
          <a:ln w="9525">
            <a:noFill/>
            <a:miter lim="800000"/>
            <a:headEnd/>
            <a:tailEnd/>
          </a:ln>
          <a:effectLst/>
        </p:spPr>
        <p:txBody>
          <a:bodyPr vert="horz" wrap="square" lIns="93133" tIns="46568" rIns="93133" bIns="46568" numCol="1" anchor="t" anchorCtr="0" compatLnSpc="1">
            <a:prstTxWarp prst="textNoShape">
              <a:avLst/>
            </a:prstTxWarp>
          </a:bodyPr>
          <a:lstStyle>
            <a:lvl1pPr algn="r" defTabSz="931863">
              <a:buClrTx/>
              <a:buSzTx/>
              <a:buFontTx/>
              <a:buNone/>
              <a:defRPr sz="1200">
                <a:latin typeface="Times New Roman" pitchFamily="18" charset="0"/>
                <a:cs typeface="+mn-cs"/>
              </a:defRPr>
            </a:lvl1pPr>
          </a:lstStyle>
          <a:p>
            <a:pPr>
              <a:defRPr/>
            </a:pPr>
            <a:fld id="{824DBE03-6654-45CA-9444-F3DBF0D40F44}" type="datetime1">
              <a:rPr lang="en-US" altLang="en-US"/>
              <a:pPr>
                <a:defRPr/>
              </a:pPr>
              <a:t>11/25/2019</a:t>
            </a:fld>
            <a:endParaRPr lang="en-US" altLang="en-US" dirty="0"/>
          </a:p>
        </p:txBody>
      </p:sp>
      <p:sp>
        <p:nvSpPr>
          <p:cNvPr id="10244" name="Rectangle 4"/>
          <p:cNvSpPr>
            <a:spLocks noGrp="1" noChangeArrowheads="1"/>
          </p:cNvSpPr>
          <p:nvPr>
            <p:ph type="ftr" sz="quarter" idx="2"/>
          </p:nvPr>
        </p:nvSpPr>
        <p:spPr bwMode="auto">
          <a:xfrm>
            <a:off x="0" y="8831264"/>
            <a:ext cx="3036888" cy="465137"/>
          </a:xfrm>
          <a:prstGeom prst="rect">
            <a:avLst/>
          </a:prstGeom>
          <a:noFill/>
          <a:ln w="9525">
            <a:noFill/>
            <a:miter lim="800000"/>
            <a:headEnd/>
            <a:tailEnd/>
          </a:ln>
          <a:effectLst/>
        </p:spPr>
        <p:txBody>
          <a:bodyPr vert="horz" wrap="square" lIns="93133" tIns="46568" rIns="93133" bIns="46568" numCol="1" anchor="b" anchorCtr="0" compatLnSpc="1">
            <a:prstTxWarp prst="textNoShape">
              <a:avLst/>
            </a:prstTxWarp>
          </a:bodyPr>
          <a:lstStyle>
            <a:lvl1pPr defTabSz="931863">
              <a:buClrTx/>
              <a:buSzTx/>
              <a:buFontTx/>
              <a:buNone/>
              <a:defRPr sz="1200">
                <a:latin typeface="Times New Roman" pitchFamily="18" charset="0"/>
                <a:cs typeface="+mn-cs"/>
              </a:defRPr>
            </a:lvl1pPr>
          </a:lstStyle>
          <a:p>
            <a:pPr>
              <a:defRPr/>
            </a:pPr>
            <a:endParaRPr lang="en-US" altLang="en-US" dirty="0"/>
          </a:p>
        </p:txBody>
      </p:sp>
      <p:sp>
        <p:nvSpPr>
          <p:cNvPr id="10245" name="Rectangle 5"/>
          <p:cNvSpPr>
            <a:spLocks noGrp="1" noChangeArrowheads="1"/>
          </p:cNvSpPr>
          <p:nvPr>
            <p:ph type="sldNum" sz="quarter" idx="3"/>
          </p:nvPr>
        </p:nvSpPr>
        <p:spPr bwMode="auto">
          <a:xfrm>
            <a:off x="3973515" y="8831264"/>
            <a:ext cx="3036887" cy="465137"/>
          </a:xfrm>
          <a:prstGeom prst="rect">
            <a:avLst/>
          </a:prstGeom>
          <a:noFill/>
          <a:ln w="9525">
            <a:noFill/>
            <a:miter lim="800000"/>
            <a:headEnd/>
            <a:tailEnd/>
          </a:ln>
          <a:effectLst/>
        </p:spPr>
        <p:txBody>
          <a:bodyPr vert="horz" wrap="square" lIns="93133" tIns="46568" rIns="93133" bIns="46568" numCol="1" anchor="b" anchorCtr="0" compatLnSpc="1">
            <a:prstTxWarp prst="textNoShape">
              <a:avLst/>
            </a:prstTxWarp>
          </a:bodyPr>
          <a:lstStyle>
            <a:lvl1pPr algn="r" defTabSz="931863">
              <a:buClrTx/>
              <a:buSzTx/>
              <a:buFontTx/>
              <a:buNone/>
              <a:defRPr sz="1200">
                <a:latin typeface="Times New Roman" pitchFamily="18" charset="0"/>
                <a:cs typeface="+mn-cs"/>
              </a:defRPr>
            </a:lvl1pPr>
          </a:lstStyle>
          <a:p>
            <a:pPr>
              <a:defRPr/>
            </a:pPr>
            <a:fld id="{CA3557EF-80D4-4192-8CE5-1435FBD51FE9}" type="slidenum">
              <a:rPr lang="en-US" altLang="en-US"/>
              <a:pPr>
                <a:defRPr/>
              </a:pPr>
              <a:t>‹#›</a:t>
            </a:fld>
            <a:endParaRPr lang="en-US" altLang="en-US" dirty="0"/>
          </a:p>
        </p:txBody>
      </p:sp>
    </p:spTree>
    <p:extLst>
      <p:ext uri="{BB962C8B-B14F-4D97-AF65-F5344CB8AC3E}">
        <p14:creationId xmlns:p14="http://schemas.microsoft.com/office/powerpoint/2010/main" val="7906270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36888" cy="465138"/>
          </a:xfrm>
          <a:prstGeom prst="rect">
            <a:avLst/>
          </a:prstGeom>
          <a:noFill/>
          <a:ln w="9525">
            <a:noFill/>
            <a:miter lim="800000"/>
            <a:headEnd/>
            <a:tailEnd/>
          </a:ln>
          <a:effectLst/>
        </p:spPr>
        <p:txBody>
          <a:bodyPr vert="horz" wrap="square" lIns="93133" tIns="46568" rIns="93133" bIns="46568" numCol="1" anchor="t" anchorCtr="0" compatLnSpc="1">
            <a:prstTxWarp prst="textNoShape">
              <a:avLst/>
            </a:prstTxWarp>
          </a:bodyPr>
          <a:lstStyle>
            <a:lvl1pPr defTabSz="931863">
              <a:buClrTx/>
              <a:buSzTx/>
              <a:buFontTx/>
              <a:buNone/>
              <a:defRPr sz="1200">
                <a:latin typeface="Times New Roman" pitchFamily="18" charset="0"/>
                <a:cs typeface="+mn-cs"/>
              </a:defRPr>
            </a:lvl1pPr>
          </a:lstStyle>
          <a:p>
            <a:pPr>
              <a:defRPr/>
            </a:pPr>
            <a:endParaRPr lang="en-US" altLang="en-US" dirty="0"/>
          </a:p>
        </p:txBody>
      </p:sp>
      <p:sp>
        <p:nvSpPr>
          <p:cNvPr id="4099" name="Rectangle 3"/>
          <p:cNvSpPr>
            <a:spLocks noGrp="1" noChangeArrowheads="1"/>
          </p:cNvSpPr>
          <p:nvPr>
            <p:ph type="dt" idx="1"/>
          </p:nvPr>
        </p:nvSpPr>
        <p:spPr bwMode="auto">
          <a:xfrm>
            <a:off x="3973515" y="0"/>
            <a:ext cx="3036887" cy="465138"/>
          </a:xfrm>
          <a:prstGeom prst="rect">
            <a:avLst/>
          </a:prstGeom>
          <a:noFill/>
          <a:ln w="9525">
            <a:noFill/>
            <a:miter lim="800000"/>
            <a:headEnd/>
            <a:tailEnd/>
          </a:ln>
          <a:effectLst/>
        </p:spPr>
        <p:txBody>
          <a:bodyPr vert="horz" wrap="square" lIns="93133" tIns="46568" rIns="93133" bIns="46568" numCol="1" anchor="t" anchorCtr="0" compatLnSpc="1">
            <a:prstTxWarp prst="textNoShape">
              <a:avLst/>
            </a:prstTxWarp>
          </a:bodyPr>
          <a:lstStyle>
            <a:lvl1pPr algn="r" defTabSz="931863">
              <a:buClrTx/>
              <a:buSzTx/>
              <a:buFontTx/>
              <a:buNone/>
              <a:defRPr sz="1200">
                <a:latin typeface="Times New Roman" pitchFamily="18" charset="0"/>
                <a:cs typeface="+mn-cs"/>
              </a:defRPr>
            </a:lvl1pPr>
          </a:lstStyle>
          <a:p>
            <a:pPr>
              <a:defRPr/>
            </a:pPr>
            <a:fld id="{0EA6ED6C-BA13-49B9-B015-616AFA71EA76}" type="datetime1">
              <a:rPr lang="en-US" altLang="en-US"/>
              <a:pPr>
                <a:defRPr/>
              </a:pPr>
              <a:t>11/25/2019</a:t>
            </a:fld>
            <a:endParaRPr lang="en-US" altLang="en-US" dirty="0"/>
          </a:p>
        </p:txBody>
      </p:sp>
      <p:sp>
        <p:nvSpPr>
          <p:cNvPr id="55300" name="Rectangle 4"/>
          <p:cNvSpPr>
            <a:spLocks noGrp="1" noRot="1" noChangeAspect="1" noChangeArrowheads="1" noTextEdit="1"/>
          </p:cNvSpPr>
          <p:nvPr>
            <p:ph type="sldImg" idx="2"/>
          </p:nvPr>
        </p:nvSpPr>
        <p:spPr bwMode="auto">
          <a:xfrm>
            <a:off x="409575" y="698500"/>
            <a:ext cx="6194425" cy="3484563"/>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33451" y="4414840"/>
            <a:ext cx="5143500" cy="4184650"/>
          </a:xfrm>
          <a:prstGeom prst="rect">
            <a:avLst/>
          </a:prstGeom>
          <a:noFill/>
          <a:ln w="9525">
            <a:noFill/>
            <a:miter lim="800000"/>
            <a:headEnd/>
            <a:tailEnd/>
          </a:ln>
          <a:effectLst/>
        </p:spPr>
        <p:txBody>
          <a:bodyPr vert="horz" wrap="square" lIns="93133" tIns="46568" rIns="93133" bIns="46568"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102" name="Rectangle 6"/>
          <p:cNvSpPr>
            <a:spLocks noGrp="1" noChangeArrowheads="1"/>
          </p:cNvSpPr>
          <p:nvPr>
            <p:ph type="ftr" sz="quarter" idx="4"/>
          </p:nvPr>
        </p:nvSpPr>
        <p:spPr bwMode="auto">
          <a:xfrm>
            <a:off x="0" y="8831264"/>
            <a:ext cx="3036888" cy="465137"/>
          </a:xfrm>
          <a:prstGeom prst="rect">
            <a:avLst/>
          </a:prstGeom>
          <a:noFill/>
          <a:ln w="9525">
            <a:noFill/>
            <a:miter lim="800000"/>
            <a:headEnd/>
            <a:tailEnd/>
          </a:ln>
          <a:effectLst/>
        </p:spPr>
        <p:txBody>
          <a:bodyPr vert="horz" wrap="square" lIns="93133" tIns="46568" rIns="93133" bIns="46568" numCol="1" anchor="b" anchorCtr="0" compatLnSpc="1">
            <a:prstTxWarp prst="textNoShape">
              <a:avLst/>
            </a:prstTxWarp>
          </a:bodyPr>
          <a:lstStyle>
            <a:lvl1pPr defTabSz="931863">
              <a:buClrTx/>
              <a:buSzTx/>
              <a:buFontTx/>
              <a:buNone/>
              <a:defRPr sz="1200">
                <a:latin typeface="Times New Roman" pitchFamily="18" charset="0"/>
                <a:cs typeface="+mn-cs"/>
              </a:defRPr>
            </a:lvl1pPr>
          </a:lstStyle>
          <a:p>
            <a:pPr>
              <a:defRPr/>
            </a:pPr>
            <a:endParaRPr lang="en-US" altLang="en-US" dirty="0"/>
          </a:p>
        </p:txBody>
      </p:sp>
      <p:sp>
        <p:nvSpPr>
          <p:cNvPr id="4103" name="Rectangle 7"/>
          <p:cNvSpPr>
            <a:spLocks noGrp="1" noChangeArrowheads="1"/>
          </p:cNvSpPr>
          <p:nvPr>
            <p:ph type="sldNum" sz="quarter" idx="5"/>
          </p:nvPr>
        </p:nvSpPr>
        <p:spPr bwMode="auto">
          <a:xfrm>
            <a:off x="3973515" y="8831264"/>
            <a:ext cx="3036887" cy="465137"/>
          </a:xfrm>
          <a:prstGeom prst="rect">
            <a:avLst/>
          </a:prstGeom>
          <a:noFill/>
          <a:ln w="9525">
            <a:noFill/>
            <a:miter lim="800000"/>
            <a:headEnd/>
            <a:tailEnd/>
          </a:ln>
          <a:effectLst/>
        </p:spPr>
        <p:txBody>
          <a:bodyPr vert="horz" wrap="square" lIns="93133" tIns="46568" rIns="93133" bIns="46568" numCol="1" anchor="b" anchorCtr="0" compatLnSpc="1">
            <a:prstTxWarp prst="textNoShape">
              <a:avLst/>
            </a:prstTxWarp>
          </a:bodyPr>
          <a:lstStyle>
            <a:lvl1pPr algn="r" defTabSz="931863">
              <a:buClrTx/>
              <a:buSzTx/>
              <a:buFontTx/>
              <a:buNone/>
              <a:defRPr sz="1200">
                <a:latin typeface="Times New Roman" pitchFamily="18" charset="0"/>
                <a:cs typeface="+mn-cs"/>
              </a:defRPr>
            </a:lvl1pPr>
          </a:lstStyle>
          <a:p>
            <a:pPr>
              <a:defRPr/>
            </a:pPr>
            <a:fld id="{714F57F0-924F-4D01-AC6B-B637D74E52DF}" type="slidenum">
              <a:rPr lang="en-US" altLang="en-US"/>
              <a:pPr>
                <a:defRPr/>
              </a:pPr>
              <a:t>‹#›</a:t>
            </a:fld>
            <a:endParaRPr lang="en-US" altLang="en-US" dirty="0"/>
          </a:p>
        </p:txBody>
      </p:sp>
    </p:spTree>
    <p:extLst>
      <p:ext uri="{BB962C8B-B14F-4D97-AF65-F5344CB8AC3E}">
        <p14:creationId xmlns:p14="http://schemas.microsoft.com/office/powerpoint/2010/main" val="2023692281"/>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pPr>
              <a:defRPr/>
            </a:pPr>
            <a:fld id="{0EA6ED6C-BA13-49B9-B015-616AFA71EA76}" type="datetime1">
              <a:rPr lang="en-US" altLang="en-US" smtClean="0"/>
              <a:pPr>
                <a:defRPr/>
              </a:pPr>
              <a:t>11/25/2019</a:t>
            </a:fld>
            <a:endParaRPr lang="en-US" altLang="en-US" dirty="0"/>
          </a:p>
        </p:txBody>
      </p:sp>
      <p:sp>
        <p:nvSpPr>
          <p:cNvPr id="5" name="Slide Number Placeholder 4"/>
          <p:cNvSpPr>
            <a:spLocks noGrp="1"/>
          </p:cNvSpPr>
          <p:nvPr>
            <p:ph type="sldNum" sz="quarter" idx="11"/>
          </p:nvPr>
        </p:nvSpPr>
        <p:spPr/>
        <p:txBody>
          <a:bodyPr/>
          <a:lstStyle/>
          <a:p>
            <a:pPr>
              <a:defRPr/>
            </a:pPr>
            <a:fld id="{714F57F0-924F-4D01-AC6B-B637D74E52DF}" type="slidenum">
              <a:rPr lang="en-US" altLang="en-US" smtClean="0"/>
              <a:pPr>
                <a:defRPr/>
              </a:pPr>
              <a:t>1</a:t>
            </a:fld>
            <a:endParaRPr lang="en-US" altLang="en-US" dirty="0"/>
          </a:p>
        </p:txBody>
      </p:sp>
    </p:spTree>
    <p:extLst>
      <p:ext uri="{BB962C8B-B14F-4D97-AF65-F5344CB8AC3E}">
        <p14:creationId xmlns:p14="http://schemas.microsoft.com/office/powerpoint/2010/main" val="1810200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41352" y="719138"/>
            <a:ext cx="10966449" cy="328295"/>
          </a:xfrm>
          <a:noFill/>
          <a:ln w="9525">
            <a:noFill/>
            <a:miter lim="800000"/>
            <a:headEnd/>
            <a:tailEnd/>
          </a:ln>
        </p:spPr>
        <p:txBody>
          <a:bodyPr vert="horz" wrap="square" lIns="0" tIns="0" rIns="0" bIns="0" numCol="1" anchor="t" anchorCtr="0" compatLnSpc="1">
            <a:prstTxWarp prst="textNoShape">
              <a:avLst/>
            </a:prstTxWarp>
            <a:spAutoFit/>
          </a:bodyPr>
          <a:lstStyle>
            <a:lvl1pPr>
              <a:defRPr lang="en-US" sz="2133" b="1" dirty="0">
                <a:latin typeface="+mj-lt"/>
              </a:defRPr>
            </a:lvl1pPr>
          </a:lstStyle>
          <a:p>
            <a:pPr lvl="0"/>
            <a:r>
              <a:rPr lang="en-US" dirty="0"/>
              <a:t>CLICK TO EDIT MASTER TITLE STYLE</a:t>
            </a:r>
          </a:p>
        </p:txBody>
      </p:sp>
      <p:sp>
        <p:nvSpPr>
          <p:cNvPr id="4" name="Text Placeholder 41"/>
          <p:cNvSpPr>
            <a:spLocks noGrp="1"/>
          </p:cNvSpPr>
          <p:nvPr>
            <p:ph type="body" sz="quarter" idx="13" hasCustomPrompt="1"/>
          </p:nvPr>
        </p:nvSpPr>
        <p:spPr bwMode="gray">
          <a:xfrm>
            <a:off x="641349" y="1130484"/>
            <a:ext cx="10966451" cy="287323"/>
          </a:xfrm>
          <a:noFill/>
          <a:ln w="9525">
            <a:noFill/>
            <a:miter lim="800000"/>
            <a:headEnd/>
            <a:tailEnd/>
          </a:ln>
        </p:spPr>
        <p:txBody>
          <a:bodyPr vert="horz" wrap="square" lIns="0" tIns="0" rIns="0" bIns="0" numCol="1" anchor="t" anchorCtr="0" compatLnSpc="1">
            <a:prstTxWarp prst="textNoShape">
              <a:avLst/>
            </a:prstTxWarp>
            <a:spAutoFit/>
          </a:bodyPr>
          <a:lstStyle>
            <a:lvl1pPr marL="0" indent="0">
              <a:buNone/>
              <a:defRPr lang="en-US" sz="1867" b="1" dirty="0" smtClean="0">
                <a:solidFill>
                  <a:schemeClr val="bg2"/>
                </a:solidFill>
                <a:latin typeface="+mj-lt"/>
                <a:ea typeface="+mj-ea"/>
              </a:defRPr>
            </a:lvl1pPr>
          </a:lstStyle>
          <a:p>
            <a:pPr marL="387341" lvl="0" indent="-387341">
              <a:spcBef>
                <a:spcPct val="0"/>
              </a:spcBef>
            </a:pPr>
            <a:r>
              <a:rPr lang="en-US" dirty="0"/>
              <a:t>CLICK TO EDIT MASTER TEXT STYLES</a:t>
            </a:r>
          </a:p>
        </p:txBody>
      </p:sp>
    </p:spTree>
    <p:extLst>
      <p:ext uri="{BB962C8B-B14F-4D97-AF65-F5344CB8AC3E}">
        <p14:creationId xmlns:p14="http://schemas.microsoft.com/office/powerpoint/2010/main" val="3925126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41352" y="719138"/>
            <a:ext cx="10966449" cy="328295"/>
          </a:xfrm>
          <a:noFill/>
          <a:ln w="9525">
            <a:noFill/>
            <a:miter lim="800000"/>
            <a:headEnd/>
            <a:tailEnd/>
          </a:ln>
        </p:spPr>
        <p:txBody>
          <a:bodyPr vert="horz" wrap="square" lIns="0" tIns="0" rIns="0" bIns="0" numCol="1" anchor="t" anchorCtr="0" compatLnSpc="1">
            <a:prstTxWarp prst="textNoShape">
              <a:avLst/>
            </a:prstTxWarp>
            <a:spAutoFit/>
          </a:bodyPr>
          <a:lstStyle>
            <a:lvl1pPr>
              <a:defRPr lang="en-US" sz="2133" b="1" dirty="0">
                <a:latin typeface="+mj-lt"/>
              </a:defRPr>
            </a:lvl1pPr>
          </a:lstStyle>
          <a:p>
            <a:pPr lvl="0"/>
            <a:r>
              <a:rPr lang="en-US" dirty="0"/>
              <a:t>CLICK TO EDIT MASTER TITLE STYLE</a:t>
            </a:r>
          </a:p>
        </p:txBody>
      </p:sp>
    </p:spTree>
    <p:extLst>
      <p:ext uri="{BB962C8B-B14F-4D97-AF65-F5344CB8AC3E}">
        <p14:creationId xmlns:p14="http://schemas.microsoft.com/office/powerpoint/2010/main" val="3026516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641351" y="727075"/>
            <a:ext cx="10968567" cy="328295"/>
          </a:xfrm>
          <a:noFill/>
          <a:ln w="9525">
            <a:noFill/>
            <a:miter lim="800000"/>
            <a:headEnd/>
            <a:tailEnd/>
          </a:ln>
        </p:spPr>
        <p:txBody>
          <a:bodyPr vert="horz" wrap="square" lIns="0" tIns="0" rIns="0" bIns="0" numCol="1" anchor="t" anchorCtr="0" compatLnSpc="1">
            <a:prstTxWarp prst="textNoShape">
              <a:avLst/>
            </a:prstTxWarp>
            <a:spAutoFit/>
          </a:bodyPr>
          <a:lstStyle>
            <a:lvl1pPr>
              <a:defRPr lang="en-US" sz="2133" b="1" dirty="0">
                <a:latin typeface="+mj-lt"/>
              </a:defRPr>
            </a:lvl1pPr>
          </a:lstStyle>
          <a:p>
            <a:pPr lvl="0"/>
            <a:r>
              <a:rPr lang="en-US" dirty="0"/>
              <a:t>CLICK TO EDIT MASTER TITLE STYLE</a:t>
            </a:r>
          </a:p>
        </p:txBody>
      </p:sp>
      <p:sp>
        <p:nvSpPr>
          <p:cNvPr id="4" name="Text Placeholder 4"/>
          <p:cNvSpPr>
            <a:spLocks noGrp="1"/>
          </p:cNvSpPr>
          <p:nvPr>
            <p:ph type="body" sz="quarter" idx="10" hasCustomPrompt="1"/>
          </p:nvPr>
        </p:nvSpPr>
        <p:spPr bwMode="gray">
          <a:xfrm>
            <a:off x="641349" y="1971677"/>
            <a:ext cx="10966451" cy="2052165"/>
          </a:xfrm>
        </p:spPr>
        <p:txBody>
          <a:bodyPr wrap="square">
            <a:spAutoFit/>
          </a:bodyPr>
          <a:lstStyle>
            <a:lvl1pPr>
              <a:spcBef>
                <a:spcPts val="0"/>
              </a:spcBef>
              <a:spcAft>
                <a:spcPts val="0"/>
              </a:spcAft>
              <a:defRPr lang="en-US" sz="2667" b="0" kern="1200" baseline="0" dirty="0" smtClean="0">
                <a:solidFill>
                  <a:schemeClr val="tx1"/>
                </a:solidFill>
                <a:latin typeface="Calibri" panose="020F0502020204030204" pitchFamily="34" charset="0"/>
                <a:ea typeface="+mn-ea"/>
                <a:cs typeface="Arial" pitchFamily="34" charset="0"/>
              </a:defRPr>
            </a:lvl1pPr>
            <a:lvl2pPr>
              <a:spcBef>
                <a:spcPts val="0"/>
              </a:spcBef>
              <a:spcAft>
                <a:spcPts val="0"/>
              </a:spcAft>
              <a:buClr>
                <a:schemeClr val="bg2"/>
              </a:buClr>
              <a:defRPr lang="en-US" sz="32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667" b="0" kern="1200" baseline="0" dirty="0" smtClean="0">
                <a:solidFill>
                  <a:schemeClr val="tx1"/>
                </a:solidFill>
                <a:latin typeface="Calibri" panose="020F0502020204030204" pitchFamily="34" charset="0"/>
                <a:ea typeface="+mn-ea"/>
                <a:cs typeface="Arial" pitchFamily="34" charset="0"/>
              </a:defRPr>
            </a:lvl3pPr>
            <a:lvl4pPr>
              <a:spcBef>
                <a:spcPts val="0"/>
              </a:spcBef>
              <a:spcAft>
                <a:spcPts val="0"/>
              </a:spcAft>
              <a:buClr>
                <a:schemeClr val="bg2"/>
              </a:buClr>
              <a:defRPr lang="en-US" sz="2667" b="0" kern="1200" baseline="0" dirty="0" smtClean="0">
                <a:solidFill>
                  <a:schemeClr val="tx1"/>
                </a:solidFill>
                <a:latin typeface="Calibri" panose="020F0502020204030204" pitchFamily="34" charset="0"/>
                <a:ea typeface="+mn-ea"/>
                <a:cs typeface="Arial" pitchFamily="34" charset="0"/>
              </a:defRPr>
            </a:lvl4pPr>
            <a:lvl5pPr>
              <a:spcBef>
                <a:spcPts val="0"/>
              </a:spcBef>
              <a:spcAft>
                <a:spcPts val="0"/>
              </a:spcAft>
              <a:buClr>
                <a:schemeClr val="bg2"/>
              </a:buClr>
              <a:defRPr lang="en-US" sz="2667" b="0" kern="1200" baseline="0" dirty="0" smtClean="0">
                <a:solidFill>
                  <a:schemeClr val="tx1"/>
                </a:solidFill>
                <a:latin typeface="Calibri" panose="020F0502020204030204" pitchFamily="34" charset="0"/>
                <a:ea typeface="+mn-ea"/>
                <a:cs typeface="Arial" pitchFamily="34" charset="0"/>
              </a:defRPr>
            </a:lvl5pPr>
            <a:lvl6pPr marL="1913419" indent="-380990">
              <a:spcBef>
                <a:spcPts val="0"/>
              </a:spcBef>
              <a:spcAft>
                <a:spcPts val="0"/>
              </a:spcAft>
              <a:buClr>
                <a:schemeClr val="tx2"/>
              </a:buClr>
              <a:buSzPct val="70000"/>
              <a:buFont typeface="Wingdings" pitchFamily="2" charset="2"/>
              <a:buChar char="§"/>
              <a:defRPr lang="en-US" sz="2667" kern="1200" dirty="0" smtClean="0">
                <a:solidFill>
                  <a:schemeClr val="tx1"/>
                </a:solidFill>
                <a:latin typeface="Calibri" panose="020F0502020204030204" pitchFamily="34" charset="0"/>
                <a:ea typeface="+mn-ea"/>
                <a:cs typeface="Arial" pitchFamily="34" charset="0"/>
              </a:defRPr>
            </a:lvl6pPr>
            <a:lvl7pPr marL="2285943" indent="-364058">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33547" indent="-304792">
              <a:spcBef>
                <a:spcPts val="0"/>
              </a:spcBef>
              <a:spcAft>
                <a:spcPts val="0"/>
              </a:spcAft>
              <a:buSzPct val="70000"/>
              <a:defRPr sz="2400" baseline="0">
                <a:latin typeface="Arial" pitchFamily="34" charset="0"/>
                <a:cs typeface="Arial" pitchFamily="34" charset="0"/>
              </a:defRPr>
            </a:lvl8pPr>
            <a:lvl9pPr marL="2431990" indent="-298443">
              <a:spcBef>
                <a:spcPts val="0"/>
              </a:spcBef>
              <a:spcAft>
                <a:spcPts val="0"/>
              </a:spcAft>
              <a:buSzPct val="70000"/>
              <a:buFont typeface="Arial" pitchFamily="34" charset="0"/>
              <a:buChar char="–"/>
              <a:defRPr sz="2400">
                <a:latin typeface="Arial" pitchFamily="34" charset="0"/>
                <a:cs typeface="Arial" pitchFamily="34" charset="0"/>
              </a:defRPr>
            </a:lvl9pPr>
          </a:lstStyle>
          <a:p>
            <a:pPr marL="387341" lvl="0" indent="-387341" algn="l" defTabSz="12191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1981" lvl="2" indent="-372524" algn="l" defTabSz="12191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4505" lvl="3" indent="-372524" algn="l" defTabSz="12191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5495" lvl="4" indent="-380990" algn="l" defTabSz="124456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3419" lvl="5" indent="-380990" algn="l" defTabSz="12191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758660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0"/>
            <a:ext cx="12202160" cy="6858000"/>
          </a:xfrm>
          <a:prstGeom prst="rect">
            <a:avLst/>
          </a:prstGeom>
        </p:spPr>
      </p:pic>
      <p:sp>
        <p:nvSpPr>
          <p:cNvPr id="2" name="Title 1"/>
          <p:cNvSpPr>
            <a:spLocks noGrp="1"/>
          </p:cNvSpPr>
          <p:nvPr>
            <p:ph type="title" hasCustomPrompt="1"/>
          </p:nvPr>
        </p:nvSpPr>
        <p:spPr bwMode="gray">
          <a:xfrm>
            <a:off x="1822451" y="1527295"/>
            <a:ext cx="8973312"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Calibri" panose="020F0502020204030204" pitchFamily="34" charset="0"/>
                <a:ea typeface="+mj-ea"/>
                <a:cs typeface="Calibri" panose="020F0502020204030204" pitchFamily="34" charset="0"/>
              </a:defRPr>
            </a:lvl1pPr>
          </a:lstStyle>
          <a:p>
            <a:pPr lvl="0" algn="l" defTabSz="1219170" rtl="0" eaLnBrk="1" fontAlgn="base" latinLnBrk="0" hangingPunct="1">
              <a:spcBef>
                <a:spcPct val="0"/>
              </a:spcBef>
              <a:spcAft>
                <a:spcPct val="0"/>
              </a:spcAft>
              <a:buNone/>
            </a:pPr>
            <a:r>
              <a:rPr lang="en-US" dirty="0"/>
              <a:t>Thank you.</a:t>
            </a:r>
          </a:p>
        </p:txBody>
      </p:sp>
      <p:sp>
        <p:nvSpPr>
          <p:cNvPr id="4" name="Text Placeholder 41"/>
          <p:cNvSpPr>
            <a:spLocks noGrp="1"/>
          </p:cNvSpPr>
          <p:nvPr>
            <p:ph type="body" sz="quarter" idx="14" hasCustomPrompt="1"/>
          </p:nvPr>
        </p:nvSpPr>
        <p:spPr bwMode="gray">
          <a:xfrm>
            <a:off x="1822452" y="1960055"/>
            <a:ext cx="8979503" cy="369332"/>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219170" rtl="0" eaLnBrk="1" fontAlgn="base" latinLnBrk="0" hangingPunct="1">
              <a:spcBef>
                <a:spcPts val="0"/>
              </a:spcBef>
              <a:spcAft>
                <a:spcPct val="0"/>
              </a:spcAft>
              <a:buClr>
                <a:schemeClr val="tx2"/>
              </a:buClr>
              <a:buFont typeface="Arial" pitchFamily="34" charset="0"/>
              <a:buNone/>
              <a:defRPr lang="en-US" sz="2400" b="1" kern="1200" baseline="0" dirty="0" smtClean="0">
                <a:solidFill>
                  <a:schemeClr val="bg2"/>
                </a:solidFill>
                <a:latin typeface="Calibri" panose="020F0502020204030204" pitchFamily="34" charset="0"/>
                <a:ea typeface="+mn-ea"/>
                <a:cs typeface="Calibri" panose="020F0502020204030204" pitchFamily="34" charset="0"/>
              </a:defRPr>
            </a:lvl1pPr>
          </a:lstStyle>
          <a:p>
            <a:pPr lvl="0"/>
            <a:r>
              <a:rPr lang="en-US" dirty="0"/>
              <a:t>www.techmahindra.com</a:t>
            </a:r>
          </a:p>
        </p:txBody>
      </p:sp>
      <p:sp>
        <p:nvSpPr>
          <p:cNvPr id="6" name="TextBox 5"/>
          <p:cNvSpPr txBox="1">
            <a:spLocks noChangeArrowheads="1"/>
          </p:cNvSpPr>
          <p:nvPr userDrawn="1"/>
        </p:nvSpPr>
        <p:spPr bwMode="gray">
          <a:xfrm>
            <a:off x="1822469" y="2759895"/>
            <a:ext cx="9006415" cy="3118803"/>
          </a:xfrm>
          <a:prstGeom prst="rect">
            <a:avLst/>
          </a:prstGeom>
          <a:noFill/>
          <a:ln w="9525">
            <a:noFill/>
            <a:miter lim="800000"/>
            <a:headEnd/>
            <a:tailEnd/>
          </a:ln>
        </p:spPr>
        <p:txBody>
          <a:bodyPr wrap="square" lIns="0" tIns="0" rIns="0" bIns="0">
            <a:spAutoFit/>
          </a:bodyPr>
          <a:lstStyle/>
          <a:p>
            <a:pPr marL="0" marR="0" lvl="0" indent="0" algn="just" defTabSz="1218926" rtl="0" eaLnBrk="1" fontAlgn="auto" latinLnBrk="0" hangingPunct="1">
              <a:lnSpc>
                <a:spcPct val="100000"/>
              </a:lnSpc>
              <a:spcBef>
                <a:spcPts val="800"/>
              </a:spcBef>
              <a:spcAft>
                <a:spcPts val="0"/>
              </a:spcAft>
              <a:buClrTx/>
              <a:buSzTx/>
              <a:buFontTx/>
              <a:buNone/>
              <a:tabLst/>
              <a:defRPr/>
            </a:pPr>
            <a:r>
              <a:rPr kumimoji="0" lang="en-US" sz="1600" b="1" i="0" u="none" strike="noStrike" kern="1200" cap="none" spc="0" normalizeH="0" baseline="0" noProof="0" dirty="0">
                <a:ln>
                  <a:noFill/>
                </a:ln>
                <a:solidFill>
                  <a:srgbClr val="6D6E71"/>
                </a:solidFill>
                <a:effectLst/>
                <a:uLnTx/>
                <a:uFillTx/>
                <a:latin typeface="Calibri" panose="020F0502020204030204" pitchFamily="34" charset="0"/>
                <a:ea typeface="+mn-ea"/>
                <a:cs typeface="Calibri" panose="020F0502020204030204" pitchFamily="34" charset="0"/>
              </a:rPr>
              <a:t>Disclaimer </a:t>
            </a:r>
          </a:p>
          <a:p>
            <a:pPr marL="0" marR="0" lvl="0" indent="0" algn="just" defTabSz="1218926" rtl="0" eaLnBrk="1" fontAlgn="auto" latinLnBrk="0" hangingPunct="1">
              <a:lnSpc>
                <a:spcPct val="100000"/>
              </a:lnSpc>
              <a:spcBef>
                <a:spcPts val="800"/>
              </a:spcBef>
              <a:spcAft>
                <a:spcPts val="0"/>
              </a:spcAft>
              <a:buClrTx/>
              <a:buSzTx/>
              <a:buFontTx/>
              <a:buNone/>
              <a:tabLst/>
              <a:defRPr/>
            </a:pPr>
            <a:r>
              <a:rPr kumimoji="0" lang="en-US" sz="1200" b="0" i="0" u="none" strike="noStrike" kern="1200" cap="none" spc="0" normalizeH="0" baseline="0" noProof="0" dirty="0">
                <a:ln>
                  <a:noFill/>
                </a:ln>
                <a:solidFill>
                  <a:srgbClr val="6D6E71"/>
                </a:solidFill>
                <a:effectLst/>
                <a:uLnTx/>
                <a:uFillTx/>
                <a:latin typeface="Calibri" panose="020F0502020204030204" pitchFamily="34" charset="0"/>
                <a:ea typeface="+mn-ea"/>
                <a:cs typeface="Calibri" panose="020F0502020204030204"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Tree>
    <p:extLst>
      <p:ext uri="{BB962C8B-B14F-4D97-AF65-F5344CB8AC3E}">
        <p14:creationId xmlns:p14="http://schemas.microsoft.com/office/powerpoint/2010/main" val="2203228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1"/>
          <a:ext cx="195384" cy="158751"/>
        </p:xfrm>
        <a:graphic>
          <a:graphicData uri="http://schemas.openxmlformats.org/presentationml/2006/ole">
            <mc:AlternateContent xmlns:mc="http://schemas.openxmlformats.org/markup-compatibility/2006">
              <mc:Choice xmlns:v="urn:schemas-microsoft-com:vml" Requires="v">
                <p:oleObj spid="_x0000_s1164" name="think-cell Slide" r:id="rId4" imgW="360" imgH="360" progId="">
                  <p:embed/>
                </p:oleObj>
              </mc:Choice>
              <mc:Fallback>
                <p:oleObj name="think-cell Slide" r:id="rId4" imgW="360" imgH="360" progId="">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
                        <a:ext cx="195384"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nvPr>
        </p:nvSpPr>
        <p:spPr>
          <a:xfrm>
            <a:off x="624421" y="847974"/>
            <a:ext cx="10949516" cy="328295"/>
          </a:xfrm>
          <a:noFill/>
          <a:ln w="9525">
            <a:noFill/>
            <a:miter lim="800000"/>
            <a:headEnd/>
            <a:tailEnd/>
          </a:ln>
        </p:spPr>
        <p:txBody>
          <a:bodyPr vert="horz" wrap="square" lIns="0" tIns="0" rIns="0" bIns="0" numCol="1" anchor="t" anchorCtr="0" compatLnSpc="1">
            <a:prstTxWarp prst="textNoShape">
              <a:avLst/>
            </a:prstTxWarp>
            <a:spAutoFit/>
          </a:bodyPr>
          <a:lstStyle>
            <a:lvl1pPr>
              <a:defRPr lang="en-GB" sz="2133" b="1" noProof="0" dirty="0" smtClean="0">
                <a:latin typeface="+mj-lt"/>
              </a:defRPr>
            </a:lvl1pPr>
          </a:lstStyle>
          <a:p>
            <a:pPr lvl="0"/>
            <a:r>
              <a:rPr lang="en-GB" noProof="0"/>
              <a:t>Click to edit Master title style</a:t>
            </a:r>
            <a:endParaRPr lang="en-GB" noProof="0" dirty="0"/>
          </a:p>
        </p:txBody>
      </p:sp>
      <p:sp>
        <p:nvSpPr>
          <p:cNvPr id="5" name="Slide Number Placeholder 4"/>
          <p:cNvSpPr>
            <a:spLocks noGrp="1"/>
          </p:cNvSpPr>
          <p:nvPr>
            <p:ph type="sldNum" sz="quarter" idx="11"/>
          </p:nvPr>
        </p:nvSpPr>
        <p:spPr>
          <a:xfrm>
            <a:off x="11766495" y="6653998"/>
            <a:ext cx="153888" cy="123111"/>
          </a:xfrm>
          <a:prstGeom prst="rect">
            <a:avLst/>
          </a:prstGeom>
        </p:spPr>
        <p:txBody>
          <a:bodyPr/>
          <a:lstStyle>
            <a:lvl1pPr>
              <a:defRPr/>
            </a:lvl1pPr>
          </a:lstStyle>
          <a:p>
            <a:fld id="{880BADDE-CEDF-4108-ADCD-25C7E5D681A5}" type="slidenum">
              <a:rPr lang="en-GB" smtClean="0"/>
              <a:pPr/>
              <a:t>‹#›</a:t>
            </a:fld>
            <a:endParaRPr lang="en-GB" dirty="0"/>
          </a:p>
        </p:txBody>
      </p:sp>
    </p:spTree>
    <p:extLst>
      <p:ext uri="{BB962C8B-B14F-4D97-AF65-F5344CB8AC3E}">
        <p14:creationId xmlns:p14="http://schemas.microsoft.com/office/powerpoint/2010/main" val="3815753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a:ext>
            </a:extLst>
          </a:blip>
          <a:stretch>
            <a:fillRect/>
          </a:stretch>
        </p:blipFill>
        <p:spPr>
          <a:xfrm>
            <a:off x="0" y="-5366"/>
            <a:ext cx="12192000" cy="6868732"/>
          </a:xfrm>
          <a:prstGeom prst="rect">
            <a:avLst/>
          </a:prstGeom>
        </p:spPr>
      </p:pic>
      <p:sp>
        <p:nvSpPr>
          <p:cNvPr id="10" name="Slide Number Placeholder 5"/>
          <p:cNvSpPr txBox="1">
            <a:spLocks/>
          </p:cNvSpPr>
          <p:nvPr/>
        </p:nvSpPr>
        <p:spPr bwMode="auto">
          <a:xfrm>
            <a:off x="11762743" y="6588400"/>
            <a:ext cx="209993" cy="20512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333" smtClean="0">
                <a:solidFill>
                  <a:srgbClr val="6D6E71"/>
                </a:solidFill>
                <a:cs typeface="Arial" pitchFamily="34" charset="0"/>
              </a:rPr>
              <a:pPr algn="r">
                <a:defRPr/>
              </a:pPr>
              <a:t>‹#›</a:t>
            </a:fld>
            <a:endParaRPr lang="en-US" sz="1333" dirty="0">
              <a:solidFill>
                <a:srgbClr val="6D6E71"/>
              </a:solidFill>
              <a:cs typeface="Arial" pitchFamily="34" charset="0"/>
            </a:endParaRPr>
          </a:p>
        </p:txBody>
      </p:sp>
      <p:pic>
        <p:nvPicPr>
          <p:cNvPr id="8" name="Picture 7" descr="ridge4.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bwMode="ltGray">
          <a:xfrm>
            <a:off x="1072" y="2"/>
            <a:ext cx="4521201" cy="1644073"/>
          </a:xfrm>
          <a:prstGeom prst="rect">
            <a:avLst/>
          </a:prstGeom>
        </p:spPr>
      </p:pic>
      <p:pic>
        <p:nvPicPr>
          <p:cNvPr id="9" name="Picture 8" descr="Mahindra Logo.png"/>
          <p:cNvPicPr>
            <a:picLocks noChangeAspect="1"/>
          </p:cNvPicPr>
          <p:nvPr userDrawn="1"/>
        </p:nvPicPr>
        <p:blipFill>
          <a:blip r:embed="rId5" cstate="email">
            <a:biLevel thresh="25000"/>
            <a:extLst>
              <a:ext uri="{28A0092B-C50C-407E-A947-70E740481C1C}">
                <a14:useLocalDpi xmlns:a14="http://schemas.microsoft.com/office/drawing/2010/main"/>
              </a:ext>
            </a:extLst>
          </a:blip>
          <a:stretch>
            <a:fillRect/>
          </a:stretch>
        </p:blipFill>
        <p:spPr bwMode="gray">
          <a:xfrm>
            <a:off x="9365674" y="635526"/>
            <a:ext cx="2244244" cy="619745"/>
          </a:xfrm>
          <a:prstGeom prst="rect">
            <a:avLst/>
          </a:prstGeom>
        </p:spPr>
      </p:pic>
    </p:spTree>
    <p:extLst>
      <p:ext uri="{BB962C8B-B14F-4D97-AF65-F5344CB8AC3E}">
        <p14:creationId xmlns:p14="http://schemas.microsoft.com/office/powerpoint/2010/main" val="381922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673071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4_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41352" y="719137"/>
            <a:ext cx="10966449"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0" kern="1200" dirty="0">
                <a:solidFill>
                  <a:schemeClr val="tx2"/>
                </a:solidFill>
                <a:latin typeface="Calibri" panose="020F0502020204030204" pitchFamily="34" charset="0"/>
                <a:ea typeface="+mj-ea"/>
                <a:cs typeface="Arial" pitchFamily="34" charset="0"/>
              </a:defRPr>
            </a:lvl1pPr>
          </a:lstStyle>
          <a:p>
            <a:pPr lvl="0" algn="l" defTabSz="1219170"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641349" y="1971677"/>
            <a:ext cx="10966451"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Calibri" panose="020F0502020204030204"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Calibri" panose="020F0502020204030204"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Calibri" panose="020F0502020204030204"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Calibri" panose="020F0502020204030204" pitchFamily="34" charset="0"/>
                <a:ea typeface="+mn-ea"/>
                <a:cs typeface="Arial" pitchFamily="34" charset="0"/>
              </a:defRPr>
            </a:lvl5pPr>
            <a:lvl6pPr marL="1913419" indent="-380990">
              <a:spcBef>
                <a:spcPts val="0"/>
              </a:spcBef>
              <a:spcAft>
                <a:spcPts val="0"/>
              </a:spcAft>
              <a:buClr>
                <a:schemeClr val="tx2"/>
              </a:buClr>
              <a:buSzPct val="70000"/>
              <a:buFont typeface="Wingdings" pitchFamily="2" charset="2"/>
              <a:buChar char="§"/>
              <a:defRPr lang="en-US" sz="2400" kern="1200" dirty="0" smtClean="0">
                <a:solidFill>
                  <a:schemeClr val="tx1"/>
                </a:solidFill>
                <a:latin typeface="Calibri" panose="020F0502020204030204" pitchFamily="34" charset="0"/>
                <a:ea typeface="+mn-ea"/>
                <a:cs typeface="Arial" pitchFamily="34" charset="0"/>
              </a:defRPr>
            </a:lvl6pPr>
            <a:lvl7pPr marL="2285943" indent="-364058">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33547" indent="-304792">
              <a:spcBef>
                <a:spcPts val="0"/>
              </a:spcBef>
              <a:spcAft>
                <a:spcPts val="0"/>
              </a:spcAft>
              <a:buSzPct val="70000"/>
              <a:defRPr sz="2400" baseline="0">
                <a:latin typeface="Arial" pitchFamily="34" charset="0"/>
                <a:cs typeface="Arial" pitchFamily="34" charset="0"/>
              </a:defRPr>
            </a:lvl8pPr>
            <a:lvl9pPr marL="2431990" indent="-298443">
              <a:spcBef>
                <a:spcPts val="0"/>
              </a:spcBef>
              <a:spcAft>
                <a:spcPts val="0"/>
              </a:spcAft>
              <a:buSzPct val="70000"/>
              <a:buFont typeface="Arial" pitchFamily="34" charset="0"/>
              <a:buChar char="–"/>
              <a:defRPr sz="2400">
                <a:latin typeface="Arial" pitchFamily="34" charset="0"/>
                <a:cs typeface="Arial" pitchFamily="34" charset="0"/>
              </a:defRPr>
            </a:lvl9pPr>
          </a:lstStyle>
          <a:p>
            <a:pPr marL="387341" lvl="0" indent="-387341" algn="l" defTabSz="12191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1981" lvl="2" indent="-372524" algn="l" defTabSz="12191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4505" lvl="3" indent="-372524" algn="l" defTabSz="12191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5495" lvl="4" indent="-380990" algn="l" defTabSz="1244569"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3419" lvl="5" indent="-380990" algn="l" defTabSz="12191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hasCustomPrompt="1"/>
          </p:nvPr>
        </p:nvSpPr>
        <p:spPr bwMode="gray">
          <a:xfrm>
            <a:off x="641349" y="1145758"/>
            <a:ext cx="10966451" cy="328295"/>
          </a:xfrm>
        </p:spPr>
        <p:txBody>
          <a:bodyPr/>
          <a:lstStyle>
            <a:lvl1pPr marL="0" indent="0">
              <a:buNone/>
              <a:defRPr sz="2133" b="0">
                <a:solidFill>
                  <a:schemeClr val="bg2"/>
                </a:solidFill>
                <a:latin typeface="Calibri" panose="020F0502020204030204"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3428320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6_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41361" y="803225"/>
            <a:ext cx="10966449" cy="276999"/>
          </a:xfrm>
          <a:noFill/>
          <a:ln w="9525">
            <a:noFill/>
            <a:miter lim="800000"/>
          </a:ln>
        </p:spPr>
        <p:txBody>
          <a:bodyPr vert="horz" wrap="square" lIns="0" tIns="0" rIns="0" bIns="0" numCol="1" anchor="t" anchorCtr="0" compatLnSpc="1">
            <a:spAutoFit/>
          </a:bodyPr>
          <a:lstStyle>
            <a:lvl1pPr algn="l">
              <a:defRPr lang="en-US" sz="1800" b="0" kern="1200" dirty="0">
                <a:solidFill>
                  <a:schemeClr val="tx2"/>
                </a:solidFill>
                <a:latin typeface="Century Gothic" pitchFamily="34" charset="0"/>
                <a:ea typeface="+mj-ea"/>
                <a:cs typeface="Arial" panose="020B0604020202020204" pitchFamily="34" charset="0"/>
              </a:defRPr>
            </a:lvl1pPr>
          </a:lstStyle>
          <a:p>
            <a:pPr lvl="0" algn="l" defTabSz="1218292"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641349" y="1971678"/>
            <a:ext cx="10966451" cy="1641155"/>
          </a:xfrm>
        </p:spPr>
        <p:txBody>
          <a:bodyPr wrap="square">
            <a:spAutoFit/>
          </a:bodyPr>
          <a:lstStyle>
            <a:lvl1pPr algn="l" rtl="0" eaLnBrk="1" latinLnBrk="0" hangingPunct="1">
              <a:spcBef>
                <a:spcPts val="0"/>
              </a:spcBef>
              <a:spcAft>
                <a:spcPts val="0"/>
              </a:spcAft>
              <a:buClr>
                <a:schemeClr val="bg2"/>
              </a:buClr>
              <a:buSzPct val="120000"/>
              <a:defRPr lang="en-US" sz="2133" b="0" kern="1200" baseline="0" dirty="0" smtClean="0">
                <a:solidFill>
                  <a:schemeClr val="tx1"/>
                </a:solidFill>
                <a:latin typeface="Century Gothic" pitchFamily="34" charset="0"/>
                <a:ea typeface="+mn-ea"/>
                <a:cs typeface="Arial" panose="020B0604020202020204"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anose="020B0604020202020204" pitchFamily="34" charset="0"/>
              </a:defRPr>
            </a:lvl2pPr>
            <a:lvl3pPr algn="l" rtl="0" eaLnBrk="1" latinLnBrk="0" hangingPunct="1">
              <a:spcBef>
                <a:spcPts val="0"/>
              </a:spcBef>
              <a:spcAft>
                <a:spcPts val="0"/>
              </a:spcAft>
              <a:buClr>
                <a:schemeClr val="bg2"/>
              </a:buClr>
              <a:defRPr lang="en-US" sz="2133" b="0" kern="1200" baseline="0" dirty="0" smtClean="0">
                <a:solidFill>
                  <a:schemeClr val="tx1"/>
                </a:solidFill>
                <a:latin typeface="Century Gothic" pitchFamily="34" charset="0"/>
                <a:ea typeface="+mn-ea"/>
                <a:cs typeface="Arial" panose="020B0604020202020204" pitchFamily="34" charset="0"/>
              </a:defRPr>
            </a:lvl3pPr>
            <a:lvl4pPr algn="l" rtl="0" eaLnBrk="1" latinLnBrk="0" hangingPunct="1">
              <a:spcBef>
                <a:spcPts val="0"/>
              </a:spcBef>
              <a:spcAft>
                <a:spcPts val="0"/>
              </a:spcAft>
              <a:buClr>
                <a:schemeClr val="bg2"/>
              </a:buClr>
              <a:defRPr lang="en-US" sz="2133" b="0" kern="1200" baseline="0" dirty="0" smtClean="0">
                <a:solidFill>
                  <a:schemeClr val="tx1"/>
                </a:solidFill>
                <a:latin typeface="Century Gothic" pitchFamily="34" charset="0"/>
                <a:ea typeface="+mn-ea"/>
                <a:cs typeface="Arial" panose="020B0604020202020204" pitchFamily="34" charset="0"/>
              </a:defRPr>
            </a:lvl4pPr>
            <a:lvl5pPr algn="l" rtl="0" eaLnBrk="1" latinLnBrk="0" hangingPunct="1">
              <a:spcBef>
                <a:spcPts val="0"/>
              </a:spcBef>
              <a:spcAft>
                <a:spcPts val="0"/>
              </a:spcAft>
              <a:buClr>
                <a:schemeClr val="bg2"/>
              </a:buClr>
              <a:defRPr lang="en-US" sz="2133" b="0" kern="1200" baseline="0" dirty="0" smtClean="0">
                <a:solidFill>
                  <a:schemeClr val="tx1"/>
                </a:solidFill>
                <a:latin typeface="Century Gothic" pitchFamily="34" charset="0"/>
                <a:ea typeface="+mn-ea"/>
                <a:cs typeface="Arial" panose="020B0604020202020204" pitchFamily="34" charset="0"/>
              </a:defRPr>
            </a:lvl5pPr>
            <a:lvl6pPr marL="1913371" indent="-380981">
              <a:spcBef>
                <a:spcPts val="0"/>
              </a:spcBef>
              <a:spcAft>
                <a:spcPts val="0"/>
              </a:spcAft>
              <a:buClr>
                <a:schemeClr val="tx2"/>
              </a:buClr>
              <a:buSzPct val="70000"/>
              <a:buFont typeface="Wingdings" panose="05000000000000000000" pitchFamily="2" charset="2"/>
              <a:buChar char="§"/>
              <a:defRPr lang="en-US" sz="2133" kern="1200" dirty="0" smtClean="0">
                <a:solidFill>
                  <a:schemeClr val="tx1"/>
                </a:solidFill>
                <a:latin typeface="Century Gothic" pitchFamily="34" charset="0"/>
                <a:ea typeface="+mn-ea"/>
                <a:cs typeface="Arial" panose="020B0604020202020204" pitchFamily="34" charset="0"/>
              </a:defRPr>
            </a:lvl6pPr>
            <a:lvl7pPr marL="2285886" indent="-364050">
              <a:spcBef>
                <a:spcPts val="0"/>
              </a:spcBef>
              <a:spcAft>
                <a:spcPts val="0"/>
              </a:spcAft>
              <a:buClr>
                <a:schemeClr val="tx2"/>
              </a:buClr>
              <a:buSzPct val="70000"/>
              <a:buFont typeface="Arial" panose="020B0604020202020204" pitchFamily="34" charset="0"/>
              <a:buChar char="–"/>
              <a:defRPr sz="2400" baseline="0">
                <a:solidFill>
                  <a:schemeClr val="tx1"/>
                </a:solidFill>
                <a:latin typeface="+mn-lt"/>
                <a:cs typeface="Arial" panose="020B0604020202020204" pitchFamily="34" charset="0"/>
              </a:defRPr>
            </a:lvl7pPr>
            <a:lvl8pPr marL="2133493" indent="-304784">
              <a:spcBef>
                <a:spcPts val="0"/>
              </a:spcBef>
              <a:spcAft>
                <a:spcPts val="0"/>
              </a:spcAft>
              <a:buSzPct val="70000"/>
              <a:defRPr sz="2400" baseline="0">
                <a:latin typeface="Arial" panose="020B0604020202020204" pitchFamily="34" charset="0"/>
                <a:cs typeface="Arial" panose="020B0604020202020204" pitchFamily="34" charset="0"/>
              </a:defRPr>
            </a:lvl8pPr>
            <a:lvl9pPr marL="2431506" indent="-298011">
              <a:spcBef>
                <a:spcPts val="0"/>
              </a:spcBef>
              <a:spcAft>
                <a:spcPts val="0"/>
              </a:spcAft>
              <a:buSzPct val="70000"/>
              <a:buFont typeface="Arial" panose="020B0604020202020204" pitchFamily="34" charset="0"/>
              <a:buChar char="–"/>
              <a:defRPr sz="2400">
                <a:latin typeface="Arial" panose="020B0604020202020204" pitchFamily="34" charset="0"/>
                <a:cs typeface="Arial" panose="020B0604020202020204" pitchFamily="34" charset="0"/>
              </a:defRPr>
            </a:lvl9pPr>
          </a:lstStyle>
          <a:p>
            <a:pPr marL="386908" lvl="0" indent="-386908" algn="l" defTabSz="1218292" rtl="0" eaLnBrk="1" fontAlgn="base" latinLnBrk="0" hangingPunct="1">
              <a:spcBef>
                <a:spcPts val="0"/>
              </a:spcBef>
              <a:spcAft>
                <a:spcPct val="0"/>
              </a:spcAft>
              <a:buClr>
                <a:schemeClr val="bg2"/>
              </a:buClr>
              <a:buSzPct val="120000"/>
              <a:buFont typeface="Wingdings" panose="05000000000000000000" pitchFamily="2" charset="2"/>
              <a:buChar char="§"/>
            </a:pPr>
            <a:r>
              <a:rPr lang="en-US" dirty="0"/>
              <a:t>Click to edit master text styles</a:t>
            </a:r>
          </a:p>
          <a:p>
            <a:pPr marL="761962" lvl="2" indent="-372515" algn="l" defTabSz="1218292" rtl="0" eaLnBrk="1" fontAlgn="base" latinLnBrk="0" hangingPunct="1">
              <a:spcBef>
                <a:spcPts val="0"/>
              </a:spcBef>
              <a:spcAft>
                <a:spcPts val="0"/>
              </a:spcAft>
              <a:buClr>
                <a:schemeClr val="bg2"/>
              </a:buClr>
              <a:buSzPct val="90000"/>
              <a:buFont typeface="Arial" panose="020B0604020202020204" pitchFamily="34" charset="0"/>
              <a:buChar char="–"/>
            </a:pPr>
            <a:r>
              <a:rPr lang="en-US" dirty="0"/>
              <a:t>Second level</a:t>
            </a:r>
          </a:p>
          <a:p>
            <a:pPr marL="1134477" lvl="3" indent="-372515" algn="l" defTabSz="1218292" rtl="0" eaLnBrk="1" fontAlgn="base" latinLnBrk="0" hangingPunct="1">
              <a:spcBef>
                <a:spcPts val="0"/>
              </a:spcBef>
              <a:spcAft>
                <a:spcPts val="0"/>
              </a:spcAft>
              <a:buClr>
                <a:schemeClr val="bg2"/>
              </a:buClr>
              <a:buSzPct val="80000"/>
              <a:buFont typeface="Wingdings" panose="05000000000000000000" pitchFamily="2" charset="2"/>
              <a:buChar char="§"/>
            </a:pPr>
            <a:r>
              <a:rPr lang="en-US" dirty="0"/>
              <a:t>Third level</a:t>
            </a:r>
          </a:p>
          <a:p>
            <a:pPr marL="1515457" lvl="4" indent="-380981" algn="l" defTabSz="1243692" rtl="0" eaLnBrk="1" fontAlgn="base" latinLnBrk="0" hangingPunct="1">
              <a:spcBef>
                <a:spcPts val="0"/>
              </a:spcBef>
              <a:spcAft>
                <a:spcPts val="0"/>
              </a:spcAft>
              <a:buClr>
                <a:schemeClr val="bg2"/>
              </a:buClr>
              <a:buSzPct val="70000"/>
              <a:buFont typeface="Arial" panose="020B0604020202020204" pitchFamily="34" charset="0"/>
              <a:buChar char="–"/>
            </a:pPr>
            <a:r>
              <a:rPr lang="en-US" dirty="0"/>
              <a:t>Fourth level</a:t>
            </a:r>
          </a:p>
          <a:p>
            <a:pPr marL="1913371" lvl="5" indent="-380981" algn="l" defTabSz="1218292" rtl="0" eaLnBrk="1" latinLnBrk="0" hangingPunct="1">
              <a:spcBef>
                <a:spcPts val="0"/>
              </a:spcBef>
              <a:spcAft>
                <a:spcPts val="0"/>
              </a:spcAft>
              <a:buClr>
                <a:schemeClr val="bg2"/>
              </a:buClr>
              <a:buSzPct val="60000"/>
              <a:buFont typeface="Wingdings" panose="05000000000000000000" pitchFamily="2" charset="2"/>
              <a:buChar char="§"/>
            </a:pPr>
            <a:r>
              <a:rPr lang="en-US" dirty="0"/>
              <a:t>Fifth level</a:t>
            </a:r>
          </a:p>
        </p:txBody>
      </p:sp>
      <p:sp>
        <p:nvSpPr>
          <p:cNvPr id="4" name="Text Placeholder 41"/>
          <p:cNvSpPr>
            <a:spLocks noGrp="1"/>
          </p:cNvSpPr>
          <p:nvPr>
            <p:ph type="body" sz="quarter" idx="13"/>
          </p:nvPr>
        </p:nvSpPr>
        <p:spPr bwMode="gray">
          <a:xfrm>
            <a:off x="641349" y="1179052"/>
            <a:ext cx="10966451" cy="246221"/>
          </a:xfrm>
        </p:spPr>
        <p:txBody>
          <a:bodyPr/>
          <a:lstStyle>
            <a:lvl1pPr marL="0" indent="0">
              <a:buNone/>
              <a:defRPr sz="1600" b="0">
                <a:solidFill>
                  <a:schemeClr val="bg2"/>
                </a:solidFill>
                <a:latin typeface="Century Gothic"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843130362"/>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1"/>
          <a:ext cx="195384" cy="158751"/>
        </p:xfrm>
        <a:graphic>
          <a:graphicData uri="http://schemas.openxmlformats.org/presentationml/2006/ole">
            <mc:AlternateContent xmlns:mc="http://schemas.openxmlformats.org/markup-compatibility/2006">
              <mc:Choice xmlns:v="urn:schemas-microsoft-com:vml" Requires="v">
                <p:oleObj spid="_x0000_s2188" name="think-cell Slide" r:id="rId4" imgW="360" imgH="360" progId="">
                  <p:embed/>
                </p:oleObj>
              </mc:Choice>
              <mc:Fallback>
                <p:oleObj name="think-cell Slide" r:id="rId4" imgW="360" imgH="360" progId="">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
                        <a:ext cx="195384"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nvPr>
        </p:nvSpPr>
        <p:spPr/>
        <p:txBody>
          <a:bodyPr/>
          <a:lstStyle>
            <a:lvl1pPr>
              <a:defRPr/>
            </a:lvl1pPr>
          </a:lstStyle>
          <a:p>
            <a:pPr lvl="0"/>
            <a:r>
              <a:rPr lang="en-GB" noProof="0"/>
              <a:t>Click to edit Master title style</a:t>
            </a:r>
            <a:endParaRPr lang="en-GB" noProof="0" dirty="0"/>
          </a:p>
        </p:txBody>
      </p:sp>
      <p:sp>
        <p:nvSpPr>
          <p:cNvPr id="5" name="Slide Number Placeholder 4"/>
          <p:cNvSpPr>
            <a:spLocks noGrp="1"/>
          </p:cNvSpPr>
          <p:nvPr>
            <p:ph type="sldNum" sz="quarter" idx="11"/>
          </p:nvPr>
        </p:nvSpPr>
        <p:spPr>
          <a:xfrm>
            <a:off x="11766495" y="6653998"/>
            <a:ext cx="153888" cy="123111"/>
          </a:xfrm>
          <a:prstGeom prst="rect">
            <a:avLst/>
          </a:prstGeom>
        </p:spPr>
        <p:txBody>
          <a:bodyPr/>
          <a:lstStyle>
            <a:lvl1pPr>
              <a:defRPr/>
            </a:lvl1pPr>
          </a:lstStyle>
          <a:p>
            <a:endParaRPr lang="en-GB" dirty="0"/>
          </a:p>
        </p:txBody>
      </p:sp>
    </p:spTree>
    <p:extLst>
      <p:ext uri="{BB962C8B-B14F-4D97-AF65-F5344CB8AC3E}">
        <p14:creationId xmlns:p14="http://schemas.microsoft.com/office/powerpoint/2010/main" val="2414102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3_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41353" y="719137"/>
            <a:ext cx="10966449"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0" kern="1200" dirty="0">
                <a:solidFill>
                  <a:schemeClr val="tx2"/>
                </a:solidFill>
                <a:latin typeface="Calibri" panose="020F0502020204030204" pitchFamily="34" charset="0"/>
                <a:ea typeface="+mj-ea"/>
                <a:cs typeface="Arial" pitchFamily="34" charset="0"/>
              </a:defRPr>
            </a:lvl1pPr>
          </a:lstStyle>
          <a:p>
            <a:pPr lvl="0" algn="l" defTabSz="1219140"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641349" y="1971678"/>
            <a:ext cx="10966451" cy="1846659"/>
          </a:xfrm>
        </p:spPr>
        <p:txBody>
          <a:bodyPr wrap="square">
            <a:spAutoFit/>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Calibri" panose="020F0502020204030204"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Calibri" panose="020F0502020204030204"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Calibri" panose="020F0502020204030204"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Calibri" panose="020F0502020204030204" pitchFamily="34" charset="0"/>
                <a:ea typeface="+mn-ea"/>
                <a:cs typeface="Arial" pitchFamily="34" charset="0"/>
              </a:defRPr>
            </a:lvl5pPr>
            <a:lvl6pPr marL="1913371" indent="-380981">
              <a:spcBef>
                <a:spcPts val="0"/>
              </a:spcBef>
              <a:spcAft>
                <a:spcPts val="0"/>
              </a:spcAft>
              <a:buClr>
                <a:schemeClr val="tx2"/>
              </a:buClr>
              <a:buSzPct val="70000"/>
              <a:buFont typeface="Wingdings" pitchFamily="2" charset="2"/>
              <a:buChar char="§"/>
              <a:defRPr lang="en-US" sz="2400" kern="1200" dirty="0" smtClean="0">
                <a:solidFill>
                  <a:schemeClr val="tx1"/>
                </a:solidFill>
                <a:latin typeface="Calibri" panose="020F0502020204030204" pitchFamily="34" charset="0"/>
                <a:ea typeface="+mn-ea"/>
                <a:cs typeface="Arial" pitchFamily="34" charset="0"/>
              </a:defRPr>
            </a:lvl6pPr>
            <a:lvl7pPr marL="2285886" indent="-364050">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33493" indent="-304784">
              <a:spcBef>
                <a:spcPts val="0"/>
              </a:spcBef>
              <a:spcAft>
                <a:spcPts val="0"/>
              </a:spcAft>
              <a:buSzPct val="70000"/>
              <a:defRPr sz="2400" baseline="0">
                <a:latin typeface="Arial" pitchFamily="34" charset="0"/>
                <a:cs typeface="Arial" pitchFamily="34" charset="0"/>
              </a:defRPr>
            </a:lvl8pPr>
            <a:lvl9pPr marL="2431930" indent="-298435">
              <a:spcBef>
                <a:spcPts val="0"/>
              </a:spcBef>
              <a:spcAft>
                <a:spcPts val="0"/>
              </a:spcAft>
              <a:buSzPct val="70000"/>
              <a:buFont typeface="Arial" pitchFamily="34" charset="0"/>
              <a:buChar char="–"/>
              <a:defRPr sz="2400">
                <a:latin typeface="Arial" pitchFamily="34" charset="0"/>
                <a:cs typeface="Arial" pitchFamily="34" charset="0"/>
              </a:defRPr>
            </a:lvl9pPr>
          </a:lstStyle>
          <a:p>
            <a:pPr marL="387332" lvl="0" indent="-387332" algn="l" defTabSz="121914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61962" lvl="2" indent="-372515" algn="l" defTabSz="121914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134477" lvl="3" indent="-372515" algn="l" defTabSz="121914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515457" lvl="4" indent="-380981" algn="l" defTabSz="124453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913371" lvl="5" indent="-380981" algn="l" defTabSz="121914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hasCustomPrompt="1"/>
          </p:nvPr>
        </p:nvSpPr>
        <p:spPr bwMode="gray">
          <a:xfrm>
            <a:off x="641349" y="1145757"/>
            <a:ext cx="10966451" cy="287259"/>
          </a:xfrm>
        </p:spPr>
        <p:txBody>
          <a:bodyPr/>
          <a:lstStyle>
            <a:lvl1pPr marL="0" indent="0">
              <a:buNone/>
              <a:defRPr sz="1867" b="0">
                <a:solidFill>
                  <a:schemeClr val="bg2"/>
                </a:solidFill>
                <a:latin typeface="Calibri" panose="020F0502020204030204"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538838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with Subtitle">
    <p:spTree>
      <p:nvGrpSpPr>
        <p:cNvPr id="1" name=""/>
        <p:cNvGrpSpPr/>
        <p:nvPr/>
      </p:nvGrpSpPr>
      <p:grpSpPr>
        <a:xfrm>
          <a:off x="0" y="0"/>
          <a:ext cx="0" cy="0"/>
          <a:chOff x="0" y="0"/>
          <a:chExt cx="0" cy="0"/>
        </a:xfrm>
      </p:grpSpPr>
      <p:sp>
        <p:nvSpPr>
          <p:cNvPr id="7" name="Title 4"/>
          <p:cNvSpPr>
            <a:spLocks noGrp="1"/>
          </p:cNvSpPr>
          <p:nvPr>
            <p:ph type="title" hasCustomPrompt="1"/>
          </p:nvPr>
        </p:nvSpPr>
        <p:spPr>
          <a:xfrm>
            <a:off x="447472" y="560723"/>
            <a:ext cx="9567387" cy="369332"/>
          </a:xfrm>
          <a:prstGeom prst="rect">
            <a:avLst/>
          </a:prstGeom>
        </p:spPr>
        <p:txBody>
          <a:bodyPr lIns="0" tIns="0" rIns="0" bIns="0" anchor="ctr"/>
          <a:lstStyle>
            <a:lvl1pPr>
              <a:defRPr>
                <a:latin typeface="Arial Black" panose="020B0A04020102020204" pitchFamily="34" charset="0"/>
              </a:defRPr>
            </a:lvl1pPr>
          </a:lstStyle>
          <a:p>
            <a:r>
              <a:rPr lang="en-US" dirty="0"/>
              <a:t>Click to add title</a:t>
            </a:r>
          </a:p>
        </p:txBody>
      </p:sp>
      <p:sp>
        <p:nvSpPr>
          <p:cNvPr id="11" name="Text Placeholder 10"/>
          <p:cNvSpPr>
            <a:spLocks noGrp="1"/>
          </p:cNvSpPr>
          <p:nvPr>
            <p:ph type="body" sz="quarter" idx="10" hasCustomPrompt="1"/>
          </p:nvPr>
        </p:nvSpPr>
        <p:spPr>
          <a:xfrm>
            <a:off x="447471" y="978100"/>
            <a:ext cx="9567387" cy="246221"/>
          </a:xfrm>
          <a:prstGeom prst="rect">
            <a:avLst/>
          </a:prstGeom>
        </p:spPr>
        <p:txBody>
          <a:bodyPr lIns="0" tIns="0" rIns="0" bIns="0" anchor="ctr"/>
          <a:lstStyle>
            <a:lvl1pPr marL="0" indent="0" algn="l" defTabSz="1218292" rtl="0" eaLnBrk="1" fontAlgn="auto" latinLnBrk="0" hangingPunct="1">
              <a:spcBef>
                <a:spcPct val="0"/>
              </a:spcBef>
              <a:spcAft>
                <a:spcPts val="0"/>
              </a:spcAft>
              <a:buNone/>
              <a:defRPr lang="en-US" sz="1600" b="0" i="1" kern="1200" dirty="0">
                <a:solidFill>
                  <a:srgbClr val="EB475E"/>
                </a:solidFill>
                <a:latin typeface="+mj-lt"/>
                <a:ea typeface="+mj-ea"/>
                <a:cs typeface="Arial" panose="020B0604020202020204" pitchFamily="34" charset="0"/>
              </a:defRPr>
            </a:lvl1pPr>
          </a:lstStyle>
          <a:p>
            <a:pPr lvl="0"/>
            <a:r>
              <a:rPr lang="en-US" dirty="0"/>
              <a:t>Click to add subtitle</a:t>
            </a:r>
          </a:p>
        </p:txBody>
      </p:sp>
    </p:spTree>
    <p:extLst>
      <p:ext uri="{BB962C8B-B14F-4D97-AF65-F5344CB8AC3E}">
        <p14:creationId xmlns:p14="http://schemas.microsoft.com/office/powerpoint/2010/main" val="2013046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7" name="Title 4"/>
          <p:cNvSpPr>
            <a:spLocks noGrp="1"/>
          </p:cNvSpPr>
          <p:nvPr>
            <p:ph type="title" hasCustomPrompt="1"/>
          </p:nvPr>
        </p:nvSpPr>
        <p:spPr>
          <a:xfrm>
            <a:off x="447472" y="560723"/>
            <a:ext cx="9567387" cy="369332"/>
          </a:xfrm>
          <a:prstGeom prst="rect">
            <a:avLst/>
          </a:prstGeom>
        </p:spPr>
        <p:txBody>
          <a:bodyPr lIns="0" tIns="0" rIns="0" bIns="0" anchor="ctr"/>
          <a:lstStyle>
            <a:lvl1pPr>
              <a:defRPr>
                <a:latin typeface="Arial Black" panose="020B0A04020102020204" pitchFamily="34" charset="0"/>
              </a:defRPr>
            </a:lvl1pPr>
          </a:lstStyle>
          <a:p>
            <a:r>
              <a:rPr lang="en-US" dirty="0"/>
              <a:t>Click to add title</a:t>
            </a:r>
          </a:p>
        </p:txBody>
      </p:sp>
    </p:spTree>
    <p:extLst>
      <p:ext uri="{BB962C8B-B14F-4D97-AF65-F5344CB8AC3E}">
        <p14:creationId xmlns:p14="http://schemas.microsoft.com/office/powerpoint/2010/main" val="2612482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2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7" y="719159"/>
            <a:ext cx="10966451" cy="4308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00" b="1" kern="1200" dirty="0">
                <a:solidFill>
                  <a:schemeClr val="tx1">
                    <a:lumMod val="75000"/>
                    <a:lumOff val="25000"/>
                  </a:schemeClr>
                </a:solidFill>
                <a:latin typeface="Arial" pitchFamily="34" charset="0"/>
                <a:ea typeface="+mj-ea"/>
                <a:cs typeface="Arial" pitchFamily="34" charset="0"/>
              </a:defRPr>
            </a:lvl1pPr>
          </a:lstStyle>
          <a:p>
            <a:pPr lvl="0" algn="l" defTabSz="929106" rtl="0" eaLnBrk="1" fontAlgn="base" latinLnBrk="0" hangingPunct="1">
              <a:spcBef>
                <a:spcPct val="0"/>
              </a:spcBef>
              <a:spcAft>
                <a:spcPct val="0"/>
              </a:spcAft>
              <a:buNone/>
            </a:pPr>
            <a:r>
              <a:rPr lang="en-US" dirty="0"/>
              <a:t>Click to edit Master title style</a:t>
            </a:r>
          </a:p>
        </p:txBody>
      </p:sp>
      <p:sp>
        <p:nvSpPr>
          <p:cNvPr id="12" name="Text Placeholder 41"/>
          <p:cNvSpPr>
            <a:spLocks noGrp="1"/>
          </p:cNvSpPr>
          <p:nvPr>
            <p:ph type="body" sz="quarter" idx="13"/>
          </p:nvPr>
        </p:nvSpPr>
        <p:spPr bwMode="gray">
          <a:xfrm>
            <a:off x="641354" y="1270603"/>
            <a:ext cx="10966451" cy="328231"/>
          </a:xfrm>
        </p:spPr>
        <p:txBody>
          <a:bodyPr/>
          <a:lstStyle>
            <a:lvl1pPr marL="0" indent="0">
              <a:buNone/>
              <a:defRPr b="0" i="1">
                <a:solidFill>
                  <a:srgbClr val="E31837"/>
                </a:solidFill>
                <a:latin typeface="Arial" pitchFamily="34" charset="0"/>
                <a:cs typeface="Arial" pitchFamily="34" charset="0"/>
              </a:defRPr>
            </a:lvl1pPr>
          </a:lstStyle>
          <a:p>
            <a:pPr lvl="0"/>
            <a:r>
              <a:rPr lang="en-US" dirty="0"/>
              <a:t>Click to edit Master text styles</a:t>
            </a:r>
          </a:p>
        </p:txBody>
      </p:sp>
      <p:pic>
        <p:nvPicPr>
          <p:cNvPr id="13" name="Picture 12"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474" y="3"/>
            <a:ext cx="2686537" cy="952500"/>
          </a:xfrm>
          <a:prstGeom prst="rect">
            <a:avLst/>
          </a:prstGeom>
        </p:spPr>
      </p:pic>
    </p:spTree>
    <p:extLst>
      <p:ext uri="{BB962C8B-B14F-4D97-AF65-F5344CB8AC3E}">
        <p14:creationId xmlns:p14="http://schemas.microsoft.com/office/powerpoint/2010/main" val="167700098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Ridge.pd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bwMode="ltGray">
          <a:xfrm>
            <a:off x="612" y="0"/>
            <a:ext cx="2659461" cy="967077"/>
          </a:xfrm>
          <a:prstGeom prst="rect">
            <a:avLst/>
          </a:prstGeom>
        </p:spPr>
      </p:pic>
      <p:sp>
        <p:nvSpPr>
          <p:cNvPr id="2" name="Title Placeholder 1"/>
          <p:cNvSpPr>
            <a:spLocks noGrp="1"/>
          </p:cNvSpPr>
          <p:nvPr>
            <p:ph type="title"/>
          </p:nvPr>
        </p:nvSpPr>
        <p:spPr>
          <a:xfrm>
            <a:off x="624419" y="742867"/>
            <a:ext cx="10949516"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dirty="0"/>
              <a:t>CLICK TO EDIT MASTER TITLE STYLE</a:t>
            </a:r>
          </a:p>
        </p:txBody>
      </p:sp>
      <p:sp>
        <p:nvSpPr>
          <p:cNvPr id="3" name="Text Placeholder 2"/>
          <p:cNvSpPr>
            <a:spLocks noGrp="1"/>
          </p:cNvSpPr>
          <p:nvPr>
            <p:ph type="body" idx="1"/>
          </p:nvPr>
        </p:nvSpPr>
        <p:spPr>
          <a:xfrm>
            <a:off x="641353" y="1971675"/>
            <a:ext cx="10949516" cy="175612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761981" marR="0" lvl="2" indent="-372524" algn="l" defTabSz="121917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72360" y="6588398"/>
            <a:ext cx="200375" cy="20512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333" smtClean="0">
                <a:solidFill>
                  <a:srgbClr val="6D6E71"/>
                </a:solidFill>
                <a:latin typeface="Calibri" panose="020F0502020204030204" pitchFamily="34" charset="0"/>
                <a:cs typeface="Arial" pitchFamily="34" charset="0"/>
              </a:rPr>
              <a:pPr algn="r">
                <a:defRPr/>
              </a:pPr>
              <a:t>‹#›</a:t>
            </a:fld>
            <a:endParaRPr lang="en-US" sz="1333" dirty="0">
              <a:solidFill>
                <a:srgbClr val="6D6E71"/>
              </a:solidFill>
              <a:latin typeface="Calibri" panose="020F0502020204030204" pitchFamily="34" charset="0"/>
              <a:cs typeface="Arial" pitchFamily="34" charset="0"/>
            </a:endParaRPr>
          </a:p>
        </p:txBody>
      </p:sp>
      <p:sp>
        <p:nvSpPr>
          <p:cNvPr id="7" name="TextBox 20"/>
          <p:cNvSpPr txBox="1">
            <a:spLocks noChangeArrowheads="1"/>
          </p:cNvSpPr>
          <p:nvPr/>
        </p:nvSpPr>
        <p:spPr bwMode="gray">
          <a:xfrm>
            <a:off x="641351" y="6629402"/>
            <a:ext cx="2970365" cy="164212"/>
          </a:xfrm>
          <a:prstGeom prst="rect">
            <a:avLst/>
          </a:prstGeom>
          <a:noFill/>
          <a:ln w="9525">
            <a:noFill/>
            <a:miter lim="800000"/>
            <a:headEnd/>
            <a:tailEnd/>
          </a:ln>
        </p:spPr>
        <p:txBody>
          <a:bodyPr wrap="none" lIns="0" tIns="0" rIns="0" bIns="0">
            <a:spAutoFit/>
          </a:bodyPr>
          <a:lstStyle/>
          <a:p>
            <a:pPr>
              <a:defRPr/>
            </a:pPr>
            <a:r>
              <a:rPr lang="en-US" sz="1067" dirty="0">
                <a:solidFill>
                  <a:srgbClr val="6D6E71"/>
                </a:solidFill>
                <a:latin typeface="Calibri" panose="020F0502020204030204" pitchFamily="34" charset="0"/>
                <a:cs typeface="Arial" pitchFamily="34" charset="0"/>
              </a:rPr>
              <a:t>Copyright © 2018 Tech Mahindra. All rights reserved.</a:t>
            </a:r>
          </a:p>
        </p:txBody>
      </p:sp>
    </p:spTree>
    <p:extLst>
      <p:ext uri="{BB962C8B-B14F-4D97-AF65-F5344CB8AC3E}">
        <p14:creationId xmlns:p14="http://schemas.microsoft.com/office/powerpoint/2010/main" val="1432710939"/>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Lst>
  <p:hf hdr="0" ftr="0" dt="0"/>
  <p:txStyles>
    <p:titleStyle>
      <a:lvl1pPr algn="l" defTabSz="1219170" rtl="0" eaLnBrk="1" latinLnBrk="0" hangingPunct="1">
        <a:spcBef>
          <a:spcPct val="0"/>
        </a:spcBef>
        <a:buNone/>
        <a:defRPr lang="en-US" sz="2400" b="0" kern="1200" dirty="0" smtClean="0">
          <a:solidFill>
            <a:schemeClr val="tx2"/>
          </a:solidFill>
          <a:latin typeface="Calibri" panose="020F0502020204030204" pitchFamily="34" charset="0"/>
          <a:ea typeface="+mj-ea"/>
          <a:cs typeface="Arial" pitchFamily="34" charset="0"/>
        </a:defRPr>
      </a:lvl1pPr>
    </p:titleStyle>
    <p:bodyStyle>
      <a:lvl1pPr marL="387341" indent="-387341" algn="l" defTabSz="1219170" rtl="0" eaLnBrk="1" fontAlgn="base" latinLnBrk="0" hangingPunct="1">
        <a:spcBef>
          <a:spcPts val="0"/>
        </a:spcBef>
        <a:spcAft>
          <a:spcPct val="0"/>
        </a:spcAft>
        <a:buClr>
          <a:schemeClr val="bg2"/>
        </a:buClr>
        <a:buSzPct val="120000"/>
        <a:buFont typeface="Wingdings" pitchFamily="2" charset="2"/>
        <a:buChar char="§"/>
        <a:defRPr lang="en-US" sz="2133" b="0" kern="1200" baseline="0" dirty="0" smtClean="0">
          <a:solidFill>
            <a:schemeClr val="tx1"/>
          </a:solidFill>
          <a:latin typeface="Calibri" panose="020F0502020204030204" pitchFamily="34" charset="0"/>
          <a:ea typeface="+mn-ea"/>
          <a:cs typeface="Arial" pitchFamily="34" charset="0"/>
        </a:defRPr>
      </a:lvl1pPr>
      <a:lvl2pPr marL="380990" indent="-380990" algn="l" defTabSz="1219170" rtl="0" eaLnBrk="1" fontAlgn="base" latinLnBrk="0" hangingPunct="1">
        <a:spcBef>
          <a:spcPts val="0"/>
        </a:spcBef>
        <a:spcAft>
          <a:spcPct val="0"/>
        </a:spcAft>
        <a:buClr>
          <a:schemeClr val="bg2"/>
        </a:buClr>
        <a:buSzPct val="100000"/>
        <a:buFont typeface="Wingdings" pitchFamily="2" charset="2"/>
        <a:buChar char="§"/>
        <a:defRPr lang="en-US" sz="2400" b="0" kern="1200" baseline="0" dirty="0" smtClean="0">
          <a:solidFill>
            <a:schemeClr val="tx1"/>
          </a:solidFill>
          <a:latin typeface="+mn-lt"/>
          <a:ea typeface="+mn-ea"/>
          <a:cs typeface="+mn-cs"/>
        </a:defRPr>
      </a:lvl2pPr>
      <a:lvl3pPr marL="761981" indent="-372524" algn="l" defTabSz="1219170" rtl="0" eaLnBrk="1" fontAlgn="base" latinLnBrk="0" hangingPunct="1">
        <a:spcBef>
          <a:spcPts val="0"/>
        </a:spcBef>
        <a:spcAft>
          <a:spcPct val="0"/>
        </a:spcAft>
        <a:buClr>
          <a:schemeClr val="bg2"/>
        </a:buClr>
        <a:buSzPct val="90000"/>
        <a:buFont typeface="Arial" pitchFamily="34" charset="0"/>
        <a:buChar char="–"/>
        <a:defRPr kumimoji="0" lang="en-US" sz="2133"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Arial" pitchFamily="34" charset="0"/>
        </a:defRPr>
      </a:lvl3pPr>
      <a:lvl4pPr marL="1134505" indent="-372524" algn="l" defTabSz="1219170" rtl="0" eaLnBrk="1" fontAlgn="base" latinLnBrk="0" hangingPunct="1">
        <a:spcBef>
          <a:spcPts val="0"/>
        </a:spcBef>
        <a:spcAft>
          <a:spcPct val="0"/>
        </a:spcAft>
        <a:buClr>
          <a:schemeClr val="bg2"/>
        </a:buClr>
        <a:buSzPct val="80000"/>
        <a:buFont typeface="Wingdings" pitchFamily="2" charset="2"/>
        <a:buChar char="§"/>
        <a:defRPr lang="en-US" sz="2133" b="0" kern="1200" baseline="0" dirty="0" smtClean="0">
          <a:solidFill>
            <a:schemeClr val="tx1"/>
          </a:solidFill>
          <a:latin typeface="Calibri" panose="020F0502020204030204" pitchFamily="34" charset="0"/>
          <a:ea typeface="+mn-ea"/>
          <a:cs typeface="+mn-cs"/>
        </a:defRPr>
      </a:lvl4pPr>
      <a:lvl5pPr marL="1515495" indent="-380990" algn="l" defTabSz="1244569" rtl="0" eaLnBrk="1" fontAlgn="base" latinLnBrk="0" hangingPunct="1">
        <a:spcBef>
          <a:spcPts val="0"/>
        </a:spcBef>
        <a:spcAft>
          <a:spcPct val="0"/>
        </a:spcAft>
        <a:buClr>
          <a:schemeClr val="bg2"/>
        </a:buClr>
        <a:buSzPct val="70000"/>
        <a:buFont typeface="Arial" pitchFamily="34" charset="0"/>
        <a:buChar char="–"/>
        <a:defRPr lang="en-US" sz="2133" b="0" kern="1200" baseline="0" dirty="0" smtClean="0">
          <a:solidFill>
            <a:schemeClr val="tx1"/>
          </a:solidFill>
          <a:latin typeface="Calibri" panose="020F0502020204030204" pitchFamily="34" charset="0"/>
          <a:ea typeface="+mn-ea"/>
          <a:cs typeface="+mn-cs"/>
        </a:defRPr>
      </a:lvl5pPr>
      <a:lvl6pPr marL="1828754" indent="-321725" algn="l" defTabSz="1219170" rtl="0" eaLnBrk="1" latinLnBrk="0" hangingPunct="1">
        <a:spcBef>
          <a:spcPct val="20000"/>
        </a:spcBef>
        <a:buClr>
          <a:schemeClr val="bg2"/>
        </a:buClr>
        <a:buSzPct val="60000"/>
        <a:buFont typeface="Wingdings" pitchFamily="2" charset="2"/>
        <a:buChar char="§"/>
        <a:defRPr sz="2400" kern="1200">
          <a:solidFill>
            <a:schemeClr val="tx1"/>
          </a:solidFill>
          <a:latin typeface="Calibri" panose="020F0502020204030204" pitchFamily="34" charset="0"/>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12BB-EA48-410E-A63B-90F602207493}"/>
              </a:ext>
            </a:extLst>
          </p:cNvPr>
          <p:cNvSpPr>
            <a:spLocks noGrp="1"/>
          </p:cNvSpPr>
          <p:nvPr>
            <p:ph type="title"/>
          </p:nvPr>
        </p:nvSpPr>
        <p:spPr>
          <a:xfrm>
            <a:off x="2639961" y="235218"/>
            <a:ext cx="8316571" cy="656462"/>
          </a:xfrm>
        </p:spPr>
        <p:txBody>
          <a:bodyPr/>
          <a:lstStyle/>
          <a:p>
            <a:pPr algn="ctr"/>
            <a:r>
              <a:rPr lang="en-US" dirty="0" smtClean="0">
                <a:latin typeface="Century Gothic" panose="020B0502020202020204" pitchFamily="34" charset="0"/>
              </a:rPr>
              <a:t>Hybrid Electric Vehicle Motor Controller ECU : Case Reference</a:t>
            </a:r>
            <a:endParaRPr lang="en-US" dirty="0">
              <a:latin typeface="Century Gothic" panose="020B0502020202020204" pitchFamily="34" charset="0"/>
            </a:endParaRPr>
          </a:p>
        </p:txBody>
      </p:sp>
      <p:sp>
        <p:nvSpPr>
          <p:cNvPr id="4" name="TextBox 3">
            <a:extLst>
              <a:ext uri="{FF2B5EF4-FFF2-40B4-BE49-F238E27FC236}">
                <a16:creationId xmlns:a16="http://schemas.microsoft.com/office/drawing/2014/main" id="{E41BA6DB-7299-4B6C-AD06-EC97A936E1B2}"/>
              </a:ext>
            </a:extLst>
          </p:cNvPr>
          <p:cNvSpPr txBox="1"/>
          <p:nvPr/>
        </p:nvSpPr>
        <p:spPr>
          <a:xfrm>
            <a:off x="209138" y="940846"/>
            <a:ext cx="11745546" cy="5509200"/>
          </a:xfrm>
          <a:prstGeom prst="rect">
            <a:avLst/>
          </a:prstGeom>
          <a:solidFill>
            <a:schemeClr val="bg1"/>
          </a:solidFill>
          <a:ln>
            <a:solidFill>
              <a:schemeClr val="tx1"/>
            </a:solidFill>
          </a:ln>
        </p:spPr>
        <p:txBody>
          <a:bodyPr wrap="square" tIns="45720" bIns="45720" rtlCol="0">
            <a:spAutoFit/>
          </a:bodyPr>
          <a:lstStyle/>
          <a:p>
            <a:pPr algn="just">
              <a:spcAft>
                <a:spcPts val="600"/>
              </a:spcAft>
              <a:buClr>
                <a:schemeClr val="accent2"/>
              </a:buClr>
            </a:pPr>
            <a:r>
              <a:rPr lang="en-US" sz="1200" b="1" dirty="0">
                <a:latin typeface="Century Gothic" panose="020B0502020202020204" pitchFamily="34" charset="0"/>
              </a:rPr>
              <a:t>Industry C</a:t>
            </a:r>
            <a:r>
              <a:rPr lang="en-US" sz="1200" b="1" dirty="0" smtClean="0">
                <a:latin typeface="Century Gothic" panose="020B0502020202020204" pitchFamily="34" charset="0"/>
              </a:rPr>
              <a:t>ontext</a:t>
            </a:r>
          </a:p>
          <a:p>
            <a:pPr algn="just">
              <a:spcAft>
                <a:spcPts val="600"/>
              </a:spcAft>
              <a:buClr>
                <a:schemeClr val="accent2"/>
              </a:buClr>
            </a:pPr>
            <a:r>
              <a:rPr lang="en-US" sz="1200" dirty="0">
                <a:solidFill>
                  <a:prstClr val="black"/>
                </a:solidFill>
                <a:latin typeface="Century Gothic" panose="020B0502020202020204" pitchFamily="34" charset="0"/>
                <a:cs typeface="Calibri" pitchFamily="34" charset="0"/>
              </a:rPr>
              <a:t>The proliferation of the </a:t>
            </a:r>
            <a:r>
              <a:rPr lang="en-US" sz="1200" dirty="0" smtClean="0">
                <a:solidFill>
                  <a:prstClr val="black"/>
                </a:solidFill>
                <a:latin typeface="Century Gothic" panose="020B0502020202020204" pitchFamily="34" charset="0"/>
                <a:cs typeface="Calibri" pitchFamily="34" charset="0"/>
              </a:rPr>
              <a:t> Hybrid &amp; Electric </a:t>
            </a:r>
            <a:r>
              <a:rPr lang="en-US" sz="1200" dirty="0">
                <a:solidFill>
                  <a:prstClr val="black"/>
                </a:solidFill>
                <a:latin typeface="Century Gothic" panose="020B0502020202020204" pitchFamily="34" charset="0"/>
                <a:cs typeface="Calibri" pitchFamily="34" charset="0"/>
              </a:rPr>
              <a:t>Vehicle is dependent on the </a:t>
            </a:r>
            <a:r>
              <a:rPr lang="en-US" sz="1200" dirty="0" smtClean="0">
                <a:solidFill>
                  <a:prstClr val="black"/>
                </a:solidFill>
                <a:latin typeface="Century Gothic" panose="020B0502020202020204" pitchFamily="34" charset="0"/>
                <a:cs typeface="Calibri" pitchFamily="34" charset="0"/>
              </a:rPr>
              <a:t>performance of an electric  motor and power electronics components</a:t>
            </a:r>
          </a:p>
          <a:p>
            <a:pPr algn="just">
              <a:spcAft>
                <a:spcPts val="600"/>
              </a:spcAft>
              <a:buClr>
                <a:schemeClr val="accent2"/>
              </a:buClr>
            </a:pPr>
            <a:r>
              <a:rPr lang="en-US" sz="1200" b="1" dirty="0" smtClean="0">
                <a:latin typeface="Century Gothic" panose="020B0502020202020204" pitchFamily="34" charset="0"/>
              </a:rPr>
              <a:t>Business Objective</a:t>
            </a:r>
          </a:p>
          <a:p>
            <a:pPr marL="171450" indent="-171450">
              <a:spcAft>
                <a:spcPts val="600"/>
              </a:spcAft>
              <a:buClr>
                <a:schemeClr val="accent2"/>
              </a:buClr>
              <a:buFont typeface="Arial" panose="020B0604020202020204" pitchFamily="34" charset="0"/>
              <a:buChar char="•"/>
            </a:pPr>
            <a:r>
              <a:rPr lang="en-US" sz="1200" dirty="0" smtClean="0">
                <a:latin typeface="Century Gothic" panose="020B0502020202020204" pitchFamily="34" charset="0"/>
              </a:rPr>
              <a:t>Advanced motor controller algorithms to meet vehicle level requirements</a:t>
            </a:r>
          </a:p>
          <a:p>
            <a:pPr marL="171450" indent="-171450" algn="just">
              <a:spcAft>
                <a:spcPts val="600"/>
              </a:spcAft>
              <a:buClr>
                <a:schemeClr val="accent2"/>
              </a:buClr>
              <a:buFont typeface="Arial" panose="020B0604020202020204" pitchFamily="34" charset="0"/>
              <a:buChar char="•"/>
            </a:pPr>
            <a:r>
              <a:rPr lang="en-US" sz="1200" dirty="0" smtClean="0">
                <a:latin typeface="Century Gothic" panose="020B0502020202020204" pitchFamily="34" charset="0"/>
              </a:rPr>
              <a:t>Highly efficient inverters / converters to generate quality power supplies</a:t>
            </a:r>
          </a:p>
          <a:p>
            <a:pPr marL="171450" indent="-171450" algn="just">
              <a:spcAft>
                <a:spcPts val="600"/>
              </a:spcAft>
              <a:buClr>
                <a:schemeClr val="accent2"/>
              </a:buClr>
              <a:buFont typeface="Arial" panose="020B0604020202020204" pitchFamily="34" charset="0"/>
              <a:buChar char="•"/>
            </a:pPr>
            <a:r>
              <a:rPr lang="en-US" sz="1200" dirty="0" smtClean="0">
                <a:latin typeface="Century Gothic" panose="020B0502020202020204" pitchFamily="34" charset="0"/>
              </a:rPr>
              <a:t>Powerful hardware to support sophisticated algorithms</a:t>
            </a:r>
          </a:p>
          <a:p>
            <a:pPr marL="171450" indent="-171450" algn="just">
              <a:spcAft>
                <a:spcPts val="600"/>
              </a:spcAft>
              <a:buClr>
                <a:schemeClr val="accent2"/>
              </a:buClr>
              <a:buFont typeface="Arial" panose="020B0604020202020204" pitchFamily="34" charset="0"/>
              <a:buChar char="•"/>
            </a:pPr>
            <a:r>
              <a:rPr lang="en-US" sz="1200" dirty="0" smtClean="0">
                <a:latin typeface="Century Gothic" panose="020B0502020202020204" pitchFamily="34" charset="0"/>
              </a:rPr>
              <a:t>Model based software development life cycle</a:t>
            </a:r>
          </a:p>
          <a:p>
            <a:pPr algn="just">
              <a:spcAft>
                <a:spcPts val="600"/>
              </a:spcAft>
              <a:buClr>
                <a:schemeClr val="accent2"/>
              </a:buClr>
            </a:pPr>
            <a:r>
              <a:rPr lang="en-US" sz="1200" b="1" dirty="0" smtClean="0">
                <a:latin typeface="Century Gothic" panose="020B0502020202020204" pitchFamily="34" charset="0"/>
              </a:rPr>
              <a:t>Solution / Approach</a:t>
            </a:r>
          </a:p>
          <a:p>
            <a:pPr marL="171450" indent="-171450" algn="just">
              <a:spcAft>
                <a:spcPts val="600"/>
              </a:spcAft>
              <a:buClr>
                <a:schemeClr val="accent2"/>
              </a:buClr>
              <a:buFont typeface="Arial" panose="020B0604020202020204" pitchFamily="34" charset="0"/>
              <a:buChar char="•"/>
            </a:pPr>
            <a:r>
              <a:rPr lang="en-IN" sz="1200" dirty="0" smtClean="0">
                <a:latin typeface="Century Gothic" panose="020B0502020202020204" pitchFamily="34" charset="0"/>
                <a:cs typeface="Calibri" pitchFamily="34" charset="0"/>
              </a:rPr>
              <a:t>High Performance Torque Control Scheme</a:t>
            </a:r>
          </a:p>
          <a:p>
            <a:pPr marL="171450" indent="-171450" algn="just">
              <a:spcAft>
                <a:spcPts val="600"/>
              </a:spcAft>
              <a:buClr>
                <a:schemeClr val="accent2"/>
              </a:buClr>
              <a:buFont typeface="Arial" panose="020B0604020202020204" pitchFamily="34" charset="0"/>
              <a:buChar char="•"/>
            </a:pPr>
            <a:r>
              <a:rPr lang="en-IN" sz="1200" dirty="0" smtClean="0">
                <a:latin typeface="Century Gothic" panose="020B0502020202020204" pitchFamily="34" charset="0"/>
                <a:cs typeface="Calibri" pitchFamily="34" charset="0"/>
              </a:rPr>
              <a:t>High Torque &amp; speed control capabilities</a:t>
            </a:r>
          </a:p>
          <a:p>
            <a:pPr marL="171450" indent="-171450" algn="just">
              <a:spcAft>
                <a:spcPts val="600"/>
              </a:spcAft>
              <a:buClr>
                <a:schemeClr val="accent2"/>
              </a:buClr>
              <a:buFont typeface="Arial" panose="020B0604020202020204" pitchFamily="34" charset="0"/>
              <a:buChar char="•"/>
            </a:pPr>
            <a:r>
              <a:rPr lang="en-IN" sz="1200" dirty="0" smtClean="0">
                <a:latin typeface="Century Gothic" panose="020B0502020202020204" pitchFamily="34" charset="0"/>
                <a:cs typeface="Calibri" pitchFamily="34" charset="0"/>
              </a:rPr>
              <a:t>Highly efficient power converters</a:t>
            </a:r>
            <a:endParaRPr lang="en-IN" sz="1200" dirty="0">
              <a:latin typeface="Century Gothic" panose="020B0502020202020204" pitchFamily="34" charset="0"/>
              <a:cs typeface="Calibri" pitchFamily="34" charset="0"/>
            </a:endParaRPr>
          </a:p>
          <a:p>
            <a:pPr marL="171450" indent="-171450" algn="just">
              <a:spcAft>
                <a:spcPts val="600"/>
              </a:spcAft>
              <a:buClr>
                <a:schemeClr val="accent2"/>
              </a:buClr>
              <a:buFont typeface="Arial" panose="020B0604020202020204" pitchFamily="34" charset="0"/>
              <a:buChar char="•"/>
            </a:pPr>
            <a:r>
              <a:rPr lang="en-IN" sz="1200" dirty="0" smtClean="0">
                <a:latin typeface="Century Gothic" panose="020B0502020202020204" pitchFamily="34" charset="0"/>
                <a:cs typeface="Calibri" pitchFamily="34" charset="0"/>
              </a:rPr>
              <a:t>Regenerative braking capabilities</a:t>
            </a:r>
            <a:endParaRPr lang="en-IN" sz="1200" dirty="0">
              <a:latin typeface="Century Gothic" panose="020B0502020202020204" pitchFamily="34" charset="0"/>
              <a:cs typeface="Calibri" pitchFamily="34" charset="0"/>
            </a:endParaRPr>
          </a:p>
          <a:p>
            <a:pPr marL="171450" indent="-171450" algn="just">
              <a:spcAft>
                <a:spcPts val="600"/>
              </a:spcAft>
              <a:buClr>
                <a:schemeClr val="accent2"/>
              </a:buClr>
              <a:buFont typeface="Arial" panose="020B0604020202020204" pitchFamily="34" charset="0"/>
              <a:buChar char="•"/>
            </a:pPr>
            <a:r>
              <a:rPr lang="en-IN" sz="1200" dirty="0" smtClean="0">
                <a:latin typeface="Century Gothic" panose="020B0502020202020204" pitchFamily="34" charset="0"/>
                <a:cs typeface="Calibri" pitchFamily="34" charset="0"/>
              </a:rPr>
              <a:t>IS0 26262 compliance</a:t>
            </a:r>
          </a:p>
          <a:p>
            <a:pPr marL="171450" indent="-171450" algn="just">
              <a:spcAft>
                <a:spcPts val="600"/>
              </a:spcAft>
              <a:buClr>
                <a:schemeClr val="accent2"/>
              </a:buClr>
              <a:buFont typeface="Arial" panose="020B0604020202020204" pitchFamily="34" charset="0"/>
              <a:buChar char="•"/>
            </a:pPr>
            <a:r>
              <a:rPr lang="en-IN" sz="1200" dirty="0" smtClean="0">
                <a:latin typeface="Century Gothic" panose="020B0502020202020204" pitchFamily="34" charset="0"/>
                <a:cs typeface="Calibri" pitchFamily="34" charset="0"/>
              </a:rPr>
              <a:t>AUTOSAR compliance </a:t>
            </a:r>
            <a:endParaRPr lang="en-IN" sz="1200" dirty="0">
              <a:latin typeface="Century Gothic" panose="020B0502020202020204" pitchFamily="34" charset="0"/>
              <a:cs typeface="Calibri" pitchFamily="34" charset="0"/>
            </a:endParaRPr>
          </a:p>
          <a:p>
            <a:pPr algn="just">
              <a:spcAft>
                <a:spcPts val="600"/>
              </a:spcAft>
              <a:buClr>
                <a:schemeClr val="accent2"/>
              </a:buClr>
            </a:pPr>
            <a:r>
              <a:rPr lang="en-US" sz="1200" b="1" dirty="0" smtClean="0">
                <a:latin typeface="Century Gothic" panose="020B0502020202020204" pitchFamily="34" charset="0"/>
              </a:rPr>
              <a:t>Business Impact</a:t>
            </a:r>
          </a:p>
          <a:p>
            <a:pPr marL="171450" indent="-171450" algn="just">
              <a:spcAft>
                <a:spcPts val="600"/>
              </a:spcAft>
              <a:buClr>
                <a:schemeClr val="accent2"/>
              </a:buClr>
              <a:buFont typeface="Arial" panose="020B0604020202020204" pitchFamily="34" charset="0"/>
              <a:buChar char="•"/>
            </a:pPr>
            <a:r>
              <a:rPr lang="en-US" sz="1200" dirty="0" smtClean="0">
                <a:latin typeface="Century Gothic" panose="020B0502020202020204" pitchFamily="34" charset="0"/>
                <a:cs typeface="Calibri" pitchFamily="34" charset="0"/>
              </a:rPr>
              <a:t>Successfully developed and tested for different vehicle operating conditions</a:t>
            </a:r>
            <a:r>
              <a:rPr lang="en-US" sz="1200" dirty="0">
                <a:latin typeface="Century Gothic" panose="020B0502020202020204" pitchFamily="34" charset="0"/>
                <a:cs typeface="Calibri" pitchFamily="34" charset="0"/>
              </a:rPr>
              <a:t> </a:t>
            </a:r>
            <a:endParaRPr lang="en-US" sz="1200" dirty="0" smtClean="0">
              <a:latin typeface="Century Gothic" panose="020B0502020202020204" pitchFamily="34" charset="0"/>
              <a:cs typeface="Calibri" pitchFamily="34" charset="0"/>
            </a:endParaRPr>
          </a:p>
          <a:p>
            <a:pPr marL="171450" indent="-171450" algn="just">
              <a:spcAft>
                <a:spcPts val="600"/>
              </a:spcAft>
              <a:buClr>
                <a:schemeClr val="accent2"/>
              </a:buClr>
              <a:buFont typeface="Arial" panose="020B0604020202020204" pitchFamily="34" charset="0"/>
              <a:buChar char="•"/>
            </a:pPr>
            <a:r>
              <a:rPr lang="en-US" sz="1200" dirty="0" smtClean="0">
                <a:latin typeface="Century Gothic" panose="020B0502020202020204" pitchFamily="34" charset="0"/>
                <a:cs typeface="Calibri" pitchFamily="34" charset="0"/>
              </a:rPr>
              <a:t>Scalable Architecture</a:t>
            </a:r>
          </a:p>
          <a:p>
            <a:pPr marL="171450" indent="-171450" algn="just">
              <a:spcAft>
                <a:spcPts val="600"/>
              </a:spcAft>
              <a:buClr>
                <a:schemeClr val="accent2"/>
              </a:buClr>
              <a:buFont typeface="Arial" panose="020B0604020202020204" pitchFamily="34" charset="0"/>
              <a:buChar char="•"/>
            </a:pPr>
            <a:r>
              <a:rPr lang="en-US" sz="1200" dirty="0" smtClean="0">
                <a:latin typeface="Century Gothic" panose="020B0502020202020204" pitchFamily="34" charset="0"/>
                <a:cs typeface="Calibri" pitchFamily="34" charset="0"/>
              </a:rPr>
              <a:t>Advanced control algorithms</a:t>
            </a:r>
          </a:p>
          <a:p>
            <a:pPr marL="171450" indent="-171450" algn="just">
              <a:spcAft>
                <a:spcPts val="600"/>
              </a:spcAft>
              <a:buClr>
                <a:schemeClr val="accent2"/>
              </a:buClr>
              <a:buFont typeface="Arial" panose="020B0604020202020204" pitchFamily="34" charset="0"/>
              <a:buChar char="•"/>
            </a:pPr>
            <a:r>
              <a:rPr lang="en-US" sz="1200" dirty="0" smtClean="0">
                <a:latin typeface="Century Gothic" panose="020B0502020202020204" pitchFamily="34" charset="0"/>
                <a:cs typeface="Calibri" pitchFamily="34" charset="0"/>
              </a:rPr>
              <a:t>Design and development of highly efficient power converters</a:t>
            </a:r>
          </a:p>
          <a:p>
            <a:pPr algn="just">
              <a:spcAft>
                <a:spcPts val="600"/>
              </a:spcAft>
              <a:buClr>
                <a:schemeClr val="accent2"/>
              </a:buClr>
            </a:pPr>
            <a:r>
              <a:rPr lang="en-US" sz="1200" b="1" dirty="0" smtClean="0">
                <a:latin typeface="Century Gothic" panose="020B0502020202020204" pitchFamily="34" charset="0"/>
              </a:rPr>
              <a:t>Value Addition</a:t>
            </a:r>
          </a:p>
          <a:p>
            <a:pPr marL="171450" indent="-171450" algn="just">
              <a:spcAft>
                <a:spcPts val="600"/>
              </a:spcAft>
              <a:buClr>
                <a:schemeClr val="accent2"/>
              </a:buClr>
              <a:buFont typeface="Arial" panose="020B0604020202020204" pitchFamily="34" charset="0"/>
              <a:buChar char="•"/>
            </a:pPr>
            <a:r>
              <a:rPr lang="en-US" sz="1200" dirty="0" smtClean="0">
                <a:latin typeface="Century Gothic" panose="020B0502020202020204" pitchFamily="34" charset="0"/>
              </a:rPr>
              <a:t>SVPWM, Ant Windup Scheme and Field Weakening Control</a:t>
            </a:r>
            <a:endParaRPr lang="en-US" sz="1200" dirty="0">
              <a:latin typeface="Century Gothic" panose="020B0502020202020204" pitchFamily="34" charset="0"/>
              <a:cs typeface="Calibri"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2053" y="1551709"/>
            <a:ext cx="5623431" cy="3699164"/>
          </a:xfrm>
          <a:prstGeom prst="rect">
            <a:avLst/>
          </a:prstGeom>
        </p:spPr>
      </p:pic>
    </p:spTree>
    <p:extLst>
      <p:ext uri="{BB962C8B-B14F-4D97-AF65-F5344CB8AC3E}">
        <p14:creationId xmlns:p14="http://schemas.microsoft.com/office/powerpoint/2010/main" val="333500055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4_PresentationTechM">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59AF02F44B0874B9E84D94ACA240F6B" ma:contentTypeVersion="2" ma:contentTypeDescription="Create a new document." ma:contentTypeScope="" ma:versionID="af5ad947502dbf84c526d474e0f57682">
  <xsd:schema xmlns:xsd="http://www.w3.org/2001/XMLSchema" xmlns:xs="http://www.w3.org/2001/XMLSchema" xmlns:p="http://schemas.microsoft.com/office/2006/metadata/properties" xmlns:ns2="499dbebe-a5e1-460a-8357-6fbdc4f28d7b" targetNamespace="http://schemas.microsoft.com/office/2006/metadata/properties" ma:root="true" ma:fieldsID="ad0e8bc0841a9f5545627991a5be3a8b" ns2:_="">
    <xsd:import namespace="499dbebe-a5e1-460a-8357-6fbdc4f28d7b"/>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9dbebe-a5e1-460a-8357-6fbdc4f28d7b"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C036D6-ADE3-424B-915E-592DF1F3A6E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499dbebe-a5e1-460a-8357-6fbdc4f28d7b"/>
    <ds:schemaRef ds:uri="http://www.w3.org/XML/1998/namespace"/>
    <ds:schemaRef ds:uri="http://purl.org/dc/terms/"/>
  </ds:schemaRefs>
</ds:datastoreItem>
</file>

<file path=customXml/itemProps2.xml><?xml version="1.0" encoding="utf-8"?>
<ds:datastoreItem xmlns:ds="http://schemas.openxmlformats.org/officeDocument/2006/customXml" ds:itemID="{C14F75FE-C96F-437D-B098-7E4608694A14}">
  <ds:schemaRefs>
    <ds:schemaRef ds:uri="http://schemas.microsoft.com/sharepoint/v3/contenttype/forms"/>
  </ds:schemaRefs>
</ds:datastoreItem>
</file>

<file path=customXml/itemProps3.xml><?xml version="1.0" encoding="utf-8"?>
<ds:datastoreItem xmlns:ds="http://schemas.openxmlformats.org/officeDocument/2006/customXml" ds:itemID="{EBB6A6C7-75E7-4310-9BF2-141D9D664D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9dbebe-a5e1-460a-8357-6fbdc4f28d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17920</TotalTime>
  <Words>104</Words>
  <Application>Microsoft Office PowerPoint</Application>
  <PresentationFormat>Widescreen</PresentationFormat>
  <Paragraphs>24</Paragraphs>
  <Slides>1</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0" baseType="lpstr">
      <vt:lpstr>Arial</vt:lpstr>
      <vt:lpstr>Arial Black</vt:lpstr>
      <vt:lpstr>Calibri</vt:lpstr>
      <vt:lpstr>Calibri Light</vt:lpstr>
      <vt:lpstr>Century Gothic</vt:lpstr>
      <vt:lpstr>Times New Roman</vt:lpstr>
      <vt:lpstr>Wingdings</vt:lpstr>
      <vt:lpstr>4_PresentationTechM</vt:lpstr>
      <vt:lpstr>think-cell Slide</vt:lpstr>
      <vt:lpstr>Hybrid Electric Vehicle Motor Controller ECU : Case Reference</vt:lpstr>
    </vt:vector>
  </TitlesOfParts>
  <Company>Everest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BFS BPO Webinar for HCL</dc:title>
  <dc:creator>VM</dc:creator>
  <cp:lastModifiedBy>Sekar Rathinam</cp:lastModifiedBy>
  <cp:revision>1145</cp:revision>
  <cp:lastPrinted>2018-01-15T02:38:50Z</cp:lastPrinted>
  <dcterms:created xsi:type="dcterms:W3CDTF">2013-09-26T10:28:26Z</dcterms:created>
  <dcterms:modified xsi:type="dcterms:W3CDTF">2019-11-25T06:08:47Z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0x010100359AF02F44B0874B9E84D94ACA240F6B</vt:lpwstr>
  </property>
</Properties>
</file>