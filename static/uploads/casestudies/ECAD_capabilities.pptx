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720" r:id="rId5"/>
    <p:sldMasterId id="2147483754" r:id="rId6"/>
    <p:sldMasterId id="2147483772" r:id="rId7"/>
    <p:sldMasterId id="2147483802" r:id="rId8"/>
  </p:sldMasterIdLst>
  <p:notesMasterIdLst>
    <p:notesMasterId r:id="rId13"/>
  </p:notesMasterIdLst>
  <p:handoutMasterIdLst>
    <p:handoutMasterId r:id="rId14"/>
  </p:handoutMasterIdLst>
  <p:sldIdLst>
    <p:sldId id="801" r:id="rId9"/>
    <p:sldId id="782" r:id="rId10"/>
    <p:sldId id="802" r:id="rId11"/>
    <p:sldId id="803" r:id="rId1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4319">
          <p15:clr>
            <a:srgbClr val="A4A3A4"/>
          </p15:clr>
        </p15:guide>
        <p15:guide id="4" pos="7322">
          <p15:clr>
            <a:srgbClr val="A4A3A4"/>
          </p15:clr>
        </p15:guide>
        <p15:guide id="5" pos="38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E8FF"/>
    <a:srgbClr val="AFDDFF"/>
    <a:srgbClr val="A3E7FF"/>
    <a:srgbClr val="00DFF0"/>
    <a:srgbClr val="CCDBF0"/>
    <a:srgbClr val="EB475E"/>
    <a:srgbClr val="FF5050"/>
    <a:srgbClr val="00D2F0"/>
    <a:srgbClr val="00F3F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4" autoAdjust="0"/>
    <p:restoredTop sz="96265" autoAdjust="0"/>
  </p:normalViewPr>
  <p:slideViewPr>
    <p:cSldViewPr snapToGrid="0" showGuides="1">
      <p:cViewPr varScale="1">
        <p:scale>
          <a:sx n="106" d="100"/>
          <a:sy n="106" d="100"/>
        </p:scale>
        <p:origin x="702" y="114"/>
      </p:cViewPr>
      <p:guideLst>
        <p:guide orient="horz" pos="2160"/>
        <p:guide pos="3840"/>
        <p:guide orient="horz" pos="4319"/>
        <p:guide pos="7322"/>
        <p:guide pos="384"/>
      </p:guideLst>
    </p:cSldViewPr>
  </p:slideViewPr>
  <p:notesTextViewPr>
    <p:cViewPr>
      <p:scale>
        <a:sx n="3" d="2"/>
        <a:sy n="3" d="2"/>
      </p:scale>
      <p:origin x="0" y="0"/>
    </p:cViewPr>
  </p:notesTextViewPr>
  <p:sorterViewPr>
    <p:cViewPr>
      <p:scale>
        <a:sx n="200" d="100"/>
        <a:sy n="200" d="100"/>
      </p:scale>
      <p:origin x="0" y="-102"/>
    </p:cViewPr>
  </p:sorterViewPr>
  <p:notesViewPr>
    <p:cSldViewPr snapToGrid="0" showGuides="1">
      <p:cViewPr varScale="1">
        <p:scale>
          <a:sx n="97" d="100"/>
          <a:sy n="97" d="100"/>
        </p:scale>
        <p:origin x="353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5" Type="http://schemas.openxmlformats.org/officeDocument/2006/relationships/slideMaster" Target="slideMasters/slideMaster1.xml"/><Relationship Id="rId15"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537C3C-A511-4695-A2D5-8D5EBB18CE89}" type="datetimeFigureOut">
              <a:rPr lang="en-US" smtClean="0"/>
              <a:t>10/27/2025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1BF179-C15B-4065-B427-452918E62421}" type="slidenum">
              <a:rPr lang="en-US" smtClean="0"/>
              <a:t>‹#›</a:t>
            </a:fld>
            <a:endParaRPr lang="en-US"/>
          </a:p>
        </p:txBody>
      </p:sp>
    </p:spTree>
    <p:extLst>
      <p:ext uri="{BB962C8B-B14F-4D97-AF65-F5344CB8AC3E}">
        <p14:creationId xmlns:p14="http://schemas.microsoft.com/office/powerpoint/2010/main" val="155970938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7354014B-7070-40DE-9179-9FC2FBEDFC8E}" type="datetimeFigureOut">
              <a:rPr lang="en-US"/>
              <a:pPr>
                <a:defRPr/>
              </a:pPr>
              <a:t>10/27/2025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8C002942-9E23-44FC-9F91-B8D3DD73426D}" type="slidenum">
              <a:rPr lang="en-US"/>
              <a:pPr>
                <a:defRPr/>
              </a:pPr>
              <a:t>‹#›</a:t>
            </a:fld>
            <a:endParaRPr lang="en-US" dirty="0"/>
          </a:p>
        </p:txBody>
      </p:sp>
    </p:spTree>
    <p:extLst>
      <p:ext uri="{BB962C8B-B14F-4D97-AF65-F5344CB8AC3E}">
        <p14:creationId xmlns:p14="http://schemas.microsoft.com/office/powerpoint/2010/main" val="869272968"/>
      </p:ext>
    </p:extLst>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Title_1">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4666" r="9600"/>
          <a:stretch/>
        </p:blipFill>
        <p:spPr>
          <a:xfrm>
            <a:off x="0" y="0"/>
            <a:ext cx="8775511" cy="6858000"/>
          </a:xfrm>
          <a:prstGeom prst="rect">
            <a:avLst/>
          </a:prstGeom>
        </p:spPr>
      </p:pic>
      <p:sp>
        <p:nvSpPr>
          <p:cNvPr id="27" name="Rectangle 26"/>
          <p:cNvSpPr/>
          <p:nvPr userDrawn="1"/>
        </p:nvSpPr>
        <p:spPr>
          <a:xfrm>
            <a:off x="6730288" y="-10262"/>
            <a:ext cx="5461711" cy="6868262"/>
          </a:xfrm>
          <a:prstGeom prst="rect">
            <a:avLst/>
          </a:prstGeom>
          <a:solidFill>
            <a:srgbClr val="EB475E"/>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en-US"/>
          </a:p>
        </p:txBody>
      </p:sp>
      <p:pic>
        <p:nvPicPr>
          <p:cNvPr id="25" name="Picture 24" descr="Mahindra Logo.png"/>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bwMode="gray">
          <a:xfrm>
            <a:off x="10123147" y="445153"/>
            <a:ext cx="1467722" cy="447575"/>
          </a:xfrm>
          <a:prstGeom prst="rect">
            <a:avLst/>
          </a:prstGeom>
        </p:spPr>
      </p:pic>
      <p:sp>
        <p:nvSpPr>
          <p:cNvPr id="26" name="Text Placeholder 25"/>
          <p:cNvSpPr>
            <a:spLocks noGrp="1"/>
          </p:cNvSpPr>
          <p:nvPr>
            <p:ph type="body" sz="quarter" idx="10"/>
          </p:nvPr>
        </p:nvSpPr>
        <p:spPr>
          <a:xfrm>
            <a:off x="6428096" y="3013076"/>
            <a:ext cx="5162773" cy="831850"/>
          </a:xfrm>
          <a:prstGeom prst="rect">
            <a:avLst/>
          </a:prstGeom>
        </p:spPr>
        <p:txBody>
          <a:bodyPr/>
          <a:lstStyle>
            <a:lvl1pPr marL="0" indent="0" algn="r" rtl="0" fontAlgn="base">
              <a:spcBef>
                <a:spcPct val="0"/>
              </a:spcBef>
              <a:spcAft>
                <a:spcPct val="0"/>
              </a:spcAft>
              <a:buClr>
                <a:schemeClr val="tx2"/>
              </a:buClr>
              <a:buNone/>
              <a:defRPr lang="en-US" sz="4000" kern="1200" dirty="0">
                <a:solidFill>
                  <a:schemeClr val="bg1"/>
                </a:solidFill>
                <a:latin typeface="Arial Black" panose="020B0A04020102020204" pitchFamily="34" charset="0"/>
                <a:ea typeface="+mn-ea"/>
                <a:cs typeface="Arial" charset="0"/>
              </a:defRPr>
            </a:lvl1pPr>
          </a:lstStyle>
          <a:p>
            <a:pPr lvl="0"/>
            <a:endParaRPr lang="en-US" dirty="0"/>
          </a:p>
        </p:txBody>
      </p:sp>
      <p:sp>
        <p:nvSpPr>
          <p:cNvPr id="8" name="Text Placeholder 25"/>
          <p:cNvSpPr>
            <a:spLocks noGrp="1"/>
          </p:cNvSpPr>
          <p:nvPr>
            <p:ph type="body" sz="quarter" idx="11" hasCustomPrompt="1"/>
          </p:nvPr>
        </p:nvSpPr>
        <p:spPr>
          <a:xfrm>
            <a:off x="6428096" y="5691115"/>
            <a:ext cx="5162773" cy="532263"/>
          </a:xfrm>
          <a:prstGeom prst="rect">
            <a:avLst/>
          </a:prstGeom>
        </p:spPr>
        <p:txBody>
          <a:bodyPr anchor="ctr"/>
          <a:lstStyle>
            <a:lvl1pPr marL="0" indent="0" algn="r" rtl="0" fontAlgn="base">
              <a:spcBef>
                <a:spcPct val="0"/>
              </a:spcBef>
              <a:spcAft>
                <a:spcPct val="0"/>
              </a:spcAft>
              <a:buClr>
                <a:schemeClr val="tx2"/>
              </a:buClr>
              <a:buNone/>
              <a:defRPr lang="en-US" sz="2000" kern="1200" dirty="0">
                <a:solidFill>
                  <a:schemeClr val="bg1"/>
                </a:solidFill>
                <a:latin typeface="Arial Black" panose="020B0A04020102020204" pitchFamily="34" charset="0"/>
                <a:ea typeface="+mn-ea"/>
                <a:cs typeface="Arial" charset="0"/>
              </a:defRPr>
            </a:lvl1pPr>
          </a:lstStyle>
          <a:p>
            <a:pPr lvl="0"/>
            <a:r>
              <a:rPr lang="en-US" dirty="0"/>
              <a:t>Subtitle/Year</a:t>
            </a:r>
          </a:p>
        </p:txBody>
      </p:sp>
      <p:pic>
        <p:nvPicPr>
          <p:cNvPr id="7" name="Picture 6" descr="Ridge.pdf"/>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ltGray">
          <a:xfrm>
            <a:off x="471" y="4"/>
            <a:ext cx="1473487" cy="696032"/>
          </a:xfrm>
          <a:prstGeom prst="rect">
            <a:avLst/>
          </a:prstGeom>
        </p:spPr>
      </p:pic>
    </p:spTree>
    <p:extLst>
      <p:ext uri="{BB962C8B-B14F-4D97-AF65-F5344CB8AC3E}">
        <p14:creationId xmlns:p14="http://schemas.microsoft.com/office/powerpoint/2010/main" val="330444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9" name="TextBox 8"/>
          <p:cNvSpPr txBox="1">
            <a:spLocks noChangeArrowheads="1"/>
          </p:cNvSpPr>
          <p:nvPr/>
        </p:nvSpPr>
        <p:spPr bwMode="gray">
          <a:xfrm>
            <a:off x="1822462" y="2759894"/>
            <a:ext cx="9006415" cy="2586221"/>
          </a:xfrm>
          <a:prstGeom prst="rect">
            <a:avLst/>
          </a:prstGeom>
          <a:noFill/>
          <a:ln w="9525">
            <a:noFill/>
            <a:miter lim="800000"/>
          </a:ln>
        </p:spPr>
        <p:txBody>
          <a:bodyPr wrap="square" lIns="0" tIns="0" rIns="0" bIns="0">
            <a:spAutoFit/>
          </a:bodyPr>
          <a:lstStyle/>
          <a:p>
            <a:pPr algn="just" defTabSz="1218323" fontAlgn="auto">
              <a:spcBef>
                <a:spcPts val="800"/>
              </a:spcBef>
              <a:spcAft>
                <a:spcPts val="0"/>
              </a:spcAft>
            </a:pPr>
            <a:r>
              <a:rPr lang="en-US" sz="1200" b="1" dirty="0">
                <a:solidFill>
                  <a:srgbClr val="6D6E71"/>
                </a:solidFill>
                <a:latin typeface="+mj-lt"/>
                <a:cs typeface="Arial" panose="020B0604020202020204" pitchFamily="34" charset="0"/>
              </a:rPr>
              <a:t>Disclaimer </a:t>
            </a:r>
          </a:p>
          <a:p>
            <a:pPr algn="just" defTabSz="1218323" fontAlgn="auto">
              <a:spcBef>
                <a:spcPts val="800"/>
              </a:spcBef>
              <a:spcAft>
                <a:spcPts val="0"/>
              </a:spcAft>
            </a:pPr>
            <a:r>
              <a:rPr lang="en-US" sz="1067" dirty="0">
                <a:solidFill>
                  <a:srgbClr val="6D6E71"/>
                </a:solidFill>
                <a:latin typeface="+mj-lt"/>
                <a:cs typeface="Arial" panose="020B0604020202020204"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10" name="Title 1"/>
          <p:cNvSpPr txBox="1">
            <a:spLocks/>
          </p:cNvSpPr>
          <p:nvPr userDrawn="1"/>
        </p:nvSpPr>
        <p:spPr bwMode="gray">
          <a:xfrm>
            <a:off x="1855565" y="1583536"/>
            <a:ext cx="8973312" cy="430887"/>
          </a:xfrm>
          <a:prstGeom prst="rect">
            <a:avLst/>
          </a:prstGeom>
          <a:noFill/>
          <a:ln w="9525">
            <a:noFill/>
            <a:miter lim="800000"/>
          </a:ln>
        </p:spPr>
        <p:txBody>
          <a:bodyPr vert="horz" wrap="square" lIns="0" tIns="0" rIns="0" bIns="0" numCol="1" anchor="t" anchorCtr="0" compatLnSpc="1">
            <a:spAutoFit/>
          </a:bodyPr>
          <a:lstStyle>
            <a:lvl1pPr algn="l" defTabSz="1218323" rtl="0" eaLnBrk="1" latinLnBrk="0" hangingPunct="1">
              <a:spcBef>
                <a:spcPct val="0"/>
              </a:spcBef>
              <a:buNone/>
              <a:defRPr lang="en-US" sz="2800" b="0" kern="1200" dirty="0">
                <a:solidFill>
                  <a:schemeClr val="tx2"/>
                </a:solidFill>
                <a:latin typeface="+mj-lt"/>
                <a:ea typeface="+mj-ea"/>
                <a:cs typeface="Arial" panose="020B0604020202020204" pitchFamily="34" charset="0"/>
              </a:defRPr>
            </a:lvl1pPr>
          </a:lstStyle>
          <a:p>
            <a:pPr fontAlgn="base">
              <a:spcAft>
                <a:spcPct val="0"/>
              </a:spcAft>
            </a:pPr>
            <a:r>
              <a:rPr lang="en-US" dirty="0">
                <a:latin typeface="Arial Black" panose="020B0A04020102020204" pitchFamily="34" charset="0"/>
              </a:rPr>
              <a:t>Thank you</a:t>
            </a:r>
          </a:p>
        </p:txBody>
      </p:sp>
      <p:sp>
        <p:nvSpPr>
          <p:cNvPr id="13" name="Title 1"/>
          <p:cNvSpPr txBox="1">
            <a:spLocks/>
          </p:cNvSpPr>
          <p:nvPr userDrawn="1"/>
        </p:nvSpPr>
        <p:spPr bwMode="gray">
          <a:xfrm>
            <a:off x="1855565" y="2014423"/>
            <a:ext cx="8973312" cy="307777"/>
          </a:xfrm>
          <a:prstGeom prst="rect">
            <a:avLst/>
          </a:prstGeom>
          <a:noFill/>
          <a:ln w="9525">
            <a:noFill/>
            <a:miter lim="800000"/>
          </a:ln>
        </p:spPr>
        <p:txBody>
          <a:bodyPr vert="horz" wrap="square" lIns="0" tIns="0" rIns="0" bIns="0" numCol="1" anchor="t" anchorCtr="0" compatLnSpc="1">
            <a:spAutoFit/>
          </a:bodyPr>
          <a:lstStyle>
            <a:lvl1pPr algn="l" defTabSz="1218323" rtl="0" eaLnBrk="1" latinLnBrk="0" hangingPunct="1">
              <a:spcBef>
                <a:spcPct val="0"/>
              </a:spcBef>
              <a:buNone/>
              <a:defRPr lang="en-US" sz="2800" b="0" kern="1200" dirty="0">
                <a:solidFill>
                  <a:schemeClr val="tx2"/>
                </a:solidFill>
                <a:latin typeface="+mj-lt"/>
                <a:ea typeface="+mj-ea"/>
                <a:cs typeface="Arial" panose="020B0604020202020204" pitchFamily="34" charset="0"/>
              </a:defRPr>
            </a:lvl1pPr>
          </a:lstStyle>
          <a:p>
            <a:pPr marL="0" lvl="0" indent="0" algn="l" defTabSz="1218323" rtl="0" eaLnBrk="1" fontAlgn="base" latinLnBrk="0" hangingPunct="1">
              <a:spcBef>
                <a:spcPts val="0"/>
              </a:spcBef>
              <a:spcAft>
                <a:spcPct val="0"/>
              </a:spcAft>
              <a:buClr>
                <a:schemeClr val="tx2"/>
              </a:buClr>
              <a:buSzPct val="120000"/>
              <a:buFont typeface="Arial" panose="020B0604020202020204" pitchFamily="34" charset="0"/>
              <a:buNone/>
            </a:pPr>
            <a:r>
              <a:rPr lang="en-US" sz="2000" b="0" kern="1200" baseline="0" dirty="0">
                <a:solidFill>
                  <a:srgbClr val="EB475E"/>
                </a:solidFill>
                <a:latin typeface="+mj-lt"/>
                <a:ea typeface="+mn-ea"/>
                <a:cs typeface="Arial" panose="020B0604020202020204" pitchFamily="34" charset="0"/>
              </a:rPr>
              <a:t>www.techmahindra.com</a:t>
            </a:r>
          </a:p>
        </p:txBody>
      </p:sp>
    </p:spTree>
    <p:extLst>
      <p:ext uri="{BB962C8B-B14F-4D97-AF65-F5344CB8AC3E}">
        <p14:creationId xmlns:p14="http://schemas.microsoft.com/office/powerpoint/2010/main" val="3812263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Seit">
    <p:spTree>
      <p:nvGrpSpPr>
        <p:cNvPr id="1" name=""/>
        <p:cNvGrpSpPr/>
        <p:nvPr/>
      </p:nvGrpSpPr>
      <p:grpSpPr>
        <a:xfrm>
          <a:off x="0" y="0"/>
          <a:ext cx="0" cy="0"/>
          <a:chOff x="0" y="0"/>
          <a:chExt cx="0" cy="0"/>
        </a:xfrm>
      </p:grpSpPr>
      <p:sp>
        <p:nvSpPr>
          <p:cNvPr id="7" name="Title 4"/>
          <p:cNvSpPr>
            <a:spLocks noGrp="1"/>
          </p:cNvSpPr>
          <p:nvPr>
            <p:ph type="title" hasCustomPrompt="1"/>
          </p:nvPr>
        </p:nvSpPr>
        <p:spPr>
          <a:xfrm>
            <a:off x="447472" y="560723"/>
            <a:ext cx="9567386" cy="369332"/>
          </a:xfrm>
          <a:prstGeom prst="rect">
            <a:avLst/>
          </a:prstGeom>
        </p:spPr>
        <p:txBody>
          <a:bodyPr lIns="0" tIns="0" rIns="0" bIns="0" anchor="ctr"/>
          <a:lstStyle>
            <a:lvl1pPr>
              <a:defRPr>
                <a:latin typeface="Arial Black" panose="020B0A04020102020204" pitchFamily="34" charset="0"/>
              </a:defRPr>
            </a:lvl1pPr>
          </a:lstStyle>
          <a:p>
            <a:r>
              <a:rPr lang="en-US" dirty="0"/>
              <a:t>Click to add title</a:t>
            </a:r>
          </a:p>
        </p:txBody>
      </p:sp>
      <p:sp>
        <p:nvSpPr>
          <p:cNvPr id="11" name="Text Placeholder 10"/>
          <p:cNvSpPr>
            <a:spLocks noGrp="1"/>
          </p:cNvSpPr>
          <p:nvPr>
            <p:ph type="body" sz="quarter" idx="10" hasCustomPrompt="1"/>
          </p:nvPr>
        </p:nvSpPr>
        <p:spPr>
          <a:xfrm>
            <a:off x="447471" y="925164"/>
            <a:ext cx="9567386" cy="352094"/>
          </a:xfrm>
          <a:prstGeom prst="rect">
            <a:avLst/>
          </a:prstGeom>
        </p:spPr>
        <p:txBody>
          <a:bodyPr lIns="0" tIns="0" rIns="0" bIns="0" anchor="ctr"/>
          <a:lstStyle>
            <a:lvl1pPr marL="0" indent="0" algn="l" defTabSz="1218323" rtl="0" eaLnBrk="1" fontAlgn="auto" latinLnBrk="0" hangingPunct="1">
              <a:spcBef>
                <a:spcPct val="0"/>
              </a:spcBef>
              <a:spcAft>
                <a:spcPts val="0"/>
              </a:spcAft>
              <a:buNone/>
              <a:defRPr lang="en-US" sz="1600" b="0" kern="1200" dirty="0">
                <a:solidFill>
                  <a:srgbClr val="EB475E"/>
                </a:solidFill>
                <a:latin typeface="+mj-lt"/>
                <a:ea typeface="+mj-ea"/>
                <a:cs typeface="Arial" panose="020B0604020202020204" pitchFamily="34" charset="0"/>
              </a:defRPr>
            </a:lvl1pPr>
          </a:lstStyle>
          <a:p>
            <a:pPr lvl="0"/>
            <a:r>
              <a:rPr lang="en-US" dirty="0"/>
              <a:t>Click to add subtitle</a:t>
            </a:r>
          </a:p>
        </p:txBody>
      </p:sp>
    </p:spTree>
    <p:extLst>
      <p:ext uri="{BB962C8B-B14F-4D97-AF65-F5344CB8AC3E}">
        <p14:creationId xmlns:p14="http://schemas.microsoft.com/office/powerpoint/2010/main" val="865763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Title 4"/>
          <p:cNvSpPr>
            <a:spLocks noGrp="1"/>
          </p:cNvSpPr>
          <p:nvPr>
            <p:ph type="title" hasCustomPrompt="1"/>
          </p:nvPr>
        </p:nvSpPr>
        <p:spPr>
          <a:xfrm>
            <a:off x="1349172" y="205123"/>
            <a:ext cx="9567386" cy="369332"/>
          </a:xfrm>
          <a:prstGeom prst="rect">
            <a:avLst/>
          </a:prstGeom>
        </p:spPr>
        <p:txBody>
          <a:bodyPr lIns="0" tIns="0" rIns="0" bIns="0" anchor="ctr"/>
          <a:lstStyle>
            <a:lvl1pPr>
              <a:defRPr>
                <a:latin typeface="Arial Black" panose="020B0A04020102020204" pitchFamily="34" charset="0"/>
              </a:defRPr>
            </a:lvl1pPr>
          </a:lstStyle>
          <a:p>
            <a:r>
              <a:rPr lang="en-US" dirty="0"/>
              <a:t>Click to add title</a:t>
            </a:r>
          </a:p>
        </p:txBody>
      </p:sp>
    </p:spTree>
    <p:extLst>
      <p:ext uri="{BB962C8B-B14F-4D97-AF65-F5344CB8AC3E}">
        <p14:creationId xmlns:p14="http://schemas.microsoft.com/office/powerpoint/2010/main" val="3833867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7_Vuota">
    <p:spTree>
      <p:nvGrpSpPr>
        <p:cNvPr id="1" name=""/>
        <p:cNvGrpSpPr/>
        <p:nvPr/>
      </p:nvGrpSpPr>
      <p:grpSpPr>
        <a:xfrm>
          <a:off x="0" y="0"/>
          <a:ext cx="0" cy="0"/>
          <a:chOff x="0" y="0"/>
          <a:chExt cx="0" cy="0"/>
        </a:xfrm>
      </p:grpSpPr>
      <p:sp>
        <p:nvSpPr>
          <p:cNvPr id="3" name="Segnaposto testo 4"/>
          <p:cNvSpPr>
            <a:spLocks noGrp="1"/>
          </p:cNvSpPr>
          <p:nvPr>
            <p:ph type="body" sz="quarter" idx="10"/>
          </p:nvPr>
        </p:nvSpPr>
        <p:spPr>
          <a:xfrm>
            <a:off x="335770" y="300833"/>
            <a:ext cx="11475879" cy="495300"/>
          </a:xfrm>
          <a:prstGeom prst="rect">
            <a:avLst/>
          </a:prstGeom>
        </p:spPr>
        <p:txBody>
          <a:bodyPr lIns="91411" tIns="45719" rIns="91411" bIns="45719"/>
          <a:lstStyle>
            <a:lvl1pPr algn="l">
              <a:defRPr sz="2400" cap="all" baseline="0">
                <a:latin typeface="Terminal Dosis" pitchFamily="2" charset="0"/>
              </a:defRPr>
            </a:lvl1pPr>
            <a:lvl2pPr algn="l">
              <a:defRPr sz="950" cap="all" baseline="0">
                <a:latin typeface="Century Gothic" pitchFamily="34" charset="0"/>
              </a:defRPr>
            </a:lvl2pPr>
          </a:lstStyle>
          <a:p>
            <a:pPr lvl="0"/>
            <a:r>
              <a:rPr lang="it-IT" dirty="0"/>
              <a:t>Fare clic per modificare stili del testo dello schema</a:t>
            </a:r>
          </a:p>
        </p:txBody>
      </p:sp>
      <p:sp>
        <p:nvSpPr>
          <p:cNvPr id="4" name="Rettangolo 5"/>
          <p:cNvSpPr>
            <a:spLocks noChangeArrowheads="1"/>
          </p:cNvSpPr>
          <p:nvPr userDrawn="1"/>
        </p:nvSpPr>
        <p:spPr bwMode="auto">
          <a:xfrm>
            <a:off x="0" y="1021557"/>
            <a:ext cx="12192000" cy="5332412"/>
          </a:xfrm>
          <a:prstGeom prst="rect">
            <a:avLst/>
          </a:prstGeom>
          <a:solidFill>
            <a:srgbClr val="EBEEED"/>
          </a:solidFill>
          <a:ln>
            <a:noFill/>
          </a:ln>
          <a:extLst>
            <a:ext uri="{91240B29-F687-4F45-9708-019B960494DF}">
              <a14:hiddenLine xmlns:a14="http://schemas.microsoft.com/office/drawing/2010/main" w="12700">
                <a:solidFill>
                  <a:srgbClr val="000000"/>
                </a:solidFill>
                <a:round/>
                <a:headEnd/>
                <a:tailEnd/>
              </a14:hiddenLine>
            </a:ext>
          </a:extLst>
        </p:spPr>
        <p:txBody>
          <a:bodyPr lIns="45706" tIns="22860" rIns="45706" bIns="22860"/>
          <a:lstStyle/>
          <a:p>
            <a:pPr algn="ctr"/>
            <a:endParaRPr lang="it-IT" sz="2950" dirty="0">
              <a:solidFill>
                <a:srgbClr val="414141"/>
              </a:solidFill>
              <a:latin typeface="Terminal Dosis" pitchFamily="2" charset="0"/>
              <a:sym typeface="Gill Sans Light" charset="0"/>
            </a:endParaRPr>
          </a:p>
        </p:txBody>
      </p:sp>
    </p:spTree>
    <p:extLst>
      <p:ext uri="{BB962C8B-B14F-4D97-AF65-F5344CB8AC3E}">
        <p14:creationId xmlns:p14="http://schemas.microsoft.com/office/powerpoint/2010/main" val="16842569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2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56" y="790142"/>
            <a:ext cx="10968567" cy="3600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40" b="0" kern="1200" dirty="0">
                <a:solidFill>
                  <a:schemeClr val="tx2"/>
                </a:solidFill>
                <a:latin typeface="Century Gothic" pitchFamily="34" charset="0"/>
                <a:ea typeface="+mj-ea"/>
                <a:cs typeface="Arial" pitchFamily="34" charset="0"/>
              </a:defRPr>
            </a:lvl1pPr>
          </a:lstStyle>
          <a:p>
            <a:pPr lvl="0" algn="l" defTabSz="1188482"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641349" y="1971678"/>
            <a:ext cx="10966451" cy="1800493"/>
          </a:xfrm>
        </p:spPr>
        <p:txBody>
          <a:bodyPr wrap="square">
            <a:spAutoFit/>
          </a:bodyPr>
          <a:lstStyle>
            <a:lvl1pPr>
              <a:spcBef>
                <a:spcPts val="0"/>
              </a:spcBef>
              <a:spcAft>
                <a:spcPts val="0"/>
              </a:spcAft>
              <a:defRPr lang="en-US" sz="234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312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34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34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340" b="0" kern="1200" baseline="0" dirty="0" smtClean="0">
                <a:solidFill>
                  <a:schemeClr val="tx1"/>
                </a:solidFill>
                <a:latin typeface="Century Gothic" pitchFamily="34" charset="0"/>
                <a:ea typeface="+mn-ea"/>
                <a:cs typeface="Arial" pitchFamily="34" charset="0"/>
              </a:defRPr>
            </a:lvl5pPr>
            <a:lvl6pPr marL="1865256" indent="-371401">
              <a:spcBef>
                <a:spcPts val="0"/>
              </a:spcBef>
              <a:spcAft>
                <a:spcPts val="0"/>
              </a:spcAft>
              <a:buClr>
                <a:schemeClr val="tx2"/>
              </a:buClr>
              <a:buSzPct val="70000"/>
              <a:buFont typeface="Wingdings" pitchFamily="2" charset="2"/>
              <a:buChar char="§"/>
              <a:defRPr lang="en-US" sz="2340" kern="1200" dirty="0" smtClean="0">
                <a:solidFill>
                  <a:schemeClr val="tx1"/>
                </a:solidFill>
                <a:latin typeface="Century Gothic" pitchFamily="34" charset="0"/>
                <a:ea typeface="+mn-ea"/>
                <a:cs typeface="Arial" pitchFamily="34" charset="0"/>
              </a:defRPr>
            </a:lvl6pPr>
            <a:lvl7pPr marL="2228403" indent="-354894">
              <a:spcBef>
                <a:spcPts val="0"/>
              </a:spcBef>
              <a:spcAft>
                <a:spcPts val="0"/>
              </a:spcAft>
              <a:buClr>
                <a:schemeClr val="tx2"/>
              </a:buClr>
              <a:buSzPct val="70000"/>
              <a:buFont typeface="Arial" pitchFamily="34" charset="0"/>
              <a:buChar char="–"/>
              <a:defRPr sz="2340" baseline="0">
                <a:solidFill>
                  <a:schemeClr val="tx1"/>
                </a:solidFill>
                <a:latin typeface="+mn-lt"/>
                <a:cs typeface="Arial" pitchFamily="34" charset="0"/>
              </a:defRPr>
            </a:lvl7pPr>
            <a:lvl8pPr marL="2079844" indent="-297118">
              <a:spcBef>
                <a:spcPts val="0"/>
              </a:spcBef>
              <a:spcAft>
                <a:spcPts val="0"/>
              </a:spcAft>
              <a:buSzPct val="70000"/>
              <a:defRPr sz="2340" baseline="0">
                <a:latin typeface="Arial" pitchFamily="34" charset="0"/>
                <a:cs typeface="Arial" pitchFamily="34" charset="0"/>
              </a:defRPr>
            </a:lvl8pPr>
            <a:lvl9pPr marL="2370781" indent="-290927">
              <a:spcBef>
                <a:spcPts val="0"/>
              </a:spcBef>
              <a:spcAft>
                <a:spcPts val="0"/>
              </a:spcAft>
              <a:buSzPct val="70000"/>
              <a:buFont typeface="Arial" pitchFamily="34" charset="0"/>
              <a:buChar char="–"/>
              <a:defRPr sz="2340">
                <a:latin typeface="Arial" pitchFamily="34" charset="0"/>
                <a:cs typeface="Arial" pitchFamily="34" charset="0"/>
              </a:defRPr>
            </a:lvl9pPr>
          </a:lstStyle>
          <a:p>
            <a:pPr marL="377593" lvl="0" indent="-377593" algn="l" defTabSz="11884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42804" lvl="2" indent="-363147" algn="l" defTabSz="11884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05951" lvl="3" indent="-363147" algn="l" defTabSz="11884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77352" lvl="4" indent="-371401" algn="l" defTabSz="12132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65256" lvl="5" indent="-371401" algn="l" defTabSz="1188482"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6139774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1" y="719139"/>
            <a:ext cx="10966451"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305"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78"/>
            <a:ext cx="10966451" cy="1384995"/>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4949" indent="-28572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320" indent="-273023">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032" indent="-228576">
              <a:spcBef>
                <a:spcPts val="0"/>
              </a:spcBef>
              <a:spcAft>
                <a:spcPts val="0"/>
              </a:spcAft>
              <a:buSzPct val="70000"/>
              <a:defRPr sz="1800" baseline="0">
                <a:latin typeface="Arial" pitchFamily="34" charset="0"/>
                <a:cs typeface="Arial" pitchFamily="34" charset="0"/>
              </a:defRPr>
            </a:lvl8pPr>
            <a:lvl9pPr marL="1823846" indent="-223814">
              <a:spcBef>
                <a:spcPts val="0"/>
              </a:spcBef>
              <a:spcAft>
                <a:spcPts val="0"/>
              </a:spcAft>
              <a:buSzPct val="70000"/>
              <a:buFont typeface="Arial" pitchFamily="34" charset="0"/>
              <a:buChar char="–"/>
              <a:defRPr sz="1800">
                <a:latin typeface="Arial" pitchFamily="34" charset="0"/>
                <a:cs typeface="Arial" pitchFamily="34" charset="0"/>
              </a:defRPr>
            </a:lvl9pPr>
          </a:lstStyle>
          <a:p>
            <a:pPr marL="290482" lvl="0" indent="-290482" algn="l" defTabSz="9143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40" lvl="2" indent="-279372" algn="l" defTabSz="9143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811" lvl="3" indent="-279372" algn="l" defTabSz="9143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530" lvl="4" indent="-285720" algn="l" defTabSz="93335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949" lvl="5" indent="-285720" algn="l" defTabSz="9143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351" y="1145762"/>
            <a:ext cx="10966451" cy="295465"/>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53836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prstGeom prst="rect">
            <a:avLst/>
          </a:prstGeo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a:prstGeom prst="rect">
            <a:avLst/>
          </a:prstGeo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44790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51" y="229235"/>
            <a:ext cx="1096856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0" kern="1200" dirty="0">
                <a:solidFill>
                  <a:schemeClr val="tx2"/>
                </a:solidFill>
                <a:latin typeface="Century Gothic" pitchFamily="34" charset="0"/>
                <a:ea typeface="+mj-ea"/>
                <a:cs typeface="Arial" pitchFamily="34" charset="0"/>
              </a:defRPr>
            </a:lvl1pPr>
          </a:lstStyle>
          <a:p>
            <a:pPr lvl="0" algn="l" defTabSz="1219170"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245235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51" y="727075"/>
            <a:ext cx="1096856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0" kern="1200" dirty="0">
                <a:solidFill>
                  <a:schemeClr val="tx2"/>
                </a:solidFill>
                <a:latin typeface="Century Gothic" pitchFamily="34" charset="0"/>
                <a:ea typeface="+mj-ea"/>
                <a:cs typeface="Arial" pitchFamily="34" charset="0"/>
              </a:defRPr>
            </a:lvl1pPr>
          </a:lstStyle>
          <a:p>
            <a:pPr lvl="0" algn="l" defTabSz="1219170"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641349" y="1971677"/>
            <a:ext cx="10966451" cy="2052165"/>
          </a:xfrm>
          <a:prstGeom prst="rect">
            <a:avLst/>
          </a:prstGeom>
        </p:spPr>
        <p:txBody>
          <a:bodyPr wrap="square">
            <a:spAutoFit/>
          </a:bodyPr>
          <a:lstStyle>
            <a:lvl1pPr>
              <a:spcBef>
                <a:spcPts val="0"/>
              </a:spcBef>
              <a:spcAft>
                <a:spcPts val="0"/>
              </a:spcAft>
              <a:defRPr lang="en-US" sz="2667"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667"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667"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667" b="0" kern="1200" baseline="0" dirty="0" smtClean="0">
                <a:solidFill>
                  <a:schemeClr val="tx1"/>
                </a:solidFill>
                <a:latin typeface="Century Gothic" pitchFamily="34" charset="0"/>
                <a:ea typeface="+mn-ea"/>
                <a:cs typeface="Arial" pitchFamily="34" charset="0"/>
              </a:defRPr>
            </a:lvl5pPr>
            <a:lvl6pPr marL="1913419" indent="-380990">
              <a:spcBef>
                <a:spcPts val="0"/>
              </a:spcBef>
              <a:spcAft>
                <a:spcPts val="0"/>
              </a:spcAft>
              <a:buClr>
                <a:schemeClr val="tx2"/>
              </a:buClr>
              <a:buSzPct val="70000"/>
              <a:buFont typeface="Wingdings" pitchFamily="2" charset="2"/>
              <a:buChar char="§"/>
              <a:defRPr lang="en-US" sz="2667" kern="1200" dirty="0" smtClean="0">
                <a:solidFill>
                  <a:schemeClr val="tx1"/>
                </a:solidFill>
                <a:latin typeface="Century Gothic" pitchFamily="34" charset="0"/>
                <a:ea typeface="+mn-ea"/>
                <a:cs typeface="Arial" pitchFamily="34" charset="0"/>
              </a:defRPr>
            </a:lvl6pPr>
            <a:lvl7pPr marL="2285943" indent="-364058">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3547" indent="-304792">
              <a:spcBef>
                <a:spcPts val="0"/>
              </a:spcBef>
              <a:spcAft>
                <a:spcPts val="0"/>
              </a:spcAft>
              <a:buSzPct val="70000"/>
              <a:defRPr sz="2400" baseline="0">
                <a:latin typeface="Arial" pitchFamily="34" charset="0"/>
                <a:cs typeface="Arial" pitchFamily="34" charset="0"/>
              </a:defRPr>
            </a:lvl8pPr>
            <a:lvl9pPr marL="2431990" indent="-298443">
              <a:spcBef>
                <a:spcPts val="0"/>
              </a:spcBef>
              <a:spcAft>
                <a:spcPts val="0"/>
              </a:spcAft>
              <a:buSzPct val="70000"/>
              <a:buFont typeface="Arial" pitchFamily="34" charset="0"/>
              <a:buChar char="–"/>
              <a:defRPr sz="2400">
                <a:latin typeface="Arial" pitchFamily="34" charset="0"/>
                <a:cs typeface="Arial" pitchFamily="34" charset="0"/>
              </a:defRPr>
            </a:lvl9pPr>
          </a:lstStyle>
          <a:p>
            <a:pPr marL="387341" lvl="0" indent="-387341" algn="l" defTabSz="12191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981" lvl="2" indent="-372524" algn="l" defTabSz="12191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505" lvl="3" indent="-372524" algn="l" defTabSz="12191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5495" lvl="4" indent="-380990" algn="l" defTabSz="124456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3419" lvl="5" indent="-380990" algn="l" defTabSz="12191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1087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txBox="1">
            <a:spLocks noGrp="1"/>
          </p:cNvSpPr>
          <p:nvPr>
            <p:ph type="title"/>
          </p:nvPr>
        </p:nvSpPr>
        <p:spPr>
          <a:xfrm>
            <a:off x="624419" y="742867"/>
            <a:ext cx="10949516" cy="369332"/>
          </a:xfrm>
          <a:prstGeom prst="rect">
            <a:avLst/>
          </a:prstGeom>
        </p:spPr>
        <p:txBody>
          <a:bodyPr/>
          <a:lstStyle>
            <a:lvl1pPr>
              <a:defRPr/>
            </a:lvl1pPr>
          </a:lstStyle>
          <a:p>
            <a:pPr lvl="0"/>
            <a:r>
              <a:rPr lang="en-US"/>
              <a:t>Click to edit Master title style</a:t>
            </a:r>
          </a:p>
        </p:txBody>
      </p:sp>
      <p:sp>
        <p:nvSpPr>
          <p:cNvPr id="3" name="Content Placeholder 2"/>
          <p:cNvSpPr txBox="1">
            <a:spLocks noGrp="1"/>
          </p:cNvSpPr>
          <p:nvPr>
            <p:ph idx="1"/>
          </p:nvPr>
        </p:nvSpPr>
        <p:spPr>
          <a:xfrm>
            <a:off x="641347" y="1971682"/>
            <a:ext cx="10949512" cy="1846659"/>
          </a:xfrm>
          <a:prstGeom prst="rect">
            <a:avLst/>
          </a:prstGeom>
        </p:spPr>
        <p:txBody>
          <a:bodyPr/>
          <a:lstStyle>
            <a:lvl1pPr>
              <a:defRPr/>
            </a:lvl1pPr>
            <a:lvl2pPr marL="380926" lvl="1" defTabSz="1218967">
              <a:buSzPct val="100000"/>
              <a:buFont typeface="Wingdings" pitchFamily="2"/>
              <a:buChar char="§"/>
              <a:defRPr>
                <a:latin typeface="Arial"/>
                <a:cs typeface="Arial" pitchFamily="34"/>
              </a:defRPr>
            </a:lvl2pPr>
            <a:lvl3pPr marL="761853" lvl="2" indent="-372465">
              <a:spcBef>
                <a:spcPts val="0"/>
              </a:spcBef>
              <a:buSzPct val="90000"/>
              <a:buFont typeface="Arial" pitchFamily="34"/>
              <a:buChar char="–"/>
              <a:defRPr sz="2400">
                <a:cs typeface="Arial" pitchFamily="34"/>
              </a:defRPr>
            </a:lvl3pPr>
            <a:lvl4pPr marL="1134318" lvl="3" indent="-372465" algn="l">
              <a:buClr>
                <a:srgbClr val="E31837"/>
              </a:buClr>
              <a:buSzPct val="80000"/>
              <a:buFont typeface="Wingdings" pitchFamily="2"/>
              <a:buChar char="§"/>
              <a:defRPr kern="1200">
                <a:latin typeface="Arial" pitchFamily="34"/>
              </a:defRPr>
            </a:lvl4pPr>
            <a:lvl5pPr marL="1515245" lvl="4" indent="-380926" algn="l" defTabSz="1244356">
              <a:buClr>
                <a:srgbClr val="E31837"/>
              </a:buClr>
              <a:buSzPct val="70000"/>
              <a:buFont typeface="Arial" pitchFamily="34"/>
              <a:buChar char="–"/>
              <a:defRPr kern="1200">
                <a:latin typeface="Arial" pitchFamily="3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txBox="1">
            <a:spLocks noGrp="1"/>
          </p:cNvSpPr>
          <p:nvPr>
            <p:ph type="sldNum" sz="quarter" idx="8"/>
          </p:nvPr>
        </p:nvSpPr>
        <p:spPr>
          <a:xfrm>
            <a:off x="135464" y="6184904"/>
            <a:ext cx="2539995" cy="457200"/>
          </a:xfrm>
          <a:prstGeom prst="rect">
            <a:avLst/>
          </a:prstGeom>
          <a:noFill/>
          <a:ln>
            <a:noFill/>
          </a:ln>
        </p:spPr>
        <p:txBody>
          <a:bodyPr vert="horz" wrap="square" lIns="91424" tIns="45712" rIns="91424" bIns="45712" anchor="t" anchorCtr="0" compatLnSpc="1"/>
          <a:lstStyle>
            <a:lvl1pPr marL="0" marR="0" lvl="0" indent="0" algn="l" defTabSz="1218283" rtl="0" fontAlgn="auto" hangingPunct="1">
              <a:lnSpc>
                <a:spcPct val="100000"/>
              </a:lnSpc>
              <a:spcBef>
                <a:spcPts val="0"/>
              </a:spcBef>
              <a:spcAft>
                <a:spcPts val="0"/>
              </a:spcAft>
              <a:buNone/>
              <a:tabLst/>
              <a:defRPr lang="en-US" sz="2400" b="0" i="0" u="none" strike="noStrike" kern="1200" cap="none" spc="0" baseline="0">
                <a:solidFill>
                  <a:srgbClr val="000000"/>
                </a:solidFill>
                <a:uFillTx/>
                <a:latin typeface="Arial"/>
              </a:defRPr>
            </a:lvl1pPr>
          </a:lstStyle>
          <a:p>
            <a:pPr lvl="0"/>
            <a:fld id="{30A56C95-DF7F-4586-9DAD-00C93ABD67CA}" type="slidenum">
              <a:t>‹#›</a:t>
            </a:fld>
            <a:endParaRPr lang="en-US"/>
          </a:p>
        </p:txBody>
      </p:sp>
    </p:spTree>
    <p:extLst>
      <p:ext uri="{BB962C8B-B14F-4D97-AF65-F5344CB8AC3E}">
        <p14:creationId xmlns:p14="http://schemas.microsoft.com/office/powerpoint/2010/main" val="34121436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4" y="719142"/>
            <a:ext cx="10966449" cy="65665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267" b="1" kern="1200" dirty="0">
                <a:solidFill>
                  <a:schemeClr val="tx2"/>
                </a:solidFill>
                <a:latin typeface="Arial" pitchFamily="34" charset="0"/>
                <a:ea typeface="+mj-ea"/>
                <a:cs typeface="Arial" pitchFamily="34" charset="0"/>
              </a:defRPr>
            </a:lvl1pPr>
          </a:lstStyle>
          <a:p>
            <a:pPr lvl="0" algn="l" defTabSz="121901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79"/>
            <a:ext cx="10966451" cy="1846659"/>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3180" indent="-380942">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5658" indent="-364012">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3280" indent="-304754">
              <a:spcBef>
                <a:spcPts val="0"/>
              </a:spcBef>
              <a:spcAft>
                <a:spcPts val="0"/>
              </a:spcAft>
              <a:buSzPct val="70000"/>
              <a:defRPr sz="2400" baseline="0">
                <a:latin typeface="Arial" pitchFamily="34" charset="0"/>
                <a:cs typeface="Arial" pitchFamily="34" charset="0"/>
              </a:defRPr>
            </a:lvl8pPr>
            <a:lvl9pPr marL="2431686" indent="-298406">
              <a:spcBef>
                <a:spcPts val="0"/>
              </a:spcBef>
              <a:spcAft>
                <a:spcPts val="0"/>
              </a:spcAft>
              <a:buSzPct val="70000"/>
              <a:buFont typeface="Arial" pitchFamily="34" charset="0"/>
              <a:buChar char="–"/>
              <a:defRPr sz="2400">
                <a:latin typeface="Arial" pitchFamily="34" charset="0"/>
                <a:cs typeface="Arial" pitchFamily="34" charset="0"/>
              </a:defRPr>
            </a:lvl9pPr>
          </a:lstStyle>
          <a:p>
            <a:pPr marL="387293" lvl="0" indent="-387293" algn="l" defTabSz="121901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886" lvl="2" indent="-372477" algn="l" defTabSz="121901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364" lvl="3" indent="-372477" algn="l" defTabSz="121901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5306" lvl="4" indent="-380942" algn="l" defTabSz="124441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3180" lvl="5" indent="-380942" algn="l" defTabSz="1219018"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700322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3867" y="152400"/>
            <a:ext cx="8906933" cy="369332"/>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406400" y="685802"/>
            <a:ext cx="10972800" cy="369332"/>
          </a:xfrm>
          <a:prstGeom prst="rect">
            <a:avLst/>
          </a:prstGeom>
        </p:spPr>
        <p:txBody>
          <a:bodyPr/>
          <a:lstStyle/>
          <a:p>
            <a:pPr lvl="0"/>
            <a:endParaRPr lang="en-US" noProof="0"/>
          </a:p>
        </p:txBody>
      </p:sp>
      <p:sp>
        <p:nvSpPr>
          <p:cNvPr id="4" name="Rectangle 17"/>
          <p:cNvSpPr>
            <a:spLocks noGrp="1" noChangeArrowheads="1"/>
          </p:cNvSpPr>
          <p:nvPr>
            <p:ph type="dt" sz="half" idx="10"/>
          </p:nvPr>
        </p:nvSpPr>
        <p:spPr>
          <a:xfrm>
            <a:off x="3759200" y="6515100"/>
            <a:ext cx="2438400" cy="304800"/>
          </a:xfrm>
          <a:prstGeom prst="rect">
            <a:avLst/>
          </a:prstGeom>
        </p:spPr>
        <p:txBody>
          <a:bodyPr lIns="91428" tIns="45715" rIns="91428" bIns="45715"/>
          <a:lstStyle>
            <a:lvl1pPr>
              <a:defRPr/>
            </a:lvl1pPr>
          </a:lstStyle>
          <a:p>
            <a:pPr>
              <a:defRPr/>
            </a:pPr>
            <a:endParaRPr lang="en-US"/>
          </a:p>
        </p:txBody>
      </p:sp>
      <p:sp>
        <p:nvSpPr>
          <p:cNvPr id="5" name="Rectangle 18"/>
          <p:cNvSpPr>
            <a:spLocks noGrp="1" noChangeArrowheads="1"/>
          </p:cNvSpPr>
          <p:nvPr>
            <p:ph type="ftr" sz="quarter" idx="11"/>
          </p:nvPr>
        </p:nvSpPr>
        <p:spPr>
          <a:xfrm>
            <a:off x="6604000" y="6481764"/>
            <a:ext cx="5080000" cy="314325"/>
          </a:xfrm>
          <a:prstGeom prst="rect">
            <a:avLst/>
          </a:prstGeom>
        </p:spPr>
        <p:txBody>
          <a:bodyPr lIns="91428" tIns="45715" rIns="91428" bIns="45715"/>
          <a:lstStyle>
            <a:lvl1pPr>
              <a:defRPr/>
            </a:lvl1pPr>
          </a:lstStyle>
          <a:p>
            <a:pPr>
              <a:defRPr/>
            </a:pPr>
            <a:r>
              <a:rPr lang="en-US"/>
              <a:t>Confidential © Tech Mahindra 2008</a:t>
            </a:r>
            <a:endParaRPr lang="en-US" dirty="0"/>
          </a:p>
        </p:txBody>
      </p:sp>
      <p:sp>
        <p:nvSpPr>
          <p:cNvPr id="6" name="Rectangle 19"/>
          <p:cNvSpPr>
            <a:spLocks noGrp="1" noChangeArrowheads="1"/>
          </p:cNvSpPr>
          <p:nvPr>
            <p:ph type="sldNum" sz="quarter" idx="12"/>
          </p:nvPr>
        </p:nvSpPr>
        <p:spPr>
          <a:xfrm>
            <a:off x="11785600" y="6524625"/>
            <a:ext cx="406400" cy="228600"/>
          </a:xfrm>
          <a:prstGeom prst="rect">
            <a:avLst/>
          </a:prstGeom>
        </p:spPr>
        <p:txBody>
          <a:bodyPr lIns="91428" tIns="45715" rIns="91428" bIns="45715"/>
          <a:lstStyle>
            <a:lvl1pPr>
              <a:defRPr/>
            </a:lvl1pPr>
          </a:lstStyle>
          <a:p>
            <a:pPr>
              <a:defRPr/>
            </a:pPr>
            <a:fld id="{3E187D93-AABE-4C38-A673-FE95DE18C5FB}" type="slidenum">
              <a:rPr lang="en-US"/>
              <a:pPr>
                <a:defRPr/>
              </a:pPr>
              <a:t>‹#›</a:t>
            </a:fld>
            <a:endParaRPr lang="en-US"/>
          </a:p>
        </p:txBody>
      </p:sp>
    </p:spTree>
    <p:extLst>
      <p:ext uri="{BB962C8B-B14F-4D97-AF65-F5344CB8AC3E}">
        <p14:creationId xmlns:p14="http://schemas.microsoft.com/office/powerpoint/2010/main" val="3265096824"/>
      </p:ext>
    </p:extLst>
  </p:cSld>
  <p:clrMapOvr>
    <a:masterClrMapping/>
  </p:clrMapOvr>
  <p:transition spd="slow">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62" y="719157"/>
            <a:ext cx="10966449" cy="5744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733" b="1" kern="1200" dirty="0">
                <a:solidFill>
                  <a:schemeClr val="tx2"/>
                </a:solidFill>
                <a:latin typeface="Arial" pitchFamily="34" charset="0"/>
                <a:ea typeface="+mj-ea"/>
                <a:cs typeface="Arial" pitchFamily="34" charset="0"/>
              </a:defRPr>
            </a:lvl1pPr>
          </a:lstStyle>
          <a:p>
            <a:pPr lvl="0" algn="l" defTabSz="105896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7" y="1971689"/>
            <a:ext cx="10966451" cy="1641155"/>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2133"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33"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33"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33"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33" b="0" kern="1200" baseline="0" dirty="0" smtClean="0">
                <a:solidFill>
                  <a:schemeClr val="tx1"/>
                </a:solidFill>
                <a:latin typeface="Arial" pitchFamily="34" charset="0"/>
                <a:ea typeface="+mn-ea"/>
                <a:cs typeface="Arial" pitchFamily="34" charset="0"/>
              </a:defRPr>
            </a:lvl5pPr>
            <a:lvl6pPr marL="1661988" indent="-330926">
              <a:spcBef>
                <a:spcPts val="0"/>
              </a:spcBef>
              <a:spcAft>
                <a:spcPts val="0"/>
              </a:spcAft>
              <a:buClr>
                <a:schemeClr val="tx2"/>
              </a:buClr>
              <a:buSzPct val="70000"/>
              <a:buFont typeface="Wingdings" pitchFamily="2" charset="2"/>
              <a:buChar char="§"/>
              <a:defRPr lang="en-US" sz="2133" kern="1200" dirty="0" smtClean="0">
                <a:solidFill>
                  <a:schemeClr val="tx1"/>
                </a:solidFill>
                <a:latin typeface="Arial" pitchFamily="34" charset="0"/>
                <a:ea typeface="+mn-ea"/>
                <a:cs typeface="Arial" pitchFamily="34" charset="0"/>
              </a:defRPr>
            </a:lvl6pPr>
            <a:lvl7pPr marL="1985553" indent="-316215">
              <a:spcBef>
                <a:spcPts val="0"/>
              </a:spcBef>
              <a:spcAft>
                <a:spcPts val="0"/>
              </a:spcAft>
              <a:buClr>
                <a:schemeClr val="tx2"/>
              </a:buClr>
              <a:buSzPct val="70000"/>
              <a:buFont typeface="Arial" pitchFamily="34" charset="0"/>
              <a:buChar char="–"/>
              <a:defRPr sz="2133" baseline="0">
                <a:solidFill>
                  <a:schemeClr val="tx1"/>
                </a:solidFill>
                <a:latin typeface="+mn-lt"/>
                <a:cs typeface="Arial" pitchFamily="34" charset="0"/>
              </a:defRPr>
            </a:lvl7pPr>
            <a:lvl8pPr marL="1853187" indent="-264740">
              <a:spcBef>
                <a:spcPts val="0"/>
              </a:spcBef>
              <a:spcAft>
                <a:spcPts val="0"/>
              </a:spcAft>
              <a:buSzPct val="70000"/>
              <a:defRPr sz="2133" baseline="0">
                <a:latin typeface="Arial" pitchFamily="34" charset="0"/>
                <a:cs typeface="Arial" pitchFamily="34" charset="0"/>
              </a:defRPr>
            </a:lvl8pPr>
            <a:lvl9pPr marL="2112410" indent="-259227">
              <a:spcBef>
                <a:spcPts val="0"/>
              </a:spcBef>
              <a:spcAft>
                <a:spcPts val="0"/>
              </a:spcAft>
              <a:buSzPct val="70000"/>
              <a:buFont typeface="Arial" pitchFamily="34" charset="0"/>
              <a:buChar char="–"/>
              <a:defRPr sz="2133">
                <a:latin typeface="Arial" pitchFamily="34" charset="0"/>
                <a:cs typeface="Arial" pitchFamily="34" charset="0"/>
              </a:defRPr>
            </a:lvl9pPr>
          </a:lstStyle>
          <a:p>
            <a:pPr marL="336450" lvl="0" indent="-336450" algn="l" defTabSz="105896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61853" lvl="2" indent="-323565" algn="l" defTabSz="105896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985423" lvl="3" indent="-323565" algn="l" defTabSz="105896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16346" lvl="4" indent="-330926" algn="l" defTabSz="10810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661988" lvl="5" indent="-330926" algn="l" defTabSz="1058964"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09070768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2_Large audienc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itle 1"/>
          <p:cNvSpPr>
            <a:spLocks noGrp="1"/>
          </p:cNvSpPr>
          <p:nvPr>
            <p:ph type="title"/>
          </p:nvPr>
        </p:nvSpPr>
        <p:spPr bwMode="gray">
          <a:xfrm>
            <a:off x="641384" y="727105"/>
            <a:ext cx="10968567"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Arial" pitchFamily="34" charset="0"/>
                <a:ea typeface="+mj-ea"/>
                <a:cs typeface="Arial" pitchFamily="34" charset="0"/>
              </a:defRPr>
            </a:lvl1pPr>
          </a:lstStyle>
          <a:p>
            <a:pPr lvl="0" algn="l" defTabSz="1085918"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641350" y="2013228"/>
            <a:ext cx="10966450" cy="1415772"/>
          </a:xfr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99"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704287" indent="-339354">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2036097" indent="-324268">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0357" indent="-271477">
              <a:spcBef>
                <a:spcPts val="0"/>
              </a:spcBef>
              <a:spcAft>
                <a:spcPts val="0"/>
              </a:spcAft>
              <a:buSzPct val="70000"/>
              <a:defRPr sz="2100" baseline="0">
                <a:latin typeface="Arial" pitchFamily="34" charset="0"/>
                <a:cs typeface="Arial" pitchFamily="34" charset="0"/>
              </a:defRPr>
            </a:lvl8pPr>
            <a:lvl9pPr marL="2166184" indent="-265824">
              <a:spcBef>
                <a:spcPts val="0"/>
              </a:spcBef>
              <a:spcAft>
                <a:spcPts val="0"/>
              </a:spcAft>
              <a:buSzPct val="70000"/>
              <a:buFont typeface="Arial" pitchFamily="34" charset="0"/>
              <a:buChar char="–"/>
              <a:defRPr sz="2100">
                <a:latin typeface="Arial" pitchFamily="34" charset="0"/>
                <a:cs typeface="Arial" pitchFamily="34" charset="0"/>
              </a:defRPr>
            </a:lvl9pPr>
          </a:lstStyle>
          <a:p>
            <a:pPr marL="345009" lvl="0" indent="-345009" algn="l" defTabSz="108591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01" lvl="2" indent="-331812" algn="l" defTabSz="108591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508" lvl="3" indent="-331812" algn="l" defTabSz="108591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9859" lvl="4" indent="-339354" algn="l" defTabSz="110854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287" lvl="5" indent="-339354" algn="l" defTabSz="108591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1" name="Slide Number Placeholder 5"/>
          <p:cNvSpPr txBox="1">
            <a:spLocks/>
          </p:cNvSpPr>
          <p:nvPr userDrawn="1"/>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2" name="TextBox 20"/>
          <p:cNvSpPr txBox="1">
            <a:spLocks noChangeArrowheads="1"/>
          </p:cNvSpPr>
          <p:nvPr userDrawn="1"/>
        </p:nvSpPr>
        <p:spPr bwMode="gray">
          <a:xfrm>
            <a:off x="641362" y="6629731"/>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2017 Tech Mahindra. All rights reserved.</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1" y="4"/>
            <a:ext cx="2686537" cy="952500"/>
          </a:xfrm>
          <a:prstGeom prst="rect">
            <a:avLst/>
          </a:prstGeom>
        </p:spPr>
      </p:pic>
    </p:spTree>
    <p:extLst>
      <p:ext uri="{BB962C8B-B14F-4D97-AF65-F5344CB8AC3E}">
        <p14:creationId xmlns:p14="http://schemas.microsoft.com/office/powerpoint/2010/main" val="30873302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Content slide with subtitle">
    <p:spTree>
      <p:nvGrpSpPr>
        <p:cNvPr id="1" name=""/>
        <p:cNvGrpSpPr/>
        <p:nvPr/>
      </p:nvGrpSpPr>
      <p:grpSpPr>
        <a:xfrm>
          <a:off x="0" y="0"/>
          <a:ext cx="0" cy="0"/>
          <a:chOff x="0" y="0"/>
          <a:chExt cx="0" cy="0"/>
        </a:xfrm>
      </p:grpSpPr>
      <p:pic>
        <p:nvPicPr>
          <p:cNvPr id="5122" name="Picture 2" descr="D:\Pictures\PPTS\2016\Picture40.jpg"/>
          <p:cNvPicPr>
            <a:picLocks noChangeAspect="1" noChangeArrowheads="1"/>
          </p:cNvPicPr>
          <p:nvPr userDrawn="1"/>
        </p:nvPicPr>
        <p:blipFill>
          <a:blip r:embed="rId2">
            <a:lum bright="70000" contrast="-70000"/>
            <a:extLst>
              <a:ext uri="{28A0092B-C50C-407E-A947-70E740481C1C}">
                <a14:useLocalDpi xmlns:a14="http://schemas.microsoft.com/office/drawing/2010/main"/>
              </a:ext>
            </a:extLst>
          </a:blip>
          <a:srcRect/>
          <a:stretch>
            <a:fillRect/>
          </a:stretch>
        </p:blipFill>
        <p:spPr bwMode="auto">
          <a:xfrm>
            <a:off x="474" y="0"/>
            <a:ext cx="1219152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bwMode="gray">
          <a:xfrm>
            <a:off x="641356" y="719156"/>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1" name="TextBox 20"/>
          <p:cNvSpPr txBox="1">
            <a:spLocks noChangeArrowheads="1"/>
          </p:cNvSpPr>
          <p:nvPr userDrawn="1"/>
        </p:nvSpPr>
        <p:spPr bwMode="gray">
          <a:xfrm>
            <a:off x="627714" y="6597005"/>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2017 Tech Mahindra. All rights reserved.</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1" y="4"/>
            <a:ext cx="2686537" cy="952500"/>
          </a:xfrm>
          <a:prstGeom prst="rect">
            <a:avLst/>
          </a:prstGeom>
        </p:spPr>
      </p:pic>
    </p:spTree>
    <p:extLst>
      <p:ext uri="{BB962C8B-B14F-4D97-AF65-F5344CB8AC3E}">
        <p14:creationId xmlns:p14="http://schemas.microsoft.com/office/powerpoint/2010/main" val="309254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Content slide with subtitle">
    <p:spTree>
      <p:nvGrpSpPr>
        <p:cNvPr id="1" name=""/>
        <p:cNvGrpSpPr/>
        <p:nvPr/>
      </p:nvGrpSpPr>
      <p:grpSpPr>
        <a:xfrm>
          <a:off x="0" y="0"/>
          <a:ext cx="0" cy="0"/>
          <a:chOff x="0" y="0"/>
          <a:chExt cx="0" cy="0"/>
        </a:xfrm>
      </p:grpSpPr>
      <p:pic>
        <p:nvPicPr>
          <p:cNvPr id="6146" name="Picture 2" descr="D:\Pictures\PPTS\2016\Picture42.jpg"/>
          <p:cNvPicPr>
            <a:picLocks noChangeAspect="1" noChangeArrowheads="1"/>
          </p:cNvPicPr>
          <p:nvPr userDrawn="1"/>
        </p:nvPicPr>
        <p:blipFill rotWithShape="1">
          <a:blip r:embed="rId2" cstate="print">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471" y="0"/>
            <a:ext cx="1219153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bwMode="gray">
          <a:xfrm>
            <a:off x="641356" y="719156"/>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1" name="TextBox 20"/>
          <p:cNvSpPr txBox="1">
            <a:spLocks noChangeArrowheads="1"/>
          </p:cNvSpPr>
          <p:nvPr userDrawn="1"/>
        </p:nvSpPr>
        <p:spPr bwMode="gray">
          <a:xfrm>
            <a:off x="600418" y="6559142"/>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2017 Tech Mahindra. All rights reserved.</a:t>
            </a:r>
          </a:p>
        </p:txBody>
      </p:sp>
      <p:sp>
        <p:nvSpPr>
          <p:cNvPr id="12" name="Text Placeholder 41"/>
          <p:cNvSpPr>
            <a:spLocks noGrp="1"/>
          </p:cNvSpPr>
          <p:nvPr>
            <p:ph type="body" sz="quarter" idx="13"/>
          </p:nvPr>
        </p:nvSpPr>
        <p:spPr bwMode="gray">
          <a:xfrm>
            <a:off x="641354" y="1270601"/>
            <a:ext cx="10966450" cy="276935"/>
          </a:xfrm>
        </p:spPr>
        <p:txBody>
          <a:bodyPr/>
          <a:lstStyle>
            <a:lvl1pPr marL="0" indent="0">
              <a:buNone/>
              <a:defRPr b="0" i="1">
                <a:solidFill>
                  <a:srgbClr val="E31837"/>
                </a:solidFill>
                <a:latin typeface="Arial" pitchFamily="34" charset="0"/>
                <a:cs typeface="Arial" pitchFamily="34" charset="0"/>
              </a:defRPr>
            </a:lvl1pPr>
          </a:lstStyle>
          <a:p>
            <a:pPr lvl="0"/>
            <a:r>
              <a:rPr lang="en-US" dirty="0"/>
              <a:t>Click to edit Master text styles</a:t>
            </a:r>
          </a:p>
        </p:txBody>
      </p:sp>
      <p:pic>
        <p:nvPicPr>
          <p:cNvPr id="13" name="Picture 12"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1" y="4"/>
            <a:ext cx="2686537" cy="952500"/>
          </a:xfrm>
          <a:prstGeom prst="rect">
            <a:avLst/>
          </a:prstGeom>
        </p:spPr>
      </p:pic>
    </p:spTree>
    <p:extLst>
      <p:ext uri="{BB962C8B-B14F-4D97-AF65-F5344CB8AC3E}">
        <p14:creationId xmlns:p14="http://schemas.microsoft.com/office/powerpoint/2010/main" val="375222021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hank you">
    <p:spTree>
      <p:nvGrpSpPr>
        <p:cNvPr id="1" name=""/>
        <p:cNvGrpSpPr/>
        <p:nvPr/>
      </p:nvGrpSpPr>
      <p:grpSpPr>
        <a:xfrm>
          <a:off x="0" y="0"/>
          <a:ext cx="0" cy="0"/>
          <a:chOff x="0" y="0"/>
          <a:chExt cx="0" cy="0"/>
        </a:xfrm>
      </p:grpSpPr>
      <p:pic>
        <p:nvPicPr>
          <p:cNvPr id="23" name="Picture 3" descr="D:\Images Library\Corporate2\CATEGORISED\Corporate People_Office envirment\shutterstock_306860177.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471" y="-4124"/>
            <a:ext cx="12183268" cy="684847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1" y="3"/>
            <a:ext cx="2686537" cy="952500"/>
          </a:xfrm>
          <a:prstGeom prst="rect">
            <a:avLst/>
          </a:prstGeom>
        </p:spPr>
      </p:pic>
      <p:sp>
        <p:nvSpPr>
          <p:cNvPr id="19" name="Slide Number Placeholder 5"/>
          <p:cNvSpPr txBox="1">
            <a:spLocks/>
          </p:cNvSpPr>
          <p:nvPr userDrawn="1"/>
        </p:nvSpPr>
        <p:spPr bwMode="auto">
          <a:xfrm>
            <a:off x="11811650"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20" name="TextBox 20"/>
          <p:cNvSpPr txBox="1">
            <a:spLocks noChangeArrowheads="1"/>
          </p:cNvSpPr>
          <p:nvPr userDrawn="1"/>
        </p:nvSpPr>
        <p:spPr bwMode="gray">
          <a:xfrm>
            <a:off x="641362" y="6629494"/>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2013 Tech Mahindra. All rights reserved.</a:t>
            </a:r>
          </a:p>
        </p:txBody>
      </p:sp>
      <p:sp>
        <p:nvSpPr>
          <p:cNvPr id="21" name="TextBox 20"/>
          <p:cNvSpPr txBox="1">
            <a:spLocks noChangeArrowheads="1"/>
          </p:cNvSpPr>
          <p:nvPr userDrawn="1"/>
        </p:nvSpPr>
        <p:spPr bwMode="gray">
          <a:xfrm>
            <a:off x="641362" y="6629732"/>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2016 Tech Mahindra. All rights reserved.</a:t>
            </a:r>
          </a:p>
        </p:txBody>
      </p:sp>
      <p:sp>
        <p:nvSpPr>
          <p:cNvPr id="22" name="Rectangle 21"/>
          <p:cNvSpPr/>
          <p:nvPr userDrawn="1"/>
        </p:nvSpPr>
        <p:spPr>
          <a:xfrm rot="16200000">
            <a:off x="2673394" y="-2662239"/>
            <a:ext cx="6848475" cy="12192000"/>
          </a:xfrm>
          <a:prstGeom prst="rect">
            <a:avLst/>
          </a:prstGeom>
          <a:gradFill>
            <a:gsLst>
              <a:gs pos="55000">
                <a:srgbClr val="FFFFFF">
                  <a:alpha val="52000"/>
                </a:srgbClr>
              </a:gs>
              <a:gs pos="0">
                <a:schemeClr val="bg1"/>
              </a:gs>
              <a:gs pos="93000">
                <a:schemeClr val="bg1">
                  <a:alpha val="0"/>
                </a:schemeClr>
              </a:gs>
            </a:gsLst>
            <a:lin ang="0" scaled="0"/>
          </a:gradFill>
          <a:ln w="9525">
            <a:no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spTree>
    <p:extLst>
      <p:ext uri="{BB962C8B-B14F-4D97-AF65-F5344CB8AC3E}">
        <p14:creationId xmlns:p14="http://schemas.microsoft.com/office/powerpoint/2010/main" val="135366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8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57" y="790140"/>
            <a:ext cx="10968566" cy="36920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99" b="0" kern="1200" dirty="0">
                <a:solidFill>
                  <a:schemeClr val="tx2"/>
                </a:solidFill>
                <a:latin typeface="Century Gothic" pitchFamily="34" charset="0"/>
                <a:ea typeface="+mj-ea"/>
                <a:cs typeface="Arial" pitchFamily="34" charset="0"/>
              </a:defRPr>
            </a:lvl1pPr>
          </a:lstStyle>
          <a:p>
            <a:pPr lvl="0" algn="l" defTabSz="1218682"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641349" y="1971678"/>
            <a:ext cx="10966451" cy="1846018"/>
          </a:xfrm>
        </p:spPr>
        <p:txBody>
          <a:bodyPr wrap="square">
            <a:spAutoFit/>
          </a:bodyPr>
          <a:lstStyle>
            <a:lvl1pPr>
              <a:spcBef>
                <a:spcPts val="0"/>
              </a:spcBef>
              <a:spcAft>
                <a:spcPts val="0"/>
              </a:spcAft>
              <a:defRPr lang="en-US" sz="2399"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3199"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399"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399"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399" b="0" kern="1200" baseline="0" dirty="0" smtClean="0">
                <a:solidFill>
                  <a:schemeClr val="tx1"/>
                </a:solidFill>
                <a:latin typeface="Century Gothic" pitchFamily="34" charset="0"/>
                <a:ea typeface="+mn-ea"/>
                <a:cs typeface="Arial" pitchFamily="34" charset="0"/>
              </a:defRPr>
            </a:lvl5pPr>
            <a:lvl6pPr marL="1912652" indent="-380839">
              <a:spcBef>
                <a:spcPts val="0"/>
              </a:spcBef>
              <a:spcAft>
                <a:spcPts val="0"/>
              </a:spcAft>
              <a:buClr>
                <a:schemeClr val="tx2"/>
              </a:buClr>
              <a:buSzPct val="70000"/>
              <a:buFont typeface="Wingdings" pitchFamily="2" charset="2"/>
              <a:buChar char="§"/>
              <a:defRPr lang="en-US" sz="2399" kern="1200" dirty="0" smtClean="0">
                <a:solidFill>
                  <a:schemeClr val="tx1"/>
                </a:solidFill>
                <a:latin typeface="Century Gothic" pitchFamily="34" charset="0"/>
                <a:ea typeface="+mn-ea"/>
                <a:cs typeface="Arial" pitchFamily="34" charset="0"/>
              </a:defRPr>
            </a:lvl6pPr>
            <a:lvl7pPr marL="2285027" indent="-363912">
              <a:spcBef>
                <a:spcPts val="0"/>
              </a:spcBef>
              <a:spcAft>
                <a:spcPts val="0"/>
              </a:spcAft>
              <a:buClr>
                <a:schemeClr val="tx2"/>
              </a:buClr>
              <a:buSzPct val="70000"/>
              <a:buFont typeface="Arial" pitchFamily="34" charset="0"/>
              <a:buChar char="–"/>
              <a:defRPr sz="2399" baseline="0">
                <a:solidFill>
                  <a:schemeClr val="tx1"/>
                </a:solidFill>
                <a:latin typeface="+mn-lt"/>
                <a:cs typeface="Arial" pitchFamily="34" charset="0"/>
              </a:defRPr>
            </a:lvl7pPr>
            <a:lvl8pPr marL="2132693" indent="-304668">
              <a:spcBef>
                <a:spcPts val="0"/>
              </a:spcBef>
              <a:spcAft>
                <a:spcPts val="0"/>
              </a:spcAft>
              <a:buSzPct val="70000"/>
              <a:defRPr sz="2399" baseline="0">
                <a:latin typeface="Arial" pitchFamily="34" charset="0"/>
                <a:cs typeface="Arial" pitchFamily="34" charset="0"/>
              </a:defRPr>
            </a:lvl8pPr>
            <a:lvl9pPr marL="2431023" indent="-298320">
              <a:spcBef>
                <a:spcPts val="0"/>
              </a:spcBef>
              <a:spcAft>
                <a:spcPts val="0"/>
              </a:spcAft>
              <a:buSzPct val="70000"/>
              <a:buFont typeface="Arial" pitchFamily="34" charset="0"/>
              <a:buChar char="–"/>
              <a:defRPr sz="2399">
                <a:latin typeface="Arial" pitchFamily="34" charset="0"/>
                <a:cs typeface="Arial" pitchFamily="34" charset="0"/>
              </a:defRPr>
            </a:lvl9pPr>
          </a:lstStyle>
          <a:p>
            <a:pPr marL="387189" lvl="0" indent="-387189" algn="l" defTabSz="12186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679" lvl="2" indent="-372375" algn="l" defTabSz="12186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054" lvl="3" indent="-372375" algn="l" defTabSz="12186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4892" lvl="4" indent="-380839" algn="l" defTabSz="124407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2652" lvl="5" indent="-380839" algn="l" defTabSz="121868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94378141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2" y="719139"/>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37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49" y="1971677"/>
            <a:ext cx="10966451"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064" indent="-285744">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457" indent="-273044">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160" indent="-228594">
              <a:spcBef>
                <a:spcPts val="0"/>
              </a:spcBef>
              <a:spcAft>
                <a:spcPts val="0"/>
              </a:spcAft>
              <a:buSzPct val="70000"/>
              <a:defRPr sz="1800" baseline="0">
                <a:latin typeface="Arial" pitchFamily="34" charset="0"/>
                <a:cs typeface="Arial" pitchFamily="34" charset="0"/>
              </a:defRPr>
            </a:lvl8pPr>
            <a:lvl9pPr marL="1823993" indent="-223833">
              <a:spcBef>
                <a:spcPts val="0"/>
              </a:spcBef>
              <a:spcAft>
                <a:spcPts val="0"/>
              </a:spcAft>
              <a:buSzPct val="70000"/>
              <a:buFont typeface="Arial" pitchFamily="34" charset="0"/>
              <a:buChar char="–"/>
              <a:defRPr sz="1800">
                <a:latin typeface="Arial" pitchFamily="34" charset="0"/>
                <a:cs typeface="Arial" pitchFamily="34" charset="0"/>
              </a:defRPr>
            </a:lvl9pPr>
          </a:lstStyle>
          <a:p>
            <a:pPr marL="290506" lvl="0" indent="-290506" algn="l" defTabSz="91437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86" lvl="2" indent="-279393" algn="l" defTabSz="91437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879" lvl="3" indent="-279393" algn="l" defTabSz="91437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22" lvl="4" indent="-285744" algn="l" defTabSz="933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064" lvl="5" indent="-285744" algn="l" defTabSz="91437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776914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a:xfrm>
            <a:off x="396165" y="1151735"/>
            <a:ext cx="11392276" cy="1568891"/>
          </a:xfrm>
        </p:spPr>
        <p:txBody>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655159" indent="-329565">
              <a:spcBef>
                <a:spcPts val="0"/>
              </a:spcBef>
              <a:spcAft>
                <a:spcPts val="0"/>
              </a:spcAft>
              <a:buClr>
                <a:schemeClr val="tx2"/>
              </a:buClr>
              <a:buSzPct val="70000"/>
              <a:buFont typeface="Wingdings" pitchFamily="2" charset="2"/>
              <a:buChar char="§"/>
              <a:defRPr sz="2039">
                <a:latin typeface="Arial" pitchFamily="34" charset="0"/>
                <a:cs typeface="Arial" pitchFamily="34" charset="0"/>
              </a:defRPr>
            </a:lvl6pPr>
            <a:lvl7pPr marL="1977403" indent="-314917">
              <a:spcBef>
                <a:spcPts val="0"/>
              </a:spcBef>
              <a:spcAft>
                <a:spcPts val="0"/>
              </a:spcAft>
              <a:buClr>
                <a:srgbClr val="C00000"/>
              </a:buClr>
              <a:buSzPct val="70000"/>
              <a:buFont typeface="Arial" pitchFamily="34" charset="0"/>
              <a:buChar char="–"/>
              <a:defRPr sz="2039" baseline="0">
                <a:latin typeface="Arial" pitchFamily="34" charset="0"/>
                <a:cs typeface="Arial" pitchFamily="34" charset="0"/>
              </a:defRPr>
            </a:lvl7pPr>
            <a:lvl8pPr marL="1845574" indent="-263653">
              <a:spcBef>
                <a:spcPts val="0"/>
              </a:spcBef>
              <a:spcAft>
                <a:spcPts val="0"/>
              </a:spcAft>
              <a:buSzPct val="70000"/>
              <a:defRPr sz="2039" baseline="0">
                <a:latin typeface="Arial" pitchFamily="34" charset="0"/>
                <a:cs typeface="Arial" pitchFamily="34" charset="0"/>
              </a:defRPr>
            </a:lvl8pPr>
            <a:lvl9pPr marL="2103734" indent="-258162">
              <a:spcBef>
                <a:spcPts val="0"/>
              </a:spcBef>
              <a:spcAft>
                <a:spcPts val="0"/>
              </a:spcAft>
              <a:buSzPct val="70000"/>
              <a:buFont typeface="Arial" pitchFamily="34" charset="0"/>
              <a:buChar char="–"/>
              <a:defRPr sz="2039">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p:nvPr>
        </p:nvSpPr>
        <p:spPr>
          <a:xfrm>
            <a:off x="406407" y="111912"/>
            <a:ext cx="11385551" cy="600036"/>
          </a:xfrm>
          <a:prstGeom prst="rect">
            <a:avLst/>
          </a:prstGeom>
          <a:noFill/>
          <a:ln w="9525">
            <a:noFill/>
            <a:miter lim="800000"/>
            <a:headEnd/>
            <a:tailEnd/>
          </a:ln>
        </p:spPr>
        <p:txBody>
          <a:bodyPr/>
          <a:lstStyle/>
          <a:p>
            <a:pPr lvl="0"/>
            <a:r>
              <a:rPr lang="en-US"/>
              <a:t>Click to edit Master title style</a:t>
            </a:r>
            <a:endParaRPr lang="en-US" dirty="0"/>
          </a:p>
        </p:txBody>
      </p:sp>
      <p:sp>
        <p:nvSpPr>
          <p:cNvPr id="4" name="Slide Number Placeholder 6"/>
          <p:cNvSpPr>
            <a:spLocks noGrp="1"/>
          </p:cNvSpPr>
          <p:nvPr>
            <p:ph type="sldNum" sz="quarter" idx="11"/>
          </p:nvPr>
        </p:nvSpPr>
        <p:spPr>
          <a:xfrm>
            <a:off x="3686028" y="6507244"/>
            <a:ext cx="2844323" cy="365040"/>
          </a:xfrm>
          <a:prstGeom prst="rect">
            <a:avLst/>
          </a:prstGeom>
        </p:spPr>
        <p:txBody>
          <a:bodyPr/>
          <a:lstStyle>
            <a:lvl1pPr>
              <a:defRPr/>
            </a:lvl1pPr>
          </a:lstStyle>
          <a:p>
            <a:pPr defTabSz="1054163">
              <a:defRPr/>
            </a:pPr>
            <a:fld id="{97F243B1-CA15-415C-985E-80A041C3223A}" type="slidenum">
              <a:rPr lang="en-GB" sz="2039" smtClean="0">
                <a:solidFill>
                  <a:prstClr val="black">
                    <a:tint val="75000"/>
                  </a:prstClr>
                </a:solidFill>
              </a:rPr>
              <a:pPr defTabSz="1054163">
                <a:defRPr/>
              </a:pPr>
              <a:t>‹#›</a:t>
            </a:fld>
            <a:endParaRPr lang="en-GB" sz="2039" dirty="0">
              <a:solidFill>
                <a:prstClr val="black">
                  <a:tint val="75000"/>
                </a:prstClr>
              </a:solidFill>
            </a:endParaRPr>
          </a:p>
        </p:txBody>
      </p:sp>
      <p:pic>
        <p:nvPicPr>
          <p:cNvPr id="5" name="Picture 4"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3" y="2"/>
            <a:ext cx="2664116" cy="726577"/>
          </a:xfrm>
          <a:prstGeom prst="rect">
            <a:avLst/>
          </a:prstGeom>
        </p:spPr>
      </p:pic>
    </p:spTree>
    <p:extLst>
      <p:ext uri="{BB962C8B-B14F-4D97-AF65-F5344CB8AC3E}">
        <p14:creationId xmlns:p14="http://schemas.microsoft.com/office/powerpoint/2010/main" val="388310473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12" name="Picture 1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13" y="-5292"/>
            <a:ext cx="12213168" cy="6868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Slide Number Placeholder 5"/>
          <p:cNvSpPr txBox="1">
            <a:spLocks/>
          </p:cNvSpPr>
          <p:nvPr/>
        </p:nvSpPr>
        <p:spPr bwMode="auto">
          <a:xfrm>
            <a:off x="11762742" y="6588398"/>
            <a:ext cx="209993" cy="20512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333" smtClean="0">
                <a:solidFill>
                  <a:srgbClr val="6D6E71"/>
                </a:solidFill>
                <a:cs typeface="Arial" pitchFamily="34" charset="0"/>
              </a:rPr>
              <a:pPr algn="r">
                <a:defRPr/>
              </a:pPr>
              <a:t>‹#›</a:t>
            </a:fld>
            <a:endParaRPr lang="en-US" sz="1333" dirty="0">
              <a:solidFill>
                <a:srgbClr val="6D6E71"/>
              </a:solidFill>
              <a:cs typeface="Arial" pitchFamily="34" charset="0"/>
            </a:endParaRPr>
          </a:p>
        </p:txBody>
      </p:sp>
      <p:pic>
        <p:nvPicPr>
          <p:cNvPr id="8" name="Picture 7" descr="ridge4.png"/>
          <p:cNvPicPr>
            <a:picLocks noChangeAspect="1"/>
          </p:cNvPicPr>
          <p:nvPr/>
        </p:nvPicPr>
        <p:blipFill>
          <a:blip r:embed="rId3"/>
          <a:stretch>
            <a:fillRect/>
          </a:stretch>
        </p:blipFill>
        <p:spPr bwMode="ltGray">
          <a:xfrm>
            <a:off x="1070" y="1"/>
            <a:ext cx="4521201" cy="1644073"/>
          </a:xfrm>
          <a:prstGeom prst="rect">
            <a:avLst/>
          </a:prstGeom>
        </p:spPr>
      </p:pic>
      <p:pic>
        <p:nvPicPr>
          <p:cNvPr id="9" name="Picture 8" descr="Mahindra Logo.png"/>
          <p:cNvPicPr>
            <a:picLocks noChangeAspect="1"/>
          </p:cNvPicPr>
          <p:nvPr/>
        </p:nvPicPr>
        <p:blipFill>
          <a:blip r:embed="rId4"/>
          <a:stretch>
            <a:fillRect/>
          </a:stretch>
        </p:blipFill>
        <p:spPr bwMode="gray">
          <a:xfrm>
            <a:off x="9365673" y="635525"/>
            <a:ext cx="2244244" cy="619745"/>
          </a:xfrm>
          <a:prstGeom prst="rect">
            <a:avLst/>
          </a:prstGeom>
          <a:noFill/>
          <a:ln>
            <a:noFill/>
          </a:ln>
        </p:spPr>
      </p:pic>
      <p:pic>
        <p:nvPicPr>
          <p:cNvPr id="7" name="Picture 6" descr="ridge4.png"/>
          <p:cNvPicPr>
            <a:picLocks noChangeAspect="1"/>
          </p:cNvPicPr>
          <p:nvPr userDrawn="1"/>
        </p:nvPicPr>
        <p:blipFill>
          <a:blip r:embed="rId3"/>
          <a:stretch>
            <a:fillRect/>
          </a:stretch>
        </p:blipFill>
        <p:spPr bwMode="ltGray">
          <a:xfrm>
            <a:off x="1070" y="1"/>
            <a:ext cx="4521201" cy="1644073"/>
          </a:xfrm>
          <a:prstGeom prst="rect">
            <a:avLst/>
          </a:prstGeom>
        </p:spPr>
      </p:pic>
      <p:pic>
        <p:nvPicPr>
          <p:cNvPr id="11" name="Picture 10" descr="Mahindra Logo.png"/>
          <p:cNvPicPr>
            <a:picLocks noChangeAspect="1"/>
          </p:cNvPicPr>
          <p:nvPr userDrawn="1"/>
        </p:nvPicPr>
        <p:blipFill>
          <a:blip r:embed="rId4">
            <a:biLevel thresh="25000"/>
          </a:blip>
          <a:stretch>
            <a:fillRect/>
          </a:stretch>
        </p:blipFill>
        <p:spPr bwMode="gray">
          <a:xfrm>
            <a:off x="9365673" y="635525"/>
            <a:ext cx="2244244" cy="619745"/>
          </a:xfrm>
          <a:prstGeom prst="rect">
            <a:avLst/>
          </a:prstGeom>
          <a:noFill/>
          <a:ln>
            <a:noFill/>
          </a:ln>
        </p:spPr>
      </p:pic>
    </p:spTree>
    <p:extLst>
      <p:ext uri="{BB962C8B-B14F-4D97-AF65-F5344CB8AC3E}">
        <p14:creationId xmlns:p14="http://schemas.microsoft.com/office/powerpoint/2010/main" val="1816552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bwMode="gray">
          <a:xfrm>
            <a:off x="641377" y="719187"/>
            <a:ext cx="10966449" cy="60002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99" b="1" kern="1200" dirty="0">
                <a:solidFill>
                  <a:schemeClr val="tx2"/>
                </a:solidFill>
                <a:latin typeface="Arial" pitchFamily="34" charset="0"/>
                <a:ea typeface="+mj-ea"/>
                <a:cs typeface="Arial" pitchFamily="34" charset="0"/>
              </a:defRPr>
            </a:lvl1pPr>
          </a:lstStyle>
          <a:p>
            <a:pPr lvl="0" algn="l" defTabSz="1090631"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41370" y="6629433"/>
            <a:ext cx="7208314" cy="169238"/>
          </a:xfrm>
          <a:prstGeom prst="rect">
            <a:avLst/>
          </a:prstGeom>
          <a:noFill/>
          <a:ln w="9525">
            <a:noFill/>
            <a:miter lim="800000"/>
            <a:headEnd/>
            <a:tailEnd/>
          </a:ln>
        </p:spPr>
        <p:txBody>
          <a:bodyPr wrap="none" lIns="0" tIns="0" rIns="0" bIns="0">
            <a:spAutoFit/>
          </a:bodyPr>
          <a:lstStyle/>
          <a:p>
            <a:pPr defTabSz="1090631"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2016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785142" y="6598641"/>
            <a:ext cx="187624" cy="184623"/>
          </a:xfrm>
          <a:prstGeom prst="rect">
            <a:avLst/>
          </a:prstGeom>
          <a:noFill/>
          <a:ln w="9525">
            <a:noFill/>
            <a:miter lim="800000"/>
            <a:headEnd/>
            <a:tailEnd/>
          </a:ln>
        </p:spPr>
        <p:txBody>
          <a:bodyPr wrap="none" lIns="0" tIns="0" rIns="0" bIns="0" anchor="ctr">
            <a:spAutoFit/>
          </a:bodyPr>
          <a:lstStyle/>
          <a:p>
            <a:pPr algn="r" defTabSz="1090631" fontAlgn="auto">
              <a:spcBef>
                <a:spcPts val="0"/>
              </a:spcBef>
              <a:spcAft>
                <a:spcPts val="0"/>
              </a:spcAft>
              <a:defRPr/>
            </a:pPr>
            <a:fld id="{6856ECDB-1CEE-4F69-ADCA-557460F2116E}" type="slidenum">
              <a:rPr lang="en-US" sz="1200">
                <a:solidFill>
                  <a:srgbClr val="6D6E71"/>
                </a:solidFill>
                <a:latin typeface="Arial"/>
              </a:rPr>
              <a:pPr algn="r" defTabSz="1090631"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2"/>
            <a:ext cx="3026832" cy="825501"/>
          </a:xfrm>
          <a:prstGeom prst="rect">
            <a:avLst/>
          </a:prstGeom>
        </p:spPr>
      </p:pic>
    </p:spTree>
    <p:extLst>
      <p:ext uri="{BB962C8B-B14F-4D97-AF65-F5344CB8AC3E}">
        <p14:creationId xmlns:p14="http://schemas.microsoft.com/office/powerpoint/2010/main" val="29272906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66" y="790149"/>
            <a:ext cx="1096856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0" kern="1200" dirty="0">
                <a:solidFill>
                  <a:schemeClr val="tx2"/>
                </a:solidFill>
                <a:latin typeface="Century Gothic" pitchFamily="34" charset="0"/>
                <a:ea typeface="+mj-ea"/>
                <a:cs typeface="Arial" pitchFamily="34" charset="0"/>
              </a:defRPr>
            </a:lvl1pPr>
          </a:lstStyle>
          <a:p>
            <a:pPr lvl="0" algn="l" defTabSz="1217175"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641350" y="1971676"/>
            <a:ext cx="10966450" cy="1887696"/>
          </a:xfrm>
          <a:prstGeom prst="rect">
            <a:avLst/>
          </a:prstGeom>
        </p:spPr>
        <p:txBody>
          <a:bodyPr wrap="square">
            <a:spAutoFit/>
          </a:bodyPr>
          <a:lstStyle>
            <a:lvl1pPr>
              <a:spcBef>
                <a:spcPts val="0"/>
              </a:spcBef>
              <a:spcAft>
                <a:spcPts val="0"/>
              </a:spcAft>
              <a:defRPr lang="en-US" sz="24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Century Gothic" pitchFamily="34" charset="0"/>
                <a:ea typeface="+mn-ea"/>
                <a:cs typeface="Arial" pitchFamily="34" charset="0"/>
              </a:defRPr>
            </a:lvl5pPr>
            <a:lvl6pPr marL="1910288" indent="-380367">
              <a:spcBef>
                <a:spcPts val="0"/>
              </a:spcBef>
              <a:spcAft>
                <a:spcPts val="0"/>
              </a:spcAft>
              <a:buClr>
                <a:schemeClr val="tx2"/>
              </a:buClr>
              <a:buSzPct val="70000"/>
              <a:buFont typeface="Wingdings" pitchFamily="2" charset="2"/>
              <a:buChar char="§"/>
              <a:defRPr lang="en-US" sz="2400" kern="1200" dirty="0" smtClean="0">
                <a:solidFill>
                  <a:schemeClr val="tx1"/>
                </a:solidFill>
                <a:latin typeface="Century Gothic" pitchFamily="34" charset="0"/>
                <a:ea typeface="+mn-ea"/>
                <a:cs typeface="Arial" pitchFamily="34" charset="0"/>
              </a:defRPr>
            </a:lvl6pPr>
            <a:lvl7pPr marL="2282202" indent="-363455">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0056" indent="-304291">
              <a:spcBef>
                <a:spcPts val="0"/>
              </a:spcBef>
              <a:spcAft>
                <a:spcPts val="0"/>
              </a:spcAft>
              <a:buSzPct val="70000"/>
              <a:defRPr sz="2400" baseline="0">
                <a:latin typeface="Arial" pitchFamily="34" charset="0"/>
                <a:cs typeface="Arial" pitchFamily="34" charset="0"/>
              </a:defRPr>
            </a:lvl8pPr>
            <a:lvl9pPr marL="2428014" indent="-297952">
              <a:spcBef>
                <a:spcPts val="0"/>
              </a:spcBef>
              <a:spcAft>
                <a:spcPts val="0"/>
              </a:spcAft>
              <a:buSzPct val="70000"/>
              <a:buFont typeface="Arial" pitchFamily="34" charset="0"/>
              <a:buChar char="–"/>
              <a:defRPr sz="2400">
                <a:latin typeface="Arial" pitchFamily="34" charset="0"/>
                <a:cs typeface="Arial" pitchFamily="34" charset="0"/>
              </a:defRPr>
            </a:lvl9pPr>
          </a:lstStyle>
          <a:p>
            <a:pPr marL="386708" lvl="0" indent="-386708" algn="l" defTabSz="121717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735" lvl="2" indent="-371917" algn="l" defTabSz="121717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649" lvl="3" indent="-371917" algn="l" defTabSz="121717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3018" lvl="4" indent="-380367" algn="l" defTabSz="1242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288" lvl="5" indent="-380367" algn="l" defTabSz="1217175"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46922306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6" y="719141"/>
            <a:ext cx="10966450" cy="461666"/>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5" b="1" kern="1200" dirty="0">
                <a:solidFill>
                  <a:schemeClr val="tx2"/>
                </a:solidFill>
                <a:latin typeface="Arial" pitchFamily="34" charset="0"/>
                <a:ea typeface="+mj-ea"/>
                <a:cs typeface="Arial" pitchFamily="34" charset="0"/>
              </a:defRPr>
            </a:lvl1pPr>
          </a:lstStyle>
          <a:p>
            <a:pPr lvl="0" algn="l" defTabSz="118739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0" y="1971684"/>
            <a:ext cx="10966450" cy="1846660"/>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234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4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4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4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40" b="0" kern="1200" baseline="0" dirty="0" smtClean="0">
                <a:solidFill>
                  <a:schemeClr val="tx1"/>
                </a:solidFill>
                <a:latin typeface="Arial" pitchFamily="34" charset="0"/>
                <a:ea typeface="+mn-ea"/>
                <a:cs typeface="Arial" pitchFamily="34" charset="0"/>
              </a:defRPr>
            </a:lvl5pPr>
            <a:lvl6pPr marL="1863554" indent="-371061">
              <a:spcBef>
                <a:spcPts val="0"/>
              </a:spcBef>
              <a:spcAft>
                <a:spcPts val="0"/>
              </a:spcAft>
              <a:buClr>
                <a:schemeClr val="tx2"/>
              </a:buClr>
              <a:buSzPct val="70000"/>
              <a:buFont typeface="Wingdings" pitchFamily="2" charset="2"/>
              <a:buChar char="§"/>
              <a:defRPr lang="en-US" sz="2340" kern="1200" dirty="0" smtClean="0">
                <a:solidFill>
                  <a:schemeClr val="tx1"/>
                </a:solidFill>
                <a:latin typeface="Arial" pitchFamily="34" charset="0"/>
                <a:ea typeface="+mn-ea"/>
                <a:cs typeface="Arial" pitchFamily="34" charset="0"/>
              </a:defRPr>
            </a:lvl6pPr>
            <a:lvl7pPr marL="2226370" indent="-354567">
              <a:spcBef>
                <a:spcPts val="0"/>
              </a:spcBef>
              <a:spcAft>
                <a:spcPts val="0"/>
              </a:spcAft>
              <a:buClr>
                <a:schemeClr val="tx2"/>
              </a:buClr>
              <a:buSzPct val="70000"/>
              <a:buFont typeface="Arial" pitchFamily="34" charset="0"/>
              <a:buChar char="–"/>
              <a:defRPr sz="2340" baseline="0">
                <a:solidFill>
                  <a:schemeClr val="tx1"/>
                </a:solidFill>
                <a:latin typeface="+mn-lt"/>
                <a:cs typeface="Arial" pitchFamily="34" charset="0"/>
              </a:defRPr>
            </a:lvl7pPr>
            <a:lvl8pPr marL="2077945" indent="-296849">
              <a:spcBef>
                <a:spcPts val="0"/>
              </a:spcBef>
              <a:spcAft>
                <a:spcPts val="0"/>
              </a:spcAft>
              <a:buSzPct val="70000"/>
              <a:defRPr sz="2340" baseline="0">
                <a:latin typeface="Arial" pitchFamily="34" charset="0"/>
                <a:cs typeface="Arial" pitchFamily="34" charset="0"/>
              </a:defRPr>
            </a:lvl8pPr>
            <a:lvl9pPr marL="2368611" indent="-290666">
              <a:spcBef>
                <a:spcPts val="0"/>
              </a:spcBef>
              <a:spcAft>
                <a:spcPts val="0"/>
              </a:spcAft>
              <a:buSzPct val="70000"/>
              <a:buFont typeface="Arial" pitchFamily="34" charset="0"/>
              <a:buChar char="–"/>
              <a:defRPr sz="2340">
                <a:latin typeface="Arial" pitchFamily="34" charset="0"/>
                <a:cs typeface="Arial" pitchFamily="34" charset="0"/>
              </a:defRPr>
            </a:lvl9pPr>
          </a:lstStyle>
          <a:p>
            <a:pPr marL="377246" lvl="0" indent="-377246" algn="l" defTabSz="118739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42122" lvl="2" indent="-362816" algn="l" defTabSz="118739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04938" lvl="3" indent="-362816" algn="l" defTabSz="118739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75999" lvl="4" indent="-371061" algn="l" defTabSz="121213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63554" lvl="5" indent="-371061" algn="l" defTabSz="118739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350" y="1229850"/>
            <a:ext cx="10966450" cy="307776"/>
          </a:xfrm>
          <a:prstGeom prst="rect">
            <a:avLst/>
          </a:prstGeom>
        </p:spPr>
        <p:txBody>
          <a:bodyPr/>
          <a:lstStyle>
            <a:lvl1pPr marL="0" indent="0">
              <a:buNone/>
              <a:defRPr sz="1950"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18605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userDrawn="1"/>
        </p:nvSpPr>
        <p:spPr>
          <a:xfrm>
            <a:off x="1" y="3225800"/>
            <a:ext cx="12192000" cy="3632200"/>
          </a:xfrm>
          <a:prstGeom prst="rect">
            <a:avLst/>
          </a:prstGeom>
          <a:gradFill flip="none" rotWithShape="1">
            <a:gsLst>
              <a:gs pos="44000">
                <a:srgbClr val="CBCBCB">
                  <a:alpha val="22000"/>
                </a:srgbClr>
              </a:gs>
              <a:gs pos="100000">
                <a:srgbClr val="5F5F5F">
                  <a:alpha val="19000"/>
                </a:srgbClr>
              </a:gs>
              <a:gs pos="100000">
                <a:srgbClr val="FFFFFF">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US" sz="2399">
              <a:solidFill>
                <a:prstClr val="white"/>
              </a:solidFill>
            </a:endParaRPr>
          </a:p>
        </p:txBody>
      </p:sp>
      <p:sp>
        <p:nvSpPr>
          <p:cNvPr id="2" name="Title 1"/>
          <p:cNvSpPr>
            <a:spLocks noGrp="1"/>
          </p:cNvSpPr>
          <p:nvPr>
            <p:ph type="ctrTitle"/>
          </p:nvPr>
        </p:nvSpPr>
        <p:spPr>
          <a:xfrm>
            <a:off x="914401" y="4987990"/>
            <a:ext cx="10363200" cy="610820"/>
          </a:xfrm>
        </p:spPr>
        <p:txBody>
          <a:bodyPr/>
          <a:lstStyle>
            <a:lvl1pPr algn="ctr">
              <a:defRPr lang="en-US" sz="3999" kern="1200" smtClean="0">
                <a:solidFill>
                  <a:schemeClr val="tx1">
                    <a:lumMod val="75000"/>
                    <a:lumOff val="25000"/>
                  </a:schemeClr>
                </a:solidFill>
                <a:latin typeface="+mj-lt"/>
                <a:ea typeface="+mj-ea"/>
                <a:cs typeface="+mj-cs"/>
              </a:defRPr>
            </a:lvl1pPr>
          </a:lstStyle>
          <a:p>
            <a:r>
              <a:rPr lang="en-US" dirty="0"/>
              <a:t>Click to edit Master title style</a:t>
            </a:r>
          </a:p>
        </p:txBody>
      </p:sp>
      <p:sp>
        <p:nvSpPr>
          <p:cNvPr id="3" name="Subtitle 2"/>
          <p:cNvSpPr>
            <a:spLocks noGrp="1"/>
          </p:cNvSpPr>
          <p:nvPr>
            <p:ph type="subTitle" idx="1"/>
          </p:nvPr>
        </p:nvSpPr>
        <p:spPr>
          <a:xfrm>
            <a:off x="1828800" y="5509360"/>
            <a:ext cx="8534401" cy="764440"/>
          </a:xfrm>
        </p:spPr>
        <p:txBody>
          <a:bodyPr>
            <a:normAutofit/>
          </a:bodyPr>
          <a:lstStyle>
            <a:lvl1pPr marL="0" indent="0" algn="ctr">
              <a:buNone/>
              <a:defRPr lang="en-US" sz="2399" kern="1200" smtClean="0">
                <a:solidFill>
                  <a:schemeClr val="tx1">
                    <a:lumMod val="65000"/>
                    <a:lumOff val="35000"/>
                  </a:schemeClr>
                </a:solidFill>
                <a:latin typeface="+mj-lt"/>
                <a:ea typeface="+mj-ea"/>
                <a:cs typeface="+mj-cs"/>
              </a:defRPr>
            </a:lvl1pPr>
            <a:lvl2pPr marL="609397" indent="0" algn="ctr">
              <a:buNone/>
              <a:defRPr>
                <a:solidFill>
                  <a:schemeClr val="tx1">
                    <a:tint val="75000"/>
                  </a:schemeClr>
                </a:solidFill>
              </a:defRPr>
            </a:lvl2pPr>
            <a:lvl3pPr marL="1218794" indent="0" algn="ctr">
              <a:buNone/>
              <a:defRPr>
                <a:solidFill>
                  <a:schemeClr val="tx1">
                    <a:tint val="75000"/>
                  </a:schemeClr>
                </a:solidFill>
              </a:defRPr>
            </a:lvl3pPr>
            <a:lvl4pPr marL="1828191" indent="0" algn="ctr">
              <a:buNone/>
              <a:defRPr>
                <a:solidFill>
                  <a:schemeClr val="tx1">
                    <a:tint val="75000"/>
                  </a:schemeClr>
                </a:solidFill>
              </a:defRPr>
            </a:lvl4pPr>
            <a:lvl5pPr marL="2437588" indent="0" algn="ctr">
              <a:buNone/>
              <a:defRPr>
                <a:solidFill>
                  <a:schemeClr val="tx1">
                    <a:tint val="75000"/>
                  </a:schemeClr>
                </a:solidFill>
              </a:defRPr>
            </a:lvl5pPr>
            <a:lvl6pPr marL="3046985" indent="0" algn="ctr">
              <a:buNone/>
              <a:defRPr>
                <a:solidFill>
                  <a:schemeClr val="tx1">
                    <a:tint val="75000"/>
                  </a:schemeClr>
                </a:solidFill>
              </a:defRPr>
            </a:lvl6pPr>
            <a:lvl7pPr marL="3656382" indent="0" algn="ctr">
              <a:buNone/>
              <a:defRPr>
                <a:solidFill>
                  <a:schemeClr val="tx1">
                    <a:tint val="75000"/>
                  </a:schemeClr>
                </a:solidFill>
              </a:defRPr>
            </a:lvl7pPr>
            <a:lvl8pPr marL="4265777" indent="0" algn="ctr">
              <a:buNone/>
              <a:defRPr>
                <a:solidFill>
                  <a:schemeClr val="tx1">
                    <a:tint val="75000"/>
                  </a:schemeClr>
                </a:solidFill>
              </a:defRPr>
            </a:lvl8pPr>
            <a:lvl9pPr marL="487517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798143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9"/>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1" cy="1752600"/>
          </a:xfrm>
        </p:spPr>
        <p:txBody>
          <a:bodyPr/>
          <a:lstStyle>
            <a:lvl1pPr marL="0" indent="0" algn="ctr">
              <a:buNone/>
              <a:defRPr>
                <a:solidFill>
                  <a:schemeClr val="tx1">
                    <a:tint val="75000"/>
                  </a:schemeClr>
                </a:solidFill>
              </a:defRPr>
            </a:lvl1pPr>
            <a:lvl2pPr marL="609422" indent="0" algn="ctr">
              <a:buNone/>
              <a:defRPr>
                <a:solidFill>
                  <a:schemeClr val="tx1">
                    <a:tint val="75000"/>
                  </a:schemeClr>
                </a:solidFill>
              </a:defRPr>
            </a:lvl2pPr>
            <a:lvl3pPr marL="1218845" indent="0" algn="ctr">
              <a:buNone/>
              <a:defRPr>
                <a:solidFill>
                  <a:schemeClr val="tx1">
                    <a:tint val="75000"/>
                  </a:schemeClr>
                </a:solidFill>
              </a:defRPr>
            </a:lvl3pPr>
            <a:lvl4pPr marL="1828267" indent="0" algn="ctr">
              <a:buNone/>
              <a:defRPr>
                <a:solidFill>
                  <a:schemeClr val="tx1">
                    <a:tint val="75000"/>
                  </a:schemeClr>
                </a:solidFill>
              </a:defRPr>
            </a:lvl4pPr>
            <a:lvl5pPr marL="2437689" indent="0" algn="ctr">
              <a:buNone/>
              <a:defRPr>
                <a:solidFill>
                  <a:schemeClr val="tx1">
                    <a:tint val="75000"/>
                  </a:schemeClr>
                </a:solidFill>
              </a:defRPr>
            </a:lvl5pPr>
            <a:lvl6pPr marL="3047111" indent="0" algn="ctr">
              <a:buNone/>
              <a:defRPr>
                <a:solidFill>
                  <a:schemeClr val="tx1">
                    <a:tint val="75000"/>
                  </a:schemeClr>
                </a:solidFill>
              </a:defRPr>
            </a:lvl6pPr>
            <a:lvl7pPr marL="3656534" indent="0" algn="ctr">
              <a:buNone/>
              <a:defRPr>
                <a:solidFill>
                  <a:schemeClr val="tx1">
                    <a:tint val="75000"/>
                  </a:schemeClr>
                </a:solidFill>
              </a:defRPr>
            </a:lvl7pPr>
            <a:lvl8pPr marL="4265955" indent="0" algn="ctr">
              <a:buNone/>
              <a:defRPr>
                <a:solidFill>
                  <a:schemeClr val="tx1">
                    <a:tint val="75000"/>
                  </a:schemeClr>
                </a:solidFill>
              </a:defRPr>
            </a:lvl8pPr>
            <a:lvl9pPr marL="48753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03180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66847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5"/>
          </a:xfrm>
        </p:spPr>
        <p:txBody>
          <a:bodyPr anchor="t"/>
          <a:lstStyle>
            <a:lvl1pPr algn="l">
              <a:defRPr sz="5332"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6">
                <a:solidFill>
                  <a:schemeClr val="tx1">
                    <a:tint val="75000"/>
                  </a:schemeClr>
                </a:solidFill>
              </a:defRPr>
            </a:lvl1pPr>
            <a:lvl2pPr marL="609422" indent="0">
              <a:buNone/>
              <a:defRPr sz="2399">
                <a:solidFill>
                  <a:schemeClr val="tx1">
                    <a:tint val="75000"/>
                  </a:schemeClr>
                </a:solidFill>
              </a:defRPr>
            </a:lvl2pPr>
            <a:lvl3pPr marL="1218845" indent="0">
              <a:buNone/>
              <a:defRPr sz="2133">
                <a:solidFill>
                  <a:schemeClr val="tx1">
                    <a:tint val="75000"/>
                  </a:schemeClr>
                </a:solidFill>
              </a:defRPr>
            </a:lvl3pPr>
            <a:lvl4pPr marL="1828267" indent="0">
              <a:buNone/>
              <a:defRPr sz="1866">
                <a:solidFill>
                  <a:schemeClr val="tx1">
                    <a:tint val="75000"/>
                  </a:schemeClr>
                </a:solidFill>
              </a:defRPr>
            </a:lvl4pPr>
            <a:lvl5pPr marL="2437689" indent="0">
              <a:buNone/>
              <a:defRPr sz="1866">
                <a:solidFill>
                  <a:schemeClr val="tx1">
                    <a:tint val="75000"/>
                  </a:schemeClr>
                </a:solidFill>
              </a:defRPr>
            </a:lvl5pPr>
            <a:lvl6pPr marL="3047111" indent="0">
              <a:buNone/>
              <a:defRPr sz="1866">
                <a:solidFill>
                  <a:schemeClr val="tx1">
                    <a:tint val="75000"/>
                  </a:schemeClr>
                </a:solidFill>
              </a:defRPr>
            </a:lvl6pPr>
            <a:lvl7pPr marL="3656534" indent="0">
              <a:buNone/>
              <a:defRPr sz="1866">
                <a:solidFill>
                  <a:schemeClr val="tx1">
                    <a:tint val="75000"/>
                  </a:schemeClr>
                </a:solidFill>
              </a:defRPr>
            </a:lvl7pPr>
            <a:lvl8pPr marL="4265955" indent="0">
              <a:buNone/>
              <a:defRPr sz="1866">
                <a:solidFill>
                  <a:schemeClr val="tx1">
                    <a:tint val="75000"/>
                  </a:schemeClr>
                </a:solidFill>
              </a:defRPr>
            </a:lvl8pPr>
            <a:lvl9pPr marL="4875378" indent="0">
              <a:buNone/>
              <a:defRPr sz="186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8232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2"/>
            <a:ext cx="5384800" cy="4525963"/>
          </a:xfr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2"/>
            <a:ext cx="5384800" cy="4525963"/>
          </a:xfr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42105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4"/>
            <a:ext cx="5386917" cy="639763"/>
          </a:xfrm>
        </p:spPr>
        <p:txBody>
          <a:bodyPr anchor="b"/>
          <a:lstStyle>
            <a:lvl1pPr marL="0" indent="0">
              <a:buNone/>
              <a:defRPr sz="3199" b="1"/>
            </a:lvl1pPr>
            <a:lvl2pPr marL="609422" indent="0">
              <a:buNone/>
              <a:defRPr sz="2666" b="1"/>
            </a:lvl2pPr>
            <a:lvl3pPr marL="1218845" indent="0">
              <a:buNone/>
              <a:defRPr sz="2399" b="1"/>
            </a:lvl3pPr>
            <a:lvl4pPr marL="1828267" indent="0">
              <a:buNone/>
              <a:defRPr sz="2133" b="1"/>
            </a:lvl4pPr>
            <a:lvl5pPr marL="2437689" indent="0">
              <a:buNone/>
              <a:defRPr sz="2133" b="1"/>
            </a:lvl5pPr>
            <a:lvl6pPr marL="3047111" indent="0">
              <a:buNone/>
              <a:defRPr sz="2133" b="1"/>
            </a:lvl6pPr>
            <a:lvl7pPr marL="3656534" indent="0">
              <a:buNone/>
              <a:defRPr sz="2133" b="1"/>
            </a:lvl7pPr>
            <a:lvl8pPr marL="4265955" indent="0">
              <a:buNone/>
              <a:defRPr sz="2133" b="1"/>
            </a:lvl8pPr>
            <a:lvl9pPr marL="48753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4"/>
            <a:ext cx="5389033" cy="639763"/>
          </a:xfrm>
        </p:spPr>
        <p:txBody>
          <a:bodyPr anchor="b"/>
          <a:lstStyle>
            <a:lvl1pPr marL="0" indent="0">
              <a:buNone/>
              <a:defRPr sz="3199" b="1"/>
            </a:lvl1pPr>
            <a:lvl2pPr marL="609422" indent="0">
              <a:buNone/>
              <a:defRPr sz="2666" b="1"/>
            </a:lvl2pPr>
            <a:lvl3pPr marL="1218845" indent="0">
              <a:buNone/>
              <a:defRPr sz="2399" b="1"/>
            </a:lvl3pPr>
            <a:lvl4pPr marL="1828267" indent="0">
              <a:buNone/>
              <a:defRPr sz="2133" b="1"/>
            </a:lvl4pPr>
            <a:lvl5pPr marL="2437689" indent="0">
              <a:buNone/>
              <a:defRPr sz="2133" b="1"/>
            </a:lvl5pPr>
            <a:lvl6pPr marL="3047111" indent="0">
              <a:buNone/>
              <a:defRPr sz="2133" b="1"/>
            </a:lvl6pPr>
            <a:lvl7pPr marL="3656534" indent="0">
              <a:buNone/>
              <a:defRPr sz="2133" b="1"/>
            </a:lvl7pPr>
            <a:lvl8pPr marL="4265955" indent="0">
              <a:buNone/>
              <a:defRPr sz="2133" b="1"/>
            </a:lvl8pPr>
            <a:lvl9pPr marL="48753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5668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609600" y="274641"/>
            <a:ext cx="10972801" cy="715961"/>
          </a:xfrm>
        </p:spPr>
        <p:txBody>
          <a:bodyPr>
            <a:normAutofit/>
          </a:bodyPr>
          <a:lstStyle>
            <a:lvl1pPr algn="l">
              <a:defRPr sz="3732">
                <a:solidFill>
                  <a:schemeClr val="tx1">
                    <a:lumMod val="65000"/>
                    <a:lumOff val="35000"/>
                  </a:schemeClr>
                </a:solidFill>
              </a:defRPr>
            </a:lvl1pPr>
          </a:lstStyle>
          <a:p>
            <a:r>
              <a:rPr lang="en-US"/>
              <a:t>Click to edit Master title style</a:t>
            </a:r>
          </a:p>
        </p:txBody>
      </p:sp>
    </p:spTree>
    <p:extLst>
      <p:ext uri="{BB962C8B-B14F-4D97-AF65-F5344CB8AC3E}">
        <p14:creationId xmlns:p14="http://schemas.microsoft.com/office/powerpoint/2010/main" val="11674357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609600" y="274641"/>
            <a:ext cx="10972801" cy="715961"/>
          </a:xfrm>
        </p:spPr>
        <p:txBody>
          <a:bodyPr>
            <a:normAutofit/>
          </a:bodyPr>
          <a:lstStyle>
            <a:lvl1pPr algn="l">
              <a:defRPr sz="3732">
                <a:solidFill>
                  <a:schemeClr val="bg1">
                    <a:lumMod val="50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609600" y="990600"/>
            <a:ext cx="10972801" cy="508000"/>
          </a:xfrm>
        </p:spPr>
        <p:txBody>
          <a:bodyPr>
            <a:noAutofit/>
          </a:bodyPr>
          <a:lstStyle>
            <a:lvl1pPr marL="0" indent="0">
              <a:buNone/>
              <a:defRPr sz="1866">
                <a:solidFill>
                  <a:schemeClr val="bg1">
                    <a:lumMod val="50000"/>
                  </a:schemeClr>
                </a:solidFill>
              </a:defRPr>
            </a:lvl1pPr>
          </a:lstStyle>
          <a:p>
            <a:pPr lvl="0"/>
            <a:r>
              <a:rPr lang="en-US"/>
              <a:t>Subtitle</a:t>
            </a:r>
          </a:p>
        </p:txBody>
      </p:sp>
    </p:spTree>
    <p:extLst>
      <p:ext uri="{BB962C8B-B14F-4D97-AF65-F5344CB8AC3E}">
        <p14:creationId xmlns:p14="http://schemas.microsoft.com/office/powerpoint/2010/main" val="17541395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59051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4" y="273050"/>
            <a:ext cx="4011084" cy="1162051"/>
          </a:xfr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6733" y="273054"/>
            <a:ext cx="6815667" cy="5853113"/>
          </a:xfrm>
        </p:spPr>
        <p:txBody>
          <a:bodyPr/>
          <a:lstStyle>
            <a:lvl1pPr>
              <a:defRPr sz="4266"/>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4" y="1435103"/>
            <a:ext cx="4011084" cy="4691063"/>
          </a:xfrm>
        </p:spPr>
        <p:txBody>
          <a:bodyPr/>
          <a:lstStyle>
            <a:lvl1pPr marL="0" indent="0">
              <a:buNone/>
              <a:defRPr sz="1866"/>
            </a:lvl1pPr>
            <a:lvl2pPr marL="609422" indent="0">
              <a:buNone/>
              <a:defRPr sz="1600"/>
            </a:lvl2pPr>
            <a:lvl3pPr marL="1218845" indent="0">
              <a:buNone/>
              <a:defRPr sz="1333"/>
            </a:lvl3pPr>
            <a:lvl4pPr marL="1828267" indent="0">
              <a:buNone/>
              <a:defRPr sz="1200"/>
            </a:lvl4pPr>
            <a:lvl5pPr marL="2437689" indent="0">
              <a:buNone/>
              <a:defRPr sz="1200"/>
            </a:lvl5pPr>
            <a:lvl6pPr marL="3047111" indent="0">
              <a:buNone/>
              <a:defRPr sz="1200"/>
            </a:lvl6pPr>
            <a:lvl7pPr marL="3656534" indent="0">
              <a:buNone/>
              <a:defRPr sz="1200"/>
            </a:lvl7pPr>
            <a:lvl8pPr marL="4265955" indent="0">
              <a:buNone/>
              <a:defRPr sz="1200"/>
            </a:lvl8pPr>
            <a:lvl9pPr marL="48753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626490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2"/>
            <a:ext cx="7315200" cy="566739"/>
          </a:xfr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4266"/>
            </a:lvl1pPr>
            <a:lvl2pPr marL="609422" indent="0">
              <a:buNone/>
              <a:defRPr sz="3732"/>
            </a:lvl2pPr>
            <a:lvl3pPr marL="1218845" indent="0">
              <a:buNone/>
              <a:defRPr sz="3199"/>
            </a:lvl3pPr>
            <a:lvl4pPr marL="1828267" indent="0">
              <a:buNone/>
              <a:defRPr sz="2666"/>
            </a:lvl4pPr>
            <a:lvl5pPr marL="2437689" indent="0">
              <a:buNone/>
              <a:defRPr sz="2666"/>
            </a:lvl5pPr>
            <a:lvl6pPr marL="3047111" indent="0">
              <a:buNone/>
              <a:defRPr sz="2666"/>
            </a:lvl6pPr>
            <a:lvl7pPr marL="3656534" indent="0">
              <a:buNone/>
              <a:defRPr sz="2666"/>
            </a:lvl7pPr>
            <a:lvl8pPr marL="4265955" indent="0">
              <a:buNone/>
              <a:defRPr sz="2666"/>
            </a:lvl8pPr>
            <a:lvl9pPr marL="4875378" indent="0">
              <a:buNone/>
              <a:defRPr sz="2666"/>
            </a:lvl9pPr>
          </a:lstStyle>
          <a:p>
            <a:endParaRPr lang="en-US"/>
          </a:p>
        </p:txBody>
      </p:sp>
      <p:sp>
        <p:nvSpPr>
          <p:cNvPr id="4" name="Text Placeholder 3"/>
          <p:cNvSpPr>
            <a:spLocks noGrp="1"/>
          </p:cNvSpPr>
          <p:nvPr>
            <p:ph type="body" sz="half" idx="2"/>
          </p:nvPr>
        </p:nvSpPr>
        <p:spPr>
          <a:xfrm>
            <a:off x="2389718" y="5367340"/>
            <a:ext cx="7315200" cy="804863"/>
          </a:xfrm>
        </p:spPr>
        <p:txBody>
          <a:bodyPr/>
          <a:lstStyle>
            <a:lvl1pPr marL="0" indent="0">
              <a:buNone/>
              <a:defRPr sz="1866"/>
            </a:lvl1pPr>
            <a:lvl2pPr marL="609422" indent="0">
              <a:buNone/>
              <a:defRPr sz="1600"/>
            </a:lvl2pPr>
            <a:lvl3pPr marL="1218845" indent="0">
              <a:buNone/>
              <a:defRPr sz="1333"/>
            </a:lvl3pPr>
            <a:lvl4pPr marL="1828267" indent="0">
              <a:buNone/>
              <a:defRPr sz="1200"/>
            </a:lvl4pPr>
            <a:lvl5pPr marL="2437689" indent="0">
              <a:buNone/>
              <a:defRPr sz="1200"/>
            </a:lvl5pPr>
            <a:lvl6pPr marL="3047111" indent="0">
              <a:buNone/>
              <a:defRPr sz="1200"/>
            </a:lvl6pPr>
            <a:lvl7pPr marL="3656534" indent="0">
              <a:buNone/>
              <a:defRPr sz="1200"/>
            </a:lvl7pPr>
            <a:lvl8pPr marL="4265955" indent="0">
              <a:buNone/>
              <a:defRPr sz="1200"/>
            </a:lvl8pPr>
            <a:lvl9pPr marL="48753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74141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349161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93061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10/27/2025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609600" y="274641"/>
            <a:ext cx="10972801" cy="715961"/>
          </a:xfrm>
        </p:spPr>
        <p:txBody>
          <a:bodyPr>
            <a:normAutofit/>
          </a:bodyPr>
          <a:lstStyle>
            <a:lvl1pPr algn="l">
              <a:defRPr sz="3732">
                <a:solidFill>
                  <a:schemeClr val="tx1">
                    <a:lumMod val="65000"/>
                    <a:lumOff val="35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609600" y="990600"/>
            <a:ext cx="10972801" cy="508000"/>
          </a:xfrm>
        </p:spPr>
        <p:txBody>
          <a:bodyPr>
            <a:noAutofit/>
          </a:bodyPr>
          <a:lstStyle>
            <a:lvl1pPr marL="0" indent="0">
              <a:buNone/>
              <a:defRPr sz="1866">
                <a:solidFill>
                  <a:schemeClr val="tx1">
                    <a:lumMod val="65000"/>
                    <a:lumOff val="35000"/>
                  </a:schemeClr>
                </a:solidFill>
              </a:defRPr>
            </a:lvl1pPr>
          </a:lstStyle>
          <a:p>
            <a:pPr lvl="0"/>
            <a:r>
              <a:rPr lang="en-US"/>
              <a:t>Subtitle</a:t>
            </a:r>
          </a:p>
        </p:txBody>
      </p:sp>
    </p:spTree>
    <p:extLst>
      <p:ext uri="{BB962C8B-B14F-4D97-AF65-F5344CB8AC3E}">
        <p14:creationId xmlns:p14="http://schemas.microsoft.com/office/powerpoint/2010/main" val="11161403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7_Title Only">
    <p:bg>
      <p:bgPr>
        <a:gradFill flip="none" rotWithShape="1">
          <a:gsLst>
            <a:gs pos="81000">
              <a:schemeClr val="bg1">
                <a:lumMod val="95000"/>
              </a:schemeClr>
            </a:gs>
            <a:gs pos="0">
              <a:schemeClr val="bg1"/>
            </a:gs>
            <a:gs pos="100000">
              <a:schemeClr val="bg1">
                <a:lumMod val="95000"/>
              </a:scheme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1" y="274642"/>
            <a:ext cx="6705600" cy="711081"/>
          </a:xfrm>
        </p:spPr>
        <p:txBody>
          <a:bodyPr>
            <a:noAutofit/>
          </a:bodyPr>
          <a:lstStyle>
            <a:lvl1pPr>
              <a:defRPr sz="3599"/>
            </a:lvl1pPr>
          </a:lstStyle>
          <a:p>
            <a:r>
              <a:rPr lang="en-US" dirty="0"/>
              <a:t>Click to edit Master title style</a:t>
            </a:r>
          </a:p>
        </p:txBody>
      </p:sp>
      <p:sp>
        <p:nvSpPr>
          <p:cNvPr id="3" name="Date Placeholder 2"/>
          <p:cNvSpPr>
            <a:spLocks noGrp="1"/>
          </p:cNvSpPr>
          <p:nvPr>
            <p:ph type="dt" sz="half" idx="10"/>
          </p:nvPr>
        </p:nvSpPr>
        <p:spPr/>
        <p:txBody>
          <a:bodyPr/>
          <a:lstStyle/>
          <a:p>
            <a:fld id="{6204E2B0-FEF2-4C8F-90A4-46C9D72643E3}" type="datetime1">
              <a:rPr lang="en-US" smtClean="0"/>
              <a:t>10/27/2025</a:t>
            </a:fld>
            <a:endParaRPr lang="en-US"/>
          </a:p>
        </p:txBody>
      </p:sp>
      <p:sp>
        <p:nvSpPr>
          <p:cNvPr id="4" name="Footer Placeholder 3"/>
          <p:cNvSpPr>
            <a:spLocks noGrp="1"/>
          </p:cNvSpPr>
          <p:nvPr>
            <p:ph type="ftr" sz="quarter" idx="11"/>
          </p:nvPr>
        </p:nvSpPr>
        <p:spPr/>
        <p:txBody>
          <a:bodyPr/>
          <a:lstStyle/>
          <a:p>
            <a:r>
              <a:rPr lang="en-US"/>
              <a:t>SlideModel.com</a:t>
            </a:r>
          </a:p>
        </p:txBody>
      </p:sp>
      <p:sp>
        <p:nvSpPr>
          <p:cNvPr id="5" name="Slide Number Placeholder 4"/>
          <p:cNvSpPr>
            <a:spLocks noGrp="1"/>
          </p:cNvSpPr>
          <p:nvPr>
            <p:ph type="sldNum" sz="quarter" idx="12"/>
          </p:nvPr>
        </p:nvSpPr>
        <p:spPr>
          <a:xfrm>
            <a:off x="11430000" y="6356354"/>
            <a:ext cx="762001" cy="365125"/>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w="0">
            <a:noFill/>
            <a:prstDash val="solid"/>
            <a:round/>
            <a:headEnd/>
            <a:tailEnd/>
          </a:ln>
        </p:spPr>
        <p:txBody>
          <a:bodyPr vert="horz" wrap="square" lIns="0" tIns="91440" rIns="0" bIns="91440" numCol="1" anchor="ctr" anchorCtr="1" compatLnSpc="1">
            <a:prstTxWarp prst="textNoShape">
              <a:avLst/>
            </a:prstTxWarp>
          </a:bodyPr>
          <a:lstStyle>
            <a:lvl1pPr algn="r">
              <a:defRPr lang="en-US" sz="1400" kern="0" smtClean="0">
                <a:solidFill>
                  <a:schemeClr val="bg1"/>
                </a:solidFill>
                <a:latin typeface="Arial" pitchFamily="34" charset="0"/>
                <a:cs typeface="Arial" pitchFamily="34" charset="0"/>
              </a:defRPr>
            </a:lvl1pPr>
          </a:lstStyle>
          <a:p>
            <a:fld id="{96E69268-9C8B-4EBF-A9EE-DC5DC2D48DC3}" type="slidenum">
              <a:rPr lang="es-UY" smtClean="0"/>
              <a:pPr/>
              <a:t>‹#›</a:t>
            </a:fld>
            <a:endParaRPr lang="es-UY" dirty="0"/>
          </a:p>
        </p:txBody>
      </p:sp>
      <p:sp>
        <p:nvSpPr>
          <p:cNvPr id="8" name="Text Placeholder 8"/>
          <p:cNvSpPr>
            <a:spLocks noGrp="1"/>
          </p:cNvSpPr>
          <p:nvPr>
            <p:ph type="body" sz="quarter" idx="13" hasCustomPrompt="1"/>
          </p:nvPr>
        </p:nvSpPr>
        <p:spPr>
          <a:xfrm>
            <a:off x="7480301" y="362139"/>
            <a:ext cx="4114800" cy="533400"/>
          </a:xfrm>
        </p:spPr>
        <p:txBody>
          <a:bodyPr anchor="ctr">
            <a:noAutofit/>
          </a:bodyPr>
          <a:lstStyle>
            <a:lvl1pPr marL="0" indent="0" algn="r">
              <a:buNone/>
              <a:defRPr sz="1999" baseline="0">
                <a:solidFill>
                  <a:schemeClr val="tx1">
                    <a:lumMod val="50000"/>
                    <a:lumOff val="50000"/>
                  </a:schemeClr>
                </a:solidFill>
              </a:defRPr>
            </a:lvl1pPr>
          </a:lstStyle>
          <a:p>
            <a:pPr lvl="0"/>
            <a:r>
              <a:rPr lang="en-US" dirty="0"/>
              <a:t>Breadcrumb 1 &gt; Breadcrumb 2</a:t>
            </a:r>
            <a:endParaRPr lang="es-UY" dirty="0"/>
          </a:p>
        </p:txBody>
      </p:sp>
    </p:spTree>
    <p:extLst>
      <p:ext uri="{BB962C8B-B14F-4D97-AF65-F5344CB8AC3E}">
        <p14:creationId xmlns:p14="http://schemas.microsoft.com/office/powerpoint/2010/main" val="3261657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ext Left Clipart Right">
    <p:bg>
      <p:bgPr>
        <a:solidFill>
          <a:schemeClr val="bg1">
            <a:lumMod val="95000"/>
            <a:alpha val="50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solidFill>
                  <a:prstClr val="black">
                    <a:tint val="75000"/>
                  </a:prstClr>
                </a:solidFill>
              </a:rPr>
              <a:pPr/>
              <a:t>10/27/2025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
        <p:nvSpPr>
          <p:cNvPr id="9" name="Content Placeholder 7"/>
          <p:cNvSpPr>
            <a:spLocks noGrp="1"/>
          </p:cNvSpPr>
          <p:nvPr>
            <p:ph sz="quarter" idx="13" hasCustomPrompt="1"/>
          </p:nvPr>
        </p:nvSpPr>
        <p:spPr>
          <a:xfrm>
            <a:off x="684391" y="1066800"/>
            <a:ext cx="4192092" cy="762000"/>
          </a:xfrm>
        </p:spPr>
        <p:txBody>
          <a:bodyPr>
            <a:noAutofit/>
          </a:bodyPr>
          <a:lstStyle>
            <a:lvl1pPr>
              <a:defRPr sz="3999" b="1"/>
            </a:lvl1pPr>
          </a:lstStyle>
          <a:p>
            <a:pPr lvl="0"/>
            <a:r>
              <a:rPr lang="en-US" dirty="0"/>
              <a:t>CLICK TO EDIT</a:t>
            </a:r>
          </a:p>
        </p:txBody>
      </p:sp>
      <p:sp>
        <p:nvSpPr>
          <p:cNvPr id="12" name="Content Placeholder 10"/>
          <p:cNvSpPr>
            <a:spLocks noGrp="1"/>
          </p:cNvSpPr>
          <p:nvPr>
            <p:ph sz="quarter" idx="14"/>
          </p:nvPr>
        </p:nvSpPr>
        <p:spPr>
          <a:xfrm>
            <a:off x="684391" y="2057400"/>
            <a:ext cx="4192092" cy="3810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510025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18672" y="2870634"/>
            <a:ext cx="5932223" cy="711081"/>
          </a:xfrm>
        </p:spPr>
        <p:txBody>
          <a:bodyPr>
            <a:normAutofit/>
          </a:bodyPr>
          <a:lstStyle>
            <a:lvl1pPr algn="ctr">
              <a:defRPr sz="36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
        <p:nvSpPr>
          <p:cNvPr id="3" name="Date Placeholder 2"/>
          <p:cNvSpPr>
            <a:spLocks noGrp="1"/>
          </p:cNvSpPr>
          <p:nvPr>
            <p:ph type="dt" sz="half" idx="10"/>
          </p:nvPr>
        </p:nvSpPr>
        <p:spPr/>
        <p:txBody>
          <a:bodyPr/>
          <a:lstStyle/>
          <a:p>
            <a:fld id="{425404F2-BE9A-4460-8815-8F645183555F}" type="datetimeFigureOut">
              <a:rPr lang="en-US" smtClean="0">
                <a:solidFill>
                  <a:srgbClr val="080808">
                    <a:tint val="75000"/>
                  </a:srgbClr>
                </a:solidFill>
              </a:rPr>
              <a:pPr/>
              <a:t>10/27/2025</a:t>
            </a:fld>
            <a:endParaRPr lang="en-US">
              <a:solidFill>
                <a:srgbClr val="080808">
                  <a:tint val="75000"/>
                </a:srgbClr>
              </a:solidFill>
            </a:endParaRPr>
          </a:p>
        </p:txBody>
      </p:sp>
      <p:sp>
        <p:nvSpPr>
          <p:cNvPr id="4" name="Footer Placeholder 3"/>
          <p:cNvSpPr>
            <a:spLocks noGrp="1"/>
          </p:cNvSpPr>
          <p:nvPr>
            <p:ph type="ftr" sz="quarter" idx="11"/>
          </p:nvPr>
        </p:nvSpPr>
        <p:spPr/>
        <p:txBody>
          <a:bodyPr/>
          <a:lstStyle/>
          <a:p>
            <a:endParaRPr lang="en-US">
              <a:solidFill>
                <a:srgbClr val="080808">
                  <a:tint val="75000"/>
                </a:srgbClr>
              </a:solidFill>
            </a:endParaRPr>
          </a:p>
        </p:txBody>
      </p:sp>
      <p:sp>
        <p:nvSpPr>
          <p:cNvPr id="5" name="Slide Number Placeholder 4"/>
          <p:cNvSpPr>
            <a:spLocks noGrp="1"/>
          </p:cNvSpPr>
          <p:nvPr>
            <p:ph type="sldNum" sz="quarter" idx="12"/>
          </p:nvPr>
        </p:nvSpPr>
        <p:spPr/>
        <p:txBody>
          <a:bodyPr/>
          <a:lstStyle/>
          <a:p>
            <a:fld id="{96E69268-9C8B-4EBF-A9EE-DC5DC2D48DC3}" type="slidenum">
              <a:rPr lang="en-US" smtClean="0">
                <a:solidFill>
                  <a:srgbClr val="080808">
                    <a:tint val="75000"/>
                  </a:srgbClr>
                </a:solidFill>
              </a:rPr>
              <a:pPr/>
              <a:t>‹#›</a:t>
            </a:fld>
            <a:endParaRPr lang="en-US">
              <a:solidFill>
                <a:srgbClr val="080808">
                  <a:tint val="75000"/>
                </a:srgbClr>
              </a:solidFill>
            </a:endParaRPr>
          </a:p>
        </p:txBody>
      </p:sp>
    </p:spTree>
    <p:extLst>
      <p:ext uri="{BB962C8B-B14F-4D97-AF65-F5344CB8AC3E}">
        <p14:creationId xmlns:p14="http://schemas.microsoft.com/office/powerpoint/2010/main" val="15886028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4" name="Rectangle 3"/>
          <p:cNvSpPr/>
          <p:nvPr/>
        </p:nvSpPr>
        <p:spPr>
          <a:xfrm>
            <a:off x="0" y="6675438"/>
            <a:ext cx="97536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5" name="TextBox 20"/>
          <p:cNvSpPr txBox="1">
            <a:spLocks noChangeArrowheads="1"/>
          </p:cNvSpPr>
          <p:nvPr/>
        </p:nvSpPr>
        <p:spPr bwMode="auto">
          <a:xfrm>
            <a:off x="406401" y="6516689"/>
            <a:ext cx="1883833"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rgbClr val="625753"/>
                </a:solidFill>
                <a:latin typeface="+mn-lt"/>
              </a:rPr>
              <a:t>© Mahindra Satyam 2011</a:t>
            </a:r>
          </a:p>
        </p:txBody>
      </p:sp>
      <p:pic>
        <p:nvPicPr>
          <p:cNvPr id="6" name="Picture 13" descr="small.png"/>
          <p:cNvPicPr>
            <a:picLocks noChangeAspect="1"/>
          </p:cNvPicPr>
          <p:nvPr/>
        </p:nvPicPr>
        <p:blipFill>
          <a:blip r:embed="rId2"/>
          <a:srcRect/>
          <a:stretch>
            <a:fillRect/>
          </a:stretch>
        </p:blipFill>
        <p:spPr bwMode="auto">
          <a:xfrm>
            <a:off x="7332133" y="404813"/>
            <a:ext cx="4064000" cy="246062"/>
          </a:xfrm>
          <a:prstGeom prst="rect">
            <a:avLst/>
          </a:prstGeom>
          <a:noFill/>
          <a:ln w="9525">
            <a:noFill/>
            <a:miter lim="800000"/>
            <a:headEnd/>
            <a:tailEnd/>
          </a:ln>
        </p:spPr>
      </p:pic>
      <p:sp>
        <p:nvSpPr>
          <p:cNvPr id="3" name="Subtitle 2"/>
          <p:cNvSpPr>
            <a:spLocks noGrp="1"/>
          </p:cNvSpPr>
          <p:nvPr>
            <p:ph type="subTitle" idx="1"/>
          </p:nvPr>
        </p:nvSpPr>
        <p:spPr>
          <a:xfrm>
            <a:off x="1822452" y="4580752"/>
            <a:ext cx="7122581" cy="276999"/>
          </a:xfrm>
        </p:spPr>
        <p:txBody>
          <a:bodyPr anchor="b">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a:xfrm>
            <a:off x="1822452" y="2214563"/>
            <a:ext cx="7122581" cy="615553"/>
          </a:xfrm>
        </p:spPr>
        <p:txBody>
          <a:bodyPr/>
          <a:lstStyle>
            <a:lvl1pPr algn="l">
              <a:defRPr sz="40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9301748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a:t>Click to edit Master title style</a:t>
            </a:r>
            <a:endParaRPr lang="en-US" dirty="0"/>
          </a:p>
        </p:txBody>
      </p:sp>
      <p:sp>
        <p:nvSpPr>
          <p:cNvPr id="3" name="Text Placeholder 4"/>
          <p:cNvSpPr>
            <a:spLocks noGrp="1"/>
          </p:cNvSpPr>
          <p:nvPr>
            <p:ph type="body" sz="quarter" idx="10"/>
          </p:nvPr>
        </p:nvSpPr>
        <p:spPr>
          <a:xfrm>
            <a:off x="403909" y="1465507"/>
            <a:ext cx="11392276" cy="1384995"/>
          </a:xfrm>
        </p:spPr>
        <p:txBody>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533075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Divider Slide">
    <p:spTree>
      <p:nvGrpSpPr>
        <p:cNvPr id="1" name=""/>
        <p:cNvGrpSpPr/>
        <p:nvPr/>
      </p:nvGrpSpPr>
      <p:grpSpPr>
        <a:xfrm>
          <a:off x="0" y="0"/>
          <a:ext cx="0" cy="0"/>
          <a:chOff x="0" y="0"/>
          <a:chExt cx="0" cy="0"/>
        </a:xfrm>
      </p:grpSpPr>
      <p:sp>
        <p:nvSpPr>
          <p:cNvPr id="4" name="Rectangle 3"/>
          <p:cNvSpPr/>
          <p:nvPr/>
        </p:nvSpPr>
        <p:spPr>
          <a:xfrm>
            <a:off x="0" y="6675438"/>
            <a:ext cx="97536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pic>
        <p:nvPicPr>
          <p:cNvPr id="5" name="Picture 12" descr="PPT.jpg"/>
          <p:cNvPicPr>
            <a:picLocks noChangeAspect="1"/>
          </p:cNvPicPr>
          <p:nvPr/>
        </p:nvPicPr>
        <p:blipFill>
          <a:blip r:embed="rId2"/>
          <a:srcRect/>
          <a:stretch>
            <a:fillRect/>
          </a:stretch>
        </p:blipFill>
        <p:spPr bwMode="auto">
          <a:xfrm>
            <a:off x="0" y="1"/>
            <a:ext cx="12192000" cy="752475"/>
          </a:xfrm>
          <a:prstGeom prst="rect">
            <a:avLst/>
          </a:prstGeom>
          <a:noFill/>
          <a:ln w="9525">
            <a:noFill/>
            <a:miter lim="800000"/>
            <a:headEnd/>
            <a:tailEnd/>
          </a:ln>
        </p:spPr>
      </p:pic>
      <p:sp>
        <p:nvSpPr>
          <p:cNvPr id="6" name="TextBox 20"/>
          <p:cNvSpPr txBox="1">
            <a:spLocks noChangeArrowheads="1"/>
          </p:cNvSpPr>
          <p:nvPr/>
        </p:nvSpPr>
        <p:spPr bwMode="auto">
          <a:xfrm>
            <a:off x="406401" y="6516689"/>
            <a:ext cx="1883833"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rgbClr val="625753"/>
                </a:solidFill>
                <a:latin typeface="+mn-lt"/>
              </a:rPr>
              <a:t>© Mahindra Satyam 2009</a:t>
            </a:r>
          </a:p>
        </p:txBody>
      </p:sp>
      <p:sp>
        <p:nvSpPr>
          <p:cNvPr id="3" name="Subtitle 2"/>
          <p:cNvSpPr>
            <a:spLocks noGrp="1"/>
          </p:cNvSpPr>
          <p:nvPr>
            <p:ph type="subTitle" idx="1"/>
          </p:nvPr>
        </p:nvSpPr>
        <p:spPr>
          <a:xfrm>
            <a:off x="1822452" y="4580752"/>
            <a:ext cx="7122581" cy="276999"/>
          </a:xfrm>
        </p:spPr>
        <p:txBody>
          <a:bodyPr anchor="b">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a:xfrm>
            <a:off x="1822452" y="2214563"/>
            <a:ext cx="7122581" cy="615553"/>
          </a:xfrm>
        </p:spPr>
        <p:txBody>
          <a:bodyPr/>
          <a:lstStyle>
            <a:lvl1pPr algn="l">
              <a:defRPr sz="40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2102821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Text Placeholder 4"/>
          <p:cNvSpPr>
            <a:spLocks noGrp="1"/>
          </p:cNvSpPr>
          <p:nvPr>
            <p:ph type="body" sz="quarter" idx="10"/>
          </p:nvPr>
        </p:nvSpPr>
        <p:spPr>
          <a:xfrm>
            <a:off x="403909" y="960438"/>
            <a:ext cx="5560793" cy="5303838"/>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a:xfrm>
            <a:off x="6197601" y="960438"/>
            <a:ext cx="5560793" cy="5303838"/>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a:xfrm>
            <a:off x="403909" y="960438"/>
            <a:ext cx="5560793"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a:xfrm>
            <a:off x="6197601" y="960438"/>
            <a:ext cx="5560793"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Tree>
    <p:extLst>
      <p:ext uri="{BB962C8B-B14F-4D97-AF65-F5344CB8AC3E}">
        <p14:creationId xmlns:p14="http://schemas.microsoft.com/office/powerpoint/2010/main" val="6746681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406399" y="469484"/>
            <a:ext cx="11385551" cy="338554"/>
          </a:xfrm>
        </p:spPr>
        <p:txBody>
          <a:bodyPr/>
          <a:lstStyle>
            <a:lvl1pPr algn="l">
              <a:defRPr/>
            </a:lvl1pPr>
          </a:lstStyle>
          <a:p>
            <a:r>
              <a:rPr lang="en-US"/>
              <a:t>Click to edit Master title style</a:t>
            </a:r>
            <a:endParaRPr lang="en-US" dirty="0"/>
          </a:p>
        </p:txBody>
      </p:sp>
      <p:sp>
        <p:nvSpPr>
          <p:cNvPr id="11" name="Text Placeholder 4"/>
          <p:cNvSpPr>
            <a:spLocks noGrp="1"/>
          </p:cNvSpPr>
          <p:nvPr>
            <p:ph type="body" sz="quarter" idx="10"/>
          </p:nvPr>
        </p:nvSpPr>
        <p:spPr>
          <a:xfrm>
            <a:off x="403909" y="961416"/>
            <a:ext cx="5560793"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1"/>
          </p:nvPr>
        </p:nvSpPr>
        <p:spPr>
          <a:xfrm>
            <a:off x="6197601" y="961416"/>
            <a:ext cx="5560793"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p:cNvSpPr>
            <a:spLocks noGrp="1"/>
          </p:cNvSpPr>
          <p:nvPr>
            <p:ph type="body" sz="quarter" idx="12"/>
          </p:nvPr>
        </p:nvSpPr>
        <p:spPr>
          <a:xfrm>
            <a:off x="403909" y="961416"/>
            <a:ext cx="5560793"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4" name="Text Placeholder 4"/>
          <p:cNvSpPr>
            <a:spLocks noGrp="1"/>
          </p:cNvSpPr>
          <p:nvPr>
            <p:ph type="body" sz="quarter" idx="13"/>
          </p:nvPr>
        </p:nvSpPr>
        <p:spPr>
          <a:xfrm>
            <a:off x="6197601" y="961416"/>
            <a:ext cx="5560793"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5" name="Text Placeholder 4"/>
          <p:cNvSpPr>
            <a:spLocks noGrp="1"/>
          </p:cNvSpPr>
          <p:nvPr>
            <p:ph type="body" sz="quarter" idx="14"/>
          </p:nvPr>
        </p:nvSpPr>
        <p:spPr>
          <a:xfrm>
            <a:off x="403909" y="3702857"/>
            <a:ext cx="5560793"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15"/>
          </p:nvPr>
        </p:nvSpPr>
        <p:spPr>
          <a:xfrm>
            <a:off x="6197601" y="3702857"/>
            <a:ext cx="5560793"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p:cNvSpPr>
            <a:spLocks noGrp="1"/>
          </p:cNvSpPr>
          <p:nvPr>
            <p:ph type="body" sz="quarter" idx="16"/>
          </p:nvPr>
        </p:nvSpPr>
        <p:spPr>
          <a:xfrm>
            <a:off x="403909" y="3702856"/>
            <a:ext cx="5560793" cy="471520"/>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8" name="Text Placeholder 4"/>
          <p:cNvSpPr>
            <a:spLocks noGrp="1"/>
          </p:cNvSpPr>
          <p:nvPr>
            <p:ph type="body" sz="quarter" idx="17"/>
          </p:nvPr>
        </p:nvSpPr>
        <p:spPr>
          <a:xfrm>
            <a:off x="6197601" y="3702856"/>
            <a:ext cx="5560793" cy="471520"/>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Tree>
    <p:extLst>
      <p:ext uri="{BB962C8B-B14F-4D97-AF65-F5344CB8AC3E}">
        <p14:creationId xmlns:p14="http://schemas.microsoft.com/office/powerpoint/2010/main" val="3773049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TextBox 2"/>
          <p:cNvSpPr txBox="1">
            <a:spLocks noChangeArrowheads="1"/>
          </p:cNvSpPr>
          <p:nvPr/>
        </p:nvSpPr>
        <p:spPr bwMode="gray">
          <a:xfrm>
            <a:off x="1822451" y="3517127"/>
            <a:ext cx="2244204" cy="276999"/>
          </a:xfrm>
          <a:prstGeom prst="rect">
            <a:avLst/>
          </a:prstGeom>
          <a:noFill/>
          <a:ln w="9525">
            <a:noFill/>
            <a:miter lim="800000"/>
            <a:headEnd/>
            <a:tailEnd/>
          </a:ln>
        </p:spPr>
        <p:txBody>
          <a:bodyPr wrap="none" lIns="0" tIns="0" rIns="0" bIns="0" anchor="b">
            <a:spAutoFit/>
          </a:bodyPr>
          <a:lstStyle/>
          <a:p>
            <a:pPr fontAlgn="auto">
              <a:spcBef>
                <a:spcPts val="0"/>
              </a:spcBef>
              <a:spcAft>
                <a:spcPts val="0"/>
              </a:spcAft>
              <a:defRPr/>
            </a:pPr>
            <a:r>
              <a:rPr lang="en-US" b="1" dirty="0">
                <a:solidFill>
                  <a:srgbClr val="625756"/>
                </a:solidFill>
                <a:latin typeface="+mn-lt"/>
                <a:cs typeface="Arial" pitchFamily="34" charset="0"/>
              </a:rPr>
              <a:t>mahindrasatyam.net</a:t>
            </a:r>
          </a:p>
        </p:txBody>
      </p:sp>
      <p:sp>
        <p:nvSpPr>
          <p:cNvPr id="4" name="TextBox 3"/>
          <p:cNvSpPr txBox="1">
            <a:spLocks noChangeArrowheads="1"/>
          </p:cNvSpPr>
          <p:nvPr/>
        </p:nvSpPr>
        <p:spPr bwMode="gray">
          <a:xfrm>
            <a:off x="1822451" y="4233864"/>
            <a:ext cx="8972549" cy="1046440"/>
          </a:xfrm>
          <a:prstGeom prst="rect">
            <a:avLst/>
          </a:prstGeom>
          <a:noFill/>
          <a:ln w="9525">
            <a:noFill/>
            <a:miter lim="800000"/>
            <a:headEnd/>
            <a:tailEnd/>
          </a:ln>
        </p:spPr>
        <p:txBody>
          <a:bodyPr lIns="0" tIns="0" rIns="0" bIns="0">
            <a:spAutoFit/>
          </a:bodyPr>
          <a:lstStyle/>
          <a:p>
            <a:pPr algn="just" fontAlgn="auto">
              <a:spcBef>
                <a:spcPts val="600"/>
              </a:spcBef>
              <a:spcAft>
                <a:spcPts val="0"/>
              </a:spcAft>
              <a:defRPr/>
            </a:pPr>
            <a:r>
              <a:rPr lang="en-US" sz="900" b="1" dirty="0">
                <a:solidFill>
                  <a:srgbClr val="625756"/>
                </a:solidFill>
                <a:latin typeface="+mn-lt"/>
              </a:rPr>
              <a:t>Safe Harbor</a:t>
            </a:r>
          </a:p>
          <a:p>
            <a:pPr algn="just" fontAlgn="auto">
              <a:spcBef>
                <a:spcPts val="600"/>
              </a:spcBef>
              <a:spcAft>
                <a:spcPts val="0"/>
              </a:spcAft>
              <a:defRPr/>
            </a:pPr>
            <a:r>
              <a:rPr lang="en-US" sz="900" dirty="0">
                <a:solidFill>
                  <a:srgbClr val="625756"/>
                </a:solidFill>
                <a:latin typeface="+mn-lt"/>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rgbClr val="625756"/>
              </a:solidFill>
              <a:latin typeface="+mn-lt"/>
            </a:endParaRPr>
          </a:p>
        </p:txBody>
      </p:sp>
      <p:sp>
        <p:nvSpPr>
          <p:cNvPr id="2" name="Title 1"/>
          <p:cNvSpPr>
            <a:spLocks noGrp="1"/>
          </p:cNvSpPr>
          <p:nvPr>
            <p:ph type="title"/>
          </p:nvPr>
        </p:nvSpPr>
        <p:spPr>
          <a:xfrm>
            <a:off x="1822451" y="1367641"/>
            <a:ext cx="8973312" cy="338554"/>
          </a:xfrm>
        </p:spPr>
        <p:txBody>
          <a:bodyPr/>
          <a:lstStyle>
            <a:lvl1pPr algn="l">
              <a:defRPr/>
            </a:lvl1pPr>
          </a:lstStyle>
          <a:p>
            <a:r>
              <a:rPr lang="en-US"/>
              <a:t>Click to edit Master title style</a:t>
            </a:r>
            <a:endParaRPr lang="en-US" dirty="0"/>
          </a:p>
        </p:txBody>
      </p:sp>
    </p:spTree>
    <p:extLst>
      <p:ext uri="{BB962C8B-B14F-4D97-AF65-F5344CB8AC3E}">
        <p14:creationId xmlns:p14="http://schemas.microsoft.com/office/powerpoint/2010/main" val="9972039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2751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6720" y="76201"/>
            <a:ext cx="10972800" cy="338554"/>
          </a:xfrm>
        </p:spPr>
        <p:txBody>
          <a:bodyPr/>
          <a:lstStyle/>
          <a:p>
            <a:r>
              <a:rPr lang="en-US"/>
              <a:t>Click to edit Master title style</a:t>
            </a:r>
            <a:endParaRPr lang="en-US" dirty="0"/>
          </a:p>
        </p:txBody>
      </p:sp>
    </p:spTree>
    <p:extLst>
      <p:ext uri="{BB962C8B-B14F-4D97-AF65-F5344CB8AC3E}">
        <p14:creationId xmlns:p14="http://schemas.microsoft.com/office/powerpoint/2010/main" val="41328529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fontAlgn="auto">
              <a:spcBef>
                <a:spcPts val="0"/>
              </a:spcBef>
              <a:spcAft>
                <a:spcPts val="0"/>
              </a:spcAft>
              <a:defRPr>
                <a:latin typeface="+mn-lt"/>
              </a:defRPr>
            </a:lvl1pPr>
          </a:lstStyle>
          <a:p>
            <a:pPr>
              <a:defRPr/>
            </a:pPr>
            <a:endParaRPr lang="en-US" dirty="0">
              <a:solidFill>
                <a:prstClr val="black"/>
              </a:solidFill>
            </a:endParaRPr>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fontAlgn="auto">
              <a:spcBef>
                <a:spcPts val="0"/>
              </a:spcBef>
              <a:spcAft>
                <a:spcPts val="0"/>
              </a:spcAft>
              <a:defRPr>
                <a:latin typeface="+mn-lt"/>
              </a:defRPr>
            </a:lvl1pPr>
          </a:lstStyle>
          <a:p>
            <a:pPr>
              <a:defRPr/>
            </a:pPr>
            <a:endParaRPr lang="en-US" dirty="0">
              <a:solidFill>
                <a:prstClr val="black"/>
              </a:solidFill>
            </a:endParaRPr>
          </a:p>
        </p:txBody>
      </p:sp>
      <p:sp>
        <p:nvSpPr>
          <p:cNvPr id="4" name="Rectangle 6"/>
          <p:cNvSpPr>
            <a:spLocks noGrp="1" noChangeArrowheads="1"/>
          </p:cNvSpPr>
          <p:nvPr>
            <p:ph type="sldNum" sz="quarter" idx="12"/>
          </p:nvPr>
        </p:nvSpPr>
        <p:spPr>
          <a:xfrm>
            <a:off x="8737600" y="6245225"/>
            <a:ext cx="2844800" cy="476250"/>
          </a:xfrm>
          <a:prstGeom prst="rect">
            <a:avLst/>
          </a:prstGeom>
        </p:spPr>
        <p:txBody>
          <a:bodyPr/>
          <a:lstStyle>
            <a:lvl1pPr fontAlgn="auto">
              <a:spcBef>
                <a:spcPts val="0"/>
              </a:spcBef>
              <a:spcAft>
                <a:spcPts val="0"/>
              </a:spcAft>
              <a:defRPr>
                <a:latin typeface="+mn-lt"/>
              </a:defRPr>
            </a:lvl1pPr>
          </a:lstStyle>
          <a:p>
            <a:pPr>
              <a:defRPr/>
            </a:pPr>
            <a:fld id="{5145605C-A410-4DA6-B431-7180A56293F3}"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321692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image" Target="../media/image15.png"/><Relationship Id="rId5" Type="http://schemas.openxmlformats.org/officeDocument/2006/relationships/slideLayout" Target="../slideLayouts/slideLayout47.xml"/><Relationship Id="rId10" Type="http://schemas.openxmlformats.org/officeDocument/2006/relationships/theme" Target="../theme/theme4.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p:cNvSpPr txBox="1"/>
          <p:nvPr/>
        </p:nvSpPr>
        <p:spPr bwMode="auto">
          <a:xfrm>
            <a:off x="11335581" y="6648248"/>
            <a:ext cx="157094" cy="153888"/>
          </a:xfrm>
          <a:prstGeom prst="rect">
            <a:avLst/>
          </a:prstGeom>
          <a:noFill/>
          <a:ln w="9525">
            <a:noFill/>
            <a:miter lim="800000"/>
          </a:ln>
        </p:spPr>
        <p:txBody>
          <a:bodyPr wrap="none" lIns="0" tIns="0" rIns="0" bIns="0" anchor="ctr">
            <a:spAutoFit/>
          </a:bodyPr>
          <a:lstStyle/>
          <a:p>
            <a:pPr algn="r" defTabSz="1218323" fontAlgn="auto">
              <a:spcBef>
                <a:spcPts val="0"/>
              </a:spcBef>
              <a:spcAft>
                <a:spcPts val="0"/>
              </a:spcAft>
              <a:defRPr/>
            </a:pPr>
            <a:fld id="{6856ECDB-1CEE-4F69-ADCA-557460F2116E}" type="slidenum">
              <a:rPr lang="en-US" sz="1000" b="1" smtClean="0">
                <a:solidFill>
                  <a:srgbClr val="6D6E71"/>
                </a:solidFill>
                <a:latin typeface="+mj-lt"/>
                <a:cs typeface="Arial" panose="020B0604020202020204" pitchFamily="34" charset="0"/>
              </a:rPr>
              <a:pPr algn="r" defTabSz="1218323" fontAlgn="auto">
                <a:spcBef>
                  <a:spcPts val="0"/>
                </a:spcBef>
                <a:spcAft>
                  <a:spcPts val="0"/>
                </a:spcAft>
                <a:defRPr/>
              </a:pPr>
              <a:t>‹#›</a:t>
            </a:fld>
            <a:endParaRPr lang="en-US" sz="1000" b="1" dirty="0">
              <a:solidFill>
                <a:srgbClr val="6D6E71"/>
              </a:solidFill>
              <a:latin typeface="+mj-lt"/>
              <a:cs typeface="Arial" panose="020B0604020202020204" pitchFamily="34" charset="0"/>
            </a:endParaRPr>
          </a:p>
        </p:txBody>
      </p:sp>
      <p:sp>
        <p:nvSpPr>
          <p:cNvPr id="7" name="TextBox 20"/>
          <p:cNvSpPr txBox="1">
            <a:spLocks noChangeArrowheads="1"/>
          </p:cNvSpPr>
          <p:nvPr/>
        </p:nvSpPr>
        <p:spPr bwMode="gray">
          <a:xfrm>
            <a:off x="447472" y="6643086"/>
            <a:ext cx="3008837" cy="153888"/>
          </a:xfrm>
          <a:prstGeom prst="rect">
            <a:avLst/>
          </a:prstGeom>
          <a:noFill/>
          <a:ln w="9525">
            <a:noFill/>
            <a:miter lim="800000"/>
          </a:ln>
        </p:spPr>
        <p:txBody>
          <a:bodyPr wrap="none" lIns="0" tIns="0" rIns="0" bIns="0">
            <a:spAutoFit/>
          </a:bodyPr>
          <a:lstStyle/>
          <a:p>
            <a:pPr defTabSz="1218323" fontAlgn="auto">
              <a:spcBef>
                <a:spcPts val="0"/>
              </a:spcBef>
              <a:spcAft>
                <a:spcPts val="0"/>
              </a:spcAft>
              <a:defRPr/>
            </a:pPr>
            <a:r>
              <a:rPr lang="en-US" sz="1000" dirty="0">
                <a:solidFill>
                  <a:srgbClr val="6D6E71"/>
                </a:solidFill>
                <a:latin typeface="+mj-lt"/>
                <a:cs typeface="Arial" panose="020B0604020202020204" pitchFamily="34" charset="0"/>
              </a:rPr>
              <a:t>Copyright © 2020 Tech Mahindra. All rights reserved.</a:t>
            </a:r>
          </a:p>
        </p:txBody>
      </p:sp>
      <p:pic>
        <p:nvPicPr>
          <p:cNvPr id="12" name="Picture 11" descr="Ridge.pdf"/>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bwMode="ltGray">
          <a:xfrm>
            <a:off x="471" y="4"/>
            <a:ext cx="1473487" cy="696032"/>
          </a:xfrm>
          <a:prstGeom prst="rect">
            <a:avLst/>
          </a:prstGeom>
        </p:spPr>
      </p:pic>
    </p:spTree>
    <p:extLst>
      <p:ext uri="{BB962C8B-B14F-4D97-AF65-F5344CB8AC3E}">
        <p14:creationId xmlns:p14="http://schemas.microsoft.com/office/powerpoint/2010/main" val="217326304"/>
      </p:ext>
    </p:extLst>
  </p:cSld>
  <p:clrMap bg1="lt1" tx1="dk1" bg2="lt2" tx2="dk2" accent1="accent1" accent2="accent2" accent3="accent3" accent4="accent4" accent5="accent5" accent6="accent6" hlink="hlink" folHlink="folHlink"/>
  <p:sldLayoutIdLst>
    <p:sldLayoutId id="2147483747" r:id="rId1"/>
    <p:sldLayoutId id="2147483725" r:id="rId2"/>
    <p:sldLayoutId id="2147483752" r:id="rId3"/>
    <p:sldLayoutId id="2147483744" r:id="rId4"/>
    <p:sldLayoutId id="2147483791" r:id="rId5"/>
    <p:sldLayoutId id="2147483792"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Lst>
  <p:hf hdr="0" ftr="0" dt="0"/>
  <p:txStyles>
    <p:titleStyle>
      <a:lvl1pPr algn="l" defTabSz="1218323" rtl="0" eaLnBrk="1" latinLnBrk="0" hangingPunct="1">
        <a:spcBef>
          <a:spcPct val="0"/>
        </a:spcBef>
        <a:buNone/>
        <a:defRPr lang="en-US" sz="2400" b="0" kern="1200" dirty="0" smtClean="0">
          <a:solidFill>
            <a:schemeClr val="tx2"/>
          </a:solidFill>
          <a:latin typeface="+mj-lt"/>
          <a:ea typeface="+mj-ea"/>
          <a:cs typeface="Arial" panose="020B0604020202020204" pitchFamily="34" charset="0"/>
        </a:defRPr>
      </a:lvl1pPr>
    </p:titleStyle>
    <p:bodyStyle>
      <a:lvl1pPr marL="386917" indent="-386917" algn="l" defTabSz="1218323" rtl="0" eaLnBrk="1" fontAlgn="base" latinLnBrk="0" hangingPunct="1">
        <a:spcBef>
          <a:spcPts val="0"/>
        </a:spcBef>
        <a:spcAft>
          <a:spcPct val="0"/>
        </a:spcAft>
        <a:buClr>
          <a:schemeClr val="bg2"/>
        </a:buClr>
        <a:buSzPct val="120000"/>
        <a:buFont typeface="Wingdings" panose="05000000000000000000" pitchFamily="2" charset="2"/>
        <a:buChar char="§"/>
        <a:defRPr lang="en-US" sz="2133" b="0" kern="1200" baseline="0" dirty="0" smtClean="0">
          <a:solidFill>
            <a:schemeClr val="tx1"/>
          </a:solidFill>
          <a:latin typeface="Century Gothic" pitchFamily="34" charset="0"/>
          <a:ea typeface="+mn-ea"/>
          <a:cs typeface="Arial" panose="020B0604020202020204" pitchFamily="34" charset="0"/>
        </a:defRPr>
      </a:lvl1pPr>
      <a:lvl2pPr marL="380990" indent="-380990" algn="l" defTabSz="1218323" rtl="0" eaLnBrk="1" fontAlgn="base" latinLnBrk="0" hangingPunct="1">
        <a:spcBef>
          <a:spcPts val="0"/>
        </a:spcBef>
        <a:spcAft>
          <a:spcPct val="0"/>
        </a:spcAft>
        <a:buClr>
          <a:schemeClr val="bg2"/>
        </a:buClr>
        <a:buSzPct val="100000"/>
        <a:buFont typeface="Wingdings" panose="05000000000000000000" pitchFamily="2" charset="2"/>
        <a:buChar char="§"/>
        <a:defRPr lang="en-US" sz="2400" b="0" kern="1200" baseline="0" dirty="0" smtClean="0">
          <a:solidFill>
            <a:schemeClr val="tx1"/>
          </a:solidFill>
          <a:latin typeface="+mn-lt"/>
          <a:ea typeface="+mn-ea"/>
          <a:cs typeface="+mn-cs"/>
        </a:defRPr>
      </a:lvl2pPr>
      <a:lvl3pPr marL="761981" indent="-372524" algn="l" defTabSz="1218323" rtl="0" eaLnBrk="1" fontAlgn="base" latinLnBrk="0" hangingPunct="1">
        <a:spcBef>
          <a:spcPts val="0"/>
        </a:spcBef>
        <a:spcAft>
          <a:spcPct val="0"/>
        </a:spcAft>
        <a:buClr>
          <a:schemeClr val="bg2"/>
        </a:buClr>
        <a:buSzPct val="90000"/>
        <a:buFont typeface="Arial" panose="020B0604020202020204" pitchFamily="34" charset="0"/>
        <a:buChar char="–"/>
        <a:defRPr kumimoji="0" lang="en-US" sz="2133" b="0" i="0" u="none" strike="noStrike" kern="1200" cap="none" spc="0" normalizeH="0" baseline="0" noProof="0" dirty="0" smtClean="0">
          <a:ln>
            <a:noFill/>
          </a:ln>
          <a:solidFill>
            <a:schemeClr val="tx1"/>
          </a:solidFill>
          <a:effectLst/>
          <a:uLnTx/>
          <a:uFillTx/>
          <a:latin typeface="Century Gothic" pitchFamily="34" charset="0"/>
          <a:ea typeface="+mn-ea"/>
          <a:cs typeface="Arial" panose="020B0604020202020204" pitchFamily="34" charset="0"/>
        </a:defRPr>
      </a:lvl3pPr>
      <a:lvl4pPr marL="1134505" indent="-372524" algn="l" defTabSz="1218323" rtl="0" eaLnBrk="1" fontAlgn="base" latinLnBrk="0" hangingPunct="1">
        <a:spcBef>
          <a:spcPts val="0"/>
        </a:spcBef>
        <a:spcAft>
          <a:spcPct val="0"/>
        </a:spcAft>
        <a:buClr>
          <a:schemeClr val="bg2"/>
        </a:buClr>
        <a:buSzPct val="80000"/>
        <a:buFont typeface="Wingdings" panose="05000000000000000000" pitchFamily="2" charset="2"/>
        <a:buChar char="§"/>
        <a:defRPr lang="en-US" sz="2133" b="0" kern="1200" baseline="0" dirty="0" smtClean="0">
          <a:solidFill>
            <a:schemeClr val="tx1"/>
          </a:solidFill>
          <a:latin typeface="Century Gothic" pitchFamily="34" charset="0"/>
          <a:ea typeface="+mn-ea"/>
          <a:cs typeface="+mn-cs"/>
        </a:defRPr>
      </a:lvl4pPr>
      <a:lvl5pPr marL="1515495" indent="-380990" algn="l" defTabSz="1243722" rtl="0" eaLnBrk="1" fontAlgn="base" latinLnBrk="0" hangingPunct="1">
        <a:spcBef>
          <a:spcPts val="0"/>
        </a:spcBef>
        <a:spcAft>
          <a:spcPct val="0"/>
        </a:spcAft>
        <a:buClr>
          <a:schemeClr val="bg2"/>
        </a:buClr>
        <a:buSzPct val="70000"/>
        <a:buFont typeface="Arial" panose="020B0604020202020204" pitchFamily="34" charset="0"/>
        <a:buChar char="–"/>
        <a:defRPr lang="en-US" sz="2133" b="0" kern="1200" baseline="0" dirty="0" smtClean="0">
          <a:solidFill>
            <a:schemeClr val="tx1"/>
          </a:solidFill>
          <a:latin typeface="Century Gothic" pitchFamily="34" charset="0"/>
          <a:ea typeface="+mn-ea"/>
          <a:cs typeface="+mn-cs"/>
        </a:defRPr>
      </a:lvl5pPr>
      <a:lvl6pPr marL="1828754" indent="-321725" algn="l" defTabSz="1218323" rtl="0" eaLnBrk="1" latinLnBrk="0" hangingPunct="1">
        <a:spcBef>
          <a:spcPct val="20000"/>
        </a:spcBef>
        <a:buClr>
          <a:schemeClr val="bg2"/>
        </a:buClr>
        <a:buSzPct val="60000"/>
        <a:buFont typeface="Wingdings" panose="05000000000000000000" pitchFamily="2" charset="2"/>
        <a:buChar char="§"/>
        <a:defRPr sz="2400" kern="1200">
          <a:solidFill>
            <a:schemeClr val="tx1"/>
          </a:solidFill>
          <a:latin typeface="Century Gothic" pitchFamily="34" charset="0"/>
          <a:ea typeface="+mn-ea"/>
          <a:cs typeface="+mn-cs"/>
        </a:defRPr>
      </a:lvl6pPr>
      <a:lvl7pPr marL="3961454"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039"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624"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8323" rtl="0" eaLnBrk="1" latinLnBrk="0" hangingPunct="1">
        <a:defRPr sz="2400" kern="1200">
          <a:solidFill>
            <a:schemeClr val="tx1"/>
          </a:solidFill>
          <a:latin typeface="+mn-lt"/>
          <a:ea typeface="+mn-ea"/>
          <a:cs typeface="+mn-cs"/>
        </a:defRPr>
      </a:lvl1pPr>
      <a:lvl2pPr marL="609585" algn="l" defTabSz="1218323" rtl="0" eaLnBrk="1" latinLnBrk="0" hangingPunct="1">
        <a:defRPr sz="2400" kern="1200">
          <a:solidFill>
            <a:schemeClr val="tx1"/>
          </a:solidFill>
          <a:latin typeface="+mn-lt"/>
          <a:ea typeface="+mn-ea"/>
          <a:cs typeface="+mn-cs"/>
        </a:defRPr>
      </a:lvl2pPr>
      <a:lvl3pPr marL="1219170" algn="l" defTabSz="1218323" rtl="0" eaLnBrk="1" latinLnBrk="0" hangingPunct="1">
        <a:defRPr sz="2400" kern="1200">
          <a:solidFill>
            <a:schemeClr val="tx1"/>
          </a:solidFill>
          <a:latin typeface="+mn-lt"/>
          <a:ea typeface="+mn-ea"/>
          <a:cs typeface="+mn-cs"/>
        </a:defRPr>
      </a:lvl3pPr>
      <a:lvl4pPr marL="1828754" algn="l" defTabSz="1218323" rtl="0" eaLnBrk="1" latinLnBrk="0" hangingPunct="1">
        <a:defRPr sz="2400" kern="1200">
          <a:solidFill>
            <a:schemeClr val="tx1"/>
          </a:solidFill>
          <a:latin typeface="+mn-lt"/>
          <a:ea typeface="+mn-ea"/>
          <a:cs typeface="+mn-cs"/>
        </a:defRPr>
      </a:lvl4pPr>
      <a:lvl5pPr marL="2438339" algn="l" defTabSz="1218323" rtl="0" eaLnBrk="1" latinLnBrk="0" hangingPunct="1">
        <a:defRPr sz="2400" kern="1200">
          <a:solidFill>
            <a:schemeClr val="tx1"/>
          </a:solidFill>
          <a:latin typeface="+mn-lt"/>
          <a:ea typeface="+mn-ea"/>
          <a:cs typeface="+mn-cs"/>
        </a:defRPr>
      </a:lvl5pPr>
      <a:lvl6pPr marL="3047077" algn="l" defTabSz="1218323" rtl="0" eaLnBrk="1" latinLnBrk="0" hangingPunct="1">
        <a:defRPr sz="2400" kern="1200">
          <a:solidFill>
            <a:schemeClr val="tx1"/>
          </a:solidFill>
          <a:latin typeface="+mn-lt"/>
          <a:ea typeface="+mn-ea"/>
          <a:cs typeface="+mn-cs"/>
        </a:defRPr>
      </a:lvl6pPr>
      <a:lvl7pPr marL="3656662" algn="l" defTabSz="1218323" rtl="0" eaLnBrk="1" latinLnBrk="0" hangingPunct="1">
        <a:defRPr sz="2400" kern="1200">
          <a:solidFill>
            <a:schemeClr val="tx1"/>
          </a:solidFill>
          <a:latin typeface="+mn-lt"/>
          <a:ea typeface="+mn-ea"/>
          <a:cs typeface="+mn-cs"/>
        </a:defRPr>
      </a:lvl7pPr>
      <a:lvl8pPr marL="4266247" algn="l" defTabSz="1218323" rtl="0" eaLnBrk="1" latinLnBrk="0" hangingPunct="1">
        <a:defRPr sz="2400" kern="1200">
          <a:solidFill>
            <a:schemeClr val="tx1"/>
          </a:solidFill>
          <a:latin typeface="+mn-lt"/>
          <a:ea typeface="+mn-ea"/>
          <a:cs typeface="+mn-cs"/>
        </a:defRPr>
      </a:lvl8pPr>
      <a:lvl9pPr marL="4875831" algn="l" defTabSz="1218323"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624456" y="711228"/>
            <a:ext cx="10949516" cy="59503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392" y="1971680"/>
            <a:ext cx="10949516" cy="155083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10" name="Slide Number Placeholder 5"/>
          <p:cNvSpPr txBox="1">
            <a:spLocks/>
          </p:cNvSpPr>
          <p:nvPr/>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1" name="TextBox 20"/>
          <p:cNvSpPr txBox="1">
            <a:spLocks noChangeArrowheads="1"/>
          </p:cNvSpPr>
          <p:nvPr/>
        </p:nvSpPr>
        <p:spPr bwMode="gray">
          <a:xfrm>
            <a:off x="641362" y="6629731"/>
            <a:ext cx="2431756"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2017 Tech Mahindra. All rights reserved.</a:t>
            </a:r>
          </a:p>
        </p:txBody>
      </p:sp>
      <p:pic>
        <p:nvPicPr>
          <p:cNvPr id="7" name="Picture 6" descr="Ridge.pdf"/>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bwMode="ltGray">
          <a:xfrm>
            <a:off x="471" y="4"/>
            <a:ext cx="2686537" cy="952500"/>
          </a:xfrm>
          <a:prstGeom prst="rect">
            <a:avLst/>
          </a:prstGeom>
        </p:spPr>
      </p:pic>
    </p:spTree>
    <p:extLst>
      <p:ext uri="{BB962C8B-B14F-4D97-AF65-F5344CB8AC3E}">
        <p14:creationId xmlns:p14="http://schemas.microsoft.com/office/powerpoint/2010/main" val="337156911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rtl="0" eaLnBrk="1" fontAlgn="base" hangingPunct="1">
        <a:spcBef>
          <a:spcPct val="0"/>
        </a:spcBef>
        <a:spcAft>
          <a:spcPct val="0"/>
        </a:spcAft>
        <a:defRPr lang="en-US" sz="3899"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899" b="1">
          <a:solidFill>
            <a:schemeClr val="tx2"/>
          </a:solidFill>
          <a:latin typeface="Arial" charset="0"/>
          <a:cs typeface="Arial" charset="0"/>
        </a:defRPr>
      </a:lvl2pPr>
      <a:lvl3pPr algn="l" rtl="0" eaLnBrk="1" fontAlgn="base" hangingPunct="1">
        <a:spcBef>
          <a:spcPct val="0"/>
        </a:spcBef>
        <a:spcAft>
          <a:spcPct val="0"/>
        </a:spcAft>
        <a:defRPr sz="3899" b="1">
          <a:solidFill>
            <a:schemeClr val="tx2"/>
          </a:solidFill>
          <a:latin typeface="Arial" charset="0"/>
          <a:cs typeface="Arial" charset="0"/>
        </a:defRPr>
      </a:lvl3pPr>
      <a:lvl4pPr algn="l" rtl="0" eaLnBrk="1" fontAlgn="base" hangingPunct="1">
        <a:spcBef>
          <a:spcPct val="0"/>
        </a:spcBef>
        <a:spcAft>
          <a:spcPct val="0"/>
        </a:spcAft>
        <a:defRPr sz="3899" b="1">
          <a:solidFill>
            <a:schemeClr val="tx2"/>
          </a:solidFill>
          <a:latin typeface="Arial" charset="0"/>
          <a:cs typeface="Arial" charset="0"/>
        </a:defRPr>
      </a:lvl4pPr>
      <a:lvl5pPr algn="l" rtl="0" eaLnBrk="1" fontAlgn="base" hangingPunct="1">
        <a:spcBef>
          <a:spcPct val="0"/>
        </a:spcBef>
        <a:spcAft>
          <a:spcPct val="0"/>
        </a:spcAft>
        <a:defRPr sz="3899" b="1">
          <a:solidFill>
            <a:schemeClr val="tx2"/>
          </a:solidFill>
          <a:latin typeface="Arial" charset="0"/>
          <a:cs typeface="Arial" charset="0"/>
        </a:defRPr>
      </a:lvl5pPr>
      <a:lvl6pPr marL="547209" algn="l" rtl="0" eaLnBrk="1" fontAlgn="base" hangingPunct="1">
        <a:spcBef>
          <a:spcPct val="0"/>
        </a:spcBef>
        <a:spcAft>
          <a:spcPct val="0"/>
        </a:spcAft>
        <a:defRPr sz="3899" b="1">
          <a:solidFill>
            <a:schemeClr val="tx2"/>
          </a:solidFill>
          <a:latin typeface="Arial" charset="0"/>
          <a:cs typeface="Arial" charset="0"/>
        </a:defRPr>
      </a:lvl6pPr>
      <a:lvl7pPr marL="1094415" algn="l" rtl="0" eaLnBrk="1" fontAlgn="base" hangingPunct="1">
        <a:spcBef>
          <a:spcPct val="0"/>
        </a:spcBef>
        <a:spcAft>
          <a:spcPct val="0"/>
        </a:spcAft>
        <a:defRPr sz="3899" b="1">
          <a:solidFill>
            <a:schemeClr val="tx2"/>
          </a:solidFill>
          <a:latin typeface="Arial" charset="0"/>
          <a:cs typeface="Arial" charset="0"/>
        </a:defRPr>
      </a:lvl7pPr>
      <a:lvl8pPr marL="1641627" algn="l" rtl="0" eaLnBrk="1" fontAlgn="base" hangingPunct="1">
        <a:spcBef>
          <a:spcPct val="0"/>
        </a:spcBef>
        <a:spcAft>
          <a:spcPct val="0"/>
        </a:spcAft>
        <a:defRPr sz="3899" b="1">
          <a:solidFill>
            <a:schemeClr val="tx2"/>
          </a:solidFill>
          <a:latin typeface="Arial" charset="0"/>
          <a:cs typeface="Arial" charset="0"/>
        </a:defRPr>
      </a:lvl8pPr>
      <a:lvl9pPr marL="2188832" algn="l" rtl="0" eaLnBrk="1" fontAlgn="base" hangingPunct="1">
        <a:spcBef>
          <a:spcPct val="0"/>
        </a:spcBef>
        <a:spcAft>
          <a:spcPct val="0"/>
        </a:spcAft>
        <a:defRPr sz="3899" b="1">
          <a:solidFill>
            <a:schemeClr val="tx2"/>
          </a:solidFill>
          <a:latin typeface="Arial" charset="0"/>
          <a:cs typeface="Arial" charset="0"/>
        </a:defRPr>
      </a:lvl9pPr>
    </p:titleStyle>
    <p:bodyStyle>
      <a:lvl1pPr marL="347706" indent="-347706"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42013" indent="-342013"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84010" indent="-33440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8414" indent="-33440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60423" indent="-342013" algn="l" defTabSz="1117219"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41627" indent="-288805" algn="l" defTabSz="1094415"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56849" indent="-273609" algn="l" defTabSz="109441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04063" indent="-273609" algn="l" defTabSz="109441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51274" indent="-273609" algn="l" defTabSz="109441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4415" rtl="0" eaLnBrk="1" latinLnBrk="0" hangingPunct="1">
        <a:defRPr sz="2100" kern="1200">
          <a:solidFill>
            <a:schemeClr val="tx1"/>
          </a:solidFill>
          <a:latin typeface="+mn-lt"/>
          <a:ea typeface="+mn-ea"/>
          <a:cs typeface="+mn-cs"/>
        </a:defRPr>
      </a:lvl1pPr>
      <a:lvl2pPr marL="547209" algn="l" defTabSz="1094415" rtl="0" eaLnBrk="1" latinLnBrk="0" hangingPunct="1">
        <a:defRPr sz="2100" kern="1200">
          <a:solidFill>
            <a:schemeClr val="tx1"/>
          </a:solidFill>
          <a:latin typeface="+mn-lt"/>
          <a:ea typeface="+mn-ea"/>
          <a:cs typeface="+mn-cs"/>
        </a:defRPr>
      </a:lvl2pPr>
      <a:lvl3pPr marL="1094415" algn="l" defTabSz="1094415" rtl="0" eaLnBrk="1" latinLnBrk="0" hangingPunct="1">
        <a:defRPr sz="2100" kern="1200">
          <a:solidFill>
            <a:schemeClr val="tx1"/>
          </a:solidFill>
          <a:latin typeface="+mn-lt"/>
          <a:ea typeface="+mn-ea"/>
          <a:cs typeface="+mn-cs"/>
        </a:defRPr>
      </a:lvl3pPr>
      <a:lvl4pPr marL="1641627" algn="l" defTabSz="1094415" rtl="0" eaLnBrk="1" latinLnBrk="0" hangingPunct="1">
        <a:defRPr sz="2100" kern="1200">
          <a:solidFill>
            <a:schemeClr val="tx1"/>
          </a:solidFill>
          <a:latin typeface="+mn-lt"/>
          <a:ea typeface="+mn-ea"/>
          <a:cs typeface="+mn-cs"/>
        </a:defRPr>
      </a:lvl4pPr>
      <a:lvl5pPr marL="2188832" algn="l" defTabSz="1094415" rtl="0" eaLnBrk="1" latinLnBrk="0" hangingPunct="1">
        <a:defRPr sz="2100" kern="1200">
          <a:solidFill>
            <a:schemeClr val="tx1"/>
          </a:solidFill>
          <a:latin typeface="+mn-lt"/>
          <a:ea typeface="+mn-ea"/>
          <a:cs typeface="+mn-cs"/>
        </a:defRPr>
      </a:lvl5pPr>
      <a:lvl6pPr marL="2736041" algn="l" defTabSz="1094415" rtl="0" eaLnBrk="1" latinLnBrk="0" hangingPunct="1">
        <a:defRPr sz="2100" kern="1200">
          <a:solidFill>
            <a:schemeClr val="tx1"/>
          </a:solidFill>
          <a:latin typeface="+mn-lt"/>
          <a:ea typeface="+mn-ea"/>
          <a:cs typeface="+mn-cs"/>
        </a:defRPr>
      </a:lvl6pPr>
      <a:lvl7pPr marL="3283247" algn="l" defTabSz="1094415" rtl="0" eaLnBrk="1" latinLnBrk="0" hangingPunct="1">
        <a:defRPr sz="2100" kern="1200">
          <a:solidFill>
            <a:schemeClr val="tx1"/>
          </a:solidFill>
          <a:latin typeface="+mn-lt"/>
          <a:ea typeface="+mn-ea"/>
          <a:cs typeface="+mn-cs"/>
        </a:defRPr>
      </a:lvl7pPr>
      <a:lvl8pPr marL="3830458" algn="l" defTabSz="1094415" rtl="0" eaLnBrk="1" latinLnBrk="0" hangingPunct="1">
        <a:defRPr sz="2100" kern="1200">
          <a:solidFill>
            <a:schemeClr val="tx1"/>
          </a:solidFill>
          <a:latin typeface="+mn-lt"/>
          <a:ea typeface="+mn-ea"/>
          <a:cs typeface="+mn-cs"/>
        </a:defRPr>
      </a:lvl8pPr>
      <a:lvl9pPr marL="4377663" algn="l" defTabSz="1094415"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rgbClr val="EEEEEE"/>
            </a:gs>
            <a:gs pos="67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41"/>
            <a:ext cx="10972801" cy="711081"/>
          </a:xfrm>
          <a:prstGeom prst="rect">
            <a:avLst/>
          </a:prstGeom>
        </p:spPr>
        <p:txBody>
          <a:bodyPr vert="horz" lIns="91436" tIns="45718" rIns="91436" bIns="45718" rtlCol="0" anchor="ctr">
            <a:normAutofit/>
          </a:bodyPr>
          <a:lstStyle/>
          <a:p>
            <a:r>
              <a:rPr lang="en-US"/>
              <a:t>Click to edit Master title style</a:t>
            </a:r>
          </a:p>
        </p:txBody>
      </p:sp>
      <p:sp>
        <p:nvSpPr>
          <p:cNvPr id="3" name="Text Placeholder 2"/>
          <p:cNvSpPr>
            <a:spLocks noGrp="1"/>
          </p:cNvSpPr>
          <p:nvPr>
            <p:ph type="body" idx="1"/>
          </p:nvPr>
        </p:nvSpPr>
        <p:spPr>
          <a:xfrm>
            <a:off x="609600" y="1138426"/>
            <a:ext cx="10972801" cy="4987739"/>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36" tIns="45718" rIns="91436" bIns="45718" rtlCol="0" anchor="ctr"/>
          <a:lstStyle>
            <a:lvl1pPr algn="l">
              <a:defRPr sz="1600">
                <a:solidFill>
                  <a:schemeClr val="tx1">
                    <a:tint val="75000"/>
                  </a:schemeClr>
                </a:solidFill>
              </a:defRPr>
            </a:lvl1pPr>
          </a:lstStyle>
          <a:p>
            <a:pPr defTabSz="1218895"/>
            <a:fld id="{FD1176A7-B091-469C-82C8-89C693043C40}" type="datetimeFigureOut">
              <a:rPr lang="en-US" smtClean="0">
                <a:solidFill>
                  <a:prstClr val="black">
                    <a:tint val="75000"/>
                  </a:prstClr>
                </a:solidFill>
              </a:rPr>
              <a:pPr defTabSz="1218895"/>
              <a:t>10/27/2025</a:t>
            </a:fld>
            <a:endParaRPr lang="en-US">
              <a:solidFill>
                <a:prstClr val="black">
                  <a:tint val="75000"/>
                </a:prstClr>
              </a:solidFill>
            </a:endParaRPr>
          </a:p>
        </p:txBody>
      </p:sp>
      <p:sp>
        <p:nvSpPr>
          <p:cNvPr id="5" name="Footer Placeholder 4"/>
          <p:cNvSpPr>
            <a:spLocks noGrp="1"/>
          </p:cNvSpPr>
          <p:nvPr>
            <p:ph type="ftr" sz="quarter" idx="3"/>
          </p:nvPr>
        </p:nvSpPr>
        <p:spPr>
          <a:xfrm>
            <a:off x="4165601" y="6356353"/>
            <a:ext cx="3860800" cy="365125"/>
          </a:xfrm>
          <a:prstGeom prst="rect">
            <a:avLst/>
          </a:prstGeom>
        </p:spPr>
        <p:txBody>
          <a:bodyPr vert="horz" lIns="91436" tIns="45718" rIns="91436" bIns="45718" rtlCol="0" anchor="ctr"/>
          <a:lstStyle>
            <a:lvl1pPr algn="ctr">
              <a:defRPr sz="1600">
                <a:solidFill>
                  <a:schemeClr val="tx1">
                    <a:tint val="75000"/>
                  </a:schemeClr>
                </a:solidFill>
              </a:defRPr>
            </a:lvl1pPr>
          </a:lstStyle>
          <a:p>
            <a:pPr defTabSz="1218895"/>
            <a:endParaRPr lang="en-US">
              <a:solidFill>
                <a:prstClr val="black">
                  <a:tint val="75000"/>
                </a:prstClr>
              </a:solidFill>
            </a:endParaRPr>
          </a:p>
        </p:txBody>
      </p:sp>
      <p:sp>
        <p:nvSpPr>
          <p:cNvPr id="6" name="Slide Number Placeholder 5"/>
          <p:cNvSpPr>
            <a:spLocks noGrp="1"/>
          </p:cNvSpPr>
          <p:nvPr>
            <p:ph type="sldNum" sz="quarter" idx="4"/>
          </p:nvPr>
        </p:nvSpPr>
        <p:spPr>
          <a:xfrm>
            <a:off x="8737602" y="6356353"/>
            <a:ext cx="2844800" cy="365125"/>
          </a:xfrm>
          <a:prstGeom prst="rect">
            <a:avLst/>
          </a:prstGeom>
        </p:spPr>
        <p:txBody>
          <a:bodyPr vert="horz" lIns="91436" tIns="45718" rIns="91436" bIns="45718" rtlCol="0" anchor="ctr"/>
          <a:lstStyle>
            <a:lvl1pPr algn="r">
              <a:defRPr sz="1600">
                <a:solidFill>
                  <a:schemeClr val="tx1">
                    <a:tint val="75000"/>
                  </a:schemeClr>
                </a:solidFill>
              </a:defRPr>
            </a:lvl1pPr>
          </a:lstStyle>
          <a:p>
            <a:pPr defTabSz="1218895"/>
            <a:fld id="{5939B1FA-81F2-4940-9AF3-5EAFB5D6669B}" type="slidenum">
              <a:rPr lang="en-US" smtClean="0">
                <a:solidFill>
                  <a:prstClr val="black">
                    <a:tint val="75000"/>
                  </a:prstClr>
                </a:solidFill>
              </a:rPr>
              <a:pPr defTabSz="1218895"/>
              <a:t>‹#›</a:t>
            </a:fld>
            <a:endParaRPr lang="en-US">
              <a:solidFill>
                <a:prstClr val="black">
                  <a:tint val="75000"/>
                </a:prstClr>
              </a:solidFill>
            </a:endParaRPr>
          </a:p>
        </p:txBody>
      </p:sp>
    </p:spTree>
    <p:extLst>
      <p:ext uri="{BB962C8B-B14F-4D97-AF65-F5344CB8AC3E}">
        <p14:creationId xmlns:p14="http://schemas.microsoft.com/office/powerpoint/2010/main" val="104316206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Lst>
  <p:txStyles>
    <p:titleStyle>
      <a:lvl1pPr algn="l" defTabSz="1218845" rtl="0" eaLnBrk="1" latinLnBrk="0" hangingPunct="1">
        <a:spcBef>
          <a:spcPct val="0"/>
        </a:spcBef>
        <a:buNone/>
        <a:defRPr sz="3199" kern="1200">
          <a:solidFill>
            <a:schemeClr val="tx1">
              <a:lumMod val="65000"/>
              <a:lumOff val="35000"/>
            </a:schemeClr>
          </a:solidFill>
          <a:latin typeface="+mj-lt"/>
          <a:ea typeface="+mj-ea"/>
          <a:cs typeface="+mj-cs"/>
        </a:defRPr>
      </a:lvl1pPr>
    </p:titleStyle>
    <p:bodyStyle>
      <a:lvl1pPr marL="457067" indent="-457067" algn="l" defTabSz="1218845" rtl="0" eaLnBrk="1" latinLnBrk="0" hangingPunct="1">
        <a:spcBef>
          <a:spcPct val="20000"/>
        </a:spcBef>
        <a:buFont typeface="Arial" pitchFamily="34" charset="0"/>
        <a:buChar char="•"/>
        <a:defRPr sz="3599" kern="1200">
          <a:solidFill>
            <a:schemeClr val="tx1"/>
          </a:solidFill>
          <a:latin typeface="+mj-lt"/>
          <a:ea typeface="+mn-ea"/>
          <a:cs typeface="+mn-cs"/>
        </a:defRPr>
      </a:lvl1pPr>
      <a:lvl2pPr marL="990311" indent="-380889" algn="l" defTabSz="1218845" rtl="0" eaLnBrk="1" latinLnBrk="0" hangingPunct="1">
        <a:spcBef>
          <a:spcPct val="20000"/>
        </a:spcBef>
        <a:buFont typeface="Arial" pitchFamily="34" charset="0"/>
        <a:buChar char="–"/>
        <a:defRPr sz="3199" kern="1200">
          <a:solidFill>
            <a:schemeClr val="tx1"/>
          </a:solidFill>
          <a:latin typeface="+mj-lt"/>
          <a:ea typeface="+mn-ea"/>
          <a:cs typeface="+mn-cs"/>
        </a:defRPr>
      </a:lvl2pPr>
      <a:lvl3pPr marL="1523555" indent="-304712" algn="l" defTabSz="1218845" rtl="0" eaLnBrk="1" latinLnBrk="0" hangingPunct="1">
        <a:spcBef>
          <a:spcPct val="20000"/>
        </a:spcBef>
        <a:buFont typeface="Arial" pitchFamily="34" charset="0"/>
        <a:buChar char="•"/>
        <a:defRPr sz="2399" kern="1200">
          <a:solidFill>
            <a:schemeClr val="tx1"/>
          </a:solidFill>
          <a:latin typeface="+mj-lt"/>
          <a:ea typeface="+mn-ea"/>
          <a:cs typeface="+mn-cs"/>
        </a:defRPr>
      </a:lvl3pPr>
      <a:lvl4pPr marL="2132979" indent="-304712" algn="l" defTabSz="1218845"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400" indent="-304712" algn="l" defTabSz="1218845"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1822" indent="-304712" algn="l" defTabSz="121884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244" indent="-304712" algn="l" defTabSz="121884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666" indent="-304712" algn="l" defTabSz="121884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089" indent="-304712" algn="l" defTabSz="121884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45" rtl="0" eaLnBrk="1" latinLnBrk="0" hangingPunct="1">
        <a:defRPr sz="2399" kern="1200">
          <a:solidFill>
            <a:schemeClr val="tx1"/>
          </a:solidFill>
          <a:latin typeface="+mn-lt"/>
          <a:ea typeface="+mn-ea"/>
          <a:cs typeface="+mn-cs"/>
        </a:defRPr>
      </a:lvl1pPr>
      <a:lvl2pPr marL="609422" algn="l" defTabSz="1218845" rtl="0" eaLnBrk="1" latinLnBrk="0" hangingPunct="1">
        <a:defRPr sz="2399" kern="1200">
          <a:solidFill>
            <a:schemeClr val="tx1"/>
          </a:solidFill>
          <a:latin typeface="+mn-lt"/>
          <a:ea typeface="+mn-ea"/>
          <a:cs typeface="+mn-cs"/>
        </a:defRPr>
      </a:lvl2pPr>
      <a:lvl3pPr marL="1218845" algn="l" defTabSz="1218845" rtl="0" eaLnBrk="1" latinLnBrk="0" hangingPunct="1">
        <a:defRPr sz="2399" kern="1200">
          <a:solidFill>
            <a:schemeClr val="tx1"/>
          </a:solidFill>
          <a:latin typeface="+mn-lt"/>
          <a:ea typeface="+mn-ea"/>
          <a:cs typeface="+mn-cs"/>
        </a:defRPr>
      </a:lvl3pPr>
      <a:lvl4pPr marL="1828267" algn="l" defTabSz="1218845" rtl="0" eaLnBrk="1" latinLnBrk="0" hangingPunct="1">
        <a:defRPr sz="2399" kern="1200">
          <a:solidFill>
            <a:schemeClr val="tx1"/>
          </a:solidFill>
          <a:latin typeface="+mn-lt"/>
          <a:ea typeface="+mn-ea"/>
          <a:cs typeface="+mn-cs"/>
        </a:defRPr>
      </a:lvl4pPr>
      <a:lvl5pPr marL="2437689" algn="l" defTabSz="1218845" rtl="0" eaLnBrk="1" latinLnBrk="0" hangingPunct="1">
        <a:defRPr sz="2399" kern="1200">
          <a:solidFill>
            <a:schemeClr val="tx1"/>
          </a:solidFill>
          <a:latin typeface="+mn-lt"/>
          <a:ea typeface="+mn-ea"/>
          <a:cs typeface="+mn-cs"/>
        </a:defRPr>
      </a:lvl5pPr>
      <a:lvl6pPr marL="3047111" algn="l" defTabSz="1218845" rtl="0" eaLnBrk="1" latinLnBrk="0" hangingPunct="1">
        <a:defRPr sz="2399" kern="1200">
          <a:solidFill>
            <a:schemeClr val="tx1"/>
          </a:solidFill>
          <a:latin typeface="+mn-lt"/>
          <a:ea typeface="+mn-ea"/>
          <a:cs typeface="+mn-cs"/>
        </a:defRPr>
      </a:lvl6pPr>
      <a:lvl7pPr marL="3656534" algn="l" defTabSz="1218845" rtl="0" eaLnBrk="1" latinLnBrk="0" hangingPunct="1">
        <a:defRPr sz="2399" kern="1200">
          <a:solidFill>
            <a:schemeClr val="tx1"/>
          </a:solidFill>
          <a:latin typeface="+mn-lt"/>
          <a:ea typeface="+mn-ea"/>
          <a:cs typeface="+mn-cs"/>
        </a:defRPr>
      </a:lvl7pPr>
      <a:lvl8pPr marL="4265955" algn="l" defTabSz="1218845" rtl="0" eaLnBrk="1" latinLnBrk="0" hangingPunct="1">
        <a:defRPr sz="2399" kern="1200">
          <a:solidFill>
            <a:schemeClr val="tx1"/>
          </a:solidFill>
          <a:latin typeface="+mn-lt"/>
          <a:ea typeface="+mn-ea"/>
          <a:cs typeface="+mn-cs"/>
        </a:defRPr>
      </a:lvl8pPr>
      <a:lvl9pPr marL="4875378" algn="l" defTabSz="1218845" rtl="0" eaLnBrk="1" latinLnBrk="0" hangingPunct="1">
        <a:defRPr sz="23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0" name="Picture 10" descr="small.png"/>
          <p:cNvPicPr>
            <a:picLocks noChangeAspect="1"/>
          </p:cNvPicPr>
          <p:nvPr/>
        </p:nvPicPr>
        <p:blipFill>
          <a:blip r:embed="rId11"/>
          <a:srcRect/>
          <a:stretch>
            <a:fillRect/>
          </a:stretch>
        </p:blipFill>
        <p:spPr bwMode="auto">
          <a:xfrm>
            <a:off x="9000068" y="153989"/>
            <a:ext cx="2747433" cy="166687"/>
          </a:xfrm>
          <a:prstGeom prst="rect">
            <a:avLst/>
          </a:prstGeom>
          <a:noFill/>
          <a:ln w="9525">
            <a:noFill/>
            <a:miter lim="800000"/>
            <a:headEnd/>
            <a:tailEnd/>
          </a:ln>
        </p:spPr>
      </p:pic>
      <p:sp>
        <p:nvSpPr>
          <p:cNvPr id="9" name="Rectangle 8"/>
          <p:cNvSpPr/>
          <p:nvPr/>
        </p:nvSpPr>
        <p:spPr>
          <a:xfrm>
            <a:off x="0" y="6675438"/>
            <a:ext cx="97536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2052" name="Title Placeholder 1"/>
          <p:cNvSpPr>
            <a:spLocks noGrp="1"/>
          </p:cNvSpPr>
          <p:nvPr>
            <p:ph type="title"/>
          </p:nvPr>
        </p:nvSpPr>
        <p:spPr bwMode="auto">
          <a:xfrm>
            <a:off x="406401" y="469900"/>
            <a:ext cx="11385551" cy="33813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2053" name="Text Placeholder 2"/>
          <p:cNvSpPr>
            <a:spLocks noGrp="1"/>
          </p:cNvSpPr>
          <p:nvPr>
            <p:ph type="body" idx="1"/>
          </p:nvPr>
        </p:nvSpPr>
        <p:spPr bwMode="auto">
          <a:xfrm>
            <a:off x="406401" y="1262063"/>
            <a:ext cx="11385551" cy="138588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Fifth level</a:t>
            </a:r>
          </a:p>
        </p:txBody>
      </p:sp>
      <p:sp>
        <p:nvSpPr>
          <p:cNvPr id="10" name="Slide Number Placeholder 5"/>
          <p:cNvSpPr txBox="1">
            <a:spLocks/>
          </p:cNvSpPr>
          <p:nvPr/>
        </p:nvSpPr>
        <p:spPr bwMode="auto">
          <a:xfrm>
            <a:off x="11666917" y="6705164"/>
            <a:ext cx="125034" cy="123111"/>
          </a:xfrm>
          <a:prstGeom prst="rect">
            <a:avLst/>
          </a:prstGeom>
          <a:noFill/>
          <a:ln w="9525">
            <a:noFill/>
            <a:miter lim="800000"/>
            <a:headEnd/>
            <a:tailEnd/>
          </a:ln>
        </p:spPr>
        <p:txBody>
          <a:bodyPr wrap="none" lIns="0" tIns="0" rIns="0" bIns="0" anchor="ctr">
            <a:spAutoFit/>
          </a:bodyPr>
          <a:lstStyle/>
          <a:p>
            <a:pPr algn="r" fontAlgn="auto">
              <a:spcBef>
                <a:spcPts val="0"/>
              </a:spcBef>
              <a:spcAft>
                <a:spcPts val="0"/>
              </a:spcAft>
              <a:defRPr/>
            </a:pPr>
            <a:fld id="{976D37C1-BD65-46E0-A187-68B53E0D581D}" type="slidenum">
              <a:rPr lang="en-US" sz="800">
                <a:solidFill>
                  <a:srgbClr val="625753"/>
                </a:solidFill>
                <a:latin typeface="+mn-lt"/>
              </a:rPr>
              <a:pPr algn="r" fontAlgn="auto">
                <a:spcBef>
                  <a:spcPts val="0"/>
                </a:spcBef>
                <a:spcAft>
                  <a:spcPts val="0"/>
                </a:spcAft>
                <a:defRPr/>
              </a:pPr>
              <a:t>‹#›</a:t>
            </a:fld>
            <a:endParaRPr lang="en-US" sz="800" dirty="0">
              <a:solidFill>
                <a:srgbClr val="625753"/>
              </a:solidFill>
              <a:latin typeface="+mn-lt"/>
            </a:endParaRPr>
          </a:p>
        </p:txBody>
      </p:sp>
      <p:sp>
        <p:nvSpPr>
          <p:cNvPr id="8" name="TextBox 20"/>
          <p:cNvSpPr txBox="1">
            <a:spLocks noChangeArrowheads="1"/>
          </p:cNvSpPr>
          <p:nvPr/>
        </p:nvSpPr>
        <p:spPr bwMode="auto">
          <a:xfrm>
            <a:off x="406401" y="6516689"/>
            <a:ext cx="1883833"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rgbClr val="625753"/>
                </a:solidFill>
                <a:latin typeface="+mn-lt"/>
              </a:rPr>
              <a:t>© Mahindra Satyam 2011</a:t>
            </a:r>
          </a:p>
        </p:txBody>
      </p:sp>
    </p:spTree>
    <p:extLst>
      <p:ext uri="{BB962C8B-B14F-4D97-AF65-F5344CB8AC3E}">
        <p14:creationId xmlns:p14="http://schemas.microsoft.com/office/powerpoint/2010/main" val="3848076841"/>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2" r:id="rId9"/>
  </p:sldLayoutIdLst>
  <p:txStyles>
    <p:titleStyle>
      <a:lvl1pPr algn="l" rtl="0" eaLnBrk="0" fontAlgn="base" hangingPunct="0">
        <a:spcBef>
          <a:spcPct val="0"/>
        </a:spcBef>
        <a:spcAft>
          <a:spcPct val="0"/>
        </a:spcAft>
        <a:defRPr lang="en-US" sz="2200" b="1" kern="1200" dirty="0">
          <a:solidFill>
            <a:schemeClr val="tx2"/>
          </a:solidFill>
          <a:latin typeface="Arial" pitchFamily="34" charset="0"/>
          <a:ea typeface="+mj-ea"/>
          <a:cs typeface="+mj-cs"/>
        </a:defRPr>
      </a:lvl1pPr>
      <a:lvl2pPr algn="l" rtl="0" eaLnBrk="0" fontAlgn="base" hangingPunct="0">
        <a:spcBef>
          <a:spcPct val="0"/>
        </a:spcBef>
        <a:spcAft>
          <a:spcPct val="0"/>
        </a:spcAft>
        <a:defRPr sz="2200" b="1">
          <a:solidFill>
            <a:schemeClr val="tx2"/>
          </a:solidFill>
          <a:latin typeface="Arial" pitchFamily="34" charset="0"/>
        </a:defRPr>
      </a:lvl2pPr>
      <a:lvl3pPr algn="l" rtl="0" eaLnBrk="0" fontAlgn="base" hangingPunct="0">
        <a:spcBef>
          <a:spcPct val="0"/>
        </a:spcBef>
        <a:spcAft>
          <a:spcPct val="0"/>
        </a:spcAft>
        <a:defRPr sz="2200" b="1">
          <a:solidFill>
            <a:schemeClr val="tx2"/>
          </a:solidFill>
          <a:latin typeface="Arial" pitchFamily="34" charset="0"/>
        </a:defRPr>
      </a:lvl3pPr>
      <a:lvl4pPr algn="l" rtl="0" eaLnBrk="0" fontAlgn="base" hangingPunct="0">
        <a:spcBef>
          <a:spcPct val="0"/>
        </a:spcBef>
        <a:spcAft>
          <a:spcPct val="0"/>
        </a:spcAft>
        <a:defRPr sz="2200" b="1">
          <a:solidFill>
            <a:schemeClr val="tx2"/>
          </a:solidFill>
          <a:latin typeface="Arial" pitchFamily="34" charset="0"/>
        </a:defRPr>
      </a:lvl4pPr>
      <a:lvl5pPr algn="l" rtl="0" eaLnBrk="0" fontAlgn="base" hangingPunct="0">
        <a:spcBef>
          <a:spcPct val="0"/>
        </a:spcBef>
        <a:spcAft>
          <a:spcPct val="0"/>
        </a:spcAft>
        <a:defRPr sz="2200" b="1">
          <a:solidFill>
            <a:schemeClr val="tx2"/>
          </a:solidFill>
          <a:latin typeface="Arial" pitchFamily="34" charset="0"/>
        </a:defRPr>
      </a:lvl5pPr>
      <a:lvl6pPr marL="457200" algn="l" rtl="0" fontAlgn="base">
        <a:spcBef>
          <a:spcPct val="0"/>
        </a:spcBef>
        <a:spcAft>
          <a:spcPct val="0"/>
        </a:spcAft>
        <a:defRPr sz="2200" b="1">
          <a:solidFill>
            <a:schemeClr val="tx2"/>
          </a:solidFill>
          <a:latin typeface="Arial" pitchFamily="34" charset="0"/>
        </a:defRPr>
      </a:lvl6pPr>
      <a:lvl7pPr marL="914400" algn="l" rtl="0" fontAlgn="base">
        <a:spcBef>
          <a:spcPct val="0"/>
        </a:spcBef>
        <a:spcAft>
          <a:spcPct val="0"/>
        </a:spcAft>
        <a:defRPr sz="2200" b="1">
          <a:solidFill>
            <a:schemeClr val="tx2"/>
          </a:solidFill>
          <a:latin typeface="Arial" pitchFamily="34" charset="0"/>
        </a:defRPr>
      </a:lvl7pPr>
      <a:lvl8pPr marL="1371600" algn="l" rtl="0" fontAlgn="base">
        <a:spcBef>
          <a:spcPct val="0"/>
        </a:spcBef>
        <a:spcAft>
          <a:spcPct val="0"/>
        </a:spcAft>
        <a:defRPr sz="2200" b="1">
          <a:solidFill>
            <a:schemeClr val="tx2"/>
          </a:solidFill>
          <a:latin typeface="Arial" pitchFamily="34" charset="0"/>
        </a:defRPr>
      </a:lvl8pPr>
      <a:lvl9pPr marL="1828800" algn="l" rtl="0" fontAlgn="base">
        <a:spcBef>
          <a:spcPct val="0"/>
        </a:spcBef>
        <a:spcAft>
          <a:spcPct val="0"/>
        </a:spcAft>
        <a:defRPr sz="2200" b="1">
          <a:solidFill>
            <a:schemeClr val="tx2"/>
          </a:solidFill>
          <a:latin typeface="Arial" pitchFamily="34" charset="0"/>
        </a:defRPr>
      </a:lvl9pPr>
    </p:titleStyle>
    <p:bodyStyle>
      <a:lvl1pPr algn="l" rtl="0" eaLnBrk="0" fontAlgn="base" hangingPunct="0">
        <a:spcBef>
          <a:spcPct val="0"/>
        </a:spcBef>
        <a:spcAft>
          <a:spcPct val="0"/>
        </a:spcAft>
        <a:buFont typeface="Arial" pitchFamily="34" charset="0"/>
        <a:defRPr lang="en-US" kern="1200" dirty="0">
          <a:solidFill>
            <a:schemeClr val="tx1"/>
          </a:solidFill>
          <a:latin typeface="Arial" pitchFamily="34" charset="0"/>
          <a:ea typeface="+mn-ea"/>
          <a:cs typeface="+mn-cs"/>
        </a:defRPr>
      </a:lvl1pPr>
      <a:lvl2pPr marL="285750" indent="-285750" algn="l" rtl="0" eaLnBrk="0" fontAlgn="base" hangingPunct="0">
        <a:spcBef>
          <a:spcPct val="0"/>
        </a:spcBef>
        <a:spcAft>
          <a:spcPct val="0"/>
        </a:spcAft>
        <a:buClr>
          <a:schemeClr val="tx2"/>
        </a:buClr>
        <a:buSzPct val="120000"/>
        <a:buFont typeface="Wingdings" pitchFamily="2" charset="2"/>
        <a:buChar char="§"/>
        <a:defRPr lang="en-US" kern="1200" dirty="0">
          <a:solidFill>
            <a:schemeClr val="tx1"/>
          </a:solidFill>
          <a:latin typeface="Arial" pitchFamily="34" charset="0"/>
          <a:ea typeface="+mn-ea"/>
          <a:cs typeface="+mn-cs"/>
        </a:defRPr>
      </a:lvl2pPr>
      <a:lvl3pPr marL="571500" indent="-279400" algn="l" rtl="0" eaLnBrk="0" fontAlgn="base" hangingPunct="0">
        <a:spcBef>
          <a:spcPct val="0"/>
        </a:spcBef>
        <a:spcAft>
          <a:spcPct val="0"/>
        </a:spcAft>
        <a:buClr>
          <a:schemeClr val="tx2"/>
        </a:buClr>
        <a:buSzPct val="110000"/>
        <a:buFont typeface="Arial" pitchFamily="34" charset="0"/>
        <a:buChar char="–"/>
        <a:defRPr lang="en-US" kern="1200" dirty="0">
          <a:solidFill>
            <a:schemeClr val="tx1"/>
          </a:solidFill>
          <a:latin typeface="Arial" pitchFamily="34" charset="0"/>
          <a:ea typeface="+mn-ea"/>
          <a:cs typeface="+mn-cs"/>
        </a:defRPr>
      </a:lvl3pPr>
      <a:lvl4pPr marL="850900" indent="-279400" algn="l" rtl="0" eaLnBrk="0" fontAlgn="base" hangingPunct="0">
        <a:spcBef>
          <a:spcPct val="0"/>
        </a:spcBef>
        <a:spcAft>
          <a:spcPct val="0"/>
        </a:spcAft>
        <a:buClr>
          <a:schemeClr val="tx2"/>
        </a:buClr>
        <a:buSzPct val="80000"/>
        <a:buFont typeface="Wingdings" pitchFamily="2" charset="2"/>
        <a:buChar char="§"/>
        <a:defRPr lang="en-US" kern="1200" dirty="0">
          <a:solidFill>
            <a:schemeClr val="tx1"/>
          </a:solidFill>
          <a:latin typeface="Arial" pitchFamily="34" charset="0"/>
          <a:ea typeface="+mn-ea"/>
          <a:cs typeface="+mn-cs"/>
        </a:defRPr>
      </a:lvl4pPr>
      <a:lvl5pPr marL="1136650" indent="-285750" algn="l" defTabSz="933450" rtl="0" eaLnBrk="0" fontAlgn="base" hangingPunct="0">
        <a:spcBef>
          <a:spcPct val="0"/>
        </a:spcBef>
        <a:spcAft>
          <a:spcPct val="0"/>
        </a:spcAft>
        <a:buClr>
          <a:schemeClr val="tx2"/>
        </a:buClr>
        <a:buSzPct val="80000"/>
        <a:buFont typeface="Arial" pitchFamily="34" charset="0"/>
        <a:buChar char="–"/>
        <a:defRPr lang="en-US" kern="1200" dirty="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bwMode="gray">
          <a:xfrm>
            <a:off x="4643392" y="176685"/>
            <a:ext cx="5621755" cy="514897"/>
          </a:xfrm>
        </p:spPr>
        <p:txBody>
          <a:bodyPr/>
          <a:lstStyle/>
          <a:p>
            <a:pPr eaLnBrk="1" hangingPunct="1">
              <a:defRPr/>
            </a:pPr>
            <a:r>
              <a:rPr sz="2400" b="0" dirty="0">
                <a:latin typeface="Arial" charset="0"/>
              </a:rPr>
              <a:t>ECAD capabilities</a:t>
            </a:r>
          </a:p>
        </p:txBody>
      </p:sp>
      <p:sp>
        <p:nvSpPr>
          <p:cNvPr id="6148" name="Rectangle 3"/>
          <p:cNvSpPr>
            <a:spLocks noChangeArrowheads="1"/>
          </p:cNvSpPr>
          <p:nvPr/>
        </p:nvSpPr>
        <p:spPr bwMode="auto">
          <a:xfrm>
            <a:off x="1754189" y="1185863"/>
            <a:ext cx="442277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00486C"/>
              </a:buClr>
              <a:buFontTx/>
              <a:buChar char="•"/>
            </a:pPr>
            <a:endParaRPr lang="en-US" altLang="en-US" sz="1300"/>
          </a:p>
        </p:txBody>
      </p:sp>
      <p:sp>
        <p:nvSpPr>
          <p:cNvPr id="6149" name="Rectangle 51"/>
          <p:cNvSpPr>
            <a:spLocks noChangeArrowheads="1"/>
          </p:cNvSpPr>
          <p:nvPr/>
        </p:nvSpPr>
        <p:spPr bwMode="auto">
          <a:xfrm>
            <a:off x="8082583" y="956489"/>
            <a:ext cx="3663113" cy="4313343"/>
          </a:xfrm>
          <a:prstGeom prst="rect">
            <a:avLst/>
          </a:prstGeom>
          <a:solidFill>
            <a:schemeClr val="bg1">
              <a:lumMod val="95000"/>
            </a:schemeClr>
          </a:solidFill>
          <a:ln w="9525" algn="ctr">
            <a:noFill/>
            <a:miter lim="800000"/>
            <a:headEnd/>
            <a:tailEnd/>
          </a:ln>
        </p:spPr>
        <p:txBody>
          <a:bodyPr/>
          <a:lstStyle/>
          <a:p>
            <a:pPr marL="342900" indent="-342900">
              <a:spcBef>
                <a:spcPct val="20000"/>
              </a:spcBef>
              <a:buClr>
                <a:srgbClr val="00486C"/>
              </a:buClr>
              <a:defRPr/>
            </a:pPr>
            <a:r>
              <a:rPr lang="en-US" sz="1200" b="1" dirty="0">
                <a:latin typeface="+mn-lt"/>
              </a:rPr>
              <a:t>ECAD design services: </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Complete PCB Layout design solutions for digital, analog, mixed signal and RF boards </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New PCB Layout Design &amp; Redesign Projects</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Translating the designs from one EDA tool to another</a:t>
            </a:r>
          </a:p>
          <a:p>
            <a:pPr marL="114300" indent="-114300" eaLnBrk="0" fontAlgn="auto" hangingPunct="0">
              <a:lnSpc>
                <a:spcPct val="200000"/>
              </a:lnSpc>
              <a:spcBef>
                <a:spcPts val="0"/>
              </a:spcBef>
              <a:spcAft>
                <a:spcPts val="0"/>
              </a:spcAft>
              <a:buClr>
                <a:schemeClr val="accent4"/>
              </a:buClr>
              <a:buFontTx/>
              <a:buChar char="•"/>
              <a:defRPr/>
            </a:pPr>
            <a:r>
              <a:rPr lang="en-US" altLang="en-US" sz="1100" dirty="0">
                <a:latin typeface="+mn-lt"/>
              </a:rPr>
              <a:t>Re-engineering designs for component obsolescence</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PCB Reverse </a:t>
            </a:r>
            <a:r>
              <a:rPr lang="en-US" sz="1100" dirty="0" err="1">
                <a:latin typeface="+mn-lt"/>
              </a:rPr>
              <a:t>Engg</a:t>
            </a:r>
            <a:r>
              <a:rPr lang="en-US" sz="1100" dirty="0">
                <a:latin typeface="+mn-lt"/>
              </a:rPr>
              <a:t> &amp; Legacy design translations</a:t>
            </a:r>
          </a:p>
          <a:p>
            <a:pPr marL="114300" indent="-114300" eaLnBrk="0" fontAlgn="auto" hangingPunct="0">
              <a:lnSpc>
                <a:spcPct val="200000"/>
              </a:lnSpc>
              <a:spcBef>
                <a:spcPts val="0"/>
              </a:spcBef>
              <a:spcAft>
                <a:spcPts val="0"/>
              </a:spcAft>
              <a:buClr>
                <a:schemeClr val="accent4"/>
              </a:buClr>
              <a:buFontTx/>
              <a:buChar char="•"/>
              <a:defRPr/>
            </a:pPr>
            <a:r>
              <a:rPr lang="en-US" altLang="en-US" sz="1100" dirty="0">
                <a:latin typeface="+mn-lt"/>
              </a:rPr>
              <a:t>Redesigning boards to reduce cost</a:t>
            </a:r>
            <a:endParaRPr lang="en-US" sz="1100" dirty="0">
              <a:latin typeface="+mn-lt"/>
            </a:endParaRP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Library development</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Schematics creation &amp; Updates</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SI / Thermal analysis</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Bill of Material (BOM) Generation</a:t>
            </a:r>
          </a:p>
          <a:p>
            <a:pPr marL="114300" indent="-114300" eaLnBrk="0" fontAlgn="auto" hangingPunct="0">
              <a:lnSpc>
                <a:spcPct val="200000"/>
              </a:lnSpc>
              <a:spcBef>
                <a:spcPts val="0"/>
              </a:spcBef>
              <a:spcAft>
                <a:spcPts val="0"/>
              </a:spcAft>
              <a:buClr>
                <a:schemeClr val="accent4"/>
              </a:buClr>
              <a:buFontTx/>
              <a:buChar char="•"/>
              <a:defRPr/>
            </a:pPr>
            <a:r>
              <a:rPr lang="en-US" sz="1100" dirty="0">
                <a:latin typeface="+mn-lt"/>
              </a:rPr>
              <a:t>Fabrication files for FAB house.</a:t>
            </a:r>
          </a:p>
        </p:txBody>
      </p:sp>
      <p:sp>
        <p:nvSpPr>
          <p:cNvPr id="6150" name="Rectangle 53"/>
          <p:cNvSpPr>
            <a:spLocks noChangeArrowheads="1"/>
          </p:cNvSpPr>
          <p:nvPr/>
        </p:nvSpPr>
        <p:spPr bwMode="auto">
          <a:xfrm>
            <a:off x="220620" y="867332"/>
            <a:ext cx="3953712" cy="5576331"/>
          </a:xfrm>
          <a:prstGeom prst="rect">
            <a:avLst/>
          </a:prstGeom>
          <a:solidFill>
            <a:schemeClr val="tx2">
              <a:lumMod val="20000"/>
              <a:lumOff val="80000"/>
            </a:schemeClr>
          </a:solidFill>
          <a:ln>
            <a:noFill/>
          </a:ln>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14300" indent="-114300" eaLnBrk="1" fontAlgn="auto" hangingPunct="1">
              <a:lnSpc>
                <a:spcPct val="200000"/>
              </a:lnSpc>
              <a:spcBef>
                <a:spcPts val="0"/>
              </a:spcBef>
              <a:spcAft>
                <a:spcPts val="0"/>
              </a:spcAft>
              <a:buClr>
                <a:schemeClr val="accent4"/>
              </a:buClr>
              <a:defRPr/>
            </a:pPr>
            <a:r>
              <a:rPr lang="en-US" altLang="en-US" sz="1200" b="1" dirty="0">
                <a:latin typeface="+mn-lt"/>
                <a:cs typeface="Arial" charset="0"/>
              </a:rPr>
              <a:t>Design capabilities:</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Multilayer PCB design (1-16 layers), </a:t>
            </a:r>
            <a:r>
              <a:rPr lang="en-US" altLang="en-US" sz="1100" dirty="0">
                <a:latin typeface="+mn-lt"/>
                <a:cs typeface="Arial" charset="0"/>
              </a:rPr>
              <a:t>Buried and Blind </a:t>
            </a:r>
            <a:r>
              <a:rPr lang="en-US" altLang="en-US" sz="1100" dirty="0" err="1">
                <a:latin typeface="+mn-lt"/>
                <a:cs typeface="Arial" charset="0"/>
              </a:rPr>
              <a:t>vias</a:t>
            </a:r>
            <a:r>
              <a:rPr lang="en-US" altLang="en-US" sz="1100" dirty="0">
                <a:latin typeface="+mn-lt"/>
                <a:cs typeface="Arial" charset="0"/>
              </a:rPr>
              <a:t>, </a:t>
            </a: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High speed boards </a:t>
            </a:r>
            <a:r>
              <a:rPr lang="en-US" sz="1100" dirty="0">
                <a:latin typeface="+mn-lt"/>
                <a:cs typeface="Arial" charset="0"/>
              </a:rPr>
              <a:t>(Ex: PCI/</a:t>
            </a:r>
            <a:r>
              <a:rPr lang="en-US" sz="1100" dirty="0" err="1">
                <a:latin typeface="+mn-lt"/>
                <a:cs typeface="Arial" charset="0"/>
              </a:rPr>
              <a:t>PCIe</a:t>
            </a:r>
            <a:r>
              <a:rPr lang="en-US" sz="1100" dirty="0">
                <a:latin typeface="+mn-lt"/>
                <a:cs typeface="Arial" charset="0"/>
              </a:rPr>
              <a:t>,  </a:t>
            </a:r>
            <a:r>
              <a:rPr lang="en-US" sz="1100" dirty="0" err="1">
                <a:latin typeface="+mn-lt"/>
                <a:cs typeface="Arial" charset="0"/>
              </a:rPr>
              <a:t>cPCI</a:t>
            </a:r>
            <a:r>
              <a:rPr lang="en-US" sz="1100" dirty="0">
                <a:latin typeface="+mn-lt"/>
                <a:cs typeface="Arial" charset="0"/>
              </a:rPr>
              <a:t>,  DDR,…)</a:t>
            </a:r>
            <a:endParaRPr lang="en-US" altLang="en-US" sz="1100" dirty="0">
              <a:latin typeface="+mn-lt"/>
              <a:cs typeface="Arial" charset="0"/>
            </a:endParaRP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Power Boards with different materials like thermal clad, multilayer PCB along with Thermal Pad</a:t>
            </a: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High Density SMT/Through-hole designs, Controlled Impedance board design, Insulation classes</a:t>
            </a: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Design of PCMCIA, Backplanes and Motherboard</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EMI / EMC design considerations</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Thermal Management</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High Voltage design (up to 2500 Volts)</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DFM / DFT / DFA services</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Mechanical constraints</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ECAD-MCAD collaboration</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IPC standards – 2221 / 2222 for Design</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Layout compliance for UL, CE certification</a:t>
            </a:r>
            <a:endParaRPr lang="en-US" altLang="en-US" sz="1300" dirty="0"/>
          </a:p>
          <a:p>
            <a:pPr eaLnBrk="1" hangingPunct="1">
              <a:spcBef>
                <a:spcPct val="20000"/>
              </a:spcBef>
              <a:buClr>
                <a:srgbClr val="00486C"/>
              </a:buClr>
              <a:buFontTx/>
              <a:buChar char="•"/>
            </a:pPr>
            <a:endParaRPr lang="en-US" altLang="en-US" sz="1300" dirty="0"/>
          </a:p>
          <a:p>
            <a:pPr eaLnBrk="1" hangingPunct="1">
              <a:spcBef>
                <a:spcPct val="20000"/>
              </a:spcBef>
              <a:buClr>
                <a:srgbClr val="00486C"/>
              </a:buClr>
              <a:buFontTx/>
              <a:buChar char="•"/>
            </a:pPr>
            <a:endParaRPr lang="en-US" altLang="en-US" sz="1300" dirty="0"/>
          </a:p>
        </p:txBody>
      </p:sp>
      <p:cxnSp>
        <p:nvCxnSpPr>
          <p:cNvPr id="8" name="Straight Connector 7"/>
          <p:cNvCxnSpPr/>
          <p:nvPr/>
        </p:nvCxnSpPr>
        <p:spPr>
          <a:xfrm rot="5400000">
            <a:off x="1926012" y="3744517"/>
            <a:ext cx="496570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7896726" y="1331914"/>
            <a:ext cx="33496" cy="4900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53"/>
          <p:cNvSpPr>
            <a:spLocks noChangeArrowheads="1"/>
          </p:cNvSpPr>
          <p:nvPr/>
        </p:nvSpPr>
        <p:spPr bwMode="auto">
          <a:xfrm>
            <a:off x="4643392" y="917259"/>
            <a:ext cx="3209424" cy="3835215"/>
          </a:xfrm>
          <a:prstGeom prst="rect">
            <a:avLst/>
          </a:prstGeom>
          <a:solidFill>
            <a:schemeClr val="accent4">
              <a:lumMod val="20000"/>
              <a:lumOff val="80000"/>
            </a:schemeClr>
          </a:solidFill>
          <a:ln>
            <a:noFill/>
          </a:ln>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14300" indent="-114300" eaLnBrk="1" fontAlgn="auto" hangingPunct="1">
              <a:lnSpc>
                <a:spcPct val="200000"/>
              </a:lnSpc>
              <a:spcBef>
                <a:spcPts val="0"/>
              </a:spcBef>
              <a:spcAft>
                <a:spcPts val="0"/>
              </a:spcAft>
              <a:buClr>
                <a:schemeClr val="accent4"/>
              </a:buClr>
              <a:defRPr/>
            </a:pPr>
            <a:r>
              <a:rPr lang="en-US" altLang="en-US" sz="1200" b="1" dirty="0">
                <a:latin typeface="+mn-lt"/>
                <a:cs typeface="Arial" charset="0"/>
              </a:rPr>
              <a:t>Library Development:</a:t>
            </a:r>
          </a:p>
          <a:p>
            <a:pPr marL="114300" indent="-114300" fontAlgn="auto">
              <a:lnSpc>
                <a:spcPct val="200000"/>
              </a:lnSpc>
              <a:spcBef>
                <a:spcPts val="0"/>
              </a:spcBef>
              <a:spcAft>
                <a:spcPts val="0"/>
              </a:spcAft>
              <a:buClr>
                <a:schemeClr val="accent4"/>
              </a:buClr>
              <a:buFontTx/>
              <a:buChar char="•"/>
              <a:defRPr/>
            </a:pPr>
            <a:r>
              <a:rPr lang="en-US" sz="1100" dirty="0">
                <a:latin typeface="+mn-lt"/>
                <a:cs typeface="Arial" charset="0"/>
              </a:rPr>
              <a:t>Symbols and Footprints having high pin count (&gt;1000 pins), through-hole/ Fine pitch components</a:t>
            </a:r>
            <a:endParaRPr lang="en-US" altLang="en-US" sz="1100" dirty="0">
              <a:latin typeface="+mn-lt"/>
              <a:cs typeface="Arial" charset="0"/>
            </a:endParaRP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Creating complex Housing connector designs</a:t>
            </a: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Design as per IPC-7351 &amp; IPC-7351A/B land pattern standards</a:t>
            </a:r>
          </a:p>
          <a:p>
            <a:pPr marL="114300" indent="-114300" fontAlgn="auto">
              <a:lnSpc>
                <a:spcPct val="200000"/>
              </a:lnSpc>
              <a:spcBef>
                <a:spcPts val="0"/>
              </a:spcBef>
              <a:spcAft>
                <a:spcPts val="0"/>
              </a:spcAft>
              <a:buClr>
                <a:schemeClr val="accent4"/>
              </a:buClr>
              <a:buFontTx/>
              <a:buChar char="•"/>
              <a:defRPr/>
            </a:pPr>
            <a:r>
              <a:rPr lang="en-US" altLang="en-US" sz="1100" dirty="0">
                <a:latin typeface="+mn-lt"/>
                <a:cs typeface="Arial" charset="0"/>
              </a:rPr>
              <a:t>Creating Footprint from Gerber, DXF and Drawing files.</a:t>
            </a:r>
          </a:p>
          <a:p>
            <a:pPr marL="114300" indent="-114300" fontAlgn="auto">
              <a:lnSpc>
                <a:spcPct val="200000"/>
              </a:lnSpc>
              <a:spcBef>
                <a:spcPts val="0"/>
              </a:spcBef>
              <a:spcAft>
                <a:spcPts val="0"/>
              </a:spcAft>
              <a:buClr>
                <a:schemeClr val="accent4"/>
              </a:buClr>
              <a:buFontTx/>
              <a:buChar char="•"/>
              <a:defRPr/>
            </a:pPr>
            <a:r>
              <a:rPr lang="en-US" altLang="en-US" sz="1100" dirty="0"/>
              <a:t>Creating checklist and process document as per the client requirements.</a:t>
            </a:r>
          </a:p>
          <a:p>
            <a:pPr marL="114300" indent="-114300" fontAlgn="auto">
              <a:lnSpc>
                <a:spcPct val="200000"/>
              </a:lnSpc>
              <a:spcBef>
                <a:spcPts val="0"/>
              </a:spcBef>
              <a:spcAft>
                <a:spcPts val="0"/>
              </a:spcAft>
              <a:buClr>
                <a:schemeClr val="accent4"/>
              </a:buClr>
              <a:buFontTx/>
              <a:buChar char="•"/>
              <a:defRPr/>
            </a:pPr>
            <a:endParaRPr lang="en-US" altLang="en-US" sz="1100" dirty="0">
              <a:latin typeface="+mn-lt"/>
              <a:cs typeface="Arial" charset="0"/>
            </a:endParaRPr>
          </a:p>
          <a:p>
            <a:pPr marL="114300" indent="-114300" fontAlgn="auto">
              <a:lnSpc>
                <a:spcPct val="200000"/>
              </a:lnSpc>
              <a:spcBef>
                <a:spcPts val="0"/>
              </a:spcBef>
              <a:spcAft>
                <a:spcPts val="0"/>
              </a:spcAft>
              <a:buClr>
                <a:schemeClr val="accent4"/>
              </a:buClr>
              <a:buFontTx/>
              <a:buChar char="•"/>
              <a:defRPr/>
            </a:pPr>
            <a:endParaRPr lang="en-US" altLang="en-US" sz="1100" dirty="0">
              <a:latin typeface="+mn-lt"/>
              <a:cs typeface="Arial" charset="0"/>
            </a:endParaRPr>
          </a:p>
          <a:p>
            <a:pPr eaLnBrk="1" hangingPunct="1">
              <a:spcBef>
                <a:spcPct val="20000"/>
              </a:spcBef>
              <a:buClr>
                <a:srgbClr val="00486C"/>
              </a:buClr>
              <a:buFontTx/>
              <a:buChar char="•"/>
            </a:pPr>
            <a:endParaRPr lang="en-US" altLang="en-US" sz="1100" b="1" dirty="0">
              <a:solidFill>
                <a:srgbClr val="00486C"/>
              </a:solidFill>
            </a:endParaRPr>
          </a:p>
          <a:p>
            <a:pPr marL="0" indent="0" eaLnBrk="1" hangingPunct="1">
              <a:spcBef>
                <a:spcPct val="20000"/>
              </a:spcBef>
              <a:buClr>
                <a:srgbClr val="00486C"/>
              </a:buClr>
            </a:pPr>
            <a:endParaRPr lang="en-US" altLang="en-US" sz="1100" b="1" dirty="0">
              <a:solidFill>
                <a:srgbClr val="00486C"/>
              </a:solidFill>
            </a:endParaRPr>
          </a:p>
          <a:p>
            <a:pPr eaLnBrk="1" hangingPunct="1">
              <a:spcBef>
                <a:spcPct val="20000"/>
              </a:spcBef>
              <a:buClr>
                <a:srgbClr val="00486C"/>
              </a:buClr>
              <a:buFontTx/>
              <a:buChar char="•"/>
            </a:pPr>
            <a:endParaRPr lang="en-US" altLang="en-US" sz="1300" dirty="0"/>
          </a:p>
          <a:p>
            <a:pPr eaLnBrk="1" hangingPunct="1">
              <a:spcBef>
                <a:spcPct val="20000"/>
              </a:spcBef>
              <a:buClr>
                <a:srgbClr val="00486C"/>
              </a:buClr>
              <a:buFontTx/>
              <a:buChar char="•"/>
            </a:pPr>
            <a:endParaRPr lang="en-US" altLang="en-US" sz="1300" dirty="0"/>
          </a:p>
          <a:p>
            <a:pPr eaLnBrk="1" hangingPunct="1">
              <a:spcBef>
                <a:spcPct val="20000"/>
              </a:spcBef>
              <a:buClr>
                <a:srgbClr val="00486C"/>
              </a:buClr>
              <a:buFontTx/>
              <a:buChar char="•"/>
            </a:pPr>
            <a:endParaRPr lang="en-US" altLang="en-US" sz="1300" dirty="0"/>
          </a:p>
        </p:txBody>
      </p:sp>
      <p:pic>
        <p:nvPicPr>
          <p:cNvPr id="18" name="Picture 5"/>
          <p:cNvPicPr>
            <a:picLocks noChangeAspect="1" noChangeArrowheads="1"/>
          </p:cNvPicPr>
          <p:nvPr/>
        </p:nvPicPr>
        <p:blipFill>
          <a:blip r:embed="rId2" cstate="print"/>
          <a:srcRect/>
          <a:stretch>
            <a:fillRect/>
          </a:stretch>
        </p:blipFill>
        <p:spPr bwMode="auto">
          <a:xfrm>
            <a:off x="5373499" y="5502398"/>
            <a:ext cx="1519775" cy="681951"/>
          </a:xfrm>
          <a:prstGeom prst="rect">
            <a:avLst/>
          </a:prstGeom>
          <a:noFill/>
          <a:ln w="9525">
            <a:noFill/>
            <a:miter lim="800000"/>
            <a:headEnd/>
            <a:tailEnd/>
          </a:ln>
        </p:spPr>
      </p:pic>
    </p:spTree>
    <p:extLst>
      <p:ext uri="{BB962C8B-B14F-4D97-AF65-F5344CB8AC3E}">
        <p14:creationId xmlns:p14="http://schemas.microsoft.com/office/powerpoint/2010/main" val="2804124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121866" y="142384"/>
            <a:ext cx="6950243" cy="359664"/>
          </a:xfrm>
        </p:spPr>
        <p:txBody>
          <a:bodyPr/>
          <a:lstStyle/>
          <a:p>
            <a:r>
              <a:rPr lang="en-US" dirty="0">
                <a:latin typeface="Arial" charset="0"/>
              </a:rPr>
              <a:t>E</a:t>
            </a:r>
            <a:r>
              <a:rPr dirty="0">
                <a:latin typeface="Arial" charset="0"/>
              </a:rPr>
              <a:t>-CAD Tool, Competency &amp; Business Overview</a:t>
            </a:r>
          </a:p>
        </p:txBody>
      </p:sp>
      <p:pic>
        <p:nvPicPr>
          <p:cNvPr id="18435" name="Picture 10" descr="logo"/>
          <p:cNvPicPr>
            <a:picLocks noChangeAspect="1" noChangeArrowheads="1"/>
          </p:cNvPicPr>
          <p:nvPr/>
        </p:nvPicPr>
        <p:blipFill>
          <a:blip r:embed="rId2" cstate="print"/>
          <a:srcRect/>
          <a:stretch>
            <a:fillRect/>
          </a:stretch>
        </p:blipFill>
        <p:spPr bwMode="auto">
          <a:xfrm>
            <a:off x="5029290" y="2385381"/>
            <a:ext cx="1199185" cy="375514"/>
          </a:xfrm>
          <a:prstGeom prst="rect">
            <a:avLst/>
          </a:prstGeom>
          <a:noFill/>
          <a:ln w="9525">
            <a:noFill/>
            <a:miter lim="800000"/>
            <a:headEnd/>
            <a:tailEnd/>
          </a:ln>
        </p:spPr>
      </p:pic>
      <p:pic>
        <p:nvPicPr>
          <p:cNvPr id="18436" name="Picture 11"/>
          <p:cNvPicPr>
            <a:picLocks noChangeAspect="1" noChangeArrowheads="1"/>
          </p:cNvPicPr>
          <p:nvPr/>
        </p:nvPicPr>
        <p:blipFill>
          <a:blip r:embed="rId3" cstate="email"/>
          <a:srcRect/>
          <a:stretch>
            <a:fillRect/>
          </a:stretch>
        </p:blipFill>
        <p:spPr bwMode="auto">
          <a:xfrm>
            <a:off x="5077326" y="950069"/>
            <a:ext cx="1034898" cy="501803"/>
          </a:xfrm>
          <a:prstGeom prst="rect">
            <a:avLst/>
          </a:prstGeom>
          <a:noFill/>
          <a:ln w="9525">
            <a:noFill/>
            <a:miter lim="800000"/>
            <a:headEnd/>
            <a:tailEnd/>
          </a:ln>
        </p:spPr>
      </p:pic>
      <p:pic>
        <p:nvPicPr>
          <p:cNvPr id="18437" name="Picture 12"/>
          <p:cNvPicPr>
            <a:picLocks noChangeAspect="1" noChangeArrowheads="1"/>
          </p:cNvPicPr>
          <p:nvPr/>
        </p:nvPicPr>
        <p:blipFill>
          <a:blip r:embed="rId4" cstate="print"/>
          <a:srcRect/>
          <a:stretch>
            <a:fillRect/>
          </a:stretch>
        </p:blipFill>
        <p:spPr bwMode="auto">
          <a:xfrm>
            <a:off x="5188327" y="1739745"/>
            <a:ext cx="721970" cy="411277"/>
          </a:xfrm>
          <a:prstGeom prst="rect">
            <a:avLst/>
          </a:prstGeom>
          <a:noFill/>
          <a:ln w="9525">
            <a:noFill/>
            <a:miter lim="800000"/>
            <a:headEnd/>
            <a:tailEnd/>
          </a:ln>
        </p:spPr>
      </p:pic>
      <p:sp>
        <p:nvSpPr>
          <p:cNvPr id="8" name="Rectangle 34"/>
          <p:cNvSpPr txBox="1">
            <a:spLocks/>
          </p:cNvSpPr>
          <p:nvPr/>
        </p:nvSpPr>
        <p:spPr bwMode="auto">
          <a:xfrm>
            <a:off x="776036" y="761528"/>
            <a:ext cx="4301290" cy="4977535"/>
          </a:xfrm>
          <a:prstGeom prst="rect">
            <a:avLst/>
          </a:prstGeom>
          <a:noFill/>
          <a:ln w="9525">
            <a:noFill/>
            <a:miter lim="800000"/>
            <a:headEnd/>
            <a:tailEnd/>
          </a:ln>
        </p:spPr>
        <p:txBody>
          <a:bodyPr lIns="0"/>
          <a:lstStyle/>
          <a:p>
            <a:pPr marL="228600" indent="-228600" fontAlgn="auto">
              <a:spcBef>
                <a:spcPct val="20000"/>
              </a:spcBef>
              <a:spcAft>
                <a:spcPts val="0"/>
              </a:spcAft>
              <a:buClr>
                <a:schemeClr val="tx2"/>
              </a:buClr>
              <a:buFont typeface="Arial" charset="0"/>
              <a:buChar char="•"/>
              <a:defRPr/>
            </a:pPr>
            <a:r>
              <a:rPr lang="en-US" sz="1200" b="1" dirty="0">
                <a:latin typeface="+mn-lt"/>
              </a:rPr>
              <a:t>Circuit Schematic capture</a:t>
            </a:r>
          </a:p>
          <a:p>
            <a:pPr lvl="1" indent="-228600" fontAlgn="auto">
              <a:spcBef>
                <a:spcPct val="20000"/>
              </a:spcBef>
              <a:spcAft>
                <a:spcPts val="0"/>
              </a:spcAft>
              <a:buClr>
                <a:schemeClr val="tx2"/>
              </a:buClr>
              <a:buFont typeface="Arial" charset="0"/>
              <a:buChar char="–"/>
              <a:defRPr/>
            </a:pPr>
            <a:r>
              <a:rPr lang="en-US" sz="1200" dirty="0">
                <a:latin typeface="+mn-lt"/>
              </a:rPr>
              <a:t>“</a:t>
            </a:r>
            <a:r>
              <a:rPr lang="en-US" sz="1200" dirty="0" err="1">
                <a:latin typeface="+mn-lt"/>
              </a:rPr>
              <a:t>Orcad</a:t>
            </a:r>
            <a:r>
              <a:rPr lang="en-US" sz="1200" dirty="0">
                <a:latin typeface="+mn-lt"/>
              </a:rPr>
              <a:t>” (Cadence)</a:t>
            </a:r>
          </a:p>
          <a:p>
            <a:pPr lvl="1" indent="-228600" fontAlgn="auto">
              <a:spcBef>
                <a:spcPct val="20000"/>
              </a:spcBef>
              <a:spcAft>
                <a:spcPts val="0"/>
              </a:spcAft>
              <a:buClr>
                <a:schemeClr val="tx2"/>
              </a:buClr>
              <a:buFont typeface="Arial" charset="0"/>
              <a:buChar char="–"/>
              <a:defRPr/>
            </a:pPr>
            <a:r>
              <a:rPr lang="en-US" sz="1200" dirty="0">
                <a:latin typeface="+mn-lt"/>
              </a:rPr>
              <a:t>“Design View” (Mentor Graphics)</a:t>
            </a:r>
          </a:p>
          <a:p>
            <a:pPr lvl="1" indent="-228600" fontAlgn="auto">
              <a:spcBef>
                <a:spcPct val="20000"/>
              </a:spcBef>
              <a:spcAft>
                <a:spcPts val="0"/>
              </a:spcAft>
              <a:buClr>
                <a:schemeClr val="tx2"/>
              </a:buClr>
              <a:buFont typeface="Arial" charset="0"/>
              <a:buChar char="–"/>
              <a:defRPr/>
            </a:pPr>
            <a:r>
              <a:rPr lang="en-US" sz="1200" dirty="0">
                <a:latin typeface="+mn-lt"/>
              </a:rPr>
              <a:t>“Allegro Design entry HDL” (</a:t>
            </a:r>
            <a:r>
              <a:rPr lang="en-US" sz="1200" dirty="0" err="1">
                <a:latin typeface="+mn-lt"/>
              </a:rPr>
              <a:t>ConceptHDL</a:t>
            </a:r>
            <a:r>
              <a:rPr lang="en-US" sz="1200" dirty="0">
                <a:latin typeface="+mn-lt"/>
              </a:rPr>
              <a:t>)(Cadence)</a:t>
            </a:r>
          </a:p>
          <a:p>
            <a:pPr lvl="1" indent="-228600" fontAlgn="auto">
              <a:spcBef>
                <a:spcPct val="20000"/>
              </a:spcBef>
              <a:spcAft>
                <a:spcPts val="0"/>
              </a:spcAft>
              <a:buClr>
                <a:schemeClr val="tx2"/>
              </a:buClr>
              <a:buFont typeface="Arial" charset="0"/>
              <a:buChar char="–"/>
              <a:defRPr/>
            </a:pPr>
            <a:r>
              <a:rPr lang="en-US" sz="1200" dirty="0">
                <a:latin typeface="+mn-lt"/>
              </a:rPr>
              <a:t>“Design Architect” (Mentor Graphics </a:t>
            </a:r>
            <a:r>
              <a:rPr lang="en-US" sz="1200" dirty="0" err="1">
                <a:latin typeface="+mn-lt"/>
              </a:rPr>
              <a:t>Boardstation</a:t>
            </a:r>
            <a:r>
              <a:rPr lang="en-US" sz="1200" dirty="0">
                <a:latin typeface="+mn-lt"/>
              </a:rPr>
              <a:t>)</a:t>
            </a:r>
          </a:p>
          <a:p>
            <a:pPr lvl="1" indent="-228600" fontAlgn="auto">
              <a:spcBef>
                <a:spcPct val="20000"/>
              </a:spcBef>
              <a:spcAft>
                <a:spcPts val="0"/>
              </a:spcAft>
              <a:buClr>
                <a:schemeClr val="tx2"/>
              </a:buClr>
              <a:buFont typeface="Arial" charset="0"/>
              <a:buChar char="–"/>
              <a:defRPr/>
            </a:pPr>
            <a:r>
              <a:rPr lang="en-US" sz="1200" dirty="0">
                <a:latin typeface="+mn-lt"/>
              </a:rPr>
              <a:t>“</a:t>
            </a:r>
            <a:r>
              <a:rPr lang="en-US" sz="1200" dirty="0" err="1">
                <a:latin typeface="+mn-lt"/>
              </a:rPr>
              <a:t>DXDesigner</a:t>
            </a:r>
            <a:r>
              <a:rPr lang="en-US" sz="1200" dirty="0">
                <a:latin typeface="+mn-lt"/>
              </a:rPr>
              <a:t> “(Mentor Graphics)</a:t>
            </a:r>
          </a:p>
          <a:p>
            <a:pPr lvl="1" indent="-228600" fontAlgn="auto">
              <a:spcBef>
                <a:spcPct val="20000"/>
              </a:spcBef>
              <a:spcAft>
                <a:spcPts val="0"/>
              </a:spcAft>
              <a:buClr>
                <a:schemeClr val="tx2"/>
              </a:buClr>
              <a:buFont typeface="Arial" charset="0"/>
              <a:buChar char="–"/>
              <a:defRPr/>
            </a:pPr>
            <a:r>
              <a:rPr lang="en-US" sz="1200" dirty="0" err="1">
                <a:latin typeface="+mn-lt"/>
              </a:rPr>
              <a:t>Altium</a:t>
            </a:r>
            <a:endParaRPr lang="en-US" sz="1200" dirty="0">
              <a:latin typeface="+mn-lt"/>
            </a:endParaRPr>
          </a:p>
          <a:p>
            <a:pPr marL="228600" lvl="1" indent="-228600" fontAlgn="auto">
              <a:spcBef>
                <a:spcPct val="20000"/>
              </a:spcBef>
              <a:spcAft>
                <a:spcPts val="0"/>
              </a:spcAft>
              <a:buClr>
                <a:schemeClr val="tx2"/>
              </a:buClr>
              <a:buFont typeface="Arial" charset="0"/>
              <a:buChar char="•"/>
              <a:defRPr/>
            </a:pPr>
            <a:r>
              <a:rPr lang="en-US" sz="1200" b="1" dirty="0">
                <a:latin typeface="+mn-lt"/>
              </a:rPr>
              <a:t>PCB Layout Design</a:t>
            </a:r>
          </a:p>
          <a:p>
            <a:pPr lvl="1" indent="-228600" fontAlgn="auto">
              <a:spcBef>
                <a:spcPct val="20000"/>
              </a:spcBef>
              <a:spcAft>
                <a:spcPts val="0"/>
              </a:spcAft>
              <a:buClr>
                <a:schemeClr val="tx2"/>
              </a:buClr>
              <a:buFont typeface="Arial" charset="0"/>
              <a:buChar char="–"/>
              <a:defRPr/>
            </a:pPr>
            <a:r>
              <a:rPr lang="en-US" sz="1200" dirty="0">
                <a:latin typeface="+mn-lt"/>
              </a:rPr>
              <a:t>Allegro PCB designer (Cadence)</a:t>
            </a:r>
          </a:p>
          <a:p>
            <a:pPr lvl="1" indent="-228600" fontAlgn="auto">
              <a:spcBef>
                <a:spcPct val="20000"/>
              </a:spcBef>
              <a:spcAft>
                <a:spcPts val="0"/>
              </a:spcAft>
              <a:buClr>
                <a:schemeClr val="tx2"/>
              </a:buClr>
              <a:buFont typeface="Arial" charset="0"/>
              <a:buChar char="–"/>
              <a:defRPr/>
            </a:pPr>
            <a:r>
              <a:rPr lang="en-US" sz="1200" dirty="0">
                <a:latin typeface="+mn-lt"/>
              </a:rPr>
              <a:t>PADS Professional (Mentor Graphics) </a:t>
            </a:r>
          </a:p>
          <a:p>
            <a:pPr lvl="1" indent="-228600" fontAlgn="auto">
              <a:spcBef>
                <a:spcPct val="20000"/>
              </a:spcBef>
              <a:spcAft>
                <a:spcPts val="0"/>
              </a:spcAft>
              <a:buClr>
                <a:schemeClr val="tx2"/>
              </a:buClr>
              <a:buFont typeface="Arial" charset="0"/>
              <a:buChar char="–"/>
              <a:defRPr/>
            </a:pPr>
            <a:r>
              <a:rPr lang="en-US" sz="1200" dirty="0" err="1">
                <a:latin typeface="+mn-lt"/>
              </a:rPr>
              <a:t>Xpedition</a:t>
            </a:r>
            <a:r>
              <a:rPr lang="en-US" sz="1200" dirty="0">
                <a:latin typeface="+mn-lt"/>
              </a:rPr>
              <a:t> PCB Suite (Mentor Graphics) </a:t>
            </a:r>
          </a:p>
          <a:p>
            <a:pPr lvl="1" indent="-228600" fontAlgn="auto">
              <a:spcBef>
                <a:spcPct val="20000"/>
              </a:spcBef>
              <a:spcAft>
                <a:spcPts val="0"/>
              </a:spcAft>
              <a:buClr>
                <a:schemeClr val="tx2"/>
              </a:buClr>
              <a:buFont typeface="Arial" charset="0"/>
              <a:buChar char="–"/>
              <a:defRPr/>
            </a:pPr>
            <a:r>
              <a:rPr lang="en-US" sz="1200" dirty="0" err="1">
                <a:latin typeface="+mn-lt"/>
              </a:rPr>
              <a:t>Altium</a:t>
            </a:r>
            <a:r>
              <a:rPr lang="en-US" sz="1200" dirty="0">
                <a:latin typeface="+mn-lt"/>
              </a:rPr>
              <a:t> (PCAD)</a:t>
            </a:r>
          </a:p>
          <a:p>
            <a:pPr lvl="1" indent="-228600" fontAlgn="auto">
              <a:spcBef>
                <a:spcPct val="20000"/>
              </a:spcBef>
              <a:spcAft>
                <a:spcPts val="0"/>
              </a:spcAft>
              <a:buClr>
                <a:schemeClr val="tx2"/>
              </a:buClr>
              <a:buFont typeface="Arial" charset="0"/>
              <a:buChar char="–"/>
              <a:defRPr/>
            </a:pPr>
            <a:r>
              <a:rPr lang="en-US" sz="1200" dirty="0">
                <a:solidFill>
                  <a:prstClr val="black"/>
                </a:solidFill>
                <a:latin typeface="+mn-lt"/>
              </a:rPr>
              <a:t>CADSTAR (Zuken)</a:t>
            </a:r>
          </a:p>
          <a:p>
            <a:pPr lvl="1" indent="-228600" fontAlgn="auto">
              <a:spcBef>
                <a:spcPct val="20000"/>
              </a:spcBef>
              <a:spcAft>
                <a:spcPts val="0"/>
              </a:spcAft>
              <a:buClr>
                <a:schemeClr val="tx2"/>
              </a:buClr>
              <a:buFont typeface="Arial" charset="0"/>
              <a:buChar char="–"/>
              <a:defRPr/>
            </a:pPr>
            <a:r>
              <a:rPr lang="en-US" sz="1200" dirty="0" err="1">
                <a:solidFill>
                  <a:prstClr val="black"/>
                </a:solidFill>
                <a:latin typeface="+mn-lt"/>
              </a:rPr>
              <a:t>Boardstation</a:t>
            </a:r>
            <a:r>
              <a:rPr lang="en-US" sz="1200" dirty="0">
                <a:solidFill>
                  <a:prstClr val="black"/>
                </a:solidFill>
                <a:latin typeface="+mn-lt"/>
              </a:rPr>
              <a:t> (Mentor Graphics) </a:t>
            </a:r>
          </a:p>
          <a:p>
            <a:pPr marL="228600" lvl="1" indent="-228600" fontAlgn="auto">
              <a:spcBef>
                <a:spcPct val="20000"/>
              </a:spcBef>
              <a:spcAft>
                <a:spcPts val="0"/>
              </a:spcAft>
              <a:buClr>
                <a:schemeClr val="tx2"/>
              </a:buClr>
              <a:buFont typeface="Arial" charset="0"/>
              <a:buChar char="•"/>
              <a:defRPr/>
            </a:pPr>
            <a:r>
              <a:rPr lang="en-US" sz="1200" b="1" dirty="0"/>
              <a:t>SI Analysis</a:t>
            </a:r>
          </a:p>
          <a:p>
            <a:pPr lvl="1" indent="-228600" fontAlgn="auto">
              <a:spcBef>
                <a:spcPct val="20000"/>
              </a:spcBef>
              <a:spcAft>
                <a:spcPts val="0"/>
              </a:spcAft>
              <a:buClr>
                <a:schemeClr val="tx2"/>
              </a:buClr>
              <a:buFont typeface="Arial" charset="0"/>
              <a:buChar char="–"/>
              <a:defRPr/>
            </a:pPr>
            <a:r>
              <a:rPr lang="en-US" sz="1200" dirty="0"/>
              <a:t>Allegro SI (</a:t>
            </a:r>
            <a:r>
              <a:rPr lang="en-US" sz="1200" dirty="0" err="1"/>
              <a:t>SigXplore</a:t>
            </a:r>
            <a:r>
              <a:rPr lang="en-US" sz="1200" dirty="0"/>
              <a:t>)(Cadence)</a:t>
            </a:r>
          </a:p>
          <a:p>
            <a:pPr marL="228600" lvl="1" indent="-228600" fontAlgn="auto">
              <a:spcBef>
                <a:spcPct val="20000"/>
              </a:spcBef>
              <a:spcAft>
                <a:spcPts val="0"/>
              </a:spcAft>
              <a:buClr>
                <a:schemeClr val="tx2"/>
              </a:buClr>
              <a:buFont typeface="Arial" charset="0"/>
              <a:buChar char="•"/>
              <a:defRPr/>
            </a:pPr>
            <a:r>
              <a:rPr lang="en-US" sz="1200" b="1" dirty="0"/>
              <a:t>Thermal Analysis</a:t>
            </a:r>
          </a:p>
          <a:p>
            <a:pPr lvl="1" indent="-228600" fontAlgn="auto">
              <a:spcBef>
                <a:spcPct val="20000"/>
              </a:spcBef>
              <a:spcAft>
                <a:spcPts val="0"/>
              </a:spcAft>
              <a:buClr>
                <a:schemeClr val="tx2"/>
              </a:buClr>
              <a:buFont typeface="Arial" charset="0"/>
              <a:buChar char="–"/>
              <a:defRPr/>
            </a:pPr>
            <a:r>
              <a:rPr lang="en-US" sz="1200" dirty="0" err="1"/>
              <a:t>Hyperlynx</a:t>
            </a:r>
            <a:r>
              <a:rPr lang="en-US" sz="1200" dirty="0"/>
              <a:t> Thermal (</a:t>
            </a:r>
            <a:r>
              <a:rPr lang="en-US" sz="1200" dirty="0" err="1"/>
              <a:t>Betasoft</a:t>
            </a:r>
            <a:r>
              <a:rPr lang="en-US" sz="1200" dirty="0"/>
              <a:t>)(Mentor Graphics)</a:t>
            </a:r>
            <a:endParaRPr lang="en-US" sz="1200" b="1" dirty="0"/>
          </a:p>
          <a:p>
            <a:pPr marL="228600" indent="-228600" fontAlgn="auto">
              <a:spcBef>
                <a:spcPct val="20000"/>
              </a:spcBef>
              <a:spcAft>
                <a:spcPts val="0"/>
              </a:spcAft>
              <a:buClr>
                <a:schemeClr val="tx2"/>
              </a:buClr>
              <a:buFont typeface="Arial" charset="0"/>
              <a:buChar char="•"/>
              <a:defRPr/>
            </a:pPr>
            <a:r>
              <a:rPr lang="en-US" sz="1200" b="1" dirty="0">
                <a:solidFill>
                  <a:prstClr val="black"/>
                </a:solidFill>
                <a:latin typeface="Arial" pitchFamily="34" charset="0"/>
              </a:rPr>
              <a:t>CAM tools</a:t>
            </a:r>
          </a:p>
          <a:p>
            <a:pPr lvl="1" indent="-228600" fontAlgn="auto">
              <a:spcBef>
                <a:spcPct val="20000"/>
              </a:spcBef>
              <a:spcAft>
                <a:spcPts val="0"/>
              </a:spcAft>
              <a:buClr>
                <a:schemeClr val="tx2"/>
              </a:buClr>
              <a:buFont typeface="Arial" charset="0"/>
              <a:buChar char="–"/>
              <a:defRPr/>
            </a:pPr>
            <a:r>
              <a:rPr lang="en-US" sz="1200" dirty="0">
                <a:latin typeface="Arial" pitchFamily="34" charset="0"/>
              </a:rPr>
              <a:t>CAM350</a:t>
            </a:r>
          </a:p>
          <a:p>
            <a:pPr lvl="1" indent="-228600" fontAlgn="auto">
              <a:spcBef>
                <a:spcPct val="20000"/>
              </a:spcBef>
              <a:spcAft>
                <a:spcPts val="0"/>
              </a:spcAft>
              <a:buClr>
                <a:schemeClr val="tx2"/>
              </a:buClr>
              <a:buFont typeface="Arial" charset="0"/>
              <a:buChar char="–"/>
              <a:defRPr/>
            </a:pPr>
            <a:r>
              <a:rPr lang="en-US" sz="1200" dirty="0" err="1">
                <a:latin typeface="Arial" pitchFamily="34" charset="0"/>
              </a:rPr>
              <a:t>GCPreview</a:t>
            </a:r>
            <a:endParaRPr lang="en-US" sz="1200" dirty="0">
              <a:latin typeface="Arial" pitchFamily="34" charset="0"/>
            </a:endParaRPr>
          </a:p>
          <a:p>
            <a:pPr lvl="1" indent="-228600" fontAlgn="auto">
              <a:spcBef>
                <a:spcPct val="20000"/>
              </a:spcBef>
              <a:spcAft>
                <a:spcPts val="0"/>
              </a:spcAft>
              <a:buClr>
                <a:schemeClr val="tx2"/>
              </a:buClr>
              <a:buFont typeface="Arial" charset="0"/>
              <a:buChar char="–"/>
              <a:defRPr/>
            </a:pPr>
            <a:r>
              <a:rPr lang="en-US" sz="1200" dirty="0" err="1">
                <a:latin typeface="Arial" pitchFamily="34" charset="0"/>
              </a:rPr>
              <a:t>Viewmate</a:t>
            </a:r>
            <a:endParaRPr lang="en-US" sz="1200" dirty="0">
              <a:latin typeface="Arial" pitchFamily="34" charset="0"/>
            </a:endParaRPr>
          </a:p>
          <a:p>
            <a:pPr lvl="1" indent="-228600" fontAlgn="auto">
              <a:spcBef>
                <a:spcPct val="20000"/>
              </a:spcBef>
              <a:spcAft>
                <a:spcPts val="0"/>
              </a:spcAft>
              <a:buClr>
                <a:schemeClr val="tx2"/>
              </a:buClr>
              <a:buFont typeface="Arial" charset="0"/>
              <a:buChar char="–"/>
              <a:defRPr/>
            </a:pPr>
            <a:endParaRPr lang="en-US" sz="1200" b="1" dirty="0">
              <a:latin typeface="+mn-lt"/>
            </a:endParaRPr>
          </a:p>
        </p:txBody>
      </p:sp>
      <p:pic>
        <p:nvPicPr>
          <p:cNvPr id="18439" name="Picture 2" descr="C:\Documents and Settings\gr25904\Desktop\logo.gif"/>
          <p:cNvPicPr>
            <a:picLocks noChangeAspect="1" noChangeArrowheads="1"/>
          </p:cNvPicPr>
          <p:nvPr/>
        </p:nvPicPr>
        <p:blipFill>
          <a:blip r:embed="rId5" cstate="print"/>
          <a:srcRect/>
          <a:stretch>
            <a:fillRect/>
          </a:stretch>
        </p:blipFill>
        <p:spPr bwMode="auto">
          <a:xfrm>
            <a:off x="5020930" y="3003118"/>
            <a:ext cx="1180186" cy="368808"/>
          </a:xfrm>
          <a:prstGeom prst="rect">
            <a:avLst/>
          </a:prstGeom>
          <a:noFill/>
          <a:ln w="9525">
            <a:noFill/>
            <a:miter lim="800000"/>
            <a:headEnd/>
            <a:tailEnd/>
          </a:ln>
        </p:spPr>
      </p:pic>
      <p:pic>
        <p:nvPicPr>
          <p:cNvPr id="18440" name="Picture 3" descr="C:\Documents and Settings\gr25904\Desktop\logozu.gif"/>
          <p:cNvPicPr>
            <a:picLocks noChangeAspect="1" noChangeArrowheads="1"/>
          </p:cNvPicPr>
          <p:nvPr/>
        </p:nvPicPr>
        <p:blipFill>
          <a:blip r:embed="rId6" cstate="email"/>
          <a:srcRect/>
          <a:stretch>
            <a:fillRect/>
          </a:stretch>
        </p:blipFill>
        <p:spPr bwMode="auto">
          <a:xfrm>
            <a:off x="4897457" y="4350851"/>
            <a:ext cx="1367942" cy="435864"/>
          </a:xfrm>
          <a:prstGeom prst="rect">
            <a:avLst/>
          </a:prstGeom>
          <a:noFill/>
          <a:ln w="9525">
            <a:noFill/>
            <a:miter lim="800000"/>
            <a:headEnd/>
            <a:tailEnd/>
          </a:ln>
        </p:spPr>
      </p:pic>
      <p:pic>
        <p:nvPicPr>
          <p:cNvPr id="18441" name="Picture 4" descr="C:\Documents and Settings\gr25904\Desktop\GraphiCodeLogo.png"/>
          <p:cNvPicPr>
            <a:picLocks noChangeAspect="1" noChangeArrowheads="1"/>
          </p:cNvPicPr>
          <p:nvPr/>
        </p:nvPicPr>
        <p:blipFill>
          <a:blip r:embed="rId7" cstate="email"/>
          <a:srcRect/>
          <a:stretch>
            <a:fillRect/>
          </a:stretch>
        </p:blipFill>
        <p:spPr bwMode="auto">
          <a:xfrm>
            <a:off x="5084622" y="5613516"/>
            <a:ext cx="1173480" cy="227990"/>
          </a:xfrm>
          <a:prstGeom prst="rect">
            <a:avLst/>
          </a:prstGeom>
          <a:noFill/>
          <a:ln w="9525">
            <a:noFill/>
            <a:miter lim="800000"/>
            <a:headEnd/>
            <a:tailEnd/>
          </a:ln>
        </p:spPr>
      </p:pic>
      <p:pic>
        <p:nvPicPr>
          <p:cNvPr id="18442" name="Picture 5" descr="C:\Documents and Settings\gr25904\Desktop\logo.jpg"/>
          <p:cNvPicPr>
            <a:picLocks noChangeAspect="1" noChangeArrowheads="1"/>
          </p:cNvPicPr>
          <p:nvPr/>
        </p:nvPicPr>
        <p:blipFill>
          <a:blip r:embed="rId8" cstate="email"/>
          <a:srcRect/>
          <a:stretch>
            <a:fillRect/>
          </a:stretch>
        </p:blipFill>
        <p:spPr bwMode="auto">
          <a:xfrm>
            <a:off x="4958322" y="4943130"/>
            <a:ext cx="1341120" cy="442570"/>
          </a:xfrm>
          <a:prstGeom prst="rect">
            <a:avLst/>
          </a:prstGeom>
          <a:noFill/>
          <a:ln w="9525">
            <a:noFill/>
            <a:miter lim="800000"/>
            <a:headEnd/>
            <a:tailEnd/>
          </a:ln>
        </p:spPr>
      </p:pic>
      <p:pic>
        <p:nvPicPr>
          <p:cNvPr id="18443" name="Picture 7" descr="C:\Documents and Settings\gr25904\Desktop\pentalogix_logo.gif"/>
          <p:cNvPicPr>
            <a:picLocks noChangeAspect="1" noChangeArrowheads="1"/>
          </p:cNvPicPr>
          <p:nvPr/>
        </p:nvPicPr>
        <p:blipFill>
          <a:blip r:embed="rId9" cstate="print"/>
          <a:srcRect/>
          <a:stretch>
            <a:fillRect/>
          </a:stretch>
        </p:blipFill>
        <p:spPr bwMode="auto">
          <a:xfrm>
            <a:off x="4692338" y="6107543"/>
            <a:ext cx="1676400" cy="288341"/>
          </a:xfrm>
          <a:prstGeom prst="rect">
            <a:avLst/>
          </a:prstGeom>
          <a:noFill/>
          <a:ln w="9525">
            <a:noFill/>
            <a:miter lim="800000"/>
            <a:headEnd/>
            <a:tailEnd/>
          </a:ln>
        </p:spPr>
      </p:pic>
      <p:pic>
        <p:nvPicPr>
          <p:cNvPr id="18444" name="Picture 8" descr="C:\Documents and Settings\gr25904\Desktop\logo_cust_lg_altium.gif"/>
          <p:cNvPicPr>
            <a:picLocks noChangeAspect="1" noChangeArrowheads="1"/>
          </p:cNvPicPr>
          <p:nvPr/>
        </p:nvPicPr>
        <p:blipFill>
          <a:blip r:embed="rId10" cstate="print"/>
          <a:srcRect/>
          <a:stretch>
            <a:fillRect/>
          </a:stretch>
        </p:blipFill>
        <p:spPr bwMode="auto">
          <a:xfrm>
            <a:off x="4940463" y="3568580"/>
            <a:ext cx="1341120" cy="625856"/>
          </a:xfrm>
          <a:prstGeom prst="rect">
            <a:avLst/>
          </a:prstGeom>
          <a:noFill/>
          <a:ln w="9525">
            <a:noFill/>
            <a:miter lim="800000"/>
            <a:headEnd/>
            <a:tailEnd/>
          </a:ln>
        </p:spPr>
      </p:pic>
      <p:sp>
        <p:nvSpPr>
          <p:cNvPr id="13" name="Rectangle 34"/>
          <p:cNvSpPr txBox="1">
            <a:spLocks/>
          </p:cNvSpPr>
          <p:nvPr/>
        </p:nvSpPr>
        <p:spPr>
          <a:xfrm>
            <a:off x="6596988" y="765067"/>
            <a:ext cx="4648200" cy="240065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228600" indent="-228600">
              <a:spcBef>
                <a:spcPct val="20000"/>
              </a:spcBef>
              <a:buClr>
                <a:schemeClr val="tx2"/>
              </a:buClr>
              <a:buFont typeface="Arial" charset="0"/>
              <a:buChar char="•"/>
              <a:defRPr/>
            </a:pPr>
            <a:r>
              <a:rPr lang="en-US" sz="1200" b="1" dirty="0">
                <a:latin typeface="+mn-lt"/>
              </a:rPr>
              <a:t>Team </a:t>
            </a:r>
            <a:endParaRPr lang="en-US" sz="1200" dirty="0">
              <a:latin typeface="+mn-lt"/>
            </a:endParaRPr>
          </a:p>
          <a:p>
            <a:pPr marL="228600" indent="-228600">
              <a:spcBef>
                <a:spcPct val="20000"/>
              </a:spcBef>
              <a:buClr>
                <a:schemeClr val="tx2"/>
              </a:buClr>
              <a:buFont typeface="Arial" charset="0"/>
              <a:buChar char="•"/>
              <a:defRPr/>
            </a:pPr>
            <a:r>
              <a:rPr lang="en-US" sz="1200" b="1" dirty="0">
                <a:latin typeface="+mn-lt"/>
              </a:rPr>
              <a:t>Average Experience : </a:t>
            </a:r>
          </a:p>
          <a:p>
            <a:pPr lvl="1" indent="-228600">
              <a:spcBef>
                <a:spcPct val="20000"/>
              </a:spcBef>
              <a:buClr>
                <a:schemeClr val="tx2"/>
              </a:buClr>
              <a:buSzPct val="80000"/>
              <a:buFont typeface="Arial" charset="0"/>
              <a:buChar char="–"/>
              <a:defRPr/>
            </a:pPr>
            <a:r>
              <a:rPr lang="en-US" sz="1200" dirty="0">
                <a:latin typeface="+mn-lt"/>
              </a:rPr>
              <a:t>6 to 7 years</a:t>
            </a:r>
          </a:p>
          <a:p>
            <a:pPr marL="228600" indent="-228600">
              <a:spcBef>
                <a:spcPct val="20000"/>
              </a:spcBef>
              <a:buClr>
                <a:schemeClr val="tx2"/>
              </a:buClr>
              <a:buFont typeface="Arial" charset="0"/>
              <a:buChar char="•"/>
              <a:defRPr/>
            </a:pPr>
            <a:r>
              <a:rPr lang="en-US" sz="1200" b="1" dirty="0">
                <a:latin typeface="+mn-lt"/>
              </a:rPr>
              <a:t>Qualification : </a:t>
            </a:r>
          </a:p>
          <a:p>
            <a:pPr lvl="1" indent="-228600">
              <a:spcBef>
                <a:spcPct val="20000"/>
              </a:spcBef>
              <a:buClr>
                <a:schemeClr val="tx2"/>
              </a:buClr>
              <a:buSzPct val="80000"/>
              <a:buFont typeface="Arial" charset="0"/>
              <a:buChar char="–"/>
              <a:defRPr/>
            </a:pPr>
            <a:r>
              <a:rPr lang="en-US" sz="1200" dirty="0">
                <a:latin typeface="+mn-lt"/>
              </a:rPr>
              <a:t>Engineering Graduates or Engineering Diploma-holders</a:t>
            </a:r>
          </a:p>
          <a:p>
            <a:pPr marL="228600" indent="-228600">
              <a:spcBef>
                <a:spcPct val="20000"/>
              </a:spcBef>
              <a:buClr>
                <a:schemeClr val="tx2"/>
              </a:buClr>
              <a:buFont typeface="Arial" charset="0"/>
              <a:buChar char="•"/>
              <a:defRPr/>
            </a:pPr>
            <a:r>
              <a:rPr lang="en-US" sz="1200" b="1" dirty="0">
                <a:latin typeface="+mn-lt"/>
              </a:rPr>
              <a:t>Domains: </a:t>
            </a:r>
          </a:p>
          <a:p>
            <a:pPr lvl="1" indent="-228600">
              <a:spcBef>
                <a:spcPct val="20000"/>
              </a:spcBef>
              <a:buClr>
                <a:schemeClr val="tx2"/>
              </a:buClr>
              <a:buSzPct val="80000"/>
              <a:buFont typeface="Arial" charset="0"/>
              <a:buChar char="–"/>
              <a:defRPr/>
            </a:pPr>
            <a:r>
              <a:rPr lang="en-US" sz="1200" dirty="0">
                <a:latin typeface="+mn-lt"/>
              </a:rPr>
              <a:t>Consumer </a:t>
            </a:r>
          </a:p>
          <a:p>
            <a:pPr lvl="1" indent="-228600">
              <a:spcBef>
                <a:spcPct val="20000"/>
              </a:spcBef>
              <a:buClr>
                <a:schemeClr val="tx2"/>
              </a:buClr>
              <a:buSzPct val="80000"/>
              <a:buFont typeface="Arial" charset="0"/>
              <a:buChar char="–"/>
              <a:defRPr/>
            </a:pPr>
            <a:r>
              <a:rPr lang="en-US" sz="1200" dirty="0">
                <a:latin typeface="+mn-lt"/>
              </a:rPr>
              <a:t>Industrial </a:t>
            </a:r>
          </a:p>
          <a:p>
            <a:pPr lvl="1" indent="-228600">
              <a:spcBef>
                <a:spcPct val="20000"/>
              </a:spcBef>
              <a:buClr>
                <a:schemeClr val="tx2"/>
              </a:buClr>
              <a:buSzPct val="80000"/>
              <a:buFont typeface="Arial" charset="0"/>
              <a:buChar char="–"/>
              <a:defRPr/>
            </a:pPr>
            <a:r>
              <a:rPr lang="en-US" sz="1200" dirty="0">
                <a:latin typeface="+mn-lt"/>
              </a:rPr>
              <a:t>Automotive </a:t>
            </a:r>
          </a:p>
          <a:p>
            <a:pPr lvl="1" indent="-228600">
              <a:spcBef>
                <a:spcPct val="20000"/>
              </a:spcBef>
              <a:buClr>
                <a:schemeClr val="tx2"/>
              </a:buClr>
              <a:buSzPct val="80000"/>
              <a:buFont typeface="Arial" charset="0"/>
              <a:buChar char="–"/>
              <a:defRPr/>
            </a:pPr>
            <a:r>
              <a:rPr lang="en-US" sz="1200" dirty="0">
                <a:latin typeface="+mn-lt"/>
              </a:rPr>
              <a:t>Aerospace </a:t>
            </a:r>
          </a:p>
          <a:p>
            <a:pPr lvl="1" indent="-228600">
              <a:spcBef>
                <a:spcPct val="20000"/>
              </a:spcBef>
              <a:buClr>
                <a:schemeClr val="tx2"/>
              </a:buClr>
              <a:buSzPct val="80000"/>
              <a:buFont typeface="Arial" charset="0"/>
              <a:buChar char="–"/>
              <a:defRPr/>
            </a:pPr>
            <a:r>
              <a:rPr lang="en-US" sz="1200" dirty="0">
                <a:latin typeface="+mn-lt"/>
              </a:rPr>
              <a:t>Semiconductor </a:t>
            </a:r>
            <a:r>
              <a:rPr lang="en-US" sz="1200" dirty="0" err="1">
                <a:latin typeface="+mn-lt"/>
              </a:rPr>
              <a:t>Equipments</a:t>
            </a:r>
            <a:endParaRPr lang="en-US" sz="1200" dirty="0">
              <a:latin typeface="+mn-lt"/>
            </a:endParaRPr>
          </a:p>
        </p:txBody>
      </p:sp>
      <p:sp>
        <p:nvSpPr>
          <p:cNvPr id="14" name="Text Box 16"/>
          <p:cNvSpPr txBox="1">
            <a:spLocks noChangeArrowheads="1"/>
          </p:cNvSpPr>
          <p:nvPr/>
        </p:nvSpPr>
        <p:spPr bwMode="auto">
          <a:xfrm>
            <a:off x="6596988" y="4022074"/>
            <a:ext cx="4990564" cy="2585323"/>
          </a:xfrm>
          <a:prstGeom prst="rect">
            <a:avLst/>
          </a:prstGeom>
          <a:noFill/>
          <a:ln w="9525">
            <a:noFill/>
            <a:miter lim="800000"/>
            <a:headEnd/>
            <a:tailEnd/>
          </a:ln>
        </p:spPr>
        <p:txBody>
          <a:bodyPr wrap="square">
            <a:spAutoFit/>
          </a:bodyPr>
          <a:lstStyle/>
          <a:p>
            <a:pPr marL="228600" indent="-228600">
              <a:lnSpc>
                <a:spcPct val="150000"/>
              </a:lnSpc>
              <a:buClr>
                <a:schemeClr val="tx2"/>
              </a:buClr>
            </a:pPr>
            <a:r>
              <a:rPr lang="en-US" sz="1200" b="1" dirty="0">
                <a:solidFill>
                  <a:srgbClr val="000000"/>
                </a:solidFill>
                <a:latin typeface="+mn-lt"/>
              </a:rPr>
              <a:t>Customer snapshot</a:t>
            </a:r>
          </a:p>
          <a:p>
            <a:pPr marL="228600" indent="-228600">
              <a:lnSpc>
                <a:spcPct val="150000"/>
              </a:lnSpc>
              <a:buClr>
                <a:schemeClr val="tx2"/>
              </a:buClr>
              <a:buFont typeface="Arial" pitchFamily="34" charset="0"/>
              <a:buChar char="•"/>
            </a:pPr>
            <a:r>
              <a:rPr lang="en-US" sz="1200" dirty="0">
                <a:latin typeface="+mn-lt"/>
              </a:rPr>
              <a:t>Enabled US appliance major to Restructure its libraries over 800+ Components – Valor test passed</a:t>
            </a:r>
          </a:p>
          <a:p>
            <a:pPr marL="228600" indent="-228600">
              <a:lnSpc>
                <a:spcPct val="150000"/>
              </a:lnSpc>
              <a:buClr>
                <a:schemeClr val="tx2"/>
              </a:buClr>
              <a:buFont typeface="Arial" pitchFamily="34" charset="0"/>
              <a:buChar char="•"/>
            </a:pPr>
            <a:r>
              <a:rPr lang="en-US" sz="1200" dirty="0">
                <a:latin typeface="+mn-lt"/>
              </a:rPr>
              <a:t>Assisting US major with PCB process enhancement</a:t>
            </a:r>
          </a:p>
          <a:p>
            <a:pPr marL="228600" indent="-228600">
              <a:lnSpc>
                <a:spcPct val="150000"/>
              </a:lnSpc>
              <a:buClr>
                <a:schemeClr val="tx2"/>
              </a:buClr>
              <a:buFont typeface="Arial" pitchFamily="34" charset="0"/>
              <a:buChar char="•"/>
            </a:pPr>
            <a:r>
              <a:rPr lang="en-US" sz="1200" dirty="0">
                <a:latin typeface="+mn-lt"/>
              </a:rPr>
              <a:t>Leading/Managing/ Training the PCB COE team</a:t>
            </a:r>
          </a:p>
          <a:p>
            <a:pPr marL="228600" indent="-228600">
              <a:lnSpc>
                <a:spcPct val="150000"/>
              </a:lnSpc>
              <a:buClr>
                <a:schemeClr val="tx2"/>
              </a:buClr>
              <a:buFont typeface="Arial" pitchFamily="34" charset="0"/>
              <a:buChar char="•"/>
            </a:pPr>
            <a:r>
              <a:rPr lang="en-US" sz="1200" dirty="0">
                <a:latin typeface="+mn-lt"/>
              </a:rPr>
              <a:t>Sustained engagement with a </a:t>
            </a:r>
            <a:r>
              <a:rPr lang="en-US" sz="1200" b="1" dirty="0">
                <a:latin typeface="+mn-lt"/>
              </a:rPr>
              <a:t>Semiconductor</a:t>
            </a:r>
            <a:r>
              <a:rPr lang="en-US" sz="1200" dirty="0">
                <a:latin typeface="+mn-lt"/>
              </a:rPr>
              <a:t> </a:t>
            </a:r>
            <a:r>
              <a:rPr lang="en-US" sz="1200" b="1" dirty="0">
                <a:latin typeface="+mn-lt"/>
              </a:rPr>
              <a:t>Major  </a:t>
            </a:r>
          </a:p>
          <a:p>
            <a:pPr marL="228600" indent="-228600">
              <a:lnSpc>
                <a:spcPct val="150000"/>
              </a:lnSpc>
              <a:buClr>
                <a:schemeClr val="tx2"/>
              </a:buClr>
              <a:buFont typeface="Arial" pitchFamily="34" charset="0"/>
              <a:buChar char="•"/>
            </a:pPr>
            <a:r>
              <a:rPr lang="en-US" sz="1200" dirty="0">
                <a:latin typeface="+mn-lt"/>
              </a:rPr>
              <a:t>Sustained engagement with a </a:t>
            </a:r>
            <a:r>
              <a:rPr lang="en-US" sz="1200" b="1" dirty="0">
                <a:latin typeface="+mn-lt"/>
              </a:rPr>
              <a:t>Auto</a:t>
            </a:r>
            <a:r>
              <a:rPr lang="en-US" sz="1200" dirty="0">
                <a:latin typeface="+mn-lt"/>
              </a:rPr>
              <a:t> </a:t>
            </a:r>
            <a:r>
              <a:rPr lang="en-US" sz="1200" b="1" dirty="0">
                <a:latin typeface="+mn-lt"/>
              </a:rPr>
              <a:t>Major </a:t>
            </a:r>
          </a:p>
          <a:p>
            <a:pPr marL="228600" indent="-228600">
              <a:lnSpc>
                <a:spcPct val="150000"/>
              </a:lnSpc>
              <a:buClr>
                <a:schemeClr val="tx2"/>
              </a:buClr>
              <a:buFont typeface="Arial" pitchFamily="34" charset="0"/>
              <a:buChar char="•"/>
            </a:pPr>
            <a:r>
              <a:rPr lang="en-US" sz="1200" dirty="0">
                <a:latin typeface="+mn-lt"/>
              </a:rPr>
              <a:t>Reference layouts/designs for a </a:t>
            </a:r>
            <a:r>
              <a:rPr lang="en-US" sz="1200" b="1" dirty="0">
                <a:latin typeface="+mn-lt"/>
              </a:rPr>
              <a:t>Japanese</a:t>
            </a:r>
            <a:r>
              <a:rPr lang="en-US" sz="1200" dirty="0">
                <a:latin typeface="+mn-lt"/>
              </a:rPr>
              <a:t> </a:t>
            </a:r>
            <a:r>
              <a:rPr lang="en-US" sz="1200" b="1" dirty="0">
                <a:latin typeface="+mn-lt"/>
              </a:rPr>
              <a:t>Chip Maker </a:t>
            </a:r>
          </a:p>
          <a:p>
            <a:pPr marL="228600" indent="-228600">
              <a:lnSpc>
                <a:spcPct val="150000"/>
              </a:lnSpc>
              <a:buClr>
                <a:schemeClr val="tx2"/>
              </a:buClr>
              <a:buFont typeface="Arial" pitchFamily="34" charset="0"/>
              <a:buChar char="•"/>
            </a:pPr>
            <a:r>
              <a:rPr lang="en-US" sz="1200" dirty="0">
                <a:latin typeface="+mn-lt"/>
              </a:rPr>
              <a:t>Reference layouts/designs for </a:t>
            </a:r>
            <a:r>
              <a:rPr lang="en-US" sz="1200" b="1" dirty="0">
                <a:latin typeface="+mn-lt"/>
              </a:rPr>
              <a:t>European Aerospace customer</a:t>
            </a:r>
            <a:r>
              <a:rPr lang="en-US" sz="1200" dirty="0">
                <a:latin typeface="+mn-lt"/>
              </a:rPr>
              <a:t>.</a:t>
            </a:r>
          </a:p>
        </p:txBody>
      </p:sp>
    </p:spTree>
    <p:extLst>
      <p:ext uri="{BB962C8B-B14F-4D97-AF65-F5344CB8AC3E}">
        <p14:creationId xmlns:p14="http://schemas.microsoft.com/office/powerpoint/2010/main" val="5673705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600200" y="76200"/>
            <a:ext cx="7391400" cy="715962"/>
          </a:xfrm>
          <a:prstGeom prst="rect">
            <a:avLst/>
          </a:prstGeom>
          <a:noFill/>
          <a:ln w="9525">
            <a:noFill/>
            <a:miter lim="800000"/>
            <a:headEnd/>
            <a:tailEnd/>
          </a:ln>
        </p:spPr>
        <p:txBody>
          <a:bodyPr anchor="ctr"/>
          <a:lstStyle/>
          <a:p>
            <a:r>
              <a:rPr lang="en-US" sz="2200" b="1" dirty="0">
                <a:solidFill>
                  <a:srgbClr val="C0504D"/>
                </a:solidFill>
                <a:cs typeface="+mn-cs"/>
              </a:rPr>
              <a:t>Hardware Engineering</a:t>
            </a:r>
            <a:br>
              <a:rPr lang="en-US" sz="2200" b="1" dirty="0">
                <a:solidFill>
                  <a:srgbClr val="C0504D"/>
                </a:solidFill>
                <a:cs typeface="+mn-cs"/>
              </a:rPr>
            </a:br>
            <a:r>
              <a:rPr lang="en-US" sz="2200" b="1" dirty="0">
                <a:solidFill>
                  <a:srgbClr val="C0504D"/>
                </a:solidFill>
                <a:cs typeface="+mn-cs"/>
              </a:rPr>
              <a:t>for PCI Mezzanine Card Design</a:t>
            </a:r>
          </a:p>
        </p:txBody>
      </p:sp>
      <p:sp>
        <p:nvSpPr>
          <p:cNvPr id="3" name="Rectangle 3"/>
          <p:cNvSpPr>
            <a:spLocks noChangeArrowheads="1"/>
          </p:cNvSpPr>
          <p:nvPr/>
        </p:nvSpPr>
        <p:spPr bwMode="auto">
          <a:xfrm>
            <a:off x="1706881" y="1219200"/>
            <a:ext cx="4422775" cy="3648222"/>
          </a:xfrm>
          <a:prstGeom prst="rect">
            <a:avLst/>
          </a:prstGeom>
          <a:noFill/>
          <a:ln w="9525">
            <a:noFill/>
            <a:miter lim="800000"/>
            <a:headEnd/>
            <a:tailEnd/>
          </a:ln>
        </p:spPr>
        <p:txBody>
          <a:bodyPr/>
          <a:lstStyle/>
          <a:p>
            <a:pPr marL="285750" lvl="1" indent="-285750">
              <a:spcBef>
                <a:spcPct val="20000"/>
              </a:spcBef>
              <a:buClr>
                <a:srgbClr val="C0504D"/>
              </a:buClr>
              <a:buSzPct val="120000"/>
              <a:buFont typeface="Wingdings" pitchFamily="2" charset="2"/>
              <a:buChar char="§"/>
              <a:defRPr/>
            </a:pPr>
            <a:r>
              <a:rPr lang="en-US" altLang="zh-CN" sz="1400" b="1" dirty="0">
                <a:solidFill>
                  <a:prstClr val="black"/>
                </a:solidFill>
                <a:cs typeface="+mn-cs"/>
              </a:rPr>
              <a:t>Business Needs</a:t>
            </a:r>
          </a:p>
          <a:p>
            <a:pPr marL="548640" lvl="1" indent="-285750">
              <a:spcBef>
                <a:spcPct val="20000"/>
              </a:spcBef>
              <a:buClr>
                <a:srgbClr val="C0504D"/>
              </a:buClr>
              <a:buFontTx/>
              <a:buChar char="–"/>
            </a:pPr>
            <a:r>
              <a:rPr lang="en-US" sz="1300" dirty="0">
                <a:solidFill>
                  <a:prstClr val="black"/>
                </a:solidFill>
                <a:latin typeface="Arial" pitchFamily="34" charset="0"/>
                <a:cs typeface="+mn-cs"/>
              </a:rPr>
              <a:t>Designing of Electronics </a:t>
            </a:r>
          </a:p>
          <a:p>
            <a:pPr marL="548640" lvl="1" indent="-285750">
              <a:spcBef>
                <a:spcPct val="20000"/>
              </a:spcBef>
              <a:buClr>
                <a:srgbClr val="C0504D"/>
              </a:buClr>
              <a:buFontTx/>
              <a:buChar char="–"/>
            </a:pPr>
            <a:r>
              <a:rPr lang="en-US" sz="1300" dirty="0">
                <a:solidFill>
                  <a:prstClr val="black"/>
                </a:solidFill>
                <a:latin typeface="Arial" pitchFamily="34" charset="0"/>
                <a:cs typeface="+mn-cs"/>
              </a:rPr>
              <a:t>8 Channel PMC Serial Card</a:t>
            </a:r>
          </a:p>
          <a:p>
            <a:pPr marL="548640" lvl="1" indent="-285750">
              <a:spcBef>
                <a:spcPct val="20000"/>
              </a:spcBef>
              <a:buClr>
                <a:srgbClr val="C0504D"/>
              </a:buClr>
              <a:buFontTx/>
              <a:buChar char="–"/>
            </a:pPr>
            <a:r>
              <a:rPr lang="en-US" sz="1300" dirty="0">
                <a:solidFill>
                  <a:prstClr val="black"/>
                </a:solidFill>
                <a:latin typeface="Arial" pitchFamily="34" charset="0"/>
                <a:cs typeface="+mn-cs"/>
              </a:rPr>
              <a:t>ROHS Compliance (90% of Components used are ROHS Compliant. Remaining can be replaced directly once it is ready as per manufacturer schedule)</a:t>
            </a:r>
          </a:p>
          <a:p>
            <a:pPr marL="548640" lvl="1" indent="-285750">
              <a:spcBef>
                <a:spcPct val="20000"/>
              </a:spcBef>
              <a:buClr>
                <a:srgbClr val="C0504D"/>
              </a:buClr>
              <a:buFontTx/>
              <a:buChar char="–"/>
            </a:pPr>
            <a:r>
              <a:rPr lang="en-US" sz="1300" dirty="0">
                <a:solidFill>
                  <a:prstClr val="black"/>
                </a:solidFill>
                <a:latin typeface="Arial" pitchFamily="34" charset="0"/>
                <a:cs typeface="+mn-cs"/>
              </a:rPr>
              <a:t>Cost Reduction</a:t>
            </a:r>
          </a:p>
          <a:p>
            <a:pPr marL="548640" lvl="1" indent="-285750">
              <a:spcBef>
                <a:spcPct val="20000"/>
              </a:spcBef>
              <a:buClr>
                <a:srgbClr val="C0504D"/>
              </a:buClr>
              <a:buFontTx/>
              <a:buChar char="–"/>
            </a:pPr>
            <a:r>
              <a:rPr lang="en-US" sz="1300" dirty="0">
                <a:solidFill>
                  <a:prstClr val="black"/>
                </a:solidFill>
                <a:latin typeface="Arial" pitchFamily="34" charset="0"/>
                <a:cs typeface="+mn-cs"/>
              </a:rPr>
              <a:t>I/O’s Compatible with existing system</a:t>
            </a:r>
          </a:p>
          <a:p>
            <a:pPr marL="742950" lvl="1" indent="-285750">
              <a:spcBef>
                <a:spcPct val="20000"/>
              </a:spcBef>
              <a:buFontTx/>
              <a:buChar char="–"/>
            </a:pPr>
            <a:endParaRPr lang="en-US" sz="800" dirty="0">
              <a:solidFill>
                <a:prstClr val="black"/>
              </a:solidFill>
              <a:latin typeface="Arial" pitchFamily="34" charset="0"/>
              <a:cs typeface="+mn-cs"/>
            </a:endParaRPr>
          </a:p>
          <a:p>
            <a:pPr marL="285750" lvl="1" indent="-285750">
              <a:spcBef>
                <a:spcPct val="20000"/>
              </a:spcBef>
              <a:buClr>
                <a:srgbClr val="C0504D"/>
              </a:buClr>
              <a:buSzPct val="120000"/>
              <a:buFont typeface="Wingdings" pitchFamily="2" charset="2"/>
              <a:buChar char="§"/>
              <a:defRPr/>
            </a:pPr>
            <a:r>
              <a:rPr lang="en-US" altLang="zh-CN" sz="1400" b="1" dirty="0">
                <a:solidFill>
                  <a:prstClr val="black"/>
                </a:solidFill>
                <a:cs typeface="+mn-cs"/>
              </a:rPr>
              <a:t>Design Cycle</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Schematics Capture &amp; PCB Design</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PCB Manufacturing &amp; Assembly</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Integration with VME System, Functional &amp; Final Testing </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Product Release Process</a:t>
            </a:r>
          </a:p>
        </p:txBody>
      </p:sp>
      <p:sp>
        <p:nvSpPr>
          <p:cNvPr id="4" name="Rectangle 4"/>
          <p:cNvSpPr>
            <a:spLocks noChangeArrowheads="1"/>
          </p:cNvSpPr>
          <p:nvPr/>
        </p:nvSpPr>
        <p:spPr bwMode="auto">
          <a:xfrm>
            <a:off x="6172201" y="1219200"/>
            <a:ext cx="4422775" cy="1676400"/>
          </a:xfrm>
          <a:prstGeom prst="rect">
            <a:avLst/>
          </a:prstGeom>
          <a:noFill/>
          <a:ln w="9525">
            <a:noFill/>
            <a:miter lim="800000"/>
            <a:headEnd/>
            <a:tailEnd/>
          </a:ln>
        </p:spPr>
        <p:txBody>
          <a:bodyPr/>
          <a:lstStyle/>
          <a:p>
            <a:pPr marL="285750" lvl="1" indent="-285750">
              <a:spcBef>
                <a:spcPct val="20000"/>
              </a:spcBef>
              <a:buClr>
                <a:srgbClr val="C0504D"/>
              </a:buClr>
              <a:buSzPct val="120000"/>
              <a:buFont typeface="Wingdings" pitchFamily="2" charset="2"/>
              <a:buChar char="§"/>
              <a:defRPr/>
            </a:pPr>
            <a:r>
              <a:rPr lang="en-US" altLang="zh-CN" sz="1400" b="1" dirty="0">
                <a:solidFill>
                  <a:prstClr val="black"/>
                </a:solidFill>
                <a:cs typeface="+mn-cs"/>
              </a:rPr>
              <a:t>Outputs</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Study of PCI, PMC and CMC standards</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Schematic Entry</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PCB Layout</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Integration &amp; Final Testing</a:t>
            </a:r>
          </a:p>
          <a:p>
            <a:pPr marL="548640" lvl="1" indent="-285750">
              <a:spcBef>
                <a:spcPct val="20000"/>
              </a:spcBef>
              <a:buClr>
                <a:srgbClr val="C0504D"/>
              </a:buClr>
              <a:buFontTx/>
              <a:buChar char="–"/>
            </a:pPr>
            <a:r>
              <a:rPr lang="en-US" sz="1300" dirty="0">
                <a:solidFill>
                  <a:prstClr val="black"/>
                </a:solidFill>
                <a:latin typeface="Arial" pitchFamily="34" charset="0"/>
                <a:cs typeface="Arial" pitchFamily="34" charset="0"/>
              </a:rPr>
              <a:t>Design Release for Production</a:t>
            </a:r>
          </a:p>
          <a:p>
            <a:pPr marL="548640" lvl="1" indent="-285750">
              <a:spcBef>
                <a:spcPct val="20000"/>
              </a:spcBef>
              <a:buClr>
                <a:srgbClr val="C0504D"/>
              </a:buClr>
              <a:buFontTx/>
              <a:buChar char="–"/>
            </a:pPr>
            <a:endParaRPr lang="en-US" sz="1300" dirty="0">
              <a:solidFill>
                <a:prstClr val="black"/>
              </a:solidFill>
              <a:latin typeface="Arial" pitchFamily="34" charset="0"/>
              <a:cs typeface="Arial" pitchFamily="34" charset="0"/>
            </a:endParaRPr>
          </a:p>
          <a:p>
            <a:pPr marL="285750" lvl="1" indent="-285750">
              <a:spcBef>
                <a:spcPct val="20000"/>
              </a:spcBef>
              <a:buClr>
                <a:srgbClr val="C0504D"/>
              </a:buClr>
              <a:buSzPct val="120000"/>
              <a:buFont typeface="Wingdings" pitchFamily="2" charset="2"/>
              <a:buChar char="§"/>
              <a:defRPr/>
            </a:pPr>
            <a:r>
              <a:rPr lang="en-US" altLang="zh-CN" sz="1400" b="1" dirty="0">
                <a:solidFill>
                  <a:prstClr val="black"/>
                </a:solidFill>
                <a:cs typeface="+mn-cs"/>
              </a:rPr>
              <a:t>Tools Used</a:t>
            </a:r>
          </a:p>
          <a:p>
            <a:pPr marL="548640" lvl="1" indent="-285750">
              <a:spcBef>
                <a:spcPct val="20000"/>
              </a:spcBef>
              <a:buClr>
                <a:srgbClr val="C0504D"/>
              </a:buClr>
              <a:buSzPct val="120000"/>
              <a:buFontTx/>
              <a:buChar char="–"/>
              <a:defRPr/>
            </a:pPr>
            <a:r>
              <a:rPr lang="en-US" sz="1300" dirty="0">
                <a:solidFill>
                  <a:prstClr val="black"/>
                </a:solidFill>
                <a:latin typeface="Arial" pitchFamily="34" charset="0"/>
                <a:cs typeface="Arial" pitchFamily="34" charset="0"/>
              </a:rPr>
              <a:t>PCAD</a:t>
            </a:r>
          </a:p>
          <a:p>
            <a:pPr marL="285750" lvl="1" indent="-285750">
              <a:spcBef>
                <a:spcPct val="20000"/>
              </a:spcBef>
              <a:buClr>
                <a:srgbClr val="C0504D"/>
              </a:buClr>
              <a:buSzPct val="120000"/>
              <a:buFont typeface="Wingdings" pitchFamily="2" charset="2"/>
              <a:buChar char="§"/>
              <a:defRPr/>
            </a:pPr>
            <a:endParaRPr lang="en-US" altLang="zh-CN" sz="1400" b="1" dirty="0">
              <a:solidFill>
                <a:prstClr val="black"/>
              </a:solidFill>
              <a:cs typeface="+mn-cs"/>
            </a:endParaRPr>
          </a:p>
          <a:p>
            <a:pPr marL="548640" lvl="1" indent="-285750">
              <a:spcBef>
                <a:spcPct val="20000"/>
              </a:spcBef>
              <a:buClr>
                <a:srgbClr val="C0504D"/>
              </a:buClr>
            </a:pPr>
            <a:endParaRPr lang="en-US" sz="1300" dirty="0">
              <a:solidFill>
                <a:prstClr val="black"/>
              </a:solidFill>
              <a:latin typeface="Arial" pitchFamily="34" charset="0"/>
              <a:cs typeface="Arial" pitchFamily="34" charset="0"/>
            </a:endParaRPr>
          </a:p>
        </p:txBody>
      </p:sp>
      <p:pic>
        <p:nvPicPr>
          <p:cNvPr id="5" name="Picture 5"/>
          <p:cNvPicPr>
            <a:picLocks noChangeAspect="1" noChangeArrowheads="1"/>
          </p:cNvPicPr>
          <p:nvPr/>
        </p:nvPicPr>
        <p:blipFill>
          <a:blip r:embed="rId2" cstate="print"/>
          <a:srcRect/>
          <a:stretch>
            <a:fillRect/>
          </a:stretch>
        </p:blipFill>
        <p:spPr bwMode="auto">
          <a:xfrm>
            <a:off x="6248400" y="3605463"/>
            <a:ext cx="4038600" cy="1685925"/>
          </a:xfrm>
          <a:prstGeom prst="rect">
            <a:avLst/>
          </a:prstGeom>
          <a:noFill/>
          <a:ln w="9525" algn="ctr">
            <a:noFill/>
            <a:miter lim="800000"/>
            <a:headEnd/>
            <a:tailEnd/>
          </a:ln>
        </p:spPr>
      </p:pic>
    </p:spTree>
    <p:extLst>
      <p:ext uri="{BB962C8B-B14F-4D97-AF65-F5344CB8AC3E}">
        <p14:creationId xmlns:p14="http://schemas.microsoft.com/office/powerpoint/2010/main" val="3087768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5"/>
          <p:cNvSpPr txBox="1">
            <a:spLocks noChangeArrowheads="1"/>
          </p:cNvSpPr>
          <p:nvPr/>
        </p:nvSpPr>
        <p:spPr bwMode="auto">
          <a:xfrm>
            <a:off x="1706880" y="2767401"/>
            <a:ext cx="4343400" cy="1738938"/>
          </a:xfrm>
          <a:prstGeom prst="rect">
            <a:avLst/>
          </a:prstGeom>
          <a:noFill/>
          <a:ln w="9525">
            <a:noFill/>
            <a:miter lim="800000"/>
            <a:headEnd/>
            <a:tailEnd/>
          </a:ln>
        </p:spPr>
        <p:txBody>
          <a:bodyPr>
            <a:spAutoFit/>
          </a:bodyPr>
          <a:lstStyle/>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TI DSP TMS320VC5402 for data processing and analysis</a:t>
            </a:r>
          </a:p>
          <a:p>
            <a:pPr marL="457200" indent="-274320">
              <a:buClr>
                <a:srgbClr val="C00000"/>
              </a:buClr>
              <a:buFont typeface="Arial" pitchFamily="34" charset="0"/>
              <a:buChar char="–"/>
            </a:pPr>
            <a:r>
              <a:rPr lang="en-US" altLang="zh-CN" sz="1300" dirty="0" err="1">
                <a:solidFill>
                  <a:prstClr val="black"/>
                </a:solidFill>
                <a:latin typeface="Arial" pitchFamily="34" charset="0"/>
                <a:cs typeface="宋体" pitchFamily="2" charset="-122"/>
              </a:rPr>
              <a:t>Altera</a:t>
            </a:r>
            <a:r>
              <a:rPr lang="en-US" altLang="zh-CN" sz="1300" dirty="0">
                <a:solidFill>
                  <a:prstClr val="black"/>
                </a:solidFill>
                <a:latin typeface="Arial" pitchFamily="34" charset="0"/>
                <a:cs typeface="宋体" pitchFamily="2" charset="-122"/>
              </a:rPr>
              <a:t> FPGA EP1K100FC484 for interface and data acquisition</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Mentor Graphics – Design View for Schematics</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Cadence – Allegro for PCB Layout</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AutoCAD for Enclosure Design 					</a:t>
            </a:r>
          </a:p>
        </p:txBody>
      </p:sp>
      <p:sp>
        <p:nvSpPr>
          <p:cNvPr id="5123" name="Text Box 10"/>
          <p:cNvSpPr txBox="1">
            <a:spLocks noChangeArrowheads="1"/>
          </p:cNvSpPr>
          <p:nvPr/>
        </p:nvSpPr>
        <p:spPr bwMode="auto">
          <a:xfrm>
            <a:off x="1706880" y="4880211"/>
            <a:ext cx="4648200" cy="907941"/>
          </a:xfrm>
          <a:prstGeom prst="rect">
            <a:avLst/>
          </a:prstGeom>
          <a:noFill/>
          <a:ln w="9525">
            <a:noFill/>
            <a:miter lim="800000"/>
            <a:headEnd/>
            <a:tailEnd/>
          </a:ln>
        </p:spPr>
        <p:txBody>
          <a:bodyPr>
            <a:spAutoFit/>
          </a:bodyPr>
          <a:lstStyle/>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Rugged Data Acquisition System with IP67 protection for Automotive application.</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Designed for field testing in harsh environments.</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Communication with other DAQ modules on ISA bus.</a:t>
            </a:r>
          </a:p>
        </p:txBody>
      </p:sp>
      <p:sp>
        <p:nvSpPr>
          <p:cNvPr id="5124" name="Rectangle 90"/>
          <p:cNvSpPr>
            <a:spLocks noChangeArrowheads="1"/>
          </p:cNvSpPr>
          <p:nvPr/>
        </p:nvSpPr>
        <p:spPr bwMode="auto">
          <a:xfrm>
            <a:off x="1706880" y="1092588"/>
            <a:ext cx="4495800" cy="1123384"/>
          </a:xfrm>
          <a:prstGeom prst="rect">
            <a:avLst/>
          </a:prstGeom>
          <a:noFill/>
          <a:ln w="9525">
            <a:noFill/>
            <a:miter lim="800000"/>
            <a:headEnd/>
            <a:tailEnd/>
          </a:ln>
        </p:spPr>
        <p:txBody>
          <a:bodyPr>
            <a:spAutoFit/>
          </a:bodyPr>
          <a:lstStyle/>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Design of Powertrain Control Module and Engine Control Modules</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Design of circuit Schematics and PCB Layout</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Selection of components including IP67 connectors</a:t>
            </a:r>
          </a:p>
          <a:p>
            <a:pPr marL="457200" indent="-274320">
              <a:buClr>
                <a:srgbClr val="C00000"/>
              </a:buClr>
              <a:buFont typeface="Arial" pitchFamily="34" charset="0"/>
              <a:buChar char="–"/>
            </a:pPr>
            <a:r>
              <a:rPr lang="en-US" altLang="zh-CN" sz="1300" dirty="0">
                <a:solidFill>
                  <a:prstClr val="black"/>
                </a:solidFill>
                <a:latin typeface="Arial" pitchFamily="34" charset="0"/>
                <a:cs typeface="宋体" pitchFamily="2" charset="-122"/>
              </a:rPr>
              <a:t>Re-design of enclosure</a:t>
            </a:r>
          </a:p>
        </p:txBody>
      </p:sp>
      <p:sp>
        <p:nvSpPr>
          <p:cNvPr id="5125" name="Rectangle 54"/>
          <p:cNvSpPr>
            <a:spLocks noChangeArrowheads="1"/>
          </p:cNvSpPr>
          <p:nvPr/>
        </p:nvSpPr>
        <p:spPr bwMode="auto">
          <a:xfrm>
            <a:off x="1606828" y="76202"/>
            <a:ext cx="8305800" cy="430887"/>
          </a:xfrm>
          <a:prstGeom prst="rect">
            <a:avLst/>
          </a:prstGeom>
          <a:noFill/>
          <a:ln w="9525">
            <a:noFill/>
            <a:miter lim="800000"/>
            <a:headEnd/>
            <a:tailEnd/>
          </a:ln>
        </p:spPr>
        <p:txBody>
          <a:bodyPr wrap="square">
            <a:spAutoFit/>
          </a:bodyPr>
          <a:lstStyle/>
          <a:p>
            <a:r>
              <a:rPr lang="en-US" sz="2200" b="1" dirty="0">
                <a:solidFill>
                  <a:srgbClr val="C0504D"/>
                </a:solidFill>
                <a:cs typeface="+mn-cs"/>
              </a:rPr>
              <a:t>Design of PCM-ECM Expansion Module</a:t>
            </a:r>
          </a:p>
        </p:txBody>
      </p:sp>
      <p:pic>
        <p:nvPicPr>
          <p:cNvPr id="5126" name="Picture 4" descr="ELCAT"/>
          <p:cNvPicPr>
            <a:picLocks noChangeAspect="1" noChangeArrowheads="1"/>
          </p:cNvPicPr>
          <p:nvPr/>
        </p:nvPicPr>
        <p:blipFill>
          <a:blip r:embed="rId2" cstate="print"/>
          <a:srcRect/>
          <a:stretch>
            <a:fillRect/>
          </a:stretch>
        </p:blipFill>
        <p:spPr bwMode="auto">
          <a:xfrm>
            <a:off x="6629400" y="1295401"/>
            <a:ext cx="3703638" cy="3243263"/>
          </a:xfrm>
          <a:prstGeom prst="rect">
            <a:avLst/>
          </a:prstGeom>
          <a:noFill/>
          <a:ln w="9525">
            <a:noFill/>
            <a:miter lim="800000"/>
            <a:headEnd/>
            <a:tailEnd/>
          </a:ln>
        </p:spPr>
      </p:pic>
      <p:sp>
        <p:nvSpPr>
          <p:cNvPr id="5127" name="Rectangle 12"/>
          <p:cNvSpPr>
            <a:spLocks noChangeArrowheads="1"/>
          </p:cNvSpPr>
          <p:nvPr/>
        </p:nvSpPr>
        <p:spPr bwMode="auto">
          <a:xfrm>
            <a:off x="1706881" y="803766"/>
            <a:ext cx="1010213" cy="307777"/>
          </a:xfrm>
          <a:prstGeom prst="rect">
            <a:avLst/>
          </a:prstGeom>
          <a:noFill/>
          <a:ln w="9525">
            <a:noFill/>
            <a:miter lim="800000"/>
            <a:headEnd/>
            <a:tailEnd/>
          </a:ln>
        </p:spPr>
        <p:txBody>
          <a:bodyPr wrap="none">
            <a:spAutoFit/>
          </a:bodyPr>
          <a:lstStyle/>
          <a:p>
            <a:pPr marL="285750" lvl="1" indent="-285750">
              <a:spcBef>
                <a:spcPct val="20000"/>
              </a:spcBef>
              <a:buClr>
                <a:srgbClr val="C0504D"/>
              </a:buClr>
              <a:buSzPct val="120000"/>
              <a:buFont typeface="Wingdings" pitchFamily="2" charset="2"/>
              <a:buChar char="§"/>
            </a:pPr>
            <a:r>
              <a:rPr lang="en-US" sz="1400" b="1" dirty="0">
                <a:solidFill>
                  <a:prstClr val="black"/>
                </a:solidFill>
                <a:latin typeface="Arial" pitchFamily="34" charset="0"/>
                <a:cs typeface="+mn-cs"/>
              </a:rPr>
              <a:t>Scope</a:t>
            </a:r>
          </a:p>
        </p:txBody>
      </p:sp>
      <p:sp>
        <p:nvSpPr>
          <p:cNvPr id="5128" name="Rectangle 13"/>
          <p:cNvSpPr>
            <a:spLocks noChangeArrowheads="1"/>
          </p:cNvSpPr>
          <p:nvPr/>
        </p:nvSpPr>
        <p:spPr bwMode="auto">
          <a:xfrm>
            <a:off x="1706880" y="2425701"/>
            <a:ext cx="2784476" cy="307975"/>
          </a:xfrm>
          <a:prstGeom prst="rect">
            <a:avLst/>
          </a:prstGeom>
          <a:noFill/>
          <a:ln w="9525">
            <a:noFill/>
            <a:miter lim="800000"/>
            <a:headEnd/>
            <a:tailEnd/>
          </a:ln>
        </p:spPr>
        <p:txBody>
          <a:bodyPr>
            <a:spAutoFit/>
          </a:bodyPr>
          <a:lstStyle/>
          <a:p>
            <a:pPr marL="285750" lvl="1" indent="-285750">
              <a:spcBef>
                <a:spcPct val="20000"/>
              </a:spcBef>
              <a:buClr>
                <a:srgbClr val="C0504D"/>
              </a:buClr>
              <a:buSzPct val="120000"/>
              <a:buFont typeface="Wingdings" pitchFamily="2" charset="2"/>
              <a:buChar char="§"/>
            </a:pPr>
            <a:r>
              <a:rPr lang="en-US" sz="1400" b="1" dirty="0">
                <a:solidFill>
                  <a:prstClr val="black"/>
                </a:solidFill>
                <a:latin typeface="Arial" pitchFamily="34" charset="0"/>
                <a:cs typeface="+mn-cs"/>
              </a:rPr>
              <a:t>Solution</a:t>
            </a:r>
          </a:p>
        </p:txBody>
      </p:sp>
      <p:sp>
        <p:nvSpPr>
          <p:cNvPr id="5129" name="Rectangle 14"/>
          <p:cNvSpPr>
            <a:spLocks noChangeArrowheads="1"/>
          </p:cNvSpPr>
          <p:nvPr/>
        </p:nvSpPr>
        <p:spPr bwMode="auto">
          <a:xfrm>
            <a:off x="1706880" y="4532161"/>
            <a:ext cx="1178528" cy="307777"/>
          </a:xfrm>
          <a:prstGeom prst="rect">
            <a:avLst/>
          </a:prstGeom>
          <a:noFill/>
          <a:ln w="9525">
            <a:noFill/>
            <a:miter lim="800000"/>
            <a:headEnd/>
            <a:tailEnd/>
          </a:ln>
        </p:spPr>
        <p:txBody>
          <a:bodyPr wrap="none">
            <a:spAutoFit/>
          </a:bodyPr>
          <a:lstStyle/>
          <a:p>
            <a:pPr marL="285750" lvl="1" indent="-285750">
              <a:spcBef>
                <a:spcPct val="20000"/>
              </a:spcBef>
              <a:buClr>
                <a:srgbClr val="C0504D"/>
              </a:buClr>
              <a:buSzPct val="120000"/>
              <a:buFont typeface="Wingdings" pitchFamily="2" charset="2"/>
              <a:buChar char="§"/>
            </a:pPr>
            <a:r>
              <a:rPr lang="en-US" sz="1400" b="1" dirty="0">
                <a:solidFill>
                  <a:prstClr val="black"/>
                </a:solidFill>
                <a:latin typeface="Arial" pitchFamily="34" charset="0"/>
                <a:cs typeface="+mn-cs"/>
              </a:rPr>
              <a:t>Benefits</a:t>
            </a:r>
          </a:p>
        </p:txBody>
      </p:sp>
    </p:spTree>
    <p:extLst>
      <p:ext uri="{BB962C8B-B14F-4D97-AF65-F5344CB8AC3E}">
        <p14:creationId xmlns:p14="http://schemas.microsoft.com/office/powerpoint/2010/main" val="267100193"/>
      </p:ext>
    </p:extLst>
  </p:cSld>
  <p:clrMapOvr>
    <a:masterClrMapping/>
  </p:clrMapOvr>
  <p:transition/>
</p:sld>
</file>

<file path=ppt/theme/theme1.xml><?xml version="1.0" encoding="utf-8"?>
<a:theme xmlns:a="http://schemas.openxmlformats.org/drawingml/2006/main" name="1_WPresentation">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ln>
      </a:spPr>
      <a:bodyPr vert="horz" wrap="square" lIns="0" tIns="0" rIns="0" bIns="0" numCol="1" rtlCol="0" anchor="t" anchorCtr="0" compatLnSpc="1">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3.xml><?xml version="1.0" encoding="utf-8"?>
<a:theme xmlns:a="http://schemas.openxmlformats.org/drawingml/2006/main" name="7_Office Theme">
  <a:themeElements>
    <a:clrScheme name="ThemeBMC">
      <a:dk1>
        <a:srgbClr val="000000"/>
      </a:dk1>
      <a:lt1>
        <a:srgbClr val="FFFFFF"/>
      </a:lt1>
      <a:dk2>
        <a:srgbClr val="1F497D"/>
      </a:dk2>
      <a:lt2>
        <a:srgbClr val="EEECE1"/>
      </a:lt2>
      <a:accent1>
        <a:srgbClr val="0779B7"/>
      </a:accent1>
      <a:accent2>
        <a:srgbClr val="019ADD"/>
      </a:accent2>
      <a:accent3>
        <a:srgbClr val="6BC2ED"/>
      </a:accent3>
      <a:accent4>
        <a:srgbClr val="A7CCDF"/>
      </a:accent4>
      <a:accent5>
        <a:srgbClr val="595959"/>
      </a:accent5>
      <a:accent6>
        <a:srgbClr val="3F3F3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9_Mahindra Satyam Corporate Template">
  <a:themeElements>
    <a:clrScheme name="Satyam_New_Template_2009">
      <a:dk1>
        <a:sysClr val="windowText" lastClr="000000"/>
      </a:dk1>
      <a:lt1>
        <a:sysClr val="window" lastClr="FFFFFF"/>
      </a:lt1>
      <a:dk2>
        <a:srgbClr val="C0504D"/>
      </a:dk2>
      <a:lt2>
        <a:srgbClr val="625756"/>
      </a:lt2>
      <a:accent1>
        <a:srgbClr val="E6E3E2"/>
      </a:accent1>
      <a:accent2>
        <a:srgbClr val="A092B4"/>
      </a:accent2>
      <a:accent3>
        <a:srgbClr val="625753"/>
      </a:accent3>
      <a:accent4>
        <a:srgbClr val="BE3A3A"/>
      </a:accent4>
      <a:accent5>
        <a:srgbClr val="FFC000"/>
      </a:accent5>
      <a:accent6>
        <a:srgbClr val="00B050"/>
      </a:accent6>
      <a:hlink>
        <a:srgbClr val="625753"/>
      </a:hlink>
      <a:folHlink>
        <a:srgbClr val="BE3A3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7DBFC2969E8E479CE10B25EE751D07" ma:contentTypeVersion="4" ma:contentTypeDescription="Create a new document." ma:contentTypeScope="" ma:versionID="c1d4282ab64d6446415e727b4028d288">
  <xsd:schema xmlns:xsd="http://www.w3.org/2001/XMLSchema" xmlns:xs="http://www.w3.org/2001/XMLSchema" xmlns:p="http://schemas.microsoft.com/office/2006/metadata/properties" xmlns:ns2="f2e928a2-5de8-416d-aff9-0b1f9a283467" targetNamespace="http://schemas.microsoft.com/office/2006/metadata/properties" ma:root="true" ma:fieldsID="0f2368263e68f1ab6d365e122fd177ab" ns2:_="">
    <xsd:import namespace="f2e928a2-5de8-416d-aff9-0b1f9a283467"/>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e928a2-5de8-416d-aff9-0b1f9a283467"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_dlc_DocId xmlns="f2e928a2-5de8-416d-aff9-0b1f9a283467">MINKIES-1033249194-521</_dlc_DocId>
    <_dlc_DocIdUrl xmlns="f2e928a2-5de8-416d-aff9-0b1f9a283467">
      <Url>https://mink.techmahindra.com/ies/PEG/PRESALES/AERO/_layouts/15/DocIdRedir.aspx?ID=MINKIES-1033249194-521</Url>
      <Description>MINKIES-1033249194-521</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1009AE-AABE-40C4-BA22-050603B929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2e928a2-5de8-416d-aff9-0b1f9a2834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0B3A14-0F09-4A5A-AEC4-1E6EBA155821}">
  <ds:schemaRefs>
    <ds:schemaRef ds:uri="f2e928a2-5de8-416d-aff9-0b1f9a283467"/>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www.w3.org/XML/1998/namespace"/>
    <ds:schemaRef ds:uri="http://purl.org/dc/elements/1.1/"/>
  </ds:schemaRefs>
</ds:datastoreItem>
</file>

<file path=customXml/itemProps3.xml><?xml version="1.0" encoding="utf-8"?>
<ds:datastoreItem xmlns:ds="http://schemas.openxmlformats.org/officeDocument/2006/customXml" ds:itemID="{1A611213-E388-442B-B43F-BA4D470CC1FD}">
  <ds:schemaRefs>
    <ds:schemaRef ds:uri="http://schemas.microsoft.com/sharepoint/events"/>
  </ds:schemaRefs>
</ds:datastoreItem>
</file>

<file path=customXml/itemProps4.xml><?xml version="1.0" encoding="utf-8"?>
<ds:datastoreItem xmlns:ds="http://schemas.openxmlformats.org/officeDocument/2006/customXml" ds:itemID="{E0A1B877-42DF-448B-A257-86EBCF04CE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636</Words>
  <Application>Microsoft Office PowerPoint</Application>
  <PresentationFormat>Widescreen</PresentationFormat>
  <Paragraphs>118</Paragraphs>
  <Slides>4</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4</vt:i4>
      </vt:variant>
    </vt:vector>
  </HeadingPairs>
  <TitlesOfParts>
    <vt:vector size="14" baseType="lpstr">
      <vt:lpstr>Arial</vt:lpstr>
      <vt:lpstr>Arial Black</vt:lpstr>
      <vt:lpstr>Calibri</vt:lpstr>
      <vt:lpstr>Century Gothic</vt:lpstr>
      <vt:lpstr>Terminal Dosis</vt:lpstr>
      <vt:lpstr>Wingdings</vt:lpstr>
      <vt:lpstr>1_WPresentation</vt:lpstr>
      <vt:lpstr>6_Tech Mahindra Powerpoint Template</vt:lpstr>
      <vt:lpstr>7_Office Theme</vt:lpstr>
      <vt:lpstr>9_Mahindra Satyam Corporate Template</vt:lpstr>
      <vt:lpstr>ECAD capabilities</vt:lpstr>
      <vt:lpstr>E-CAD Tool, Competency &amp; Business Overview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2017-07-11T05:51:20Z</dcterms:created>
  <dcterms:modified xsi:type="dcterms:W3CDTF">2025-10-27T11:33:23Z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0x0101000F7DBFC2969E8E479CE10B25EE751D07</vt:lpwstr>
  </property>
  <property fmtid="{D5CDD505-2E9C-101B-9397-08002B2CF9AE}" pid="3" name="Categories0">
    <vt:lpwstr>System Elements</vt:lpwstr>
  </property>
  <property fmtid="{D5CDD505-2E9C-101B-9397-08002B2CF9AE}" pid="4" name="Buisness">
    <vt:lpwstr>Corporate</vt:lpwstr>
  </property>
  <property fmtid="{D5CDD505-2E9C-101B-9397-08002B2CF9AE}" pid="5" name="_dlc_DocIdItemGuid">
    <vt:lpwstr>1cad661a-3e3f-4487-a16a-a2f3e6d7be79</vt:lpwstr>
  </property>
  <property fmtid="{D5CDD505-2E9C-101B-9397-08002B2CF9AE}" pid="6" name="DLPManualFileClassification">
    <vt:lpwstr>{1A067545-A4E2-4FA1-8094-0D7902669705}</vt:lpwstr>
  </property>
  <property fmtid="{D5CDD505-2E9C-101B-9397-08002B2CF9AE}" pid="7" name="DLPManualFileClassificationLastModifiedBy">
    <vt:lpwstr>TECHMAHINDRA\TP31110</vt:lpwstr>
  </property>
  <property fmtid="{D5CDD505-2E9C-101B-9397-08002B2CF9AE}" pid="8" name="DLPManualFileClassificationLastModificationDate">
    <vt:lpwstr>1578568594</vt:lpwstr>
  </property>
  <property fmtid="{D5CDD505-2E9C-101B-9397-08002B2CF9AE}" pid="9" name="DLPManualFileClassificationVersion">
    <vt:lpwstr>11.3.2.8</vt:lpwstr>
  </property>
  <property fmtid="{D5CDD505-2E9C-101B-9397-08002B2CF9AE}" pid="10" name="MSIP_Label_7331f486-f8b5-456b-a19a-dbe0d296c5fd_Enabled">
    <vt:lpwstr>true</vt:lpwstr>
  </property>
  <property fmtid="{D5CDD505-2E9C-101B-9397-08002B2CF9AE}" pid="11" name="MSIP_Label_7331f486-f8b5-456b-a19a-dbe0d296c5fd_SetDate">
    <vt:lpwstr>2025-10-27T11:32:34Z</vt:lpwstr>
  </property>
  <property fmtid="{D5CDD505-2E9C-101B-9397-08002B2CF9AE}" pid="12" name="MSIP_Label_7331f486-f8b5-456b-a19a-dbe0d296c5fd_Method">
    <vt:lpwstr>Privileged</vt:lpwstr>
  </property>
  <property fmtid="{D5CDD505-2E9C-101B-9397-08002B2CF9AE}" pid="13" name="MSIP_Label_7331f486-f8b5-456b-a19a-dbe0d296c5fd_Name">
    <vt:lpwstr>Company Confidential Internal Use</vt:lpwstr>
  </property>
  <property fmtid="{D5CDD505-2E9C-101B-9397-08002B2CF9AE}" pid="14" name="MSIP_Label_7331f486-f8b5-456b-a19a-dbe0d296c5fd_SiteId">
    <vt:lpwstr>edf442f5-b994-4c86-a131-b42b03a16c95</vt:lpwstr>
  </property>
  <property fmtid="{D5CDD505-2E9C-101B-9397-08002B2CF9AE}" pid="15" name="MSIP_Label_7331f486-f8b5-456b-a19a-dbe0d296c5fd_ActionId">
    <vt:lpwstr>87bf1f35-2b79-4b59-a2f4-5339a3364ffd</vt:lpwstr>
  </property>
  <property fmtid="{D5CDD505-2E9C-101B-9397-08002B2CF9AE}" pid="16" name="MSIP_Label_7331f486-f8b5-456b-a19a-dbe0d296c5fd_ContentBits">
    <vt:lpwstr>0</vt:lpwstr>
  </property>
  <property fmtid="{D5CDD505-2E9C-101B-9397-08002B2CF9AE}" pid="17" name="MSIP_Label_7331f486-f8b5-456b-a19a-dbe0d296c5fd_Tag">
    <vt:lpwstr>10, 0, 1, 1</vt:lpwstr>
  </property>
</Properties>
</file>