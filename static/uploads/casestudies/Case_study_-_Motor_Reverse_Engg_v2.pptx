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1.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media/image18.jpg" ContentType="image/jpeg"/>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5.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6.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media/image29.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537" r:id="rId4"/>
    <p:sldMasterId id="2147484751" r:id="rId5"/>
    <p:sldMasterId id="2147484838" r:id="rId6"/>
    <p:sldMasterId id="2147484900" r:id="rId7"/>
    <p:sldMasterId id="2147484928" r:id="rId8"/>
    <p:sldMasterId id="2147484933" r:id="rId9"/>
    <p:sldMasterId id="2147485040" r:id="rId10"/>
  </p:sldMasterIdLst>
  <p:notesMasterIdLst>
    <p:notesMasterId r:id="rId12"/>
  </p:notesMasterIdLst>
  <p:handoutMasterIdLst>
    <p:handoutMasterId r:id="rId13"/>
  </p:handoutMasterIdLst>
  <p:sldIdLst>
    <p:sldId id="799"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DAC42D-23BC-466D-A9DA-362DEE4AEB83}">
          <p14:sldIdLst>
            <p14:sldId id="799"/>
          </p14:sldIdLst>
        </p14:section>
      </p14:sectionLst>
    </p:ext>
    <p:ext uri="{EFAFB233-063F-42B5-8137-9DF3F51BA10A}">
      <p15:sldGuideLst xmlns:p15="http://schemas.microsoft.com/office/powerpoint/2012/main">
        <p15:guide id="1" orient="horz">
          <p15:clr>
            <a:srgbClr val="A4A3A4"/>
          </p15:clr>
        </p15:guide>
        <p15:guide id="2" orient="horz" pos="6">
          <p15:clr>
            <a:srgbClr val="A4A3A4"/>
          </p15:clr>
        </p15:guide>
        <p15:guide id="4" pos="5511" userDrawn="1">
          <p15:clr>
            <a:srgbClr val="A4A3A4"/>
          </p15:clr>
        </p15:guide>
        <p15:guide id="6" orient="horz" pos="3239">
          <p15:clr>
            <a:srgbClr val="A4A3A4"/>
          </p15:clr>
        </p15:guide>
        <p15:guide id="7" pos="3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C2EE"/>
    <a:srgbClr val="FFCC99"/>
    <a:srgbClr val="B3CDD5"/>
    <a:srgbClr val="8BE1FF"/>
    <a:srgbClr val="71DAFF"/>
    <a:srgbClr val="FFCCCC"/>
    <a:srgbClr val="BDBDFF"/>
    <a:srgbClr val="7DE1DF"/>
    <a:srgbClr val="FFCCFF"/>
    <a:srgbClr val="FED5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0" autoAdjust="0"/>
    <p:restoredTop sz="98579" autoAdjust="0"/>
  </p:normalViewPr>
  <p:slideViewPr>
    <p:cSldViewPr snapToGrid="0" showGuides="1">
      <p:cViewPr varScale="1">
        <p:scale>
          <a:sx n="92" d="100"/>
          <a:sy n="92" d="100"/>
        </p:scale>
        <p:origin x="90" y="162"/>
      </p:cViewPr>
      <p:guideLst>
        <p:guide orient="horz"/>
        <p:guide orient="horz" pos="6"/>
        <p:guide pos="5511"/>
        <p:guide orient="horz" pos="3239"/>
        <p:guide pos="302"/>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2622"/>
    </p:cViewPr>
  </p:sorterViewPr>
  <p:notesViewPr>
    <p:cSldViewPr snapToGrid="0" showGuides="1">
      <p:cViewPr varScale="1">
        <p:scale>
          <a:sx n="53" d="100"/>
          <a:sy n="53" d="100"/>
        </p:scale>
        <p:origin x="-286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Master" Target="slideMasters/slideMaster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497A77E-3099-4376-AF1E-3DB3B64FF05E}" type="datetimeFigureOut">
              <a:rPr lang="en-IN" smtClean="0"/>
              <a:t>15-10-2019</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95393FC-7572-4134-9B44-EE6BC5751DC4}" type="slidenum">
              <a:rPr lang="en-IN" smtClean="0"/>
              <a:t>‹#›</a:t>
            </a:fld>
            <a:endParaRPr lang="en-IN"/>
          </a:p>
        </p:txBody>
      </p:sp>
    </p:spTree>
    <p:extLst>
      <p:ext uri="{BB962C8B-B14F-4D97-AF65-F5344CB8AC3E}">
        <p14:creationId xmlns:p14="http://schemas.microsoft.com/office/powerpoint/2010/main" val="5945273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3E211-F7A7-4317-892B-28769BDE5747}" type="datetimeFigureOut">
              <a:rPr lang="en-US" smtClean="0"/>
              <a:pPr/>
              <a:t>10/15/2019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3A218D-F311-4799-90C5-974E162849B4}" type="slidenum">
              <a:rPr lang="en-US" smtClean="0"/>
              <a:pPr/>
              <a:t>‹#›</a:t>
            </a:fld>
            <a:endParaRPr lang="en-US" dirty="0"/>
          </a:p>
        </p:txBody>
      </p:sp>
    </p:spTree>
    <p:extLst>
      <p:ext uri="{BB962C8B-B14F-4D97-AF65-F5344CB8AC3E}">
        <p14:creationId xmlns:p14="http://schemas.microsoft.com/office/powerpoint/2010/main" val="982170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pPr marL="0" marR="0" lvl="0" indent="0" algn="r" defTabSz="931863" rtl="0" eaLnBrk="1" fontAlgn="base" latinLnBrk="0" hangingPunct="1">
              <a:lnSpc>
                <a:spcPct val="100000"/>
              </a:lnSpc>
              <a:spcBef>
                <a:spcPct val="0"/>
              </a:spcBef>
              <a:spcAft>
                <a:spcPct val="0"/>
              </a:spcAft>
              <a:buClrTx/>
              <a:buSzTx/>
              <a:buFontTx/>
              <a:buNone/>
              <a:tabLst/>
              <a:defRPr/>
            </a:pPr>
            <a:fld id="{0EA6ED6C-BA13-49B9-B015-616AFA71EA76}" type="datetime1">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31863" rtl="0" eaLnBrk="1" fontAlgn="base" latinLnBrk="0" hangingPunct="1">
                <a:lnSpc>
                  <a:spcPct val="100000"/>
                </a:lnSpc>
                <a:spcBef>
                  <a:spcPct val="0"/>
                </a:spcBef>
                <a:spcAft>
                  <a:spcPct val="0"/>
                </a:spcAft>
                <a:buClrTx/>
                <a:buSzTx/>
                <a:buFontTx/>
                <a:buNone/>
                <a:tabLst/>
                <a:defRPr/>
              </a:pPr>
              <a:t>10/15/2019</a:t>
            </a:fld>
            <a:endParaRPr kumimoji="0" lang="en-US" altLang="en-US" sz="12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31863" rtl="0" eaLnBrk="1" fontAlgn="base" latinLnBrk="0" hangingPunct="1">
              <a:lnSpc>
                <a:spcPct val="100000"/>
              </a:lnSpc>
              <a:spcBef>
                <a:spcPct val="0"/>
              </a:spcBef>
              <a:spcAft>
                <a:spcPct val="0"/>
              </a:spcAft>
              <a:buClrTx/>
              <a:buSzTx/>
              <a:buFontTx/>
              <a:buNone/>
              <a:tabLst/>
              <a:defRPr/>
            </a:pPr>
            <a:fld id="{714F57F0-924F-4D01-AC6B-B637D74E52DF}"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31863"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22297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3.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6.xml"/><Relationship Id="rId4" Type="http://schemas.openxmlformats.org/officeDocument/2006/relationships/image" Target="../media/image25.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6.xml"/><Relationship Id="rId4" Type="http://schemas.openxmlformats.org/officeDocument/2006/relationships/image" Target="../media/image25.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e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7.xml"/><Relationship Id="rId4" Type="http://schemas.openxmlformats.org/officeDocument/2006/relationships/image" Target="../media/image25.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7.xml"/><Relationship Id="rId4" Type="http://schemas.openxmlformats.org/officeDocument/2006/relationships/image" Target="../media/image25.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eg"/><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IT">
    <p:spTree>
      <p:nvGrpSpPr>
        <p:cNvPr id="1" name=""/>
        <p:cNvGrpSpPr/>
        <p:nvPr/>
      </p:nvGrpSpPr>
      <p:grpSpPr>
        <a:xfrm>
          <a:off x="0" y="0"/>
          <a:ext cx="0" cy="0"/>
          <a:chOff x="0" y="0"/>
          <a:chExt cx="0" cy="0"/>
        </a:xfrm>
      </p:grpSpPr>
      <p:sp>
        <p:nvSpPr>
          <p:cNvPr id="5" name="Title Placeholder 1"/>
          <p:cNvSpPr>
            <a:spLocks noGrp="1"/>
          </p:cNvSpPr>
          <p:nvPr>
            <p:ph type="title"/>
          </p:nvPr>
        </p:nvSpPr>
        <p:spPr bwMode="auto">
          <a:xfrm>
            <a:off x="537208" y="172436"/>
            <a:ext cx="8212137" cy="3077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title style</a:t>
            </a:r>
          </a:p>
        </p:txBody>
      </p:sp>
    </p:spTree>
    <p:extLst>
      <p:ext uri="{BB962C8B-B14F-4D97-AF65-F5344CB8AC3E}">
        <p14:creationId xmlns:p14="http://schemas.microsoft.com/office/powerpoint/2010/main" val="20844493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pic>
        <p:nvPicPr>
          <p:cNvPr id="8" name="Picture 7"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
        <p:nvSpPr>
          <p:cNvPr id="4" name="object 2"/>
          <p:cNvSpPr/>
          <p:nvPr userDrawn="1"/>
        </p:nvSpPr>
        <p:spPr>
          <a:xfrm>
            <a:off x="1017485" y="1161117"/>
            <a:ext cx="7169042" cy="2895318"/>
          </a:xfrm>
          <a:prstGeom prst="rect">
            <a:avLst/>
          </a:prstGeom>
          <a:blipFill>
            <a:blip r:embed="rId3" cstate="print"/>
            <a:stretch>
              <a:fillRect/>
            </a:stretch>
          </a:blipFill>
        </p:spPr>
        <p:txBody>
          <a:bodyPr wrap="square" lIns="0" tIns="0" rIns="0" bIns="0" rtlCol="0"/>
          <a:lstStyle/>
          <a:p>
            <a:endParaRPr dirty="0">
              <a:latin typeface="Calibri" panose="020F0502020204030204" pitchFamily="34" charset="0"/>
            </a:endParaRPr>
          </a:p>
        </p:txBody>
      </p:sp>
    </p:spTree>
    <p:extLst>
      <p:ext uri="{BB962C8B-B14F-4D97-AF65-F5344CB8AC3E}">
        <p14:creationId xmlns:p14="http://schemas.microsoft.com/office/powerpoint/2010/main" val="12814023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9" y="602417"/>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262" rtl="0" eaLnBrk="1" fontAlgn="base" latinLnBrk="0" hangingPunct="1">
              <a:spcBef>
                <a:spcPct val="0"/>
              </a:spcBef>
              <a:spcAft>
                <a:spcPct val="0"/>
              </a:spcAft>
              <a:buNone/>
            </a:pPr>
            <a:r>
              <a:rPr lang="en-US" dirty="0"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57"/>
            <a:ext cx="8224838" cy="1261884"/>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600" b="0" kern="1200" baseline="0" dirty="0" smtClean="0">
                <a:solidFill>
                  <a:schemeClr val="tx1"/>
                </a:solidFill>
                <a:latin typeface="Calibri" panose="020F0502020204030204" pitchFamily="34" charset="0"/>
                <a:ea typeface="+mn-ea"/>
                <a:cs typeface="Calibri" panose="020F0502020204030204"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3pPr>
            <a:lvl4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4pPr>
            <a:lvl5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5pPr>
            <a:lvl6pPr marL="1434884" indent="-285708">
              <a:spcBef>
                <a:spcPts val="0"/>
              </a:spcBef>
              <a:spcAft>
                <a:spcPts val="0"/>
              </a:spcAft>
              <a:buClr>
                <a:schemeClr val="tx2"/>
              </a:buClr>
              <a:buSzPct val="70000"/>
              <a:buFont typeface="Wingdings" pitchFamily="2" charset="2"/>
              <a:buChar char="§"/>
              <a:defRPr lang="en-US" sz="1600" kern="1200" dirty="0" smtClean="0">
                <a:solidFill>
                  <a:schemeClr val="tx1"/>
                </a:solidFill>
                <a:latin typeface="Calibri" panose="020F0502020204030204" pitchFamily="34" charset="0"/>
                <a:ea typeface="+mn-ea"/>
                <a:cs typeface="Calibri" panose="020F0502020204030204" pitchFamily="34" charset="0"/>
              </a:defRPr>
            </a:lvl6pPr>
            <a:lvl7pPr marL="1714242" indent="-2730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60" indent="-228564">
              <a:spcBef>
                <a:spcPts val="0"/>
              </a:spcBef>
              <a:spcAft>
                <a:spcPts val="0"/>
              </a:spcAft>
              <a:buSzPct val="70000"/>
              <a:defRPr sz="1800" baseline="0">
                <a:latin typeface="Arial" pitchFamily="34" charset="0"/>
                <a:cs typeface="Arial" pitchFamily="34" charset="0"/>
              </a:defRPr>
            </a:lvl8pPr>
            <a:lvl9pPr marL="1823768" indent="-223802">
              <a:spcBef>
                <a:spcPts val="0"/>
              </a:spcBef>
              <a:spcAft>
                <a:spcPts val="0"/>
              </a:spcAft>
              <a:buSzPct val="70000"/>
              <a:buFont typeface="Arial" pitchFamily="34" charset="0"/>
              <a:buChar char="–"/>
              <a:defRPr sz="1800">
                <a:latin typeface="Arial" pitchFamily="34" charset="0"/>
                <a:cs typeface="Arial" pitchFamily="34" charset="0"/>
              </a:defRPr>
            </a:lvl9pPr>
          </a:lstStyle>
          <a:p>
            <a:pPr marL="290471" lvl="0" indent="-290471" algn="l" defTabSz="914262"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416" lvl="2" indent="-279358" algn="l" defTabSz="914262"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774" lvl="3" indent="-279358" algn="l" defTabSz="914262"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482" lvl="4" indent="-285708" algn="l" defTabSz="933312"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4884" lvl="5" indent="-285708" algn="l" defTabSz="914262"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12" y="922388"/>
            <a:ext cx="8224838" cy="246221"/>
          </a:xfrm>
          <a:prstGeom prst="rect">
            <a:avLst/>
          </a:prstGeom>
        </p:spPr>
        <p:txBody>
          <a:bodyPr/>
          <a:lstStyle>
            <a:lvl1pPr marL="0" indent="0">
              <a:buNone/>
              <a:defRPr sz="1600" b="0">
                <a:solidFill>
                  <a:schemeClr val="bg2"/>
                </a:solidFill>
                <a:latin typeface="Calibri" panose="020F0502020204030204" pitchFamily="34" charset="0"/>
                <a:cs typeface="Calibri" panose="020F0502020204030204"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74614977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2526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1181822-5483-42EE-9F27-1920ACBE9D4E}"/>
              </a:ext>
            </a:extLst>
          </p:cNvPr>
          <p:cNvGraphicFramePr>
            <a:graphicFrameLocks noChangeAspect="1"/>
          </p:cNvGraphicFramePr>
          <p:nvPr userDrawn="1">
            <p:custDataLst>
              <p:tags r:id="rId2"/>
            </p:custDataLs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spid="_x0000_s3218" name="think-cell Folie" r:id="rId4" imgW="530" imgH="531" progId="TCLayout.ActiveDocument.1">
                  <p:embed/>
                </p:oleObj>
              </mc:Choice>
              <mc:Fallback>
                <p:oleObj name="think-cell Folie" r:id="rId4" imgW="530" imgH="531" progId="TCLayout.ActiveDocument.1">
                  <p:embed/>
                  <p:pic>
                    <p:nvPicPr>
                      <p:cNvPr id="0" name=""/>
                      <p:cNvPicPr/>
                      <p:nvPr/>
                    </p:nvPicPr>
                    <p:blipFill>
                      <a:blip r:embed="rId5"/>
                      <a:stretch>
                        <a:fillRect/>
                      </a:stretch>
                    </p:blipFill>
                    <p:spPr>
                      <a:xfrm>
                        <a:off x="1589" y="1193"/>
                        <a:ext cx="1587" cy="1190"/>
                      </a:xfrm>
                      <a:prstGeom prst="rect">
                        <a:avLst/>
                      </a:prstGeom>
                    </p:spPr>
                  </p:pic>
                </p:oleObj>
              </mc:Fallback>
            </mc:AlternateContent>
          </a:graphicData>
        </a:graphic>
      </p:graphicFrame>
      <p:sp>
        <p:nvSpPr>
          <p:cNvPr id="6" name="Text Placeholder 5"/>
          <p:cNvSpPr>
            <a:spLocks noGrp="1"/>
          </p:cNvSpPr>
          <p:nvPr>
            <p:ph type="body" sz="quarter" idx="10"/>
          </p:nvPr>
        </p:nvSpPr>
        <p:spPr>
          <a:xfrm>
            <a:off x="54428" y="57150"/>
            <a:ext cx="7674429" cy="400050"/>
          </a:xfrm>
          <a:prstGeom prst="rect">
            <a:avLst/>
          </a:prstGeom>
        </p:spPr>
        <p:txBody>
          <a:bodyPr/>
          <a:lstStyle>
            <a:lvl1pPr marL="0" indent="0">
              <a:buFontTx/>
              <a:buNone/>
              <a:defRPr lang="de-DE" sz="1714" b="1" kern="1200" dirty="0">
                <a:solidFill>
                  <a:srgbClr val="3B8809"/>
                </a:solidFill>
                <a:latin typeface="Calibri" panose="020F0502020204030204" pitchFamily="34" charset="0"/>
                <a:ea typeface="+mj-ea"/>
                <a:cs typeface="Calibri" panose="020F0502020204030204" pitchFamily="34" charset="0"/>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
        <p:nvSpPr>
          <p:cNvPr id="8" name="Text Placeholder 7"/>
          <p:cNvSpPr>
            <a:spLocks noGrp="1"/>
          </p:cNvSpPr>
          <p:nvPr>
            <p:ph type="body" sz="quarter" idx="11" hasCustomPrompt="1"/>
          </p:nvPr>
        </p:nvSpPr>
        <p:spPr>
          <a:xfrm>
            <a:off x="0" y="4229100"/>
            <a:ext cx="816429" cy="228600"/>
          </a:xfrm>
          <a:prstGeom prst="rect">
            <a:avLst/>
          </a:prstGeom>
        </p:spPr>
        <p:txBody>
          <a:bodyPr/>
          <a:lstStyle>
            <a:lvl1pPr marL="0" indent="0">
              <a:buFontTx/>
              <a:buNone/>
              <a:defRPr sz="714" baseline="0"/>
            </a:lvl1pPr>
            <a:lvl2pPr marL="326578" indent="0">
              <a:buFontTx/>
              <a:buNone/>
              <a:defRPr sz="714"/>
            </a:lvl2pPr>
            <a:lvl3pPr marL="653156" indent="0">
              <a:buFontTx/>
              <a:buNone/>
              <a:defRPr sz="714"/>
            </a:lvl3pPr>
            <a:lvl4pPr marL="979734" indent="0">
              <a:buFontTx/>
              <a:buNone/>
              <a:defRPr sz="714"/>
            </a:lvl4pPr>
            <a:lvl5pPr marL="1306312" indent="0">
              <a:buFontTx/>
              <a:buNone/>
              <a:defRPr sz="714"/>
            </a:lvl5pPr>
          </a:lstStyle>
          <a:p>
            <a:pPr lvl="0"/>
            <a:r>
              <a:rPr lang="de-DE" dirty="0"/>
              <a:t>Insert Text Here</a:t>
            </a:r>
          </a:p>
        </p:txBody>
      </p:sp>
      <p:sp>
        <p:nvSpPr>
          <p:cNvPr id="10" name="Text Placeholder 9"/>
          <p:cNvSpPr>
            <a:spLocks noGrp="1"/>
          </p:cNvSpPr>
          <p:nvPr>
            <p:ph type="body" sz="quarter" idx="12"/>
          </p:nvPr>
        </p:nvSpPr>
        <p:spPr>
          <a:xfrm>
            <a:off x="163286" y="4629150"/>
            <a:ext cx="8817429" cy="342900"/>
          </a:xfrm>
          <a:prstGeom prst="rect">
            <a:avLst/>
          </a:prstGeom>
        </p:spPr>
        <p:txBody>
          <a:bodyPr/>
          <a:lstStyle>
            <a:lvl1pPr marL="0" indent="0" algn="ctr">
              <a:buFontTx/>
              <a:buNone/>
              <a:defRPr sz="1286" b="1">
                <a:solidFill>
                  <a:schemeClr val="bg1"/>
                </a:solidFill>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Tree>
    <p:extLst>
      <p:ext uri="{BB962C8B-B14F-4D97-AF65-F5344CB8AC3E}">
        <p14:creationId xmlns:p14="http://schemas.microsoft.com/office/powerpoint/2010/main" val="23082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7" y="539378"/>
            <a:ext cx="8224837" cy="40350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22" b="1" kern="1200" dirty="0">
                <a:solidFill>
                  <a:schemeClr val="tx2"/>
                </a:solidFill>
                <a:latin typeface="Arial" pitchFamily="34" charset="0"/>
                <a:ea typeface="+mj-ea"/>
                <a:cs typeface="Arial" pitchFamily="34" charset="0"/>
              </a:defRPr>
            </a:lvl1pPr>
          </a:lstStyle>
          <a:p>
            <a:pPr lvl="0" algn="l" defTabSz="728928" rtl="0" eaLnBrk="1" fontAlgn="base" latinLnBrk="0" hangingPunct="1">
              <a:spcBef>
                <a:spcPct val="0"/>
              </a:spcBef>
              <a:spcAft>
                <a:spcPct val="0"/>
              </a:spcAft>
              <a:buNone/>
            </a:pPr>
            <a:r>
              <a:rPr lang="en-US" smtClean="0"/>
              <a:t>Click to edit Master title style</a:t>
            </a:r>
            <a:endParaRPr lang="en-US" dirty="0"/>
          </a:p>
        </p:txBody>
      </p:sp>
      <p:pic>
        <p:nvPicPr>
          <p:cNvPr id="7" name="Picture 6" descr="Ridge.pdf"/>
          <p:cNvPicPr>
            <a:picLocks noChangeAspect="1"/>
          </p:cNvPicPr>
          <p:nvPr userDrawn="1"/>
        </p:nvPicPr>
        <p:blipFill>
          <a:blip r:embed="rId2" cstate="email"/>
          <a:stretch>
            <a:fillRect/>
          </a:stretch>
        </p:blipFill>
        <p:spPr bwMode="ltGray">
          <a:xfrm>
            <a:off x="459" y="18"/>
            <a:ext cx="2270124" cy="619126"/>
          </a:xfrm>
          <a:prstGeom prst="rect">
            <a:avLst/>
          </a:prstGeom>
        </p:spPr>
      </p:pic>
      <p:sp>
        <p:nvSpPr>
          <p:cNvPr id="9"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Tree>
    <p:extLst>
      <p:ext uri="{BB962C8B-B14F-4D97-AF65-F5344CB8AC3E}">
        <p14:creationId xmlns:p14="http://schemas.microsoft.com/office/powerpoint/2010/main" val="3866818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74"/>
            <a:ext cx="8224837" cy="44999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24" b="1" kern="1200" dirty="0">
                <a:solidFill>
                  <a:schemeClr val="tx1">
                    <a:lumMod val="75000"/>
                    <a:lumOff val="25000"/>
                  </a:schemeClr>
                </a:solidFill>
                <a:latin typeface="Arial" pitchFamily="34" charset="0"/>
                <a:ea typeface="+mj-ea"/>
                <a:cs typeface="Arial" pitchFamily="34" charset="0"/>
              </a:defRPr>
            </a:lvl1pPr>
          </a:lstStyle>
          <a:p>
            <a:pPr lvl="0" algn="l" defTabSz="814001" rtl="0" eaLnBrk="1" fontAlgn="base" latinLnBrk="0" hangingPunct="1">
              <a:spcBef>
                <a:spcPct val="0"/>
              </a:spcBef>
              <a:spcAft>
                <a:spcPct val="0"/>
              </a:spcAft>
              <a:buNone/>
            </a:pPr>
            <a:r>
              <a:rPr lang="en-US" dirty="0"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72"/>
            <a:ext cx="8224838" cy="1231106"/>
          </a:xfrm>
        </p:spPr>
        <p:txBody>
          <a:bodyPr wrap="square">
            <a:spAutoFit/>
          </a:bodyPr>
          <a:lstStyle>
            <a:lvl1pPr algn="l" rtl="0" eaLnBrk="1" latinLnBrk="0" hangingPunct="1">
              <a:spcBef>
                <a:spcPts val="0"/>
              </a:spcBef>
              <a:spcAft>
                <a:spcPts val="0"/>
              </a:spcAft>
              <a:buClr>
                <a:schemeClr val="bg2"/>
              </a:buClr>
              <a:buSzPct val="120000"/>
              <a:defRPr lang="en-US" sz="1575"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75"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5pPr>
            <a:lvl6pPr marL="1277522" indent="-254377">
              <a:spcBef>
                <a:spcPts val="0"/>
              </a:spcBef>
              <a:spcAft>
                <a:spcPts val="0"/>
              </a:spcAft>
              <a:buClr>
                <a:schemeClr val="tx2"/>
              </a:buClr>
              <a:buSzPct val="70000"/>
              <a:buFont typeface="Wingdings" pitchFamily="2" charset="2"/>
              <a:buChar char="§"/>
              <a:defRPr lang="en-US" sz="1575" kern="1200" dirty="0" smtClean="0">
                <a:solidFill>
                  <a:schemeClr val="tx1"/>
                </a:solidFill>
                <a:latin typeface="Arial" pitchFamily="34" charset="0"/>
                <a:ea typeface="+mn-ea"/>
                <a:cs typeface="Arial" pitchFamily="34" charset="0"/>
              </a:defRPr>
            </a:lvl6pPr>
            <a:lvl7pPr marL="1526245" indent="-243068">
              <a:spcBef>
                <a:spcPts val="0"/>
              </a:spcBef>
              <a:spcAft>
                <a:spcPts val="0"/>
              </a:spcAft>
              <a:buClr>
                <a:schemeClr val="tx2"/>
              </a:buClr>
              <a:buSzPct val="70000"/>
              <a:buFont typeface="Arial" pitchFamily="34" charset="0"/>
              <a:buChar char="–"/>
              <a:defRPr sz="1575" baseline="0">
                <a:solidFill>
                  <a:schemeClr val="tx1"/>
                </a:solidFill>
                <a:latin typeface="+mn-lt"/>
                <a:cs typeface="Arial" pitchFamily="34" charset="0"/>
              </a:defRPr>
            </a:lvl7pPr>
            <a:lvl8pPr marL="1424495" indent="-203499">
              <a:spcBef>
                <a:spcPts val="0"/>
              </a:spcBef>
              <a:spcAft>
                <a:spcPts val="0"/>
              </a:spcAft>
              <a:buSzPct val="70000"/>
              <a:defRPr sz="1575" baseline="0">
                <a:latin typeface="Arial" pitchFamily="34" charset="0"/>
                <a:cs typeface="Arial" pitchFamily="34" charset="0"/>
              </a:defRPr>
            </a:lvl8pPr>
            <a:lvl9pPr marL="1623760" indent="-199260">
              <a:spcBef>
                <a:spcPts val="0"/>
              </a:spcBef>
              <a:spcAft>
                <a:spcPts val="0"/>
              </a:spcAft>
              <a:buSzPct val="70000"/>
              <a:buFont typeface="Arial" pitchFamily="34" charset="0"/>
              <a:buChar char="–"/>
              <a:defRPr sz="1575">
                <a:latin typeface="Arial" pitchFamily="34" charset="0"/>
                <a:cs typeface="Arial" pitchFamily="34" charset="0"/>
              </a:defRPr>
            </a:lvl9pPr>
          </a:lstStyle>
          <a:p>
            <a:pPr marL="258618" lvl="0" indent="-258618" algn="l" defTabSz="814001"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08749" lvl="2" indent="-248723" algn="l" defTabSz="814001"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757469" lvl="3" indent="-248723" algn="l" defTabSz="814001"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011848" lvl="4" indent="-254377" algn="l" defTabSz="830959"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277522" lvl="5" indent="-254377" algn="l" defTabSz="814001"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31018362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6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4" y="539354"/>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57"/>
            <a:ext cx="8224838"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12" y="859319"/>
            <a:ext cx="8224838" cy="212783"/>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102644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tandard tex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1422401" y="114300"/>
            <a:ext cx="6451600" cy="384576"/>
          </a:xfrm>
          <a:prstGeom prst="rect">
            <a:avLst/>
          </a:prstGeom>
        </p:spPr>
        <p:txBody>
          <a:bodyPr lIns="0" tIns="0" rIns="0" bIns="0"/>
          <a:lstStyle>
            <a:lvl1pPr marL="0" indent="0" algn="ctr">
              <a:spcBef>
                <a:spcPts val="0"/>
              </a:spcBef>
              <a:buFontTx/>
              <a:buNone/>
              <a:defRPr sz="2000" b="1" baseline="0">
                <a:solidFill>
                  <a:schemeClr val="tx1"/>
                </a:solidFill>
              </a:defRPr>
            </a:lvl1pPr>
          </a:lstStyle>
          <a:p>
            <a:pPr lvl="0"/>
            <a:r>
              <a:rPr lang="de-DE" dirty="0" smtClean="0"/>
              <a:t>Click to add title</a:t>
            </a:r>
            <a:endParaRPr lang="de-DE" dirty="0"/>
          </a:p>
        </p:txBody>
      </p:sp>
      <p:sp>
        <p:nvSpPr>
          <p:cNvPr id="4" name="Textplatzhalter 3"/>
          <p:cNvSpPr>
            <a:spLocks noGrp="1"/>
          </p:cNvSpPr>
          <p:nvPr>
            <p:ph type="body" sz="quarter" idx="12" hasCustomPrompt="1"/>
          </p:nvPr>
        </p:nvSpPr>
        <p:spPr>
          <a:xfrm>
            <a:off x="828000" y="1026001"/>
            <a:ext cx="7488000" cy="280800"/>
          </a:xfrm>
          <a:prstGeom prst="rect">
            <a:avLst/>
          </a:prstGeom>
        </p:spPr>
        <p:txBody>
          <a:bodyPr lIns="0" tIns="0" rIns="0" bIns="0"/>
          <a:lstStyle>
            <a:lvl1pPr marL="0" indent="0">
              <a:spcBef>
                <a:spcPts val="0"/>
              </a:spcBef>
              <a:buFontTx/>
              <a:buNone/>
              <a:defRPr sz="1500"/>
            </a:lvl1pPr>
          </a:lstStyle>
          <a:p>
            <a:pPr lvl="0"/>
            <a:r>
              <a:rPr lang="de-DE" dirty="0" smtClean="0"/>
              <a:t>Click </a:t>
            </a:r>
            <a:r>
              <a:rPr lang="de-DE" dirty="0" err="1" smtClean="0"/>
              <a:t>to</a:t>
            </a:r>
            <a:r>
              <a:rPr lang="de-DE" dirty="0" smtClean="0"/>
              <a:t> </a:t>
            </a:r>
            <a:r>
              <a:rPr lang="de-DE" dirty="0" err="1" smtClean="0"/>
              <a:t>add</a:t>
            </a:r>
            <a:r>
              <a:rPr lang="de-DE" dirty="0" smtClean="0"/>
              <a:t> </a:t>
            </a:r>
            <a:r>
              <a:rPr lang="de-DE" dirty="0" err="1" smtClean="0"/>
              <a:t>subtitle</a:t>
            </a:r>
            <a:endParaRPr lang="de-DE" dirty="0"/>
          </a:p>
        </p:txBody>
      </p:sp>
      <p:sp>
        <p:nvSpPr>
          <p:cNvPr id="5" name="Textplatzhalter 4"/>
          <p:cNvSpPr>
            <a:spLocks noGrp="1"/>
          </p:cNvSpPr>
          <p:nvPr>
            <p:ph type="body" sz="quarter" idx="13"/>
          </p:nvPr>
        </p:nvSpPr>
        <p:spPr>
          <a:xfrm>
            <a:off x="828673" y="1593001"/>
            <a:ext cx="7488000" cy="2970000"/>
          </a:xfrm>
          <a:prstGeom prst="rect">
            <a:avLst/>
          </a:prstGeom>
        </p:spPr>
        <p:txBody>
          <a:bodyPr lIns="0" tIns="0" rIns="0" bIns="0" spcCol="324000"/>
          <a:lstStyle>
            <a:lvl1pPr marL="144002" indent="-144002">
              <a:spcBef>
                <a:spcPts val="0"/>
              </a:spcBef>
              <a:defRPr sz="1200"/>
            </a:lvl1pPr>
            <a:lvl2pPr marL="288004" indent="-144002">
              <a:spcBef>
                <a:spcPts val="0"/>
              </a:spcBef>
              <a:defRPr sz="1200"/>
            </a:lvl2pPr>
            <a:lvl3pPr marL="432005" indent="-144002">
              <a:spcBef>
                <a:spcPts val="0"/>
              </a:spcBef>
              <a:buFont typeface="Wingdings" panose="05000000000000000000" pitchFamily="2" charset="2"/>
              <a:buChar char="§"/>
              <a:defRPr sz="1200"/>
            </a:lvl3pPr>
            <a:lvl4pPr marL="576008" indent="-144002">
              <a:spcBef>
                <a:spcPts val="0"/>
              </a:spcBef>
              <a:buFont typeface="Arial" panose="020B0604020202020204" pitchFamily="34" charset="0"/>
              <a:buChar char="•"/>
              <a:defRPr sz="1200"/>
            </a:lvl4pPr>
            <a:lvl5pPr marL="720009" indent="-152402">
              <a:spcBef>
                <a:spcPts val="0"/>
              </a:spcBef>
              <a:buFont typeface="Calibri" panose="020F0502020204030204" pitchFamily="34" charset="0"/>
              <a:buChar char="─"/>
              <a:defRPr sz="1200"/>
            </a:lvl5pPr>
            <a:lvl6pPr marL="864011" indent="-152402">
              <a:spcBef>
                <a:spcPts val="0"/>
              </a:spcBef>
              <a:buFont typeface="Calibri" panose="020F0502020204030204" pitchFamily="34" charset="0"/>
              <a:buChar char="─"/>
              <a:defRPr sz="1200"/>
            </a:lvl6pPr>
            <a:lvl7pPr marL="1008013" indent="-144002">
              <a:spcBef>
                <a:spcPts val="0"/>
              </a:spcBef>
              <a:buFont typeface="Calibri" panose="020F0502020204030204" pitchFamily="34" charset="0"/>
              <a:buChar char="─"/>
              <a:defRPr sz="1200"/>
            </a:lvl7pPr>
            <a:lvl8pPr marL="1152014" indent="-144002">
              <a:spcBef>
                <a:spcPts val="0"/>
              </a:spcBef>
              <a:buFont typeface="Calibri" panose="020F0502020204030204" pitchFamily="34" charset="0"/>
              <a:buChar char="─"/>
              <a:defRPr sz="1200"/>
            </a:lvl8pPr>
            <a:lvl9pPr marL="1296017" indent="-144002">
              <a:spcBef>
                <a:spcPts val="0"/>
              </a:spcBef>
              <a:buFont typeface="Calibri" panose="020F0502020204030204" pitchFamily="34" charset="0"/>
              <a:buChar cha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1381796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slide with subtitle">
    <p:spTree>
      <p:nvGrpSpPr>
        <p:cNvPr id="1" name=""/>
        <p:cNvGrpSpPr/>
        <p:nvPr/>
      </p:nvGrpSpPr>
      <p:grpSpPr>
        <a:xfrm>
          <a:off x="0" y="0"/>
          <a:ext cx="0" cy="0"/>
          <a:chOff x="0" y="0"/>
          <a:chExt cx="0" cy="0"/>
        </a:xfrm>
      </p:grpSpPr>
      <p:sp>
        <p:nvSpPr>
          <p:cNvPr id="8" name="Title 1"/>
          <p:cNvSpPr>
            <a:spLocks noGrp="1"/>
          </p:cNvSpPr>
          <p:nvPr>
            <p:ph type="title"/>
          </p:nvPr>
        </p:nvSpPr>
        <p:spPr bwMode="gray">
          <a:xfrm>
            <a:off x="481019" y="539385"/>
            <a:ext cx="8224837" cy="30777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000" b="1" kern="1200" dirty="0">
                <a:solidFill>
                  <a:schemeClr val="tx2"/>
                </a:solidFill>
                <a:latin typeface="Arial" panose="020B0604020202020204" pitchFamily="34" charset="0"/>
                <a:ea typeface="+mj-ea"/>
                <a:cs typeface="Arial" panose="020B0604020202020204" pitchFamily="34" charset="0"/>
              </a:defRPr>
            </a:lvl1pPr>
          </a:lstStyle>
          <a:p>
            <a:pPr lvl="0" algn="l" defTabSz="559445" rtl="0" eaLnBrk="1" fontAlgn="base" latinLnBrk="0" hangingPunct="1">
              <a:spcBef>
                <a:spcPct val="0"/>
              </a:spcBef>
              <a:spcAft>
                <a:spcPct val="0"/>
              </a:spcAft>
              <a:buNone/>
            </a:pPr>
            <a:r>
              <a:rPr lang="en-US" dirty="0"/>
              <a:t>Click to edit Master title style</a:t>
            </a:r>
          </a:p>
        </p:txBody>
      </p:sp>
      <p:sp>
        <p:nvSpPr>
          <p:cNvPr id="9" name="Slide Number Placeholder 5"/>
          <p:cNvSpPr txBox="1">
            <a:spLocks/>
          </p:cNvSpPr>
          <p:nvPr userDrawn="1"/>
        </p:nvSpPr>
        <p:spPr bwMode="auto">
          <a:xfrm>
            <a:off x="8949774" y="4980460"/>
            <a:ext cx="110608" cy="107722"/>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00" smtClean="0">
                <a:solidFill>
                  <a:srgbClr val="6D6E71"/>
                </a:solidFill>
                <a:latin typeface="Arial" panose="020B0604020202020204" pitchFamily="34" charset="0"/>
                <a:cs typeface="Arial" panose="020B0604020202020204" pitchFamily="34" charset="0"/>
              </a:rPr>
              <a:pPr algn="r">
                <a:defRPr/>
              </a:pPr>
              <a:t>‹#›</a:t>
            </a:fld>
            <a:endParaRPr lang="en-US" sz="700" dirty="0">
              <a:solidFill>
                <a:srgbClr val="6D6E7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2750682"/>
      </p:ext>
    </p:extLst>
  </p:cSld>
  <p:clrMapOvr>
    <a:masterClrMapping/>
  </p:clrMapOvr>
  <mc:AlternateContent xmlns:mc="http://schemas.openxmlformats.org/markup-compatibility/2006" xmlns:p14="http://schemas.microsoft.com/office/powerpoint/2010/main">
    <mc:Choice Requires="p14">
      <p:transition spd="slow" p14:dur="1200" advClick="0" advTm="6000">
        <p14:prism/>
      </p:transition>
    </mc:Choice>
    <mc:Fallback xmlns="">
      <p:transition spd="slow" advClick="0" advTm="6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9" y="602417"/>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262" rtl="0" eaLnBrk="1" fontAlgn="base" latinLnBrk="0" hangingPunct="1">
              <a:spcBef>
                <a:spcPct val="0"/>
              </a:spcBef>
              <a:spcAft>
                <a:spcPct val="0"/>
              </a:spcAft>
              <a:buNone/>
            </a:pPr>
            <a:r>
              <a:rPr lang="en-US" dirty="0"/>
              <a:t>CLICK TO EDIT MASTER TITLE STYLE</a:t>
            </a:r>
          </a:p>
        </p:txBody>
      </p:sp>
      <p:sp>
        <p:nvSpPr>
          <p:cNvPr id="4" name="Text Placeholder 41"/>
          <p:cNvSpPr>
            <a:spLocks noGrp="1"/>
          </p:cNvSpPr>
          <p:nvPr>
            <p:ph type="body" sz="quarter" idx="13"/>
          </p:nvPr>
        </p:nvSpPr>
        <p:spPr bwMode="gray">
          <a:xfrm>
            <a:off x="481012" y="922388"/>
            <a:ext cx="8224838" cy="246221"/>
          </a:xfrm>
          <a:prstGeom prst="rect">
            <a:avLst/>
          </a:prstGeom>
        </p:spPr>
        <p:txBody>
          <a:bodyPr/>
          <a:lstStyle>
            <a:lvl1pPr marL="0" indent="0">
              <a:buNone/>
              <a:defRPr sz="1600" b="0">
                <a:solidFill>
                  <a:schemeClr val="bg2"/>
                </a:solidFill>
                <a:latin typeface="Century Gothic"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3738347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803" y="1"/>
            <a:ext cx="3968824" cy="1082407"/>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6957391" y="287910"/>
            <a:ext cx="1873625" cy="373931"/>
          </a:xfrm>
          <a:prstGeom prst="rect">
            <a:avLst/>
          </a:prstGeom>
        </p:spPr>
      </p:pic>
    </p:spTree>
    <p:extLst>
      <p:ext uri="{BB962C8B-B14F-4D97-AF65-F5344CB8AC3E}">
        <p14:creationId xmlns:p14="http://schemas.microsoft.com/office/powerpoint/2010/main" val="8938565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721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8"/>
            <a:ext cx="8224838"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Oswald Stencil" panose="02000506000000020004" pitchFamily="2" charset="0"/>
                <a:ea typeface="+mj-ea"/>
                <a:cs typeface="Arial" pitchFamily="34" charset="0"/>
              </a:defRPr>
            </a:lvl1pPr>
          </a:lstStyle>
          <a:p>
            <a:pPr lvl="0" algn="l" defTabSz="685733" rtl="0" eaLnBrk="1" fontAlgn="base" latinLnBrk="0" hangingPunct="1">
              <a:spcBef>
                <a:spcPct val="0"/>
              </a:spcBef>
              <a:spcAft>
                <a:spcPct val="0"/>
              </a:spcAft>
              <a:buNone/>
            </a:pPr>
            <a:r>
              <a:rPr lang="en-US" dirty="0" smtClean="0"/>
              <a:t>Click to edit Master title style</a:t>
            </a:r>
            <a:endParaRPr lang="en-US" dirty="0"/>
          </a:p>
        </p:txBody>
      </p:sp>
    </p:spTree>
    <p:extLst>
      <p:ext uri="{BB962C8B-B14F-4D97-AF65-F5344CB8AC3E}">
        <p14:creationId xmlns:p14="http://schemas.microsoft.com/office/powerpoint/2010/main" val="1889980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spTree>
    <p:extLst>
      <p:ext uri="{BB962C8B-B14F-4D97-AF65-F5344CB8AC3E}">
        <p14:creationId xmlns:p14="http://schemas.microsoft.com/office/powerpoint/2010/main" val="181181147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15" y="3040282"/>
            <a:ext cx="5511800" cy="207749"/>
          </a:xfrm>
          <a:prstGeom prst="rect">
            <a:avLst/>
          </a:prstGeom>
        </p:spPr>
        <p:txBody>
          <a:bodyPr anchor="b" anchorCtr="0">
            <a:noAutofit/>
          </a:bodyPr>
          <a:lstStyle>
            <a:lvl1pPr marL="0" indent="0" algn="l">
              <a:buNone/>
              <a:defRPr b="1">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27215" y="1638302"/>
            <a:ext cx="5511800" cy="461665"/>
          </a:xfrm>
        </p:spPr>
        <p:txBody>
          <a:bodyPr wrap="square">
            <a:spAutoFit/>
          </a:bodyPr>
          <a:lstStyle>
            <a:lvl1pPr algn="l">
              <a:defRPr sz="3000" b="1">
                <a:solidFill>
                  <a:schemeClr val="bg2"/>
                </a:solidFill>
                <a:latin typeface="Arial" pitchFamily="34" charset="0"/>
                <a:cs typeface="Arial" pitchFamily="34" charset="0"/>
              </a:defRPr>
            </a:lvl1pPr>
          </a:lstStyle>
          <a:p>
            <a:r>
              <a:rPr lang="en-US" dirty="0" smtClean="0"/>
              <a:t>Click to Edit Master Title Style</a:t>
            </a:r>
            <a:endParaRPr lang="en-US" dirty="0"/>
          </a:p>
        </p:txBody>
      </p:sp>
      <p:pic>
        <p:nvPicPr>
          <p:cNvPr id="12" name="Picture 11"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spTree>
    <p:extLst>
      <p:ext uri="{BB962C8B-B14F-4D97-AF65-F5344CB8AC3E}">
        <p14:creationId xmlns:p14="http://schemas.microsoft.com/office/powerpoint/2010/main" val="4130703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6"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3" y="1478761"/>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37288269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6"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3" y="1478761"/>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userDrawn="1">
            <p:ph type="body" sz="quarter" idx="13"/>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19421340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481013" y="1478759"/>
            <a:ext cx="8224838" cy="1384995"/>
          </a:xfrm>
          <a:prstGeom prst="rect">
            <a:avLst/>
          </a:prstGeo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8558348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481015" y="1478759"/>
            <a:ext cx="4078288"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smtClean="0"/>
              <a:t>Click icon to add picture</a:t>
            </a:r>
            <a:endParaRPr lang="en-US" dirty="0"/>
          </a:p>
        </p:txBody>
      </p:sp>
      <p:sp>
        <p:nvSpPr>
          <p:cNvPr id="18" name="Text Placeholder 4"/>
          <p:cNvSpPr>
            <a:spLocks noGrp="1"/>
          </p:cNvSpPr>
          <p:nvPr>
            <p:ph type="body" sz="quarter" idx="19" hasCustomPrompt="1"/>
          </p:nvPr>
        </p:nvSpPr>
        <p:spPr bwMode="gray">
          <a:xfrm>
            <a:off x="4838704" y="1478761"/>
            <a:ext cx="3846512"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3600988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39916" y="3050385"/>
            <a:ext cx="5524500"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39917" y="1650208"/>
            <a:ext cx="5524500" cy="461665"/>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pic>
        <p:nvPicPr>
          <p:cNvPr id="6" name="Picture 5" descr="Mahindra Logo.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6329908" y="357482"/>
            <a:ext cx="2377538" cy="492416"/>
          </a:xfrm>
          <a:prstGeom prst="rect">
            <a:avLst/>
          </a:prstGeom>
        </p:spPr>
      </p:pic>
    </p:spTree>
    <p:extLst>
      <p:ext uri="{BB962C8B-B14F-4D97-AF65-F5344CB8AC3E}">
        <p14:creationId xmlns:p14="http://schemas.microsoft.com/office/powerpoint/2010/main" val="24450978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481017" y="1478757"/>
            <a:ext cx="4102101" cy="313134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2" name="Subtitle 2"/>
          <p:cNvSpPr>
            <a:spLocks noGrp="1"/>
          </p:cNvSpPr>
          <p:nvPr>
            <p:ph type="subTitle" idx="1" hasCustomPrompt="1"/>
          </p:nvPr>
        </p:nvSpPr>
        <p:spPr bwMode="gray">
          <a:xfrm>
            <a:off x="4926018" y="3221848"/>
            <a:ext cx="3781426"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23" name="Title 8"/>
          <p:cNvSpPr>
            <a:spLocks noGrp="1"/>
          </p:cNvSpPr>
          <p:nvPr>
            <p:ph type="title" hasCustomPrompt="1"/>
          </p:nvPr>
        </p:nvSpPr>
        <p:spPr bwMode="gray">
          <a:xfrm>
            <a:off x="4926021" y="1478758"/>
            <a:ext cx="3781426" cy="923330"/>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pic>
        <p:nvPicPr>
          <p:cNvPr id="7" name="Picture 6" descr="Mahindra Logo.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6329908" y="357482"/>
            <a:ext cx="2377538" cy="492416"/>
          </a:xfrm>
          <a:prstGeom prst="rect">
            <a:avLst/>
          </a:prstGeom>
        </p:spPr>
      </p:pic>
    </p:spTree>
    <p:extLst>
      <p:ext uri="{BB962C8B-B14F-4D97-AF65-F5344CB8AC3E}">
        <p14:creationId xmlns:p14="http://schemas.microsoft.com/office/powerpoint/2010/main" val="4047363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481015"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
          <p:cNvSpPr>
            <a:spLocks noGrp="1"/>
          </p:cNvSpPr>
          <p:nvPr>
            <p:ph type="body" sz="quarter" idx="11" hasCustomPrompt="1"/>
          </p:nvPr>
        </p:nvSpPr>
        <p:spPr bwMode="gray">
          <a:xfrm>
            <a:off x="4773613"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ext Placeholder 4"/>
          <p:cNvSpPr>
            <a:spLocks noGrp="1"/>
          </p:cNvSpPr>
          <p:nvPr>
            <p:ph type="body" sz="quarter" idx="12" hasCustomPrompt="1"/>
          </p:nvPr>
        </p:nvSpPr>
        <p:spPr bwMode="gray">
          <a:xfrm>
            <a:off x="481015"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bwMode="gray">
          <a:xfrm>
            <a:off x="4773613"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2</a:t>
            </a:r>
          </a:p>
        </p:txBody>
      </p:sp>
      <p:cxnSp>
        <p:nvCxnSpPr>
          <p:cNvPr id="8" name="Straight Connector 7"/>
          <p:cNvCxnSpPr/>
          <p:nvPr userDrawn="1"/>
        </p:nvCxnSpPr>
        <p:spPr bwMode="gray">
          <a:xfrm>
            <a:off x="481018"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4773616"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15" name="Text Placeholder 41"/>
          <p:cNvSpPr>
            <a:spLocks noGrp="1"/>
          </p:cNvSpPr>
          <p:nvPr>
            <p:ph type="body" sz="quarter" idx="14"/>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4625862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17" name="Text Placeholder 4"/>
          <p:cNvSpPr>
            <a:spLocks noGrp="1"/>
          </p:cNvSpPr>
          <p:nvPr>
            <p:ph type="body" sz="quarter" idx="10" hasCustomPrompt="1"/>
          </p:nvPr>
        </p:nvSpPr>
        <p:spPr bwMode="gray">
          <a:xfrm>
            <a:off x="481015"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18" name="Text Placeholder 4"/>
          <p:cNvSpPr>
            <a:spLocks noGrp="1"/>
          </p:cNvSpPr>
          <p:nvPr>
            <p:ph type="body" sz="quarter" idx="11" hasCustomPrompt="1"/>
          </p:nvPr>
        </p:nvSpPr>
        <p:spPr bwMode="gray">
          <a:xfrm>
            <a:off x="4773613"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1" name="Text Placeholder 4"/>
          <p:cNvSpPr>
            <a:spLocks noGrp="1"/>
          </p:cNvSpPr>
          <p:nvPr>
            <p:ph type="body" sz="quarter" idx="12" hasCustomPrompt="1"/>
          </p:nvPr>
        </p:nvSpPr>
        <p:spPr bwMode="gray">
          <a:xfrm>
            <a:off x="481015"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1</a:t>
            </a:r>
          </a:p>
        </p:txBody>
      </p:sp>
      <p:sp>
        <p:nvSpPr>
          <p:cNvPr id="32" name="Text Placeholder 4"/>
          <p:cNvSpPr>
            <a:spLocks noGrp="1"/>
          </p:cNvSpPr>
          <p:nvPr>
            <p:ph type="body" sz="quarter" idx="13" hasCustomPrompt="1"/>
          </p:nvPr>
        </p:nvSpPr>
        <p:spPr bwMode="gray">
          <a:xfrm>
            <a:off x="4773613"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tabLst/>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2</a:t>
            </a:r>
          </a:p>
        </p:txBody>
      </p:sp>
      <p:cxnSp>
        <p:nvCxnSpPr>
          <p:cNvPr id="33" name="Straight Connector 32"/>
          <p:cNvCxnSpPr/>
          <p:nvPr userDrawn="1"/>
        </p:nvCxnSpPr>
        <p:spPr bwMode="gray">
          <a:xfrm>
            <a:off x="481018"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4773616"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481015" y="352748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6" name="Text Placeholder 4"/>
          <p:cNvSpPr>
            <a:spLocks noGrp="1"/>
          </p:cNvSpPr>
          <p:nvPr>
            <p:ph type="body" sz="quarter" idx="16" hasCustomPrompt="1"/>
          </p:nvPr>
        </p:nvSpPr>
        <p:spPr bwMode="gray">
          <a:xfrm>
            <a:off x="4773613" y="352748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7" name="Text Placeholder 4"/>
          <p:cNvSpPr>
            <a:spLocks noGrp="1"/>
          </p:cNvSpPr>
          <p:nvPr>
            <p:ph type="body" sz="quarter" idx="17" hasCustomPrompt="1"/>
          </p:nvPr>
        </p:nvSpPr>
        <p:spPr bwMode="gray">
          <a:xfrm>
            <a:off x="481015" y="3162885"/>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smtClean="0"/>
              <a:t>Heading 3</a:t>
            </a:r>
          </a:p>
        </p:txBody>
      </p:sp>
      <p:sp>
        <p:nvSpPr>
          <p:cNvPr id="38" name="Text Placeholder 4"/>
          <p:cNvSpPr>
            <a:spLocks noGrp="1"/>
          </p:cNvSpPr>
          <p:nvPr>
            <p:ph type="body" sz="quarter" idx="18" hasCustomPrompt="1"/>
          </p:nvPr>
        </p:nvSpPr>
        <p:spPr bwMode="gray">
          <a:xfrm>
            <a:off x="4773613" y="3162885"/>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smtClean="0"/>
              <a:t>Heading 4</a:t>
            </a:r>
          </a:p>
        </p:txBody>
      </p:sp>
      <p:cxnSp>
        <p:nvCxnSpPr>
          <p:cNvPr id="39" name="Straight Connector 38"/>
          <p:cNvCxnSpPr/>
          <p:nvPr userDrawn="1"/>
        </p:nvCxnSpPr>
        <p:spPr bwMode="gray">
          <a:xfrm>
            <a:off x="481018"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4773616"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4888156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2438402" y="1478757"/>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200">
                <a:latin typeface="Arial" pitchFamily="34" charset="0"/>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1</a:t>
            </a:r>
          </a:p>
          <a:p>
            <a:pPr lvl="1"/>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16" name="Picture Placeholder 22"/>
          <p:cNvSpPr>
            <a:spLocks noGrp="1"/>
          </p:cNvSpPr>
          <p:nvPr>
            <p:ph type="pic" sz="quarter" idx="13"/>
          </p:nvPr>
        </p:nvSpPr>
        <p:spPr bwMode="gray">
          <a:xfrm>
            <a:off x="481019" y="1478761"/>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0"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42" name="Text Placeholder 4"/>
          <p:cNvSpPr>
            <a:spLocks noGrp="1"/>
          </p:cNvSpPr>
          <p:nvPr>
            <p:ph type="body" sz="quarter" idx="19" hasCustomPrompt="1"/>
          </p:nvPr>
        </p:nvSpPr>
        <p:spPr bwMode="gray">
          <a:xfrm>
            <a:off x="6669092" y="1478757"/>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2</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3" name="Picture Placeholder 22"/>
          <p:cNvSpPr>
            <a:spLocks noGrp="1"/>
          </p:cNvSpPr>
          <p:nvPr>
            <p:ph type="pic" sz="quarter" idx="20"/>
          </p:nvPr>
        </p:nvSpPr>
        <p:spPr bwMode="gray">
          <a:xfrm>
            <a:off x="4711705" y="1478761"/>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5" name="Text Placeholder 4"/>
          <p:cNvSpPr>
            <a:spLocks noGrp="1"/>
          </p:cNvSpPr>
          <p:nvPr>
            <p:ph type="body" sz="quarter" idx="21" hasCustomPrompt="1"/>
          </p:nvPr>
        </p:nvSpPr>
        <p:spPr bwMode="gray">
          <a:xfrm>
            <a:off x="2438402" y="3181359"/>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3</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6" name="Picture Placeholder 22"/>
          <p:cNvSpPr>
            <a:spLocks noGrp="1"/>
          </p:cNvSpPr>
          <p:nvPr>
            <p:ph type="pic" sz="quarter" idx="22"/>
          </p:nvPr>
        </p:nvSpPr>
        <p:spPr bwMode="gray">
          <a:xfrm>
            <a:off x="481019" y="3181368"/>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8" name="Text Placeholder 4"/>
          <p:cNvSpPr>
            <a:spLocks noGrp="1"/>
          </p:cNvSpPr>
          <p:nvPr>
            <p:ph type="body" sz="quarter" idx="23" hasCustomPrompt="1"/>
          </p:nvPr>
        </p:nvSpPr>
        <p:spPr bwMode="gray">
          <a:xfrm>
            <a:off x="6669092" y="3181359"/>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4</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9" name="Picture Placeholder 22"/>
          <p:cNvSpPr>
            <a:spLocks noGrp="1"/>
          </p:cNvSpPr>
          <p:nvPr>
            <p:ph type="pic" sz="quarter" idx="24"/>
          </p:nvPr>
        </p:nvSpPr>
        <p:spPr bwMode="gray">
          <a:xfrm>
            <a:off x="4711705" y="3181368"/>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51" name="Text Placeholder 41"/>
          <p:cNvSpPr>
            <a:spLocks noGrp="1"/>
          </p:cNvSpPr>
          <p:nvPr>
            <p:ph type="body" sz="quarter" idx="25"/>
          </p:nvPr>
        </p:nvSpPr>
        <p:spPr bwMode="gray">
          <a:xfrm>
            <a:off x="481013" y="952856"/>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7202819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481022" y="1478756"/>
            <a:ext cx="8226425" cy="3121820"/>
          </a:xfrm>
          <a:prstGeom prst="rect">
            <a:avLst/>
          </a:prstGeom>
        </p:spPr>
        <p:txBody>
          <a:bodyPr>
            <a:noAutofit/>
          </a:bodyPr>
          <a:lstStyle>
            <a:lvl1pPr marL="0" indent="0">
              <a:buNone/>
              <a:defRPr>
                <a:latin typeface="Arial" pitchFamily="34" charset="0"/>
                <a:cs typeface="Arial" pitchFamily="34" charset="0"/>
              </a:defRPr>
            </a:lvl1pPr>
          </a:lstStyle>
          <a:p>
            <a:r>
              <a:rPr lang="en-US" dirty="0" smtClean="0"/>
              <a:t>Click icon to add table</a:t>
            </a:r>
            <a:endParaRPr lang="en-US" dirty="0"/>
          </a:p>
        </p:txBody>
      </p:sp>
      <p:sp>
        <p:nvSpPr>
          <p:cNvPr id="4"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8" name="Text Placeholder 41"/>
          <p:cNvSpPr>
            <a:spLocks noGrp="1"/>
          </p:cNvSpPr>
          <p:nvPr>
            <p:ph type="body" sz="quarter" idx="13"/>
          </p:nvPr>
        </p:nvSpPr>
        <p:spPr bwMode="gray">
          <a:xfrm>
            <a:off x="481013" y="952856"/>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375497523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481022" y="1478759"/>
            <a:ext cx="8226425"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smtClean="0"/>
              <a:t>Click icon to add chart</a:t>
            </a:r>
            <a:endParaRPr lang="en-US" dirty="0"/>
          </a:p>
        </p:txBody>
      </p:sp>
      <p:sp>
        <p:nvSpPr>
          <p:cNvPr id="4"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3681493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366842" y="1145473"/>
            <a:ext cx="67299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smtClean="0"/>
              <a:t>Click to edit master title style</a:t>
            </a:r>
            <a:endParaRPr lang="en-US" dirty="0"/>
          </a:p>
        </p:txBody>
      </p:sp>
      <p:sp>
        <p:nvSpPr>
          <p:cNvPr id="9" name="TextBox 8"/>
          <p:cNvSpPr txBox="1">
            <a:spLocks noChangeArrowheads="1"/>
          </p:cNvSpPr>
          <p:nvPr userDrawn="1"/>
        </p:nvSpPr>
        <p:spPr bwMode="gray">
          <a:xfrm>
            <a:off x="1366841" y="2527135"/>
            <a:ext cx="6754810" cy="1426031"/>
          </a:xfrm>
          <a:prstGeom prst="rect">
            <a:avLst/>
          </a:prstGeom>
          <a:noFill/>
          <a:ln w="9525">
            <a:noFill/>
            <a:miter lim="800000"/>
            <a:headEnd/>
            <a:tailEnd/>
          </a:ln>
        </p:spPr>
        <p:txBody>
          <a:bodyPr wrap="square" lIns="0" tIns="0" rIns="0" bIns="0">
            <a:spAutoFit/>
          </a:bodyPr>
          <a:lstStyle/>
          <a:p>
            <a:pPr algn="just" rtl="0">
              <a:spcBef>
                <a:spcPts val="450"/>
              </a:spcBef>
            </a:pPr>
            <a:r>
              <a:rPr lang="en-US" sz="750" b="1" kern="1200" dirty="0">
                <a:solidFill>
                  <a:srgbClr val="6D6E71"/>
                </a:solidFill>
                <a:latin typeface="Arial"/>
                <a:ea typeface="+mn-ea"/>
                <a:cs typeface="Arial" pitchFamily="34" charset="0"/>
              </a:rPr>
              <a:t>Disclaimer </a:t>
            </a:r>
          </a:p>
          <a:p>
            <a:pPr algn="just" rtl="0">
              <a:spcBef>
                <a:spcPts val="450"/>
              </a:spcBef>
            </a:pPr>
            <a:r>
              <a:rPr lang="en-US" sz="675" kern="1200" dirty="0">
                <a:solidFill>
                  <a:srgbClr val="6D6E71"/>
                </a:solidFill>
                <a:latin typeface="Arial"/>
                <a:ea typeface="+mn-ea"/>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366840" y="1605143"/>
            <a:ext cx="6734627" cy="2077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smtClean="0">
                <a:solidFill>
                  <a:schemeClr val="bg2"/>
                </a:solidFill>
                <a:latin typeface="Arial" pitchFamily="34" charset="0"/>
                <a:ea typeface="+mn-ea"/>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7892701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9144000" cy="51435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sz="1350" kern="1200" dirty="0">
              <a:solidFill>
                <a:prstClr val="black"/>
              </a:solidFill>
              <a:latin typeface="Arial"/>
              <a:ea typeface="+mn-ea"/>
              <a:cs typeface="+mn-cs"/>
            </a:endParaRPr>
          </a:p>
        </p:txBody>
      </p:sp>
      <p:pic>
        <p:nvPicPr>
          <p:cNvPr id="4" name="Picture 3" descr="Mahindra Logo.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1966219" y="2037924"/>
            <a:ext cx="5399348" cy="1118267"/>
          </a:xfrm>
          <a:prstGeom prst="rect">
            <a:avLst/>
          </a:prstGeom>
        </p:spPr>
      </p:pic>
    </p:spTree>
    <p:extLst>
      <p:ext uri="{BB962C8B-B14F-4D97-AF65-F5344CB8AC3E}">
        <p14:creationId xmlns:p14="http://schemas.microsoft.com/office/powerpoint/2010/main" val="29467534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806" y="1"/>
            <a:ext cx="3968823" cy="1082407"/>
          </a:xfrm>
          <a:prstGeom prst="rect">
            <a:avLst/>
          </a:prstGeom>
        </p:spPr>
      </p:pic>
      <p:sp>
        <p:nvSpPr>
          <p:cNvPr id="20" name="TextBox 20"/>
          <p:cNvSpPr txBox="1">
            <a:spLocks noChangeArrowheads="1"/>
          </p:cNvSpPr>
          <p:nvPr userDrawn="1"/>
        </p:nvSpPr>
        <p:spPr bwMode="gray">
          <a:xfrm>
            <a:off x="481014" y="4972074"/>
            <a:ext cx="1821011" cy="92333"/>
          </a:xfrm>
          <a:prstGeom prst="rect">
            <a:avLst/>
          </a:prstGeom>
          <a:noFill/>
          <a:ln w="9525">
            <a:noFill/>
            <a:miter lim="800000"/>
            <a:headEnd/>
            <a:tailEnd/>
          </a:ln>
        </p:spPr>
        <p:txBody>
          <a:bodyPr wrap="none" lIns="0" tIns="0" rIns="0" bIns="0">
            <a:spAutoFit/>
          </a:bodyPr>
          <a:lstStyle/>
          <a:p>
            <a:pPr>
              <a:defRPr/>
            </a:pPr>
            <a:r>
              <a:rPr lang="en-US" sz="600" dirty="0" smtClean="0">
                <a:solidFill>
                  <a:srgbClr val="6D6E71"/>
                </a:solidFill>
                <a:cs typeface="Arial" pitchFamily="34" charset="0"/>
              </a:rPr>
              <a:t>Copyright © 2014 Tech Mahindra. All rights reserved.</a:t>
            </a:r>
            <a:endParaRPr lang="en-US" sz="600" dirty="0">
              <a:solidFill>
                <a:srgbClr val="6D6E71"/>
              </a:solidFill>
              <a:cs typeface="Arial" pitchFamily="34" charset="0"/>
            </a:endParaRPr>
          </a:p>
        </p:txBody>
      </p:sp>
      <p:pic>
        <p:nvPicPr>
          <p:cNvPr id="7" name="Picture 6" descr="Mahindra Logo.png"/>
          <p:cNvPicPr>
            <a:picLocks noChangeAspect="1"/>
          </p:cNvPicPr>
          <p:nvPr userDrawn="1"/>
        </p:nvPicPr>
        <p:blipFill>
          <a:blip r:embed="rId3" cstate="email"/>
          <a:stretch>
            <a:fillRect/>
          </a:stretch>
        </p:blipFill>
        <p:spPr bwMode="gray">
          <a:xfrm>
            <a:off x="6058914" y="357482"/>
            <a:ext cx="2467304" cy="492416"/>
          </a:xfrm>
          <a:prstGeom prst="rect">
            <a:avLst/>
          </a:prstGeom>
        </p:spPr>
      </p:pic>
    </p:spTree>
    <p:extLst>
      <p:ext uri="{BB962C8B-B14F-4D97-AF65-F5344CB8AC3E}">
        <p14:creationId xmlns:p14="http://schemas.microsoft.com/office/powerpoint/2010/main" val="10562211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9"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3" y="1478758"/>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8238542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9"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3" y="1478758"/>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userDrawn="1">
            <p:ph type="body" sz="quarter" idx="13"/>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71022435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481013" y="1478759"/>
            <a:ext cx="8224838" cy="1384995"/>
          </a:xfrm>
          <a:prstGeom prst="rect">
            <a:avLst/>
          </a:prstGeo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12115123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481015" y="1478759"/>
            <a:ext cx="4078288"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smtClean="0"/>
              <a:t>Click icon to add picture</a:t>
            </a:r>
            <a:endParaRPr lang="en-US" dirty="0"/>
          </a:p>
        </p:txBody>
      </p:sp>
      <p:sp>
        <p:nvSpPr>
          <p:cNvPr id="18" name="Text Placeholder 4"/>
          <p:cNvSpPr>
            <a:spLocks noGrp="1"/>
          </p:cNvSpPr>
          <p:nvPr>
            <p:ph type="body" sz="quarter" idx="19" hasCustomPrompt="1"/>
          </p:nvPr>
        </p:nvSpPr>
        <p:spPr bwMode="gray">
          <a:xfrm>
            <a:off x="4838701" y="1478758"/>
            <a:ext cx="3846512"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01904356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39916" y="3050385"/>
            <a:ext cx="5524500"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39916" y="1650212"/>
            <a:ext cx="5524500" cy="461665"/>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email"/>
          <a:stretch>
            <a:fillRect/>
          </a:stretch>
        </p:blipFill>
        <p:spPr bwMode="ltGray">
          <a:xfrm>
            <a:off x="806" y="1"/>
            <a:ext cx="3968823" cy="1082407"/>
          </a:xfrm>
          <a:prstGeom prst="rect">
            <a:avLst/>
          </a:prstGeom>
        </p:spPr>
      </p:pic>
      <p:pic>
        <p:nvPicPr>
          <p:cNvPr id="12" name="Picture 11" descr="Mahindra Logo.png"/>
          <p:cNvPicPr>
            <a:picLocks noChangeAspect="1"/>
          </p:cNvPicPr>
          <p:nvPr userDrawn="1"/>
        </p:nvPicPr>
        <p:blipFill>
          <a:blip r:embed="rId3" cstate="email"/>
          <a:stretch>
            <a:fillRect/>
          </a:stretch>
        </p:blipFill>
        <p:spPr bwMode="gray">
          <a:xfrm>
            <a:off x="6058914" y="357482"/>
            <a:ext cx="2467304" cy="492416"/>
          </a:xfrm>
          <a:prstGeom prst="rect">
            <a:avLst/>
          </a:prstGeom>
        </p:spPr>
      </p:pic>
    </p:spTree>
    <p:extLst>
      <p:ext uri="{BB962C8B-B14F-4D97-AF65-F5344CB8AC3E}">
        <p14:creationId xmlns:p14="http://schemas.microsoft.com/office/powerpoint/2010/main" val="6121201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481017" y="1478757"/>
            <a:ext cx="4102101" cy="313134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2" name="Subtitle 2"/>
          <p:cNvSpPr>
            <a:spLocks noGrp="1"/>
          </p:cNvSpPr>
          <p:nvPr>
            <p:ph type="subTitle" idx="1" hasCustomPrompt="1"/>
          </p:nvPr>
        </p:nvSpPr>
        <p:spPr bwMode="gray">
          <a:xfrm>
            <a:off x="4926018" y="3221855"/>
            <a:ext cx="3781424"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23" name="Title 8"/>
          <p:cNvSpPr>
            <a:spLocks noGrp="1"/>
          </p:cNvSpPr>
          <p:nvPr>
            <p:ph type="title" hasCustomPrompt="1"/>
          </p:nvPr>
        </p:nvSpPr>
        <p:spPr bwMode="gray">
          <a:xfrm>
            <a:off x="4926018" y="1478758"/>
            <a:ext cx="3781424" cy="923330"/>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email"/>
          <a:stretch>
            <a:fillRect/>
          </a:stretch>
        </p:blipFill>
        <p:spPr bwMode="ltGray">
          <a:xfrm>
            <a:off x="806" y="1"/>
            <a:ext cx="3968823" cy="1082407"/>
          </a:xfrm>
          <a:prstGeom prst="rect">
            <a:avLst/>
          </a:prstGeom>
        </p:spPr>
      </p:pic>
      <p:pic>
        <p:nvPicPr>
          <p:cNvPr id="7" name="Picture 6" descr="Mahindra Logo.png"/>
          <p:cNvPicPr>
            <a:picLocks noChangeAspect="1"/>
          </p:cNvPicPr>
          <p:nvPr userDrawn="1"/>
        </p:nvPicPr>
        <p:blipFill>
          <a:blip r:embed="rId3" cstate="email"/>
          <a:stretch>
            <a:fillRect/>
          </a:stretch>
        </p:blipFill>
        <p:spPr bwMode="gray">
          <a:xfrm>
            <a:off x="6058914" y="357482"/>
            <a:ext cx="2467304" cy="492416"/>
          </a:xfrm>
          <a:prstGeom prst="rect">
            <a:avLst/>
          </a:prstGeom>
        </p:spPr>
      </p:pic>
    </p:spTree>
    <p:extLst>
      <p:ext uri="{BB962C8B-B14F-4D97-AF65-F5344CB8AC3E}">
        <p14:creationId xmlns:p14="http://schemas.microsoft.com/office/powerpoint/2010/main" val="23856420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481016"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
          <p:cNvSpPr>
            <a:spLocks noGrp="1"/>
          </p:cNvSpPr>
          <p:nvPr>
            <p:ph type="body" sz="quarter" idx="11" hasCustomPrompt="1"/>
          </p:nvPr>
        </p:nvSpPr>
        <p:spPr bwMode="gray">
          <a:xfrm>
            <a:off x="4773617"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ext Placeholder 4"/>
          <p:cNvSpPr>
            <a:spLocks noGrp="1"/>
          </p:cNvSpPr>
          <p:nvPr>
            <p:ph type="body" sz="quarter" idx="12" hasCustomPrompt="1"/>
          </p:nvPr>
        </p:nvSpPr>
        <p:spPr bwMode="gray">
          <a:xfrm>
            <a:off x="481016"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bwMode="gray">
          <a:xfrm>
            <a:off x="4773617"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2</a:t>
            </a:r>
          </a:p>
        </p:txBody>
      </p:sp>
      <p:cxnSp>
        <p:nvCxnSpPr>
          <p:cNvPr id="8" name="Straight Connector 7"/>
          <p:cNvCxnSpPr/>
          <p:nvPr userDrawn="1"/>
        </p:nvCxnSpPr>
        <p:spPr bwMode="gray">
          <a:xfrm>
            <a:off x="481015"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4773613"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15" name="Text Placeholder 41"/>
          <p:cNvSpPr>
            <a:spLocks noGrp="1"/>
          </p:cNvSpPr>
          <p:nvPr>
            <p:ph type="body" sz="quarter" idx="14"/>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1735215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17" name="Text Placeholder 4"/>
          <p:cNvSpPr>
            <a:spLocks noGrp="1"/>
          </p:cNvSpPr>
          <p:nvPr>
            <p:ph type="body" sz="quarter" idx="10" hasCustomPrompt="1"/>
          </p:nvPr>
        </p:nvSpPr>
        <p:spPr bwMode="gray">
          <a:xfrm>
            <a:off x="481016"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18" name="Text Placeholder 4"/>
          <p:cNvSpPr>
            <a:spLocks noGrp="1"/>
          </p:cNvSpPr>
          <p:nvPr>
            <p:ph type="body" sz="quarter" idx="11" hasCustomPrompt="1"/>
          </p:nvPr>
        </p:nvSpPr>
        <p:spPr bwMode="gray">
          <a:xfrm>
            <a:off x="4773617"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1" name="Text Placeholder 4"/>
          <p:cNvSpPr>
            <a:spLocks noGrp="1"/>
          </p:cNvSpPr>
          <p:nvPr>
            <p:ph type="body" sz="quarter" idx="12" hasCustomPrompt="1"/>
          </p:nvPr>
        </p:nvSpPr>
        <p:spPr bwMode="gray">
          <a:xfrm>
            <a:off x="481016"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1</a:t>
            </a:r>
          </a:p>
        </p:txBody>
      </p:sp>
      <p:sp>
        <p:nvSpPr>
          <p:cNvPr id="32" name="Text Placeholder 4"/>
          <p:cNvSpPr>
            <a:spLocks noGrp="1"/>
          </p:cNvSpPr>
          <p:nvPr>
            <p:ph type="body" sz="quarter" idx="13" hasCustomPrompt="1"/>
          </p:nvPr>
        </p:nvSpPr>
        <p:spPr bwMode="gray">
          <a:xfrm>
            <a:off x="4773617"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tabLst/>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smtClean="0"/>
              <a:t>Heading 2</a:t>
            </a:r>
          </a:p>
        </p:txBody>
      </p:sp>
      <p:cxnSp>
        <p:nvCxnSpPr>
          <p:cNvPr id="33" name="Straight Connector 32"/>
          <p:cNvCxnSpPr/>
          <p:nvPr userDrawn="1"/>
        </p:nvCxnSpPr>
        <p:spPr bwMode="gray">
          <a:xfrm>
            <a:off x="481015"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4773613"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481016" y="352747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6" name="Text Placeholder 4"/>
          <p:cNvSpPr>
            <a:spLocks noGrp="1"/>
          </p:cNvSpPr>
          <p:nvPr>
            <p:ph type="body" sz="quarter" idx="16" hasCustomPrompt="1"/>
          </p:nvPr>
        </p:nvSpPr>
        <p:spPr bwMode="gray">
          <a:xfrm>
            <a:off x="4773617" y="352747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7" name="Text Placeholder 4"/>
          <p:cNvSpPr>
            <a:spLocks noGrp="1"/>
          </p:cNvSpPr>
          <p:nvPr>
            <p:ph type="body" sz="quarter" idx="17" hasCustomPrompt="1"/>
          </p:nvPr>
        </p:nvSpPr>
        <p:spPr bwMode="gray">
          <a:xfrm>
            <a:off x="481016" y="3162892"/>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smtClean="0"/>
              <a:t>Heading 3</a:t>
            </a:r>
          </a:p>
        </p:txBody>
      </p:sp>
      <p:sp>
        <p:nvSpPr>
          <p:cNvPr id="38" name="Text Placeholder 4"/>
          <p:cNvSpPr>
            <a:spLocks noGrp="1"/>
          </p:cNvSpPr>
          <p:nvPr>
            <p:ph type="body" sz="quarter" idx="18" hasCustomPrompt="1"/>
          </p:nvPr>
        </p:nvSpPr>
        <p:spPr bwMode="gray">
          <a:xfrm>
            <a:off x="4773617" y="3162892"/>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smtClean="0"/>
              <a:t>Heading 4</a:t>
            </a:r>
          </a:p>
        </p:txBody>
      </p:sp>
      <p:cxnSp>
        <p:nvCxnSpPr>
          <p:cNvPr id="39" name="Straight Connector 38"/>
          <p:cNvCxnSpPr/>
          <p:nvPr userDrawn="1"/>
        </p:nvCxnSpPr>
        <p:spPr bwMode="gray">
          <a:xfrm>
            <a:off x="481015"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4773613"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1660385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2438411" y="1478757"/>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200">
                <a:latin typeface="Arial" pitchFamily="34" charset="0"/>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1</a:t>
            </a:r>
          </a:p>
          <a:p>
            <a:pPr lvl="1"/>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16" name="Picture Placeholder 22"/>
          <p:cNvSpPr>
            <a:spLocks noGrp="1"/>
          </p:cNvSpPr>
          <p:nvPr>
            <p:ph type="pic" sz="quarter" idx="13"/>
          </p:nvPr>
        </p:nvSpPr>
        <p:spPr bwMode="gray">
          <a:xfrm>
            <a:off x="481024" y="1478761"/>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0"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42" name="Text Placeholder 4"/>
          <p:cNvSpPr>
            <a:spLocks noGrp="1"/>
          </p:cNvSpPr>
          <p:nvPr>
            <p:ph type="body" sz="quarter" idx="19" hasCustomPrompt="1"/>
          </p:nvPr>
        </p:nvSpPr>
        <p:spPr bwMode="gray">
          <a:xfrm>
            <a:off x="6669098" y="1478757"/>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2</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3" name="Picture Placeholder 22"/>
          <p:cNvSpPr>
            <a:spLocks noGrp="1"/>
          </p:cNvSpPr>
          <p:nvPr>
            <p:ph type="pic" sz="quarter" idx="20"/>
          </p:nvPr>
        </p:nvSpPr>
        <p:spPr bwMode="gray">
          <a:xfrm>
            <a:off x="4711714" y="1478761"/>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5" name="Text Placeholder 4"/>
          <p:cNvSpPr>
            <a:spLocks noGrp="1"/>
          </p:cNvSpPr>
          <p:nvPr>
            <p:ph type="body" sz="quarter" idx="21" hasCustomPrompt="1"/>
          </p:nvPr>
        </p:nvSpPr>
        <p:spPr bwMode="gray">
          <a:xfrm>
            <a:off x="2438411" y="3181362"/>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3</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6" name="Picture Placeholder 22"/>
          <p:cNvSpPr>
            <a:spLocks noGrp="1"/>
          </p:cNvSpPr>
          <p:nvPr>
            <p:ph type="pic" sz="quarter" idx="22"/>
          </p:nvPr>
        </p:nvSpPr>
        <p:spPr bwMode="gray">
          <a:xfrm>
            <a:off x="481024" y="3181375"/>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8" name="Text Placeholder 4"/>
          <p:cNvSpPr>
            <a:spLocks noGrp="1"/>
          </p:cNvSpPr>
          <p:nvPr>
            <p:ph type="body" sz="quarter" idx="23" hasCustomPrompt="1"/>
          </p:nvPr>
        </p:nvSpPr>
        <p:spPr bwMode="gray">
          <a:xfrm>
            <a:off x="6669098" y="3181362"/>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4</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9" name="Picture Placeholder 22"/>
          <p:cNvSpPr>
            <a:spLocks noGrp="1"/>
          </p:cNvSpPr>
          <p:nvPr>
            <p:ph type="pic" sz="quarter" idx="24"/>
          </p:nvPr>
        </p:nvSpPr>
        <p:spPr bwMode="gray">
          <a:xfrm>
            <a:off x="4711714" y="3181375"/>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51" name="Text Placeholder 41"/>
          <p:cNvSpPr>
            <a:spLocks noGrp="1"/>
          </p:cNvSpPr>
          <p:nvPr>
            <p:ph type="body" sz="quarter" idx="25"/>
          </p:nvPr>
        </p:nvSpPr>
        <p:spPr bwMode="gray">
          <a:xfrm>
            <a:off x="481013" y="952863"/>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39902961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481027" y="1478756"/>
            <a:ext cx="8226425" cy="3121820"/>
          </a:xfrm>
          <a:prstGeom prst="rect">
            <a:avLst/>
          </a:prstGeom>
        </p:spPr>
        <p:txBody>
          <a:bodyPr>
            <a:noAutofit/>
          </a:bodyPr>
          <a:lstStyle>
            <a:lvl1pPr marL="0" indent="0">
              <a:buNone/>
              <a:defRPr>
                <a:latin typeface="Arial" pitchFamily="34" charset="0"/>
                <a:cs typeface="Arial" pitchFamily="34" charset="0"/>
              </a:defRPr>
            </a:lvl1pPr>
          </a:lstStyle>
          <a:p>
            <a:r>
              <a:rPr lang="en-US" dirty="0" smtClean="0"/>
              <a:t>Click icon to add table</a:t>
            </a:r>
            <a:endParaRPr lang="en-US" dirty="0"/>
          </a:p>
        </p:txBody>
      </p:sp>
      <p:sp>
        <p:nvSpPr>
          <p:cNvPr id="4"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8" name="Text Placeholder 41"/>
          <p:cNvSpPr>
            <a:spLocks noGrp="1"/>
          </p:cNvSpPr>
          <p:nvPr>
            <p:ph type="body" sz="quarter" idx="13"/>
          </p:nvPr>
        </p:nvSpPr>
        <p:spPr bwMode="gray">
          <a:xfrm>
            <a:off x="481013" y="952863"/>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29753202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481027" y="1478759"/>
            <a:ext cx="8226425"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smtClean="0"/>
              <a:t>Click icon to add chart</a:t>
            </a:r>
            <a:endParaRPr lang="en-US" dirty="0"/>
          </a:p>
        </p:txBody>
      </p:sp>
      <p:sp>
        <p:nvSpPr>
          <p:cNvPr id="4"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5997076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366844" y="1145473"/>
            <a:ext cx="6729984"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smtClean="0"/>
              <a:t>Click to edit master title style</a:t>
            </a:r>
            <a:endParaRPr lang="en-US" dirty="0"/>
          </a:p>
        </p:txBody>
      </p:sp>
      <p:sp>
        <p:nvSpPr>
          <p:cNvPr id="9" name="TextBox 8"/>
          <p:cNvSpPr txBox="1">
            <a:spLocks noChangeArrowheads="1"/>
          </p:cNvSpPr>
          <p:nvPr userDrawn="1"/>
        </p:nvSpPr>
        <p:spPr bwMode="gray">
          <a:xfrm>
            <a:off x="1366841" y="2527135"/>
            <a:ext cx="6754812" cy="1426031"/>
          </a:xfrm>
          <a:prstGeom prst="rect">
            <a:avLst/>
          </a:prstGeom>
          <a:noFill/>
          <a:ln w="9525">
            <a:noFill/>
            <a:miter lim="800000"/>
            <a:headEnd/>
            <a:tailEnd/>
          </a:ln>
        </p:spPr>
        <p:txBody>
          <a:bodyPr wrap="square" lIns="0" tIns="0" rIns="0" bIns="0">
            <a:spAutoFit/>
          </a:bodyPr>
          <a:lstStyle/>
          <a:p>
            <a:pPr algn="just">
              <a:spcBef>
                <a:spcPts val="450"/>
              </a:spcBef>
            </a:pPr>
            <a:r>
              <a:rPr lang="en-US" sz="750" b="1" dirty="0" smtClean="0">
                <a:solidFill>
                  <a:srgbClr val="6D6E71"/>
                </a:solidFill>
                <a:cs typeface="Arial" pitchFamily="34" charset="0"/>
              </a:rPr>
              <a:t>Disclaimer </a:t>
            </a:r>
          </a:p>
          <a:p>
            <a:pPr algn="just">
              <a:spcBef>
                <a:spcPts val="450"/>
              </a:spcBef>
            </a:pPr>
            <a:r>
              <a:rPr lang="en-US" sz="675" dirty="0" smtClean="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366839" y="1605151"/>
            <a:ext cx="6734628" cy="2077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smtClean="0">
                <a:solidFill>
                  <a:schemeClr val="bg2"/>
                </a:solidFill>
                <a:latin typeface="Arial" pitchFamily="34" charset="0"/>
                <a:ea typeface="+mn-ea"/>
                <a:cs typeface="Arial" pitchFamily="34" charset="0"/>
              </a:defRPr>
            </a:lvl1pPr>
          </a:lstStyle>
          <a:p>
            <a:pPr lvl="0"/>
            <a:r>
              <a:rPr lang="en-US" smtClean="0"/>
              <a:t>Click to edit Master text styles</a:t>
            </a:r>
          </a:p>
        </p:txBody>
      </p:sp>
      <p:sp>
        <p:nvSpPr>
          <p:cNvPr id="8" name="TextBox 20"/>
          <p:cNvSpPr txBox="1">
            <a:spLocks noChangeArrowheads="1"/>
          </p:cNvSpPr>
          <p:nvPr userDrawn="1"/>
        </p:nvSpPr>
        <p:spPr bwMode="gray">
          <a:xfrm>
            <a:off x="481014" y="4972074"/>
            <a:ext cx="1821011" cy="92333"/>
          </a:xfrm>
          <a:prstGeom prst="rect">
            <a:avLst/>
          </a:prstGeom>
          <a:noFill/>
          <a:ln w="9525">
            <a:noFill/>
            <a:miter lim="800000"/>
            <a:headEnd/>
            <a:tailEnd/>
          </a:ln>
        </p:spPr>
        <p:txBody>
          <a:bodyPr wrap="none" lIns="0" tIns="0" rIns="0" bIns="0">
            <a:spAutoFit/>
          </a:bodyPr>
          <a:lstStyle/>
          <a:p>
            <a:pPr>
              <a:defRPr/>
            </a:pPr>
            <a:r>
              <a:rPr lang="en-US" sz="600" dirty="0" smtClean="0">
                <a:solidFill>
                  <a:srgbClr val="6D6E71"/>
                </a:solidFill>
                <a:cs typeface="Arial" pitchFamily="34" charset="0"/>
              </a:rPr>
              <a:t>Copyright © 2014 Tech Mahindra. All rights reserved.</a:t>
            </a:r>
            <a:endParaRPr lang="en-US" sz="600" dirty="0">
              <a:solidFill>
                <a:srgbClr val="6D6E71"/>
              </a:solidFill>
              <a:cs typeface="Arial" pitchFamily="34" charset="0"/>
            </a:endParaRPr>
          </a:p>
        </p:txBody>
      </p:sp>
    </p:spTree>
    <p:extLst>
      <p:ext uri="{BB962C8B-B14F-4D97-AF65-F5344CB8AC3E}">
        <p14:creationId xmlns:p14="http://schemas.microsoft.com/office/powerpoint/2010/main" val="8095944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bwMode="gray">
          <a:xfrm>
            <a:off x="0" y="0"/>
            <a:ext cx="9144000" cy="51435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1864293" y="2037924"/>
            <a:ext cx="5603207" cy="1118267"/>
          </a:xfrm>
          <a:prstGeom prst="rect">
            <a:avLst/>
          </a:prstGeom>
        </p:spPr>
      </p:pic>
    </p:spTree>
    <p:extLst>
      <p:ext uri="{BB962C8B-B14F-4D97-AF65-F5344CB8AC3E}">
        <p14:creationId xmlns:p14="http://schemas.microsoft.com/office/powerpoint/2010/main" val="120751985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5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8"/>
            <a:ext cx="8224838"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Oswald Stencil" panose="02000506000000020004" pitchFamily="2" charset="0"/>
                <a:ea typeface="+mj-ea"/>
                <a:cs typeface="Arial" pitchFamily="34" charset="0"/>
              </a:defRPr>
            </a:lvl1pPr>
          </a:lstStyle>
          <a:p>
            <a:pPr lvl="0" algn="l" defTabSz="685733" rtl="0" eaLnBrk="1" fontAlgn="base" latinLnBrk="0" hangingPunct="1">
              <a:spcBef>
                <a:spcPct val="0"/>
              </a:spcBef>
              <a:spcAft>
                <a:spcPct val="0"/>
              </a:spcAft>
              <a:buNone/>
            </a:pPr>
            <a:r>
              <a:rPr lang="en-US" dirty="0" smtClean="0"/>
              <a:t>Click to edit Master title style</a:t>
            </a:r>
            <a:endParaRPr lang="en-US" dirty="0"/>
          </a:p>
        </p:txBody>
      </p:sp>
    </p:spTree>
    <p:extLst>
      <p:ext uri="{BB962C8B-B14F-4D97-AF65-F5344CB8AC3E}">
        <p14:creationId xmlns:p14="http://schemas.microsoft.com/office/powerpoint/2010/main" val="15572641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31138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5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7" y="592605"/>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240"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481012" y="1478758"/>
            <a:ext cx="8224838" cy="1384995"/>
          </a:xfrm>
        </p:spPr>
        <p:txBody>
          <a:bodyPr wrap="square">
            <a:spAutoFit/>
          </a:bodyPr>
          <a:lstStyle>
            <a:lvl1pPr>
              <a:spcBef>
                <a:spcPts val="0"/>
              </a:spcBef>
              <a:spcAft>
                <a:spcPts val="0"/>
              </a:spcAft>
              <a:defRPr lang="en-US" sz="18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4848" indent="-285701">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4199" indent="-273002">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20" indent="-228558">
              <a:spcBef>
                <a:spcPts val="0"/>
              </a:spcBef>
              <a:spcAft>
                <a:spcPts val="0"/>
              </a:spcAft>
              <a:buSzPct val="70000"/>
              <a:defRPr sz="1800" baseline="0">
                <a:latin typeface="Arial" pitchFamily="34" charset="0"/>
                <a:cs typeface="Arial" pitchFamily="34" charset="0"/>
              </a:defRPr>
            </a:lvl8pPr>
            <a:lvl9pPr marL="1823723" indent="-223796">
              <a:spcBef>
                <a:spcPts val="0"/>
              </a:spcBef>
              <a:spcAft>
                <a:spcPts val="0"/>
              </a:spcAft>
              <a:buSzPct val="70000"/>
              <a:buFont typeface="Arial" pitchFamily="34" charset="0"/>
              <a:buChar char="–"/>
              <a:defRPr sz="1800">
                <a:latin typeface="Arial" pitchFamily="34" charset="0"/>
                <a:cs typeface="Arial" pitchFamily="34" charset="0"/>
              </a:defRPr>
            </a:lvl9pPr>
          </a:lstStyle>
          <a:p>
            <a:pPr marL="290464" lvl="0" indent="-290464" algn="l" defTabSz="91424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02" lvl="2" indent="-279351" algn="l" defTabSz="91424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753" lvl="3" indent="-279351" algn="l" defTabSz="91424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453" lvl="4" indent="-285701" algn="l" defTabSz="93328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4848" lvl="5" indent="-285701" algn="l" defTabSz="91424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539106988"/>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87581991"/>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9" name="Picture 2" descr="D:\Images Library\Corporate2\CATEGORISED\Connected Factories\shutterstock_567943072.jpg"/>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7871603" y="132231"/>
            <a:ext cx="969784" cy="267805"/>
          </a:xfrm>
          <a:prstGeom prst="rect">
            <a:avLst/>
          </a:prstGeom>
        </p:spPr>
      </p:pic>
      <p:pic>
        <p:nvPicPr>
          <p:cNvPr id="8" name="Picture 7" descr="Ridge.pdf"/>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ltGray">
          <a:xfrm>
            <a:off x="354" y="3"/>
            <a:ext cx="1412190" cy="532260"/>
          </a:xfrm>
          <a:prstGeom prst="rect">
            <a:avLst/>
          </a:prstGeom>
        </p:spPr>
      </p:pic>
      <p:sp>
        <p:nvSpPr>
          <p:cNvPr id="10"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fontAlgn="auto">
              <a:spcBef>
                <a:spcPts val="0"/>
              </a:spcBef>
              <a:spcAft>
                <a:spcPts val="0"/>
              </a:spcAft>
              <a:defRPr/>
            </a:pPr>
            <a:r>
              <a:rPr lang="en-US" sz="700" dirty="0">
                <a:solidFill>
                  <a:schemeClr val="tx1">
                    <a:lumMod val="50000"/>
                    <a:lumOff val="50000"/>
                  </a:schemeClr>
                </a:solidFill>
                <a:latin typeface="Century Gothic" pitchFamily="34" charset="0"/>
                <a:cs typeface="Arial" panose="020B0604020202020204" pitchFamily="34" charset="0"/>
              </a:rPr>
              <a:t>Copyright © 2018 Tech Mahindra. All rights reserved.</a:t>
            </a:r>
          </a:p>
        </p:txBody>
      </p:sp>
    </p:spTree>
    <p:extLst>
      <p:ext uri="{BB962C8B-B14F-4D97-AF65-F5344CB8AC3E}">
        <p14:creationId xmlns:p14="http://schemas.microsoft.com/office/powerpoint/2010/main" val="290243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t="13950"/>
          <a:stretch/>
        </p:blipFill>
        <p:spPr>
          <a:xfrm>
            <a:off x="0" y="0"/>
            <a:ext cx="9144000" cy="5143500"/>
          </a:xfrm>
          <a:prstGeom prst="rect">
            <a:avLst/>
          </a:prstGeom>
        </p:spPr>
      </p:pic>
      <p:sp>
        <p:nvSpPr>
          <p:cNvPr id="6"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fontAlgn="auto">
              <a:spcBef>
                <a:spcPts val="0"/>
              </a:spcBef>
              <a:spcAft>
                <a:spcPts val="0"/>
              </a:spcAft>
              <a:defRPr/>
            </a:pPr>
            <a:r>
              <a:rPr lang="en-US" sz="700" dirty="0">
                <a:solidFill>
                  <a:schemeClr val="tx1">
                    <a:lumMod val="50000"/>
                    <a:lumOff val="50000"/>
                  </a:schemeClr>
                </a:solidFill>
                <a:latin typeface="Century Gothic" pitchFamily="34" charset="0"/>
                <a:cs typeface="Arial" panose="020B0604020202020204" pitchFamily="34" charset="0"/>
              </a:rPr>
              <a:t>Copyright © 2018 Tech Mahindra. All rights reserved.</a:t>
            </a: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3"/>
            <a:ext cx="1412190" cy="532260"/>
          </a:xfrm>
          <a:prstGeom prst="rect">
            <a:avLst/>
          </a:prstGeom>
        </p:spPr>
      </p:pic>
      <p:sp>
        <p:nvSpPr>
          <p:cNvPr id="8" name="Slide Number Placeholder 5"/>
          <p:cNvSpPr txBox="1">
            <a:spLocks/>
          </p:cNvSpPr>
          <p:nvPr userDrawn="1"/>
        </p:nvSpPr>
        <p:spPr bwMode="auto">
          <a:xfrm>
            <a:off x="8684903" y="5009008"/>
            <a:ext cx="109005" cy="107402"/>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698" smtClean="0">
                <a:solidFill>
                  <a:schemeClr val="tx1">
                    <a:lumMod val="50000"/>
                    <a:lumOff val="50000"/>
                  </a:schemeClr>
                </a:solidFill>
                <a:latin typeface="Century Gothic" pitchFamily="34" charset="0"/>
                <a:cs typeface="Arial" pitchFamily="34" charset="0"/>
              </a:rPr>
              <a:pPr algn="r">
                <a:defRPr/>
              </a:pPr>
              <a:t>‹#›</a:t>
            </a:fld>
            <a:endParaRPr lang="en-US" sz="698" dirty="0">
              <a:solidFill>
                <a:schemeClr val="tx1">
                  <a:lumMod val="50000"/>
                  <a:lumOff val="50000"/>
                </a:schemeClr>
              </a:solidFill>
              <a:latin typeface="Century Gothic" pitchFamily="34" charset="0"/>
              <a:cs typeface="Arial" pitchFamily="34" charset="0"/>
            </a:endParaRPr>
          </a:p>
        </p:txBody>
      </p:sp>
    </p:spTree>
    <p:extLst>
      <p:ext uri="{BB962C8B-B14F-4D97-AF65-F5344CB8AC3E}">
        <p14:creationId xmlns:p14="http://schemas.microsoft.com/office/powerpoint/2010/main" val="30997353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Title 1"/>
          <p:cNvSpPr txBox="1">
            <a:spLocks/>
          </p:cNvSpPr>
          <p:nvPr userDrawn="1"/>
        </p:nvSpPr>
        <p:spPr bwMode="gray">
          <a:xfrm>
            <a:off x="3754311" y="1777873"/>
            <a:ext cx="1380058"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2400" b="1" kern="1200" dirty="0">
                <a:solidFill>
                  <a:schemeClr val="tx2"/>
                </a:solidFill>
                <a:latin typeface="Arial" pitchFamily="34" charset="0"/>
                <a:ea typeface="+mj-ea"/>
                <a:cs typeface="Arial" pitchFamily="34" charset="0"/>
              </a:defRPr>
            </a:lvl1pPr>
          </a:lstStyle>
          <a:p>
            <a:pPr fontAlgn="base">
              <a:spcAft>
                <a:spcPct val="0"/>
              </a:spcAft>
            </a:pPr>
            <a:r>
              <a:rPr lang="en-US" sz="1800" dirty="0">
                <a:solidFill>
                  <a:schemeClr val="tx1">
                    <a:lumMod val="75000"/>
                    <a:lumOff val="25000"/>
                  </a:schemeClr>
                </a:solidFill>
                <a:latin typeface="Century Gothic" panose="020B0502020202020204" pitchFamily="34" charset="0"/>
              </a:rPr>
              <a:t>THANK YOU.</a:t>
            </a:r>
          </a:p>
        </p:txBody>
      </p:sp>
      <p:sp>
        <p:nvSpPr>
          <p:cNvPr id="4" name="TextBox 3"/>
          <p:cNvSpPr txBox="1">
            <a:spLocks noChangeArrowheads="1"/>
          </p:cNvSpPr>
          <p:nvPr userDrawn="1"/>
        </p:nvSpPr>
        <p:spPr bwMode="gray">
          <a:xfrm>
            <a:off x="240475" y="2617918"/>
            <a:ext cx="8674925" cy="1714572"/>
          </a:xfrm>
          <a:prstGeom prst="rect">
            <a:avLst/>
          </a:prstGeom>
          <a:noFill/>
          <a:ln w="9525">
            <a:noFill/>
            <a:miter lim="800000"/>
            <a:headEnd/>
            <a:tailEnd/>
          </a:ln>
        </p:spPr>
        <p:txBody>
          <a:bodyPr wrap="square" lIns="0" tIns="0" rIns="0" bIns="0">
            <a:spAutoFit/>
          </a:bodyPr>
          <a:lstStyle/>
          <a:p>
            <a:pPr algn="just">
              <a:spcBef>
                <a:spcPts val="450"/>
              </a:spcBef>
            </a:pPr>
            <a:r>
              <a:rPr lang="en-US" sz="825" b="1" dirty="0">
                <a:solidFill>
                  <a:schemeClr val="tx1">
                    <a:lumMod val="75000"/>
                    <a:lumOff val="25000"/>
                  </a:schemeClr>
                </a:solidFill>
                <a:latin typeface="Century Gothic" panose="020B0502020202020204" pitchFamily="34" charset="0"/>
                <a:cs typeface="Arial" pitchFamily="34" charset="0"/>
              </a:rPr>
              <a:t>Disclaimer </a:t>
            </a:r>
          </a:p>
          <a:p>
            <a:pPr algn="just">
              <a:spcBef>
                <a:spcPts val="450"/>
              </a:spcBef>
            </a:pPr>
            <a:r>
              <a:rPr lang="en-US" sz="825" dirty="0">
                <a:solidFill>
                  <a:schemeClr val="tx1">
                    <a:lumMod val="75000"/>
                    <a:lumOff val="25000"/>
                  </a:schemeClr>
                </a:solidFill>
                <a:latin typeface="Century Gothic" panose="020B0502020202020204" pitchFamily="34" charset="0"/>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5" name="Text Placeholder 41"/>
          <p:cNvSpPr txBox="1">
            <a:spLocks/>
          </p:cNvSpPr>
          <p:nvPr userDrawn="1"/>
        </p:nvSpPr>
        <p:spPr bwMode="gray">
          <a:xfrm>
            <a:off x="3478211" y="2288790"/>
            <a:ext cx="2199454" cy="2077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SzPct val="120000"/>
              <a:buFont typeface="Arial" pitchFamily="34" charset="0"/>
              <a:buNone/>
              <a:defRPr lang="en-US" sz="1800" b="1" kern="1200" baseline="0" dirty="0" smtClean="0">
                <a:solidFill>
                  <a:schemeClr val="bg2"/>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350" dirty="0">
                <a:latin typeface="Century Gothic" panose="020B0502020202020204" pitchFamily="34" charset="0"/>
              </a:rPr>
              <a:t>www.techmahindra.com</a:t>
            </a:r>
          </a:p>
        </p:txBody>
      </p:sp>
    </p:spTree>
    <p:extLst>
      <p:ext uri="{BB962C8B-B14F-4D97-AF65-F5344CB8AC3E}">
        <p14:creationId xmlns:p14="http://schemas.microsoft.com/office/powerpoint/2010/main" val="14373175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one only">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7" name="Rectangle 6"/>
          <p:cNvSpPr/>
          <p:nvPr userDrawn="1"/>
        </p:nvSpPr>
        <p:spPr>
          <a:xfrm>
            <a:off x="7932" y="10236"/>
            <a:ext cx="4167620" cy="5143500"/>
          </a:xfrm>
          <a:prstGeom prst="rect">
            <a:avLst/>
          </a:prstGeom>
          <a:solidFill>
            <a:schemeClr val="tx1">
              <a:lumMod val="75000"/>
              <a:lumOff val="25000"/>
              <a:alpha val="83000"/>
            </a:schemeClr>
          </a:solidFill>
          <a:ln w="3175">
            <a:solidFill>
              <a:schemeClr val="bg1">
                <a:lumMod val="95000"/>
              </a:schemeClr>
            </a:solidFill>
            <a:prstDash val="sysDot"/>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rtlCol="0" anchor="t"/>
          <a:lstStyle/>
          <a:p>
            <a:pPr algn="ctr" defTabSz="685800"/>
            <a:endParaRPr lang="en-IN" sz="1350" b="1">
              <a:solidFill>
                <a:prstClr val="white"/>
              </a:solidFill>
            </a:endParaRPr>
          </a:p>
        </p:txBody>
      </p:sp>
      <p:sp>
        <p:nvSpPr>
          <p:cNvPr id="8"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fontAlgn="auto">
              <a:spcBef>
                <a:spcPts val="0"/>
              </a:spcBef>
              <a:spcAft>
                <a:spcPts val="0"/>
              </a:spcAft>
              <a:defRPr/>
            </a:pPr>
            <a:r>
              <a:rPr lang="en-US" sz="700" dirty="0">
                <a:solidFill>
                  <a:schemeClr val="tx1">
                    <a:lumMod val="50000"/>
                    <a:lumOff val="50000"/>
                  </a:schemeClr>
                </a:solidFill>
                <a:latin typeface="Century Gothic" pitchFamily="34" charset="0"/>
                <a:cs typeface="Arial" panose="020B0604020202020204" pitchFamily="34" charset="0"/>
              </a:rPr>
              <a:t>Copyright © 2018 Tech Mahindra. All rights reserved.</a:t>
            </a:r>
          </a:p>
        </p:txBody>
      </p:sp>
      <p:pic>
        <p:nvPicPr>
          <p:cNvPr id="9" name="Picture 8"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3"/>
            <a:ext cx="1412190" cy="532260"/>
          </a:xfrm>
          <a:prstGeom prst="rect">
            <a:avLst/>
          </a:prstGeom>
        </p:spPr>
      </p:pic>
      <p:sp>
        <p:nvSpPr>
          <p:cNvPr id="10" name="Slide Number Placeholder 5"/>
          <p:cNvSpPr txBox="1">
            <a:spLocks/>
          </p:cNvSpPr>
          <p:nvPr userDrawn="1"/>
        </p:nvSpPr>
        <p:spPr bwMode="auto">
          <a:xfrm>
            <a:off x="8684903" y="5009008"/>
            <a:ext cx="109005" cy="107402"/>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698" smtClean="0">
                <a:solidFill>
                  <a:schemeClr val="tx1">
                    <a:lumMod val="50000"/>
                    <a:lumOff val="50000"/>
                  </a:schemeClr>
                </a:solidFill>
                <a:latin typeface="Century Gothic" pitchFamily="34" charset="0"/>
                <a:cs typeface="Arial" pitchFamily="34" charset="0"/>
              </a:rPr>
              <a:pPr algn="r">
                <a:defRPr/>
              </a:pPr>
              <a:t>‹#›</a:t>
            </a:fld>
            <a:endParaRPr lang="en-US" sz="698" dirty="0">
              <a:solidFill>
                <a:schemeClr val="tx1">
                  <a:lumMod val="50000"/>
                  <a:lumOff val="50000"/>
                </a:schemeClr>
              </a:solidFill>
              <a:latin typeface="Century Gothic" pitchFamily="34" charset="0"/>
              <a:cs typeface="Arial" pitchFamily="34" charset="0"/>
            </a:endParaRPr>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38879305"/>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UIT2">
    <p:spTree>
      <p:nvGrpSpPr>
        <p:cNvPr id="1" name=""/>
        <p:cNvGrpSpPr/>
        <p:nvPr/>
      </p:nvGrpSpPr>
      <p:grpSpPr>
        <a:xfrm>
          <a:off x="0" y="0"/>
          <a:ext cx="0" cy="0"/>
          <a:chOff x="0" y="0"/>
          <a:chExt cx="0" cy="0"/>
        </a:xfrm>
      </p:grpSpPr>
      <p:sp>
        <p:nvSpPr>
          <p:cNvPr id="5" name="Title Placeholder 1"/>
          <p:cNvSpPr>
            <a:spLocks noGrp="1"/>
          </p:cNvSpPr>
          <p:nvPr>
            <p:ph type="title"/>
          </p:nvPr>
        </p:nvSpPr>
        <p:spPr bwMode="auto">
          <a:xfrm>
            <a:off x="537208" y="172436"/>
            <a:ext cx="8212137"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endParaRPr lang="en-US" dirty="0" smtClean="0"/>
          </a:p>
        </p:txBody>
      </p:sp>
      <p:pic>
        <p:nvPicPr>
          <p:cNvPr id="4" name="Picture 3"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Tree>
    <p:extLst>
      <p:ext uri="{BB962C8B-B14F-4D97-AF65-F5344CB8AC3E}">
        <p14:creationId xmlns:p14="http://schemas.microsoft.com/office/powerpoint/2010/main" val="36667659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pic>
        <p:nvPicPr>
          <p:cNvPr id="1026" name="Picture 2" descr="D:\Images Library\2016\September_2016\shutterstock_432796114.jp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Tree>
    <p:extLst>
      <p:ext uri="{BB962C8B-B14F-4D97-AF65-F5344CB8AC3E}">
        <p14:creationId xmlns:p14="http://schemas.microsoft.com/office/powerpoint/2010/main" val="7806332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pic>
        <p:nvPicPr>
          <p:cNvPr id="8" name="Picture 7"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
        <p:nvSpPr>
          <p:cNvPr id="4" name="object 2"/>
          <p:cNvSpPr/>
          <p:nvPr userDrawn="1"/>
        </p:nvSpPr>
        <p:spPr>
          <a:xfrm>
            <a:off x="1017485" y="1161117"/>
            <a:ext cx="7169042" cy="2895318"/>
          </a:xfrm>
          <a:prstGeom prst="rect">
            <a:avLst/>
          </a:prstGeom>
          <a:blipFill>
            <a:blip r:embed="rId3" cstate="print"/>
            <a:stretch>
              <a:fillRect/>
            </a:stretch>
          </a:blipFill>
        </p:spPr>
        <p:txBody>
          <a:bodyPr wrap="square" lIns="0" tIns="0" rIns="0" bIns="0" rtlCol="0"/>
          <a:lstStyle/>
          <a:p>
            <a:endParaRPr dirty="0">
              <a:latin typeface="Calibri" panose="020F0502020204030204" pitchFamily="34" charset="0"/>
            </a:endParaRPr>
          </a:p>
        </p:txBody>
      </p:sp>
    </p:spTree>
    <p:extLst>
      <p:ext uri="{BB962C8B-B14F-4D97-AF65-F5344CB8AC3E}">
        <p14:creationId xmlns:p14="http://schemas.microsoft.com/office/powerpoint/2010/main" val="17365472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3" y="545306"/>
            <a:ext cx="8226425"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Tree>
    <p:extLst>
      <p:ext uri="{BB962C8B-B14F-4D97-AF65-F5344CB8AC3E}">
        <p14:creationId xmlns:p14="http://schemas.microsoft.com/office/powerpoint/2010/main" val="16371901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Content Subtitle">
    <p:spTree>
      <p:nvGrpSpPr>
        <p:cNvPr id="1" name=""/>
        <p:cNvGrpSpPr/>
        <p:nvPr/>
      </p:nvGrpSpPr>
      <p:grpSpPr>
        <a:xfrm>
          <a:off x="0" y="0"/>
          <a:ext cx="0" cy="0"/>
          <a:chOff x="0" y="0"/>
          <a:chExt cx="0" cy="0"/>
        </a:xfrm>
      </p:grpSpPr>
      <p:sp>
        <p:nvSpPr>
          <p:cNvPr id="4" name="Text Placeholder 41"/>
          <p:cNvSpPr>
            <a:spLocks noGrp="1"/>
          </p:cNvSpPr>
          <p:nvPr>
            <p:ph type="body" sz="quarter" idx="13"/>
          </p:nvPr>
        </p:nvSpPr>
        <p:spPr bwMode="gray">
          <a:xfrm>
            <a:off x="482600" y="862937"/>
            <a:ext cx="8224838" cy="184666"/>
          </a:xfrm>
          <a:prstGeom prst="rect">
            <a:avLst/>
          </a:prstGeom>
        </p:spPr>
        <p:txBody>
          <a:bodyPr lIns="0" tIns="0" rIns="0" bIns="0"/>
          <a:lstStyle>
            <a:lvl1pPr marL="0" indent="0">
              <a:buNone/>
              <a:defRPr sz="1400" b="0" i="1">
                <a:solidFill>
                  <a:schemeClr val="bg2"/>
                </a:solidFill>
                <a:latin typeface="Calibri" panose="020F0502020204030204" pitchFamily="34" charset="0"/>
                <a:cs typeface="Calibri" panose="020F0502020204030204" pitchFamily="34" charset="0"/>
              </a:defRPr>
            </a:lvl1pPr>
          </a:lstStyle>
          <a:p>
            <a:pPr lvl="0"/>
            <a:r>
              <a:rPr lang="en-US" dirty="0" smtClean="0"/>
              <a:t>Click to edit Master text styles</a:t>
            </a:r>
          </a:p>
        </p:txBody>
      </p:sp>
      <p:sp>
        <p:nvSpPr>
          <p:cNvPr id="6" name="Title 1"/>
          <p:cNvSpPr>
            <a:spLocks noGrp="1"/>
          </p:cNvSpPr>
          <p:nvPr>
            <p:ph type="title" hasCustomPrompt="1"/>
          </p:nvPr>
        </p:nvSpPr>
        <p:spPr bwMode="gray">
          <a:xfrm>
            <a:off x="481013" y="545306"/>
            <a:ext cx="8226425"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Tree>
    <p:extLst>
      <p:ext uri="{BB962C8B-B14F-4D97-AF65-F5344CB8AC3E}">
        <p14:creationId xmlns:p14="http://schemas.microsoft.com/office/powerpoint/2010/main" val="107305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1181822-5483-42EE-9F27-1920ACBE9D4E}"/>
              </a:ext>
            </a:extLst>
          </p:cNvPr>
          <p:cNvGraphicFramePr>
            <a:graphicFrameLocks noChangeAspect="1"/>
          </p:cNvGraphicFramePr>
          <p:nvPr userDrawn="1">
            <p:custDataLst>
              <p:tags r:id="rId2"/>
            </p:custDataLs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spid="_x0000_s6225" name="think-cell Folie" r:id="rId4" imgW="530" imgH="531" progId="TCLayout.ActiveDocument.1">
                  <p:embed/>
                </p:oleObj>
              </mc:Choice>
              <mc:Fallback>
                <p:oleObj name="think-cell Folie" r:id="rId4" imgW="530" imgH="531" progId="TCLayout.ActiveDocument.1">
                  <p:embed/>
                  <p:pic>
                    <p:nvPicPr>
                      <p:cNvPr id="2" name="Objekt 1" hidden="1">
                        <a:extLst>
                          <a:ext uri="{FF2B5EF4-FFF2-40B4-BE49-F238E27FC236}">
                            <a16:creationId xmlns:a16="http://schemas.microsoft.com/office/drawing/2014/main" id="{C1181822-5483-42EE-9F27-1920ACBE9D4E}"/>
                          </a:ext>
                        </a:extLst>
                      </p:cNvPr>
                      <p:cNvPicPr/>
                      <p:nvPr/>
                    </p:nvPicPr>
                    <p:blipFill>
                      <a:blip r:embed="rId5"/>
                      <a:stretch>
                        <a:fillRect/>
                      </a:stretch>
                    </p:blipFill>
                    <p:spPr>
                      <a:xfrm>
                        <a:off x="1589" y="1193"/>
                        <a:ext cx="1587" cy="1190"/>
                      </a:xfrm>
                      <a:prstGeom prst="rect">
                        <a:avLst/>
                      </a:prstGeom>
                    </p:spPr>
                  </p:pic>
                </p:oleObj>
              </mc:Fallback>
            </mc:AlternateContent>
          </a:graphicData>
        </a:graphic>
      </p:graphicFrame>
      <p:sp>
        <p:nvSpPr>
          <p:cNvPr id="6" name="Text Placeholder 5"/>
          <p:cNvSpPr>
            <a:spLocks noGrp="1"/>
          </p:cNvSpPr>
          <p:nvPr>
            <p:ph type="body" sz="quarter" idx="10"/>
          </p:nvPr>
        </p:nvSpPr>
        <p:spPr>
          <a:xfrm>
            <a:off x="54428" y="57150"/>
            <a:ext cx="7674429" cy="400050"/>
          </a:xfrm>
          <a:prstGeom prst="rect">
            <a:avLst/>
          </a:prstGeom>
        </p:spPr>
        <p:txBody>
          <a:bodyPr/>
          <a:lstStyle>
            <a:lvl1pPr marL="0" indent="0">
              <a:buFontTx/>
              <a:buNone/>
              <a:defRPr lang="de-DE" sz="1714" b="1" kern="1200" dirty="0">
                <a:solidFill>
                  <a:srgbClr val="3B8809"/>
                </a:solidFill>
                <a:latin typeface="Calibri" panose="020F0502020204030204" pitchFamily="34" charset="0"/>
                <a:ea typeface="+mj-ea"/>
                <a:cs typeface="Calibri" panose="020F0502020204030204" pitchFamily="34" charset="0"/>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
        <p:nvSpPr>
          <p:cNvPr id="8" name="Text Placeholder 7"/>
          <p:cNvSpPr>
            <a:spLocks noGrp="1"/>
          </p:cNvSpPr>
          <p:nvPr>
            <p:ph type="body" sz="quarter" idx="11" hasCustomPrompt="1"/>
          </p:nvPr>
        </p:nvSpPr>
        <p:spPr>
          <a:xfrm>
            <a:off x="0" y="4229100"/>
            <a:ext cx="816429" cy="228600"/>
          </a:xfrm>
          <a:prstGeom prst="rect">
            <a:avLst/>
          </a:prstGeom>
        </p:spPr>
        <p:txBody>
          <a:bodyPr/>
          <a:lstStyle>
            <a:lvl1pPr marL="0" indent="0">
              <a:buFontTx/>
              <a:buNone/>
              <a:defRPr sz="714" baseline="0"/>
            </a:lvl1pPr>
            <a:lvl2pPr marL="326578" indent="0">
              <a:buFontTx/>
              <a:buNone/>
              <a:defRPr sz="714"/>
            </a:lvl2pPr>
            <a:lvl3pPr marL="653156" indent="0">
              <a:buFontTx/>
              <a:buNone/>
              <a:defRPr sz="714"/>
            </a:lvl3pPr>
            <a:lvl4pPr marL="979734" indent="0">
              <a:buFontTx/>
              <a:buNone/>
              <a:defRPr sz="714"/>
            </a:lvl4pPr>
            <a:lvl5pPr marL="1306312" indent="0">
              <a:buFontTx/>
              <a:buNone/>
              <a:defRPr sz="714"/>
            </a:lvl5pPr>
          </a:lstStyle>
          <a:p>
            <a:pPr lvl="0"/>
            <a:r>
              <a:rPr lang="de-DE" dirty="0"/>
              <a:t>Insert Text Here</a:t>
            </a:r>
          </a:p>
        </p:txBody>
      </p:sp>
      <p:sp>
        <p:nvSpPr>
          <p:cNvPr id="10" name="Text Placeholder 9"/>
          <p:cNvSpPr>
            <a:spLocks noGrp="1"/>
          </p:cNvSpPr>
          <p:nvPr>
            <p:ph type="body" sz="quarter" idx="12"/>
          </p:nvPr>
        </p:nvSpPr>
        <p:spPr>
          <a:xfrm>
            <a:off x="163286" y="4629150"/>
            <a:ext cx="8817429" cy="342900"/>
          </a:xfrm>
          <a:prstGeom prst="rect">
            <a:avLst/>
          </a:prstGeom>
        </p:spPr>
        <p:txBody>
          <a:bodyPr/>
          <a:lstStyle>
            <a:lvl1pPr marL="0" indent="0" algn="ctr">
              <a:buFontTx/>
              <a:buNone/>
              <a:defRPr sz="1286" b="1">
                <a:solidFill>
                  <a:schemeClr val="bg1"/>
                </a:solidFill>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Tree>
    <p:extLst>
      <p:ext uri="{BB962C8B-B14F-4D97-AF65-F5344CB8AC3E}">
        <p14:creationId xmlns:p14="http://schemas.microsoft.com/office/powerpoint/2010/main" val="30748712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a:xfrm>
            <a:off x="468342" y="533421"/>
            <a:ext cx="8212137" cy="369332"/>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2017559394"/>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74"/>
            <a:ext cx="8224837" cy="44999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24" b="1" kern="1200" dirty="0">
                <a:solidFill>
                  <a:schemeClr val="tx1">
                    <a:lumMod val="75000"/>
                    <a:lumOff val="25000"/>
                  </a:schemeClr>
                </a:solidFill>
                <a:latin typeface="Arial" pitchFamily="34" charset="0"/>
                <a:ea typeface="+mj-ea"/>
                <a:cs typeface="Arial" pitchFamily="34" charset="0"/>
              </a:defRPr>
            </a:lvl1pPr>
          </a:lstStyle>
          <a:p>
            <a:pPr lvl="0" algn="l" defTabSz="814001" rtl="0" eaLnBrk="1" fontAlgn="base" latinLnBrk="0" hangingPunct="1">
              <a:spcBef>
                <a:spcPct val="0"/>
              </a:spcBef>
              <a:spcAft>
                <a:spcPct val="0"/>
              </a:spcAft>
              <a:buNone/>
            </a:pPr>
            <a:r>
              <a:rPr lang="en-US" dirty="0"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72"/>
            <a:ext cx="8224838" cy="1231106"/>
          </a:xfrm>
        </p:spPr>
        <p:txBody>
          <a:bodyPr wrap="square">
            <a:spAutoFit/>
          </a:bodyPr>
          <a:lstStyle>
            <a:lvl1pPr algn="l" rtl="0" eaLnBrk="1" latinLnBrk="0" hangingPunct="1">
              <a:spcBef>
                <a:spcPts val="0"/>
              </a:spcBef>
              <a:spcAft>
                <a:spcPts val="0"/>
              </a:spcAft>
              <a:buClr>
                <a:schemeClr val="bg2"/>
              </a:buClr>
              <a:buSzPct val="120000"/>
              <a:defRPr lang="en-US" sz="1575"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75"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5pPr>
            <a:lvl6pPr marL="1277522" indent="-254377">
              <a:spcBef>
                <a:spcPts val="0"/>
              </a:spcBef>
              <a:spcAft>
                <a:spcPts val="0"/>
              </a:spcAft>
              <a:buClr>
                <a:schemeClr val="tx2"/>
              </a:buClr>
              <a:buSzPct val="70000"/>
              <a:buFont typeface="Wingdings" pitchFamily="2" charset="2"/>
              <a:buChar char="§"/>
              <a:defRPr lang="en-US" sz="1575" kern="1200" dirty="0" smtClean="0">
                <a:solidFill>
                  <a:schemeClr val="tx1"/>
                </a:solidFill>
                <a:latin typeface="Arial" pitchFamily="34" charset="0"/>
                <a:ea typeface="+mn-ea"/>
                <a:cs typeface="Arial" pitchFamily="34" charset="0"/>
              </a:defRPr>
            </a:lvl6pPr>
            <a:lvl7pPr marL="1526245" indent="-243068">
              <a:spcBef>
                <a:spcPts val="0"/>
              </a:spcBef>
              <a:spcAft>
                <a:spcPts val="0"/>
              </a:spcAft>
              <a:buClr>
                <a:schemeClr val="tx2"/>
              </a:buClr>
              <a:buSzPct val="70000"/>
              <a:buFont typeface="Arial" pitchFamily="34" charset="0"/>
              <a:buChar char="–"/>
              <a:defRPr sz="1575" baseline="0">
                <a:solidFill>
                  <a:schemeClr val="tx1"/>
                </a:solidFill>
                <a:latin typeface="+mn-lt"/>
                <a:cs typeface="Arial" pitchFamily="34" charset="0"/>
              </a:defRPr>
            </a:lvl7pPr>
            <a:lvl8pPr marL="1424495" indent="-203499">
              <a:spcBef>
                <a:spcPts val="0"/>
              </a:spcBef>
              <a:spcAft>
                <a:spcPts val="0"/>
              </a:spcAft>
              <a:buSzPct val="70000"/>
              <a:defRPr sz="1575" baseline="0">
                <a:latin typeface="Arial" pitchFamily="34" charset="0"/>
                <a:cs typeface="Arial" pitchFamily="34" charset="0"/>
              </a:defRPr>
            </a:lvl8pPr>
            <a:lvl9pPr marL="1623760" indent="-199260">
              <a:spcBef>
                <a:spcPts val="0"/>
              </a:spcBef>
              <a:spcAft>
                <a:spcPts val="0"/>
              </a:spcAft>
              <a:buSzPct val="70000"/>
              <a:buFont typeface="Arial" pitchFamily="34" charset="0"/>
              <a:buChar char="–"/>
              <a:defRPr sz="1575">
                <a:latin typeface="Arial" pitchFamily="34" charset="0"/>
                <a:cs typeface="Arial" pitchFamily="34" charset="0"/>
              </a:defRPr>
            </a:lvl9pPr>
          </a:lstStyle>
          <a:p>
            <a:pPr marL="258618" lvl="0" indent="-258618" algn="l" defTabSz="814001"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08749" lvl="2" indent="-248723" algn="l" defTabSz="814001"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757469" lvl="3" indent="-248723" algn="l" defTabSz="814001"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011848" lvl="4" indent="-254377" algn="l" defTabSz="830959"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277522" lvl="5" indent="-254377" algn="l" defTabSz="814001"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1148280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6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17" y="539365"/>
            <a:ext cx="8224838" cy="32316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smtClean="0"/>
              <a:t>Click to edit Master title style</a:t>
            </a:r>
            <a:endParaRPr lang="en-US" dirty="0"/>
          </a:p>
        </p:txBody>
      </p:sp>
      <p:sp>
        <p:nvSpPr>
          <p:cNvPr id="9"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defTabSz="685800">
              <a:defRPr/>
            </a:pPr>
            <a:fld id="{6856ECDB-1CEE-4F69-ADCA-557460F2116E}" type="slidenum">
              <a:rPr lang="en-US" sz="750">
                <a:solidFill>
                  <a:srgbClr val="6D6E71"/>
                </a:solidFill>
                <a:cs typeface="Arial" pitchFamily="34" charset="0"/>
              </a:rPr>
              <a:pPr algn="r" defTabSz="685800">
                <a:defRPr/>
              </a:pPr>
              <a:t>‹#›</a:t>
            </a:fld>
            <a:endParaRPr lang="en-US" sz="750" dirty="0">
              <a:solidFill>
                <a:srgbClr val="6D6E71"/>
              </a:solidFill>
              <a:cs typeface="Arial" pitchFamily="34" charset="0"/>
            </a:endParaRPr>
          </a:p>
        </p:txBody>
      </p:sp>
      <p:sp>
        <p:nvSpPr>
          <p:cNvPr id="10" name="TextBox 20"/>
          <p:cNvSpPr txBox="1">
            <a:spLocks noChangeArrowheads="1"/>
          </p:cNvSpPr>
          <p:nvPr userDrawn="1"/>
        </p:nvSpPr>
        <p:spPr bwMode="gray">
          <a:xfrm>
            <a:off x="481020" y="4972120"/>
            <a:ext cx="1821011" cy="92333"/>
          </a:xfrm>
          <a:prstGeom prst="rect">
            <a:avLst/>
          </a:prstGeom>
          <a:noFill/>
          <a:ln w="9525">
            <a:noFill/>
            <a:miter lim="800000"/>
            <a:headEnd/>
            <a:tailEnd/>
          </a:ln>
        </p:spPr>
        <p:txBody>
          <a:bodyPr wrap="none" lIns="0" tIns="0" rIns="0" bIns="0">
            <a:spAutoFit/>
          </a:bodyPr>
          <a:lstStyle/>
          <a:p>
            <a:pPr defTabSz="685800">
              <a:defRPr/>
            </a:pPr>
            <a:r>
              <a:rPr lang="en-US" sz="600" dirty="0">
                <a:solidFill>
                  <a:srgbClr val="6D6E71"/>
                </a:solidFill>
                <a:cs typeface="Arial" pitchFamily="34" charset="0"/>
              </a:rPr>
              <a:t>Copyright © 2013 Tech Mahindra. All rights reserved.</a:t>
            </a:r>
          </a:p>
        </p:txBody>
      </p:sp>
      <p:sp>
        <p:nvSpPr>
          <p:cNvPr id="11" name="TextBox 20"/>
          <p:cNvSpPr txBox="1">
            <a:spLocks noChangeArrowheads="1"/>
          </p:cNvSpPr>
          <p:nvPr userDrawn="1"/>
        </p:nvSpPr>
        <p:spPr bwMode="gray">
          <a:xfrm>
            <a:off x="481020" y="4972299"/>
            <a:ext cx="1821011" cy="92333"/>
          </a:xfrm>
          <a:prstGeom prst="rect">
            <a:avLst/>
          </a:prstGeom>
          <a:noFill/>
          <a:ln w="9525">
            <a:noFill/>
            <a:miter lim="800000"/>
            <a:headEnd/>
            <a:tailEnd/>
          </a:ln>
        </p:spPr>
        <p:txBody>
          <a:bodyPr wrap="none" lIns="0" tIns="0" rIns="0" bIns="0">
            <a:spAutoFit/>
          </a:bodyPr>
          <a:lstStyle/>
          <a:p>
            <a:pPr defTabSz="685800">
              <a:defRPr/>
            </a:pPr>
            <a:r>
              <a:rPr lang="en-US" sz="600" dirty="0">
                <a:solidFill>
                  <a:srgbClr val="6D6E71"/>
                </a:solidFill>
                <a:cs typeface="Arial" pitchFamily="34" charset="0"/>
              </a:rPr>
              <a:t>Copyright © 2016 Tech Mahindra. All rights reserved.</a:t>
            </a:r>
          </a:p>
        </p:txBody>
      </p:sp>
      <p:pic>
        <p:nvPicPr>
          <p:cNvPr id="12" name="Picture 11"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Tree>
    <p:extLst>
      <p:ext uri="{BB962C8B-B14F-4D97-AF65-F5344CB8AC3E}">
        <p14:creationId xmlns:p14="http://schemas.microsoft.com/office/powerpoint/2010/main" val="906666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9_Content slide">
    <p:spTree>
      <p:nvGrpSpPr>
        <p:cNvPr id="1" name=""/>
        <p:cNvGrpSpPr/>
        <p:nvPr/>
      </p:nvGrpSpPr>
      <p:grpSpPr>
        <a:xfrm>
          <a:off x="0" y="0"/>
          <a:ext cx="0" cy="0"/>
          <a:chOff x="0" y="0"/>
          <a:chExt cx="0" cy="0"/>
        </a:xfrm>
      </p:grpSpPr>
      <p:sp>
        <p:nvSpPr>
          <p:cNvPr id="4" name="Title 3"/>
          <p:cNvSpPr>
            <a:spLocks noGrp="1"/>
          </p:cNvSpPr>
          <p:nvPr>
            <p:ph type="title"/>
          </p:nvPr>
        </p:nvSpPr>
        <p:spPr>
          <a:xfrm>
            <a:off x="628650" y="167634"/>
            <a:ext cx="7886700" cy="307990"/>
          </a:xfrm>
          <a:prstGeom prst="rect">
            <a:avLst/>
          </a:prstGeom>
        </p:spPr>
        <p:txBody>
          <a:bodyPr/>
          <a:lstStyle>
            <a:lvl1pPr>
              <a:defRPr sz="2000"/>
            </a:lvl1pPr>
          </a:lstStyle>
          <a:p>
            <a:r>
              <a:rPr lang="en-US" dirty="0" smtClean="0"/>
              <a:t>Click to edit Master title style</a:t>
            </a:r>
            <a:endParaRPr lang="en-US" dirty="0"/>
          </a:p>
        </p:txBody>
      </p:sp>
    </p:spTree>
    <p:extLst>
      <p:ext uri="{BB962C8B-B14F-4D97-AF65-F5344CB8AC3E}">
        <p14:creationId xmlns:p14="http://schemas.microsoft.com/office/powerpoint/2010/main" val="847756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UIT">
    <p:spTree>
      <p:nvGrpSpPr>
        <p:cNvPr id="1" name=""/>
        <p:cNvGrpSpPr/>
        <p:nvPr/>
      </p:nvGrpSpPr>
      <p:grpSpPr>
        <a:xfrm>
          <a:off x="0" y="0"/>
          <a:ext cx="0" cy="0"/>
          <a:chOff x="0" y="0"/>
          <a:chExt cx="0" cy="0"/>
        </a:xfrm>
      </p:grpSpPr>
      <p:sp>
        <p:nvSpPr>
          <p:cNvPr id="5" name="Title Placeholder 1"/>
          <p:cNvSpPr>
            <a:spLocks noGrp="1"/>
          </p:cNvSpPr>
          <p:nvPr>
            <p:ph type="title"/>
          </p:nvPr>
        </p:nvSpPr>
        <p:spPr bwMode="auto">
          <a:xfrm>
            <a:off x="537208" y="172436"/>
            <a:ext cx="8212137" cy="3077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title style</a:t>
            </a:r>
          </a:p>
        </p:txBody>
      </p:sp>
    </p:spTree>
    <p:extLst>
      <p:ext uri="{BB962C8B-B14F-4D97-AF65-F5344CB8AC3E}">
        <p14:creationId xmlns:p14="http://schemas.microsoft.com/office/powerpoint/2010/main" val="24099944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22" y="539361"/>
            <a:ext cx="8224837" cy="397133"/>
          </a:xfrm>
          <a:noFill/>
          <a:ln w="9525">
            <a:noFill/>
            <a:miter lim="800000"/>
            <a:headEnd/>
            <a:tailEnd/>
          </a:ln>
        </p:spPr>
        <p:txBody>
          <a:bodyPr/>
          <a:lstStyle>
            <a:lvl1pPr algn="l">
              <a:defRPr lang="en-US" sz="2581" b="1" kern="1200" dirty="0">
                <a:solidFill>
                  <a:schemeClr val="tx2"/>
                </a:solidFill>
                <a:latin typeface="Arial" pitchFamily="34" charset="0"/>
                <a:ea typeface="+mj-ea"/>
                <a:cs typeface="Arial" pitchFamily="34" charset="0"/>
              </a:defRPr>
            </a:lvl1pPr>
          </a:lstStyle>
          <a:p>
            <a:pPr lvl="0"/>
            <a:r>
              <a:rPr lang="en-US" smtClean="0"/>
              <a:t>Click to edit Master title style</a:t>
            </a:r>
            <a:endParaRPr lang="en-US" dirty="0"/>
          </a:p>
        </p:txBody>
      </p:sp>
      <p:sp>
        <p:nvSpPr>
          <p:cNvPr id="3" name="Text Placeholder 4"/>
          <p:cNvSpPr>
            <a:spLocks noGrp="1"/>
          </p:cNvSpPr>
          <p:nvPr>
            <p:ph type="body" sz="quarter" idx="10"/>
          </p:nvPr>
        </p:nvSpPr>
        <p:spPr bwMode="gray">
          <a:xfrm>
            <a:off x="481014" y="1478761"/>
            <a:ext cx="8224838" cy="1126682"/>
          </a:xfrm>
        </p:spPr>
        <p:txBody>
          <a:bodyPr/>
          <a:lstStyle>
            <a:lvl1pPr algn="l" rtl="0" eaLnBrk="1" latinLnBrk="0" hangingPunct="1">
              <a:spcBef>
                <a:spcPts val="0"/>
              </a:spcBef>
              <a:spcAft>
                <a:spcPts val="0"/>
              </a:spcAft>
              <a:buClr>
                <a:schemeClr val="bg2"/>
              </a:buClr>
              <a:buSzPct val="120000"/>
              <a:defRPr lang="en-US" sz="1464"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464"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464"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464"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464" b="0" kern="1200" baseline="0" dirty="0" smtClean="0">
                <a:solidFill>
                  <a:schemeClr val="tx1"/>
                </a:solidFill>
                <a:latin typeface="Arial" pitchFamily="34" charset="0"/>
                <a:ea typeface="+mn-ea"/>
                <a:cs typeface="Arial" pitchFamily="34" charset="0"/>
              </a:defRPr>
            </a:lvl5pPr>
            <a:lvl6pPr marL="1190579" indent="-237061">
              <a:spcBef>
                <a:spcPts val="0"/>
              </a:spcBef>
              <a:spcAft>
                <a:spcPts val="0"/>
              </a:spcAft>
              <a:buClr>
                <a:schemeClr val="tx2"/>
              </a:buClr>
              <a:buSzPct val="70000"/>
              <a:buFont typeface="Wingdings" pitchFamily="2" charset="2"/>
              <a:buChar char="§"/>
              <a:defRPr lang="en-US" sz="1464" kern="1200" dirty="0" smtClean="0">
                <a:solidFill>
                  <a:schemeClr val="tx1"/>
                </a:solidFill>
                <a:latin typeface="Arial" pitchFamily="34" charset="0"/>
                <a:ea typeface="+mn-ea"/>
                <a:cs typeface="Arial" pitchFamily="34" charset="0"/>
              </a:defRPr>
            </a:lvl6pPr>
            <a:lvl7pPr marL="1422376" indent="-226525">
              <a:spcBef>
                <a:spcPts val="0"/>
              </a:spcBef>
              <a:spcAft>
                <a:spcPts val="0"/>
              </a:spcAft>
              <a:buClr>
                <a:schemeClr val="tx2"/>
              </a:buClr>
              <a:buSzPct val="70000"/>
              <a:buFont typeface="Arial" pitchFamily="34" charset="0"/>
              <a:buChar char="–"/>
              <a:defRPr sz="1464" baseline="0">
                <a:solidFill>
                  <a:schemeClr val="tx1"/>
                </a:solidFill>
                <a:latin typeface="+mn-lt"/>
                <a:cs typeface="Arial" pitchFamily="34" charset="0"/>
              </a:defRPr>
            </a:lvl7pPr>
            <a:lvl8pPr marL="1327549" indent="-189652">
              <a:spcBef>
                <a:spcPts val="0"/>
              </a:spcBef>
              <a:spcAft>
                <a:spcPts val="0"/>
              </a:spcAft>
              <a:buSzPct val="70000"/>
              <a:defRPr sz="1464" baseline="0">
                <a:latin typeface="Arial" pitchFamily="34" charset="0"/>
                <a:cs typeface="Arial" pitchFamily="34" charset="0"/>
              </a:defRPr>
            </a:lvl8pPr>
            <a:lvl9pPr marL="1513248" indent="-185698">
              <a:spcBef>
                <a:spcPts val="0"/>
              </a:spcBef>
              <a:spcAft>
                <a:spcPts val="0"/>
              </a:spcAft>
              <a:buSzPct val="70000"/>
              <a:buFont typeface="Arial" pitchFamily="34" charset="0"/>
              <a:buChar char="–"/>
              <a:defRPr sz="1464">
                <a:latin typeface="Arial" pitchFamily="34" charset="0"/>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41"/>
          <p:cNvSpPr>
            <a:spLocks noGrp="1"/>
          </p:cNvSpPr>
          <p:nvPr>
            <p:ph type="body" sz="quarter" idx="13"/>
          </p:nvPr>
        </p:nvSpPr>
        <p:spPr bwMode="gray">
          <a:xfrm>
            <a:off x="481014" y="952848"/>
            <a:ext cx="8224838" cy="27699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4795195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pic>
        <p:nvPicPr>
          <p:cNvPr id="1026" name="Picture 2" descr="D:\Images Library\2016\September_2016\shutterstock_432796114.jp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Tree>
    <p:extLst>
      <p:ext uri="{BB962C8B-B14F-4D97-AF65-F5344CB8AC3E}">
        <p14:creationId xmlns:p14="http://schemas.microsoft.com/office/powerpoint/2010/main" val="3572648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pic>
        <p:nvPicPr>
          <p:cNvPr id="8" name="Picture 7"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
        <p:nvSpPr>
          <p:cNvPr id="4" name="object 2"/>
          <p:cNvSpPr/>
          <p:nvPr userDrawn="1"/>
        </p:nvSpPr>
        <p:spPr>
          <a:xfrm>
            <a:off x="1017485" y="1161117"/>
            <a:ext cx="7169042" cy="2895318"/>
          </a:xfrm>
          <a:prstGeom prst="rect">
            <a:avLst/>
          </a:prstGeom>
          <a:blipFill>
            <a:blip r:embed="rId3" cstate="print"/>
            <a:stretch>
              <a:fillRect/>
            </a:stretch>
          </a:blipFill>
        </p:spPr>
        <p:txBody>
          <a:bodyPr wrap="square" lIns="0" tIns="0" rIns="0" bIns="0" rtlCol="0"/>
          <a:lstStyle/>
          <a:p>
            <a:endParaRPr dirty="0">
              <a:latin typeface="Calibri" panose="020F0502020204030204" pitchFamily="34" charset="0"/>
            </a:endParaRPr>
          </a:p>
        </p:txBody>
      </p:sp>
    </p:spTree>
    <p:extLst>
      <p:ext uri="{BB962C8B-B14F-4D97-AF65-F5344CB8AC3E}">
        <p14:creationId xmlns:p14="http://schemas.microsoft.com/office/powerpoint/2010/main" val="27118272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9_Content slide with subtitle">
    <p:spTree>
      <p:nvGrpSpPr>
        <p:cNvPr id="1" name=""/>
        <p:cNvGrpSpPr/>
        <p:nvPr/>
      </p:nvGrpSpPr>
      <p:grpSpPr>
        <a:xfrm>
          <a:off x="0" y="0"/>
          <a:ext cx="0" cy="0"/>
          <a:chOff x="0" y="0"/>
          <a:chExt cx="0" cy="0"/>
        </a:xfrm>
      </p:grpSpPr>
      <p:pic>
        <p:nvPicPr>
          <p:cNvPr id="5122" name="Picture 2" descr="D:\Pictures\PPTS\2016\Picture40.jpg"/>
          <p:cNvPicPr>
            <a:picLocks noChangeAspect="1" noChangeArrowheads="1"/>
          </p:cNvPicPr>
          <p:nvPr userDrawn="1"/>
        </p:nvPicPr>
        <p:blipFill>
          <a:blip r:embed="rId2" cstate="screen">
            <a:lum bright="70000" contrast="-70000"/>
            <a:extLst>
              <a:ext uri="{28A0092B-C50C-407E-A947-70E740481C1C}">
                <a14:useLocalDpi xmlns:a14="http://schemas.microsoft.com/office/drawing/2010/main"/>
              </a:ext>
            </a:extLst>
          </a:blip>
          <a:srcRect/>
          <a:stretch>
            <a:fillRect/>
          </a:stretch>
        </p:blipFill>
        <p:spPr bwMode="auto">
          <a:xfrm>
            <a:off x="354" y="0"/>
            <a:ext cx="9143647" cy="51435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5"/>
          <p:cNvSpPr txBox="1">
            <a:spLocks/>
          </p:cNvSpPr>
          <p:nvPr userDrawn="1"/>
        </p:nvSpPr>
        <p:spPr bwMode="auto">
          <a:xfrm>
            <a:off x="8862531" y="4958202"/>
            <a:ext cx="117020" cy="120033"/>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80" smtClean="0">
                <a:solidFill>
                  <a:srgbClr val="6D6E71"/>
                </a:solidFill>
                <a:latin typeface="Calibri" panose="020F0502020204030204" pitchFamily="34" charset="0"/>
                <a:cs typeface="Calibri" panose="020F0502020204030204" pitchFamily="34" charset="0"/>
              </a:rPr>
              <a:pPr algn="r">
                <a:defRPr/>
              </a:pPr>
              <a:t>‹#›</a:t>
            </a:fld>
            <a:endParaRPr lang="en-US" sz="780" dirty="0">
              <a:solidFill>
                <a:srgbClr val="6D6E71"/>
              </a:solidFill>
              <a:latin typeface="Calibri" panose="020F0502020204030204" pitchFamily="34" charset="0"/>
              <a:cs typeface="Calibri" panose="020F0502020204030204" pitchFamily="34" charset="0"/>
            </a:endParaRPr>
          </a:p>
        </p:txBody>
      </p:sp>
      <p:sp>
        <p:nvSpPr>
          <p:cNvPr id="15" name="TextBox 20"/>
          <p:cNvSpPr txBox="1">
            <a:spLocks noChangeArrowheads="1"/>
          </p:cNvSpPr>
          <p:nvPr userDrawn="1"/>
        </p:nvSpPr>
        <p:spPr bwMode="gray">
          <a:xfrm>
            <a:off x="481013" y="4972052"/>
            <a:ext cx="1905971" cy="104965"/>
          </a:xfrm>
          <a:prstGeom prst="rect">
            <a:avLst/>
          </a:prstGeom>
          <a:noFill/>
          <a:ln w="9525">
            <a:noFill/>
            <a:miter lim="800000"/>
            <a:headEnd/>
            <a:tailEnd/>
          </a:ln>
        </p:spPr>
        <p:txBody>
          <a:bodyPr wrap="none" lIns="0" tIns="0" rIns="0" bIns="0">
            <a:spAutoFit/>
          </a:bodyPr>
          <a:lstStyle/>
          <a:p>
            <a:pPr>
              <a:defRPr/>
            </a:pPr>
            <a:r>
              <a:rPr lang="en-US" sz="682" dirty="0">
                <a:solidFill>
                  <a:srgbClr val="6D6E71"/>
                </a:solidFill>
                <a:latin typeface="Calibri" panose="020F0502020204030204" pitchFamily="34" charset="0"/>
                <a:cs typeface="Calibri" panose="020F0502020204030204" pitchFamily="34" charset="0"/>
              </a:rPr>
              <a:t>Copyright © 2017 Tech Mahindra. All rights reserved.</a:t>
            </a:r>
          </a:p>
        </p:txBody>
      </p:sp>
      <p:pic>
        <p:nvPicPr>
          <p:cNvPr id="16" name="Picture 15" descr="Ridge.pd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460" y="0"/>
            <a:ext cx="1994596" cy="725308"/>
          </a:xfrm>
          <a:prstGeom prst="rect">
            <a:avLst/>
          </a:prstGeom>
        </p:spPr>
      </p:pic>
      <p:sp>
        <p:nvSpPr>
          <p:cNvPr id="7" name="Title 1"/>
          <p:cNvSpPr>
            <a:spLocks noGrp="1"/>
          </p:cNvSpPr>
          <p:nvPr>
            <p:ph type="title"/>
          </p:nvPr>
        </p:nvSpPr>
        <p:spPr bwMode="gray">
          <a:xfrm>
            <a:off x="481017" y="539384"/>
            <a:ext cx="8224837"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Calibri" pitchFamily="34" charset="0"/>
                <a:ea typeface="+mj-ea"/>
                <a:cs typeface="Calibri" pitchFamily="34" charset="0"/>
              </a:defRPr>
            </a:lvl1pPr>
          </a:lstStyle>
          <a:p>
            <a:pPr lvl="0" algn="l" defTabSz="559576"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2294630039"/>
      </p:ext>
    </p:extLst>
  </p:cSld>
  <p:clrMapOvr>
    <a:masterClrMapping/>
  </p:clrMapOvr>
  <p:transition spd="med">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9" y="602417"/>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262" rtl="0" eaLnBrk="1" fontAlgn="base" latinLnBrk="0" hangingPunct="1">
              <a:spcBef>
                <a:spcPct val="0"/>
              </a:spcBef>
              <a:spcAft>
                <a:spcPct val="0"/>
              </a:spcAft>
              <a:buNone/>
            </a:pPr>
            <a:r>
              <a:rPr lang="en-US" dirty="0"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57"/>
            <a:ext cx="8224838" cy="1261884"/>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600" b="0" kern="1200" baseline="0" dirty="0" smtClean="0">
                <a:solidFill>
                  <a:schemeClr val="tx1"/>
                </a:solidFill>
                <a:latin typeface="Calibri" panose="020F0502020204030204" pitchFamily="34" charset="0"/>
                <a:ea typeface="+mn-ea"/>
                <a:cs typeface="Calibri" panose="020F0502020204030204"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3pPr>
            <a:lvl4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4pPr>
            <a:lvl5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5pPr>
            <a:lvl6pPr marL="1434884" indent="-285708">
              <a:spcBef>
                <a:spcPts val="0"/>
              </a:spcBef>
              <a:spcAft>
                <a:spcPts val="0"/>
              </a:spcAft>
              <a:buClr>
                <a:schemeClr val="tx2"/>
              </a:buClr>
              <a:buSzPct val="70000"/>
              <a:buFont typeface="Wingdings" pitchFamily="2" charset="2"/>
              <a:buChar char="§"/>
              <a:defRPr lang="en-US" sz="1600" kern="1200" dirty="0" smtClean="0">
                <a:solidFill>
                  <a:schemeClr val="tx1"/>
                </a:solidFill>
                <a:latin typeface="Calibri" panose="020F0502020204030204" pitchFamily="34" charset="0"/>
                <a:ea typeface="+mn-ea"/>
                <a:cs typeface="Calibri" panose="020F0502020204030204" pitchFamily="34" charset="0"/>
              </a:defRPr>
            </a:lvl6pPr>
            <a:lvl7pPr marL="1714242" indent="-2730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60" indent="-228564">
              <a:spcBef>
                <a:spcPts val="0"/>
              </a:spcBef>
              <a:spcAft>
                <a:spcPts val="0"/>
              </a:spcAft>
              <a:buSzPct val="70000"/>
              <a:defRPr sz="1800" baseline="0">
                <a:latin typeface="Arial" pitchFamily="34" charset="0"/>
                <a:cs typeface="Arial" pitchFamily="34" charset="0"/>
              </a:defRPr>
            </a:lvl8pPr>
            <a:lvl9pPr marL="1823768" indent="-223802">
              <a:spcBef>
                <a:spcPts val="0"/>
              </a:spcBef>
              <a:spcAft>
                <a:spcPts val="0"/>
              </a:spcAft>
              <a:buSzPct val="70000"/>
              <a:buFont typeface="Arial" pitchFamily="34" charset="0"/>
              <a:buChar char="–"/>
              <a:defRPr sz="1800">
                <a:latin typeface="Arial" pitchFamily="34" charset="0"/>
                <a:cs typeface="Arial" pitchFamily="34" charset="0"/>
              </a:defRPr>
            </a:lvl9pPr>
          </a:lstStyle>
          <a:p>
            <a:pPr marL="290471" lvl="0" indent="-290471" algn="l" defTabSz="914262"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416" lvl="2" indent="-279358" algn="l" defTabSz="914262"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774" lvl="3" indent="-279358" algn="l" defTabSz="914262"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482" lvl="4" indent="-285708" algn="l" defTabSz="933312"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4884" lvl="5" indent="-285708" algn="l" defTabSz="914262"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12" y="922388"/>
            <a:ext cx="8224838" cy="246221"/>
          </a:xfrm>
          <a:prstGeom prst="rect">
            <a:avLst/>
          </a:prstGeom>
        </p:spPr>
        <p:txBody>
          <a:bodyPr/>
          <a:lstStyle>
            <a:lvl1pPr marL="0" indent="0">
              <a:buNone/>
              <a:defRPr sz="1600" b="0">
                <a:solidFill>
                  <a:schemeClr val="bg2"/>
                </a:solidFill>
                <a:latin typeface="Calibri" panose="020F0502020204030204" pitchFamily="34" charset="0"/>
                <a:cs typeface="Calibri" panose="020F0502020204030204"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352698039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606514"/>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1181822-5483-42EE-9F27-1920ACBE9D4E}"/>
              </a:ext>
            </a:extLst>
          </p:cNvPr>
          <p:cNvGraphicFramePr>
            <a:graphicFrameLocks noChangeAspect="1"/>
          </p:cNvGraphicFramePr>
          <p:nvPr userDrawn="1">
            <p:custDataLst>
              <p:tags r:id="rId2"/>
            </p:custDataLs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spid="_x0000_s7248" name="think-cell Folie" r:id="rId4" imgW="530" imgH="531" progId="TCLayout.ActiveDocument.1">
                  <p:embed/>
                </p:oleObj>
              </mc:Choice>
              <mc:Fallback>
                <p:oleObj name="think-cell Folie" r:id="rId4" imgW="530" imgH="531" progId="TCLayout.ActiveDocument.1">
                  <p:embed/>
                  <p:pic>
                    <p:nvPicPr>
                      <p:cNvPr id="2" name="Objekt 1" hidden="1">
                        <a:extLst>
                          <a:ext uri="{FF2B5EF4-FFF2-40B4-BE49-F238E27FC236}">
                            <a16:creationId xmlns:a16="http://schemas.microsoft.com/office/drawing/2014/main" id="{C1181822-5483-42EE-9F27-1920ACBE9D4E}"/>
                          </a:ext>
                        </a:extLst>
                      </p:cNvPr>
                      <p:cNvPicPr/>
                      <p:nvPr/>
                    </p:nvPicPr>
                    <p:blipFill>
                      <a:blip r:embed="rId5"/>
                      <a:stretch>
                        <a:fillRect/>
                      </a:stretch>
                    </p:blipFill>
                    <p:spPr>
                      <a:xfrm>
                        <a:off x="1589" y="1193"/>
                        <a:ext cx="1587" cy="1190"/>
                      </a:xfrm>
                      <a:prstGeom prst="rect">
                        <a:avLst/>
                      </a:prstGeom>
                    </p:spPr>
                  </p:pic>
                </p:oleObj>
              </mc:Fallback>
            </mc:AlternateContent>
          </a:graphicData>
        </a:graphic>
      </p:graphicFrame>
      <p:sp>
        <p:nvSpPr>
          <p:cNvPr id="6" name="Text Placeholder 5"/>
          <p:cNvSpPr>
            <a:spLocks noGrp="1"/>
          </p:cNvSpPr>
          <p:nvPr>
            <p:ph type="body" sz="quarter" idx="10"/>
          </p:nvPr>
        </p:nvSpPr>
        <p:spPr>
          <a:xfrm>
            <a:off x="54428" y="57150"/>
            <a:ext cx="7674429" cy="400050"/>
          </a:xfrm>
          <a:prstGeom prst="rect">
            <a:avLst/>
          </a:prstGeom>
        </p:spPr>
        <p:txBody>
          <a:bodyPr/>
          <a:lstStyle>
            <a:lvl1pPr marL="0" indent="0">
              <a:buFontTx/>
              <a:buNone/>
              <a:defRPr lang="de-DE" sz="1714" b="1" kern="1200" dirty="0">
                <a:solidFill>
                  <a:srgbClr val="3B8809"/>
                </a:solidFill>
                <a:latin typeface="Calibri" panose="020F0502020204030204" pitchFamily="34" charset="0"/>
                <a:ea typeface="+mj-ea"/>
                <a:cs typeface="Calibri" panose="020F0502020204030204" pitchFamily="34" charset="0"/>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
        <p:nvSpPr>
          <p:cNvPr id="8" name="Text Placeholder 7"/>
          <p:cNvSpPr>
            <a:spLocks noGrp="1"/>
          </p:cNvSpPr>
          <p:nvPr>
            <p:ph type="body" sz="quarter" idx="11" hasCustomPrompt="1"/>
          </p:nvPr>
        </p:nvSpPr>
        <p:spPr>
          <a:xfrm>
            <a:off x="0" y="4229100"/>
            <a:ext cx="816429" cy="228600"/>
          </a:xfrm>
          <a:prstGeom prst="rect">
            <a:avLst/>
          </a:prstGeom>
        </p:spPr>
        <p:txBody>
          <a:bodyPr/>
          <a:lstStyle>
            <a:lvl1pPr marL="0" indent="0">
              <a:buFontTx/>
              <a:buNone/>
              <a:defRPr sz="714" baseline="0"/>
            </a:lvl1pPr>
            <a:lvl2pPr marL="326578" indent="0">
              <a:buFontTx/>
              <a:buNone/>
              <a:defRPr sz="714"/>
            </a:lvl2pPr>
            <a:lvl3pPr marL="653156" indent="0">
              <a:buFontTx/>
              <a:buNone/>
              <a:defRPr sz="714"/>
            </a:lvl3pPr>
            <a:lvl4pPr marL="979734" indent="0">
              <a:buFontTx/>
              <a:buNone/>
              <a:defRPr sz="714"/>
            </a:lvl4pPr>
            <a:lvl5pPr marL="1306312" indent="0">
              <a:buFontTx/>
              <a:buNone/>
              <a:defRPr sz="714"/>
            </a:lvl5pPr>
          </a:lstStyle>
          <a:p>
            <a:pPr lvl="0"/>
            <a:r>
              <a:rPr lang="de-DE" dirty="0"/>
              <a:t>Insert Text Here</a:t>
            </a:r>
          </a:p>
        </p:txBody>
      </p:sp>
      <p:sp>
        <p:nvSpPr>
          <p:cNvPr id="10" name="Text Placeholder 9"/>
          <p:cNvSpPr>
            <a:spLocks noGrp="1"/>
          </p:cNvSpPr>
          <p:nvPr>
            <p:ph type="body" sz="quarter" idx="12"/>
          </p:nvPr>
        </p:nvSpPr>
        <p:spPr>
          <a:xfrm>
            <a:off x="163286" y="4629150"/>
            <a:ext cx="8817429" cy="342900"/>
          </a:xfrm>
          <a:prstGeom prst="rect">
            <a:avLst/>
          </a:prstGeom>
        </p:spPr>
        <p:txBody>
          <a:bodyPr/>
          <a:lstStyle>
            <a:lvl1pPr marL="0" indent="0" algn="ctr">
              <a:buFontTx/>
              <a:buNone/>
              <a:defRPr sz="1286" b="1">
                <a:solidFill>
                  <a:schemeClr val="bg1"/>
                </a:solidFill>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Tree>
    <p:extLst>
      <p:ext uri="{BB962C8B-B14F-4D97-AF65-F5344CB8AC3E}">
        <p14:creationId xmlns:p14="http://schemas.microsoft.com/office/powerpoint/2010/main" val="17211945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28844522"/>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17" y="539378"/>
            <a:ext cx="8224837" cy="40350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22" b="1" kern="1200" dirty="0">
                <a:solidFill>
                  <a:schemeClr val="tx2"/>
                </a:solidFill>
                <a:latin typeface="Arial" pitchFamily="34" charset="0"/>
                <a:ea typeface="+mj-ea"/>
                <a:cs typeface="Arial" pitchFamily="34" charset="0"/>
              </a:defRPr>
            </a:lvl1pPr>
          </a:lstStyle>
          <a:p>
            <a:pPr lvl="0" algn="l" defTabSz="728928" rtl="0" eaLnBrk="1" fontAlgn="base" latinLnBrk="0" hangingPunct="1">
              <a:spcBef>
                <a:spcPct val="0"/>
              </a:spcBef>
              <a:spcAft>
                <a:spcPct val="0"/>
              </a:spcAft>
              <a:buNone/>
            </a:pPr>
            <a:r>
              <a:rPr lang="en-US" smtClean="0"/>
              <a:t>Click to edit Master title style</a:t>
            </a:r>
            <a:endParaRPr lang="en-US" dirty="0"/>
          </a:p>
        </p:txBody>
      </p:sp>
      <p:sp>
        <p:nvSpPr>
          <p:cNvPr id="4" name="TextBox 20"/>
          <p:cNvSpPr txBox="1">
            <a:spLocks noChangeArrowheads="1"/>
          </p:cNvSpPr>
          <p:nvPr userDrawn="1"/>
        </p:nvSpPr>
        <p:spPr bwMode="gray">
          <a:xfrm>
            <a:off x="481015" y="4972062"/>
            <a:ext cx="5900654" cy="138499"/>
          </a:xfrm>
          <a:prstGeom prst="rect">
            <a:avLst/>
          </a:prstGeom>
          <a:noFill/>
          <a:ln w="9525">
            <a:noFill/>
            <a:miter lim="800000"/>
            <a:headEnd/>
            <a:tailEnd/>
          </a:ln>
        </p:spPr>
        <p:txBody>
          <a:bodyPr wrap="none" lIns="0" tIns="0" rIns="0" bIns="0">
            <a:spAutoFit/>
          </a:bodyPr>
          <a:lstStyle/>
          <a:p>
            <a:pPr defTabSz="728928">
              <a:defRPr/>
            </a:pPr>
            <a:r>
              <a:rPr lang="en-US" sz="900" dirty="0" smtClean="0">
                <a:solidFill>
                  <a:srgbClr val="6D6E71"/>
                </a:solidFill>
              </a:rPr>
              <a:t> The contents in this document are </a:t>
            </a:r>
            <a:r>
              <a:rPr lang="en-US" sz="900" dirty="0" smtClean="0">
                <a:solidFill>
                  <a:prstClr val="white">
                    <a:lumMod val="50000"/>
                  </a:prstClr>
                </a:solidFill>
                <a:ea typeface="Times New Roman"/>
              </a:rPr>
              <a:t>Confidential &amp; Proprietary</a:t>
            </a:r>
            <a:r>
              <a:rPr lang="en-US" sz="900" dirty="0" smtClean="0">
                <a:solidFill>
                  <a:prstClr val="white">
                    <a:lumMod val="50000"/>
                  </a:prstClr>
                </a:solidFill>
              </a:rPr>
              <a:t>. </a:t>
            </a:r>
            <a:r>
              <a:rPr lang="en-US" sz="900" dirty="0" smtClean="0">
                <a:solidFill>
                  <a:srgbClr val="6D6E71"/>
                </a:solidFill>
              </a:rPr>
              <a:t>Copyright © 2017 Tech Mahindra. All rights reserved.</a:t>
            </a:r>
            <a:endParaRPr lang="en-US" sz="900" dirty="0">
              <a:solidFill>
                <a:srgbClr val="6D6E71"/>
              </a:solidFill>
            </a:endParaRPr>
          </a:p>
        </p:txBody>
      </p:sp>
      <p:sp>
        <p:nvSpPr>
          <p:cNvPr id="6" name="Slide Number Placeholder 5"/>
          <p:cNvSpPr txBox="1">
            <a:spLocks/>
          </p:cNvSpPr>
          <p:nvPr userDrawn="1"/>
        </p:nvSpPr>
        <p:spPr bwMode="auto">
          <a:xfrm>
            <a:off x="8838490" y="4948979"/>
            <a:ext cx="141064" cy="138499"/>
          </a:xfrm>
          <a:prstGeom prst="rect">
            <a:avLst/>
          </a:prstGeom>
          <a:noFill/>
          <a:ln w="9525">
            <a:noFill/>
            <a:miter lim="800000"/>
            <a:headEnd/>
            <a:tailEnd/>
          </a:ln>
        </p:spPr>
        <p:txBody>
          <a:bodyPr wrap="none" lIns="0" tIns="0" rIns="0" bIns="0" anchor="ctr">
            <a:spAutoFit/>
          </a:bodyPr>
          <a:lstStyle/>
          <a:p>
            <a:pPr algn="r" defTabSz="728928">
              <a:defRPr/>
            </a:pPr>
            <a:fld id="{6856ECDB-1CEE-4F69-ADCA-557460F2116E}" type="slidenum">
              <a:rPr lang="en-US" sz="900">
                <a:solidFill>
                  <a:srgbClr val="6D6E71"/>
                </a:solidFill>
              </a:rPr>
              <a:pPr algn="r" defTabSz="728928">
                <a:defRPr/>
              </a:pPr>
              <a:t>‹#›</a:t>
            </a:fld>
            <a:endParaRPr lang="en-US" sz="900" dirty="0">
              <a:solidFill>
                <a:srgbClr val="6D6E71"/>
              </a:solidFill>
            </a:endParaRPr>
          </a:p>
        </p:txBody>
      </p:sp>
      <p:pic>
        <p:nvPicPr>
          <p:cNvPr id="7" name="Picture 6" descr="Ridge.pdf"/>
          <p:cNvPicPr>
            <a:picLocks noChangeAspect="1"/>
          </p:cNvPicPr>
          <p:nvPr userDrawn="1"/>
        </p:nvPicPr>
        <p:blipFill>
          <a:blip r:embed="rId3" cstate="email"/>
          <a:stretch>
            <a:fillRect/>
          </a:stretch>
        </p:blipFill>
        <p:spPr bwMode="ltGray">
          <a:xfrm>
            <a:off x="459" y="18"/>
            <a:ext cx="2270124" cy="619126"/>
          </a:xfrm>
          <a:prstGeom prst="rect">
            <a:avLst/>
          </a:prstGeom>
        </p:spPr>
      </p:pic>
    </p:spTree>
    <p:extLst>
      <p:ext uri="{BB962C8B-B14F-4D97-AF65-F5344CB8AC3E}">
        <p14:creationId xmlns:p14="http://schemas.microsoft.com/office/powerpoint/2010/main" val="2157980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25" y="592612"/>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2881" rtl="0" eaLnBrk="1" fontAlgn="base" latinLnBrk="0" hangingPunct="1">
              <a:spcBef>
                <a:spcPct val="0"/>
              </a:spcBef>
              <a:spcAft>
                <a:spcPct val="0"/>
              </a:spcAft>
              <a:buNone/>
            </a:pPr>
            <a:r>
              <a:rPr lang="en-US" dirty="0" smtClean="0"/>
              <a:t>CLICK TO EDIT MASTER TITLE STYLE</a:t>
            </a:r>
            <a:endParaRPr lang="en-US" dirty="0"/>
          </a:p>
        </p:txBody>
      </p:sp>
      <p:sp>
        <p:nvSpPr>
          <p:cNvPr id="4" name="Text Placeholder 4"/>
          <p:cNvSpPr>
            <a:spLocks noGrp="1"/>
          </p:cNvSpPr>
          <p:nvPr>
            <p:ph type="body" sz="quarter" idx="10" hasCustomPrompt="1"/>
          </p:nvPr>
        </p:nvSpPr>
        <p:spPr bwMode="gray">
          <a:xfrm>
            <a:off x="481012" y="1478757"/>
            <a:ext cx="8224838" cy="1415772"/>
          </a:xfrm>
        </p:spPr>
        <p:txBody>
          <a:bodyPr wrap="square">
            <a:spAutoFit/>
          </a:bodyPr>
          <a:lstStyle>
            <a:lvl1pPr>
              <a:spcBef>
                <a:spcPts val="0"/>
              </a:spcBef>
              <a:spcAft>
                <a:spcPts val="0"/>
              </a:spcAft>
              <a:defRPr lang="en-US" sz="18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2716" indent="-285275">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1652" indent="-272591">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7542" indent="-228218">
              <a:spcBef>
                <a:spcPts val="0"/>
              </a:spcBef>
              <a:spcAft>
                <a:spcPts val="0"/>
              </a:spcAft>
              <a:buSzPct val="70000"/>
              <a:defRPr sz="1800" baseline="0">
                <a:latin typeface="Arial" pitchFamily="34" charset="0"/>
                <a:cs typeface="Arial" pitchFamily="34" charset="0"/>
              </a:defRPr>
            </a:lvl8pPr>
            <a:lvl9pPr marL="1821011" indent="-223464">
              <a:spcBef>
                <a:spcPts val="0"/>
              </a:spcBef>
              <a:spcAft>
                <a:spcPts val="0"/>
              </a:spcAft>
              <a:buSzPct val="70000"/>
              <a:buFont typeface="Arial" pitchFamily="34" charset="0"/>
              <a:buChar char="–"/>
              <a:defRPr sz="1800">
                <a:latin typeface="Arial" pitchFamily="34" charset="0"/>
                <a:cs typeface="Arial" pitchFamily="34" charset="0"/>
              </a:defRPr>
            </a:lvl9pPr>
          </a:lstStyle>
          <a:p>
            <a:pPr marL="290031" lvl="0" indent="-290031" algn="l" defTabSz="912881"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0551" lvl="2" indent="-278938" algn="l" defTabSz="912881"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49487" lvl="3" indent="-278938" algn="l" defTabSz="912881"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4764" lvl="4" indent="-285275" algn="l" defTabSz="931904"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2716" lvl="5" indent="-285275" algn="l" defTabSz="912881"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2056608636"/>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74"/>
            <a:ext cx="8224837" cy="44999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24" b="1" kern="1200" dirty="0">
                <a:solidFill>
                  <a:schemeClr val="tx1">
                    <a:lumMod val="75000"/>
                    <a:lumOff val="25000"/>
                  </a:schemeClr>
                </a:solidFill>
                <a:latin typeface="Arial" pitchFamily="34" charset="0"/>
                <a:ea typeface="+mj-ea"/>
                <a:cs typeface="Arial" pitchFamily="34" charset="0"/>
              </a:defRPr>
            </a:lvl1pPr>
          </a:lstStyle>
          <a:p>
            <a:pPr lvl="0" algn="l" defTabSz="814001" rtl="0" eaLnBrk="1" fontAlgn="base" latinLnBrk="0" hangingPunct="1">
              <a:spcBef>
                <a:spcPct val="0"/>
              </a:spcBef>
              <a:spcAft>
                <a:spcPct val="0"/>
              </a:spcAft>
              <a:buNone/>
            </a:pPr>
            <a:r>
              <a:rPr lang="en-US" dirty="0"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72"/>
            <a:ext cx="8224838" cy="1231106"/>
          </a:xfrm>
        </p:spPr>
        <p:txBody>
          <a:bodyPr wrap="square">
            <a:spAutoFit/>
          </a:bodyPr>
          <a:lstStyle>
            <a:lvl1pPr algn="l" rtl="0" eaLnBrk="1" latinLnBrk="0" hangingPunct="1">
              <a:spcBef>
                <a:spcPts val="0"/>
              </a:spcBef>
              <a:spcAft>
                <a:spcPts val="0"/>
              </a:spcAft>
              <a:buClr>
                <a:schemeClr val="bg2"/>
              </a:buClr>
              <a:buSzPct val="120000"/>
              <a:defRPr lang="en-US" sz="1575"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75"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5pPr>
            <a:lvl6pPr marL="1277522" indent="-254377">
              <a:spcBef>
                <a:spcPts val="0"/>
              </a:spcBef>
              <a:spcAft>
                <a:spcPts val="0"/>
              </a:spcAft>
              <a:buClr>
                <a:schemeClr val="tx2"/>
              </a:buClr>
              <a:buSzPct val="70000"/>
              <a:buFont typeface="Wingdings" pitchFamily="2" charset="2"/>
              <a:buChar char="§"/>
              <a:defRPr lang="en-US" sz="1575" kern="1200" dirty="0" smtClean="0">
                <a:solidFill>
                  <a:schemeClr val="tx1"/>
                </a:solidFill>
                <a:latin typeface="Arial" pitchFamily="34" charset="0"/>
                <a:ea typeface="+mn-ea"/>
                <a:cs typeface="Arial" pitchFamily="34" charset="0"/>
              </a:defRPr>
            </a:lvl6pPr>
            <a:lvl7pPr marL="1526245" indent="-243068">
              <a:spcBef>
                <a:spcPts val="0"/>
              </a:spcBef>
              <a:spcAft>
                <a:spcPts val="0"/>
              </a:spcAft>
              <a:buClr>
                <a:schemeClr val="tx2"/>
              </a:buClr>
              <a:buSzPct val="70000"/>
              <a:buFont typeface="Arial" pitchFamily="34" charset="0"/>
              <a:buChar char="–"/>
              <a:defRPr sz="1575" baseline="0">
                <a:solidFill>
                  <a:schemeClr val="tx1"/>
                </a:solidFill>
                <a:latin typeface="+mn-lt"/>
                <a:cs typeface="Arial" pitchFamily="34" charset="0"/>
              </a:defRPr>
            </a:lvl7pPr>
            <a:lvl8pPr marL="1424495" indent="-203499">
              <a:spcBef>
                <a:spcPts val="0"/>
              </a:spcBef>
              <a:spcAft>
                <a:spcPts val="0"/>
              </a:spcAft>
              <a:buSzPct val="70000"/>
              <a:defRPr sz="1575" baseline="0">
                <a:latin typeface="Arial" pitchFamily="34" charset="0"/>
                <a:cs typeface="Arial" pitchFamily="34" charset="0"/>
              </a:defRPr>
            </a:lvl8pPr>
            <a:lvl9pPr marL="1623760" indent="-199260">
              <a:spcBef>
                <a:spcPts val="0"/>
              </a:spcBef>
              <a:spcAft>
                <a:spcPts val="0"/>
              </a:spcAft>
              <a:buSzPct val="70000"/>
              <a:buFont typeface="Arial" pitchFamily="34" charset="0"/>
              <a:buChar char="–"/>
              <a:defRPr sz="1575">
                <a:latin typeface="Arial" pitchFamily="34" charset="0"/>
                <a:cs typeface="Arial" pitchFamily="34" charset="0"/>
              </a:defRPr>
            </a:lvl9pPr>
          </a:lstStyle>
          <a:p>
            <a:pPr marL="258618" lvl="0" indent="-258618" algn="l" defTabSz="814001"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08749" lvl="2" indent="-248723" algn="l" defTabSz="814001"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757469" lvl="3" indent="-248723" algn="l" defTabSz="814001"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011848" lvl="4" indent="-254377" algn="l" defTabSz="830959"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277522" lvl="5" indent="-254377" algn="l" defTabSz="814001"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25770903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16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4" y="539354"/>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57"/>
            <a:ext cx="8224838"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12" y="859319"/>
            <a:ext cx="8224838" cy="212783"/>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40604254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Standard tex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1422401" y="114300"/>
            <a:ext cx="6451600" cy="384576"/>
          </a:xfrm>
          <a:prstGeom prst="rect">
            <a:avLst/>
          </a:prstGeom>
        </p:spPr>
        <p:txBody>
          <a:bodyPr lIns="0" tIns="0" rIns="0" bIns="0"/>
          <a:lstStyle>
            <a:lvl1pPr marL="0" indent="0" algn="ctr">
              <a:spcBef>
                <a:spcPts val="0"/>
              </a:spcBef>
              <a:buFontTx/>
              <a:buNone/>
              <a:defRPr sz="2000" b="1" baseline="0">
                <a:solidFill>
                  <a:schemeClr val="tx1"/>
                </a:solidFill>
              </a:defRPr>
            </a:lvl1pPr>
          </a:lstStyle>
          <a:p>
            <a:pPr lvl="0"/>
            <a:r>
              <a:rPr lang="de-DE" dirty="0" smtClean="0"/>
              <a:t>Click to add title</a:t>
            </a:r>
            <a:endParaRPr lang="de-DE" dirty="0"/>
          </a:p>
        </p:txBody>
      </p:sp>
      <p:sp>
        <p:nvSpPr>
          <p:cNvPr id="4" name="Textplatzhalter 3"/>
          <p:cNvSpPr>
            <a:spLocks noGrp="1"/>
          </p:cNvSpPr>
          <p:nvPr>
            <p:ph type="body" sz="quarter" idx="12" hasCustomPrompt="1"/>
          </p:nvPr>
        </p:nvSpPr>
        <p:spPr>
          <a:xfrm>
            <a:off x="828000" y="1026001"/>
            <a:ext cx="7488000" cy="280800"/>
          </a:xfrm>
          <a:prstGeom prst="rect">
            <a:avLst/>
          </a:prstGeom>
        </p:spPr>
        <p:txBody>
          <a:bodyPr lIns="0" tIns="0" rIns="0" bIns="0"/>
          <a:lstStyle>
            <a:lvl1pPr marL="0" indent="0">
              <a:spcBef>
                <a:spcPts val="0"/>
              </a:spcBef>
              <a:buFontTx/>
              <a:buNone/>
              <a:defRPr sz="1500"/>
            </a:lvl1pPr>
          </a:lstStyle>
          <a:p>
            <a:pPr lvl="0"/>
            <a:r>
              <a:rPr lang="de-DE" dirty="0" smtClean="0"/>
              <a:t>Click </a:t>
            </a:r>
            <a:r>
              <a:rPr lang="de-DE" dirty="0" err="1" smtClean="0"/>
              <a:t>to</a:t>
            </a:r>
            <a:r>
              <a:rPr lang="de-DE" dirty="0" smtClean="0"/>
              <a:t> </a:t>
            </a:r>
            <a:r>
              <a:rPr lang="de-DE" dirty="0" err="1" smtClean="0"/>
              <a:t>add</a:t>
            </a:r>
            <a:r>
              <a:rPr lang="de-DE" dirty="0" smtClean="0"/>
              <a:t> </a:t>
            </a:r>
            <a:r>
              <a:rPr lang="de-DE" dirty="0" err="1" smtClean="0"/>
              <a:t>subtitle</a:t>
            </a:r>
            <a:endParaRPr lang="de-DE" dirty="0"/>
          </a:p>
        </p:txBody>
      </p:sp>
      <p:sp>
        <p:nvSpPr>
          <p:cNvPr id="5" name="Textplatzhalter 4"/>
          <p:cNvSpPr>
            <a:spLocks noGrp="1"/>
          </p:cNvSpPr>
          <p:nvPr>
            <p:ph type="body" sz="quarter" idx="13"/>
          </p:nvPr>
        </p:nvSpPr>
        <p:spPr>
          <a:xfrm>
            <a:off x="828673" y="1593001"/>
            <a:ext cx="7488000" cy="2970000"/>
          </a:xfrm>
          <a:prstGeom prst="rect">
            <a:avLst/>
          </a:prstGeom>
        </p:spPr>
        <p:txBody>
          <a:bodyPr lIns="0" tIns="0" rIns="0" bIns="0" spcCol="324000"/>
          <a:lstStyle>
            <a:lvl1pPr marL="144002" indent="-144002">
              <a:spcBef>
                <a:spcPts val="0"/>
              </a:spcBef>
              <a:defRPr sz="1200"/>
            </a:lvl1pPr>
            <a:lvl2pPr marL="288004" indent="-144002">
              <a:spcBef>
                <a:spcPts val="0"/>
              </a:spcBef>
              <a:defRPr sz="1200"/>
            </a:lvl2pPr>
            <a:lvl3pPr marL="432005" indent="-144002">
              <a:spcBef>
                <a:spcPts val="0"/>
              </a:spcBef>
              <a:buFont typeface="Wingdings" panose="05000000000000000000" pitchFamily="2" charset="2"/>
              <a:buChar char="§"/>
              <a:defRPr sz="1200"/>
            </a:lvl3pPr>
            <a:lvl4pPr marL="576008" indent="-144002">
              <a:spcBef>
                <a:spcPts val="0"/>
              </a:spcBef>
              <a:buFont typeface="Arial" panose="020B0604020202020204" pitchFamily="34" charset="0"/>
              <a:buChar char="•"/>
              <a:defRPr sz="1200"/>
            </a:lvl4pPr>
            <a:lvl5pPr marL="720009" indent="-152402">
              <a:spcBef>
                <a:spcPts val="0"/>
              </a:spcBef>
              <a:buFont typeface="Calibri" panose="020F0502020204030204" pitchFamily="34" charset="0"/>
              <a:buChar char="─"/>
              <a:defRPr sz="1200"/>
            </a:lvl5pPr>
            <a:lvl6pPr marL="864011" indent="-152402">
              <a:spcBef>
                <a:spcPts val="0"/>
              </a:spcBef>
              <a:buFont typeface="Calibri" panose="020F0502020204030204" pitchFamily="34" charset="0"/>
              <a:buChar char="─"/>
              <a:defRPr sz="1200"/>
            </a:lvl6pPr>
            <a:lvl7pPr marL="1008013" indent="-144002">
              <a:spcBef>
                <a:spcPts val="0"/>
              </a:spcBef>
              <a:buFont typeface="Calibri" panose="020F0502020204030204" pitchFamily="34" charset="0"/>
              <a:buChar char="─"/>
              <a:defRPr sz="1200"/>
            </a:lvl7pPr>
            <a:lvl8pPr marL="1152014" indent="-144002">
              <a:spcBef>
                <a:spcPts val="0"/>
              </a:spcBef>
              <a:buFont typeface="Calibri" panose="020F0502020204030204" pitchFamily="34" charset="0"/>
              <a:buChar char="─"/>
              <a:defRPr sz="1200"/>
            </a:lvl8pPr>
            <a:lvl9pPr marL="1296017" indent="-144002">
              <a:spcBef>
                <a:spcPts val="0"/>
              </a:spcBef>
              <a:buFont typeface="Calibri" panose="020F0502020204030204" pitchFamily="34" charset="0"/>
              <a:buChar cha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4545811"/>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755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8_Content slide">
    <p:spTree>
      <p:nvGrpSpPr>
        <p:cNvPr id="1" name=""/>
        <p:cNvGrpSpPr/>
        <p:nvPr/>
      </p:nvGrpSpPr>
      <p:grpSpPr>
        <a:xfrm>
          <a:off x="0" y="0"/>
          <a:ext cx="0" cy="0"/>
          <a:chOff x="0" y="0"/>
          <a:chExt cx="0" cy="0"/>
        </a:xfrm>
      </p:grpSpPr>
      <p:sp>
        <p:nvSpPr>
          <p:cNvPr id="4" name="Title 3"/>
          <p:cNvSpPr>
            <a:spLocks noGrp="1"/>
          </p:cNvSpPr>
          <p:nvPr>
            <p:ph type="title"/>
          </p:nvPr>
        </p:nvSpPr>
        <p:spPr>
          <a:xfrm>
            <a:off x="628650" y="167634"/>
            <a:ext cx="7886700" cy="307990"/>
          </a:xfrm>
          <a:prstGeom prst="rect">
            <a:avLst/>
          </a:prstGeom>
        </p:spPr>
        <p:txBody>
          <a:bodyPr/>
          <a:lstStyle>
            <a:lvl1pPr>
              <a:defRPr sz="2000"/>
            </a:lvl1pPr>
          </a:lstStyle>
          <a:p>
            <a:r>
              <a:rPr lang="en-US" dirty="0" smtClean="0"/>
              <a:t>Click to edit Master title style</a:t>
            </a:r>
            <a:endParaRPr lang="en-US" dirty="0"/>
          </a:p>
        </p:txBody>
      </p:sp>
      <p:sp>
        <p:nvSpPr>
          <p:cNvPr id="6" name="Text Placeholder 41"/>
          <p:cNvSpPr>
            <a:spLocks noGrp="1"/>
          </p:cNvSpPr>
          <p:nvPr>
            <p:ph type="body" sz="quarter" idx="13"/>
          </p:nvPr>
        </p:nvSpPr>
        <p:spPr bwMode="gray">
          <a:xfrm>
            <a:off x="628650" y="475624"/>
            <a:ext cx="7886700" cy="253950"/>
          </a:xfrm>
          <a:prstGeom prst="rect">
            <a:avLst/>
          </a:prstGeom>
        </p:spPr>
        <p:txBody>
          <a:bodyPr/>
          <a:lstStyle>
            <a:lvl1pPr marL="0" indent="0">
              <a:buNone/>
              <a:defRPr sz="1600" b="0" i="1">
                <a:solidFill>
                  <a:srgbClr val="FF0000"/>
                </a:solidFill>
                <a:latin typeface="+mj-lt"/>
                <a:cs typeface="Arial"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2880790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9_Content slide">
    <p:spTree>
      <p:nvGrpSpPr>
        <p:cNvPr id="1" name=""/>
        <p:cNvGrpSpPr/>
        <p:nvPr/>
      </p:nvGrpSpPr>
      <p:grpSpPr>
        <a:xfrm>
          <a:off x="0" y="0"/>
          <a:ext cx="0" cy="0"/>
          <a:chOff x="0" y="0"/>
          <a:chExt cx="0" cy="0"/>
        </a:xfrm>
      </p:grpSpPr>
      <p:sp>
        <p:nvSpPr>
          <p:cNvPr id="4" name="Title 3"/>
          <p:cNvSpPr>
            <a:spLocks noGrp="1"/>
          </p:cNvSpPr>
          <p:nvPr>
            <p:ph type="title"/>
          </p:nvPr>
        </p:nvSpPr>
        <p:spPr>
          <a:xfrm>
            <a:off x="628650" y="167634"/>
            <a:ext cx="7886700" cy="307990"/>
          </a:xfrm>
          <a:prstGeom prst="rect">
            <a:avLst/>
          </a:prstGeom>
        </p:spPr>
        <p:txBody>
          <a:bodyPr/>
          <a:lstStyle>
            <a:lvl1pPr>
              <a:defRPr sz="2000"/>
            </a:lvl1pPr>
          </a:lstStyle>
          <a:p>
            <a:r>
              <a:rPr lang="en-US" dirty="0" smtClean="0"/>
              <a:t>Click to edit Master title style</a:t>
            </a:r>
            <a:endParaRPr lang="en-US" dirty="0"/>
          </a:p>
        </p:txBody>
      </p:sp>
    </p:spTree>
    <p:extLst>
      <p:ext uri="{BB962C8B-B14F-4D97-AF65-F5344CB8AC3E}">
        <p14:creationId xmlns:p14="http://schemas.microsoft.com/office/powerpoint/2010/main" val="338290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7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7" y="592605"/>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240" rtl="0" eaLnBrk="1" fontAlgn="base" latinLnBrk="0" hangingPunct="1">
              <a:spcBef>
                <a:spcPct val="0"/>
              </a:spcBef>
              <a:spcAft>
                <a:spcPct val="0"/>
              </a:spcAft>
              <a:buNone/>
            </a:pPr>
            <a:r>
              <a:rPr lang="en-US" dirty="0" smtClean="0"/>
              <a:t>CLICK TO EDIT MASTER TITLE STYLE</a:t>
            </a:r>
            <a:endParaRPr lang="en-US" dirty="0"/>
          </a:p>
        </p:txBody>
      </p:sp>
      <p:sp>
        <p:nvSpPr>
          <p:cNvPr id="4" name="Text Placeholder 4"/>
          <p:cNvSpPr>
            <a:spLocks noGrp="1"/>
          </p:cNvSpPr>
          <p:nvPr>
            <p:ph type="body" sz="quarter" idx="10" hasCustomPrompt="1"/>
          </p:nvPr>
        </p:nvSpPr>
        <p:spPr bwMode="gray">
          <a:xfrm>
            <a:off x="481012" y="1478758"/>
            <a:ext cx="8224838" cy="1384995"/>
          </a:xfrm>
        </p:spPr>
        <p:txBody>
          <a:bodyPr wrap="square">
            <a:spAutoFit/>
          </a:bodyPr>
          <a:lstStyle>
            <a:lvl1pPr>
              <a:spcBef>
                <a:spcPts val="0"/>
              </a:spcBef>
              <a:spcAft>
                <a:spcPts val="0"/>
              </a:spcAft>
              <a:defRPr lang="en-US" sz="18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4848" indent="-285701">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4199" indent="-273002">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20" indent="-228558">
              <a:spcBef>
                <a:spcPts val="0"/>
              </a:spcBef>
              <a:spcAft>
                <a:spcPts val="0"/>
              </a:spcAft>
              <a:buSzPct val="70000"/>
              <a:defRPr sz="1800" baseline="0">
                <a:latin typeface="Arial" pitchFamily="34" charset="0"/>
                <a:cs typeface="Arial" pitchFamily="34" charset="0"/>
              </a:defRPr>
            </a:lvl8pPr>
            <a:lvl9pPr marL="1823723" indent="-223796">
              <a:spcBef>
                <a:spcPts val="0"/>
              </a:spcBef>
              <a:spcAft>
                <a:spcPts val="0"/>
              </a:spcAft>
              <a:buSzPct val="70000"/>
              <a:buFont typeface="Arial" pitchFamily="34" charset="0"/>
              <a:buChar char="–"/>
              <a:defRPr sz="1800">
                <a:latin typeface="Arial" pitchFamily="34" charset="0"/>
                <a:cs typeface="Arial" pitchFamily="34" charset="0"/>
              </a:defRPr>
            </a:lvl9pPr>
          </a:lstStyle>
          <a:p>
            <a:pPr marL="290464" lvl="0" indent="-290464" algn="l" defTabSz="91424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402" lvl="2" indent="-279351" algn="l" defTabSz="91424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753" lvl="3" indent="-279351" algn="l" defTabSz="91424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453" lvl="4" indent="-285701" algn="l" defTabSz="933289"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4848" lvl="5" indent="-285701" algn="l" defTabSz="91424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4140391462"/>
      </p:ext>
    </p:extLst>
  </p:cSld>
  <p:clrMapOvr>
    <a:masterClrMapping/>
  </p:clrMapOvr>
  <p:transition>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sp>
        <p:nvSpPr>
          <p:cNvPr id="10"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7" name="Picture 6"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5" name="Picture 4"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sp>
        <p:nvSpPr>
          <p:cNvPr id="6"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8" name="Picture 7"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28322452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22" y="3040282"/>
            <a:ext cx="5511800" cy="20774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27222" y="1638308"/>
            <a:ext cx="5511800" cy="461665"/>
          </a:xfrm>
        </p:spPr>
        <p:txBody>
          <a:bodyPr wrap="square">
            <a:spAutoFit/>
          </a:bodyPr>
          <a:lstStyle>
            <a:lvl1pPr algn="l">
              <a:defRPr sz="3000" b="1">
                <a:solidFill>
                  <a:schemeClr val="bg2"/>
                </a:solidFill>
                <a:latin typeface="Arial" pitchFamily="34" charset="0"/>
                <a:cs typeface="Arial" pitchFamily="34" charset="0"/>
              </a:defRPr>
            </a:lvl1pPr>
          </a:lstStyle>
          <a:p>
            <a:r>
              <a:rPr lang="en-US" dirty="0" smtClean="0"/>
              <a:t>Click to Edit Master Title Style</a:t>
            </a:r>
            <a:endParaRPr lang="en-US" dirty="0"/>
          </a:p>
        </p:txBody>
      </p:sp>
      <p:pic>
        <p:nvPicPr>
          <p:cNvPr id="12" name="Picture 11"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pic>
        <p:nvPicPr>
          <p:cNvPr id="8" name="Picture 7"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6" name="Picture 5"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pic>
        <p:nvPicPr>
          <p:cNvPr id="7" name="Picture 6"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33559790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8_Content slide with subtitle">
    <p:spTree>
      <p:nvGrpSpPr>
        <p:cNvPr id="1" name=""/>
        <p:cNvGrpSpPr/>
        <p:nvPr/>
      </p:nvGrpSpPr>
      <p:grpSpPr>
        <a:xfrm>
          <a:off x="0" y="0"/>
          <a:ext cx="0" cy="0"/>
          <a:chOff x="0" y="0"/>
          <a:chExt cx="0" cy="0"/>
        </a:xfrm>
      </p:grpSpPr>
      <p:pic>
        <p:nvPicPr>
          <p:cNvPr id="6" name="Picture 10" descr="D:\Images Library\Corporate2\CATEGORISED\Backgrouds\shutterstock_147372452.jpg"/>
          <p:cNvPicPr>
            <a:picLocks noChangeAspect="1" noChangeArrowheads="1"/>
          </p:cNvPicPr>
          <p:nvPr userDrawn="1"/>
        </p:nvPicPr>
        <p:blipFill rotWithShape="1">
          <a:blip r:embed="rId2" cstate="email">
            <a:duotone>
              <a:schemeClr val="accent2">
                <a:shade val="45000"/>
                <a:satMod val="135000"/>
              </a:schemeClr>
              <a:prstClr val="white"/>
            </a:duotone>
            <a:extLst>
              <a:ext uri="{28A0092B-C50C-407E-A947-70E740481C1C}">
                <a14:useLocalDpi xmlns:a14="http://schemas.microsoft.com/office/drawing/2010/main"/>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a:xfrm flipH="1">
            <a:off x="-1" y="3"/>
            <a:ext cx="6821870" cy="5143501"/>
          </a:xfrm>
          <a:prstGeom prst="rect">
            <a:avLst/>
          </a:prstGeom>
          <a:gradFill>
            <a:gsLst>
              <a:gs pos="0">
                <a:schemeClr val="bg1">
                  <a:alpha val="84000"/>
                </a:schemeClr>
              </a:gs>
              <a:gs pos="100000">
                <a:schemeClr val="bg1">
                  <a:alpha val="0"/>
                </a:schemeClr>
              </a:gs>
            </a:gsLst>
            <a:lin ang="108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solidFill>
                <a:prstClr val="black"/>
              </a:solidFill>
            </a:endParaRPr>
          </a:p>
        </p:txBody>
      </p:sp>
      <p:pic>
        <p:nvPicPr>
          <p:cNvPr id="11" name="Picture 10"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
        <p:nvSpPr>
          <p:cNvPr id="14"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5"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a:t>
            </a:r>
            <a:r>
              <a:rPr lang="en-US" sz="600" dirty="0" smtClean="0">
                <a:solidFill>
                  <a:srgbClr val="6D6E71"/>
                </a:solidFill>
                <a:cs typeface="Arial" pitchFamily="34" charset="0"/>
              </a:rPr>
              <a:t>2017 </a:t>
            </a:r>
            <a:r>
              <a:rPr lang="en-US" sz="600" dirty="0">
                <a:solidFill>
                  <a:srgbClr val="6D6E71"/>
                </a:solidFill>
                <a:cs typeface="Arial" pitchFamily="34" charset="0"/>
              </a:rPr>
              <a:t>Tech Mahindra. All rights reserved.</a:t>
            </a:r>
          </a:p>
        </p:txBody>
      </p:sp>
    </p:spTree>
    <p:extLst>
      <p:ext uri="{BB962C8B-B14F-4D97-AF65-F5344CB8AC3E}">
        <p14:creationId xmlns:p14="http://schemas.microsoft.com/office/powerpoint/2010/main" val="3917512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40596926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50" y="952904"/>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
        <p:nvSpPr>
          <p:cNvPr id="5" name="Text Placeholder 41"/>
          <p:cNvSpPr>
            <a:spLocks noGrp="1"/>
          </p:cNvSpPr>
          <p:nvPr>
            <p:ph type="body" sz="quarter" idx="13"/>
          </p:nvPr>
        </p:nvSpPr>
        <p:spPr bwMode="gray">
          <a:xfrm>
            <a:off x="481050" y="953083"/>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19822664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51" y="545314"/>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481050" y="1478769"/>
            <a:ext cx="8224839" cy="1384995"/>
          </a:xfr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10348494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5735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42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21" y="539368"/>
            <a:ext cx="8224838"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smtClean="0"/>
              <a:t>Click to edit Master title style</a:t>
            </a:r>
            <a:endParaRPr lang="en-US" dirty="0"/>
          </a:p>
        </p:txBody>
      </p:sp>
      <p:pic>
        <p:nvPicPr>
          <p:cNvPr id="12" name="Picture 11"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
        <p:nvSpPr>
          <p:cNvPr id="9"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0"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a:t>
            </a:r>
            <a:r>
              <a:rPr lang="en-US" sz="600" dirty="0" smtClean="0">
                <a:solidFill>
                  <a:srgbClr val="6D6E71"/>
                </a:solidFill>
                <a:cs typeface="Arial" pitchFamily="34" charset="0"/>
              </a:rPr>
              <a:t>2017 </a:t>
            </a:r>
            <a:r>
              <a:rPr lang="en-US" sz="600" dirty="0">
                <a:solidFill>
                  <a:srgbClr val="6D6E71"/>
                </a:solidFill>
                <a:cs typeface="Arial" pitchFamily="34" charset="0"/>
              </a:rPr>
              <a:t>Tech Mahindra. All rights reserved.</a:t>
            </a:r>
          </a:p>
        </p:txBody>
      </p:sp>
    </p:spTree>
    <p:extLst>
      <p:ext uri="{BB962C8B-B14F-4D97-AF65-F5344CB8AC3E}">
        <p14:creationId xmlns:p14="http://schemas.microsoft.com/office/powerpoint/2010/main" val="19658755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0852885"/>
      </p:ext>
    </p:extLst>
  </p:cSld>
  <p:clrMapOvr>
    <a:masterClrMapping/>
  </p:clrMapOvr>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8" y="2419350"/>
            <a:ext cx="6754416" cy="1772473"/>
          </a:xfrm>
          <a:prstGeom prst="rect">
            <a:avLst/>
          </a:prstGeom>
          <a:noFill/>
          <a:ln w="9525">
            <a:noFill/>
            <a:miter lim="800000"/>
            <a:headEnd/>
            <a:tailEnd/>
          </a:ln>
        </p:spPr>
        <p:txBody>
          <a:bodyPr lIns="0" tIns="0" rIns="0" bIns="0">
            <a:spAutoFit/>
          </a:bodyPr>
          <a:lstStyle/>
          <a:p>
            <a:pPr algn="just" eaLnBrk="1" fontAlgn="auto" hangingPunct="1">
              <a:spcBef>
                <a:spcPts val="585"/>
              </a:spcBef>
              <a:spcAft>
                <a:spcPts val="0"/>
              </a:spcAft>
              <a:defRPr/>
            </a:pPr>
            <a:r>
              <a:rPr lang="en-US" sz="878" b="1" dirty="0">
                <a:solidFill>
                  <a:srgbClr val="6D6E71"/>
                </a:solidFill>
                <a:latin typeface="Arial" pitchFamily="34" charset="0"/>
                <a:cs typeface="Arial" pitchFamily="34" charset="0"/>
              </a:rPr>
              <a:t>Disclaimer </a:t>
            </a:r>
          </a:p>
          <a:p>
            <a:pPr algn="just" eaLnBrk="1" fontAlgn="auto" hangingPunct="1">
              <a:spcBef>
                <a:spcPts val="585"/>
              </a:spcBef>
              <a:spcAft>
                <a:spcPts val="0"/>
              </a:spcAft>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6" name="Slide Number Placeholder 5"/>
          <p:cNvSpPr txBox="1">
            <a:spLocks/>
          </p:cNvSpPr>
          <p:nvPr userDrawn="1"/>
        </p:nvSpPr>
        <p:spPr bwMode="auto">
          <a:xfrm>
            <a:off x="8855072" y="4957873"/>
            <a:ext cx="123432" cy="120033"/>
          </a:xfrm>
          <a:prstGeom prst="rect">
            <a:avLst/>
          </a:prstGeom>
          <a:noFill/>
          <a:ln w="9525">
            <a:noFill/>
            <a:miter lim="800000"/>
            <a:headEnd/>
            <a:tailEnd/>
          </a:ln>
        </p:spPr>
        <p:txBody>
          <a:bodyPr wrap="none" lIns="0" tIns="0" rIns="0" bIns="0" anchor="ctr">
            <a:spAutoFit/>
          </a:bodyPr>
          <a:lstStyle/>
          <a:p>
            <a:pPr algn="r" eaLnBrk="1" fontAlgn="auto" hangingPunct="1">
              <a:spcBef>
                <a:spcPts val="0"/>
              </a:spcBef>
              <a:spcAft>
                <a:spcPts val="0"/>
              </a:spcAft>
              <a:defRPr/>
            </a:pPr>
            <a:fld id="{1EBE6B74-C1B9-4A13-8349-387792A6BF26}" type="slidenum">
              <a:rPr lang="en-US" sz="780">
                <a:solidFill>
                  <a:srgbClr val="6D6E71"/>
                </a:solidFill>
                <a:latin typeface="Arial" pitchFamily="34" charset="0"/>
                <a:cs typeface="Arial" pitchFamily="34" charset="0"/>
              </a:rPr>
              <a:pPr algn="r" eaLnBrk="1" fontAlgn="auto" hangingPunct="1">
                <a:spcBef>
                  <a:spcPts val="0"/>
                </a:spcBef>
                <a:spcAft>
                  <a:spcPts val="0"/>
                </a:spcAft>
                <a:defRPr/>
              </a:pPr>
              <a:t>‹#›</a:t>
            </a:fld>
            <a:endParaRPr lang="en-US" sz="780" dirty="0">
              <a:solidFill>
                <a:srgbClr val="6D6E71"/>
              </a:solidFill>
              <a:latin typeface="Arial" pitchFamily="34" charset="0"/>
              <a:cs typeface="Arial" pitchFamily="34" charset="0"/>
            </a:endParaRP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Tree>
    <p:extLst>
      <p:ext uri="{BB962C8B-B14F-4D97-AF65-F5344CB8AC3E}">
        <p14:creationId xmlns:p14="http://schemas.microsoft.com/office/powerpoint/2010/main" val="263427353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smtClean="0"/>
              <a:t>Click to edit Master title style</a:t>
            </a:r>
            <a:endParaRPr lang="en-US" dirty="0"/>
          </a:p>
        </p:txBody>
      </p:sp>
      <p:sp>
        <p:nvSpPr>
          <p:cNvPr id="3" name="Content Placeholder 2"/>
          <p:cNvSpPr>
            <a:spLocks noGrp="1"/>
          </p:cNvSpPr>
          <p:nvPr>
            <p:ph idx="1"/>
          </p:nvPr>
        </p:nvSpPr>
        <p:spPr>
          <a:xfrm>
            <a:off x="481014" y="1478757"/>
            <a:ext cx="8212137" cy="103874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7164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9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17" y="539366"/>
            <a:ext cx="8224838" cy="31515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048" b="1" kern="1200" dirty="0">
                <a:solidFill>
                  <a:schemeClr val="tx1">
                    <a:lumMod val="75000"/>
                    <a:lumOff val="25000"/>
                  </a:schemeClr>
                </a:solidFill>
                <a:latin typeface="Arial" pitchFamily="34" charset="0"/>
                <a:ea typeface="+mj-ea"/>
                <a:cs typeface="Arial" pitchFamily="34" charset="0"/>
              </a:defRPr>
            </a:lvl1pPr>
          </a:lstStyle>
          <a:p>
            <a:pPr lvl="0" algn="l" defTabSz="668655" rtl="0" eaLnBrk="1" fontAlgn="base" latinLnBrk="0" hangingPunct="1">
              <a:spcBef>
                <a:spcPct val="0"/>
              </a:spcBef>
              <a:spcAft>
                <a:spcPct val="0"/>
              </a:spcAft>
              <a:buNone/>
            </a:pPr>
            <a:r>
              <a:rPr lang="en-US" dirty="0" smtClean="0"/>
              <a:t>Click to edit Master title style</a:t>
            </a:r>
            <a:endParaRPr lang="en-US" dirty="0"/>
          </a:p>
        </p:txBody>
      </p:sp>
      <p:sp>
        <p:nvSpPr>
          <p:cNvPr id="15" name="Slide Number Placeholder 5"/>
          <p:cNvSpPr txBox="1">
            <a:spLocks/>
          </p:cNvSpPr>
          <p:nvPr userDrawn="1"/>
        </p:nvSpPr>
        <p:spPr bwMode="auto">
          <a:xfrm>
            <a:off x="8865764" y="4961986"/>
            <a:ext cx="113814" cy="112467"/>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31">
                <a:solidFill>
                  <a:srgbClr val="6D6E71"/>
                </a:solidFill>
                <a:cs typeface="Arial" pitchFamily="34" charset="0"/>
              </a:rPr>
              <a:pPr algn="r">
                <a:defRPr/>
              </a:pPr>
              <a:t>‹#›</a:t>
            </a:fld>
            <a:endParaRPr lang="en-US" sz="731" dirty="0">
              <a:solidFill>
                <a:srgbClr val="6D6E71"/>
              </a:solidFill>
              <a:cs typeface="Arial" pitchFamily="34" charset="0"/>
            </a:endParaRPr>
          </a:p>
        </p:txBody>
      </p:sp>
      <p:sp>
        <p:nvSpPr>
          <p:cNvPr id="16" name="TextBox 20"/>
          <p:cNvSpPr txBox="1">
            <a:spLocks noChangeArrowheads="1"/>
          </p:cNvSpPr>
          <p:nvPr userDrawn="1"/>
        </p:nvSpPr>
        <p:spPr bwMode="gray">
          <a:xfrm>
            <a:off x="481020" y="4972299"/>
            <a:ext cx="1764907" cy="90025"/>
          </a:xfrm>
          <a:prstGeom prst="rect">
            <a:avLst/>
          </a:prstGeom>
          <a:noFill/>
          <a:ln w="9525">
            <a:noFill/>
            <a:miter lim="800000"/>
            <a:headEnd/>
            <a:tailEnd/>
          </a:ln>
        </p:spPr>
        <p:txBody>
          <a:bodyPr wrap="none" lIns="0" tIns="0" rIns="0" bIns="0">
            <a:spAutoFit/>
          </a:bodyPr>
          <a:lstStyle/>
          <a:p>
            <a:pPr>
              <a:defRPr/>
            </a:pPr>
            <a:r>
              <a:rPr lang="en-US" sz="585" dirty="0">
                <a:solidFill>
                  <a:srgbClr val="6D6E71"/>
                </a:solidFill>
                <a:cs typeface="Arial" pitchFamily="34" charset="0"/>
              </a:rPr>
              <a:t>Copyright © 2016 Tech Mahindra. All rights reserved.</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Tree>
    <p:extLst>
      <p:ext uri="{BB962C8B-B14F-4D97-AF65-F5344CB8AC3E}">
        <p14:creationId xmlns:p14="http://schemas.microsoft.com/office/powerpoint/2010/main" val="135055832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
            <a:ext cx="8229600" cy="103874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itchFamily="34" charset="0"/>
              </a:defRPr>
            </a:lvl1pPr>
          </a:lstStyle>
          <a:p>
            <a:pPr>
              <a:defRPr/>
            </a:pPr>
            <a:endParaRPr lang="en-US"/>
          </a:p>
        </p:txBody>
      </p:sp>
      <p:sp>
        <p:nvSpPr>
          <p:cNvPr id="4" name="Rectangle 4"/>
          <p:cNvSpPr>
            <a:spLocks noGrp="1" noChangeArrowheads="1"/>
          </p:cNvSpPr>
          <p:nvPr>
            <p:ph type="dt" sz="half" idx="11"/>
          </p:nvPr>
        </p:nvSpPr>
        <p:spPr>
          <a:xfrm>
            <a:off x="457200" y="4683919"/>
            <a:ext cx="2133600" cy="357188"/>
          </a:xfrm>
          <a:prstGeom prst="rect">
            <a:avLst/>
          </a:prstGeom>
        </p:spPr>
        <p:txBody>
          <a:bodyPr/>
          <a:lstStyle>
            <a:lvl1pPr>
              <a:defRPr>
                <a:latin typeface="Arial" pitchFamily="34" charset="0"/>
              </a:defRPr>
            </a:lvl1pPr>
          </a:lstStyle>
          <a:p>
            <a:pPr>
              <a:defRPr/>
            </a:pPr>
            <a:endParaRPr lang="en-US"/>
          </a:p>
        </p:txBody>
      </p:sp>
      <p:sp>
        <p:nvSpPr>
          <p:cNvPr id="5" name="Rectangle 5"/>
          <p:cNvSpPr>
            <a:spLocks noGrp="1" noChangeArrowheads="1"/>
          </p:cNvSpPr>
          <p:nvPr>
            <p:ph type="ftr" sz="quarter" idx="12"/>
          </p:nvPr>
        </p:nvSpPr>
        <p:spPr>
          <a:xfrm>
            <a:off x="3124200" y="4683919"/>
            <a:ext cx="2895600" cy="357188"/>
          </a:xfrm>
          <a:prstGeom prst="rect">
            <a:avLst/>
          </a:prstGeom>
        </p:spPr>
        <p:txBody>
          <a:bodyPr/>
          <a:lstStyle>
            <a:lvl1pPr>
              <a:defRPr>
                <a:latin typeface="Arial" pitchFamily="34" charset="0"/>
              </a:defRPr>
            </a:lvl1pPr>
          </a:lstStyle>
          <a:p>
            <a:pPr>
              <a:defRPr/>
            </a:pPr>
            <a:endParaRPr lang="en-US"/>
          </a:p>
        </p:txBody>
      </p:sp>
      <p:sp>
        <p:nvSpPr>
          <p:cNvPr id="6" name="Rectangle 6"/>
          <p:cNvSpPr>
            <a:spLocks noGrp="1" noChangeArrowheads="1"/>
          </p:cNvSpPr>
          <p:nvPr>
            <p:ph type="sldNum" sz="quarter" idx="13"/>
          </p:nvPr>
        </p:nvSpPr>
        <p:spPr>
          <a:xfrm>
            <a:off x="6553200" y="4683919"/>
            <a:ext cx="2133600" cy="357188"/>
          </a:xfrm>
          <a:prstGeom prst="rect">
            <a:avLst/>
          </a:prstGeom>
        </p:spPr>
        <p:txBody>
          <a:bodyPr vert="horz" wrap="square" lIns="91440" tIns="45720" rIns="91440" bIns="45720" numCol="1" anchor="t" anchorCtr="0" compatLnSpc="1">
            <a:prstTxWarp prst="textNoShape">
              <a:avLst/>
            </a:prstTxWarp>
          </a:bodyPr>
          <a:lstStyle>
            <a:lvl1pPr>
              <a:defRPr/>
            </a:lvl1pPr>
          </a:lstStyle>
          <a:p>
            <a:fld id="{C9AA6802-01C1-4BE1-A817-A2903B1301E7}" type="slidenum">
              <a:rPr lang="en-US" altLang="en-US"/>
              <a:pPr/>
              <a:t>‹#›</a:t>
            </a:fld>
            <a:endParaRPr lang="en-US" altLang="en-US"/>
          </a:p>
        </p:txBody>
      </p:sp>
    </p:spTree>
    <p:extLst>
      <p:ext uri="{BB962C8B-B14F-4D97-AF65-F5344CB8AC3E}">
        <p14:creationId xmlns:p14="http://schemas.microsoft.com/office/powerpoint/2010/main" val="14924483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54"/>
            <a:ext cx="8224837" cy="3600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340" b="1" kern="1200" dirty="0">
                <a:solidFill>
                  <a:schemeClr val="tx2"/>
                </a:solidFill>
                <a:latin typeface="+mj-lt"/>
                <a:ea typeface="+mj-ea"/>
                <a:cs typeface="Arial" pitchFamily="34" charset="0"/>
              </a:defRPr>
            </a:lvl1pPr>
          </a:lstStyle>
          <a:p>
            <a:pPr lvl="0" algn="l" defTabSz="891384" rtl="0" eaLnBrk="1" fontAlgn="base" latinLnBrk="0" hangingPunct="1">
              <a:spcBef>
                <a:spcPct val="0"/>
              </a:spcBef>
              <a:spcAft>
                <a:spcPct val="0"/>
              </a:spcAft>
              <a:buNone/>
            </a:pPr>
            <a:r>
              <a:rPr lang="en-US" dirty="0" smtClean="0"/>
              <a:t>Click to edit Master title style</a:t>
            </a:r>
            <a:endParaRPr lang="en-US" dirty="0"/>
          </a:p>
        </p:txBody>
      </p:sp>
    </p:spTree>
    <p:extLst>
      <p:ext uri="{BB962C8B-B14F-4D97-AF65-F5344CB8AC3E}">
        <p14:creationId xmlns:p14="http://schemas.microsoft.com/office/powerpoint/2010/main" val="4115041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32554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4" name="Title 1"/>
          <p:cNvSpPr>
            <a:spLocks noGrp="1"/>
          </p:cNvSpPr>
          <p:nvPr>
            <p:ph type="title"/>
          </p:nvPr>
        </p:nvSpPr>
        <p:spPr bwMode="gray">
          <a:xfrm>
            <a:off x="481014" y="321628"/>
            <a:ext cx="8226425" cy="369332"/>
          </a:xfrm>
          <a:prstGeom prst="rect">
            <a:avLst/>
          </a:prstGeom>
          <a:noFill/>
          <a:ln w="9525">
            <a:noFill/>
            <a:miter lim="800000"/>
            <a:headEnd/>
            <a:tailEnd/>
          </a:ln>
        </p:spPr>
        <p:txBody>
          <a:bodyPr/>
          <a:lstStyle>
            <a:lvl1pPr algn="r">
              <a:defRPr lang="en-US" sz="2340" b="1" kern="1200" dirty="0">
                <a:solidFill>
                  <a:schemeClr val="tx2"/>
                </a:solidFill>
                <a:latin typeface="+mj-lt"/>
                <a:ea typeface="+mj-ea"/>
                <a:cs typeface="Arial" pitchFamily="34" charset="0"/>
              </a:defRPr>
            </a:lvl1pPr>
          </a:lstStyle>
          <a:p>
            <a:pPr lvl="0"/>
            <a:r>
              <a:rPr lang="en-US" dirty="0"/>
              <a:t>Click to edit Master title style</a:t>
            </a:r>
          </a:p>
        </p:txBody>
      </p:sp>
      <p:sp>
        <p:nvSpPr>
          <p:cNvPr id="5" name="Text Placeholder 4"/>
          <p:cNvSpPr>
            <a:spLocks noGrp="1"/>
          </p:cNvSpPr>
          <p:nvPr>
            <p:ph type="body" sz="quarter" idx="10"/>
          </p:nvPr>
        </p:nvSpPr>
        <p:spPr bwMode="gray">
          <a:xfrm>
            <a:off x="482599" y="797820"/>
            <a:ext cx="8224838" cy="1350370"/>
          </a:xfrm>
          <a:prstGeom prst="rect">
            <a:avLst/>
          </a:prstGeom>
        </p:spPr>
        <p:txBody>
          <a:bodyPr/>
          <a:lstStyle>
            <a:lvl1pPr>
              <a:spcBef>
                <a:spcPts val="0"/>
              </a:spcBef>
              <a:spcAft>
                <a:spcPts val="0"/>
              </a:spcAft>
              <a:defRPr lang="en-US" sz="1755" b="0" kern="1200" baseline="0" dirty="0" smtClean="0">
                <a:solidFill>
                  <a:schemeClr val="tx1"/>
                </a:solidFill>
                <a:latin typeface="+mn-lt"/>
                <a:ea typeface="+mn-ea"/>
                <a:cs typeface="Arial" pitchFamily="34" charset="0"/>
              </a:defRPr>
            </a:lvl1pPr>
            <a:lvl2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3pPr>
            <a:lvl4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4pPr>
            <a:lvl5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5pPr>
            <a:lvl6pPr marL="1399188" indent="-278599">
              <a:spcBef>
                <a:spcPts val="0"/>
              </a:spcBef>
              <a:spcAft>
                <a:spcPts val="0"/>
              </a:spcAft>
              <a:buClr>
                <a:schemeClr val="tx2"/>
              </a:buClr>
              <a:buSzPct val="70000"/>
              <a:buFont typeface="Wingdings" pitchFamily="2" charset="2"/>
              <a:buChar char="§"/>
              <a:defRPr lang="en-US" sz="2340" kern="1200" dirty="0" smtClean="0">
                <a:solidFill>
                  <a:schemeClr val="tx1"/>
                </a:solidFill>
                <a:latin typeface="Arial" pitchFamily="34" charset="0"/>
                <a:ea typeface="+mn-ea"/>
                <a:cs typeface="Arial" pitchFamily="34" charset="0"/>
              </a:defRPr>
            </a:lvl6pPr>
            <a:lvl7pPr marL="1671596" indent="-266218">
              <a:spcBef>
                <a:spcPts val="0"/>
              </a:spcBef>
              <a:spcAft>
                <a:spcPts val="0"/>
              </a:spcAft>
              <a:buClr>
                <a:schemeClr val="tx2"/>
              </a:buClr>
              <a:buSzPct val="70000"/>
              <a:buFont typeface="Arial" pitchFamily="34" charset="0"/>
              <a:buChar char="–"/>
              <a:defRPr sz="1755" baseline="0">
                <a:solidFill>
                  <a:schemeClr val="tx1"/>
                </a:solidFill>
                <a:latin typeface="+mn-lt"/>
                <a:cs typeface="Arial" pitchFamily="34" charset="0"/>
              </a:defRPr>
            </a:lvl7pPr>
            <a:lvl8pPr marL="1560156" indent="-222879">
              <a:spcBef>
                <a:spcPts val="0"/>
              </a:spcBef>
              <a:spcAft>
                <a:spcPts val="0"/>
              </a:spcAft>
              <a:buSzPct val="70000"/>
              <a:defRPr sz="1755" baseline="0">
                <a:latin typeface="Arial" pitchFamily="34" charset="0"/>
                <a:cs typeface="Arial" pitchFamily="34" charset="0"/>
              </a:defRPr>
            </a:lvl8pPr>
            <a:lvl9pPr marL="1778393" indent="-218237">
              <a:spcBef>
                <a:spcPts val="0"/>
              </a:spcBef>
              <a:spcAft>
                <a:spcPts val="0"/>
              </a:spcAft>
              <a:buSzPct val="70000"/>
              <a:buFont typeface="Arial" pitchFamily="34" charset="0"/>
              <a:buChar char="–"/>
              <a:defRPr sz="1755">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4"/>
          </p:nvPr>
        </p:nvSpPr>
        <p:spPr>
          <a:xfrm>
            <a:off x="7305072" y="4862757"/>
            <a:ext cx="1787565" cy="273844"/>
          </a:xfrm>
          <a:prstGeom prst="rect">
            <a:avLst/>
          </a:prstGeom>
        </p:spPr>
        <p:txBody>
          <a:bodyPr vert="horz" lIns="91440" tIns="45720" rIns="91440" bIns="45720" rtlCol="0" anchor="ctr"/>
          <a:lstStyle>
            <a:lvl1pPr algn="r" eaLnBrk="1" fontAlgn="auto" hangingPunct="1">
              <a:spcBef>
                <a:spcPts val="0"/>
              </a:spcBef>
              <a:spcAft>
                <a:spcPts val="0"/>
              </a:spcAft>
              <a:defRPr sz="878" smtClean="0">
                <a:solidFill>
                  <a:schemeClr val="tx1">
                    <a:tint val="75000"/>
                  </a:schemeClr>
                </a:solidFill>
                <a:latin typeface="+mn-lt"/>
              </a:defRPr>
            </a:lvl1pPr>
          </a:lstStyle>
          <a:p>
            <a:pPr>
              <a:defRPr/>
            </a:pPr>
            <a:fld id="{9AB19145-4289-4A4D-A88D-1C67EE06EDB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616289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2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8" y="2419350"/>
            <a:ext cx="6754416" cy="1772473"/>
          </a:xfrm>
          <a:prstGeom prst="rect">
            <a:avLst/>
          </a:prstGeom>
          <a:noFill/>
          <a:ln w="9525">
            <a:noFill/>
            <a:miter lim="800000"/>
            <a:headEnd/>
            <a:tailEnd/>
          </a:ln>
        </p:spPr>
        <p:txBody>
          <a:bodyPr lIns="0" tIns="0" rIns="0" bIns="0">
            <a:spAutoFit/>
          </a:bodyPr>
          <a:lstStyle/>
          <a:p>
            <a:pPr algn="just">
              <a:spcBef>
                <a:spcPts val="585"/>
              </a:spcBef>
              <a:defRPr/>
            </a:pPr>
            <a:r>
              <a:rPr lang="en-US" sz="878" b="1" dirty="0">
                <a:solidFill>
                  <a:srgbClr val="6D6E71"/>
                </a:solidFill>
                <a:latin typeface="Arial" pitchFamily="34" charset="0"/>
                <a:cs typeface="Arial" pitchFamily="34" charset="0"/>
              </a:rPr>
              <a:t>Disclaimer </a:t>
            </a:r>
          </a:p>
          <a:p>
            <a:pPr algn="just">
              <a:spcBef>
                <a:spcPts val="585"/>
              </a:spcBef>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6" name="Slide Number Placeholder 5"/>
          <p:cNvSpPr txBox="1">
            <a:spLocks/>
          </p:cNvSpPr>
          <p:nvPr userDrawn="1"/>
        </p:nvSpPr>
        <p:spPr bwMode="auto">
          <a:xfrm>
            <a:off x="8855072" y="4957873"/>
            <a:ext cx="123432" cy="120033"/>
          </a:xfrm>
          <a:prstGeom prst="rect">
            <a:avLst/>
          </a:prstGeom>
          <a:noFill/>
          <a:ln w="9525">
            <a:noFill/>
            <a:miter lim="800000"/>
            <a:headEnd/>
            <a:tailEnd/>
          </a:ln>
        </p:spPr>
        <p:txBody>
          <a:bodyPr wrap="none" lIns="0" tIns="0" rIns="0" bIns="0" anchor="ctr">
            <a:spAutoFit/>
          </a:bodyPr>
          <a:lstStyle/>
          <a:p>
            <a:pPr algn="r">
              <a:defRPr/>
            </a:pPr>
            <a:fld id="{1EBE6B74-C1B9-4A13-8349-387792A6BF26}" type="slidenum">
              <a:rPr lang="en-US" sz="780">
                <a:solidFill>
                  <a:srgbClr val="6D6E71"/>
                </a:solidFill>
                <a:latin typeface="Arial" pitchFamily="34" charset="0"/>
                <a:cs typeface="Arial" pitchFamily="34" charset="0"/>
              </a:rPr>
              <a:pPr algn="r">
                <a:defRPr/>
              </a:pPr>
              <a:t>‹#›</a:t>
            </a:fld>
            <a:endParaRPr lang="en-US" sz="780" dirty="0">
              <a:solidFill>
                <a:srgbClr val="6D6E71"/>
              </a:solidFill>
              <a:latin typeface="Arial" pitchFamily="34" charset="0"/>
              <a:cs typeface="Arial" pitchFamily="34" charset="0"/>
            </a:endParaRPr>
          </a:p>
        </p:txBody>
      </p:sp>
      <p:sp>
        <p:nvSpPr>
          <p:cNvPr id="7" name="TextBox 20"/>
          <p:cNvSpPr txBox="1">
            <a:spLocks noChangeArrowheads="1"/>
          </p:cNvSpPr>
          <p:nvPr userDrawn="1"/>
        </p:nvSpPr>
        <p:spPr bwMode="gray">
          <a:xfrm>
            <a:off x="481013" y="4956573"/>
            <a:ext cx="2364430" cy="120033"/>
          </a:xfrm>
          <a:prstGeom prst="rect">
            <a:avLst/>
          </a:prstGeom>
          <a:noFill/>
          <a:ln w="9525">
            <a:noFill/>
            <a:miter lim="800000"/>
            <a:headEnd/>
            <a:tailEnd/>
          </a:ln>
        </p:spPr>
        <p:txBody>
          <a:bodyPr wrap="none" lIns="0" tIns="0" rIns="0" bIns="0">
            <a:spAutoFit/>
          </a:bodyPr>
          <a:lstStyle/>
          <a:p>
            <a:pPr>
              <a:defRPr/>
            </a:pPr>
            <a:r>
              <a:rPr lang="en-US" sz="780" dirty="0">
                <a:solidFill>
                  <a:srgbClr val="6D6E71"/>
                </a:solidFill>
                <a:latin typeface="Arial" pitchFamily="34" charset="0"/>
                <a:cs typeface="Arial" pitchFamily="34" charset="0"/>
              </a:rPr>
              <a:t>Copyright © 2017 Tech Mahindra. All rights reserved.</a:t>
            </a: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Tree>
    <p:extLst>
      <p:ext uri="{BB962C8B-B14F-4D97-AF65-F5344CB8AC3E}">
        <p14:creationId xmlns:p14="http://schemas.microsoft.com/office/powerpoint/2010/main" val="27890833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3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9" y="2419062"/>
            <a:ext cx="6754812" cy="1772473"/>
          </a:xfrm>
          <a:prstGeom prst="rect">
            <a:avLst/>
          </a:prstGeom>
          <a:noFill/>
          <a:ln w="9525">
            <a:noFill/>
            <a:miter lim="800000"/>
            <a:headEnd/>
            <a:tailEnd/>
          </a:ln>
        </p:spPr>
        <p:txBody>
          <a:bodyPr lIns="0" tIns="0" rIns="0" bIns="0">
            <a:spAutoFit/>
          </a:bodyPr>
          <a:lstStyle/>
          <a:p>
            <a:pPr algn="just" eaLnBrk="0" hangingPunct="0">
              <a:spcBef>
                <a:spcPts val="585"/>
              </a:spcBef>
              <a:defRPr/>
            </a:pPr>
            <a:r>
              <a:rPr lang="en-US" sz="878" b="1" dirty="0">
                <a:solidFill>
                  <a:srgbClr val="6D6E71"/>
                </a:solidFill>
                <a:latin typeface="Arial" pitchFamily="34" charset="0"/>
                <a:cs typeface="Arial" pitchFamily="34" charset="0"/>
              </a:rPr>
              <a:t>Disclaimer </a:t>
            </a:r>
          </a:p>
          <a:p>
            <a:pPr algn="just" eaLnBrk="0" hangingPunct="0">
              <a:spcBef>
                <a:spcPts val="585"/>
              </a:spcBef>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
        <p:nvSpPr>
          <p:cNvPr id="7" name="Slide Number Placeholder 5"/>
          <p:cNvSpPr txBox="1">
            <a:spLocks/>
          </p:cNvSpPr>
          <p:nvPr userDrawn="1"/>
        </p:nvSpPr>
        <p:spPr bwMode="auto">
          <a:xfrm>
            <a:off x="8855469" y="4957874"/>
            <a:ext cx="123432" cy="120033"/>
          </a:xfrm>
          <a:prstGeom prst="rect">
            <a:avLst/>
          </a:prstGeom>
          <a:noFill/>
          <a:ln w="9525">
            <a:noFill/>
            <a:miter lim="800000"/>
            <a:headEnd/>
            <a:tailEnd/>
          </a:ln>
        </p:spPr>
        <p:txBody>
          <a:bodyPr wrap="none" lIns="0" tIns="0" rIns="0" bIns="0" anchor="ctr">
            <a:spAutoFit/>
          </a:bodyPr>
          <a:lstStyle/>
          <a:p>
            <a:pPr algn="r" eaLnBrk="0" hangingPunct="0">
              <a:defRPr/>
            </a:pPr>
            <a:fld id="{13CCAD47-FD76-46E6-8D9F-02939C3786FE}" type="slidenum">
              <a:rPr lang="en-US" sz="780">
                <a:solidFill>
                  <a:srgbClr val="6D6E71"/>
                </a:solidFill>
                <a:latin typeface="Arial" pitchFamily="34" charset="0"/>
                <a:cs typeface="Arial" pitchFamily="34" charset="0"/>
              </a:rPr>
              <a:pPr algn="r" eaLnBrk="0" hangingPunct="0">
                <a:defRPr/>
              </a:pPr>
              <a:t>‹#›</a:t>
            </a:fld>
            <a:endParaRPr lang="en-US" sz="780" dirty="0">
              <a:solidFill>
                <a:srgbClr val="6D6E71"/>
              </a:solidFill>
              <a:latin typeface="Arial" pitchFamily="34" charset="0"/>
              <a:cs typeface="Arial" pitchFamily="34" charset="0"/>
            </a:endParaRPr>
          </a:p>
        </p:txBody>
      </p:sp>
      <p:sp>
        <p:nvSpPr>
          <p:cNvPr id="8" name="TextBox 20"/>
          <p:cNvSpPr txBox="1">
            <a:spLocks noChangeArrowheads="1"/>
          </p:cNvSpPr>
          <p:nvPr userDrawn="1"/>
        </p:nvSpPr>
        <p:spPr bwMode="gray">
          <a:xfrm>
            <a:off x="481013" y="4956335"/>
            <a:ext cx="2364430" cy="120033"/>
          </a:xfrm>
          <a:prstGeom prst="rect">
            <a:avLst/>
          </a:prstGeom>
          <a:noFill/>
          <a:ln w="9525">
            <a:noFill/>
            <a:miter lim="800000"/>
            <a:headEnd/>
            <a:tailEnd/>
          </a:ln>
        </p:spPr>
        <p:txBody>
          <a:bodyPr wrap="none" lIns="0" tIns="0" rIns="0" bIns="0">
            <a:spAutoFit/>
          </a:bodyPr>
          <a:lstStyle/>
          <a:p>
            <a:pPr eaLnBrk="0" hangingPunct="0">
              <a:defRPr/>
            </a:pPr>
            <a:r>
              <a:rPr lang="en-US" sz="780" dirty="0">
                <a:solidFill>
                  <a:srgbClr val="6D6E71"/>
                </a:solidFill>
                <a:latin typeface="Arial" pitchFamily="34" charset="0"/>
                <a:cs typeface="Arial" pitchFamily="34" charset="0"/>
              </a:rPr>
              <a:t>Copyright © 2017 Tech Mahindra. All rights reserved.</a:t>
            </a:r>
          </a:p>
        </p:txBody>
      </p:sp>
    </p:spTree>
    <p:extLst>
      <p:ext uri="{BB962C8B-B14F-4D97-AF65-F5344CB8AC3E}">
        <p14:creationId xmlns:p14="http://schemas.microsoft.com/office/powerpoint/2010/main" val="12579185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6092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6" y="539355"/>
            <a:ext cx="8224837" cy="35920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334" b="1" kern="1200" dirty="0">
                <a:solidFill>
                  <a:schemeClr val="tx2"/>
                </a:solidFill>
                <a:latin typeface="Arial" pitchFamily="34" charset="0"/>
                <a:ea typeface="+mj-ea"/>
                <a:cs typeface="Arial" pitchFamily="34" charset="0"/>
              </a:defRPr>
            </a:lvl1pPr>
          </a:lstStyle>
          <a:p>
            <a:pPr lvl="0" algn="l" defTabSz="666967"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3" y="1478759"/>
            <a:ext cx="8224838" cy="1010213"/>
          </a:xfrm>
        </p:spPr>
        <p:txBody>
          <a:bodyPr wrap="square">
            <a:spAutoFit/>
          </a:bodyPr>
          <a:lstStyle>
            <a:lvl1pPr algn="l" rtl="0" eaLnBrk="1" latinLnBrk="0" hangingPunct="1">
              <a:spcBef>
                <a:spcPts val="0"/>
              </a:spcBef>
              <a:spcAft>
                <a:spcPts val="0"/>
              </a:spcAft>
              <a:buClr>
                <a:schemeClr val="bg2"/>
              </a:buClr>
              <a:buSzPct val="120000"/>
              <a:defRPr lang="en-US" sz="1313"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13"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13"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13"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13" b="0" kern="1200" baseline="0" dirty="0" smtClean="0">
                <a:solidFill>
                  <a:schemeClr val="tx1"/>
                </a:solidFill>
                <a:latin typeface="Arial" pitchFamily="34" charset="0"/>
                <a:ea typeface="+mn-ea"/>
                <a:cs typeface="Arial" pitchFamily="34" charset="0"/>
              </a:defRPr>
            </a:lvl5pPr>
            <a:lvl6pPr marL="1046767" indent="-208428">
              <a:spcBef>
                <a:spcPts val="0"/>
              </a:spcBef>
              <a:spcAft>
                <a:spcPts val="0"/>
              </a:spcAft>
              <a:buClr>
                <a:schemeClr val="tx2"/>
              </a:buClr>
              <a:buSzPct val="70000"/>
              <a:buFont typeface="Wingdings" pitchFamily="2" charset="2"/>
              <a:buChar char="§"/>
              <a:defRPr lang="en-US" sz="1313" kern="1200" dirty="0" smtClean="0">
                <a:solidFill>
                  <a:schemeClr val="tx1"/>
                </a:solidFill>
                <a:latin typeface="Arial" pitchFamily="34" charset="0"/>
                <a:ea typeface="+mn-ea"/>
                <a:cs typeface="Arial" pitchFamily="34" charset="0"/>
              </a:defRPr>
            </a:lvl6pPr>
            <a:lvl7pPr marL="1250563" indent="-199164">
              <a:spcBef>
                <a:spcPts val="0"/>
              </a:spcBef>
              <a:spcAft>
                <a:spcPts val="0"/>
              </a:spcAft>
              <a:buClr>
                <a:schemeClr val="tx2"/>
              </a:buClr>
              <a:buSzPct val="70000"/>
              <a:buFont typeface="Arial" pitchFamily="34" charset="0"/>
              <a:buChar char="–"/>
              <a:defRPr sz="1313" baseline="0">
                <a:solidFill>
                  <a:schemeClr val="tx1"/>
                </a:solidFill>
                <a:latin typeface="+mn-lt"/>
                <a:cs typeface="Arial" pitchFamily="34" charset="0"/>
              </a:defRPr>
            </a:lvl7pPr>
            <a:lvl8pPr marL="1167192" indent="-166742">
              <a:spcBef>
                <a:spcPts val="0"/>
              </a:spcBef>
              <a:spcAft>
                <a:spcPts val="0"/>
              </a:spcAft>
              <a:buSzPct val="70000"/>
              <a:defRPr sz="1313" baseline="0">
                <a:latin typeface="Arial" pitchFamily="34" charset="0"/>
                <a:cs typeface="Arial" pitchFamily="34" charset="0"/>
              </a:defRPr>
            </a:lvl8pPr>
            <a:lvl9pPr marL="1330460" indent="-163268">
              <a:spcBef>
                <a:spcPts val="0"/>
              </a:spcBef>
              <a:spcAft>
                <a:spcPts val="0"/>
              </a:spcAft>
              <a:buSzPct val="70000"/>
              <a:buFont typeface="Arial" pitchFamily="34" charset="0"/>
              <a:buChar char="–"/>
              <a:defRPr sz="1313">
                <a:latin typeface="Arial" pitchFamily="34" charset="0"/>
                <a:cs typeface="Arial" pitchFamily="34" charset="0"/>
              </a:defRPr>
            </a:lvl9pPr>
          </a:lstStyle>
          <a:p>
            <a:pPr marL="211902" lvl="0" indent="-211902" algn="l" defTabSz="666967"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16855" lvl="2" indent="-203796" algn="l" defTabSz="666967"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20650" lvl="3" indent="-203796" algn="l" defTabSz="666967"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29077" lvl="4" indent="-208428" algn="l" defTabSz="680862"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46767" lvl="5" indent="-208428" algn="l" defTabSz="666967"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590210645"/>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9" descr="ridge4.png"/>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ltGray">
          <a:xfrm>
            <a:off x="1591" y="2"/>
            <a:ext cx="3968750" cy="1082279"/>
          </a:xfrm>
          <a:prstGeom prst="rect">
            <a:avLst/>
          </a:prstGeom>
          <a:noFill/>
          <a:ln w="9525">
            <a:noFill/>
            <a:miter lim="800000"/>
            <a:headEnd/>
            <a:tailEnd/>
          </a:ln>
        </p:spPr>
      </p:pic>
      <p:sp>
        <p:nvSpPr>
          <p:cNvPr id="3" name="Slide Number Placeholder 5"/>
          <p:cNvSpPr txBox="1">
            <a:spLocks/>
          </p:cNvSpPr>
          <p:nvPr/>
        </p:nvSpPr>
        <p:spPr bwMode="auto">
          <a:xfrm>
            <a:off x="8826618" y="4942869"/>
            <a:ext cx="152286" cy="150041"/>
          </a:xfrm>
          <a:prstGeom prst="rect">
            <a:avLst/>
          </a:prstGeom>
          <a:noFill/>
          <a:ln w="9525">
            <a:noFill/>
            <a:miter lim="800000"/>
            <a:headEnd/>
            <a:tailEnd/>
          </a:ln>
        </p:spPr>
        <p:txBody>
          <a:bodyPr wrap="none" lIns="0" tIns="0" rIns="0" bIns="0" anchor="ctr">
            <a:spAutoFit/>
          </a:bodyPr>
          <a:lstStyle/>
          <a:p>
            <a:pPr algn="r">
              <a:defRPr/>
            </a:pPr>
            <a:fld id="{61FD60C0-7B88-4ED8-BCA3-26DF0DEC8FB0}" type="slidenum">
              <a:rPr lang="en-US" sz="975">
                <a:solidFill>
                  <a:srgbClr val="6D6E71"/>
                </a:solidFill>
                <a:cs typeface="Arial" pitchFamily="34" charset="0"/>
              </a:rPr>
              <a:pPr algn="r">
                <a:defRPr/>
              </a:pPr>
              <a:t>‹#›</a:t>
            </a:fld>
            <a:endParaRPr lang="en-US" sz="975" dirty="0">
              <a:solidFill>
                <a:srgbClr val="6D6E71"/>
              </a:solidFill>
              <a:cs typeface="Arial" pitchFamily="34" charset="0"/>
            </a:endParaRPr>
          </a:p>
        </p:txBody>
      </p:sp>
      <p:pic>
        <p:nvPicPr>
          <p:cNvPr id="4" name="Picture 11" descr="Mahindra Logo.pn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gray">
          <a:xfrm>
            <a:off x="6329372" y="357198"/>
            <a:ext cx="2378075" cy="492919"/>
          </a:xfrm>
          <a:prstGeom prst="rect">
            <a:avLst/>
          </a:prstGeom>
          <a:noFill/>
          <a:ln w="9525">
            <a:noFill/>
            <a:miter lim="800000"/>
            <a:headEnd/>
            <a:tailEnd/>
          </a:ln>
        </p:spPr>
      </p:pic>
    </p:spTree>
    <p:extLst>
      <p:ext uri="{BB962C8B-B14F-4D97-AF65-F5344CB8AC3E}">
        <p14:creationId xmlns:p14="http://schemas.microsoft.com/office/powerpoint/2010/main" val="38739926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sp>
        <p:nvSpPr>
          <p:cNvPr id="10"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7" name="Picture 6"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5" name="Picture 4"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sp>
        <p:nvSpPr>
          <p:cNvPr id="6"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8" name="Picture 7"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12556778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22" y="3040282"/>
            <a:ext cx="5511800" cy="20774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27222" y="1638308"/>
            <a:ext cx="5511800" cy="461665"/>
          </a:xfrm>
        </p:spPr>
        <p:txBody>
          <a:bodyPr wrap="square">
            <a:spAutoFit/>
          </a:bodyPr>
          <a:lstStyle>
            <a:lvl1pPr algn="l">
              <a:defRPr sz="3000" b="1">
                <a:solidFill>
                  <a:schemeClr val="bg2"/>
                </a:solidFill>
                <a:latin typeface="Arial" pitchFamily="34" charset="0"/>
                <a:cs typeface="Arial" pitchFamily="34" charset="0"/>
              </a:defRPr>
            </a:lvl1pPr>
          </a:lstStyle>
          <a:p>
            <a:r>
              <a:rPr lang="en-US" dirty="0" smtClean="0"/>
              <a:t>Click to Edit Master Title Style</a:t>
            </a:r>
            <a:endParaRPr lang="en-US" dirty="0"/>
          </a:p>
        </p:txBody>
      </p:sp>
      <p:pic>
        <p:nvPicPr>
          <p:cNvPr id="12" name="Picture 11"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pic>
        <p:nvPicPr>
          <p:cNvPr id="8" name="Picture 7"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6" name="Picture 5"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pic>
        <p:nvPicPr>
          <p:cNvPr id="7" name="Picture 6"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34740572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8_Content slide with subtitle">
    <p:spTree>
      <p:nvGrpSpPr>
        <p:cNvPr id="1" name=""/>
        <p:cNvGrpSpPr/>
        <p:nvPr/>
      </p:nvGrpSpPr>
      <p:grpSpPr>
        <a:xfrm>
          <a:off x="0" y="0"/>
          <a:ext cx="0" cy="0"/>
          <a:chOff x="0" y="0"/>
          <a:chExt cx="0" cy="0"/>
        </a:xfrm>
      </p:grpSpPr>
      <p:pic>
        <p:nvPicPr>
          <p:cNvPr id="6" name="Picture 10" descr="D:\Images Library\Corporate2\CATEGORISED\Backgrouds\shutterstock_147372452.jpg"/>
          <p:cNvPicPr>
            <a:picLocks noChangeAspect="1" noChangeArrowheads="1"/>
          </p:cNvPicPr>
          <p:nvPr userDrawn="1"/>
        </p:nvPicPr>
        <p:blipFill rotWithShape="1">
          <a:blip r:embed="rId2" cstate="email">
            <a:duotone>
              <a:schemeClr val="accent2">
                <a:shade val="45000"/>
                <a:satMod val="135000"/>
              </a:schemeClr>
              <a:prstClr val="white"/>
            </a:duotone>
            <a:extLst>
              <a:ext uri="{28A0092B-C50C-407E-A947-70E740481C1C}">
                <a14:useLocalDpi xmlns:a14="http://schemas.microsoft.com/office/drawing/2010/main"/>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a:xfrm flipH="1">
            <a:off x="-1" y="3"/>
            <a:ext cx="6821870" cy="5143501"/>
          </a:xfrm>
          <a:prstGeom prst="rect">
            <a:avLst/>
          </a:prstGeom>
          <a:gradFill>
            <a:gsLst>
              <a:gs pos="0">
                <a:schemeClr val="bg1">
                  <a:alpha val="84000"/>
                </a:schemeClr>
              </a:gs>
              <a:gs pos="100000">
                <a:schemeClr val="bg1">
                  <a:alpha val="0"/>
                </a:schemeClr>
              </a:gs>
            </a:gsLst>
            <a:lin ang="108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solidFill>
                <a:prstClr val="black"/>
              </a:solidFill>
            </a:endParaRPr>
          </a:p>
        </p:txBody>
      </p:sp>
      <p:pic>
        <p:nvPicPr>
          <p:cNvPr id="11" name="Picture 10"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
        <p:nvSpPr>
          <p:cNvPr id="14"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5"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a:t>
            </a:r>
            <a:r>
              <a:rPr lang="en-US" sz="600" dirty="0" smtClean="0">
                <a:solidFill>
                  <a:srgbClr val="6D6E71"/>
                </a:solidFill>
                <a:cs typeface="Arial" pitchFamily="34" charset="0"/>
              </a:rPr>
              <a:t>2019 </a:t>
            </a:r>
            <a:r>
              <a:rPr lang="en-US" sz="600" dirty="0">
                <a:solidFill>
                  <a:srgbClr val="6D6E71"/>
                </a:solidFill>
                <a:cs typeface="Arial" pitchFamily="34" charset="0"/>
              </a:rPr>
              <a:t>Tech Mahindra. All rights reserved.</a:t>
            </a:r>
          </a:p>
        </p:txBody>
      </p:sp>
    </p:spTree>
    <p:extLst>
      <p:ext uri="{BB962C8B-B14F-4D97-AF65-F5344CB8AC3E}">
        <p14:creationId xmlns:p14="http://schemas.microsoft.com/office/powerpoint/2010/main" val="15242244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11754315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50" y="952904"/>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
        <p:nvSpPr>
          <p:cNvPr id="5" name="Text Placeholder 41"/>
          <p:cNvSpPr>
            <a:spLocks noGrp="1"/>
          </p:cNvSpPr>
          <p:nvPr>
            <p:ph type="body" sz="quarter" idx="13"/>
          </p:nvPr>
        </p:nvSpPr>
        <p:spPr bwMode="gray">
          <a:xfrm>
            <a:off x="481050" y="953083"/>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3839591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51" y="545314"/>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481050" y="1478769"/>
            <a:ext cx="8224839" cy="1384995"/>
          </a:xfr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37944098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42"/>
            <a:ext cx="8224837" cy="33009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45" b="1" kern="1200" dirty="0">
                <a:solidFill>
                  <a:schemeClr val="tx1">
                    <a:lumMod val="75000"/>
                    <a:lumOff val="25000"/>
                  </a:schemeClr>
                </a:solidFill>
                <a:latin typeface="Arial" pitchFamily="34" charset="0"/>
                <a:ea typeface="+mj-ea"/>
                <a:cs typeface="Arial" pitchFamily="34" charset="0"/>
              </a:defRPr>
            </a:lvl1pPr>
          </a:lstStyle>
          <a:p>
            <a:pPr lvl="0" algn="l" defTabSz="800291" rtl="0" eaLnBrk="1" fontAlgn="base" latinLnBrk="0" hangingPunct="1">
              <a:spcBef>
                <a:spcPct val="0"/>
              </a:spcBef>
              <a:spcAft>
                <a:spcPct val="0"/>
              </a:spcAft>
              <a:buNone/>
            </a:pPr>
            <a:r>
              <a:rPr lang="en-US" dirty="0" smtClean="0"/>
              <a:t>Click to edit Master title style</a:t>
            </a:r>
            <a:endParaRPr lang="en-US" dirty="0"/>
          </a:p>
        </p:txBody>
      </p:sp>
      <p:sp>
        <p:nvSpPr>
          <p:cNvPr id="3" name="Text Placeholder 4"/>
          <p:cNvSpPr>
            <a:spLocks noGrp="1"/>
          </p:cNvSpPr>
          <p:nvPr>
            <p:ph type="body" sz="quarter" idx="10" hasCustomPrompt="1"/>
          </p:nvPr>
        </p:nvSpPr>
        <p:spPr bwMode="gray">
          <a:xfrm>
            <a:off x="481013" y="1478778"/>
            <a:ext cx="8224838" cy="1200329"/>
          </a:xfrm>
        </p:spPr>
        <p:txBody>
          <a:bodyPr wrap="square">
            <a:spAutoFit/>
          </a:bodyPr>
          <a:lstStyle>
            <a:lvl1pPr algn="l" rtl="0" eaLnBrk="1" latinLnBrk="0" hangingPunct="1">
              <a:spcBef>
                <a:spcPts val="0"/>
              </a:spcBef>
              <a:spcAft>
                <a:spcPts val="0"/>
              </a:spcAft>
              <a:buClr>
                <a:schemeClr val="bg2"/>
              </a:buClr>
              <a:buSzPct val="120000"/>
              <a:defRPr lang="en-US" sz="15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60" b="0" kern="1200" baseline="0" dirty="0" smtClean="0">
                <a:solidFill>
                  <a:schemeClr val="tx1"/>
                </a:solidFill>
                <a:latin typeface="Arial" pitchFamily="34" charset="0"/>
                <a:ea typeface="+mn-ea"/>
                <a:cs typeface="Arial" pitchFamily="34" charset="0"/>
              </a:defRPr>
            </a:lvl5pPr>
            <a:lvl6pPr marL="1256017" indent="-250097">
              <a:spcBef>
                <a:spcPts val="0"/>
              </a:spcBef>
              <a:spcAft>
                <a:spcPts val="0"/>
              </a:spcAft>
              <a:buClr>
                <a:schemeClr val="tx2"/>
              </a:buClr>
              <a:buSzPct val="70000"/>
              <a:buFont typeface="Wingdings" pitchFamily="2" charset="2"/>
              <a:buChar char="§"/>
              <a:defRPr lang="en-US" sz="1560" kern="1200" dirty="0" smtClean="0">
                <a:solidFill>
                  <a:schemeClr val="tx1"/>
                </a:solidFill>
                <a:latin typeface="Arial" pitchFamily="34" charset="0"/>
                <a:ea typeface="+mn-ea"/>
                <a:cs typeface="Arial" pitchFamily="34" charset="0"/>
              </a:defRPr>
            </a:lvl6pPr>
            <a:lvl7pPr marL="1500548" indent="-238978">
              <a:spcBef>
                <a:spcPts val="0"/>
              </a:spcBef>
              <a:spcAft>
                <a:spcPts val="0"/>
              </a:spcAft>
              <a:buClr>
                <a:schemeClr val="tx2"/>
              </a:buClr>
              <a:buSzPct val="70000"/>
              <a:buFont typeface="Arial" pitchFamily="34" charset="0"/>
              <a:buChar char="–"/>
              <a:defRPr sz="1560" baseline="0">
                <a:solidFill>
                  <a:schemeClr val="tx1"/>
                </a:solidFill>
                <a:latin typeface="+mn-lt"/>
                <a:cs typeface="Arial" pitchFamily="34" charset="0"/>
              </a:defRPr>
            </a:lvl7pPr>
            <a:lvl8pPr marL="1400510" indent="-200077">
              <a:spcBef>
                <a:spcPts val="0"/>
              </a:spcBef>
              <a:spcAft>
                <a:spcPts val="0"/>
              </a:spcAft>
              <a:buSzPct val="70000"/>
              <a:defRPr sz="1560" baseline="0">
                <a:latin typeface="Arial" pitchFamily="34" charset="0"/>
                <a:cs typeface="Arial" pitchFamily="34" charset="0"/>
              </a:defRPr>
            </a:lvl8pPr>
            <a:lvl9pPr marL="1596414" indent="-195902">
              <a:spcBef>
                <a:spcPts val="0"/>
              </a:spcBef>
              <a:spcAft>
                <a:spcPts val="0"/>
              </a:spcAft>
              <a:buSzPct val="70000"/>
              <a:buFont typeface="Arial" pitchFamily="34" charset="0"/>
              <a:buChar char="–"/>
              <a:defRPr sz="1560">
                <a:latin typeface="Arial" pitchFamily="34" charset="0"/>
                <a:cs typeface="Arial" pitchFamily="34" charset="0"/>
              </a:defRPr>
            </a:lvl9pPr>
          </a:lstStyle>
          <a:p>
            <a:pPr marL="254261" lvl="0" indent="-254261" algn="l" defTabSz="800291"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00183" lvl="2" indent="-244535" algn="l" defTabSz="800291"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744716" lvl="3" indent="-244535" algn="l" defTabSz="800291"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994809" lvl="4" indent="-250097" algn="l" defTabSz="816966"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256017" lvl="5" indent="-250097" algn="l" defTabSz="800291"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p:nvPr>
        </p:nvSpPr>
        <p:spPr bwMode="gray">
          <a:xfrm>
            <a:off x="481013" y="859340"/>
            <a:ext cx="8224838" cy="20774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2114523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8" y="2419350"/>
            <a:ext cx="6754416" cy="1772473"/>
          </a:xfrm>
          <a:prstGeom prst="rect">
            <a:avLst/>
          </a:prstGeom>
          <a:noFill/>
          <a:ln w="9525">
            <a:noFill/>
            <a:miter lim="800000"/>
            <a:headEnd/>
            <a:tailEnd/>
          </a:ln>
        </p:spPr>
        <p:txBody>
          <a:bodyPr lIns="0" tIns="0" rIns="0" bIns="0">
            <a:spAutoFit/>
          </a:bodyPr>
          <a:lstStyle/>
          <a:p>
            <a:pPr algn="just" eaLnBrk="1" fontAlgn="auto" hangingPunct="1">
              <a:spcBef>
                <a:spcPts val="585"/>
              </a:spcBef>
              <a:spcAft>
                <a:spcPts val="0"/>
              </a:spcAft>
              <a:defRPr/>
            </a:pPr>
            <a:r>
              <a:rPr lang="en-US" sz="878" b="1" dirty="0">
                <a:solidFill>
                  <a:srgbClr val="6D6E71"/>
                </a:solidFill>
                <a:latin typeface="Arial" pitchFamily="34" charset="0"/>
                <a:cs typeface="Arial" pitchFamily="34" charset="0"/>
              </a:rPr>
              <a:t>Disclaimer </a:t>
            </a:r>
          </a:p>
          <a:p>
            <a:pPr algn="just" eaLnBrk="1" fontAlgn="auto" hangingPunct="1">
              <a:spcBef>
                <a:spcPts val="585"/>
              </a:spcBef>
              <a:spcAft>
                <a:spcPts val="0"/>
              </a:spcAft>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6" name="Slide Number Placeholder 5"/>
          <p:cNvSpPr txBox="1">
            <a:spLocks/>
          </p:cNvSpPr>
          <p:nvPr userDrawn="1"/>
        </p:nvSpPr>
        <p:spPr bwMode="auto">
          <a:xfrm>
            <a:off x="8855072" y="4957873"/>
            <a:ext cx="123432" cy="120033"/>
          </a:xfrm>
          <a:prstGeom prst="rect">
            <a:avLst/>
          </a:prstGeom>
          <a:noFill/>
          <a:ln w="9525">
            <a:noFill/>
            <a:miter lim="800000"/>
            <a:headEnd/>
            <a:tailEnd/>
          </a:ln>
        </p:spPr>
        <p:txBody>
          <a:bodyPr wrap="none" lIns="0" tIns="0" rIns="0" bIns="0" anchor="ctr">
            <a:spAutoFit/>
          </a:bodyPr>
          <a:lstStyle/>
          <a:p>
            <a:pPr algn="r" eaLnBrk="1" fontAlgn="auto" hangingPunct="1">
              <a:spcBef>
                <a:spcPts val="0"/>
              </a:spcBef>
              <a:spcAft>
                <a:spcPts val="0"/>
              </a:spcAft>
              <a:defRPr/>
            </a:pPr>
            <a:fld id="{1EBE6B74-C1B9-4A13-8349-387792A6BF26}" type="slidenum">
              <a:rPr lang="en-US" sz="780">
                <a:solidFill>
                  <a:srgbClr val="6D6E71"/>
                </a:solidFill>
                <a:latin typeface="Arial" pitchFamily="34" charset="0"/>
                <a:cs typeface="Arial" pitchFamily="34" charset="0"/>
              </a:rPr>
              <a:pPr algn="r" eaLnBrk="1" fontAlgn="auto" hangingPunct="1">
                <a:spcBef>
                  <a:spcPts val="0"/>
                </a:spcBef>
                <a:spcAft>
                  <a:spcPts val="0"/>
                </a:spcAft>
                <a:defRPr/>
              </a:pPr>
              <a:t>‹#›</a:t>
            </a:fld>
            <a:endParaRPr lang="en-US" sz="780" dirty="0">
              <a:solidFill>
                <a:srgbClr val="6D6E71"/>
              </a:solidFill>
              <a:latin typeface="Arial" pitchFamily="34" charset="0"/>
              <a:cs typeface="Arial" pitchFamily="34" charset="0"/>
            </a:endParaRP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Tree>
    <p:extLst>
      <p:ext uri="{BB962C8B-B14F-4D97-AF65-F5344CB8AC3E}">
        <p14:creationId xmlns:p14="http://schemas.microsoft.com/office/powerpoint/2010/main" val="88502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9.xml"/><Relationship Id="rId7" Type="http://schemas.openxmlformats.org/officeDocument/2006/relationships/image" Target="../media/image1.pn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theme" Target="../theme/theme2.xml"/><Relationship Id="rId5" Type="http://schemas.openxmlformats.org/officeDocument/2006/relationships/slideLayout" Target="../slideLayouts/slideLayout51.xml"/><Relationship Id="rId4"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theme" Target="../theme/theme3.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4.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78.xml"/><Relationship Id="rId2" Type="http://schemas.openxmlformats.org/officeDocument/2006/relationships/slideLayout" Target="../slideLayouts/slideLayout77.xml"/><Relationship Id="rId1" Type="http://schemas.openxmlformats.org/officeDocument/2006/relationships/slideLayout" Target="../slideLayouts/slideLayout76.xml"/><Relationship Id="rId5" Type="http://schemas.openxmlformats.org/officeDocument/2006/relationships/theme" Target="../theme/theme5.xml"/><Relationship Id="rId4" Type="http://schemas.openxmlformats.org/officeDocument/2006/relationships/slideLayout" Target="../slideLayouts/slideLayout7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slideLayout" Target="../slideLayouts/slideLayout97.xml"/><Relationship Id="rId3" Type="http://schemas.openxmlformats.org/officeDocument/2006/relationships/slideLayout" Target="../slideLayouts/slideLayout82.xml"/><Relationship Id="rId21" Type="http://schemas.openxmlformats.org/officeDocument/2006/relationships/slideLayout" Target="../slideLayouts/slideLayout100.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slideLayout" Target="../slideLayouts/slideLayout96.xml"/><Relationship Id="rId2" Type="http://schemas.openxmlformats.org/officeDocument/2006/relationships/slideLayout" Target="../slideLayouts/slideLayout81.xml"/><Relationship Id="rId16" Type="http://schemas.openxmlformats.org/officeDocument/2006/relationships/slideLayout" Target="../slideLayouts/slideLayout95.xml"/><Relationship Id="rId20" Type="http://schemas.openxmlformats.org/officeDocument/2006/relationships/slideLayout" Target="../slideLayouts/slideLayout99.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23" Type="http://schemas.openxmlformats.org/officeDocument/2006/relationships/image" Target="../media/image22.png"/><Relationship Id="rId10" Type="http://schemas.openxmlformats.org/officeDocument/2006/relationships/slideLayout" Target="../slideLayouts/slideLayout89.xml"/><Relationship Id="rId19" Type="http://schemas.openxmlformats.org/officeDocument/2006/relationships/slideLayout" Target="../slideLayouts/slideLayout98.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 Id="rId2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8.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10" Type="http://schemas.openxmlformats.org/officeDocument/2006/relationships/image" Target="../media/image22.png"/><Relationship Id="rId4" Type="http://schemas.openxmlformats.org/officeDocument/2006/relationships/slideLayout" Target="../slideLayouts/slideLayout104.xml"/><Relationship Id="rId9"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537208" y="172436"/>
            <a:ext cx="8212137" cy="3077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title style</a:t>
            </a:r>
          </a:p>
        </p:txBody>
      </p:sp>
      <p:pic>
        <p:nvPicPr>
          <p:cNvPr id="7" name="Picture 6" descr="Ridge.pdf"/>
          <p:cNvPicPr>
            <a:picLocks noChangeAspect="1"/>
          </p:cNvPicPr>
          <p:nvPr/>
        </p:nvPicPr>
        <p:blipFill>
          <a:blip r:embed="rId48"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
        <p:nvSpPr>
          <p:cNvPr id="5"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
        <p:nvSpPr>
          <p:cNvPr id="6" name="TextBox 20"/>
          <p:cNvSpPr txBox="1">
            <a:spLocks noChangeArrowheads="1"/>
          </p:cNvSpPr>
          <p:nvPr userDrawn="1"/>
        </p:nvSpPr>
        <p:spPr bwMode="gray">
          <a:xfrm>
            <a:off x="468342" y="4988588"/>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a:t>
            </a:r>
            <a:r>
              <a:rPr kumimoji="0" lang="en-US" sz="571" b="0" i="0" u="none" strike="noStrike" kern="1200" cap="none" spc="0" normalizeH="0" baseline="0" noProof="0" dirty="0" smtClean="0">
                <a:ln>
                  <a:noFill/>
                </a:ln>
                <a:solidFill>
                  <a:prstClr val="black">
                    <a:lumMod val="65000"/>
                    <a:lumOff val="35000"/>
                  </a:prstClr>
                </a:solidFill>
                <a:effectLst/>
                <a:uLnTx/>
                <a:uFillTx/>
                <a:latin typeface="Calibri"/>
                <a:ea typeface="+mn-ea"/>
                <a:cs typeface="Calibri" panose="020F0502020204030204" pitchFamily="34" charset="0"/>
              </a:rPr>
              <a:t>2019 </a:t>
            </a: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Tech Mahindra. All rights reserved.</a:t>
            </a:r>
          </a:p>
        </p:txBody>
      </p:sp>
    </p:spTree>
    <p:extLst>
      <p:ext uri="{BB962C8B-B14F-4D97-AF65-F5344CB8AC3E}">
        <p14:creationId xmlns:p14="http://schemas.microsoft.com/office/powerpoint/2010/main" val="1025705058"/>
      </p:ext>
    </p:extLst>
  </p:cSld>
  <p:clrMap bg1="lt1" tx1="dk1" bg2="lt2" tx2="dk2" accent1="accent1" accent2="accent2" accent3="accent3" accent4="accent4" accent5="accent5" accent6="accent6" hlink="hlink" folHlink="folHlink"/>
  <p:sldLayoutIdLst>
    <p:sldLayoutId id="2147484538" r:id="rId1"/>
    <p:sldLayoutId id="2147484580" r:id="rId2"/>
    <p:sldLayoutId id="2147484579" r:id="rId3"/>
    <p:sldLayoutId id="2147484593" r:id="rId4"/>
    <p:sldLayoutId id="2147484594" r:id="rId5"/>
    <p:sldLayoutId id="2147484622" r:id="rId6"/>
    <p:sldLayoutId id="2147484624" r:id="rId7"/>
    <p:sldLayoutId id="2147484625" r:id="rId8"/>
    <p:sldLayoutId id="2147484699" r:id="rId9"/>
    <p:sldLayoutId id="2147484600" r:id="rId10"/>
    <p:sldLayoutId id="2147484602" r:id="rId11"/>
    <p:sldLayoutId id="2147484604" r:id="rId12"/>
    <p:sldLayoutId id="2147484605" r:id="rId13"/>
    <p:sldLayoutId id="2147484827" r:id="rId14"/>
    <p:sldLayoutId id="2147484793" r:id="rId15"/>
    <p:sldLayoutId id="2147484794" r:id="rId16"/>
    <p:sldLayoutId id="2147484795" r:id="rId17"/>
    <p:sldLayoutId id="2147484796" r:id="rId18"/>
    <p:sldLayoutId id="2147484797" r:id="rId19"/>
    <p:sldLayoutId id="2147484798" r:id="rId20"/>
    <p:sldLayoutId id="2147484799" r:id="rId21"/>
    <p:sldLayoutId id="2147484800" r:id="rId22"/>
    <p:sldLayoutId id="2147484801" r:id="rId23"/>
    <p:sldLayoutId id="2147484802" r:id="rId24"/>
    <p:sldLayoutId id="2147484803" r:id="rId25"/>
    <p:sldLayoutId id="2147484804" r:id="rId26"/>
    <p:sldLayoutId id="2147484805" r:id="rId27"/>
    <p:sldLayoutId id="2147484806" r:id="rId28"/>
    <p:sldLayoutId id="2147484807" r:id="rId29"/>
    <p:sldLayoutId id="2147484808" r:id="rId30"/>
    <p:sldLayoutId id="2147484809" r:id="rId31"/>
    <p:sldLayoutId id="2147484810" r:id="rId32"/>
    <p:sldLayoutId id="2147484811" r:id="rId33"/>
    <p:sldLayoutId id="2147484812" r:id="rId34"/>
    <p:sldLayoutId id="2147484813" r:id="rId35"/>
    <p:sldLayoutId id="2147484814" r:id="rId36"/>
    <p:sldLayoutId id="2147484815" r:id="rId37"/>
    <p:sldLayoutId id="2147484816" r:id="rId38"/>
    <p:sldLayoutId id="2147484817" r:id="rId39"/>
    <p:sldLayoutId id="2147484818" r:id="rId40"/>
    <p:sldLayoutId id="2147484819" r:id="rId41"/>
    <p:sldLayoutId id="2147484820" r:id="rId42"/>
    <p:sldLayoutId id="2147484821" r:id="rId43"/>
    <p:sldLayoutId id="2147484824" r:id="rId44"/>
    <p:sldLayoutId id="2147484826" r:id="rId45"/>
    <p:sldLayoutId id="2147485031" r:id="rId46"/>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txStyles>
    <p:titleStyle>
      <a:lvl1pPr algn="l" rtl="0" eaLnBrk="1" fontAlgn="base" hangingPunct="1">
        <a:spcBef>
          <a:spcPct val="0"/>
        </a:spcBef>
        <a:spcAft>
          <a:spcPct val="0"/>
        </a:spcAft>
        <a:defRPr lang="en-US" sz="2000" b="1" kern="1200" dirty="0">
          <a:solidFill>
            <a:schemeClr val="tx2"/>
          </a:solidFill>
          <a:latin typeface="Century Gothic" panose="020B0502020202020204" pitchFamily="34" charset="0"/>
          <a:ea typeface="+mj-ea"/>
          <a:cs typeface="Calibri" panose="020F0502020204030204" pitchFamily="34" charset="0"/>
        </a:defRPr>
      </a:lvl1pPr>
      <a:lvl2pPr algn="l" rtl="0" eaLnBrk="1" fontAlgn="base" hangingPunct="1">
        <a:spcBef>
          <a:spcPct val="0"/>
        </a:spcBef>
        <a:spcAft>
          <a:spcPct val="0"/>
        </a:spcAft>
        <a:defRPr sz="2924" b="1">
          <a:solidFill>
            <a:schemeClr val="tx2"/>
          </a:solidFill>
          <a:latin typeface="Arial" charset="0"/>
          <a:cs typeface="Arial" charset="0"/>
        </a:defRPr>
      </a:lvl2pPr>
      <a:lvl3pPr algn="l" rtl="0" eaLnBrk="1" fontAlgn="base" hangingPunct="1">
        <a:spcBef>
          <a:spcPct val="0"/>
        </a:spcBef>
        <a:spcAft>
          <a:spcPct val="0"/>
        </a:spcAft>
        <a:defRPr sz="2924" b="1">
          <a:solidFill>
            <a:schemeClr val="tx2"/>
          </a:solidFill>
          <a:latin typeface="Arial" charset="0"/>
          <a:cs typeface="Arial" charset="0"/>
        </a:defRPr>
      </a:lvl3pPr>
      <a:lvl4pPr algn="l" rtl="0" eaLnBrk="1" fontAlgn="base" hangingPunct="1">
        <a:spcBef>
          <a:spcPct val="0"/>
        </a:spcBef>
        <a:spcAft>
          <a:spcPct val="0"/>
        </a:spcAft>
        <a:defRPr sz="2924" b="1">
          <a:solidFill>
            <a:schemeClr val="tx2"/>
          </a:solidFill>
          <a:latin typeface="Arial" charset="0"/>
          <a:cs typeface="Arial" charset="0"/>
        </a:defRPr>
      </a:lvl4pPr>
      <a:lvl5pPr algn="l" rtl="0" eaLnBrk="1" fontAlgn="base" hangingPunct="1">
        <a:spcBef>
          <a:spcPct val="0"/>
        </a:spcBef>
        <a:spcAft>
          <a:spcPct val="0"/>
        </a:spcAft>
        <a:defRPr sz="2924" b="1">
          <a:solidFill>
            <a:schemeClr val="tx2"/>
          </a:solidFill>
          <a:latin typeface="Arial" charset="0"/>
          <a:cs typeface="Arial" charset="0"/>
        </a:defRPr>
      </a:lvl5pPr>
      <a:lvl6pPr marL="410407" algn="l" rtl="0" eaLnBrk="1" fontAlgn="base" hangingPunct="1">
        <a:spcBef>
          <a:spcPct val="0"/>
        </a:spcBef>
        <a:spcAft>
          <a:spcPct val="0"/>
        </a:spcAft>
        <a:defRPr sz="2924" b="1">
          <a:solidFill>
            <a:schemeClr val="tx2"/>
          </a:solidFill>
          <a:latin typeface="Arial" charset="0"/>
          <a:cs typeface="Arial" charset="0"/>
        </a:defRPr>
      </a:lvl6pPr>
      <a:lvl7pPr marL="820811" algn="l" rtl="0" eaLnBrk="1" fontAlgn="base" hangingPunct="1">
        <a:spcBef>
          <a:spcPct val="0"/>
        </a:spcBef>
        <a:spcAft>
          <a:spcPct val="0"/>
        </a:spcAft>
        <a:defRPr sz="2924" b="1">
          <a:solidFill>
            <a:schemeClr val="tx2"/>
          </a:solidFill>
          <a:latin typeface="Arial" charset="0"/>
          <a:cs typeface="Arial" charset="0"/>
        </a:defRPr>
      </a:lvl7pPr>
      <a:lvl8pPr marL="1231220" algn="l" rtl="0" eaLnBrk="1" fontAlgn="base" hangingPunct="1">
        <a:spcBef>
          <a:spcPct val="0"/>
        </a:spcBef>
        <a:spcAft>
          <a:spcPct val="0"/>
        </a:spcAft>
        <a:defRPr sz="2924" b="1">
          <a:solidFill>
            <a:schemeClr val="tx2"/>
          </a:solidFill>
          <a:latin typeface="Arial" charset="0"/>
          <a:cs typeface="Arial" charset="0"/>
        </a:defRPr>
      </a:lvl8pPr>
      <a:lvl9pPr marL="1641624" algn="l" rtl="0" eaLnBrk="1" fontAlgn="base" hangingPunct="1">
        <a:spcBef>
          <a:spcPct val="0"/>
        </a:spcBef>
        <a:spcAft>
          <a:spcPct val="0"/>
        </a:spcAft>
        <a:defRPr sz="2924" b="1">
          <a:solidFill>
            <a:schemeClr val="tx2"/>
          </a:solidFill>
          <a:latin typeface="Arial" charset="0"/>
          <a:cs typeface="Arial" charset="0"/>
        </a:defRPr>
      </a:lvl9pPr>
    </p:titleStyle>
    <p:bodyStyle>
      <a:lvl1pPr marL="260780" indent="-26078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1pPr>
      <a:lvl2pPr marL="256510" indent="-25651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3008" indent="-25080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3pPr>
      <a:lvl4pPr marL="763811" indent="-25080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4pPr>
      <a:lvl5pPr marL="1020317" indent="-256510" algn="l" defTabSz="83791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5pPr>
      <a:lvl6pPr marL="1231220" indent="-216604" algn="l" defTabSz="820811" rtl="0" eaLnBrk="1" latinLnBrk="0" hangingPunct="1">
        <a:spcBef>
          <a:spcPct val="20000"/>
        </a:spcBef>
        <a:buClr>
          <a:schemeClr val="bg2"/>
        </a:buClr>
        <a:buSzPct val="60000"/>
        <a:buFont typeface="Wingdings" pitchFamily="2" charset="2"/>
        <a:buChar char="§"/>
        <a:defRPr sz="1800" kern="1200">
          <a:solidFill>
            <a:schemeClr val="tx1"/>
          </a:solidFill>
          <a:latin typeface="Calibri" panose="020F0502020204030204" pitchFamily="34" charset="0"/>
          <a:ea typeface="+mn-ea"/>
          <a:cs typeface="+mn-cs"/>
        </a:defRPr>
      </a:lvl6pPr>
      <a:lvl7pPr marL="266763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804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456"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811" rtl="0" eaLnBrk="1" latinLnBrk="0" hangingPunct="1">
        <a:defRPr sz="1575" kern="1200">
          <a:solidFill>
            <a:schemeClr val="tx1"/>
          </a:solidFill>
          <a:latin typeface="+mn-lt"/>
          <a:ea typeface="+mn-ea"/>
          <a:cs typeface="+mn-cs"/>
        </a:defRPr>
      </a:lvl1pPr>
      <a:lvl2pPr marL="410407" algn="l" defTabSz="820811" rtl="0" eaLnBrk="1" latinLnBrk="0" hangingPunct="1">
        <a:defRPr sz="1575" kern="1200">
          <a:solidFill>
            <a:schemeClr val="tx1"/>
          </a:solidFill>
          <a:latin typeface="+mn-lt"/>
          <a:ea typeface="+mn-ea"/>
          <a:cs typeface="+mn-cs"/>
        </a:defRPr>
      </a:lvl2pPr>
      <a:lvl3pPr marL="820811" algn="l" defTabSz="820811" rtl="0" eaLnBrk="1" latinLnBrk="0" hangingPunct="1">
        <a:defRPr sz="1575" kern="1200">
          <a:solidFill>
            <a:schemeClr val="tx1"/>
          </a:solidFill>
          <a:latin typeface="+mn-lt"/>
          <a:ea typeface="+mn-ea"/>
          <a:cs typeface="+mn-cs"/>
        </a:defRPr>
      </a:lvl3pPr>
      <a:lvl4pPr marL="1231220" algn="l" defTabSz="820811" rtl="0" eaLnBrk="1" latinLnBrk="0" hangingPunct="1">
        <a:defRPr sz="1575" kern="1200">
          <a:solidFill>
            <a:schemeClr val="tx1"/>
          </a:solidFill>
          <a:latin typeface="+mn-lt"/>
          <a:ea typeface="+mn-ea"/>
          <a:cs typeface="+mn-cs"/>
        </a:defRPr>
      </a:lvl4pPr>
      <a:lvl5pPr marL="1641624" algn="l" defTabSz="820811" rtl="0" eaLnBrk="1" latinLnBrk="0" hangingPunct="1">
        <a:defRPr sz="1575" kern="1200">
          <a:solidFill>
            <a:schemeClr val="tx1"/>
          </a:solidFill>
          <a:latin typeface="+mn-lt"/>
          <a:ea typeface="+mn-ea"/>
          <a:cs typeface="+mn-cs"/>
        </a:defRPr>
      </a:lvl5pPr>
      <a:lvl6pPr marL="2052031" algn="l" defTabSz="820811" rtl="0" eaLnBrk="1" latinLnBrk="0" hangingPunct="1">
        <a:defRPr sz="1575" kern="1200">
          <a:solidFill>
            <a:schemeClr val="tx1"/>
          </a:solidFill>
          <a:latin typeface="+mn-lt"/>
          <a:ea typeface="+mn-ea"/>
          <a:cs typeface="+mn-cs"/>
        </a:defRPr>
      </a:lvl6pPr>
      <a:lvl7pPr marL="2462435" algn="l" defTabSz="820811" rtl="0" eaLnBrk="1" latinLnBrk="0" hangingPunct="1">
        <a:defRPr sz="1575" kern="1200">
          <a:solidFill>
            <a:schemeClr val="tx1"/>
          </a:solidFill>
          <a:latin typeface="+mn-lt"/>
          <a:ea typeface="+mn-ea"/>
          <a:cs typeface="+mn-cs"/>
        </a:defRPr>
      </a:lvl7pPr>
      <a:lvl8pPr marL="2872844" algn="l" defTabSz="820811" rtl="0" eaLnBrk="1" latinLnBrk="0" hangingPunct="1">
        <a:defRPr sz="1575" kern="1200">
          <a:solidFill>
            <a:schemeClr val="tx1"/>
          </a:solidFill>
          <a:latin typeface="+mn-lt"/>
          <a:ea typeface="+mn-ea"/>
          <a:cs typeface="+mn-cs"/>
        </a:defRPr>
      </a:lvl8pPr>
      <a:lvl9pPr marL="3283247" algn="l" defTabSz="820811" rtl="0" eaLnBrk="1" latinLnBrk="0" hangingPunct="1">
        <a:defRPr sz="15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919870" y="189112"/>
            <a:ext cx="7763432"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 style</a:t>
            </a:r>
          </a:p>
        </p:txBody>
      </p:sp>
      <p:sp>
        <p:nvSpPr>
          <p:cNvPr id="7" name="TextBox 20"/>
          <p:cNvSpPr txBox="1">
            <a:spLocks noChangeArrowheads="1"/>
          </p:cNvSpPr>
          <p:nvPr userDrawn="1"/>
        </p:nvSpPr>
        <p:spPr bwMode="gray">
          <a:xfrm>
            <a:off x="468342" y="4988588"/>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a:t>
            </a:r>
            <a:r>
              <a:rPr kumimoji="0" lang="en-US" sz="571" b="0" i="0" u="none" strike="noStrike" kern="1200" cap="none" spc="0" normalizeH="0" baseline="0" noProof="0" dirty="0" smtClean="0">
                <a:ln>
                  <a:noFill/>
                </a:ln>
                <a:solidFill>
                  <a:prstClr val="black">
                    <a:lumMod val="65000"/>
                    <a:lumOff val="35000"/>
                  </a:prstClr>
                </a:solidFill>
                <a:effectLst/>
                <a:uLnTx/>
                <a:uFillTx/>
                <a:latin typeface="Calibri"/>
                <a:ea typeface="+mn-ea"/>
                <a:cs typeface="Calibri" panose="020F0502020204030204" pitchFamily="34" charset="0"/>
              </a:rPr>
              <a:t>2019 </a:t>
            </a: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Tech Mahindra. All rights reserved.</a:t>
            </a:r>
          </a:p>
        </p:txBody>
      </p:sp>
      <p:sp>
        <p:nvSpPr>
          <p:cNvPr id="9"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pic>
        <p:nvPicPr>
          <p:cNvPr id="10" name="Picture 9" descr="Ridge.pdf"/>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Tree>
    <p:extLst>
      <p:ext uri="{BB962C8B-B14F-4D97-AF65-F5344CB8AC3E}">
        <p14:creationId xmlns:p14="http://schemas.microsoft.com/office/powerpoint/2010/main" val="1001737043"/>
      </p:ext>
    </p:extLst>
  </p:cSld>
  <p:clrMap bg1="lt1" tx1="dk1" bg2="lt2" tx2="dk2" accent1="accent1" accent2="accent2" accent3="accent3" accent4="accent4" accent5="accent5" accent6="accent6" hlink="hlink" folHlink="folHlink"/>
  <p:sldLayoutIdLst>
    <p:sldLayoutId id="2147484752" r:id="rId1"/>
    <p:sldLayoutId id="2147484753" r:id="rId2"/>
    <p:sldLayoutId id="2147484754" r:id="rId3"/>
    <p:sldLayoutId id="2147484755" r:id="rId4"/>
    <p:sldLayoutId id="2147484756" r:id="rId5"/>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hf hdr="0" ftr="0" dt="0"/>
  <p:txStyles>
    <p:titleStyle>
      <a:lvl1pPr algn="l" rtl="0" eaLnBrk="1" fontAlgn="base" hangingPunct="1">
        <a:spcBef>
          <a:spcPct val="0"/>
        </a:spcBef>
        <a:spcAft>
          <a:spcPct val="0"/>
        </a:spcAft>
        <a:defRPr lang="en-US" sz="2325" b="0" kern="1200" dirty="0">
          <a:solidFill>
            <a:schemeClr val="tx1">
              <a:lumMod val="50000"/>
              <a:lumOff val="50000"/>
            </a:schemeClr>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2925" b="1">
          <a:solidFill>
            <a:schemeClr val="tx2"/>
          </a:solidFill>
          <a:latin typeface="Arial" charset="0"/>
          <a:cs typeface="Arial" charset="0"/>
        </a:defRPr>
      </a:lvl2pPr>
      <a:lvl3pPr algn="l" rtl="0" eaLnBrk="1" fontAlgn="base" hangingPunct="1">
        <a:spcBef>
          <a:spcPct val="0"/>
        </a:spcBef>
        <a:spcAft>
          <a:spcPct val="0"/>
        </a:spcAft>
        <a:defRPr sz="2925" b="1">
          <a:solidFill>
            <a:schemeClr val="tx2"/>
          </a:solidFill>
          <a:latin typeface="Arial" charset="0"/>
          <a:cs typeface="Arial" charset="0"/>
        </a:defRPr>
      </a:lvl3pPr>
      <a:lvl4pPr algn="l" rtl="0" eaLnBrk="1" fontAlgn="base" hangingPunct="1">
        <a:spcBef>
          <a:spcPct val="0"/>
        </a:spcBef>
        <a:spcAft>
          <a:spcPct val="0"/>
        </a:spcAft>
        <a:defRPr sz="2925" b="1">
          <a:solidFill>
            <a:schemeClr val="tx2"/>
          </a:solidFill>
          <a:latin typeface="Arial" charset="0"/>
          <a:cs typeface="Arial" charset="0"/>
        </a:defRPr>
      </a:lvl4pPr>
      <a:lvl5pPr algn="l" rtl="0" eaLnBrk="1" fontAlgn="base" hangingPunct="1">
        <a:spcBef>
          <a:spcPct val="0"/>
        </a:spcBef>
        <a:spcAft>
          <a:spcPct val="0"/>
        </a:spcAft>
        <a:defRPr sz="2925" b="1">
          <a:solidFill>
            <a:schemeClr val="tx2"/>
          </a:solidFill>
          <a:latin typeface="Arial" charset="0"/>
          <a:cs typeface="Arial" charset="0"/>
        </a:defRPr>
      </a:lvl5pPr>
      <a:lvl6pPr marL="410387" algn="l" rtl="0" eaLnBrk="1" fontAlgn="base" hangingPunct="1">
        <a:spcBef>
          <a:spcPct val="0"/>
        </a:spcBef>
        <a:spcAft>
          <a:spcPct val="0"/>
        </a:spcAft>
        <a:defRPr sz="2925" b="1">
          <a:solidFill>
            <a:schemeClr val="tx2"/>
          </a:solidFill>
          <a:latin typeface="Arial" charset="0"/>
          <a:cs typeface="Arial" charset="0"/>
        </a:defRPr>
      </a:lvl6pPr>
      <a:lvl7pPr marL="820769" algn="l" rtl="0" eaLnBrk="1" fontAlgn="base" hangingPunct="1">
        <a:spcBef>
          <a:spcPct val="0"/>
        </a:spcBef>
        <a:spcAft>
          <a:spcPct val="0"/>
        </a:spcAft>
        <a:defRPr sz="2925" b="1">
          <a:solidFill>
            <a:schemeClr val="tx2"/>
          </a:solidFill>
          <a:latin typeface="Arial" charset="0"/>
          <a:cs typeface="Arial" charset="0"/>
        </a:defRPr>
      </a:lvl7pPr>
      <a:lvl8pPr marL="1231160" algn="l" rtl="0" eaLnBrk="1" fontAlgn="base" hangingPunct="1">
        <a:spcBef>
          <a:spcPct val="0"/>
        </a:spcBef>
        <a:spcAft>
          <a:spcPct val="0"/>
        </a:spcAft>
        <a:defRPr sz="2925" b="1">
          <a:solidFill>
            <a:schemeClr val="tx2"/>
          </a:solidFill>
          <a:latin typeface="Arial" charset="0"/>
          <a:cs typeface="Arial" charset="0"/>
        </a:defRPr>
      </a:lvl8pPr>
      <a:lvl9pPr marL="1641542" algn="l" rtl="0" eaLnBrk="1" fontAlgn="base" hangingPunct="1">
        <a:spcBef>
          <a:spcPct val="0"/>
        </a:spcBef>
        <a:spcAft>
          <a:spcPct val="0"/>
        </a:spcAft>
        <a:defRPr sz="2925" b="1">
          <a:solidFill>
            <a:schemeClr val="tx2"/>
          </a:solidFill>
          <a:latin typeface="Arial" charset="0"/>
          <a:cs typeface="Arial" charset="0"/>
        </a:defRPr>
      </a:lvl9pPr>
    </p:titleStyle>
    <p:bodyStyle>
      <a:lvl1pPr marL="260768" indent="-260768"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256498" indent="-256498"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2984" indent="-250793"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763773" indent="-250793"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020266" indent="-256498" algn="l" defTabSz="837872"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231160" indent="-216593" algn="l" defTabSz="820769" rtl="0" eaLnBrk="1" latinLnBrk="0" hangingPunct="1">
        <a:spcBef>
          <a:spcPct val="20000"/>
        </a:spcBef>
        <a:buClr>
          <a:schemeClr val="bg2"/>
        </a:buClr>
        <a:buSzPct val="60000"/>
        <a:buFont typeface="Wingdings" pitchFamily="2" charset="2"/>
        <a:buChar char="§"/>
        <a:defRPr sz="1800" kern="1200">
          <a:solidFill>
            <a:schemeClr val="tx1"/>
          </a:solidFill>
          <a:latin typeface="Arial" pitchFamily="34" charset="0"/>
          <a:ea typeface="+mn-ea"/>
          <a:cs typeface="+mn-cs"/>
        </a:defRPr>
      </a:lvl6pPr>
      <a:lvl7pPr marL="2667503"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7893"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282"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769" rtl="0" eaLnBrk="1" latinLnBrk="0" hangingPunct="1">
        <a:defRPr sz="1575" kern="1200">
          <a:solidFill>
            <a:schemeClr val="tx1"/>
          </a:solidFill>
          <a:latin typeface="+mn-lt"/>
          <a:ea typeface="+mn-ea"/>
          <a:cs typeface="+mn-cs"/>
        </a:defRPr>
      </a:lvl1pPr>
      <a:lvl2pPr marL="410387" algn="l" defTabSz="820769" rtl="0" eaLnBrk="1" latinLnBrk="0" hangingPunct="1">
        <a:defRPr sz="1575" kern="1200">
          <a:solidFill>
            <a:schemeClr val="tx1"/>
          </a:solidFill>
          <a:latin typeface="+mn-lt"/>
          <a:ea typeface="+mn-ea"/>
          <a:cs typeface="+mn-cs"/>
        </a:defRPr>
      </a:lvl2pPr>
      <a:lvl3pPr marL="820769" algn="l" defTabSz="820769" rtl="0" eaLnBrk="1" latinLnBrk="0" hangingPunct="1">
        <a:defRPr sz="1575" kern="1200">
          <a:solidFill>
            <a:schemeClr val="tx1"/>
          </a:solidFill>
          <a:latin typeface="+mn-lt"/>
          <a:ea typeface="+mn-ea"/>
          <a:cs typeface="+mn-cs"/>
        </a:defRPr>
      </a:lvl3pPr>
      <a:lvl4pPr marL="1231160" algn="l" defTabSz="820769" rtl="0" eaLnBrk="1" latinLnBrk="0" hangingPunct="1">
        <a:defRPr sz="1575" kern="1200">
          <a:solidFill>
            <a:schemeClr val="tx1"/>
          </a:solidFill>
          <a:latin typeface="+mn-lt"/>
          <a:ea typeface="+mn-ea"/>
          <a:cs typeface="+mn-cs"/>
        </a:defRPr>
      </a:lvl4pPr>
      <a:lvl5pPr marL="1641542" algn="l" defTabSz="820769" rtl="0" eaLnBrk="1" latinLnBrk="0" hangingPunct="1">
        <a:defRPr sz="1575" kern="1200">
          <a:solidFill>
            <a:schemeClr val="tx1"/>
          </a:solidFill>
          <a:latin typeface="+mn-lt"/>
          <a:ea typeface="+mn-ea"/>
          <a:cs typeface="+mn-cs"/>
        </a:defRPr>
      </a:lvl5pPr>
      <a:lvl6pPr marL="2051929" algn="l" defTabSz="820769" rtl="0" eaLnBrk="1" latinLnBrk="0" hangingPunct="1">
        <a:defRPr sz="1575" kern="1200">
          <a:solidFill>
            <a:schemeClr val="tx1"/>
          </a:solidFill>
          <a:latin typeface="+mn-lt"/>
          <a:ea typeface="+mn-ea"/>
          <a:cs typeface="+mn-cs"/>
        </a:defRPr>
      </a:lvl6pPr>
      <a:lvl7pPr marL="2462312" algn="l" defTabSz="820769" rtl="0" eaLnBrk="1" latinLnBrk="0" hangingPunct="1">
        <a:defRPr sz="1575" kern="1200">
          <a:solidFill>
            <a:schemeClr val="tx1"/>
          </a:solidFill>
          <a:latin typeface="+mn-lt"/>
          <a:ea typeface="+mn-ea"/>
          <a:cs typeface="+mn-cs"/>
        </a:defRPr>
      </a:lvl7pPr>
      <a:lvl8pPr marL="2872700" algn="l" defTabSz="820769" rtl="0" eaLnBrk="1" latinLnBrk="0" hangingPunct="1">
        <a:defRPr sz="1575" kern="1200">
          <a:solidFill>
            <a:schemeClr val="tx1"/>
          </a:solidFill>
          <a:latin typeface="+mn-lt"/>
          <a:ea typeface="+mn-ea"/>
          <a:cs typeface="+mn-cs"/>
        </a:defRPr>
      </a:lvl8pPr>
      <a:lvl9pPr marL="3283083" algn="l" defTabSz="820769" rtl="0" eaLnBrk="1" latinLnBrk="0" hangingPunct="1">
        <a:defRPr sz="157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
        <p:nvSpPr>
          <p:cNvPr id="6" name="TextBox 20"/>
          <p:cNvSpPr txBox="1">
            <a:spLocks noChangeArrowheads="1"/>
          </p:cNvSpPr>
          <p:nvPr userDrawn="1"/>
        </p:nvSpPr>
        <p:spPr bwMode="gray">
          <a:xfrm>
            <a:off x="481135" y="4972053"/>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a:t>
            </a:r>
            <a:r>
              <a:rPr kumimoji="0" lang="en-US" sz="571" b="0" i="0" u="none" strike="noStrike" kern="1200" cap="none" spc="0" normalizeH="0" baseline="0" noProof="0" dirty="0" smtClean="0">
                <a:ln>
                  <a:noFill/>
                </a:ln>
                <a:solidFill>
                  <a:prstClr val="black">
                    <a:lumMod val="65000"/>
                    <a:lumOff val="35000"/>
                  </a:prstClr>
                </a:solidFill>
                <a:effectLst/>
                <a:uLnTx/>
                <a:uFillTx/>
                <a:latin typeface="Calibri"/>
                <a:ea typeface="+mn-ea"/>
                <a:cs typeface="Calibri" panose="020F0502020204030204" pitchFamily="34" charset="0"/>
              </a:rPr>
              <a:t>2019 </a:t>
            </a: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Tech Mahindra. All rights reserved.</a:t>
            </a:r>
          </a:p>
        </p:txBody>
      </p:sp>
      <p:pic>
        <p:nvPicPr>
          <p:cNvPr id="9" name="Picture 8" descr="Ridge.pdf"/>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Tree>
    <p:extLst>
      <p:ext uri="{BB962C8B-B14F-4D97-AF65-F5344CB8AC3E}">
        <p14:creationId xmlns:p14="http://schemas.microsoft.com/office/powerpoint/2010/main" val="4168602532"/>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5" r:id="rId6"/>
    <p:sldLayoutId id="2147484846" r:id="rId7"/>
    <p:sldLayoutId id="2147484847" r:id="rId8"/>
    <p:sldLayoutId id="2147484849" r:id="rId9"/>
    <p:sldLayoutId id="2147484850" r:id="rId10"/>
    <p:sldLayoutId id="2147484851" r:id="rId11"/>
    <p:sldLayoutId id="2147484852" r:id="rId12"/>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txStyles>
    <p:titleStyle>
      <a:lvl1pPr algn="l" rtl="0" eaLnBrk="1" fontAlgn="base" hangingPunct="1">
        <a:spcBef>
          <a:spcPct val="0"/>
        </a:spcBef>
        <a:spcAft>
          <a:spcPct val="0"/>
        </a:spcAft>
        <a:defRPr lang="en-US" sz="2400" b="1" kern="1200" dirty="0">
          <a:solidFill>
            <a:schemeClr val="tx2"/>
          </a:solidFill>
          <a:latin typeface="Calibri" panose="020F0502020204030204" pitchFamily="34" charset="0"/>
          <a:ea typeface="+mj-ea"/>
          <a:cs typeface="Calibri" panose="020F0502020204030204" pitchFamily="34" charset="0"/>
        </a:defRPr>
      </a:lvl1pPr>
      <a:lvl2pPr algn="l" rtl="0" eaLnBrk="1" fontAlgn="base" hangingPunct="1">
        <a:spcBef>
          <a:spcPct val="0"/>
        </a:spcBef>
        <a:spcAft>
          <a:spcPct val="0"/>
        </a:spcAft>
        <a:defRPr sz="2924" b="1">
          <a:solidFill>
            <a:schemeClr val="tx2"/>
          </a:solidFill>
          <a:latin typeface="Arial" charset="0"/>
          <a:cs typeface="Arial" charset="0"/>
        </a:defRPr>
      </a:lvl2pPr>
      <a:lvl3pPr algn="l" rtl="0" eaLnBrk="1" fontAlgn="base" hangingPunct="1">
        <a:spcBef>
          <a:spcPct val="0"/>
        </a:spcBef>
        <a:spcAft>
          <a:spcPct val="0"/>
        </a:spcAft>
        <a:defRPr sz="2924" b="1">
          <a:solidFill>
            <a:schemeClr val="tx2"/>
          </a:solidFill>
          <a:latin typeface="Arial" charset="0"/>
          <a:cs typeface="Arial" charset="0"/>
        </a:defRPr>
      </a:lvl3pPr>
      <a:lvl4pPr algn="l" rtl="0" eaLnBrk="1" fontAlgn="base" hangingPunct="1">
        <a:spcBef>
          <a:spcPct val="0"/>
        </a:spcBef>
        <a:spcAft>
          <a:spcPct val="0"/>
        </a:spcAft>
        <a:defRPr sz="2924" b="1">
          <a:solidFill>
            <a:schemeClr val="tx2"/>
          </a:solidFill>
          <a:latin typeface="Arial" charset="0"/>
          <a:cs typeface="Arial" charset="0"/>
        </a:defRPr>
      </a:lvl4pPr>
      <a:lvl5pPr algn="l" rtl="0" eaLnBrk="1" fontAlgn="base" hangingPunct="1">
        <a:spcBef>
          <a:spcPct val="0"/>
        </a:spcBef>
        <a:spcAft>
          <a:spcPct val="0"/>
        </a:spcAft>
        <a:defRPr sz="2924" b="1">
          <a:solidFill>
            <a:schemeClr val="tx2"/>
          </a:solidFill>
          <a:latin typeface="Arial" charset="0"/>
          <a:cs typeface="Arial" charset="0"/>
        </a:defRPr>
      </a:lvl5pPr>
      <a:lvl6pPr marL="410407" algn="l" rtl="0" eaLnBrk="1" fontAlgn="base" hangingPunct="1">
        <a:spcBef>
          <a:spcPct val="0"/>
        </a:spcBef>
        <a:spcAft>
          <a:spcPct val="0"/>
        </a:spcAft>
        <a:defRPr sz="2924" b="1">
          <a:solidFill>
            <a:schemeClr val="tx2"/>
          </a:solidFill>
          <a:latin typeface="Arial" charset="0"/>
          <a:cs typeface="Arial" charset="0"/>
        </a:defRPr>
      </a:lvl6pPr>
      <a:lvl7pPr marL="820811" algn="l" rtl="0" eaLnBrk="1" fontAlgn="base" hangingPunct="1">
        <a:spcBef>
          <a:spcPct val="0"/>
        </a:spcBef>
        <a:spcAft>
          <a:spcPct val="0"/>
        </a:spcAft>
        <a:defRPr sz="2924" b="1">
          <a:solidFill>
            <a:schemeClr val="tx2"/>
          </a:solidFill>
          <a:latin typeface="Arial" charset="0"/>
          <a:cs typeface="Arial" charset="0"/>
        </a:defRPr>
      </a:lvl7pPr>
      <a:lvl8pPr marL="1231220" algn="l" rtl="0" eaLnBrk="1" fontAlgn="base" hangingPunct="1">
        <a:spcBef>
          <a:spcPct val="0"/>
        </a:spcBef>
        <a:spcAft>
          <a:spcPct val="0"/>
        </a:spcAft>
        <a:defRPr sz="2924" b="1">
          <a:solidFill>
            <a:schemeClr val="tx2"/>
          </a:solidFill>
          <a:latin typeface="Arial" charset="0"/>
          <a:cs typeface="Arial" charset="0"/>
        </a:defRPr>
      </a:lvl8pPr>
      <a:lvl9pPr marL="1641624" algn="l" rtl="0" eaLnBrk="1" fontAlgn="base" hangingPunct="1">
        <a:spcBef>
          <a:spcPct val="0"/>
        </a:spcBef>
        <a:spcAft>
          <a:spcPct val="0"/>
        </a:spcAft>
        <a:defRPr sz="2924" b="1">
          <a:solidFill>
            <a:schemeClr val="tx2"/>
          </a:solidFill>
          <a:latin typeface="Arial" charset="0"/>
          <a:cs typeface="Arial" charset="0"/>
        </a:defRPr>
      </a:lvl9pPr>
    </p:titleStyle>
    <p:bodyStyle>
      <a:lvl1pPr marL="260780" indent="-26078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1pPr>
      <a:lvl2pPr marL="256510" indent="-25651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3008" indent="-25080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3pPr>
      <a:lvl4pPr marL="763811" indent="-25080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4pPr>
      <a:lvl5pPr marL="1020317" indent="-256510" algn="l" defTabSz="83791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5pPr>
      <a:lvl6pPr marL="1231220" indent="-216604" algn="l" defTabSz="820811" rtl="0" eaLnBrk="1" latinLnBrk="0" hangingPunct="1">
        <a:spcBef>
          <a:spcPct val="20000"/>
        </a:spcBef>
        <a:buClr>
          <a:schemeClr val="bg2"/>
        </a:buClr>
        <a:buSzPct val="60000"/>
        <a:buFont typeface="Wingdings" pitchFamily="2" charset="2"/>
        <a:buChar char="§"/>
        <a:defRPr sz="1800" kern="1200">
          <a:solidFill>
            <a:schemeClr val="tx1"/>
          </a:solidFill>
          <a:latin typeface="Calibri" panose="020F0502020204030204" pitchFamily="34" charset="0"/>
          <a:ea typeface="+mn-ea"/>
          <a:cs typeface="+mn-cs"/>
        </a:defRPr>
      </a:lvl6pPr>
      <a:lvl7pPr marL="266763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804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456"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811" rtl="0" eaLnBrk="1" latinLnBrk="0" hangingPunct="1">
        <a:defRPr sz="1575" kern="1200">
          <a:solidFill>
            <a:schemeClr val="tx1"/>
          </a:solidFill>
          <a:latin typeface="+mn-lt"/>
          <a:ea typeface="+mn-ea"/>
          <a:cs typeface="+mn-cs"/>
        </a:defRPr>
      </a:lvl1pPr>
      <a:lvl2pPr marL="410407" algn="l" defTabSz="820811" rtl="0" eaLnBrk="1" latinLnBrk="0" hangingPunct="1">
        <a:defRPr sz="1575" kern="1200">
          <a:solidFill>
            <a:schemeClr val="tx1"/>
          </a:solidFill>
          <a:latin typeface="+mn-lt"/>
          <a:ea typeface="+mn-ea"/>
          <a:cs typeface="+mn-cs"/>
        </a:defRPr>
      </a:lvl2pPr>
      <a:lvl3pPr marL="820811" algn="l" defTabSz="820811" rtl="0" eaLnBrk="1" latinLnBrk="0" hangingPunct="1">
        <a:defRPr sz="1575" kern="1200">
          <a:solidFill>
            <a:schemeClr val="tx1"/>
          </a:solidFill>
          <a:latin typeface="+mn-lt"/>
          <a:ea typeface="+mn-ea"/>
          <a:cs typeface="+mn-cs"/>
        </a:defRPr>
      </a:lvl3pPr>
      <a:lvl4pPr marL="1231220" algn="l" defTabSz="820811" rtl="0" eaLnBrk="1" latinLnBrk="0" hangingPunct="1">
        <a:defRPr sz="1575" kern="1200">
          <a:solidFill>
            <a:schemeClr val="tx1"/>
          </a:solidFill>
          <a:latin typeface="+mn-lt"/>
          <a:ea typeface="+mn-ea"/>
          <a:cs typeface="+mn-cs"/>
        </a:defRPr>
      </a:lvl4pPr>
      <a:lvl5pPr marL="1641624" algn="l" defTabSz="820811" rtl="0" eaLnBrk="1" latinLnBrk="0" hangingPunct="1">
        <a:defRPr sz="1575" kern="1200">
          <a:solidFill>
            <a:schemeClr val="tx1"/>
          </a:solidFill>
          <a:latin typeface="+mn-lt"/>
          <a:ea typeface="+mn-ea"/>
          <a:cs typeface="+mn-cs"/>
        </a:defRPr>
      </a:lvl5pPr>
      <a:lvl6pPr marL="2052031" algn="l" defTabSz="820811" rtl="0" eaLnBrk="1" latinLnBrk="0" hangingPunct="1">
        <a:defRPr sz="1575" kern="1200">
          <a:solidFill>
            <a:schemeClr val="tx1"/>
          </a:solidFill>
          <a:latin typeface="+mn-lt"/>
          <a:ea typeface="+mn-ea"/>
          <a:cs typeface="+mn-cs"/>
        </a:defRPr>
      </a:lvl6pPr>
      <a:lvl7pPr marL="2462435" algn="l" defTabSz="820811" rtl="0" eaLnBrk="1" latinLnBrk="0" hangingPunct="1">
        <a:defRPr sz="1575" kern="1200">
          <a:solidFill>
            <a:schemeClr val="tx1"/>
          </a:solidFill>
          <a:latin typeface="+mn-lt"/>
          <a:ea typeface="+mn-ea"/>
          <a:cs typeface="+mn-cs"/>
        </a:defRPr>
      </a:lvl7pPr>
      <a:lvl8pPr marL="2872844" algn="l" defTabSz="820811" rtl="0" eaLnBrk="1" latinLnBrk="0" hangingPunct="1">
        <a:defRPr sz="1575" kern="1200">
          <a:solidFill>
            <a:schemeClr val="tx1"/>
          </a:solidFill>
          <a:latin typeface="+mn-lt"/>
          <a:ea typeface="+mn-ea"/>
          <a:cs typeface="+mn-cs"/>
        </a:defRPr>
      </a:lvl8pPr>
      <a:lvl9pPr marL="3283247" algn="l" defTabSz="820811" rtl="0" eaLnBrk="1" latinLnBrk="0" hangingPunct="1">
        <a:defRPr sz="157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68342" y="533421"/>
            <a:ext cx="8212137"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title style</a:t>
            </a:r>
          </a:p>
        </p:txBody>
      </p:sp>
      <p:pic>
        <p:nvPicPr>
          <p:cNvPr id="7" name="Picture 6" descr="Ridge.pdf"/>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bwMode="ltGray">
          <a:xfrm>
            <a:off x="357" y="1"/>
            <a:ext cx="2014903" cy="714375"/>
          </a:xfrm>
          <a:prstGeom prst="rect">
            <a:avLst/>
          </a:prstGeom>
        </p:spPr>
      </p:pic>
      <p:sp>
        <p:nvSpPr>
          <p:cNvPr id="5"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
        <p:nvSpPr>
          <p:cNvPr id="6" name="TextBox 20"/>
          <p:cNvSpPr txBox="1">
            <a:spLocks noChangeArrowheads="1"/>
          </p:cNvSpPr>
          <p:nvPr userDrawn="1"/>
        </p:nvSpPr>
        <p:spPr bwMode="gray">
          <a:xfrm>
            <a:off x="481135" y="4972053"/>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a:t>
            </a:r>
            <a:r>
              <a:rPr kumimoji="0" lang="en-US" sz="571" b="0" i="0" u="none" strike="noStrike" kern="1200" cap="none" spc="0" normalizeH="0" baseline="0" noProof="0" dirty="0" smtClean="0">
                <a:ln>
                  <a:noFill/>
                </a:ln>
                <a:solidFill>
                  <a:prstClr val="black">
                    <a:lumMod val="65000"/>
                    <a:lumOff val="35000"/>
                  </a:prstClr>
                </a:solidFill>
                <a:effectLst/>
                <a:uLnTx/>
                <a:uFillTx/>
                <a:latin typeface="Calibri"/>
                <a:ea typeface="+mn-ea"/>
                <a:cs typeface="Calibri" panose="020F0502020204030204" pitchFamily="34" charset="0"/>
              </a:rPr>
              <a:t>2019 </a:t>
            </a: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Tech Mahindra. All rights reserved.</a:t>
            </a:r>
          </a:p>
        </p:txBody>
      </p:sp>
    </p:spTree>
    <p:extLst>
      <p:ext uri="{BB962C8B-B14F-4D97-AF65-F5344CB8AC3E}">
        <p14:creationId xmlns:p14="http://schemas.microsoft.com/office/powerpoint/2010/main" val="1369261756"/>
      </p:ext>
    </p:extLst>
  </p:cSld>
  <p:clrMap bg1="lt1" tx1="dk1" bg2="lt2" tx2="dk2" accent1="accent1" accent2="accent2" accent3="accent3" accent4="accent4" accent5="accent5" accent6="accent6" hlink="hlink" folHlink="folHlink"/>
  <p:sldLayoutIdLst>
    <p:sldLayoutId id="2147484901" r:id="rId1"/>
    <p:sldLayoutId id="2147484902" r:id="rId2"/>
    <p:sldLayoutId id="2147484905" r:id="rId3"/>
    <p:sldLayoutId id="2147484906" r:id="rId4"/>
    <p:sldLayoutId id="2147484907" r:id="rId5"/>
    <p:sldLayoutId id="2147484908" r:id="rId6"/>
    <p:sldLayoutId id="2147484909" r:id="rId7"/>
    <p:sldLayoutId id="2147484911" r:id="rId8"/>
    <p:sldLayoutId id="2147484912" r:id="rId9"/>
    <p:sldLayoutId id="2147484913" r:id="rId10"/>
    <p:sldLayoutId id="2147484914" r:id="rId11"/>
    <p:sldLayoutId id="2147484915" r:id="rId12"/>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txStyles>
    <p:titleStyle>
      <a:lvl1pPr algn="l" rtl="0" eaLnBrk="1" fontAlgn="base" hangingPunct="1">
        <a:spcBef>
          <a:spcPct val="0"/>
        </a:spcBef>
        <a:spcAft>
          <a:spcPct val="0"/>
        </a:spcAft>
        <a:defRPr lang="en-US" sz="2400" b="1" kern="1200" dirty="0">
          <a:solidFill>
            <a:schemeClr val="tx2"/>
          </a:solidFill>
          <a:latin typeface="Calibri" panose="020F0502020204030204" pitchFamily="34" charset="0"/>
          <a:ea typeface="+mj-ea"/>
          <a:cs typeface="Calibri" panose="020F0502020204030204" pitchFamily="34" charset="0"/>
        </a:defRPr>
      </a:lvl1pPr>
      <a:lvl2pPr algn="l" rtl="0" eaLnBrk="1" fontAlgn="base" hangingPunct="1">
        <a:spcBef>
          <a:spcPct val="0"/>
        </a:spcBef>
        <a:spcAft>
          <a:spcPct val="0"/>
        </a:spcAft>
        <a:defRPr sz="2924" b="1">
          <a:solidFill>
            <a:schemeClr val="tx2"/>
          </a:solidFill>
          <a:latin typeface="Arial" charset="0"/>
          <a:cs typeface="Arial" charset="0"/>
        </a:defRPr>
      </a:lvl2pPr>
      <a:lvl3pPr algn="l" rtl="0" eaLnBrk="1" fontAlgn="base" hangingPunct="1">
        <a:spcBef>
          <a:spcPct val="0"/>
        </a:spcBef>
        <a:spcAft>
          <a:spcPct val="0"/>
        </a:spcAft>
        <a:defRPr sz="2924" b="1">
          <a:solidFill>
            <a:schemeClr val="tx2"/>
          </a:solidFill>
          <a:latin typeface="Arial" charset="0"/>
          <a:cs typeface="Arial" charset="0"/>
        </a:defRPr>
      </a:lvl3pPr>
      <a:lvl4pPr algn="l" rtl="0" eaLnBrk="1" fontAlgn="base" hangingPunct="1">
        <a:spcBef>
          <a:spcPct val="0"/>
        </a:spcBef>
        <a:spcAft>
          <a:spcPct val="0"/>
        </a:spcAft>
        <a:defRPr sz="2924" b="1">
          <a:solidFill>
            <a:schemeClr val="tx2"/>
          </a:solidFill>
          <a:latin typeface="Arial" charset="0"/>
          <a:cs typeface="Arial" charset="0"/>
        </a:defRPr>
      </a:lvl4pPr>
      <a:lvl5pPr algn="l" rtl="0" eaLnBrk="1" fontAlgn="base" hangingPunct="1">
        <a:spcBef>
          <a:spcPct val="0"/>
        </a:spcBef>
        <a:spcAft>
          <a:spcPct val="0"/>
        </a:spcAft>
        <a:defRPr sz="2924" b="1">
          <a:solidFill>
            <a:schemeClr val="tx2"/>
          </a:solidFill>
          <a:latin typeface="Arial" charset="0"/>
          <a:cs typeface="Arial" charset="0"/>
        </a:defRPr>
      </a:lvl5pPr>
      <a:lvl6pPr marL="410407" algn="l" rtl="0" eaLnBrk="1" fontAlgn="base" hangingPunct="1">
        <a:spcBef>
          <a:spcPct val="0"/>
        </a:spcBef>
        <a:spcAft>
          <a:spcPct val="0"/>
        </a:spcAft>
        <a:defRPr sz="2924" b="1">
          <a:solidFill>
            <a:schemeClr val="tx2"/>
          </a:solidFill>
          <a:latin typeface="Arial" charset="0"/>
          <a:cs typeface="Arial" charset="0"/>
        </a:defRPr>
      </a:lvl6pPr>
      <a:lvl7pPr marL="820811" algn="l" rtl="0" eaLnBrk="1" fontAlgn="base" hangingPunct="1">
        <a:spcBef>
          <a:spcPct val="0"/>
        </a:spcBef>
        <a:spcAft>
          <a:spcPct val="0"/>
        </a:spcAft>
        <a:defRPr sz="2924" b="1">
          <a:solidFill>
            <a:schemeClr val="tx2"/>
          </a:solidFill>
          <a:latin typeface="Arial" charset="0"/>
          <a:cs typeface="Arial" charset="0"/>
        </a:defRPr>
      </a:lvl7pPr>
      <a:lvl8pPr marL="1231220" algn="l" rtl="0" eaLnBrk="1" fontAlgn="base" hangingPunct="1">
        <a:spcBef>
          <a:spcPct val="0"/>
        </a:spcBef>
        <a:spcAft>
          <a:spcPct val="0"/>
        </a:spcAft>
        <a:defRPr sz="2924" b="1">
          <a:solidFill>
            <a:schemeClr val="tx2"/>
          </a:solidFill>
          <a:latin typeface="Arial" charset="0"/>
          <a:cs typeface="Arial" charset="0"/>
        </a:defRPr>
      </a:lvl8pPr>
      <a:lvl9pPr marL="1641624" algn="l" rtl="0" eaLnBrk="1" fontAlgn="base" hangingPunct="1">
        <a:spcBef>
          <a:spcPct val="0"/>
        </a:spcBef>
        <a:spcAft>
          <a:spcPct val="0"/>
        </a:spcAft>
        <a:defRPr sz="2924" b="1">
          <a:solidFill>
            <a:schemeClr val="tx2"/>
          </a:solidFill>
          <a:latin typeface="Arial" charset="0"/>
          <a:cs typeface="Arial" charset="0"/>
        </a:defRPr>
      </a:lvl9pPr>
    </p:titleStyle>
    <p:bodyStyle>
      <a:lvl1pPr marL="260780" indent="-26078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1pPr>
      <a:lvl2pPr marL="256510" indent="-25651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3008" indent="-25080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3pPr>
      <a:lvl4pPr marL="763811" indent="-25080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4pPr>
      <a:lvl5pPr marL="1020317" indent="-256510" algn="l" defTabSz="83791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5pPr>
      <a:lvl6pPr marL="1231220" indent="-216604" algn="l" defTabSz="820811" rtl="0" eaLnBrk="1" latinLnBrk="0" hangingPunct="1">
        <a:spcBef>
          <a:spcPct val="20000"/>
        </a:spcBef>
        <a:buClr>
          <a:schemeClr val="bg2"/>
        </a:buClr>
        <a:buSzPct val="60000"/>
        <a:buFont typeface="Wingdings" pitchFamily="2" charset="2"/>
        <a:buChar char="§"/>
        <a:defRPr sz="1800" kern="1200">
          <a:solidFill>
            <a:schemeClr val="tx1"/>
          </a:solidFill>
          <a:latin typeface="Calibri" panose="020F0502020204030204" pitchFamily="34" charset="0"/>
          <a:ea typeface="+mn-ea"/>
          <a:cs typeface="+mn-cs"/>
        </a:defRPr>
      </a:lvl6pPr>
      <a:lvl7pPr marL="266763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804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456"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811" rtl="0" eaLnBrk="1" latinLnBrk="0" hangingPunct="1">
        <a:defRPr sz="1575" kern="1200">
          <a:solidFill>
            <a:schemeClr val="tx1"/>
          </a:solidFill>
          <a:latin typeface="+mn-lt"/>
          <a:ea typeface="+mn-ea"/>
          <a:cs typeface="+mn-cs"/>
        </a:defRPr>
      </a:lvl1pPr>
      <a:lvl2pPr marL="410407" algn="l" defTabSz="820811" rtl="0" eaLnBrk="1" latinLnBrk="0" hangingPunct="1">
        <a:defRPr sz="1575" kern="1200">
          <a:solidFill>
            <a:schemeClr val="tx1"/>
          </a:solidFill>
          <a:latin typeface="+mn-lt"/>
          <a:ea typeface="+mn-ea"/>
          <a:cs typeface="+mn-cs"/>
        </a:defRPr>
      </a:lvl2pPr>
      <a:lvl3pPr marL="820811" algn="l" defTabSz="820811" rtl="0" eaLnBrk="1" latinLnBrk="0" hangingPunct="1">
        <a:defRPr sz="1575" kern="1200">
          <a:solidFill>
            <a:schemeClr val="tx1"/>
          </a:solidFill>
          <a:latin typeface="+mn-lt"/>
          <a:ea typeface="+mn-ea"/>
          <a:cs typeface="+mn-cs"/>
        </a:defRPr>
      </a:lvl3pPr>
      <a:lvl4pPr marL="1231220" algn="l" defTabSz="820811" rtl="0" eaLnBrk="1" latinLnBrk="0" hangingPunct="1">
        <a:defRPr sz="1575" kern="1200">
          <a:solidFill>
            <a:schemeClr val="tx1"/>
          </a:solidFill>
          <a:latin typeface="+mn-lt"/>
          <a:ea typeface="+mn-ea"/>
          <a:cs typeface="+mn-cs"/>
        </a:defRPr>
      </a:lvl4pPr>
      <a:lvl5pPr marL="1641624" algn="l" defTabSz="820811" rtl="0" eaLnBrk="1" latinLnBrk="0" hangingPunct="1">
        <a:defRPr sz="1575" kern="1200">
          <a:solidFill>
            <a:schemeClr val="tx1"/>
          </a:solidFill>
          <a:latin typeface="+mn-lt"/>
          <a:ea typeface="+mn-ea"/>
          <a:cs typeface="+mn-cs"/>
        </a:defRPr>
      </a:lvl5pPr>
      <a:lvl6pPr marL="2052031" algn="l" defTabSz="820811" rtl="0" eaLnBrk="1" latinLnBrk="0" hangingPunct="1">
        <a:defRPr sz="1575" kern="1200">
          <a:solidFill>
            <a:schemeClr val="tx1"/>
          </a:solidFill>
          <a:latin typeface="+mn-lt"/>
          <a:ea typeface="+mn-ea"/>
          <a:cs typeface="+mn-cs"/>
        </a:defRPr>
      </a:lvl6pPr>
      <a:lvl7pPr marL="2462435" algn="l" defTabSz="820811" rtl="0" eaLnBrk="1" latinLnBrk="0" hangingPunct="1">
        <a:defRPr sz="1575" kern="1200">
          <a:solidFill>
            <a:schemeClr val="tx1"/>
          </a:solidFill>
          <a:latin typeface="+mn-lt"/>
          <a:ea typeface="+mn-ea"/>
          <a:cs typeface="+mn-cs"/>
        </a:defRPr>
      </a:lvl7pPr>
      <a:lvl8pPr marL="2872844" algn="l" defTabSz="820811" rtl="0" eaLnBrk="1" latinLnBrk="0" hangingPunct="1">
        <a:defRPr sz="1575" kern="1200">
          <a:solidFill>
            <a:schemeClr val="tx1"/>
          </a:solidFill>
          <a:latin typeface="+mn-lt"/>
          <a:ea typeface="+mn-ea"/>
          <a:cs typeface="+mn-cs"/>
        </a:defRPr>
      </a:lvl8pPr>
      <a:lvl9pPr marL="3283247" algn="l" defTabSz="820811" rtl="0" eaLnBrk="1" latinLnBrk="0" hangingPunct="1">
        <a:defRPr sz="157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414AE24-9270-4FD6-9910-56458C2F13C2}"/>
              </a:ext>
            </a:extLst>
          </p:cNvPr>
          <p:cNvSpPr txBox="1">
            <a:spLocks/>
          </p:cNvSpPr>
          <p:nvPr userDrawn="1"/>
        </p:nvSpPr>
        <p:spPr bwMode="auto">
          <a:xfrm>
            <a:off x="204232" y="4960631"/>
            <a:ext cx="117020" cy="114519"/>
          </a:xfrm>
          <a:prstGeom prst="rect">
            <a:avLst/>
          </a:prstGeom>
          <a:noFill/>
          <a:ln w="9525">
            <a:noFill/>
            <a:miter lim="800000"/>
            <a:headEnd/>
            <a:tailEnd/>
          </a:ln>
        </p:spPr>
        <p:txBody>
          <a:bodyPr wrap="none" lIns="0" tIns="0" rIns="0" bIns="0" anchor="ctr">
            <a:spAutoFit/>
          </a:bodyPr>
          <a:lstStyle/>
          <a:p>
            <a:pPr algn="r">
              <a:defRPr/>
            </a:pPr>
            <a:fld id="{13CCAD47-FD76-46E6-8D9F-02939C3786FE}" type="slidenum">
              <a:rPr lang="en-US" sz="744">
                <a:solidFill>
                  <a:srgbClr val="6D6E71"/>
                </a:solidFill>
                <a:latin typeface="Arial" pitchFamily="34" charset="0"/>
                <a:cs typeface="Arial" pitchFamily="34" charset="0"/>
              </a:rPr>
              <a:pPr algn="r">
                <a:defRPr/>
              </a:pPr>
              <a:t>‹#›</a:t>
            </a:fld>
            <a:endParaRPr lang="en-US" sz="744" dirty="0">
              <a:solidFill>
                <a:srgbClr val="6D6E71"/>
              </a:solidFill>
              <a:latin typeface="Arial" pitchFamily="34" charset="0"/>
              <a:cs typeface="Arial" pitchFamily="34" charset="0"/>
            </a:endParaRPr>
          </a:p>
        </p:txBody>
      </p:sp>
      <p:sp>
        <p:nvSpPr>
          <p:cNvPr id="4" name="TextBox 20">
            <a:extLst>
              <a:ext uri="{FF2B5EF4-FFF2-40B4-BE49-F238E27FC236}">
                <a16:creationId xmlns:a16="http://schemas.microsoft.com/office/drawing/2014/main" id="{2875DC95-8FDB-4BB0-8C97-6AB5B9290F06}"/>
              </a:ext>
            </a:extLst>
          </p:cNvPr>
          <p:cNvSpPr txBox="1">
            <a:spLocks noChangeArrowheads="1"/>
          </p:cNvSpPr>
          <p:nvPr userDrawn="1"/>
        </p:nvSpPr>
        <p:spPr bwMode="gray">
          <a:xfrm>
            <a:off x="481014" y="4956335"/>
            <a:ext cx="2257028" cy="114519"/>
          </a:xfrm>
          <a:prstGeom prst="rect">
            <a:avLst/>
          </a:prstGeom>
          <a:noFill/>
          <a:ln w="9525">
            <a:noFill/>
            <a:miter lim="800000"/>
            <a:headEnd/>
            <a:tailEnd/>
          </a:ln>
        </p:spPr>
        <p:txBody>
          <a:bodyPr wrap="none" lIns="0" tIns="0" rIns="0" bIns="0">
            <a:spAutoFit/>
          </a:bodyPr>
          <a:lstStyle/>
          <a:p>
            <a:pPr>
              <a:defRPr/>
            </a:pPr>
            <a:r>
              <a:rPr lang="en-US" sz="744" dirty="0">
                <a:solidFill>
                  <a:srgbClr val="6D6E71"/>
                </a:solidFill>
                <a:latin typeface="Arial" pitchFamily="34" charset="0"/>
                <a:cs typeface="Arial" pitchFamily="34" charset="0"/>
              </a:rPr>
              <a:t>Copyright © 2018 Tech Mahindra. All rights reserved.</a:t>
            </a:r>
          </a:p>
        </p:txBody>
      </p:sp>
      <p:sp>
        <p:nvSpPr>
          <p:cNvPr id="5" name="Flowchart: Manual Input 4">
            <a:extLst>
              <a:ext uri="{FF2B5EF4-FFF2-40B4-BE49-F238E27FC236}">
                <a16:creationId xmlns:a16="http://schemas.microsoft.com/office/drawing/2014/main" id="{363C7098-998C-4E6D-9D15-C8288A79DFB5}"/>
              </a:ext>
            </a:extLst>
          </p:cNvPr>
          <p:cNvSpPr/>
          <p:nvPr userDrawn="1"/>
        </p:nvSpPr>
        <p:spPr>
          <a:xfrm rot="5400000" flipH="1">
            <a:off x="-116728" y="233429"/>
            <a:ext cx="577566" cy="298392"/>
          </a:xfrm>
          <a:prstGeom prst="flowChartManualInput">
            <a:avLst/>
          </a:prstGeom>
          <a:gradFill flip="none" rotWithShape="1">
            <a:gsLst>
              <a:gs pos="0">
                <a:srgbClr val="E31837">
                  <a:shade val="30000"/>
                  <a:satMod val="115000"/>
                </a:srgbClr>
              </a:gs>
              <a:gs pos="50000">
                <a:srgbClr val="E31837">
                  <a:shade val="67500"/>
                  <a:satMod val="115000"/>
                </a:srgbClr>
              </a:gs>
              <a:gs pos="100000">
                <a:srgbClr val="E31837">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74" dirty="0">
              <a:solidFill>
                <a:prstClr val="white"/>
              </a:solidFill>
            </a:endParaRPr>
          </a:p>
        </p:txBody>
      </p:sp>
      <p:sp>
        <p:nvSpPr>
          <p:cNvPr id="6" name="Rectangle 5">
            <a:extLst>
              <a:ext uri="{FF2B5EF4-FFF2-40B4-BE49-F238E27FC236}">
                <a16:creationId xmlns:a16="http://schemas.microsoft.com/office/drawing/2014/main" id="{E39606BB-05B8-4526-8AD6-67717D263CC5}"/>
              </a:ext>
            </a:extLst>
          </p:cNvPr>
          <p:cNvSpPr/>
          <p:nvPr userDrawn="1"/>
        </p:nvSpPr>
        <p:spPr>
          <a:xfrm>
            <a:off x="2" y="2"/>
            <a:ext cx="45719" cy="5143501"/>
          </a:xfrm>
          <a:prstGeom prst="rect">
            <a:avLst/>
          </a:prstGeom>
          <a:gradFill flip="none" rotWithShape="1">
            <a:gsLst>
              <a:gs pos="0">
                <a:srgbClr val="E31837">
                  <a:shade val="30000"/>
                  <a:satMod val="115000"/>
                </a:srgbClr>
              </a:gs>
              <a:gs pos="50000">
                <a:srgbClr val="E31837">
                  <a:shade val="67500"/>
                  <a:satMod val="115000"/>
                </a:srgbClr>
              </a:gs>
              <a:gs pos="100000">
                <a:srgbClr val="E31837">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74" dirty="0">
              <a:solidFill>
                <a:prstClr val="white"/>
              </a:solidFill>
            </a:endParaRPr>
          </a:p>
        </p:txBody>
      </p:sp>
    </p:spTree>
    <p:extLst>
      <p:ext uri="{BB962C8B-B14F-4D97-AF65-F5344CB8AC3E}">
        <p14:creationId xmlns:p14="http://schemas.microsoft.com/office/powerpoint/2010/main" val="1781217573"/>
      </p:ext>
    </p:extLst>
  </p:cSld>
  <p:clrMap bg1="lt1" tx1="dk1" bg2="lt2" tx2="dk2" accent1="accent1" accent2="accent2" accent3="accent3" accent4="accent4" accent5="accent5" accent6="accent6" hlink="hlink" folHlink="folHlink"/>
  <p:sldLayoutIdLst>
    <p:sldLayoutId id="2147484929" r:id="rId1"/>
    <p:sldLayoutId id="2147484930" r:id="rId2"/>
    <p:sldLayoutId id="2147484931" r:id="rId3"/>
    <p:sldLayoutId id="2147484932"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850214" rtl="0" eaLnBrk="1" latinLnBrk="0" hangingPunct="1">
        <a:lnSpc>
          <a:spcPct val="90000"/>
        </a:lnSpc>
        <a:spcBef>
          <a:spcPct val="0"/>
        </a:spcBef>
        <a:buNone/>
        <a:defRPr sz="4092" kern="1200">
          <a:solidFill>
            <a:schemeClr val="tx1"/>
          </a:solidFill>
          <a:latin typeface="+mj-lt"/>
          <a:ea typeface="+mj-ea"/>
          <a:cs typeface="+mj-cs"/>
        </a:defRPr>
      </a:lvl1pPr>
    </p:titleStyle>
    <p:bodyStyle>
      <a:lvl1pPr marL="212553" indent="-212553" algn="l" defTabSz="850214" rtl="0" eaLnBrk="1" latinLnBrk="0" hangingPunct="1">
        <a:lnSpc>
          <a:spcPct val="90000"/>
        </a:lnSpc>
        <a:spcBef>
          <a:spcPts val="929"/>
        </a:spcBef>
        <a:buFont typeface="Arial" panose="020B0604020202020204" pitchFamily="34" charset="0"/>
        <a:buChar char="•"/>
        <a:defRPr sz="2604" kern="1200">
          <a:solidFill>
            <a:schemeClr val="tx1"/>
          </a:solidFill>
          <a:latin typeface="+mn-lt"/>
          <a:ea typeface="+mn-ea"/>
          <a:cs typeface="+mn-cs"/>
        </a:defRPr>
      </a:lvl1pPr>
      <a:lvl2pPr marL="637660" indent="-212553" algn="l" defTabSz="850214" rtl="0" eaLnBrk="1" latinLnBrk="0" hangingPunct="1">
        <a:lnSpc>
          <a:spcPct val="90000"/>
        </a:lnSpc>
        <a:spcBef>
          <a:spcPts val="465"/>
        </a:spcBef>
        <a:buFont typeface="Arial" panose="020B0604020202020204" pitchFamily="34" charset="0"/>
        <a:buChar char="•"/>
        <a:defRPr sz="2231" kern="1200">
          <a:solidFill>
            <a:schemeClr val="tx1"/>
          </a:solidFill>
          <a:latin typeface="+mn-lt"/>
          <a:ea typeface="+mn-ea"/>
          <a:cs typeface="+mn-cs"/>
        </a:defRPr>
      </a:lvl2pPr>
      <a:lvl3pPr marL="1062767" indent="-212553" algn="l" defTabSz="850214" rtl="0" eaLnBrk="1" latinLnBrk="0" hangingPunct="1">
        <a:lnSpc>
          <a:spcPct val="90000"/>
        </a:lnSpc>
        <a:spcBef>
          <a:spcPts val="465"/>
        </a:spcBef>
        <a:buFont typeface="Arial" panose="020B0604020202020204" pitchFamily="34" charset="0"/>
        <a:buChar char="•"/>
        <a:defRPr sz="1860" kern="1200">
          <a:solidFill>
            <a:schemeClr val="tx1"/>
          </a:solidFill>
          <a:latin typeface="+mn-lt"/>
          <a:ea typeface="+mn-ea"/>
          <a:cs typeface="+mn-cs"/>
        </a:defRPr>
      </a:lvl3pPr>
      <a:lvl4pPr marL="1487874"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4pPr>
      <a:lvl5pPr marL="1912980"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5pPr>
      <a:lvl6pPr marL="2338087"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6pPr>
      <a:lvl7pPr marL="2763194"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7pPr>
      <a:lvl8pPr marL="3188301"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8pPr>
      <a:lvl9pPr marL="3613407"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9pPr>
    </p:bodyStyle>
    <p:otherStyle>
      <a:defPPr>
        <a:defRPr lang="en-US"/>
      </a:defPPr>
      <a:lvl1pPr marL="0" algn="l" defTabSz="850214" rtl="0" eaLnBrk="1" latinLnBrk="0" hangingPunct="1">
        <a:defRPr sz="1674" kern="1200">
          <a:solidFill>
            <a:schemeClr val="tx1"/>
          </a:solidFill>
          <a:latin typeface="+mn-lt"/>
          <a:ea typeface="+mn-ea"/>
          <a:cs typeface="+mn-cs"/>
        </a:defRPr>
      </a:lvl1pPr>
      <a:lvl2pPr marL="425107" algn="l" defTabSz="850214" rtl="0" eaLnBrk="1" latinLnBrk="0" hangingPunct="1">
        <a:defRPr sz="1674" kern="1200">
          <a:solidFill>
            <a:schemeClr val="tx1"/>
          </a:solidFill>
          <a:latin typeface="+mn-lt"/>
          <a:ea typeface="+mn-ea"/>
          <a:cs typeface="+mn-cs"/>
        </a:defRPr>
      </a:lvl2pPr>
      <a:lvl3pPr marL="850214" algn="l" defTabSz="850214" rtl="0" eaLnBrk="1" latinLnBrk="0" hangingPunct="1">
        <a:defRPr sz="1674" kern="1200">
          <a:solidFill>
            <a:schemeClr val="tx1"/>
          </a:solidFill>
          <a:latin typeface="+mn-lt"/>
          <a:ea typeface="+mn-ea"/>
          <a:cs typeface="+mn-cs"/>
        </a:defRPr>
      </a:lvl3pPr>
      <a:lvl4pPr marL="1275321" algn="l" defTabSz="850214" rtl="0" eaLnBrk="1" latinLnBrk="0" hangingPunct="1">
        <a:defRPr sz="1674" kern="1200">
          <a:solidFill>
            <a:schemeClr val="tx1"/>
          </a:solidFill>
          <a:latin typeface="+mn-lt"/>
          <a:ea typeface="+mn-ea"/>
          <a:cs typeface="+mn-cs"/>
        </a:defRPr>
      </a:lvl4pPr>
      <a:lvl5pPr marL="1700427" algn="l" defTabSz="850214" rtl="0" eaLnBrk="1" latinLnBrk="0" hangingPunct="1">
        <a:defRPr sz="1674" kern="1200">
          <a:solidFill>
            <a:schemeClr val="tx1"/>
          </a:solidFill>
          <a:latin typeface="+mn-lt"/>
          <a:ea typeface="+mn-ea"/>
          <a:cs typeface="+mn-cs"/>
        </a:defRPr>
      </a:lvl5pPr>
      <a:lvl6pPr marL="2125534" algn="l" defTabSz="850214" rtl="0" eaLnBrk="1" latinLnBrk="0" hangingPunct="1">
        <a:defRPr sz="1674" kern="1200">
          <a:solidFill>
            <a:schemeClr val="tx1"/>
          </a:solidFill>
          <a:latin typeface="+mn-lt"/>
          <a:ea typeface="+mn-ea"/>
          <a:cs typeface="+mn-cs"/>
        </a:defRPr>
      </a:lvl6pPr>
      <a:lvl7pPr marL="2550641" algn="l" defTabSz="850214" rtl="0" eaLnBrk="1" latinLnBrk="0" hangingPunct="1">
        <a:defRPr sz="1674" kern="1200">
          <a:solidFill>
            <a:schemeClr val="tx1"/>
          </a:solidFill>
          <a:latin typeface="+mn-lt"/>
          <a:ea typeface="+mn-ea"/>
          <a:cs typeface="+mn-cs"/>
        </a:defRPr>
      </a:lvl7pPr>
      <a:lvl8pPr marL="2975747" algn="l" defTabSz="850214" rtl="0" eaLnBrk="1" latinLnBrk="0" hangingPunct="1">
        <a:defRPr sz="1674" kern="1200">
          <a:solidFill>
            <a:schemeClr val="tx1"/>
          </a:solidFill>
          <a:latin typeface="+mn-lt"/>
          <a:ea typeface="+mn-ea"/>
          <a:cs typeface="+mn-cs"/>
        </a:defRPr>
      </a:lvl8pPr>
      <a:lvl9pPr marL="3400854" algn="l" defTabSz="850214" rtl="0" eaLnBrk="1" latinLnBrk="0" hangingPunct="1">
        <a:defRPr sz="1674"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bwMode="ltGray">
          <a:xfrm>
            <a:off x="463" y="0"/>
            <a:ext cx="2270124" cy="619125"/>
          </a:xfrm>
          <a:prstGeom prst="rect">
            <a:avLst/>
          </a:prstGeom>
        </p:spPr>
      </p:pic>
      <p:sp>
        <p:nvSpPr>
          <p:cNvPr id="2" name="Title Placeholder 1"/>
          <p:cNvSpPr>
            <a:spLocks noGrp="1"/>
          </p:cNvSpPr>
          <p:nvPr>
            <p:ph type="title"/>
          </p:nvPr>
        </p:nvSpPr>
        <p:spPr>
          <a:xfrm>
            <a:off x="468319" y="533411"/>
            <a:ext cx="8212138"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481018" y="1478756"/>
            <a:ext cx="8212138" cy="11079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marL="428625" marR="0" lvl="2" indent="-209550" algn="l" defTabSz="6858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smtClean="0"/>
              <a:t>First level</a:t>
            </a:r>
          </a:p>
          <a:p>
            <a:pPr lvl="3"/>
            <a:r>
              <a:rPr lang="en-US" dirty="0" smtClean="0"/>
              <a:t>Second level</a:t>
            </a:r>
          </a:p>
          <a:p>
            <a:pPr lvl="4"/>
            <a:r>
              <a:rPr lang="en-US" dirty="0" smtClean="0"/>
              <a:t>Third level</a:t>
            </a:r>
          </a:p>
          <a:p>
            <a:pPr lvl="5"/>
            <a:r>
              <a:rPr lang="en-US" dirty="0" smtClean="0"/>
              <a:t>Fifth level</a:t>
            </a:r>
            <a:endParaRPr lang="en-US" dirty="0"/>
          </a:p>
        </p:txBody>
      </p:sp>
      <p:sp>
        <p:nvSpPr>
          <p:cNvPr id="9"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1"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a:t>
            </a:r>
            <a:r>
              <a:rPr lang="en-US" sz="600" dirty="0" smtClean="0">
                <a:solidFill>
                  <a:srgbClr val="6D6E71"/>
                </a:solidFill>
                <a:cs typeface="Arial" pitchFamily="34" charset="0"/>
              </a:rPr>
              <a:t>2017 </a:t>
            </a:r>
            <a:r>
              <a:rPr lang="en-US" sz="600" dirty="0">
                <a:solidFill>
                  <a:srgbClr val="6D6E71"/>
                </a:solidFill>
                <a:cs typeface="Arial" pitchFamily="34" charset="0"/>
              </a:rPr>
              <a:t>Tech Mahindra. All rights reserved.</a:t>
            </a:r>
          </a:p>
        </p:txBody>
      </p:sp>
    </p:spTree>
    <p:extLst>
      <p:ext uri="{BB962C8B-B14F-4D97-AF65-F5344CB8AC3E}">
        <p14:creationId xmlns:p14="http://schemas.microsoft.com/office/powerpoint/2010/main" val="3178005412"/>
      </p:ext>
    </p:extLst>
  </p:cSld>
  <p:clrMap bg1="lt1" tx1="dk1" bg2="lt2" tx2="dk2" accent1="accent1" accent2="accent2" accent3="accent3" accent4="accent4" accent5="accent5" accent6="accent6" hlink="hlink" folHlink="folHlink"/>
  <p:sldLayoutIdLst>
    <p:sldLayoutId id="2147484934" r:id="rId1"/>
    <p:sldLayoutId id="2147484935" r:id="rId2"/>
    <p:sldLayoutId id="2147484936" r:id="rId3"/>
    <p:sldLayoutId id="2147484937" r:id="rId4"/>
    <p:sldLayoutId id="2147484938" r:id="rId5"/>
    <p:sldLayoutId id="2147484939" r:id="rId6"/>
    <p:sldLayoutId id="2147484940" r:id="rId7"/>
    <p:sldLayoutId id="2147484941" r:id="rId8"/>
    <p:sldLayoutId id="2147484943" r:id="rId9"/>
    <p:sldLayoutId id="2147484944" r:id="rId10"/>
    <p:sldLayoutId id="2147484945" r:id="rId11"/>
    <p:sldLayoutId id="2147484946" r:id="rId12"/>
    <p:sldLayoutId id="2147484947" r:id="rId13"/>
    <p:sldLayoutId id="2147484948" r:id="rId14"/>
    <p:sldLayoutId id="2147484949" r:id="rId15"/>
    <p:sldLayoutId id="2147484950" r:id="rId16"/>
    <p:sldLayoutId id="2147484951" r:id="rId17"/>
    <p:sldLayoutId id="2147484952" r:id="rId18"/>
    <p:sldLayoutId id="2147484953" r:id="rId19"/>
    <p:sldLayoutId id="2147484954" r:id="rId20"/>
    <p:sldLayoutId id="2147484956" r:id="rId2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sldNum="0" hdr="0" ftr="0" dt="0"/>
  <p:txStyles>
    <p:titleStyle>
      <a:lvl1pPr algn="l" defTabSz="685800"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17885" indent="-217885" algn="l" defTabSz="685800" rtl="0" eaLnBrk="1" fontAlgn="base" latinLnBrk="0" hangingPunct="1">
        <a:spcBef>
          <a:spcPts val="0"/>
        </a:spcBef>
        <a:spcAft>
          <a:spcPct val="0"/>
        </a:spcAft>
        <a:buClr>
          <a:schemeClr val="bg2"/>
        </a:buClr>
        <a:buSzPct val="120000"/>
        <a:buFont typeface="Wingdings" pitchFamily="2" charset="2"/>
        <a:buChar char="§"/>
        <a:defRPr lang="en-US" sz="1350" b="0" kern="1200" baseline="0" dirty="0" smtClean="0">
          <a:solidFill>
            <a:schemeClr val="tx1"/>
          </a:solidFill>
          <a:latin typeface="Arial" pitchFamily="34" charset="0"/>
          <a:ea typeface="+mn-ea"/>
          <a:cs typeface="Arial" pitchFamily="34" charset="0"/>
        </a:defRPr>
      </a:lvl1pPr>
      <a:lvl2pPr marL="214313" indent="-214313" algn="l" defTabSz="685800" rtl="0" eaLnBrk="1" fontAlgn="base" latinLnBrk="0" hangingPunct="1">
        <a:spcBef>
          <a:spcPts val="0"/>
        </a:spcBef>
        <a:spcAft>
          <a:spcPct val="0"/>
        </a:spcAft>
        <a:buClr>
          <a:schemeClr val="bg2"/>
        </a:buClr>
        <a:buSzPct val="100000"/>
        <a:buFont typeface="Wingdings" pitchFamily="2" charset="2"/>
        <a:buChar char="§"/>
        <a:defRPr lang="en-US" sz="1350" b="0" kern="1200" baseline="0" dirty="0" smtClean="0">
          <a:solidFill>
            <a:schemeClr val="tx1"/>
          </a:solidFill>
          <a:latin typeface="+mn-lt"/>
          <a:ea typeface="+mn-ea"/>
          <a:cs typeface="+mn-cs"/>
        </a:defRPr>
      </a:lvl2pPr>
      <a:lvl3pPr marL="428625" indent="-209550" algn="l" defTabSz="685800" rtl="0" eaLnBrk="1" fontAlgn="base" latinLnBrk="0" hangingPunct="1">
        <a:spcBef>
          <a:spcPts val="0"/>
        </a:spcBef>
        <a:spcAft>
          <a:spcPct val="0"/>
        </a:spcAft>
        <a:buClr>
          <a:schemeClr val="bg2"/>
        </a:buClr>
        <a:buSzPct val="90000"/>
        <a:buFont typeface="Arial" pitchFamily="34" charset="0"/>
        <a:buChar char="–"/>
        <a:defRPr kumimoji="0" lang="en-US" sz="135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638175" indent="-209550" algn="l" defTabSz="685800" rtl="0" eaLnBrk="1" fontAlgn="base" latinLnBrk="0" hangingPunct="1">
        <a:spcBef>
          <a:spcPts val="0"/>
        </a:spcBef>
        <a:spcAft>
          <a:spcPct val="0"/>
        </a:spcAft>
        <a:buClr>
          <a:schemeClr val="bg2"/>
        </a:buClr>
        <a:buSzPct val="80000"/>
        <a:buFont typeface="Wingdings" pitchFamily="2" charset="2"/>
        <a:buChar char="§"/>
        <a:defRPr lang="en-US" sz="1350" b="0" kern="1200" baseline="0" dirty="0" smtClean="0">
          <a:solidFill>
            <a:schemeClr val="tx1"/>
          </a:solidFill>
          <a:latin typeface="Arial" pitchFamily="34" charset="0"/>
          <a:ea typeface="+mn-ea"/>
          <a:cs typeface="+mn-cs"/>
        </a:defRPr>
      </a:lvl4pPr>
      <a:lvl5pPr marL="852488" indent="-214313" algn="l" defTabSz="700088" rtl="0" eaLnBrk="1" fontAlgn="base" latinLnBrk="0" hangingPunct="1">
        <a:spcBef>
          <a:spcPts val="0"/>
        </a:spcBef>
        <a:spcAft>
          <a:spcPct val="0"/>
        </a:spcAft>
        <a:buClr>
          <a:schemeClr val="bg2"/>
        </a:buClr>
        <a:buSzPct val="70000"/>
        <a:buFont typeface="Arial" pitchFamily="34" charset="0"/>
        <a:buChar char="–"/>
        <a:defRPr lang="en-US" sz="1350" b="0" kern="1200" baseline="0" dirty="0" smtClean="0">
          <a:solidFill>
            <a:schemeClr val="tx1"/>
          </a:solidFill>
          <a:latin typeface="Arial" pitchFamily="34" charset="0"/>
          <a:ea typeface="+mn-ea"/>
          <a:cs typeface="+mn-cs"/>
        </a:defRPr>
      </a:lvl5pPr>
      <a:lvl6pPr marL="1028700" indent="-180975" algn="l" defTabSz="685800" rtl="0" eaLnBrk="1" latinLnBrk="0" hangingPunct="1">
        <a:spcBef>
          <a:spcPct val="20000"/>
        </a:spcBef>
        <a:buClr>
          <a:schemeClr val="bg2"/>
        </a:buClr>
        <a:buSzPct val="60000"/>
        <a:buFont typeface="Wingdings" pitchFamily="2" charset="2"/>
        <a:buChar char="§"/>
        <a:defRPr sz="1500" kern="1200">
          <a:solidFill>
            <a:schemeClr val="tx1"/>
          </a:solidFill>
          <a:latin typeface="Arial" pitchFamily="34" charset="0"/>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bwMode="ltGray">
          <a:xfrm>
            <a:off x="463" y="0"/>
            <a:ext cx="2270124" cy="619125"/>
          </a:xfrm>
          <a:prstGeom prst="rect">
            <a:avLst/>
          </a:prstGeom>
        </p:spPr>
      </p:pic>
      <p:sp>
        <p:nvSpPr>
          <p:cNvPr id="2" name="Title Placeholder 1"/>
          <p:cNvSpPr>
            <a:spLocks noGrp="1"/>
          </p:cNvSpPr>
          <p:nvPr>
            <p:ph type="title"/>
          </p:nvPr>
        </p:nvSpPr>
        <p:spPr>
          <a:xfrm>
            <a:off x="468319" y="533411"/>
            <a:ext cx="8212138"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481018" y="1478756"/>
            <a:ext cx="8212138" cy="11079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marL="428625" marR="0" lvl="2" indent="-209550" algn="l" defTabSz="6858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smtClean="0"/>
              <a:t>First level</a:t>
            </a:r>
          </a:p>
          <a:p>
            <a:pPr lvl="3"/>
            <a:r>
              <a:rPr lang="en-US" dirty="0" smtClean="0"/>
              <a:t>Second level</a:t>
            </a:r>
          </a:p>
          <a:p>
            <a:pPr lvl="4"/>
            <a:r>
              <a:rPr lang="en-US" dirty="0" smtClean="0"/>
              <a:t>Third level</a:t>
            </a:r>
          </a:p>
          <a:p>
            <a:pPr lvl="5"/>
            <a:r>
              <a:rPr lang="en-US" dirty="0" smtClean="0"/>
              <a:t>Fifth level</a:t>
            </a:r>
            <a:endParaRPr lang="en-US" dirty="0"/>
          </a:p>
        </p:txBody>
      </p:sp>
      <p:sp>
        <p:nvSpPr>
          <p:cNvPr id="9"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1"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a:t>
            </a:r>
            <a:r>
              <a:rPr lang="en-US" sz="600" dirty="0" smtClean="0">
                <a:solidFill>
                  <a:srgbClr val="6D6E71"/>
                </a:solidFill>
                <a:cs typeface="Arial" pitchFamily="34" charset="0"/>
              </a:rPr>
              <a:t>2019 </a:t>
            </a:r>
            <a:r>
              <a:rPr lang="en-US" sz="600" dirty="0">
                <a:solidFill>
                  <a:srgbClr val="6D6E71"/>
                </a:solidFill>
                <a:cs typeface="Arial" pitchFamily="34" charset="0"/>
              </a:rPr>
              <a:t>Tech Mahindra. All rights reserved.</a:t>
            </a:r>
          </a:p>
        </p:txBody>
      </p:sp>
    </p:spTree>
    <p:extLst>
      <p:ext uri="{BB962C8B-B14F-4D97-AF65-F5344CB8AC3E}">
        <p14:creationId xmlns:p14="http://schemas.microsoft.com/office/powerpoint/2010/main" val="2807958579"/>
      </p:ext>
    </p:extLst>
  </p:cSld>
  <p:clrMap bg1="lt1" tx1="dk1" bg2="lt2" tx2="dk2" accent1="accent1" accent2="accent2" accent3="accent3" accent4="accent4" accent5="accent5" accent6="accent6" hlink="hlink" folHlink="folHlink"/>
  <p:sldLayoutIdLst>
    <p:sldLayoutId id="2147485041" r:id="rId1"/>
    <p:sldLayoutId id="2147485042" r:id="rId2"/>
    <p:sldLayoutId id="2147485043" r:id="rId3"/>
    <p:sldLayoutId id="2147485044" r:id="rId4"/>
    <p:sldLayoutId id="2147485045" r:id="rId5"/>
    <p:sldLayoutId id="2147485046" r:id="rId6"/>
    <p:sldLayoutId id="2147485047" r:id="rId7"/>
    <p:sldLayoutId id="2147485048" r:id="rId8"/>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sldNum="0" hdr="0" ftr="0" dt="0"/>
  <p:txStyles>
    <p:titleStyle>
      <a:lvl1pPr algn="l" defTabSz="685800"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17885" indent="-217885" algn="l" defTabSz="685800" rtl="0" eaLnBrk="1" fontAlgn="base" latinLnBrk="0" hangingPunct="1">
        <a:spcBef>
          <a:spcPts val="0"/>
        </a:spcBef>
        <a:spcAft>
          <a:spcPct val="0"/>
        </a:spcAft>
        <a:buClr>
          <a:schemeClr val="bg2"/>
        </a:buClr>
        <a:buSzPct val="120000"/>
        <a:buFont typeface="Wingdings" pitchFamily="2" charset="2"/>
        <a:buChar char="§"/>
        <a:defRPr lang="en-US" sz="1350" b="0" kern="1200" baseline="0" dirty="0" smtClean="0">
          <a:solidFill>
            <a:schemeClr val="tx1"/>
          </a:solidFill>
          <a:latin typeface="Arial" pitchFamily="34" charset="0"/>
          <a:ea typeface="+mn-ea"/>
          <a:cs typeface="Arial" pitchFamily="34" charset="0"/>
        </a:defRPr>
      </a:lvl1pPr>
      <a:lvl2pPr marL="214313" indent="-214313" algn="l" defTabSz="685800" rtl="0" eaLnBrk="1" fontAlgn="base" latinLnBrk="0" hangingPunct="1">
        <a:spcBef>
          <a:spcPts val="0"/>
        </a:spcBef>
        <a:spcAft>
          <a:spcPct val="0"/>
        </a:spcAft>
        <a:buClr>
          <a:schemeClr val="bg2"/>
        </a:buClr>
        <a:buSzPct val="100000"/>
        <a:buFont typeface="Wingdings" pitchFamily="2" charset="2"/>
        <a:buChar char="§"/>
        <a:defRPr lang="en-US" sz="1350" b="0" kern="1200" baseline="0" dirty="0" smtClean="0">
          <a:solidFill>
            <a:schemeClr val="tx1"/>
          </a:solidFill>
          <a:latin typeface="+mn-lt"/>
          <a:ea typeface="+mn-ea"/>
          <a:cs typeface="+mn-cs"/>
        </a:defRPr>
      </a:lvl2pPr>
      <a:lvl3pPr marL="428625" indent="-209550" algn="l" defTabSz="685800" rtl="0" eaLnBrk="1" fontAlgn="base" latinLnBrk="0" hangingPunct="1">
        <a:spcBef>
          <a:spcPts val="0"/>
        </a:spcBef>
        <a:spcAft>
          <a:spcPct val="0"/>
        </a:spcAft>
        <a:buClr>
          <a:schemeClr val="bg2"/>
        </a:buClr>
        <a:buSzPct val="90000"/>
        <a:buFont typeface="Arial" pitchFamily="34" charset="0"/>
        <a:buChar char="–"/>
        <a:defRPr kumimoji="0" lang="en-US" sz="135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638175" indent="-209550" algn="l" defTabSz="685800" rtl="0" eaLnBrk="1" fontAlgn="base" latinLnBrk="0" hangingPunct="1">
        <a:spcBef>
          <a:spcPts val="0"/>
        </a:spcBef>
        <a:spcAft>
          <a:spcPct val="0"/>
        </a:spcAft>
        <a:buClr>
          <a:schemeClr val="bg2"/>
        </a:buClr>
        <a:buSzPct val="80000"/>
        <a:buFont typeface="Wingdings" pitchFamily="2" charset="2"/>
        <a:buChar char="§"/>
        <a:defRPr lang="en-US" sz="1350" b="0" kern="1200" baseline="0" dirty="0" smtClean="0">
          <a:solidFill>
            <a:schemeClr val="tx1"/>
          </a:solidFill>
          <a:latin typeface="Arial" pitchFamily="34" charset="0"/>
          <a:ea typeface="+mn-ea"/>
          <a:cs typeface="+mn-cs"/>
        </a:defRPr>
      </a:lvl4pPr>
      <a:lvl5pPr marL="852488" indent="-214313" algn="l" defTabSz="700088" rtl="0" eaLnBrk="1" fontAlgn="base" latinLnBrk="0" hangingPunct="1">
        <a:spcBef>
          <a:spcPts val="0"/>
        </a:spcBef>
        <a:spcAft>
          <a:spcPct val="0"/>
        </a:spcAft>
        <a:buClr>
          <a:schemeClr val="bg2"/>
        </a:buClr>
        <a:buSzPct val="70000"/>
        <a:buFont typeface="Arial" pitchFamily="34" charset="0"/>
        <a:buChar char="–"/>
        <a:defRPr lang="en-US" sz="1350" b="0" kern="1200" baseline="0" dirty="0" smtClean="0">
          <a:solidFill>
            <a:schemeClr val="tx1"/>
          </a:solidFill>
          <a:latin typeface="Arial" pitchFamily="34" charset="0"/>
          <a:ea typeface="+mn-ea"/>
          <a:cs typeface="+mn-cs"/>
        </a:defRPr>
      </a:lvl5pPr>
      <a:lvl6pPr marL="1028700" indent="-180975" algn="l" defTabSz="685800" rtl="0" eaLnBrk="1" latinLnBrk="0" hangingPunct="1">
        <a:spcBef>
          <a:spcPct val="20000"/>
        </a:spcBef>
        <a:buClr>
          <a:schemeClr val="bg2"/>
        </a:buClr>
        <a:buSzPct val="60000"/>
        <a:buFont typeface="Wingdings" pitchFamily="2" charset="2"/>
        <a:buChar char="§"/>
        <a:defRPr sz="1500" kern="1200">
          <a:solidFill>
            <a:schemeClr val="tx1"/>
          </a:solidFill>
          <a:latin typeface="Arial" pitchFamily="34" charset="0"/>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12BB-EA48-410E-A63B-90F602207493}"/>
              </a:ext>
            </a:extLst>
          </p:cNvPr>
          <p:cNvSpPr>
            <a:spLocks noGrp="1"/>
          </p:cNvSpPr>
          <p:nvPr>
            <p:ph type="title"/>
          </p:nvPr>
        </p:nvSpPr>
        <p:spPr>
          <a:xfrm>
            <a:off x="537208" y="172436"/>
            <a:ext cx="8212137" cy="369332"/>
          </a:xfrm>
        </p:spPr>
        <p:txBody>
          <a:bodyPr/>
          <a:lstStyle/>
          <a:p>
            <a:r>
              <a:rPr lang="en-US" dirty="0" smtClean="0"/>
              <a:t>Motor - Reverse Engineering &amp; Development</a:t>
            </a:r>
            <a:endParaRPr lang="en-US" dirty="0"/>
          </a:p>
        </p:txBody>
      </p:sp>
      <p:sp>
        <p:nvSpPr>
          <p:cNvPr id="4" name="TextBox 3">
            <a:extLst>
              <a:ext uri="{FF2B5EF4-FFF2-40B4-BE49-F238E27FC236}">
                <a16:creationId xmlns:a16="http://schemas.microsoft.com/office/drawing/2014/main" id="{E41BA6DB-7299-4B6C-AD06-EC97A936E1B2}"/>
              </a:ext>
            </a:extLst>
          </p:cNvPr>
          <p:cNvSpPr txBox="1"/>
          <p:nvPr/>
        </p:nvSpPr>
        <p:spPr>
          <a:xfrm>
            <a:off x="304800" y="616791"/>
            <a:ext cx="8603750" cy="4260141"/>
          </a:xfrm>
          <a:prstGeom prst="rect">
            <a:avLst/>
          </a:prstGeom>
          <a:solidFill>
            <a:schemeClr val="bg1"/>
          </a:solidFill>
          <a:ln>
            <a:solidFill>
              <a:schemeClr val="tx1"/>
            </a:solidFill>
          </a:ln>
        </p:spPr>
        <p:txBody>
          <a:bodyPr wrap="square" tIns="34290" bIns="34290" rtlCol="0">
            <a:spAutoFit/>
          </a:bodyPr>
          <a:lstStyle/>
          <a:p>
            <a:pPr algn="just" defTabSz="685800" fontAlgn="base">
              <a:spcBef>
                <a:spcPct val="0"/>
              </a:spcBef>
              <a:spcAft>
                <a:spcPts val="450"/>
              </a:spcAft>
              <a:buClr>
                <a:srgbClr val="A7A9AC"/>
              </a:buClr>
            </a:pPr>
            <a:endParaRPr lang="en-US" sz="900" dirty="0" smtClean="0">
              <a:solidFill>
                <a:prstClr val="black"/>
              </a:solidFill>
              <a:latin typeface="Century Gothic" panose="020B0502020202020204" pitchFamily="34" charset="0"/>
              <a:cs typeface="Calibri" pitchFamily="34" charset="0"/>
            </a:endParaRPr>
          </a:p>
          <a:p>
            <a:pPr marL="171450" indent="-171450" algn="just" defTabSz="685800" fontAlgn="base">
              <a:spcBef>
                <a:spcPct val="0"/>
              </a:spcBef>
              <a:spcAft>
                <a:spcPts val="450"/>
              </a:spcAft>
              <a:buClr>
                <a:srgbClr val="A7A9AC"/>
              </a:buClr>
              <a:buFont typeface="Wingdings" panose="05000000000000000000" pitchFamily="2" charset="2"/>
              <a:buChar char="§"/>
            </a:pPr>
            <a:r>
              <a:rPr lang="en-US" sz="900" dirty="0" smtClean="0">
                <a:solidFill>
                  <a:prstClr val="black"/>
                </a:solidFill>
                <a:latin typeface="Century Gothic" panose="020B0502020202020204" pitchFamily="34" charset="0"/>
                <a:cs typeface="Calibri" pitchFamily="34" charset="0"/>
              </a:rPr>
              <a:t>Motor used for HVAC systems (always-on)</a:t>
            </a:r>
            <a:endParaRPr lang="en-US" sz="900" dirty="0">
              <a:solidFill>
                <a:prstClr val="black"/>
              </a:solidFill>
              <a:latin typeface="Century Gothic" panose="020B0502020202020204" pitchFamily="34" charset="0"/>
              <a:cs typeface="Calibri" pitchFamily="34" charset="0"/>
            </a:endParaRP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endParaRPr lang="en-US" sz="900" dirty="0" smtClean="0">
              <a:solidFill>
                <a:prstClr val="black"/>
              </a:solidFill>
              <a:latin typeface="Century Gothic" panose="020B0502020202020204" pitchFamily="34" charset="0"/>
              <a:cs typeface="Arial" charset="0"/>
            </a:endParaRP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endParaRPr lang="en-US" sz="900" dirty="0" smtClean="0">
              <a:solidFill>
                <a:prstClr val="black"/>
              </a:solidFill>
              <a:latin typeface="Century Gothic" panose="020B0502020202020204" pitchFamily="34" charset="0"/>
              <a:cs typeface="Arial" charset="0"/>
            </a:endParaRP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Phase-1: Reverse Engineering, Manufacturing documentation, Testing, Costing</a:t>
            </a: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Phase-2: Design &amp; development</a:t>
            </a:r>
            <a:r>
              <a:rPr lang="en-US" sz="900" dirty="0">
                <a:solidFill>
                  <a:prstClr val="black"/>
                </a:solidFill>
                <a:latin typeface="Century Gothic" panose="020B0502020202020204" pitchFamily="34" charset="0"/>
                <a:cs typeface="Arial" charset="0"/>
              </a:rPr>
              <a:t> -</a:t>
            </a:r>
            <a:r>
              <a:rPr lang="en-US" sz="900" dirty="0" smtClean="0">
                <a:solidFill>
                  <a:prstClr val="black"/>
                </a:solidFill>
                <a:latin typeface="Century Gothic" panose="020B0502020202020204" pitchFamily="34" charset="0"/>
                <a:cs typeface="Arial" charset="0"/>
              </a:rPr>
              <a:t> Electronics/Software/Electrical/Mechanical, certification</a:t>
            </a: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endParaRPr lang="en-US" sz="900" dirty="0">
              <a:solidFill>
                <a:prstClr val="black"/>
              </a:solidFill>
              <a:latin typeface="Century Gothic" panose="020B0502020202020204" pitchFamily="34" charset="0"/>
              <a:cs typeface="Arial" charset="0"/>
            </a:endParaRPr>
          </a:p>
          <a:p>
            <a:pPr algn="just" defTabSz="685800" fontAlgn="base">
              <a:spcBef>
                <a:spcPct val="0"/>
              </a:spcBef>
              <a:spcAft>
                <a:spcPts val="450"/>
              </a:spcAft>
              <a:buClr>
                <a:schemeClr val="tx1">
                  <a:lumMod val="50000"/>
                  <a:lumOff val="50000"/>
                </a:schemeClr>
              </a:buClr>
            </a:pPr>
            <a:endParaRPr lang="en-IN" sz="900" dirty="0" smtClean="0">
              <a:solidFill>
                <a:prstClr val="black"/>
              </a:solidFill>
              <a:latin typeface="Century Gothic" panose="020B0502020202020204" pitchFamily="34" charset="0"/>
              <a:cs typeface="Arial" charset="0"/>
            </a:endParaRP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Phase-1: </a:t>
            </a:r>
            <a:endParaRPr lang="en-US" sz="900" dirty="0" smtClean="0">
              <a:solidFill>
                <a:prstClr val="black"/>
              </a:solidFill>
              <a:latin typeface="Century Gothic" panose="020B0502020202020204" pitchFamily="34" charset="0"/>
              <a:cs typeface="Arial" charset="0"/>
            </a:endParaRPr>
          </a:p>
          <a:p>
            <a:pPr marL="628650" lvl="1" indent="-171450"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Reverse Engineering </a:t>
            </a:r>
            <a:r>
              <a:rPr lang="en-US" sz="900" dirty="0">
                <a:solidFill>
                  <a:prstClr val="black"/>
                </a:solidFill>
                <a:latin typeface="Century Gothic" panose="020B0502020202020204" pitchFamily="34" charset="0"/>
                <a:cs typeface="Arial" charset="0"/>
              </a:rPr>
              <a:t>and generation of manufacturing </a:t>
            </a:r>
            <a:r>
              <a:rPr lang="en-US" sz="900" dirty="0" smtClean="0">
                <a:solidFill>
                  <a:prstClr val="black"/>
                </a:solidFill>
                <a:latin typeface="Century Gothic" panose="020B0502020202020204" pitchFamily="34" charset="0"/>
                <a:cs typeface="Arial" charset="0"/>
              </a:rPr>
              <a:t>documents </a:t>
            </a:r>
          </a:p>
          <a:p>
            <a:pPr marL="628650" lvl="1"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Measurements &amp; Performance Testing</a:t>
            </a:r>
            <a:r>
              <a:rPr lang="en-US" sz="900" dirty="0">
                <a:solidFill>
                  <a:prstClr val="black"/>
                </a:solidFill>
                <a:latin typeface="Century Gothic" panose="020B0502020202020204" pitchFamily="34" charset="0"/>
                <a:cs typeface="Arial" charset="0"/>
              </a:rPr>
              <a:t>, </a:t>
            </a:r>
            <a:r>
              <a:rPr lang="en-US" sz="900" dirty="0" smtClean="0">
                <a:solidFill>
                  <a:prstClr val="black"/>
                </a:solidFill>
                <a:latin typeface="Century Gothic" panose="020B0502020202020204" pitchFamily="34" charset="0"/>
                <a:cs typeface="Arial" charset="0"/>
              </a:rPr>
              <a:t>Material testing, BoM Costing</a:t>
            </a:r>
            <a:endParaRPr lang="en-US" sz="900" dirty="0">
              <a:solidFill>
                <a:prstClr val="black"/>
              </a:solidFill>
              <a:latin typeface="Century Gothic" panose="020B0502020202020204" pitchFamily="34" charset="0"/>
              <a:cs typeface="Arial" charset="0"/>
            </a:endParaRP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Phase-2: </a:t>
            </a:r>
          </a:p>
          <a:p>
            <a:pPr marL="628650" lvl="1"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Electronics/Software/Electrical/Mechanical Design, Prototype/EV/DV manufacturing/Testing</a:t>
            </a:r>
            <a:endParaRPr lang="en-US" sz="900" dirty="0">
              <a:solidFill>
                <a:prstClr val="black"/>
              </a:solidFill>
              <a:latin typeface="Century Gothic" panose="020B0502020202020204" pitchFamily="34" charset="0"/>
              <a:cs typeface="Arial" charset="0"/>
            </a:endParaRPr>
          </a:p>
          <a:p>
            <a:pPr marL="628650" lvl="1"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Validation and certification (UL, ATEX)</a:t>
            </a:r>
          </a:p>
          <a:p>
            <a:pPr marL="628650" lvl="1"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endParaRPr lang="en-IN" sz="900" dirty="0">
              <a:solidFill>
                <a:prstClr val="black"/>
              </a:solidFill>
              <a:latin typeface="Century Gothic" panose="020B0502020202020204" pitchFamily="34" charset="0"/>
              <a:cs typeface="Arial" charset="0"/>
            </a:endParaRP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endParaRPr lang="en-US" sz="900" dirty="0" smtClean="0">
              <a:solidFill>
                <a:prstClr val="black"/>
              </a:solidFill>
              <a:latin typeface="Century Gothic" panose="020B0502020202020204" pitchFamily="34" charset="0"/>
              <a:cs typeface="Arial" charset="0"/>
            </a:endParaRP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Phase-1: Met customer targets on schedule, BoM costing, Test reports and manufacturing documents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Phase-2: Preliminary Design in progress</a:t>
            </a:r>
            <a:r>
              <a:rPr lang="en-US" sz="900" dirty="0">
                <a:solidFill>
                  <a:prstClr val="black"/>
                </a:solidFill>
                <a:latin typeface="Century Gothic" panose="020B0502020202020204" pitchFamily="34" charset="0"/>
                <a:cs typeface="Arial" charset="0"/>
              </a:rPr>
              <a:t> </a:t>
            </a:r>
          </a:p>
          <a:p>
            <a:pPr marL="628650" lvl="1"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smtClean="0">
                <a:solidFill>
                  <a:prstClr val="black"/>
                </a:solidFill>
                <a:latin typeface="Century Gothic" panose="020B0502020202020204" pitchFamily="34" charset="0"/>
                <a:cs typeface="Arial" charset="0"/>
              </a:rPr>
              <a:t>Enhanced Design (Wireless capability, Size optimization), Analysis</a:t>
            </a:r>
            <a:endParaRPr lang="en-US" sz="900" dirty="0">
              <a:solidFill>
                <a:prstClr val="black"/>
              </a:solidFill>
              <a:latin typeface="Century Gothic" panose="020B0502020202020204" pitchFamily="34" charset="0"/>
              <a:cs typeface="Arial" charset="0"/>
            </a:endParaRPr>
          </a:p>
          <a:p>
            <a:pPr marL="628650" lvl="1"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Advanced control </a:t>
            </a:r>
            <a:r>
              <a:rPr lang="en-US" sz="900" dirty="0" smtClean="0">
                <a:solidFill>
                  <a:prstClr val="black"/>
                </a:solidFill>
                <a:latin typeface="Century Gothic" panose="020B0502020202020204" pitchFamily="34" charset="0"/>
                <a:cs typeface="Arial" charset="0"/>
              </a:rPr>
              <a:t>algorithms, Protection mechanism, Meeting BoM cost target, Test rigs</a:t>
            </a:r>
            <a:endParaRPr lang="en-US" sz="900" dirty="0">
              <a:solidFill>
                <a:prstClr val="black"/>
              </a:solidFill>
              <a:latin typeface="Century Gothic" panose="020B0502020202020204" pitchFamily="34" charset="0"/>
              <a:cs typeface="Arial" charset="0"/>
            </a:endParaRPr>
          </a:p>
          <a:p>
            <a:pPr marL="628650" lvl="1"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Validation and certification </a:t>
            </a:r>
            <a:r>
              <a:rPr lang="en-US" sz="900" dirty="0" smtClean="0">
                <a:solidFill>
                  <a:prstClr val="black"/>
                </a:solidFill>
                <a:latin typeface="Century Gothic" panose="020B0502020202020204" pitchFamily="34" charset="0"/>
                <a:cs typeface="Arial" charset="0"/>
              </a:rPr>
              <a:t>plans ready, EOL tester </a:t>
            </a:r>
            <a:r>
              <a:rPr lang="en-US" sz="900" dirty="0" smtClean="0">
                <a:solidFill>
                  <a:prstClr val="black"/>
                </a:solidFill>
                <a:latin typeface="Century Gothic" panose="020B0502020202020204" pitchFamily="34" charset="0"/>
                <a:cs typeface="Arial" charset="0"/>
              </a:rPr>
              <a:t>support only</a:t>
            </a:r>
            <a:endParaRPr lang="en-US" sz="900" dirty="0">
              <a:solidFill>
                <a:prstClr val="black"/>
              </a:solidFill>
              <a:latin typeface="Century Gothic" panose="020B0502020202020204" pitchFamily="34" charset="0"/>
              <a:cs typeface="Arial" charset="0"/>
            </a:endParaRPr>
          </a:p>
        </p:txBody>
      </p:sp>
      <p:sp>
        <p:nvSpPr>
          <p:cNvPr id="6" name="Round Same Side Corner Rectangle 5"/>
          <p:cNvSpPr/>
          <p:nvPr/>
        </p:nvSpPr>
        <p:spPr>
          <a:xfrm>
            <a:off x="304800" y="643760"/>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a:solidFill>
                  <a:schemeClr val="bg1"/>
                </a:solidFill>
                <a:latin typeface="Century Gothic" panose="020B0502020202020204" pitchFamily="34" charset="0"/>
                <a:cs typeface="Arial" charset="0"/>
              </a:rPr>
              <a:t>Industry Context</a:t>
            </a:r>
          </a:p>
        </p:txBody>
      </p:sp>
      <p:sp>
        <p:nvSpPr>
          <p:cNvPr id="8" name="Round Same Side Corner Rectangle 7"/>
          <p:cNvSpPr/>
          <p:nvPr/>
        </p:nvSpPr>
        <p:spPr>
          <a:xfrm>
            <a:off x="304800" y="1182487"/>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smtClean="0">
                <a:solidFill>
                  <a:schemeClr val="bg1"/>
                </a:solidFill>
                <a:latin typeface="Century Gothic" panose="020B0502020202020204" pitchFamily="34" charset="0"/>
                <a:cs typeface="Arial" charset="0"/>
              </a:rPr>
              <a:t>Business Objective</a:t>
            </a:r>
            <a:endParaRPr lang="en-US" sz="1100" b="1" dirty="0">
              <a:solidFill>
                <a:schemeClr val="bg1"/>
              </a:solidFill>
              <a:latin typeface="Century Gothic" panose="020B0502020202020204" pitchFamily="34" charset="0"/>
              <a:cs typeface="Arial" charset="0"/>
            </a:endParaRPr>
          </a:p>
        </p:txBody>
      </p:sp>
      <p:sp>
        <p:nvSpPr>
          <p:cNvPr id="9" name="Round Same Side Corner Rectangle 8"/>
          <p:cNvSpPr/>
          <p:nvPr/>
        </p:nvSpPr>
        <p:spPr>
          <a:xfrm>
            <a:off x="304800" y="1952113"/>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smtClean="0">
                <a:solidFill>
                  <a:schemeClr val="bg1"/>
                </a:solidFill>
                <a:latin typeface="Century Gothic" panose="020B0502020202020204" pitchFamily="34" charset="0"/>
                <a:cs typeface="Arial" charset="0"/>
              </a:rPr>
              <a:t>Solution Approach</a:t>
            </a:r>
            <a:endParaRPr lang="en-US" sz="1100" b="1" dirty="0">
              <a:solidFill>
                <a:schemeClr val="bg1"/>
              </a:solidFill>
              <a:latin typeface="Century Gothic" panose="020B0502020202020204" pitchFamily="34" charset="0"/>
              <a:cs typeface="Arial" charset="0"/>
            </a:endParaRPr>
          </a:p>
        </p:txBody>
      </p:sp>
      <p:sp>
        <p:nvSpPr>
          <p:cNvPr id="10" name="Round Same Side Corner Rectangle 9"/>
          <p:cNvSpPr/>
          <p:nvPr/>
        </p:nvSpPr>
        <p:spPr>
          <a:xfrm>
            <a:off x="304800" y="3488906"/>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smtClean="0">
                <a:solidFill>
                  <a:schemeClr val="bg1"/>
                </a:solidFill>
                <a:latin typeface="Century Gothic" panose="020B0502020202020204" pitchFamily="34" charset="0"/>
                <a:cs typeface="Arial" charset="0"/>
              </a:rPr>
              <a:t>Business Impact</a:t>
            </a:r>
            <a:endParaRPr lang="en-US" sz="1100" b="1" dirty="0">
              <a:solidFill>
                <a:schemeClr val="bg1"/>
              </a:solidFill>
              <a:latin typeface="Century Gothic" panose="020B0502020202020204" pitchFamily="34" charset="0"/>
              <a:cs typeface="Arial"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9457" y="1722809"/>
            <a:ext cx="1569888" cy="1398388"/>
          </a:xfrm>
          <a:prstGeom prst="rect">
            <a:avLst/>
          </a:prstGeom>
        </p:spPr>
      </p:pic>
      <p:sp>
        <p:nvSpPr>
          <p:cNvPr id="5" name="TextBox 4"/>
          <p:cNvSpPr txBox="1"/>
          <p:nvPr/>
        </p:nvSpPr>
        <p:spPr>
          <a:xfrm rot="-2700000">
            <a:off x="7406873" y="2345058"/>
            <a:ext cx="1375151" cy="15388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Clr>
                <a:schemeClr val="tx2"/>
              </a:buClr>
            </a:pPr>
            <a:r>
              <a:rPr lang="en-US" sz="1000" dirty="0" smtClean="0">
                <a:solidFill>
                  <a:srgbClr val="00B0F0"/>
                </a:solidFill>
                <a:latin typeface="+mj-lt"/>
              </a:rPr>
              <a:t>Illustrative purpose only</a:t>
            </a:r>
            <a:endParaRPr lang="en-US" sz="1000" dirty="0" smtClean="0">
              <a:solidFill>
                <a:srgbClr val="00B0F0"/>
              </a:solidFill>
              <a:latin typeface="+mj-lt"/>
            </a:endParaRPr>
          </a:p>
        </p:txBody>
      </p:sp>
    </p:spTree>
    <p:extLst>
      <p:ext uri="{BB962C8B-B14F-4D97-AF65-F5344CB8AC3E}">
        <p14:creationId xmlns:p14="http://schemas.microsoft.com/office/powerpoint/2010/main" val="7362036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6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60000"/>
            <a:lumOff val="40000"/>
          </a:schemeClr>
        </a:solidFill>
        <a:ln/>
      </a:spPr>
      <a:bodyPr rtlCol="0" anchor="ctr"/>
      <a:lstStyle>
        <a:defPPr algn="ctr">
          <a:defRPr sz="1200" dirty="0">
            <a:solidFill>
              <a:schemeClr val="tx1"/>
            </a:solidFill>
          </a:defRPr>
        </a:defPPr>
      </a:lstStyle>
      <a:style>
        <a:lnRef idx="0">
          <a:schemeClr val="accent4"/>
        </a:lnRef>
        <a:fillRef idx="3">
          <a:schemeClr val="accent4"/>
        </a:fillRef>
        <a:effectRef idx="3">
          <a:schemeClr val="accent4"/>
        </a:effectRef>
        <a:fontRef idx="minor">
          <a:schemeClr val="lt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5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3.xml><?xml version="1.0" encoding="utf-8"?>
<a:theme xmlns:a="http://schemas.openxmlformats.org/drawingml/2006/main" name="7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60000"/>
            <a:lumOff val="40000"/>
          </a:schemeClr>
        </a:solidFill>
        <a:ln/>
      </a:spPr>
      <a:bodyPr rtlCol="0" anchor="ctr"/>
      <a:lstStyle>
        <a:defPPr algn="ctr">
          <a:defRPr sz="1200" dirty="0">
            <a:solidFill>
              <a:schemeClr val="tx1"/>
            </a:solidFill>
          </a:defRPr>
        </a:defPPr>
      </a:lstStyle>
      <a:style>
        <a:lnRef idx="0">
          <a:schemeClr val="accent4"/>
        </a:lnRef>
        <a:fillRef idx="3">
          <a:schemeClr val="accent4"/>
        </a:fillRef>
        <a:effectRef idx="3">
          <a:schemeClr val="accent4"/>
        </a:effectRef>
        <a:fontRef idx="minor">
          <a:schemeClr val="lt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4.xml><?xml version="1.0" encoding="utf-8"?>
<a:theme xmlns:a="http://schemas.openxmlformats.org/drawingml/2006/main" name="8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60000"/>
            <a:lumOff val="40000"/>
          </a:schemeClr>
        </a:solidFill>
        <a:ln/>
      </a:spPr>
      <a:bodyPr rtlCol="0" anchor="ctr"/>
      <a:lstStyle>
        <a:defPPr algn="ctr">
          <a:defRPr sz="1200" dirty="0">
            <a:solidFill>
              <a:schemeClr val="tx1"/>
            </a:solidFill>
          </a:defRPr>
        </a:defPPr>
      </a:lstStyle>
      <a:style>
        <a:lnRef idx="0">
          <a:schemeClr val="accent4"/>
        </a:lnRef>
        <a:fillRef idx="3">
          <a:schemeClr val="accent4"/>
        </a:fillRef>
        <a:effectRef idx="3">
          <a:schemeClr val="accent4"/>
        </a:effectRef>
        <a:fontRef idx="minor">
          <a:schemeClr val="lt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swald Medium and Light New">
      <a:majorFont>
        <a:latin typeface="Oswald Medium"/>
        <a:ea typeface=""/>
        <a:cs typeface=""/>
      </a:majorFont>
      <a:minorFont>
        <a:latin typeface="Oswal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7.xml><?xml version="1.0" encoding="utf-8"?>
<a:theme xmlns:a="http://schemas.openxmlformats.org/drawingml/2006/main" name="1_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0CB50A625C08A4E8BBFFC168B2DA761" ma:contentTypeVersion="13" ma:contentTypeDescription="Create a new document." ma:contentTypeScope="" ma:versionID="f355b282d682e5201a65e842ed20f578">
  <xsd:schema xmlns:xsd="http://www.w3.org/2001/XMLSchema" xmlns:xs="http://www.w3.org/2001/XMLSchema" xmlns:p="http://schemas.microsoft.com/office/2006/metadata/properties" xmlns:ns1="http://schemas.microsoft.com/sharepoint/v3" xmlns:ns2="fcfb129d-2c4d-4bcd-afb5-a92980dfa96d" xmlns:ns3="b6ae8028-3361-4878-ad09-deb2e128b95c" targetNamespace="http://schemas.microsoft.com/office/2006/metadata/properties" ma:root="true" ma:fieldsID="75fa229888f2f301f6c65558965486ae" ns1:_="" ns2:_="" ns3:_="">
    <xsd:import namespace="http://schemas.microsoft.com/sharepoint/v3"/>
    <xsd:import namespace="fcfb129d-2c4d-4bcd-afb5-a92980dfa96d"/>
    <xsd:import namespace="b6ae8028-3361-4878-ad09-deb2e128b95c"/>
    <xsd:element name="properties">
      <xsd:complexType>
        <xsd:sequence>
          <xsd:element name="documentManagement">
            <xsd:complexType>
              <xsd:all>
                <xsd:element ref="ns2:Document_x0020_Sub_x0020_Classification" minOccurs="0"/>
                <xsd:element ref="ns2:Document_x0020_Classification"/>
                <xsd:element ref="ns2:Service_x0020_Offering" minOccurs="0"/>
                <xsd:element ref="ns2:Service_x0020_Line" minOccurs="0"/>
                <xsd:element ref="ns2:Technology" minOccurs="0"/>
                <xsd:element ref="ns2:Domain" minOccurs="0"/>
                <xsd:element ref="ns3:Asset_x0020_Type" minOccurs="0"/>
                <xsd:element ref="ns3:Folder" minOccurs="0"/>
                <xsd:element ref="ns3:Subfolder" minOccurs="0"/>
                <xsd:element ref="ns1:AverageRating" minOccurs="0"/>
                <xsd:element ref="ns1:Rating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8" nillable="true" ma:displayName="Rating (0-5)" ma:decimals="2" ma:description="Average value of all the ratings that have been submitted" ma:internalName="Rating_x0020__x0028_0_x002d_5_x0029_" ma:readOnly="true">
      <xsd:simpleType>
        <xsd:restriction base="dms:Number"/>
      </xsd:simpleType>
    </xsd:element>
    <xsd:element name="RatingCount" ma:index="19" nillable="true" ma:displayName="Number of Ratings" ma:decimals="0" ma:description="Number of ratings submitted" ma:internalName="Number_x0020_of_x0020_Ratings" ma:readOnly="tru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fcfb129d-2c4d-4bcd-afb5-a92980dfa96d" elementFormDefault="qualified">
    <xsd:import namespace="http://schemas.microsoft.com/office/2006/documentManagement/types"/>
    <xsd:import namespace="http://schemas.microsoft.com/office/infopath/2007/PartnerControls"/>
    <xsd:element name="Document_x0020_Sub_x0020_Classification" ma:index="3" nillable="true" ma:displayName="Document Classification" ma:default="Delivery" ma:format="Dropdown" ma:internalName="Document_x0020_Sub_x0020_Classification">
      <xsd:simpleType>
        <xsd:restriction base="dms:Choice">
          <xsd:enumeration value="Delivery"/>
          <xsd:enumeration value="Sales &amp; Presales"/>
          <xsd:enumeration value="Process and Service Offering"/>
          <xsd:enumeration value="Alliances"/>
          <xsd:enumeration value="Operations"/>
        </xsd:restriction>
      </xsd:simpleType>
    </xsd:element>
    <xsd:element name="Document_x0020_Classification" ma:index="4" ma:displayName="Document Sub Classification" ma:format="Dropdown" ma:internalName="Document_x0020_Classification">
      <xsd:simpleType>
        <xsd:restriction base="dms:Choice">
          <xsd:enumeration value="Alliance info"/>
          <xsd:enumeration value="Architecture Docs"/>
          <xsd:enumeration value="Articles"/>
          <xsd:enumeration value="Best Practices"/>
          <xsd:enumeration value="Brochures"/>
          <xsd:enumeration value="Case Studies"/>
          <xsd:enumeration value="Contact List"/>
          <xsd:enumeration value="Customer Info"/>
          <xsd:enumeration value="Film"/>
          <xsd:enumeration value="Images"/>
          <xsd:enumeration value="Newsletter"/>
          <xsd:enumeration value="POCs"/>
          <xsd:enumeration value="Practice PPTs"/>
          <xsd:enumeration value="PreSales Kit"/>
          <xsd:enumeration value="Presentations"/>
          <xsd:enumeration value="Process Collateral"/>
          <xsd:enumeration value="Posters"/>
          <xsd:enumeration value="Profiles"/>
          <xsd:enumeration value="Questionnaire"/>
          <xsd:enumeration value="Reviews"/>
          <xsd:enumeration value="Reports"/>
          <xsd:enumeration value="RFP / Proposals / RFIs"/>
          <xsd:enumeration value="Sales Brochures"/>
          <xsd:enumeration value="SO Collateral"/>
          <xsd:enumeration value="Survey Results"/>
          <xsd:enumeration value="Technical Papers"/>
          <xsd:enumeration value="Templates"/>
          <xsd:enumeration value="White Papers"/>
          <xsd:enumeration value="Others"/>
        </xsd:restriction>
      </xsd:simpleType>
    </xsd:element>
    <xsd:element name="Service_x0020_Offering" ma:index="5" nillable="true" ma:displayName="Service Offering" ma:default="NA" ma:format="Dropdown" ma:internalName="Service_x0020_Offering">
      <xsd:simpleType>
        <xsd:restriction base="dms:Choice">
          <xsd:enumeration value="NA"/>
          <xsd:enumeration value="Aero Manufacturing"/>
          <xsd:enumeration value="Aero Structures"/>
          <xsd:enumeration value="Aero Systems"/>
          <xsd:enumeration value="Airline MRO Solutions"/>
          <xsd:enumeration value="Airlines and Travel services"/>
          <xsd:enumeration value="Airport Solutions"/>
          <xsd:enumeration value="Application Transition/Transformation Solutions"/>
          <xsd:enumeration value="Automotive Electronics"/>
          <xsd:enumeration value="Avionics Solutions for Aerospace &amp; Defense"/>
          <xsd:enumeration value="BI / DW Lifecycle Consulting"/>
          <xsd:enumeration value="BI / DW Technology Services (COE)"/>
          <xsd:enumeration value="BI / DW Testing, Maintenance and Support"/>
          <xsd:enumeration value="BPO Services"/>
          <xsd:enumeration value="Business Analytics"/>
          <xsd:enumeration value="Business Process Management  Solutions"/>
          <xsd:enumeration value="Business Process Re-engineering"/>
          <xsd:enumeration value="Central Banking Solutions"/>
          <xsd:enumeration value="Cloud computing  - new biz model, novel solutions"/>
          <xsd:enumeration value="CoE (Aerospace &amp; Defence)"/>
          <xsd:enumeration value="Communication enabled business process and applications(UC services &amp; Apps, Soln Arch)"/>
          <xsd:enumeration value="Consumer Lending"/>
          <xsd:enumeration value="Core Banking Solutions"/>
          <xsd:enumeration value="Corporate Performance Management"/>
          <xsd:enumeration value="CPG Solutions"/>
          <xsd:enumeration value="Custom &amp; Composite Applications Development using Oracle Middleware"/>
          <xsd:enumeration value="Customer Relationship Management  Solutions"/>
          <xsd:enumeration value="Data and Metadata Management Services"/>
          <xsd:enumeration value="DBA Services - DB2, Informix, Progress"/>
          <xsd:enumeration value="DBA Services - Oracle"/>
          <xsd:enumeration value="DBA Services - SQL Server, Sybase, Ingres"/>
          <xsd:enumeration value="DBA Services - Teradata"/>
          <xsd:enumeration value="Digital Convergence – IP/patent based Components"/>
          <xsd:enumeration value="eHealth"/>
          <xsd:enumeration value="Emergency Management (108)"/>
          <xsd:enumeration value="Emerging Network Management Solution"/>
          <xsd:enumeration value="Emerging Technologies and Rich Internet Applications"/>
          <xsd:enumeration value="Enterprise Application Integration Solutions"/>
          <xsd:enumeration value="Enterprise Architecture and SOA"/>
          <xsd:enumeration value="Enterprise Content Management Solutions"/>
          <xsd:enumeration value="Enterprise Risk Management"/>
          <xsd:enumeration value="EPM Solutions"/>
          <xsd:enumeration value="FUTURUS"/>
          <xsd:enumeration value="Gov E Services"/>
          <xsd:enumeration value="Governance, Compliance &amp; Risk Management (GRC) Implementation"/>
          <xsd:enumeration value="Health Insurance Solutions"/>
          <xsd:enumeration value="Hospital Information Systems"/>
          <xsd:enumeration value="Industrial &amp; defense Electronics"/>
          <xsd:enumeration value="Infrastructure Applications and Tools"/>
          <xsd:enumeration value="Infrastructure Enterprise Systems"/>
          <xsd:enumeration value="Infrastructure integration solutions"/>
          <xsd:enumeration value="Integrated Testing Solutions"/>
          <xsd:enumeration value="IT Quality Consulting"/>
          <xsd:enumeration value="IT Tooling Center of Excellence"/>
          <xsd:enumeration value="ITSM Consulting"/>
          <xsd:enumeration value="Java &amp; Open Source Solutions"/>
          <xsd:enumeration value="JDE Applications  Maintenance &amp; Support"/>
          <xsd:enumeration value="JDE Applications Custom Development"/>
          <xsd:enumeration value="JDE Applications Implementation"/>
          <xsd:enumeration value="JDE Applications Upgrade"/>
          <xsd:enumeration value="Lean &amp; 6 Sigma Consulting"/>
          <xsd:enumeration value="Life Insurance Solutions"/>
          <xsd:enumeration value="Life Sciences R&amp;D Solutions"/>
          <xsd:enumeration value="LS - Manufacturing and Supply Chain Solutions"/>
          <xsd:enumeration value="LS Sales and Marketing Solutions"/>
          <xsd:enumeration value="Mainframe Solutions"/>
          <xsd:enumeration value="Managed Services"/>
          <xsd:enumeration value="Manufacturing &amp; Sourcing"/>
          <xsd:enumeration value="Manufacturing Operations and Consulting Solutions"/>
          <xsd:enumeration value="Mechanical Structures"/>
          <xsd:enumeration value="Mechanical Systems"/>
          <xsd:enumeration value="Media analytics and IT solutions - advertising, online behavior"/>
          <xsd:enumeration value="Media publishing solutions - DAM/DRM, CDN (ingestion, conversion, repurposing and distribution)"/>
          <xsd:enumeration value="Media service provider solutions"/>
          <xsd:enumeration value="Microsoft Platform Solutions"/>
          <xsd:enumeration value="Mobility Solutions"/>
          <xsd:enumeration value="MTCA-Microsoft Technical Consulting &amp; Alliance"/>
          <xsd:enumeration value="Networking platforms and solutions"/>
          <xsd:enumeration value="O&amp;G Midstream, Refining &amp; Trading Solutions"/>
          <xsd:enumeration value="Oil &amp; GAS Upstream Solutions"/>
          <xsd:enumeration value="Oil and Gas Downstream Marketing and Retail"/>
          <xsd:enumeration value="Oracle 360 Commerce Implementation"/>
          <xsd:enumeration value="Oracle Content Management Services"/>
          <xsd:enumeration value="Oracle Ebusiness Applications Maintenance &amp; Support"/>
          <xsd:enumeration value="Oracle Ebusiness Custom Development"/>
          <xsd:enumeration value="Oracle Ebusiness Implementation"/>
          <xsd:enumeration value="Oracle Ebusiness Upgrade"/>
          <xsd:enumeration value="Oracle Identity and Access Management Services"/>
          <xsd:enumeration value="Oracle Master Data Management (MDM)"/>
          <xsd:enumeration value="Oracle Portal Services"/>
          <xsd:enumeration value="Oracle Retek Implementation"/>
          <xsd:enumeration value="Payments &amp; Cards"/>
          <xsd:enumeration value="PeopleSoft Applications Custom Development"/>
          <xsd:enumeration value="PeopleSoft Applications Implementation"/>
          <xsd:enumeration value="PeopleSoft Applications Maintenance &amp; Support"/>
          <xsd:enumeration value="PeopleSoft Applications Upgrade"/>
          <xsd:enumeration value="PLM and EDI Solutions"/>
          <xsd:enumeration value="PMO  Consulting and ProgramManagement"/>
          <xsd:enumeration value="Point Solutions"/>
          <xsd:enumeration value="Property and Casualty Insurance Solutions"/>
          <xsd:enumeration value="Public Health Management (104)"/>
          <xsd:enumeration value="Requirement Management Consulting"/>
          <xsd:enumeration value="Retail Solutions"/>
          <xsd:enumeration value="SaaS for Manufacturing"/>
          <xsd:enumeration value="Sales and After Market solutions"/>
          <xsd:enumeration value="SAP ABAP Development and Enhacement Services"/>
          <xsd:enumeration value="SAP BASIS System Administration Services"/>
          <xsd:enumeration value="SAP Branding and Product Alliance Services"/>
          <xsd:enumeration value="SAP CoE and Innovation Services"/>
          <xsd:enumeration value="SAP End-To-End Implementation &amp; Roll Out Services"/>
          <xsd:enumeration value="SAP Financial &amp; Analytics Services"/>
          <xsd:enumeration value="SAP Human Capital Management Solutions"/>
          <xsd:enumeration value="SAP Knowledge Management &amp; Learning Services"/>
          <xsd:enumeration value="SAP Manufacturing &amp; Supply Chain Services"/>
          <xsd:enumeration value="SAP NetWeaver &amp; Integration Solutions"/>
          <xsd:enumeration value="SAP O2C &amp; CRM Services"/>
          <xsd:enumeration value="SAP Upgrade and AMS Services"/>
          <xsd:enumeration value="Semicon Analytics and IT solutions"/>
          <xsd:enumeration value="Semicon equipment engg services -- mechanical, electronics"/>
          <xsd:enumeration value="Semicon Manufacturing IT solutions"/>
          <xsd:enumeration value="Siebel Applications  Maintenance &amp; Support"/>
          <xsd:enumeration value="Siebel Applications Custom Development"/>
          <xsd:enumeration value="Siebel Applications Implementation"/>
          <xsd:enumeration value="Siebel Applications Upgrade"/>
          <xsd:enumeration value="Software Engineering Consulting"/>
          <xsd:enumeration value="Software product engg services for computing platforms (Apple, MS, Oracle, IBM)"/>
          <xsd:enumeration value="Software product engg services for network equipment, devices and appliances"/>
          <xsd:enumeration value="Software product engg services for Online &amp; Video games"/>
          <xsd:enumeration value="Solutions for Development Banks"/>
          <xsd:enumeration value="Solutions for Higher Education"/>
          <xsd:enumeration value="Solutions for Infrastructure and Real Estate"/>
          <xsd:enumeration value="Solutions for Logistics Service Providers"/>
          <xsd:enumeration value="Sourcing &amp; Asset (MES, LIMS, EAM) Management Solutions"/>
          <xsd:enumeration value="Sports OSS/BSS services"/>
          <xsd:enumeration value="STP and Asset Servicing"/>
          <xsd:enumeration value="Strategic IT Advisory Services"/>
          <xsd:enumeration value="Strategic Sourcing Consulting"/>
          <xsd:enumeration value="Stress, Fatigue &amp; Damage Tolerance"/>
          <xsd:enumeration value="Technical Publication Solutions"/>
          <xsd:enumeration value="Telecom Analytics and IT solutions"/>
          <xsd:enumeration value="Telecom BSS services"/>
          <xsd:enumeration value="Telecom Electronics"/>
          <xsd:enumeration value="Telecom OSS and NMS services"/>
          <xsd:enumeration value="Telecom SDP"/>
          <xsd:enumeration value="Testing Frameworks"/>
          <xsd:enumeration value="TOC Consulting"/>
          <xsd:enumeration value="User Experience Management Solutions"/>
          <xsd:enumeration value="Utilities Solutions Offerings"/>
          <xsd:enumeration value="Vendor Collaboration Solutions"/>
          <xsd:enumeration value="Vertical Solutions Frameworks"/>
          <xsd:enumeration value="VisionPLUS - Credit Processing"/>
        </xsd:restriction>
      </xsd:simpleType>
    </xsd:element>
    <xsd:element name="Service_x0020_Line" ma:index="6" nillable="true" ma:displayName="Service Line" ma:default="NA" ma:format="Dropdown" ma:internalName="Service_x0020_Line">
      <xsd:simpleType>
        <xsd:restriction base="dms:Choice">
          <xsd:enumeration value="NA"/>
          <xsd:enumeration value="Application Development and Maintenance (ADMS)"/>
          <xsd:enumeration value="Business Process Outsourcing"/>
          <xsd:enumeration value="Enterprise Business Solutions"/>
          <xsd:enumeration value="Integrated Engineering Services"/>
          <xsd:enumeration value="Infrastructure Management Services"/>
          <xsd:enumeration value="Vertical or Industry Native Solutions"/>
        </xsd:restriction>
      </xsd:simpleType>
    </xsd:element>
    <xsd:element name="Technology" ma:index="7" nillable="true" ma:displayName="Technology" ma:default="NA" ma:format="Dropdown" ma:internalName="Technology">
      <xsd:simpleType>
        <xsd:restriction base="dms:Choice">
          <xsd:enumeration value="NA"/>
          <xsd:enumeration value="Applcn Server Technologies"/>
          <xsd:enumeration value="Actuate"/>
          <xsd:enumeration value="Ariba"/>
          <xsd:enumeration value="Baan"/>
          <xsd:enumeration value="Business Intelligence Solution"/>
          <xsd:enumeration value="Business Objects"/>
          <xsd:enumeration value="Client-Server Technologies"/>
          <xsd:enumeration value="Cognos"/>
          <xsd:enumeration value="Cold Fusion"/>
          <xsd:enumeration value="Component Technologies"/>
          <xsd:enumeration value="Date Stage"/>
          <xsd:enumeration value="Database"/>
          <xsd:enumeration value="DB2"/>
          <xsd:enumeration value="DW/Data Mining Technologies"/>
          <xsd:enumeration value="Engg Services CAD/CAM"/>
          <xsd:enumeration value="Enterprise App. Integration"/>
          <xsd:enumeration value="Enterprise Application"/>
          <xsd:enumeration value="ERP"/>
          <xsd:enumeration value="Hyperion"/>
          <xsd:enumeration value="IBM Technologies"/>
          <xsd:enumeration value="Infomatica"/>
          <xsd:enumeration value="Internet(Biz)"/>
          <xsd:enumeration value="Linux"/>
          <xsd:enumeration value="Lotus Domino"/>
          <xsd:enumeration value="Lotus Notes"/>
          <xsd:enumeration value="Mac OS"/>
          <xsd:enumeration value="Mainframe Technologies"/>
          <xsd:enumeration value="Microstrategy"/>
          <xsd:enumeration value="Maximo"/>
          <xsd:enumeration value="Not Applicable"/>
          <xsd:enumeration value="NSIG"/>
          <xsd:enumeration value="OLAP"/>
          <xsd:enumeration value="ORACLE"/>
          <xsd:enumeration value="Peoplesoft"/>
          <xsd:enumeration value="PSOS"/>
          <xsd:enumeration value="Quality"/>
          <xsd:enumeration value="SAP"/>
          <xsd:enumeration value="SAS"/>
          <xsd:enumeration value="SQL Server"/>
          <xsd:enumeration value="SUN Technologies"/>
          <xsd:enumeration value="System Software"/>
          <xsd:enumeration value="Teradata"/>
          <xsd:enumeration value="UML"/>
          <xsd:enumeration value="UNIX"/>
          <xsd:enumeration value="Visual Studio"/>
          <xsd:enumeration value="VxWorks"/>
          <xsd:enumeration value="WAP"/>
          <xsd:enumeration value="WebLogic"/>
          <xsd:enumeration value="WebSphere"/>
        </xsd:restriction>
      </xsd:simpleType>
    </xsd:element>
    <xsd:element name="Domain" ma:index="8" nillable="true" ma:displayName="Domain" ma:format="Dropdown" ma:internalName="Domain">
      <xsd:simpleType>
        <xsd:restriction base="dms:Choice">
          <xsd:enumeration value="NA"/>
          <xsd:enumeration value="Air Transport"/>
          <xsd:enumeration value="Automotive"/>
          <xsd:enumeration value="Banking and Finance"/>
          <xsd:enumeration value="Bioinformatics"/>
          <xsd:enumeration value="Business Process Outsourcing"/>
          <xsd:enumeration value="CMM"/>
          <xsd:enumeration value="Construction"/>
          <xsd:enumeration value="Consulting Organization"/>
          <xsd:enumeration value="Education and Training"/>
          <xsd:enumeration value="Embedded System"/>
          <xsd:enumeration value="Engineering Design"/>
          <xsd:enumeration value="GIS"/>
          <xsd:enumeration value="Government-eGovernment"/>
          <xsd:enumeration value="Healthcare"/>
          <xsd:enumeration value="Hospitality"/>
          <xsd:enumeration value="Human Resources"/>
          <xsd:enumeration value="IT Enabled Services"/>
          <xsd:enumeration value="IT Infrastructure"/>
          <xsd:enumeration value="IT Outsourcing"/>
          <xsd:enumeration value="Information Technology"/>
          <xsd:enumeration value="Infrastructure (Non-IT)"/>
          <xsd:enumeration value="Knowledge Management"/>
          <xsd:enumeration value="Legal"/>
          <xsd:enumeration value="Life and Health Insurance"/>
          <xsd:enumeration value="Manufacturing"/>
          <xsd:enumeration value="Media and Entertainment"/>
          <xsd:enumeration value="Non Profit Organization"/>
          <xsd:enumeration value="Not Applicable"/>
          <xsd:enumeration value="Oil and Gas Industry"/>
          <xsd:enumeration value="Others"/>
          <xsd:enumeration value="Pharmaceuticals"/>
          <xsd:enumeration value="Property and Casualty Insurance"/>
          <xsd:enumeration value="Real Estates"/>
          <xsd:enumeration value="Retail"/>
          <xsd:enumeration value="Sales and Marketing"/>
          <xsd:enumeration value="Semiconductor"/>
          <xsd:enumeration value="Surface Transport"/>
          <xsd:enumeration value="Telecom"/>
          <xsd:enumeration value="Transportation"/>
          <xsd:enumeration value="Utilities"/>
        </xsd:restriction>
      </xsd:simpleType>
    </xsd:element>
  </xsd:schema>
  <xsd:schema xmlns:xsd="http://www.w3.org/2001/XMLSchema" xmlns:xs="http://www.w3.org/2001/XMLSchema" xmlns:dms="http://schemas.microsoft.com/office/2006/documentManagement/types" xmlns:pc="http://schemas.microsoft.com/office/infopath/2007/PartnerControls" targetNamespace="b6ae8028-3361-4878-ad09-deb2e128b95c" elementFormDefault="qualified">
    <xsd:import namespace="http://schemas.microsoft.com/office/2006/documentManagement/types"/>
    <xsd:import namespace="http://schemas.microsoft.com/office/infopath/2007/PartnerControls"/>
    <xsd:element name="Asset_x0020_Type" ma:index="15" nillable="true" ma:displayName="Asset Type" ma:internalName="Asset_x0020_Type">
      <xsd:simpleType>
        <xsd:restriction base="dms:Text">
          <xsd:maxLength value="255"/>
        </xsd:restriction>
      </xsd:simpleType>
    </xsd:element>
    <xsd:element name="Folder" ma:index="16" nillable="true" ma:displayName="Folder" ma:format="Dropdown" ma:internalName="Folder">
      <xsd:simpleType>
        <xsd:restriction base="dms:Choice">
          <xsd:enumeration value="Corporate"/>
          <xsd:enumeration value="Industries"/>
          <xsd:enumeration value="Partners"/>
          <xsd:enumeration value="Services"/>
        </xsd:restriction>
      </xsd:simpleType>
    </xsd:element>
    <xsd:element name="Subfolder" ma:index="17" nillable="true" ma:displayName="Subfolder" ma:internalName="Subfolder">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axOccurs="1" ma:index="2" ma:displayName="Keywords">
          <xsd:simpleType xmlns:xs="http://www.w3.org/2001/XMLSchema">
            <xsd:restriction base="xsd:string">
              <xsd:minLength value="1"/>
            </xsd:restriction>
          </xsd:simpleType>
        </xsd:element>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ocument_x0020_Classification xmlns="fcfb129d-2c4d-4bcd-afb5-a92980dfa96d">Presentations</Document_x0020_Classification>
    <Folder xmlns="b6ae8028-3361-4878-ad09-deb2e128b95c" xsi:nil="true"/>
    <Document_x0020_Sub_x0020_Classification xmlns="fcfb129d-2c4d-4bcd-afb5-a92980dfa96d">Operations</Document_x0020_Sub_x0020_Classification>
    <Subfolder xmlns="b6ae8028-3361-4878-ad09-deb2e128b95c" xsi:nil="true"/>
    <Service_x0020_Line xmlns="fcfb129d-2c4d-4bcd-afb5-a92980dfa96d">NA</Service_x0020_Line>
    <Asset_x0020_Type xmlns="b6ae8028-3361-4878-ad09-deb2e128b95c" xsi:nil="true"/>
    <Service_x0020_Offering xmlns="fcfb129d-2c4d-4bcd-afb5-a92980dfa96d">NA</Service_x0020_Offering>
    <Domain xmlns="fcfb129d-2c4d-4bcd-afb5-a92980dfa96d" xsi:nil="true"/>
    <Technology xmlns="fcfb129d-2c4d-4bcd-afb5-a92980dfa96d">NA</Technology>
    <AverageRating xmlns="http://schemas.microsoft.com/sharepoint/v3" xsi:nil="true"/>
  </documentManagement>
</p:properties>
</file>

<file path=customXml/itemProps1.xml><?xml version="1.0" encoding="utf-8"?>
<ds:datastoreItem xmlns:ds="http://schemas.openxmlformats.org/officeDocument/2006/customXml" ds:itemID="{E0A1B877-42DF-448B-A257-86EBCF04CE7C}">
  <ds:schemaRefs>
    <ds:schemaRef ds:uri="http://schemas.microsoft.com/sharepoint/v3/contenttype/forms"/>
  </ds:schemaRefs>
</ds:datastoreItem>
</file>

<file path=customXml/itemProps2.xml><?xml version="1.0" encoding="utf-8"?>
<ds:datastoreItem xmlns:ds="http://schemas.openxmlformats.org/officeDocument/2006/customXml" ds:itemID="{22498586-7C36-48BC-A4A9-0E02CAC67F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cfb129d-2c4d-4bcd-afb5-a92980dfa96d"/>
    <ds:schemaRef ds:uri="b6ae8028-3361-4878-ad09-deb2e128b9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53E0E9-BBAC-4E77-B03C-F4757A7347B6}">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b6ae8028-3361-4878-ad09-deb2e128b95c"/>
    <ds:schemaRef ds:uri="http://schemas.microsoft.com/sharepoint/v3"/>
    <ds:schemaRef ds:uri="fcfb129d-2c4d-4bcd-afb5-a92980dfa96d"/>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103</Words>
  <Application>Microsoft Office PowerPoint</Application>
  <PresentationFormat>On-screen Show (16:9)</PresentationFormat>
  <Paragraphs>29</Paragraphs>
  <Slides>1</Slides>
  <Notes>1</Notes>
  <HiddenSlides>0</HiddenSlides>
  <MMClips>0</MMClips>
  <ScaleCrop>false</ScaleCrop>
  <HeadingPairs>
    <vt:vector size="8" baseType="variant">
      <vt:variant>
        <vt:lpstr>Fonts Used</vt:lpstr>
      </vt:variant>
      <vt:variant>
        <vt:i4>8</vt:i4>
      </vt:variant>
      <vt:variant>
        <vt:lpstr>Theme</vt:lpstr>
      </vt:variant>
      <vt:variant>
        <vt:i4>7</vt:i4>
      </vt:variant>
      <vt:variant>
        <vt:lpstr>Embedded OLE Servers</vt:lpstr>
      </vt:variant>
      <vt:variant>
        <vt:i4>1</vt:i4>
      </vt:variant>
      <vt:variant>
        <vt:lpstr>Slide Titles</vt:lpstr>
      </vt:variant>
      <vt:variant>
        <vt:i4>1</vt:i4>
      </vt:variant>
    </vt:vector>
  </HeadingPairs>
  <TitlesOfParts>
    <vt:vector size="17" baseType="lpstr">
      <vt:lpstr>Arial</vt:lpstr>
      <vt:lpstr>Calibri</vt:lpstr>
      <vt:lpstr>Century Gothic</vt:lpstr>
      <vt:lpstr>Oswald Light</vt:lpstr>
      <vt:lpstr>Oswald Medium</vt:lpstr>
      <vt:lpstr>Oswald Stencil</vt:lpstr>
      <vt:lpstr>Times New Roman</vt:lpstr>
      <vt:lpstr>Wingdings</vt:lpstr>
      <vt:lpstr>6_Tech Mahindra Powerpoint Template</vt:lpstr>
      <vt:lpstr>5_Tech Mahindra Powerpoint Template</vt:lpstr>
      <vt:lpstr>7_Tech Mahindra Powerpoint Template</vt:lpstr>
      <vt:lpstr>8_Tech Mahindra Powerpoint Template</vt:lpstr>
      <vt:lpstr>1_Custom Design</vt:lpstr>
      <vt:lpstr>Theme1</vt:lpstr>
      <vt:lpstr>1_Theme1</vt:lpstr>
      <vt:lpstr>think-cell Folie</vt:lpstr>
      <vt:lpstr>Motor - Reverse Engineering &amp;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keywords>Corporate Presentation_TechM_2013</cp:keywords>
  <cp:lastModifiedBy/>
  <cp:revision>1</cp:revision>
  <dcterms:created xsi:type="dcterms:W3CDTF">2014-12-22T04:53:59Z</dcterms:created>
  <dcterms:modified xsi:type="dcterms:W3CDTF">2019-10-15T13:59:22Z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0x01010030CB50A625C08A4E8BBFFC168B2DA761</vt:lpwstr>
  </property>
  <property fmtid="{D5CDD505-2E9C-101B-9397-08002B2CF9AE}" pid="3" name="DLPManualFileClassification">
    <vt:lpwstr>{1A067545-A4E2-4FA1-8094-0D7902669705}</vt:lpwstr>
  </property>
  <property fmtid="{D5CDD505-2E9C-101B-9397-08002B2CF9AE}" pid="4" name="DLPManualFileClassificationLastModifiedBy">
    <vt:lpwstr>TECHMAHINDRA\GS38692</vt:lpwstr>
  </property>
  <property fmtid="{D5CDD505-2E9C-101B-9397-08002B2CF9AE}" pid="5" name="DLPManualFileClassificationLastModificationDate">
    <vt:lpwstr>1530769269</vt:lpwstr>
  </property>
  <property fmtid="{D5CDD505-2E9C-101B-9397-08002B2CF9AE}" pid="6" name="DLPManualFileClassificationVersion">
    <vt:lpwstr>10.0.100.37</vt:lpwstr>
  </property>
  <property fmtid="{D5CDD505-2E9C-101B-9397-08002B2CF9AE}" pid="7" name="MSIP_Label_7fea2623-af8f-4fb8-b1cf-b63cc8e496aa_Enabled">
    <vt:lpwstr>True</vt:lpwstr>
  </property>
  <property fmtid="{D5CDD505-2E9C-101B-9397-08002B2CF9AE}" pid="8" name="MSIP_Label_7fea2623-af8f-4fb8-b1cf-b63cc8e496aa_SiteId">
    <vt:lpwstr>81fa766e-a349-4867-8bf4-ab35e250a08f</vt:lpwstr>
  </property>
  <property fmtid="{D5CDD505-2E9C-101B-9397-08002B2CF9AE}" pid="9" name="MSIP_Label_7fea2623-af8f-4fb8-b1cf-b63cc8e496aa_Owner">
    <vt:lpwstr>SSUBRAM5@volvocars.com</vt:lpwstr>
  </property>
  <property fmtid="{D5CDD505-2E9C-101B-9397-08002B2CF9AE}" pid="10" name="MSIP_Label_7fea2623-af8f-4fb8-b1cf-b63cc8e496aa_SetDate">
    <vt:lpwstr>2019-05-06T15:22:15.4262219Z</vt:lpwstr>
  </property>
  <property fmtid="{D5CDD505-2E9C-101B-9397-08002B2CF9AE}" pid="11" name="MSIP_Label_7fea2623-af8f-4fb8-b1cf-b63cc8e496aa_Name">
    <vt:lpwstr>Proprietary</vt:lpwstr>
  </property>
  <property fmtid="{D5CDD505-2E9C-101B-9397-08002B2CF9AE}" pid="12" name="MSIP_Label_7fea2623-af8f-4fb8-b1cf-b63cc8e496aa_Application">
    <vt:lpwstr>Microsoft Azure Information Protection</vt:lpwstr>
  </property>
  <property fmtid="{D5CDD505-2E9C-101B-9397-08002B2CF9AE}" pid="13" name="MSIP_Label_7fea2623-af8f-4fb8-b1cf-b63cc8e496aa_Extended_MSFT_Method">
    <vt:lpwstr>Automatic</vt:lpwstr>
  </property>
  <property fmtid="{D5CDD505-2E9C-101B-9397-08002B2CF9AE}" pid="14" name="Sensitivity">
    <vt:lpwstr>Proprietary</vt:lpwstr>
  </property>
</Properties>
</file>