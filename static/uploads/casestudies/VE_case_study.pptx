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0" r:id="rId4"/>
  </p:sldMasterIdLst>
  <p:notesMasterIdLst>
    <p:notesMasterId r:id="rId6"/>
  </p:notesMasterIdLst>
  <p:handoutMasterIdLst>
    <p:handoutMasterId r:id="rId7"/>
  </p:handoutMasterIdLst>
  <p:sldIdLst>
    <p:sldId id="58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3">
          <p15:clr>
            <a:srgbClr val="A4A3A4"/>
          </p15:clr>
        </p15:guide>
        <p15:guide id="2" orient="horz" pos="4013">
          <p15:clr>
            <a:srgbClr val="A4A3A4"/>
          </p15:clr>
        </p15:guide>
        <p15:guide id="3" pos="5576">
          <p15:clr>
            <a:srgbClr val="A4A3A4"/>
          </p15:clr>
        </p15:guide>
        <p15:guide id="4" pos="19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3C3C"/>
    <a:srgbClr val="00CC66"/>
    <a:srgbClr val="B51800"/>
    <a:srgbClr val="6DA1ED"/>
    <a:srgbClr val="A30000"/>
    <a:srgbClr val="ED8513"/>
    <a:srgbClr val="BAFEEF"/>
    <a:srgbClr val="5BCC06"/>
    <a:srgbClr val="B48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762" autoAdjust="0"/>
    <p:restoredTop sz="86420" autoAdjust="0"/>
  </p:normalViewPr>
  <p:slideViewPr>
    <p:cSldViewPr snapToGrid="0">
      <p:cViewPr varScale="1">
        <p:scale>
          <a:sx n="70" d="100"/>
          <a:sy n="70" d="100"/>
        </p:scale>
        <p:origin x="420" y="48"/>
      </p:cViewPr>
      <p:guideLst>
        <p:guide orient="horz" pos="243"/>
        <p:guide orient="horz" pos="4013"/>
        <p:guide pos="5576"/>
        <p:guide pos="199"/>
      </p:guideLst>
    </p:cSldViewPr>
  </p:slideViewPr>
  <p:outlineViewPr>
    <p:cViewPr>
      <p:scale>
        <a:sx n="33" d="100"/>
        <a:sy n="33" d="100"/>
      </p:scale>
      <p:origin x="0" y="1272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-2022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05A6D22E-7842-4B04-BC82-ED4419463E5B}" type="datetimeFigureOut">
              <a:rPr lang="en-US"/>
              <a:pPr>
                <a:defRPr/>
              </a:pPr>
              <a:t>3/27/2018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235456E5-41BF-4EF3-950F-EBAC834938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18FCE86-A92D-49C7-A324-6F3F6722ED8E}" type="datetimeFigureOut">
              <a:rPr lang="en-US"/>
              <a:pPr>
                <a:defRPr/>
              </a:pPr>
              <a:t>3/27/2018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589D7258-BE0B-4EBA-BEA8-BB57A917E3A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815975" y="217488"/>
            <a:ext cx="5456238" cy="4094162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857250" y="4427538"/>
            <a:ext cx="5372100" cy="4090987"/>
          </a:xfrm>
          <a:noFill/>
        </p:spPr>
        <p:txBody>
          <a:bodyPr wrap="square" lIns="91404" tIns="45701" rIns="91404" bIns="45701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mall.png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>
            <a:off x="6320292" y="404815"/>
            <a:ext cx="2525258" cy="204213"/>
          </a:xfrm>
          <a:prstGeom prst="rect">
            <a:avLst/>
          </a:prstGeom>
        </p:spPr>
      </p:pic>
      <p:sp>
        <p:nvSpPr>
          <p:cNvPr id="11" name="TextBox 20"/>
          <p:cNvSpPr txBox="1">
            <a:spLocks noChangeArrowheads="1"/>
          </p:cNvSpPr>
          <p:nvPr/>
        </p:nvSpPr>
        <p:spPr bwMode="auto">
          <a:xfrm>
            <a:off x="76200" y="6642100"/>
            <a:ext cx="3124200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algn="l" defTabSz="914400" rtl="0" eaLnBrk="1" latinLnBrk="0" hangingPunct="1">
              <a:defRPr/>
            </a:pPr>
            <a:r>
              <a:rPr lang="en-US" sz="80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© </a:t>
            </a:r>
            <a:r>
              <a:rPr lang="en-US" sz="800" kern="1200" dirty="0" smtClean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Tech Mahindra &amp; Mahindra Satyam 2012</a:t>
            </a:r>
            <a:endParaRPr lang="en-US" sz="800" kern="1200" dirty="0">
              <a:solidFill>
                <a:schemeClr val="accent3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15081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9"/>
          <p:cNvSpPr>
            <a:spLocks noChangeArrowheads="1"/>
          </p:cNvSpPr>
          <p:nvPr userDrawn="1"/>
        </p:nvSpPr>
        <p:spPr bwMode="gray">
          <a:xfrm>
            <a:off x="0" y="2149475"/>
            <a:ext cx="9144000" cy="2498725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4" name="Freeform 20"/>
          <p:cNvSpPr>
            <a:spLocks/>
          </p:cNvSpPr>
          <p:nvPr userDrawn="1"/>
        </p:nvSpPr>
        <p:spPr bwMode="gray">
          <a:xfrm>
            <a:off x="-9525" y="2138363"/>
            <a:ext cx="8015288" cy="227171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5049" y="2"/>
              </a:cxn>
              <a:cxn ang="0">
                <a:pos x="5048" y="1458"/>
              </a:cxn>
              <a:cxn ang="0">
                <a:pos x="0" y="1471"/>
              </a:cxn>
              <a:cxn ang="0">
                <a:pos x="0" y="0"/>
              </a:cxn>
            </a:cxnLst>
            <a:rect l="0" t="0" r="r" b="b"/>
            <a:pathLst>
              <a:path w="5049" h="1471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rgbClr val="DC4128">
              <a:alpha val="72941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 dirty="0"/>
          </a:p>
        </p:txBody>
      </p:sp>
      <p:grpSp>
        <p:nvGrpSpPr>
          <p:cNvPr id="2" name="Group 116"/>
          <p:cNvGrpSpPr>
            <a:grpSpLocks/>
          </p:cNvGrpSpPr>
          <p:nvPr userDrawn="1"/>
        </p:nvGrpSpPr>
        <p:grpSpPr bwMode="auto">
          <a:xfrm>
            <a:off x="190500" y="2324100"/>
            <a:ext cx="3276600" cy="3314700"/>
            <a:chOff x="120" y="1464"/>
            <a:chExt cx="2064" cy="2088"/>
          </a:xfrm>
        </p:grpSpPr>
        <p:sp>
          <p:nvSpPr>
            <p:cNvPr id="16" name="AutoShape 113" descr="gdd01"/>
            <p:cNvSpPr>
              <a:spLocks noChangeArrowheads="1"/>
            </p:cNvSpPr>
            <p:nvPr userDrawn="1"/>
          </p:nvSpPr>
          <p:spPr bwMode="gray">
            <a:xfrm>
              <a:off x="120" y="1992"/>
              <a:ext cx="1104" cy="1008"/>
            </a:xfrm>
            <a:prstGeom prst="hexagon">
              <a:avLst>
                <a:gd name="adj" fmla="val 27381"/>
                <a:gd name="vf" fmla="val 115470"/>
              </a:avLst>
            </a:prstGeom>
            <a:blipFill dpi="0" rotWithShape="1">
              <a:blip r:embed="rId3" cstate="email"/>
              <a:srcRect/>
              <a:stretch>
                <a:fillRect/>
              </a:stretch>
            </a:blip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125080" dir="1437749" algn="ctr" rotWithShape="0">
                <a:schemeClr val="bg2">
                  <a:alpha val="32001"/>
                </a:schemeClr>
              </a:outerShdw>
            </a:effectLst>
          </p:spPr>
          <p:txBody>
            <a:bodyPr wrap="none" anchor="ctr"/>
            <a:lstStyle/>
            <a:p>
              <a:pPr algn="ctr" eaLnBrk="0" hangingPunct="0"/>
              <a:endParaRPr lang="ko-KR" altLang="en-US">
                <a:latin typeface="Times New Roman" pitchFamily="18" charset="0"/>
                <a:ea typeface="Gulim" pitchFamily="34" charset="-127"/>
              </a:endParaRPr>
            </a:p>
          </p:txBody>
        </p:sp>
        <p:sp>
          <p:nvSpPr>
            <p:cNvPr id="17" name="AutoShape 114" descr="gdd04"/>
            <p:cNvSpPr>
              <a:spLocks noChangeArrowheads="1"/>
            </p:cNvSpPr>
            <p:nvPr userDrawn="1"/>
          </p:nvSpPr>
          <p:spPr bwMode="gray">
            <a:xfrm>
              <a:off x="1032" y="1464"/>
              <a:ext cx="1152" cy="1008"/>
            </a:xfrm>
            <a:prstGeom prst="hexagon">
              <a:avLst>
                <a:gd name="adj" fmla="val 28571"/>
                <a:gd name="vf" fmla="val 115470"/>
              </a:avLst>
            </a:prstGeom>
            <a:blipFill dpi="0" rotWithShape="1">
              <a:blip r:embed="rId4" cstate="email"/>
              <a:srcRect/>
              <a:stretch>
                <a:fillRect/>
              </a:stretch>
            </a:blip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125080" dir="1437749" algn="ctr" rotWithShape="0">
                <a:schemeClr val="bg2">
                  <a:alpha val="32001"/>
                </a:schemeClr>
              </a:outerShdw>
            </a:effectLst>
          </p:spPr>
          <p:txBody>
            <a:bodyPr wrap="none" anchor="ctr"/>
            <a:lstStyle/>
            <a:p>
              <a:pPr algn="ctr" eaLnBrk="0" hangingPunct="0"/>
              <a:endParaRPr lang="ko-KR" altLang="en-US">
                <a:latin typeface="Times New Roman" pitchFamily="18" charset="0"/>
                <a:ea typeface="Gulim" pitchFamily="34" charset="-127"/>
              </a:endParaRPr>
            </a:p>
          </p:txBody>
        </p:sp>
        <p:sp>
          <p:nvSpPr>
            <p:cNvPr id="18" name="AutoShape 115" descr="gdd03"/>
            <p:cNvSpPr>
              <a:spLocks noChangeArrowheads="1"/>
            </p:cNvSpPr>
            <p:nvPr userDrawn="1"/>
          </p:nvSpPr>
          <p:spPr bwMode="gray">
            <a:xfrm>
              <a:off x="1008" y="2544"/>
              <a:ext cx="1152" cy="1008"/>
            </a:xfrm>
            <a:prstGeom prst="hexagon">
              <a:avLst>
                <a:gd name="adj" fmla="val 28571"/>
                <a:gd name="vf" fmla="val 115470"/>
              </a:avLst>
            </a:prstGeom>
            <a:blipFill dpi="0" rotWithShape="1">
              <a:blip r:embed="rId5" cstate="email"/>
              <a:srcRect/>
              <a:stretch>
                <a:fillRect/>
              </a:stretch>
            </a:blip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125080" dir="1437749" algn="ctr" rotWithShape="0">
                <a:schemeClr val="bg2">
                  <a:alpha val="32001"/>
                </a:schemeClr>
              </a:outerShdw>
            </a:effectLst>
          </p:spPr>
          <p:txBody>
            <a:bodyPr wrap="none" anchor="ctr"/>
            <a:lstStyle/>
            <a:p>
              <a:pPr algn="ctr" eaLnBrk="0" hangingPunct="0"/>
              <a:endParaRPr lang="ko-KR" altLang="en-US">
                <a:latin typeface="Times New Roman" pitchFamily="18" charset="0"/>
                <a:ea typeface="Gulim" pitchFamily="34" charset="-127"/>
              </a:endParaRPr>
            </a:p>
          </p:txBody>
        </p:sp>
      </p:grpSp>
      <p:sp>
        <p:nvSpPr>
          <p:cNvPr id="19" name="AutoShape 21"/>
          <p:cNvSpPr>
            <a:spLocks noChangeArrowheads="1"/>
          </p:cNvSpPr>
          <p:nvPr userDrawn="1"/>
        </p:nvSpPr>
        <p:spPr bwMode="gray">
          <a:xfrm>
            <a:off x="7696200" y="594360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chemeClr val="accent3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0" name="AutoShape 22"/>
          <p:cNvSpPr>
            <a:spLocks noChangeArrowheads="1"/>
          </p:cNvSpPr>
          <p:nvPr userDrawn="1"/>
        </p:nvSpPr>
        <p:spPr bwMode="gray">
          <a:xfrm>
            <a:off x="8229600" y="563880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1" name="AutoShape 23"/>
          <p:cNvSpPr>
            <a:spLocks noChangeArrowheads="1"/>
          </p:cNvSpPr>
          <p:nvPr userDrawn="1"/>
        </p:nvSpPr>
        <p:spPr bwMode="gray">
          <a:xfrm>
            <a:off x="8220075" y="622935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chemeClr val="accent3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3581400" y="2590800"/>
            <a:ext cx="4495800" cy="369332"/>
          </a:xfrm>
        </p:spPr>
        <p:txBody>
          <a:bodyPr wrap="square">
            <a:spAutoFit/>
          </a:bodyPr>
          <a:lstStyle>
            <a:lvl1pPr algn="l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14400" y="3810000"/>
            <a:ext cx="8529637" cy="276999"/>
          </a:xfrm>
        </p:spPr>
        <p:txBody>
          <a:bodyPr anchor="b" anchorCtr="0">
            <a:noAutofit/>
          </a:bodyPr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pic>
        <p:nvPicPr>
          <p:cNvPr id="23" name="Picture 22" descr="small.png"/>
          <p:cNvPicPr>
            <a:picLocks noChangeAspect="1"/>
          </p:cNvPicPr>
          <p:nvPr userDrawn="1"/>
        </p:nvPicPr>
        <p:blipFill>
          <a:blip r:embed="rId6" cstate="email"/>
          <a:stretch>
            <a:fillRect/>
          </a:stretch>
        </p:blipFill>
        <p:spPr>
          <a:xfrm>
            <a:off x="277813" y="227015"/>
            <a:ext cx="1162869" cy="28733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02931" y="1465507"/>
            <a:ext cx="8544207" cy="1938992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1pPr>
            <a:lvl2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2pPr>
            <a:lvl3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3pPr>
            <a:lvl4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4pPr>
            <a:lvl5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5pPr>
            <a:lvl6pPr marL="1435100" indent="-285750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0000"/>
              <a:buFont typeface="Wingdings" pitchFamily="2" charset="2"/>
              <a:buChar char="§"/>
              <a:defRPr sz="1800">
                <a:latin typeface="Arial" pitchFamily="34" charset="0"/>
                <a:cs typeface="Arial" pitchFamily="34" charset="0"/>
              </a:defRPr>
            </a:lvl6pPr>
            <a:lvl7pPr marL="1714500" indent="-27305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70000"/>
              <a:buFont typeface="Arial" pitchFamily="34" charset="0"/>
              <a:buChar char="–"/>
              <a:defRPr sz="1800" baseline="0">
                <a:latin typeface="Arial" pitchFamily="34" charset="0"/>
                <a:cs typeface="Arial" pitchFamily="34" charset="0"/>
              </a:defRPr>
            </a:lvl7pPr>
            <a:lvl8pPr marL="1600200" indent="-228600">
              <a:spcBef>
                <a:spcPts val="0"/>
              </a:spcBef>
              <a:spcAft>
                <a:spcPts val="0"/>
              </a:spcAft>
              <a:buSzPct val="70000"/>
              <a:defRPr sz="1800" baseline="0">
                <a:latin typeface="Arial" pitchFamily="34" charset="0"/>
                <a:cs typeface="Arial" pitchFamily="34" charset="0"/>
              </a:defRPr>
            </a:lvl8pPr>
            <a:lvl9pPr marL="1824038" indent="-223838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>
                <a:latin typeface="Arial" pitchFamily="34" charset="0"/>
                <a:cs typeface="Arial" pitchFamily="34" charset="0"/>
              </a:defRPr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Sixth level</a:t>
            </a:r>
          </a:p>
          <a:p>
            <a:pPr lvl="6"/>
            <a:r>
              <a:rPr lang="en-US" dirty="0" smtClean="0"/>
              <a:t>Seventh level 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304799" y="588322"/>
            <a:ext cx="8539163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itle.jpg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>
            <a:off x="7883" y="0"/>
            <a:ext cx="9128234" cy="6858000"/>
          </a:xfrm>
          <a:prstGeom prst="rect">
            <a:avLst/>
          </a:prstGeom>
        </p:spPr>
      </p:pic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5912" y="1935522"/>
            <a:ext cx="8529637" cy="276999"/>
          </a:xfrm>
        </p:spPr>
        <p:txBody>
          <a:bodyPr anchor="b" anchorCtr="0">
            <a:noAutofit/>
          </a:bodyPr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4" name="Title 8"/>
          <p:cNvSpPr>
            <a:spLocks noGrp="1"/>
          </p:cNvSpPr>
          <p:nvPr>
            <p:ph type="title" hasCustomPrompt="1"/>
          </p:nvPr>
        </p:nvSpPr>
        <p:spPr>
          <a:xfrm>
            <a:off x="315912" y="1267505"/>
            <a:ext cx="8529637" cy="430887"/>
          </a:xfrm>
        </p:spPr>
        <p:txBody>
          <a:bodyPr wrap="square">
            <a:spAutoFit/>
          </a:bodyPr>
          <a:lstStyle>
            <a:lvl1pPr algn="ctr"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15081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small.png"/>
          <p:cNvPicPr>
            <a:picLocks noChangeAspect="1"/>
          </p:cNvPicPr>
          <p:nvPr/>
        </p:nvPicPr>
        <p:blipFill>
          <a:blip r:embed="rId3" cstate="email"/>
          <a:stretch>
            <a:fillRect/>
          </a:stretch>
        </p:blipFill>
        <p:spPr>
          <a:xfrm>
            <a:off x="6320292" y="404815"/>
            <a:ext cx="2525258" cy="204213"/>
          </a:xfrm>
          <a:prstGeom prst="rect">
            <a:avLst/>
          </a:prstGeom>
        </p:spPr>
      </p:pic>
      <p:pic>
        <p:nvPicPr>
          <p:cNvPr id="11" name="Picture 10" descr="small.png"/>
          <p:cNvPicPr>
            <a:picLocks noChangeAspect="1"/>
          </p:cNvPicPr>
          <p:nvPr/>
        </p:nvPicPr>
        <p:blipFill>
          <a:blip r:embed="rId4" cstate="email"/>
          <a:stretch>
            <a:fillRect/>
          </a:stretch>
        </p:blipFill>
        <p:spPr>
          <a:xfrm>
            <a:off x="277813" y="309563"/>
            <a:ext cx="1625448" cy="401637"/>
          </a:xfrm>
          <a:prstGeom prst="rect">
            <a:avLst/>
          </a:prstGeom>
        </p:spPr>
      </p:pic>
      <p:sp>
        <p:nvSpPr>
          <p:cNvPr id="15" name="TextBox 20"/>
          <p:cNvSpPr txBox="1">
            <a:spLocks noChangeArrowheads="1"/>
          </p:cNvSpPr>
          <p:nvPr/>
        </p:nvSpPr>
        <p:spPr bwMode="auto">
          <a:xfrm>
            <a:off x="0" y="6705005"/>
            <a:ext cx="9144000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algn="ctr" defTabSz="914400" rtl="0" eaLnBrk="1" latinLnBrk="0" hangingPunct="1">
              <a:defRPr/>
            </a:pPr>
            <a:r>
              <a:rPr lang="en-US" sz="80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© </a:t>
            </a:r>
            <a:r>
              <a:rPr lang="en-US" sz="800" kern="1200" dirty="0" smtClean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Tech Mahindra &amp; Mahindra Satyam 2012</a:t>
            </a:r>
            <a:endParaRPr lang="en-US" sz="800" kern="1200" dirty="0">
              <a:solidFill>
                <a:schemeClr val="accent3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02931" y="960438"/>
            <a:ext cx="4170595" cy="5303838"/>
          </a:xfrm>
          <a:ln>
            <a:solidFill>
              <a:schemeClr val="bg2"/>
            </a:solidFill>
          </a:ln>
        </p:spPr>
        <p:txBody>
          <a:bodyPr wrap="square" lIns="91440" tIns="548640" rIns="91440" b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1pPr>
            <a:lvl2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2pPr>
            <a:lvl3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3pPr>
            <a:lvl4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4pPr>
            <a:lvl5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5pPr>
            <a:lvl6pPr marL="1143000" indent="-233363">
              <a:spcBef>
                <a:spcPts val="0"/>
              </a:spcBef>
              <a:spcAft>
                <a:spcPts val="0"/>
              </a:spcAft>
              <a:buSzPct val="70000"/>
              <a:defRPr sz="1800">
                <a:latin typeface="+mj-lt"/>
              </a:defRPr>
            </a:lvl6pPr>
            <a:lvl7pPr marL="1371600" indent="-228600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 baseline="0">
                <a:latin typeface="+mj-lt"/>
              </a:defRPr>
            </a:lvl7pPr>
            <a:lvl8pPr marL="1600200" indent="-228600">
              <a:spcBef>
                <a:spcPts val="0"/>
              </a:spcBef>
              <a:spcAft>
                <a:spcPts val="0"/>
              </a:spcAft>
              <a:buSzPct val="70000"/>
              <a:defRPr sz="1800" baseline="0">
                <a:latin typeface="+mj-lt"/>
              </a:defRPr>
            </a:lvl8pPr>
            <a:lvl9pPr marL="1824038" indent="-223838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>
                <a:latin typeface="+mj-lt"/>
              </a:defRPr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4648200" y="960438"/>
            <a:ext cx="4170595" cy="5303838"/>
          </a:xfrm>
          <a:ln>
            <a:solidFill>
              <a:schemeClr val="bg2"/>
            </a:solidFill>
          </a:ln>
        </p:spPr>
        <p:txBody>
          <a:bodyPr wrap="square" lIns="91440" tIns="548640" rIns="91440" b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1pPr>
            <a:lvl2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2pPr>
            <a:lvl3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3pPr>
            <a:lvl4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4pPr>
            <a:lvl5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5pPr>
            <a:lvl6pPr marL="1143000" indent="-233363">
              <a:spcBef>
                <a:spcPts val="0"/>
              </a:spcBef>
              <a:spcAft>
                <a:spcPts val="0"/>
              </a:spcAft>
              <a:buSzPct val="70000"/>
              <a:defRPr sz="1800">
                <a:latin typeface="+mj-lt"/>
              </a:defRPr>
            </a:lvl6pPr>
            <a:lvl7pPr marL="1371600" indent="-228600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 baseline="0">
                <a:latin typeface="+mj-lt"/>
              </a:defRPr>
            </a:lvl7pPr>
            <a:lvl8pPr marL="1600200" indent="-228600">
              <a:spcBef>
                <a:spcPts val="0"/>
              </a:spcBef>
              <a:spcAft>
                <a:spcPts val="0"/>
              </a:spcAft>
              <a:buSzPct val="70000"/>
              <a:defRPr sz="1800" baseline="0">
                <a:latin typeface="+mj-lt"/>
              </a:defRPr>
            </a:lvl8pPr>
            <a:lvl9pPr marL="1824038" indent="-223838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>
                <a:latin typeface="+mj-lt"/>
              </a:defRPr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02931" y="960437"/>
            <a:ext cx="4170595" cy="461665"/>
          </a:xfrm>
          <a:solidFill>
            <a:schemeClr val="bg2"/>
          </a:solidFill>
          <a:ln>
            <a:noFill/>
          </a:ln>
        </p:spPr>
        <p:txBody>
          <a:bodyPr wrap="square" lIns="91440" tIns="91440" rIns="91440" bIns="9144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800" b="1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2pPr>
            <a:lvl3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3pPr>
            <a:lvl4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4pPr>
            <a:lvl5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5pPr>
            <a:lvl6pPr marL="1143000" indent="-233363">
              <a:spcBef>
                <a:spcPts val="0"/>
              </a:spcBef>
              <a:spcAft>
                <a:spcPts val="0"/>
              </a:spcAft>
              <a:buSzPct val="70000"/>
              <a:defRPr sz="1800">
                <a:latin typeface="+mj-lt"/>
              </a:defRPr>
            </a:lvl6pPr>
            <a:lvl7pPr marL="1371600" indent="-228600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 baseline="0">
                <a:latin typeface="+mj-lt"/>
              </a:defRPr>
            </a:lvl7pPr>
            <a:lvl8pPr marL="1600200" indent="-228600">
              <a:spcBef>
                <a:spcPts val="0"/>
              </a:spcBef>
              <a:spcAft>
                <a:spcPts val="0"/>
              </a:spcAft>
              <a:buSzPct val="70000"/>
              <a:defRPr sz="1800" baseline="0">
                <a:latin typeface="+mj-lt"/>
              </a:defRPr>
            </a:lvl8pPr>
            <a:lvl9pPr marL="1824038" indent="-223838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>
                <a:latin typeface="+mj-lt"/>
              </a:defRPr>
            </a:lvl9pPr>
          </a:lstStyle>
          <a:p>
            <a:pPr lvl="0"/>
            <a:r>
              <a:rPr lang="en-US" dirty="0" smtClean="0"/>
              <a:t>Heading 1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4648200" y="960437"/>
            <a:ext cx="4170595" cy="461665"/>
          </a:xfrm>
          <a:solidFill>
            <a:schemeClr val="bg2"/>
          </a:solidFill>
          <a:ln>
            <a:noFill/>
          </a:ln>
        </p:spPr>
        <p:txBody>
          <a:bodyPr wrap="square" lIns="91440" tIns="91440" rIns="91440" bIns="9144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800" b="1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2pPr>
            <a:lvl3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3pPr>
            <a:lvl4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4pPr>
            <a:lvl5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5pPr>
            <a:lvl6pPr marL="1143000" indent="-233363">
              <a:spcBef>
                <a:spcPts val="0"/>
              </a:spcBef>
              <a:spcAft>
                <a:spcPts val="0"/>
              </a:spcAft>
              <a:buSzPct val="70000"/>
              <a:defRPr sz="1800">
                <a:latin typeface="+mj-lt"/>
              </a:defRPr>
            </a:lvl6pPr>
            <a:lvl7pPr marL="1371600" indent="-228600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 baseline="0">
                <a:latin typeface="+mj-lt"/>
              </a:defRPr>
            </a:lvl7pPr>
            <a:lvl8pPr marL="1600200" indent="-228600">
              <a:spcBef>
                <a:spcPts val="0"/>
              </a:spcBef>
              <a:spcAft>
                <a:spcPts val="0"/>
              </a:spcAft>
              <a:buSzPct val="70000"/>
              <a:defRPr sz="1800" baseline="0">
                <a:latin typeface="+mj-lt"/>
              </a:defRPr>
            </a:lvl8pPr>
            <a:lvl9pPr marL="1824038" indent="-223838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>
                <a:latin typeface="+mj-lt"/>
              </a:defRPr>
            </a:lvl9pPr>
          </a:lstStyle>
          <a:p>
            <a:pPr lvl="0"/>
            <a:r>
              <a:rPr lang="en-US" dirty="0" smtClean="0"/>
              <a:t>Heading 2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04799" y="469484"/>
            <a:ext cx="8539163" cy="338554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02931" y="961415"/>
            <a:ext cx="4170595" cy="2561419"/>
          </a:xfrm>
          <a:ln>
            <a:solidFill>
              <a:schemeClr val="bg2"/>
            </a:solidFill>
          </a:ln>
        </p:spPr>
        <p:txBody>
          <a:bodyPr wrap="square" lIns="91440" tIns="548640" rIns="91440" b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1pPr>
            <a:lvl2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2pPr>
            <a:lvl3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3pPr>
            <a:lvl4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4pPr>
            <a:lvl5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5pPr>
            <a:lvl6pPr marL="1143000" indent="-233363">
              <a:spcBef>
                <a:spcPts val="0"/>
              </a:spcBef>
              <a:spcAft>
                <a:spcPts val="0"/>
              </a:spcAft>
              <a:buSzPct val="70000"/>
              <a:defRPr sz="1800">
                <a:latin typeface="+mj-lt"/>
              </a:defRPr>
            </a:lvl6pPr>
            <a:lvl7pPr marL="1371600" indent="-228600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 baseline="0">
                <a:latin typeface="+mj-lt"/>
              </a:defRPr>
            </a:lvl7pPr>
            <a:lvl8pPr marL="1600200" indent="-228600">
              <a:spcBef>
                <a:spcPts val="0"/>
              </a:spcBef>
              <a:spcAft>
                <a:spcPts val="0"/>
              </a:spcAft>
              <a:buSzPct val="70000"/>
              <a:defRPr sz="1800" baseline="0">
                <a:latin typeface="+mj-lt"/>
              </a:defRPr>
            </a:lvl8pPr>
            <a:lvl9pPr marL="1824038" indent="-223838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>
                <a:latin typeface="+mj-lt"/>
              </a:defRPr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4648200" y="961415"/>
            <a:ext cx="4170595" cy="2561419"/>
          </a:xfrm>
          <a:ln>
            <a:solidFill>
              <a:schemeClr val="bg2"/>
            </a:solidFill>
          </a:ln>
        </p:spPr>
        <p:txBody>
          <a:bodyPr wrap="square" lIns="91440" tIns="548640" rIns="91440" b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1pPr>
            <a:lvl2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2pPr>
            <a:lvl3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3pPr>
            <a:lvl4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4pPr>
            <a:lvl5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5pPr>
            <a:lvl6pPr marL="1143000" indent="-233363">
              <a:spcBef>
                <a:spcPts val="0"/>
              </a:spcBef>
              <a:spcAft>
                <a:spcPts val="0"/>
              </a:spcAft>
              <a:buSzPct val="70000"/>
              <a:defRPr sz="1800">
                <a:latin typeface="+mj-lt"/>
              </a:defRPr>
            </a:lvl6pPr>
            <a:lvl7pPr marL="1371600" indent="-228600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 baseline="0">
                <a:latin typeface="+mj-lt"/>
              </a:defRPr>
            </a:lvl7pPr>
            <a:lvl8pPr marL="1600200" indent="-228600">
              <a:spcBef>
                <a:spcPts val="0"/>
              </a:spcBef>
              <a:spcAft>
                <a:spcPts val="0"/>
              </a:spcAft>
              <a:buSzPct val="70000"/>
              <a:defRPr sz="1800" baseline="0">
                <a:latin typeface="+mj-lt"/>
              </a:defRPr>
            </a:lvl8pPr>
            <a:lvl9pPr marL="1824038" indent="-223838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>
                <a:latin typeface="+mj-lt"/>
              </a:defRPr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02931" y="961415"/>
            <a:ext cx="4170595" cy="461665"/>
          </a:xfrm>
          <a:solidFill>
            <a:schemeClr val="bg2"/>
          </a:solidFill>
          <a:ln>
            <a:noFill/>
          </a:ln>
        </p:spPr>
        <p:txBody>
          <a:bodyPr wrap="square" lIns="91440" tIns="91440" rIns="91440" bIns="9144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800" b="1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2pPr>
            <a:lvl3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3pPr>
            <a:lvl4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4pPr>
            <a:lvl5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5pPr>
            <a:lvl6pPr marL="1143000" indent="-233363">
              <a:spcBef>
                <a:spcPts val="0"/>
              </a:spcBef>
              <a:spcAft>
                <a:spcPts val="0"/>
              </a:spcAft>
              <a:buSzPct val="70000"/>
              <a:defRPr sz="1800">
                <a:latin typeface="+mj-lt"/>
              </a:defRPr>
            </a:lvl6pPr>
            <a:lvl7pPr marL="1371600" indent="-228600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 baseline="0">
                <a:latin typeface="+mj-lt"/>
              </a:defRPr>
            </a:lvl7pPr>
            <a:lvl8pPr marL="1600200" indent="-228600">
              <a:spcBef>
                <a:spcPts val="0"/>
              </a:spcBef>
              <a:spcAft>
                <a:spcPts val="0"/>
              </a:spcAft>
              <a:buSzPct val="70000"/>
              <a:defRPr sz="1800" baseline="0">
                <a:latin typeface="+mj-lt"/>
              </a:defRPr>
            </a:lvl8pPr>
            <a:lvl9pPr marL="1824038" indent="-223838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>
                <a:latin typeface="+mj-lt"/>
              </a:defRPr>
            </a:lvl9pPr>
          </a:lstStyle>
          <a:p>
            <a:pPr lvl="0"/>
            <a:r>
              <a:rPr lang="en-US" dirty="0" smtClean="0"/>
              <a:t>Heading 1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4648200" y="961415"/>
            <a:ext cx="4170595" cy="461665"/>
          </a:xfrm>
          <a:solidFill>
            <a:schemeClr val="bg2"/>
          </a:solidFill>
          <a:ln>
            <a:noFill/>
          </a:ln>
        </p:spPr>
        <p:txBody>
          <a:bodyPr wrap="square" lIns="91440" tIns="91440" rIns="91440" bIns="9144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800" b="1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2pPr>
            <a:lvl3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3pPr>
            <a:lvl4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4pPr>
            <a:lvl5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5pPr>
            <a:lvl6pPr marL="1143000" indent="-233363">
              <a:spcBef>
                <a:spcPts val="0"/>
              </a:spcBef>
              <a:spcAft>
                <a:spcPts val="0"/>
              </a:spcAft>
              <a:buSzPct val="70000"/>
              <a:defRPr sz="1800">
                <a:latin typeface="+mj-lt"/>
              </a:defRPr>
            </a:lvl6pPr>
            <a:lvl7pPr marL="1371600" indent="-228600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 baseline="0">
                <a:latin typeface="+mj-lt"/>
              </a:defRPr>
            </a:lvl7pPr>
            <a:lvl8pPr marL="1600200" indent="-228600">
              <a:spcBef>
                <a:spcPts val="0"/>
              </a:spcBef>
              <a:spcAft>
                <a:spcPts val="0"/>
              </a:spcAft>
              <a:buSzPct val="70000"/>
              <a:defRPr sz="1800" baseline="0">
                <a:latin typeface="+mj-lt"/>
              </a:defRPr>
            </a:lvl8pPr>
            <a:lvl9pPr marL="1824038" indent="-223838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>
                <a:latin typeface="+mj-lt"/>
              </a:defRPr>
            </a:lvl9pPr>
          </a:lstStyle>
          <a:p>
            <a:pPr lvl="0"/>
            <a:r>
              <a:rPr lang="en-US" dirty="0" smtClean="0"/>
              <a:t>Heading 2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302931" y="3702856"/>
            <a:ext cx="4170595" cy="2561419"/>
          </a:xfrm>
          <a:ln>
            <a:solidFill>
              <a:schemeClr val="bg2"/>
            </a:solidFill>
          </a:ln>
        </p:spPr>
        <p:txBody>
          <a:bodyPr wrap="square" lIns="91440" tIns="548640" rIns="91440" b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1pPr>
            <a:lvl2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2pPr>
            <a:lvl3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3pPr>
            <a:lvl4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4pPr>
            <a:lvl5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5pPr>
            <a:lvl6pPr marL="1143000" indent="-233363">
              <a:spcBef>
                <a:spcPts val="0"/>
              </a:spcBef>
              <a:spcAft>
                <a:spcPts val="0"/>
              </a:spcAft>
              <a:buSzPct val="70000"/>
              <a:defRPr sz="1800">
                <a:latin typeface="+mj-lt"/>
              </a:defRPr>
            </a:lvl6pPr>
            <a:lvl7pPr marL="1371600" indent="-228600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 baseline="0">
                <a:latin typeface="+mj-lt"/>
              </a:defRPr>
            </a:lvl7pPr>
            <a:lvl8pPr marL="1600200" indent="-228600">
              <a:spcBef>
                <a:spcPts val="0"/>
              </a:spcBef>
              <a:spcAft>
                <a:spcPts val="0"/>
              </a:spcAft>
              <a:buSzPct val="70000"/>
              <a:defRPr sz="1800" baseline="0">
                <a:latin typeface="+mj-lt"/>
              </a:defRPr>
            </a:lvl8pPr>
            <a:lvl9pPr marL="1824038" indent="-223838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>
                <a:latin typeface="+mj-lt"/>
              </a:defRPr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648200" y="3702856"/>
            <a:ext cx="4170595" cy="2561419"/>
          </a:xfrm>
          <a:ln>
            <a:solidFill>
              <a:schemeClr val="bg2"/>
            </a:solidFill>
          </a:ln>
        </p:spPr>
        <p:txBody>
          <a:bodyPr wrap="square" lIns="91440" tIns="548640" rIns="91440" b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1pPr>
            <a:lvl2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2pPr>
            <a:lvl3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3pPr>
            <a:lvl4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4pPr>
            <a:lvl5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5pPr>
            <a:lvl6pPr marL="1143000" indent="-233363">
              <a:spcBef>
                <a:spcPts val="0"/>
              </a:spcBef>
              <a:spcAft>
                <a:spcPts val="0"/>
              </a:spcAft>
              <a:buSzPct val="70000"/>
              <a:defRPr sz="1800">
                <a:latin typeface="+mj-lt"/>
              </a:defRPr>
            </a:lvl6pPr>
            <a:lvl7pPr marL="1371600" indent="-228600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 baseline="0">
                <a:latin typeface="+mj-lt"/>
              </a:defRPr>
            </a:lvl7pPr>
            <a:lvl8pPr marL="1600200" indent="-228600">
              <a:spcBef>
                <a:spcPts val="0"/>
              </a:spcBef>
              <a:spcAft>
                <a:spcPts val="0"/>
              </a:spcAft>
              <a:buSzPct val="70000"/>
              <a:defRPr sz="1800" baseline="0">
                <a:latin typeface="+mj-lt"/>
              </a:defRPr>
            </a:lvl8pPr>
            <a:lvl9pPr marL="1824038" indent="-223838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>
                <a:latin typeface="+mj-lt"/>
              </a:defRPr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302931" y="3702856"/>
            <a:ext cx="4170595" cy="471520"/>
          </a:xfrm>
          <a:solidFill>
            <a:schemeClr val="bg2"/>
          </a:solidFill>
          <a:ln>
            <a:noFill/>
          </a:ln>
        </p:spPr>
        <p:txBody>
          <a:bodyPr wrap="square" lIns="91440" tIns="91440" rIns="91440" bIns="9144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800" b="1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2pPr>
            <a:lvl3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3pPr>
            <a:lvl4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4pPr>
            <a:lvl5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5pPr>
            <a:lvl6pPr marL="1143000" indent="-233363">
              <a:spcBef>
                <a:spcPts val="0"/>
              </a:spcBef>
              <a:spcAft>
                <a:spcPts val="0"/>
              </a:spcAft>
              <a:buSzPct val="70000"/>
              <a:defRPr sz="1800">
                <a:latin typeface="+mj-lt"/>
              </a:defRPr>
            </a:lvl6pPr>
            <a:lvl7pPr marL="1371600" indent="-228600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 baseline="0">
                <a:latin typeface="+mj-lt"/>
              </a:defRPr>
            </a:lvl7pPr>
            <a:lvl8pPr marL="1600200" indent="-228600">
              <a:spcBef>
                <a:spcPts val="0"/>
              </a:spcBef>
              <a:spcAft>
                <a:spcPts val="0"/>
              </a:spcAft>
              <a:buSzPct val="70000"/>
              <a:defRPr sz="1800" baseline="0">
                <a:latin typeface="+mj-lt"/>
              </a:defRPr>
            </a:lvl8pPr>
            <a:lvl9pPr marL="1824038" indent="-223838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>
                <a:latin typeface="+mj-lt"/>
              </a:defRPr>
            </a:lvl9pPr>
          </a:lstStyle>
          <a:p>
            <a:pPr lvl="0"/>
            <a:r>
              <a:rPr lang="en-US" dirty="0" smtClean="0"/>
              <a:t>Heading 3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648200" y="3702856"/>
            <a:ext cx="4170595" cy="471520"/>
          </a:xfrm>
          <a:solidFill>
            <a:schemeClr val="bg2"/>
          </a:solidFill>
          <a:ln>
            <a:noFill/>
          </a:ln>
        </p:spPr>
        <p:txBody>
          <a:bodyPr wrap="square" lIns="91440" tIns="91440" rIns="91440" bIns="9144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800" b="1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2pPr>
            <a:lvl3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3pPr>
            <a:lvl4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4pPr>
            <a:lvl5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5pPr>
            <a:lvl6pPr marL="1143000" indent="-233363">
              <a:spcBef>
                <a:spcPts val="0"/>
              </a:spcBef>
              <a:spcAft>
                <a:spcPts val="0"/>
              </a:spcAft>
              <a:buSzPct val="70000"/>
              <a:defRPr sz="1800">
                <a:latin typeface="+mj-lt"/>
              </a:defRPr>
            </a:lvl6pPr>
            <a:lvl7pPr marL="1371600" indent="-228600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 baseline="0">
                <a:latin typeface="+mj-lt"/>
              </a:defRPr>
            </a:lvl7pPr>
            <a:lvl8pPr marL="1600200" indent="-228600">
              <a:spcBef>
                <a:spcPts val="0"/>
              </a:spcBef>
              <a:spcAft>
                <a:spcPts val="0"/>
              </a:spcAft>
              <a:buSzPct val="70000"/>
              <a:defRPr sz="1800" baseline="0">
                <a:latin typeface="+mj-lt"/>
              </a:defRPr>
            </a:lvl8pPr>
            <a:lvl9pPr marL="1824038" indent="-223838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>
                <a:latin typeface="+mj-lt"/>
              </a:defRPr>
            </a:lvl9pPr>
          </a:lstStyle>
          <a:p>
            <a:pPr lvl="0"/>
            <a:r>
              <a:rPr lang="en-US" dirty="0" smtClean="0"/>
              <a:t>Heading 4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66838" y="1367641"/>
            <a:ext cx="6729984" cy="338554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gray">
          <a:xfrm>
            <a:off x="1366839" y="4233113"/>
            <a:ext cx="6291261" cy="1000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sz="1000" b="1" dirty="0" smtClean="0">
                <a:solidFill>
                  <a:schemeClr val="bg2"/>
                </a:solidFill>
              </a:rPr>
              <a:t>Safe Harbor</a:t>
            </a:r>
          </a:p>
          <a:p>
            <a:pPr algn="just">
              <a:spcBef>
                <a:spcPts val="600"/>
              </a:spcBef>
            </a:pPr>
            <a:r>
              <a:rPr lang="en-US" sz="1000" dirty="0" smtClean="0">
                <a:solidFill>
                  <a:schemeClr val="bg2"/>
                </a:solidFill>
              </a:rPr>
              <a:t>This document contains forward-looking statements within the meaning of Section 27A of the Securities Act of 1933, as amended, and Section 21E of the Securities Exchange Act of 1934, as amended. The forward-looking statements contained herein are subject to certain risks and uncertainties that could cause actual results to differ materially from those reflected in the forward-looking statements. Tech Mahindra and Mahindra Satyam undertakes no duty to update any forward-looking statements.</a:t>
            </a:r>
            <a:endParaRPr lang="en-US" sz="1000" b="1" dirty="0">
              <a:solidFill>
                <a:schemeClr val="bg2"/>
              </a:solidFill>
            </a:endParaRPr>
          </a:p>
        </p:txBody>
      </p:sp>
      <p:pic>
        <p:nvPicPr>
          <p:cNvPr id="5" name="Picture 4" descr="small.png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277813" y="227015"/>
            <a:ext cx="1162869" cy="28733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A85A4CDF-E40F-40B3-B7FC-AC9B7E06A606}" type="datetimeFigureOut">
              <a:rPr lang="en-US"/>
              <a:pPr>
                <a:defRPr/>
              </a:pPr>
              <a:t>3/27/2018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F1D0E660-2EE6-4FE2-B512-9CFD76449F9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mall.png"/>
          <p:cNvPicPr>
            <a:picLocks noChangeAspect="1"/>
          </p:cNvPicPr>
          <p:nvPr/>
        </p:nvPicPr>
        <p:blipFill>
          <a:blip r:embed="rId10" cstate="email"/>
          <a:stretch>
            <a:fillRect/>
          </a:stretch>
        </p:blipFill>
        <p:spPr>
          <a:xfrm>
            <a:off x="6749430" y="261942"/>
            <a:ext cx="2061195" cy="16668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799" y="588322"/>
            <a:ext cx="8539163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799" y="1381406"/>
            <a:ext cx="8539164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First level</a:t>
            </a:r>
          </a:p>
          <a:p>
            <a:pPr lvl="2"/>
            <a:r>
              <a:rPr lang="en-US" dirty="0" smtClean="0"/>
              <a:t>Second level</a:t>
            </a:r>
          </a:p>
          <a:p>
            <a:pPr lvl="3"/>
            <a:r>
              <a:rPr lang="en-US" dirty="0" smtClean="0"/>
              <a:t>Third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0" name="Slide Number Placeholder 5"/>
          <p:cNvSpPr txBox="1">
            <a:spLocks/>
          </p:cNvSpPr>
          <p:nvPr/>
        </p:nvSpPr>
        <p:spPr bwMode="auto">
          <a:xfrm>
            <a:off x="8718928" y="6705005"/>
            <a:ext cx="125034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algn="r">
              <a:defRPr/>
            </a:pPr>
            <a:fld id="{6856ECDB-1CEE-4F69-ADCA-557460F2116E}" type="slidenum">
              <a:rPr lang="en-US" sz="800">
                <a:solidFill>
                  <a:schemeClr val="accent3"/>
                </a:solidFill>
              </a:rPr>
              <a:pPr algn="r">
                <a:defRPr/>
              </a:pPr>
              <a:t>‹#›</a:t>
            </a:fld>
            <a:endParaRPr lang="en-US" sz="800" dirty="0">
              <a:solidFill>
                <a:schemeClr val="accent3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15081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20"/>
          <p:cNvSpPr txBox="1">
            <a:spLocks noChangeArrowheads="1"/>
          </p:cNvSpPr>
          <p:nvPr/>
        </p:nvSpPr>
        <p:spPr bwMode="auto">
          <a:xfrm>
            <a:off x="152400" y="6629400"/>
            <a:ext cx="4419600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algn="l" defTabSz="914400" rtl="0" eaLnBrk="1" latinLnBrk="0" hangingPunct="1">
              <a:defRPr/>
            </a:pPr>
            <a:r>
              <a:rPr lang="en-US" sz="80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© </a:t>
            </a:r>
            <a:r>
              <a:rPr lang="en-US" sz="800" kern="1200" dirty="0" smtClean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Tech Mahindra &amp; Mahindra Satyam 2012</a:t>
            </a:r>
            <a:endParaRPr lang="en-US" sz="800" kern="1200" dirty="0">
              <a:solidFill>
                <a:schemeClr val="accent3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</p:sldLayoutIdLst>
  <p:txStyles>
    <p:titleStyle>
      <a:lvl1pPr algn="l" defTabSz="914400" rtl="0" eaLnBrk="1" latinLnBrk="0" hangingPunct="1">
        <a:spcBef>
          <a:spcPct val="0"/>
        </a:spcBef>
        <a:buNone/>
        <a:defRPr lang="en-US" sz="2200" b="1" kern="1200" dirty="0" smtClean="0">
          <a:solidFill>
            <a:schemeClr val="tx2"/>
          </a:solidFill>
          <a:latin typeface="Arial" pitchFamily="34" charset="0"/>
          <a:ea typeface="+mj-ea"/>
          <a:cs typeface="+mj-cs"/>
        </a:defRPr>
      </a:lvl1pPr>
    </p:titleStyle>
    <p:bodyStyle>
      <a:lvl1pPr marL="0" indent="0" algn="l" defTabSz="914400" rtl="0" eaLnBrk="1" fontAlgn="base" latinLnBrk="0" hangingPunct="1">
        <a:spcBef>
          <a:spcPts val="0"/>
        </a:spcBef>
        <a:spcAft>
          <a:spcPct val="0"/>
        </a:spcAft>
        <a:buFont typeface="Arial" pitchFamily="34" charset="0"/>
        <a:buNone/>
        <a:defRPr lang="en-US" sz="1800" b="0" kern="1200" baseline="0" dirty="0" smtClean="0">
          <a:solidFill>
            <a:schemeClr val="tx1"/>
          </a:solidFill>
          <a:latin typeface="Arial" pitchFamily="34" charset="0"/>
          <a:ea typeface="+mn-ea"/>
          <a:cs typeface="+mn-cs"/>
        </a:defRPr>
      </a:lvl1pPr>
      <a:lvl2pPr marL="285750" indent="-285750" algn="l" defTabSz="914400" rtl="0" eaLnBrk="1" fontAlgn="base" latinLnBrk="0" hangingPunct="1">
        <a:spcBef>
          <a:spcPts val="0"/>
        </a:spcBef>
        <a:spcAft>
          <a:spcPct val="0"/>
        </a:spcAft>
        <a:buClr>
          <a:schemeClr val="tx2"/>
        </a:buClr>
        <a:buSzPct val="120000"/>
        <a:buFont typeface="Wingdings" pitchFamily="2" charset="2"/>
        <a:buChar char="§"/>
        <a:defRPr lang="en-US" sz="1800" b="0" kern="1200" baseline="0" dirty="0" smtClean="0">
          <a:solidFill>
            <a:schemeClr val="tx1"/>
          </a:solidFill>
          <a:latin typeface="Arial" pitchFamily="34" charset="0"/>
          <a:ea typeface="+mn-ea"/>
          <a:cs typeface="+mn-cs"/>
        </a:defRPr>
      </a:lvl2pPr>
      <a:lvl3pPr marL="571500" indent="-279400" algn="l" defTabSz="914400" rtl="0" eaLnBrk="1" fontAlgn="base" latinLnBrk="0" hangingPunct="1">
        <a:spcBef>
          <a:spcPts val="0"/>
        </a:spcBef>
        <a:spcAft>
          <a:spcPct val="0"/>
        </a:spcAft>
        <a:buClr>
          <a:schemeClr val="tx2"/>
        </a:buClr>
        <a:buSzPct val="110000"/>
        <a:buFont typeface="Arial" pitchFamily="34" charset="0"/>
        <a:buChar char="–"/>
        <a:defRPr lang="en-US" sz="1800" b="0" kern="1200" baseline="0" dirty="0" smtClean="0">
          <a:solidFill>
            <a:schemeClr val="tx1"/>
          </a:solidFill>
          <a:latin typeface="Arial" pitchFamily="34" charset="0"/>
          <a:ea typeface="+mn-ea"/>
          <a:cs typeface="+mn-cs"/>
        </a:defRPr>
      </a:lvl3pPr>
      <a:lvl4pPr marL="850900" indent="-279400" algn="l" defTabSz="914400" rtl="0" eaLnBrk="1" fontAlgn="base" latinLnBrk="0" hangingPunct="1">
        <a:spcBef>
          <a:spcPts val="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 lang="en-US" sz="1800" b="0" kern="1200" baseline="0" dirty="0" smtClean="0">
          <a:solidFill>
            <a:schemeClr val="tx1"/>
          </a:solidFill>
          <a:latin typeface="Arial" pitchFamily="34" charset="0"/>
          <a:ea typeface="+mn-ea"/>
          <a:cs typeface="+mn-cs"/>
        </a:defRPr>
      </a:lvl4pPr>
      <a:lvl5pPr marL="1136650" indent="-285750" algn="l" defTabSz="933450" rtl="0" eaLnBrk="1" fontAlgn="base" latinLnBrk="0" hangingPunct="1">
        <a:spcBef>
          <a:spcPts val="0"/>
        </a:spcBef>
        <a:spcAft>
          <a:spcPct val="0"/>
        </a:spcAft>
        <a:buClr>
          <a:schemeClr val="tx2"/>
        </a:buClr>
        <a:buSzPct val="80000"/>
        <a:buFont typeface="Arial" pitchFamily="34" charset="0"/>
        <a:buChar char="–"/>
        <a:defRPr lang="en-US" sz="1800" b="0" kern="1200" baseline="0" dirty="0" smtClean="0">
          <a:solidFill>
            <a:schemeClr val="tx1"/>
          </a:solidFill>
          <a:latin typeface="Arial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6137275" cy="338138"/>
          </a:xfrm>
        </p:spPr>
        <p:txBody>
          <a:bodyPr/>
          <a:lstStyle/>
          <a:p>
            <a:pPr eaLnBrk="1" hangingPunct="1"/>
            <a:r>
              <a:rPr smtClean="0"/>
              <a:t>Value Engineering -  Automotive Sub-system</a:t>
            </a:r>
          </a:p>
        </p:txBody>
      </p:sp>
      <p:sp>
        <p:nvSpPr>
          <p:cNvPr id="10243" name="Text Box 44"/>
          <p:cNvSpPr txBox="1">
            <a:spLocks noChangeArrowheads="1"/>
          </p:cNvSpPr>
          <p:nvPr/>
        </p:nvSpPr>
        <p:spPr bwMode="auto">
          <a:xfrm>
            <a:off x="228600" y="498475"/>
            <a:ext cx="5246772" cy="11772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73038" indent="-173038">
              <a:spcBef>
                <a:spcPct val="50000"/>
              </a:spcBef>
            </a:pPr>
            <a:endParaRPr lang="en-US" altLang="zh-CN" sz="1400" b="1" dirty="0">
              <a:solidFill>
                <a:srgbClr val="000000"/>
              </a:solidFill>
              <a:ea typeface="Arial Unicode MS" pitchFamily="34" charset="-128"/>
              <a:cs typeface="Arial Unicode MS" pitchFamily="34" charset="-128"/>
            </a:endParaRPr>
          </a:p>
          <a:p>
            <a:pPr marL="288925" lvl="1" indent="-166688">
              <a:lnSpc>
                <a:spcPct val="150000"/>
              </a:lnSpc>
              <a:spcBef>
                <a:spcPts val="300"/>
              </a:spcBef>
              <a:buFont typeface="Arial" pitchFamily="34" charset="0"/>
              <a:buChar char="•"/>
            </a:pPr>
            <a:r>
              <a:rPr lang="en-US" sz="1200" dirty="0" smtClean="0"/>
              <a:t>Since, Customer was losing competitiveness and business due to high cost, </a:t>
            </a:r>
            <a:r>
              <a:rPr lang="en-US" sz="1200" dirty="0" smtClean="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rPr>
              <a:t>there was a need to </a:t>
            </a:r>
            <a:r>
              <a:rPr lang="en-US" altLang="zh-CN" sz="1200" dirty="0" smtClean="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rPr>
              <a:t>study </a:t>
            </a:r>
            <a:r>
              <a:rPr lang="en-US" altLang="zh-CN" sz="1200" dirty="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rPr>
              <a:t>the existing system and evaluate methods of reducing the cost while improving the </a:t>
            </a:r>
            <a:r>
              <a:rPr lang="en-US" altLang="zh-CN" sz="1200" dirty="0" smtClean="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rPr>
              <a:t>performance.</a:t>
            </a:r>
            <a:endParaRPr lang="en-US" altLang="zh-CN" sz="1200" dirty="0">
              <a:solidFill>
                <a:srgbClr val="000000"/>
              </a:solidFill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106" name="Text Box 44"/>
          <p:cNvSpPr txBox="1">
            <a:spLocks noChangeArrowheads="1"/>
          </p:cNvSpPr>
          <p:nvPr/>
        </p:nvSpPr>
        <p:spPr bwMode="auto">
          <a:xfrm>
            <a:off x="196210" y="1644579"/>
            <a:ext cx="5181600" cy="498598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88925" lvl="1" indent="-166688">
              <a:lnSpc>
                <a:spcPct val="150000"/>
              </a:lnSpc>
              <a:spcBef>
                <a:spcPts val="0"/>
              </a:spcBef>
              <a:buFont typeface="Arial" charset="0"/>
              <a:buChar char="•"/>
              <a:defRPr/>
            </a:pPr>
            <a:endParaRPr lang="en-US" altLang="zh-CN" sz="1200" dirty="0">
              <a:solidFill>
                <a:srgbClr val="000000"/>
              </a:solidFill>
              <a:ea typeface="Arial Unicode MS" pitchFamily="34" charset="-128"/>
              <a:cs typeface="Arial Unicode MS" pitchFamily="34" charset="-128"/>
            </a:endParaRPr>
          </a:p>
          <a:p>
            <a:pPr marL="288925" lvl="1" indent="-166688">
              <a:lnSpc>
                <a:spcPct val="150000"/>
              </a:lnSpc>
              <a:spcBef>
                <a:spcPts val="0"/>
              </a:spcBef>
              <a:buFont typeface="Arial" charset="0"/>
              <a:buChar char="•"/>
              <a:defRPr/>
            </a:pPr>
            <a:r>
              <a:rPr lang="en-US" altLang="zh-CN" sz="1200" dirty="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rPr>
              <a:t>SAVE Value Engineering process applied and identified opportunities for cost reduction</a:t>
            </a:r>
          </a:p>
          <a:p>
            <a:pPr marL="288925" lvl="1" indent="-166688">
              <a:lnSpc>
                <a:spcPct val="150000"/>
              </a:lnSpc>
              <a:spcBef>
                <a:spcPts val="0"/>
              </a:spcBef>
              <a:buFont typeface="Arial" charset="0"/>
              <a:buChar char="•"/>
              <a:defRPr/>
            </a:pPr>
            <a:r>
              <a:rPr lang="en-US" altLang="zh-CN" sz="1200" dirty="0" err="1" smtClean="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rPr>
              <a:t>Analyse</a:t>
            </a:r>
            <a:r>
              <a:rPr lang="en-US" altLang="zh-CN" sz="1200" dirty="0" smtClean="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altLang="zh-CN" sz="1200" dirty="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rPr>
              <a:t>Design, Prototype and prove out the concept </a:t>
            </a:r>
          </a:p>
          <a:p>
            <a:pPr marL="173038" lvl="1" indent="-173038">
              <a:lnSpc>
                <a:spcPct val="150000"/>
              </a:lnSpc>
              <a:spcBef>
                <a:spcPct val="50000"/>
              </a:spcBef>
              <a:defRPr/>
            </a:pPr>
            <a:endParaRPr lang="en-US" altLang="zh-CN" sz="1200" b="1" dirty="0">
              <a:solidFill>
                <a:srgbClr val="000000"/>
              </a:solidFill>
              <a:ea typeface="Arial Unicode MS" pitchFamily="34" charset="-128"/>
              <a:cs typeface="Arial Unicode MS" pitchFamily="34" charset="-128"/>
            </a:endParaRPr>
          </a:p>
          <a:p>
            <a:pPr marL="234950" lvl="1" indent="-234950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altLang="zh-CN" sz="1200" dirty="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rPr>
              <a:t>High current requirements </a:t>
            </a:r>
          </a:p>
          <a:p>
            <a:pPr marL="234950" lvl="1" indent="-234950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altLang="zh-CN" sz="1200" dirty="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rPr>
              <a:t>Thermal considerations</a:t>
            </a:r>
          </a:p>
          <a:p>
            <a:pPr marL="234950" lvl="1" indent="-234950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altLang="zh-CN" sz="1200" dirty="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rPr>
              <a:t>PCB Layout and packaging constraints</a:t>
            </a:r>
          </a:p>
          <a:p>
            <a:pPr marL="173038" lvl="1" indent="-173038">
              <a:lnSpc>
                <a:spcPct val="150000"/>
              </a:lnSpc>
              <a:spcBef>
                <a:spcPct val="50000"/>
              </a:spcBef>
              <a:defRPr/>
            </a:pPr>
            <a:endParaRPr lang="en-US" altLang="zh-CN" sz="1200" b="1" dirty="0">
              <a:solidFill>
                <a:srgbClr val="000000"/>
              </a:solidFill>
              <a:ea typeface="Arial Unicode MS" pitchFamily="34" charset="-128"/>
              <a:cs typeface="Arial Unicode MS" pitchFamily="34" charset="-128"/>
            </a:endParaRPr>
          </a:p>
          <a:p>
            <a:pPr marL="234950" lvl="1" indent="-234950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altLang="zh-CN" sz="1200" dirty="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rPr>
              <a:t>Achieved Savings per ECU to the tune of $ </a:t>
            </a:r>
            <a:r>
              <a:rPr lang="en-US" altLang="zh-CN" sz="1200" dirty="0" smtClean="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rPr>
              <a:t>16 per unit and Total </a:t>
            </a:r>
            <a:r>
              <a:rPr lang="en-US" altLang="zh-CN" sz="1200" dirty="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rPr>
              <a:t>Annual Savings of $ 32 Million</a:t>
            </a:r>
          </a:p>
          <a:p>
            <a:pPr marL="234950" lvl="1" indent="-234950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altLang="zh-CN" sz="1200" dirty="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rPr>
              <a:t>Simpler design</a:t>
            </a:r>
          </a:p>
          <a:p>
            <a:pPr marL="234950" lvl="1" indent="-234950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altLang="zh-CN" sz="1200" dirty="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rPr>
              <a:t>Improved Thermal Performance </a:t>
            </a:r>
            <a:r>
              <a:rPr lang="en-US" altLang="zh-CN" sz="1200" dirty="0" smtClean="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rPr>
              <a:t> and Improved </a:t>
            </a:r>
            <a:r>
              <a:rPr lang="en-US" altLang="zh-CN" sz="1200" dirty="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rPr>
              <a:t>Reliability</a:t>
            </a:r>
          </a:p>
          <a:p>
            <a:pPr marL="234950" lvl="1" indent="-234950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1200" dirty="0"/>
              <a:t>Decrease in weight equal to </a:t>
            </a:r>
            <a:r>
              <a:rPr lang="en-US" sz="1200" b="1" dirty="0"/>
              <a:t>8.8</a:t>
            </a:r>
            <a:r>
              <a:rPr lang="en-US" sz="1200" b="1" dirty="0" smtClean="0"/>
              <a:t>%</a:t>
            </a:r>
          </a:p>
          <a:p>
            <a:pPr marL="234950" lvl="1" indent="-234950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altLang="zh-CN" sz="1200" dirty="0" smtClean="0">
                <a:cs typeface="Calibri" pitchFamily="34" charset="0"/>
              </a:rPr>
              <a:t>Decrease in Inventory due to </a:t>
            </a:r>
            <a:r>
              <a:rPr lang="en-US" altLang="zh-CN" sz="1200" dirty="0" err="1" smtClean="0">
                <a:cs typeface="Calibri" pitchFamily="34" charset="0"/>
              </a:rPr>
              <a:t>Commonisation</a:t>
            </a:r>
            <a:r>
              <a:rPr lang="en-US" altLang="zh-CN" sz="1200" dirty="0" smtClean="0">
                <a:cs typeface="Calibri" pitchFamily="34" charset="0"/>
              </a:rPr>
              <a:t> of EPP for RH drive and LH drive vehicles </a:t>
            </a:r>
            <a:endParaRPr lang="en-US" sz="1200" b="1" dirty="0"/>
          </a:p>
          <a:p>
            <a:pPr marL="234950" lvl="1" indent="-234950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altLang="zh-CN" sz="1200" dirty="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rPr>
              <a:t>Simpler manufacturing Process </a:t>
            </a:r>
          </a:p>
        </p:txBody>
      </p:sp>
      <p:cxnSp>
        <p:nvCxnSpPr>
          <p:cNvPr id="33" name="Straight Connector 32"/>
          <p:cNvCxnSpPr/>
          <p:nvPr/>
        </p:nvCxnSpPr>
        <p:spPr>
          <a:xfrm flipH="1">
            <a:off x="5199063" y="2143125"/>
            <a:ext cx="55562" cy="41751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4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2413" y="3206750"/>
            <a:ext cx="3757612" cy="30575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13" name="TextBox 69"/>
          <p:cNvSpPr txBox="1">
            <a:spLocks noChangeArrowheads="1"/>
          </p:cNvSpPr>
          <p:nvPr/>
        </p:nvSpPr>
        <p:spPr bwMode="auto">
          <a:xfrm>
            <a:off x="7634288" y="2825750"/>
            <a:ext cx="1312862" cy="274638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200" b="1" dirty="0">
                <a:solidFill>
                  <a:schemeClr val="accent2">
                    <a:lumMod val="75000"/>
                  </a:schemeClr>
                </a:solidFill>
                <a:latin typeface="Arial" charset="0"/>
                <a:cs typeface="Arial" charset="0"/>
              </a:rPr>
              <a:t>Existing design</a:t>
            </a:r>
          </a:p>
        </p:txBody>
      </p:sp>
      <p:sp>
        <p:nvSpPr>
          <p:cNvPr id="14" name="TextBox 69"/>
          <p:cNvSpPr txBox="1">
            <a:spLocks noChangeArrowheads="1"/>
          </p:cNvSpPr>
          <p:nvPr/>
        </p:nvSpPr>
        <p:spPr bwMode="auto">
          <a:xfrm>
            <a:off x="7573963" y="5878513"/>
            <a:ext cx="1347787" cy="274637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200" b="1" dirty="0">
                <a:solidFill>
                  <a:srgbClr val="FFC000"/>
                </a:solidFill>
                <a:latin typeface="Arial" charset="0"/>
                <a:cs typeface="Arial" charset="0"/>
              </a:rPr>
              <a:t>Modified design</a:t>
            </a:r>
          </a:p>
        </p:txBody>
      </p:sp>
      <p:grpSp>
        <p:nvGrpSpPr>
          <p:cNvPr id="2" name="Group 24"/>
          <p:cNvGrpSpPr>
            <a:grpSpLocks/>
          </p:cNvGrpSpPr>
          <p:nvPr/>
        </p:nvGrpSpPr>
        <p:grpSpPr bwMode="auto">
          <a:xfrm>
            <a:off x="5186149" y="579438"/>
            <a:ext cx="3889588" cy="1904455"/>
            <a:chOff x="4343400" y="609600"/>
            <a:chExt cx="4419600" cy="1492250"/>
          </a:xfrm>
        </p:grpSpPr>
        <p:sp>
          <p:nvSpPr>
            <p:cNvPr id="10254" name="TextBox 27"/>
            <p:cNvSpPr txBox="1">
              <a:spLocks noChangeArrowheads="1"/>
            </p:cNvSpPr>
            <p:nvPr/>
          </p:nvSpPr>
          <p:spPr bwMode="auto">
            <a:xfrm>
              <a:off x="4343400" y="981075"/>
              <a:ext cx="1319213" cy="461963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200" dirty="0"/>
                <a:t>Idea </a:t>
              </a:r>
            </a:p>
            <a:p>
              <a:pPr algn="ctr"/>
              <a:r>
                <a:rPr lang="en-US" sz="1200" dirty="0"/>
                <a:t>generation</a:t>
              </a:r>
            </a:p>
          </p:txBody>
        </p:sp>
        <p:sp>
          <p:nvSpPr>
            <p:cNvPr id="10255" name="TextBox 28"/>
            <p:cNvSpPr txBox="1">
              <a:spLocks noChangeArrowheads="1"/>
            </p:cNvSpPr>
            <p:nvPr/>
          </p:nvSpPr>
          <p:spPr bwMode="auto">
            <a:xfrm>
              <a:off x="6072188" y="985838"/>
              <a:ext cx="1319212" cy="460375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200" dirty="0"/>
                <a:t>Business case preparation</a:t>
              </a:r>
            </a:p>
          </p:txBody>
        </p:sp>
        <p:sp>
          <p:nvSpPr>
            <p:cNvPr id="10256" name="TextBox 29"/>
            <p:cNvSpPr txBox="1">
              <a:spLocks noChangeArrowheads="1"/>
            </p:cNvSpPr>
            <p:nvPr/>
          </p:nvSpPr>
          <p:spPr bwMode="auto">
            <a:xfrm>
              <a:off x="7799388" y="985838"/>
              <a:ext cx="963612" cy="461962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200"/>
                <a:t>Proof of concept</a:t>
              </a:r>
            </a:p>
          </p:txBody>
        </p:sp>
        <p:cxnSp>
          <p:nvCxnSpPr>
            <p:cNvPr id="30" name="Straight Arrow Connector 29"/>
            <p:cNvCxnSpPr>
              <a:stCxn id="10254" idx="3"/>
              <a:endCxn id="10255" idx="1"/>
            </p:cNvCxnSpPr>
            <p:nvPr/>
          </p:nvCxnSpPr>
          <p:spPr>
            <a:xfrm>
              <a:off x="5663202" y="1212569"/>
              <a:ext cx="409833" cy="3959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stCxn id="10255" idx="3"/>
              <a:endCxn id="10256" idx="1"/>
            </p:cNvCxnSpPr>
            <p:nvPr/>
          </p:nvCxnSpPr>
          <p:spPr>
            <a:xfrm>
              <a:off x="7391101" y="1216528"/>
              <a:ext cx="408096" cy="1319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10259" name="TextBox 30"/>
            <p:cNvSpPr txBox="1">
              <a:spLocks noChangeArrowheads="1"/>
            </p:cNvSpPr>
            <p:nvPr/>
          </p:nvSpPr>
          <p:spPr bwMode="auto">
            <a:xfrm>
              <a:off x="5105400" y="1546225"/>
              <a:ext cx="1150938" cy="550863"/>
            </a:xfrm>
            <a:prstGeom prst="rect">
              <a:avLst/>
            </a:prstGeom>
            <a:noFill/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137160" anchor="ctr" anchorCtr="1">
              <a:spAutoFit/>
            </a:bodyPr>
            <a:lstStyle/>
            <a:p>
              <a:pPr algn="ctr"/>
              <a:r>
                <a:rPr lang="en-US" sz="1200"/>
                <a:t>Validation</a:t>
              </a:r>
            </a:p>
            <a:p>
              <a:pPr algn="ctr"/>
              <a:endParaRPr lang="en-US" sz="1200"/>
            </a:p>
          </p:txBody>
        </p:sp>
        <p:sp>
          <p:nvSpPr>
            <p:cNvPr id="10260" name="TextBox 31"/>
            <p:cNvSpPr txBox="1">
              <a:spLocks noChangeArrowheads="1"/>
            </p:cNvSpPr>
            <p:nvPr/>
          </p:nvSpPr>
          <p:spPr bwMode="auto">
            <a:xfrm>
              <a:off x="6753225" y="1550988"/>
              <a:ext cx="1095375" cy="550862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137160" anchor="ctr" anchorCtr="1">
              <a:spAutoFit/>
            </a:bodyPr>
            <a:lstStyle/>
            <a:p>
              <a:pPr algn="ctr"/>
              <a:r>
                <a:rPr lang="en-US" sz="1200"/>
                <a:t>Prototyping</a:t>
              </a:r>
            </a:p>
            <a:p>
              <a:pPr algn="ctr"/>
              <a:endParaRPr lang="en-US" sz="1200"/>
            </a:p>
          </p:txBody>
        </p:sp>
        <p:cxnSp>
          <p:nvCxnSpPr>
            <p:cNvPr id="35" name="Straight Arrow Connector 34"/>
            <p:cNvCxnSpPr>
              <a:cxnSpLocks noChangeShapeType="1"/>
            </p:cNvCxnSpPr>
            <p:nvPr/>
          </p:nvCxnSpPr>
          <p:spPr bwMode="auto">
            <a:xfrm flipV="1">
              <a:off x="6260586" y="1826094"/>
              <a:ext cx="520974" cy="1319"/>
            </a:xfrm>
            <a:prstGeom prst="straightConnector1">
              <a:avLst/>
            </a:prstGeom>
            <a:noFill/>
            <a:ln w="25400" algn="ctr">
              <a:solidFill>
                <a:srgbClr val="000000"/>
              </a:solidFill>
              <a:round/>
              <a:headEnd type="arrow" w="med" len="med"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</p:cxnSp>
        <p:cxnSp>
          <p:nvCxnSpPr>
            <p:cNvPr id="36" name="Straight Arrow Connector 74"/>
            <p:cNvCxnSpPr>
              <a:cxnSpLocks noChangeShapeType="1"/>
              <a:endCxn id="10256" idx="2"/>
            </p:cNvCxnSpPr>
            <p:nvPr/>
          </p:nvCxnSpPr>
          <p:spPr bwMode="auto">
            <a:xfrm flipV="1">
              <a:off x="7847821" y="1447424"/>
              <a:ext cx="434145" cy="381309"/>
            </a:xfrm>
            <a:prstGeom prst="bentConnector2">
              <a:avLst/>
            </a:prstGeom>
            <a:noFill/>
            <a:ln w="25400" algn="ctr">
              <a:solidFill>
                <a:srgbClr val="000000"/>
              </a:solidFill>
              <a:miter lim="800000"/>
              <a:headEnd type="arrow" w="med" len="med"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</p:cxnSp>
        <p:sp>
          <p:nvSpPr>
            <p:cNvPr id="10263" name="Text Box 16"/>
            <p:cNvSpPr txBox="1">
              <a:spLocks noChangeArrowheads="1"/>
            </p:cNvSpPr>
            <p:nvPr/>
          </p:nvSpPr>
          <p:spPr bwMode="auto">
            <a:xfrm>
              <a:off x="5449888" y="609600"/>
              <a:ext cx="2520950" cy="30480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 b="1">
                  <a:latin typeface="Trebuchet MS" pitchFamily="34" charset="0"/>
                </a:rPr>
                <a:t>Value Engineering Approach</a:t>
              </a:r>
            </a:p>
          </p:txBody>
        </p:sp>
      </p:grpSp>
      <p:sp>
        <p:nvSpPr>
          <p:cNvPr id="10250" name="Text Box 4"/>
          <p:cNvSpPr txBox="1">
            <a:spLocks noChangeArrowheads="1"/>
          </p:cNvSpPr>
          <p:nvPr/>
        </p:nvSpPr>
        <p:spPr bwMode="auto">
          <a:xfrm>
            <a:off x="228600" y="533400"/>
            <a:ext cx="4481513" cy="300038"/>
          </a:xfrm>
          <a:prstGeom prst="rect">
            <a:avLst/>
          </a:prstGeom>
          <a:gradFill rotWithShape="0">
            <a:gsLst>
              <a:gs pos="0">
                <a:srgbClr val="595959"/>
              </a:gs>
              <a:gs pos="100000">
                <a:srgbClr val="C0C0C0"/>
              </a:gs>
            </a:gsLst>
            <a:lin ang="0" scaled="1"/>
          </a:gradFill>
          <a:ln w="9525" algn="ctr">
            <a:noFill/>
            <a:miter lim="800000"/>
            <a:headEnd/>
            <a:tailEnd/>
          </a:ln>
        </p:spPr>
        <p:txBody>
          <a:bodyPr lIns="89547" tIns="44773" rIns="89547" bIns="44773">
            <a:spAutoFit/>
          </a:bodyPr>
          <a:lstStyle/>
          <a:p>
            <a:pPr defTabSz="825500">
              <a:spcBef>
                <a:spcPct val="50000"/>
              </a:spcBef>
            </a:pPr>
            <a:r>
              <a:rPr lang="en-US" sz="1300" b="1" dirty="0" smtClean="0">
                <a:solidFill>
                  <a:schemeClr val="bg1"/>
                </a:solidFill>
                <a:latin typeface="Trebuchet MS" pitchFamily="34" charset="0"/>
                <a:cs typeface="Times New Roman" pitchFamily="18" charset="0"/>
              </a:rPr>
              <a:t>Need</a:t>
            </a:r>
            <a:endParaRPr lang="en-US" sz="1300" b="1" dirty="0">
              <a:solidFill>
                <a:schemeClr val="bg1"/>
              </a:solidFill>
              <a:latin typeface="Trebuchet MS" pitchFamily="34" charset="0"/>
              <a:cs typeface="Times New Roman" pitchFamily="18" charset="0"/>
            </a:endParaRPr>
          </a:p>
        </p:txBody>
      </p:sp>
      <p:sp>
        <p:nvSpPr>
          <p:cNvPr id="10251" name="Text Box 4"/>
          <p:cNvSpPr txBox="1">
            <a:spLocks noChangeArrowheads="1"/>
          </p:cNvSpPr>
          <p:nvPr/>
        </p:nvSpPr>
        <p:spPr bwMode="auto">
          <a:xfrm>
            <a:off x="242248" y="1674125"/>
            <a:ext cx="4481513" cy="300038"/>
          </a:xfrm>
          <a:prstGeom prst="rect">
            <a:avLst/>
          </a:prstGeom>
          <a:gradFill rotWithShape="0">
            <a:gsLst>
              <a:gs pos="0">
                <a:srgbClr val="595959"/>
              </a:gs>
              <a:gs pos="100000">
                <a:srgbClr val="C0C0C0"/>
              </a:gs>
            </a:gsLst>
            <a:lin ang="0" scaled="1"/>
          </a:gradFill>
          <a:ln w="9525" algn="ctr">
            <a:noFill/>
            <a:miter lim="800000"/>
            <a:headEnd/>
            <a:tailEnd/>
          </a:ln>
        </p:spPr>
        <p:txBody>
          <a:bodyPr lIns="89547" tIns="44773" rIns="89547" bIns="44773">
            <a:spAutoFit/>
          </a:bodyPr>
          <a:lstStyle/>
          <a:p>
            <a:pPr defTabSz="825500">
              <a:spcBef>
                <a:spcPct val="50000"/>
              </a:spcBef>
            </a:pPr>
            <a:r>
              <a:rPr lang="en-US" sz="1300" b="1">
                <a:solidFill>
                  <a:schemeClr val="bg1"/>
                </a:solidFill>
                <a:latin typeface="Trebuchet MS" pitchFamily="34" charset="0"/>
                <a:cs typeface="Times New Roman" pitchFamily="18" charset="0"/>
              </a:rPr>
              <a:t>Solution</a:t>
            </a:r>
          </a:p>
        </p:txBody>
      </p:sp>
      <p:sp>
        <p:nvSpPr>
          <p:cNvPr id="10252" name="Text Box 4"/>
          <p:cNvSpPr txBox="1">
            <a:spLocks noChangeArrowheads="1"/>
          </p:cNvSpPr>
          <p:nvPr/>
        </p:nvSpPr>
        <p:spPr bwMode="auto">
          <a:xfrm>
            <a:off x="228600" y="2819400"/>
            <a:ext cx="4481513" cy="300038"/>
          </a:xfrm>
          <a:prstGeom prst="rect">
            <a:avLst/>
          </a:prstGeom>
          <a:gradFill rotWithShape="0">
            <a:gsLst>
              <a:gs pos="0">
                <a:srgbClr val="595959"/>
              </a:gs>
              <a:gs pos="100000">
                <a:srgbClr val="C0C0C0"/>
              </a:gs>
            </a:gsLst>
            <a:lin ang="0" scaled="1"/>
          </a:gradFill>
          <a:ln w="9525" algn="ctr">
            <a:noFill/>
            <a:miter lim="800000"/>
            <a:headEnd/>
            <a:tailEnd/>
          </a:ln>
        </p:spPr>
        <p:txBody>
          <a:bodyPr lIns="89547" tIns="44773" rIns="89547" bIns="44773">
            <a:spAutoFit/>
          </a:bodyPr>
          <a:lstStyle/>
          <a:p>
            <a:pPr defTabSz="825500">
              <a:spcBef>
                <a:spcPct val="50000"/>
              </a:spcBef>
            </a:pPr>
            <a:r>
              <a:rPr lang="en-US" sz="1300" b="1">
                <a:solidFill>
                  <a:schemeClr val="bg1"/>
                </a:solidFill>
                <a:latin typeface="Trebuchet MS" pitchFamily="34" charset="0"/>
                <a:cs typeface="Times New Roman" pitchFamily="18" charset="0"/>
              </a:rPr>
              <a:t>Challenges</a:t>
            </a:r>
          </a:p>
        </p:txBody>
      </p:sp>
      <p:sp>
        <p:nvSpPr>
          <p:cNvPr id="10253" name="Text Box 4"/>
          <p:cNvSpPr txBox="1">
            <a:spLocks noChangeArrowheads="1"/>
          </p:cNvSpPr>
          <p:nvPr/>
        </p:nvSpPr>
        <p:spPr bwMode="auto">
          <a:xfrm>
            <a:off x="214953" y="4060209"/>
            <a:ext cx="4481513" cy="300038"/>
          </a:xfrm>
          <a:prstGeom prst="rect">
            <a:avLst/>
          </a:prstGeom>
          <a:gradFill rotWithShape="0">
            <a:gsLst>
              <a:gs pos="0">
                <a:srgbClr val="595959"/>
              </a:gs>
              <a:gs pos="100000">
                <a:srgbClr val="C0C0C0"/>
              </a:gs>
            </a:gsLst>
            <a:lin ang="0" scaled="1"/>
          </a:gradFill>
          <a:ln w="9525" algn="ctr">
            <a:noFill/>
            <a:miter lim="800000"/>
            <a:headEnd/>
            <a:tailEnd/>
          </a:ln>
        </p:spPr>
        <p:txBody>
          <a:bodyPr lIns="89547" tIns="44773" rIns="89547" bIns="44773">
            <a:spAutoFit/>
          </a:bodyPr>
          <a:lstStyle/>
          <a:p>
            <a:pPr defTabSz="825500">
              <a:spcBef>
                <a:spcPct val="50000"/>
              </a:spcBef>
            </a:pPr>
            <a:r>
              <a:rPr lang="en-US" sz="1300" b="1">
                <a:solidFill>
                  <a:schemeClr val="bg1"/>
                </a:solidFill>
                <a:latin typeface="Trebuchet MS" pitchFamily="34" charset="0"/>
                <a:cs typeface="Times New Roman" pitchFamily="18" charset="0"/>
              </a:rPr>
              <a:t>Benefits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Sat_TechM">
  <a:themeElements>
    <a:clrScheme name="Custom 1">
      <a:dk1>
        <a:sysClr val="windowText" lastClr="000000"/>
      </a:dk1>
      <a:lt1>
        <a:sysClr val="window" lastClr="FFFFFF"/>
      </a:lt1>
      <a:dk2>
        <a:srgbClr val="DC4128"/>
      </a:dk2>
      <a:lt2>
        <a:srgbClr val="625756"/>
      </a:lt2>
      <a:accent1>
        <a:srgbClr val="E6E3E2"/>
      </a:accent1>
      <a:accent2>
        <a:srgbClr val="A092B4"/>
      </a:accent2>
      <a:accent3>
        <a:srgbClr val="625753"/>
      </a:accent3>
      <a:accent4>
        <a:srgbClr val="DC4128"/>
      </a:accent4>
      <a:accent5>
        <a:srgbClr val="FFC000"/>
      </a:accent5>
      <a:accent6>
        <a:srgbClr val="00B050"/>
      </a:accent6>
      <a:hlink>
        <a:srgbClr val="625753"/>
      </a:hlink>
      <a:folHlink>
        <a:srgbClr val="DC412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 w="9525">
          <a:noFill/>
          <a:miter lim="800000"/>
          <a:headEnd/>
          <a:tailEnd/>
        </a:ln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fontAlgn="base">
          <a:buFont typeface="Arial" pitchFamily="34" charset="0"/>
          <a:defRPr dirty="0" smtClean="0">
            <a:latin typeface="+mj-l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8715D36CCD664C92487F0B78E69BFE" ma:contentTypeVersion="0" ma:contentTypeDescription="Create a new document." ma:contentTypeScope="" ma:versionID="68ba96136a3f689d73eda38406cf5090">
  <xsd:schema xmlns:xsd="http://www.w3.org/2001/XMLSchema" xmlns:p="http://schemas.microsoft.com/office/2006/metadata/properties" targetNamespace="http://schemas.microsoft.com/office/2006/metadata/properties" ma:root="true" ma:fieldsID="4aeb20c0e3442673af7ee1078645876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0242C922-48A9-448B-9D31-86F592EABA9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C745C364-CC8C-4BB5-A6B4-50053F8DF33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D844553-8318-46F2-A49E-53D10FADE2C5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15294</TotalTime>
  <Words>144</Words>
  <Application>Microsoft Office PowerPoint</Application>
  <PresentationFormat>On-screen Show (4:3)</PresentationFormat>
  <Paragraphs>30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 Unicode MS</vt:lpstr>
      <vt:lpstr>Arial</vt:lpstr>
      <vt:lpstr>Calibri</vt:lpstr>
      <vt:lpstr>Gulim</vt:lpstr>
      <vt:lpstr>黑体</vt:lpstr>
      <vt:lpstr>Times New Roman</vt:lpstr>
      <vt:lpstr>Trebuchet MS</vt:lpstr>
      <vt:lpstr>Wingdings</vt:lpstr>
      <vt:lpstr>MSat_TechM</vt:lpstr>
      <vt:lpstr>Value Engineering -  Automotive Sub-system</vt:lpstr>
    </vt:vector>
  </TitlesOfParts>
  <Company>Mahindra Satyam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Mahindra Satyam</dc:title>
  <dc:subject>VAVE</dc:subject>
  <dc:creator>RR88043</dc:creator>
  <cp:lastModifiedBy>Sekar Rathinam</cp:lastModifiedBy>
  <cp:revision>81</cp:revision>
  <dcterms:created xsi:type="dcterms:W3CDTF">2008-12-11T11:38:48Z</dcterms:created>
  <dcterms:modified xsi:type="dcterms:W3CDTF">2018-03-27T05:27:45Z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0x010100288715D36CCD664C92487F0B78E69BFE</vt:lpwstr>
  </property>
</Properties>
</file>