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5.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theme/theme8.xml" ContentType="application/vnd.openxmlformats-officedocument.theme+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heme/theme9.xml" ContentType="application/vnd.openxmlformats-officedocument.theme+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theme/theme10.xml" ContentType="application/vnd.openxmlformats-officedocument.theme+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theme/theme11.xml" ContentType="application/vnd.openxmlformats-officedocument.theme+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theme/theme12.xml" ContentType="application/vnd.openxmlformats-officedocument.theme+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theme/theme13.xml" ContentType="application/vnd.openxmlformats-officedocument.theme+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theme/theme14.xml" ContentType="application/vnd.openxmlformats-officedocument.theme+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theme/theme15.xml" ContentType="application/vnd.openxmlformats-officedocument.theme+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theme/theme16.xml" ContentType="application/vnd.openxmlformats-officedocument.theme+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theme/theme17.xml" ContentType="application/vnd.openxmlformats-officedocument.theme+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theme/theme18.xml" ContentType="application/vnd.openxmlformats-officedocument.theme+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theme/theme19.xml" ContentType="application/vnd.openxmlformats-officedocument.theme+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theme/theme20.xml" ContentType="application/vnd.openxmlformats-officedocument.theme+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theme/theme21.xml" ContentType="application/vnd.openxmlformats-officedocument.theme+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theme/theme22.xml" ContentType="application/vnd.openxmlformats-officedocument.theme+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theme/theme23.xml" ContentType="application/vnd.openxmlformats-officedocument.theme+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00.xml" ContentType="application/vnd.openxmlformats-officedocument.presentationml.slideLayout+xml"/>
  <Override PartName="/ppt/theme/theme24.xml" ContentType="application/vnd.openxmlformats-officedocument.theme+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theme/theme25.xml" ContentType="application/vnd.openxmlformats-officedocument.theme+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theme/theme26.xml" ContentType="application/vnd.openxmlformats-officedocument.theme+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slideLayouts/slideLayout438.xml" ContentType="application/vnd.openxmlformats-officedocument.presentationml.slideLayout+xml"/>
  <Override PartName="/ppt/slideLayouts/slideLayout439.xml" ContentType="application/vnd.openxmlformats-officedocument.presentationml.slideLayout+xml"/>
  <Override PartName="/ppt/slideLayouts/slideLayout440.xml" ContentType="application/vnd.openxmlformats-officedocument.presentationml.slideLayout+xml"/>
  <Override PartName="/ppt/slideLayouts/slideLayout441.xml" ContentType="application/vnd.openxmlformats-officedocument.presentationml.slideLayout+xml"/>
  <Override PartName="/ppt/slideLayouts/slideLayout442.xml" ContentType="application/vnd.openxmlformats-officedocument.presentationml.slideLayout+xml"/>
  <Override PartName="/ppt/slideLayouts/slideLayout443.xml" ContentType="application/vnd.openxmlformats-officedocument.presentationml.slideLayout+xml"/>
  <Override PartName="/ppt/slideLayouts/slideLayout444.xml" ContentType="application/vnd.openxmlformats-officedocument.presentationml.slideLayout+xml"/>
  <Override PartName="/ppt/slideLayouts/slideLayout445.xml" ContentType="application/vnd.openxmlformats-officedocument.presentationml.slideLayout+xml"/>
  <Override PartName="/ppt/slideLayouts/slideLayout446.xml" ContentType="application/vnd.openxmlformats-officedocument.presentationml.slideLayout+xml"/>
  <Override PartName="/ppt/slideLayouts/slideLayout447.xml" ContentType="application/vnd.openxmlformats-officedocument.presentationml.slideLayout+xml"/>
  <Override PartName="/ppt/slideLayouts/slideLayout448.xml" ContentType="application/vnd.openxmlformats-officedocument.presentationml.slideLayout+xml"/>
  <Override PartName="/ppt/slideLayouts/slideLayout449.xml" ContentType="application/vnd.openxmlformats-officedocument.presentationml.slideLayout+xml"/>
  <Override PartName="/ppt/slideLayouts/slideLayout450.xml" ContentType="application/vnd.openxmlformats-officedocument.presentationml.slideLayout+xml"/>
  <Override PartName="/ppt/slideLayouts/slideLayout451.xml" ContentType="application/vnd.openxmlformats-officedocument.presentationml.slideLayout+xml"/>
  <Override PartName="/ppt/slideLayouts/slideLayout452.xml" ContentType="application/vnd.openxmlformats-officedocument.presentationml.slideLayout+xml"/>
  <Override PartName="/ppt/slideLayouts/slideLayout453.xml" ContentType="application/vnd.openxmlformats-officedocument.presentationml.slideLayout+xml"/>
  <Override PartName="/ppt/slideLayouts/slideLayout454.xml" ContentType="application/vnd.openxmlformats-officedocument.presentationml.slideLayout+xml"/>
  <Override PartName="/ppt/slideLayouts/slideLayout455.xml" ContentType="application/vnd.openxmlformats-officedocument.presentationml.slideLayout+xml"/>
  <Override PartName="/ppt/slideLayouts/slideLayout456.xml" ContentType="application/vnd.openxmlformats-officedocument.presentationml.slideLayout+xml"/>
  <Override PartName="/ppt/slideLayouts/slideLayout457.xml" ContentType="application/vnd.openxmlformats-officedocument.presentationml.slideLayout+xml"/>
  <Override PartName="/ppt/slideLayouts/slideLayout458.xml" ContentType="application/vnd.openxmlformats-officedocument.presentationml.slideLayout+xml"/>
  <Override PartName="/ppt/slideLayouts/slideLayout459.xml" ContentType="application/vnd.openxmlformats-officedocument.presentationml.slideLayout+xml"/>
  <Override PartName="/ppt/slideLayouts/slideLayout460.xml" ContentType="application/vnd.openxmlformats-officedocument.presentationml.slideLayout+xml"/>
  <Override PartName="/ppt/slideLayouts/slideLayout461.xml" ContentType="application/vnd.openxmlformats-officedocument.presentationml.slideLayout+xml"/>
  <Override PartName="/ppt/slideLayouts/slideLayout462.xml" ContentType="application/vnd.openxmlformats-officedocument.presentationml.slideLayout+xml"/>
  <Override PartName="/ppt/slideLayouts/slideLayout463.xml" ContentType="application/vnd.openxmlformats-officedocument.presentationml.slideLayout+xml"/>
  <Override PartName="/ppt/slideLayouts/slideLayout464.xml" ContentType="application/vnd.openxmlformats-officedocument.presentationml.slideLayout+xml"/>
  <Override PartName="/ppt/slideLayouts/slideLayout465.xml" ContentType="application/vnd.openxmlformats-officedocument.presentationml.slideLayout+xml"/>
  <Override PartName="/ppt/slideLayouts/slideLayout466.xml" ContentType="application/vnd.openxmlformats-officedocument.presentationml.slideLayout+xml"/>
  <Override PartName="/ppt/slideLayouts/slideLayout467.xml" ContentType="application/vnd.openxmlformats-officedocument.presentationml.slideLayout+xml"/>
  <Override PartName="/ppt/slideLayouts/slideLayout468.xml" ContentType="application/vnd.openxmlformats-officedocument.presentationml.slideLayout+xml"/>
  <Override PartName="/ppt/slideLayouts/slideLayout469.xml" ContentType="application/vnd.openxmlformats-officedocument.presentationml.slideLayout+xml"/>
  <Override PartName="/ppt/slideLayouts/slideLayout470.xml" ContentType="application/vnd.openxmlformats-officedocument.presentationml.slideLayout+xml"/>
  <Override PartName="/ppt/slideLayouts/slideLayout471.xml" ContentType="application/vnd.openxmlformats-officedocument.presentationml.slideLayout+xml"/>
  <Override PartName="/ppt/slideLayouts/slideLayout472.xml" ContentType="application/vnd.openxmlformats-officedocument.presentationml.slideLayout+xml"/>
  <Override PartName="/ppt/slideLayouts/slideLayout473.xml" ContentType="application/vnd.openxmlformats-officedocument.presentationml.slideLayout+xml"/>
  <Override PartName="/ppt/slideLayouts/slideLayout474.xml" ContentType="application/vnd.openxmlformats-officedocument.presentationml.slideLayout+xml"/>
  <Override PartName="/ppt/slideLayouts/slideLayout475.xml" ContentType="application/vnd.openxmlformats-officedocument.presentationml.slideLayout+xml"/>
  <Override PartName="/ppt/slideLayouts/slideLayout476.xml" ContentType="application/vnd.openxmlformats-officedocument.presentationml.slideLayout+xml"/>
  <Override PartName="/ppt/slideLayouts/slideLayout477.xml" ContentType="application/vnd.openxmlformats-officedocument.presentationml.slideLayout+xml"/>
  <Override PartName="/ppt/slideLayouts/slideLayout478.xml" ContentType="application/vnd.openxmlformats-officedocument.presentationml.slideLayout+xml"/>
  <Override PartName="/ppt/slideLayouts/slideLayout479.xml" ContentType="application/vnd.openxmlformats-officedocument.presentationml.slideLayout+xml"/>
  <Override PartName="/ppt/slideLayouts/slideLayout480.xml" ContentType="application/vnd.openxmlformats-officedocument.presentationml.slideLayout+xml"/>
  <Override PartName="/ppt/slideLayouts/slideLayout481.xml" ContentType="application/vnd.openxmlformats-officedocument.presentationml.slideLayout+xml"/>
  <Override PartName="/ppt/slideLayouts/slideLayout482.xml" ContentType="application/vnd.openxmlformats-officedocument.presentationml.slideLayout+xml"/>
  <Override PartName="/ppt/slideLayouts/slideLayout483.xml" ContentType="application/vnd.openxmlformats-officedocument.presentationml.slideLayout+xml"/>
  <Override PartName="/ppt/slideLayouts/slideLayout484.xml" ContentType="application/vnd.openxmlformats-officedocument.presentationml.slideLayout+xml"/>
  <Override PartName="/ppt/slideLayouts/slideLayout485.xml" ContentType="application/vnd.openxmlformats-officedocument.presentationml.slideLayout+xml"/>
  <Override PartName="/ppt/slideLayouts/slideLayout486.xml" ContentType="application/vnd.openxmlformats-officedocument.presentationml.slideLayout+xml"/>
  <Override PartName="/ppt/slideLayouts/slideLayout487.xml" ContentType="application/vnd.openxmlformats-officedocument.presentationml.slideLayout+xml"/>
  <Override PartName="/ppt/slideLayouts/slideLayout488.xml" ContentType="application/vnd.openxmlformats-officedocument.presentationml.slideLayout+xml"/>
  <Override PartName="/ppt/slideLayouts/slideLayout489.xml" ContentType="application/vnd.openxmlformats-officedocument.presentationml.slideLayout+xml"/>
  <Override PartName="/ppt/slideLayouts/slideLayout490.xml" ContentType="application/vnd.openxmlformats-officedocument.presentationml.slideLayout+xml"/>
  <Override PartName="/ppt/slideLayouts/slideLayout491.xml" ContentType="application/vnd.openxmlformats-officedocument.presentationml.slideLayout+xml"/>
  <Override PartName="/ppt/slideLayouts/slideLayout492.xml" ContentType="application/vnd.openxmlformats-officedocument.presentationml.slideLayout+xml"/>
  <Override PartName="/ppt/slideLayouts/slideLayout493.xml" ContentType="application/vnd.openxmlformats-officedocument.presentationml.slideLayout+xml"/>
  <Override PartName="/ppt/slideLayouts/slideLayout494.xml" ContentType="application/vnd.openxmlformats-officedocument.presentationml.slideLayout+xml"/>
  <Override PartName="/ppt/slideLayouts/slideLayout495.xml" ContentType="application/vnd.openxmlformats-officedocument.presentationml.slideLayout+xml"/>
  <Override PartName="/ppt/slideLayouts/slideLayout496.xml" ContentType="application/vnd.openxmlformats-officedocument.presentationml.slideLayout+xml"/>
  <Override PartName="/ppt/slideLayouts/slideLayout497.xml" ContentType="application/vnd.openxmlformats-officedocument.presentationml.slideLayout+xml"/>
  <Override PartName="/ppt/slideLayouts/slideLayout498.xml" ContentType="application/vnd.openxmlformats-officedocument.presentationml.slideLayout+xml"/>
  <Override PartName="/ppt/slideLayouts/slideLayout499.xml" ContentType="application/vnd.openxmlformats-officedocument.presentationml.slideLayout+xml"/>
  <Override PartName="/ppt/slideLayouts/slideLayout500.xml" ContentType="application/vnd.openxmlformats-officedocument.presentationml.slideLayout+xml"/>
  <Override PartName="/ppt/slideLayouts/slideLayout501.xml" ContentType="application/vnd.openxmlformats-officedocument.presentationml.slideLayout+xml"/>
  <Override PartName="/ppt/slideLayouts/slideLayout502.xml" ContentType="application/vnd.openxmlformats-officedocument.presentationml.slideLayout+xml"/>
  <Override PartName="/ppt/slideLayouts/slideLayout503.xml" ContentType="application/vnd.openxmlformats-officedocument.presentationml.slideLayout+xml"/>
  <Override PartName="/ppt/slideLayouts/slideLayout504.xml" ContentType="application/vnd.openxmlformats-officedocument.presentationml.slideLayout+xml"/>
  <Override PartName="/ppt/slideLayouts/slideLayout505.xml" ContentType="application/vnd.openxmlformats-officedocument.presentationml.slideLayout+xml"/>
  <Override PartName="/ppt/slideLayouts/slideLayout506.xml" ContentType="application/vnd.openxmlformats-officedocument.presentationml.slideLayout+xml"/>
  <Override PartName="/ppt/slideLayouts/slideLayout507.xml" ContentType="application/vnd.openxmlformats-officedocument.presentationml.slideLayout+xml"/>
  <Override PartName="/ppt/slideLayouts/slideLayout508.xml" ContentType="application/vnd.openxmlformats-officedocument.presentationml.slideLayout+xml"/>
  <Override PartName="/ppt/slideLayouts/slideLayout509.xml" ContentType="application/vnd.openxmlformats-officedocument.presentationml.slideLayout+xml"/>
  <Override PartName="/ppt/slideLayouts/slideLayout510.xml" ContentType="application/vnd.openxmlformats-officedocument.presentationml.slideLayout+xml"/>
  <Override PartName="/ppt/slideLayouts/slideLayout511.xml" ContentType="application/vnd.openxmlformats-officedocument.presentationml.slideLayout+xml"/>
  <Override PartName="/ppt/slideLayouts/slideLayout512.xml" ContentType="application/vnd.openxmlformats-officedocument.presentationml.slideLayout+xml"/>
  <Override PartName="/ppt/slideLayouts/slideLayout513.xml" ContentType="application/vnd.openxmlformats-officedocument.presentationml.slideLayout+xml"/>
  <Override PartName="/ppt/slideLayouts/slideLayout514.xml" ContentType="application/vnd.openxmlformats-officedocument.presentationml.slideLayout+xml"/>
  <Override PartName="/ppt/slideLayouts/slideLayout515.xml" ContentType="application/vnd.openxmlformats-officedocument.presentationml.slideLayout+xml"/>
  <Override PartName="/ppt/slideLayouts/slideLayout516.xml" ContentType="application/vnd.openxmlformats-officedocument.presentationml.slideLayout+xml"/>
  <Override PartName="/ppt/slideLayouts/slideLayout517.xml" ContentType="application/vnd.openxmlformats-officedocument.presentationml.slideLayout+xml"/>
  <Override PartName="/ppt/slideLayouts/slideLayout518.xml" ContentType="application/vnd.openxmlformats-officedocument.presentationml.slideLayout+xml"/>
  <Override PartName="/ppt/slideLayouts/slideLayout519.xml" ContentType="application/vnd.openxmlformats-officedocument.presentationml.slideLayout+xml"/>
  <Override PartName="/ppt/slideLayouts/slideLayout520.xml" ContentType="application/vnd.openxmlformats-officedocument.presentationml.slideLayout+xml"/>
  <Override PartName="/ppt/slideLayouts/slideLayout521.xml" ContentType="application/vnd.openxmlformats-officedocument.presentationml.slideLayout+xml"/>
  <Override PartName="/ppt/slideLayouts/slideLayout522.xml" ContentType="application/vnd.openxmlformats-officedocument.presentationml.slideLayout+xml"/>
  <Override PartName="/ppt/slideLayouts/slideLayout523.xml" ContentType="application/vnd.openxmlformats-officedocument.presentationml.slideLayout+xml"/>
  <Override PartName="/ppt/slideLayouts/slideLayout524.xml" ContentType="application/vnd.openxmlformats-officedocument.presentationml.slideLayout+xml"/>
  <Override PartName="/ppt/slideLayouts/slideLayout525.xml" ContentType="application/vnd.openxmlformats-officedocument.presentationml.slideLayout+xml"/>
  <Override PartName="/ppt/slideLayouts/slideLayout526.xml" ContentType="application/vnd.openxmlformats-officedocument.presentationml.slideLayout+xml"/>
  <Override PartName="/ppt/slideLayouts/slideLayout527.xml" ContentType="application/vnd.openxmlformats-officedocument.presentationml.slideLayout+xml"/>
  <Override PartName="/ppt/slideLayouts/slideLayout528.xml" ContentType="application/vnd.openxmlformats-officedocument.presentationml.slideLayout+xml"/>
  <Override PartName="/ppt/slideLayouts/slideLayout529.xml" ContentType="application/vnd.openxmlformats-officedocument.presentationml.slideLayout+xml"/>
  <Override PartName="/ppt/slideLayouts/slideLayout530.xml" ContentType="application/vnd.openxmlformats-officedocument.presentationml.slideLayout+xml"/>
  <Override PartName="/ppt/slideLayouts/slideLayout531.xml" ContentType="application/vnd.openxmlformats-officedocument.presentationml.slideLayout+xml"/>
  <Override PartName="/ppt/slideLayouts/slideLayout532.xml" ContentType="application/vnd.openxmlformats-officedocument.presentationml.slideLayout+xml"/>
  <Override PartName="/ppt/slideLayouts/slideLayout533.xml" ContentType="application/vnd.openxmlformats-officedocument.presentationml.slideLayout+xml"/>
  <Override PartName="/ppt/slideLayouts/slideLayout534.xml" ContentType="application/vnd.openxmlformats-officedocument.presentationml.slideLayout+xml"/>
  <Override PartName="/ppt/slideLayouts/slideLayout535.xml" ContentType="application/vnd.openxmlformats-officedocument.presentationml.slideLayout+xml"/>
  <Override PartName="/ppt/slideLayouts/slideLayout536.xml" ContentType="application/vnd.openxmlformats-officedocument.presentationml.slideLayout+xml"/>
  <Override PartName="/ppt/slideLayouts/slideLayout537.xml" ContentType="application/vnd.openxmlformats-officedocument.presentationml.slideLayout+xml"/>
  <Override PartName="/ppt/slideLayouts/slideLayout538.xml" ContentType="application/vnd.openxmlformats-officedocument.presentationml.slideLayout+xml"/>
  <Override PartName="/ppt/slideLayouts/slideLayout539.xml" ContentType="application/vnd.openxmlformats-officedocument.presentationml.slideLayout+xml"/>
  <Override PartName="/ppt/slideLayouts/slideLayout540.xml" ContentType="application/vnd.openxmlformats-officedocument.presentationml.slideLayout+xml"/>
  <Override PartName="/ppt/slideLayouts/slideLayout541.xml" ContentType="application/vnd.openxmlformats-officedocument.presentationml.slideLayout+xml"/>
  <Override PartName="/ppt/slideLayouts/slideLayout542.xml" ContentType="application/vnd.openxmlformats-officedocument.presentationml.slideLayout+xml"/>
  <Override PartName="/ppt/slideLayouts/slideLayout543.xml" ContentType="application/vnd.openxmlformats-officedocument.presentationml.slideLayout+xml"/>
  <Override PartName="/ppt/slideLayouts/slideLayout544.xml" ContentType="application/vnd.openxmlformats-officedocument.presentationml.slideLayout+xml"/>
  <Override PartName="/ppt/slideLayouts/slideLayout545.xml" ContentType="application/vnd.openxmlformats-officedocument.presentationml.slideLayout+xml"/>
  <Override PartName="/ppt/slideLayouts/slideLayout546.xml" ContentType="application/vnd.openxmlformats-officedocument.presentationml.slideLayout+xml"/>
  <Override PartName="/ppt/slideLayouts/slideLayout547.xml" ContentType="application/vnd.openxmlformats-officedocument.presentationml.slideLayout+xml"/>
  <Override PartName="/ppt/slideLayouts/slideLayout548.xml" ContentType="application/vnd.openxmlformats-officedocument.presentationml.slideLayout+xml"/>
  <Override PartName="/ppt/slideLayouts/slideLayout549.xml" ContentType="application/vnd.openxmlformats-officedocument.presentationml.slideLayout+xml"/>
  <Override PartName="/ppt/slideLayouts/slideLayout550.xml" ContentType="application/vnd.openxmlformats-officedocument.presentationml.slideLayout+xml"/>
  <Override PartName="/ppt/slideLayouts/slideLayout551.xml" ContentType="application/vnd.openxmlformats-officedocument.presentationml.slideLayout+xml"/>
  <Override PartName="/ppt/slideLayouts/slideLayout552.xml" ContentType="application/vnd.openxmlformats-officedocument.presentationml.slideLayout+xml"/>
  <Override PartName="/ppt/slideLayouts/slideLayout553.xml" ContentType="application/vnd.openxmlformats-officedocument.presentationml.slideLayout+xml"/>
  <Override PartName="/ppt/slideLayouts/slideLayout554.xml" ContentType="application/vnd.openxmlformats-officedocument.presentationml.slideLayout+xml"/>
  <Override PartName="/ppt/slideLayouts/slideLayout555.xml" ContentType="application/vnd.openxmlformats-officedocument.presentationml.slideLayout+xml"/>
  <Override PartName="/ppt/slideLayouts/slideLayout556.xml" ContentType="application/vnd.openxmlformats-officedocument.presentationml.slideLayout+xml"/>
  <Override PartName="/ppt/slideLayouts/slideLayout557.xml" ContentType="application/vnd.openxmlformats-officedocument.presentationml.slideLayout+xml"/>
  <Override PartName="/ppt/slideLayouts/slideLayout558.xml" ContentType="application/vnd.openxmlformats-officedocument.presentationml.slideLayout+xml"/>
  <Override PartName="/ppt/slideLayouts/slideLayout559.xml" ContentType="application/vnd.openxmlformats-officedocument.presentationml.slideLayout+xml"/>
  <Override PartName="/ppt/slideLayouts/slideLayout560.xml" ContentType="application/vnd.openxmlformats-officedocument.presentationml.slideLayout+xml"/>
  <Override PartName="/ppt/slideLayouts/slideLayout561.xml" ContentType="application/vnd.openxmlformats-officedocument.presentationml.slideLayout+xml"/>
  <Override PartName="/ppt/slideLayouts/slideLayout562.xml" ContentType="application/vnd.openxmlformats-officedocument.presentationml.slideLayout+xml"/>
  <Override PartName="/ppt/slideLayouts/slideLayout563.xml" ContentType="application/vnd.openxmlformats-officedocument.presentationml.slideLayout+xml"/>
  <Override PartName="/ppt/slideLayouts/slideLayout564.xml" ContentType="application/vnd.openxmlformats-officedocument.presentationml.slideLayout+xml"/>
  <Override PartName="/ppt/slideLayouts/slideLayout565.xml" ContentType="application/vnd.openxmlformats-officedocument.presentationml.slideLayout+xml"/>
  <Override PartName="/ppt/slideLayouts/slideLayout566.xml" ContentType="application/vnd.openxmlformats-officedocument.presentationml.slideLayout+xml"/>
  <Override PartName="/ppt/slideLayouts/slideLayout567.xml" ContentType="application/vnd.openxmlformats-officedocument.presentationml.slideLayout+xml"/>
  <Override PartName="/ppt/slideLayouts/slideLayout568.xml" ContentType="application/vnd.openxmlformats-officedocument.presentationml.slideLayout+xml"/>
  <Override PartName="/ppt/slideLayouts/slideLayout569.xml" ContentType="application/vnd.openxmlformats-officedocument.presentationml.slideLayout+xml"/>
  <Override PartName="/ppt/slideLayouts/slideLayout570.xml" ContentType="application/vnd.openxmlformats-officedocument.presentationml.slideLayout+xml"/>
  <Override PartName="/ppt/slideLayouts/slideLayout571.xml" ContentType="application/vnd.openxmlformats-officedocument.presentationml.slideLayout+xml"/>
  <Override PartName="/ppt/slideLayouts/slideLayout572.xml" ContentType="application/vnd.openxmlformats-officedocument.presentationml.slideLayout+xml"/>
  <Override PartName="/ppt/slideLayouts/slideLayout573.xml" ContentType="application/vnd.openxmlformats-officedocument.presentationml.slideLayout+xml"/>
  <Override PartName="/ppt/slideLayouts/slideLayout574.xml" ContentType="application/vnd.openxmlformats-officedocument.presentationml.slideLayout+xml"/>
  <Override PartName="/ppt/slideLayouts/slideLayout575.xml" ContentType="application/vnd.openxmlformats-officedocument.presentationml.slideLayout+xml"/>
  <Override PartName="/ppt/slideLayouts/slideLayout576.xml" ContentType="application/vnd.openxmlformats-officedocument.presentationml.slideLayout+xml"/>
  <Override PartName="/ppt/slideLayouts/slideLayout577.xml" ContentType="application/vnd.openxmlformats-officedocument.presentationml.slideLayout+xml"/>
  <Override PartName="/ppt/slideLayouts/slideLayout578.xml" ContentType="application/vnd.openxmlformats-officedocument.presentationml.slideLayout+xml"/>
  <Override PartName="/ppt/slideLayouts/slideLayout579.xml" ContentType="application/vnd.openxmlformats-officedocument.presentationml.slideLayout+xml"/>
  <Override PartName="/ppt/slideLayouts/slideLayout580.xml" ContentType="application/vnd.openxmlformats-officedocument.presentationml.slideLayout+xml"/>
  <Override PartName="/ppt/slideLayouts/slideLayout581.xml" ContentType="application/vnd.openxmlformats-officedocument.presentationml.slideLayout+xml"/>
  <Override PartName="/ppt/slideLayouts/slideLayout582.xml" ContentType="application/vnd.openxmlformats-officedocument.presentationml.slideLayout+xml"/>
  <Override PartName="/ppt/slideLayouts/slideLayout583.xml" ContentType="application/vnd.openxmlformats-officedocument.presentationml.slideLayout+xml"/>
  <Override PartName="/ppt/slideLayouts/slideLayout584.xml" ContentType="application/vnd.openxmlformats-officedocument.presentationml.slideLayout+xml"/>
  <Override PartName="/ppt/slideLayouts/slideLayout585.xml" ContentType="application/vnd.openxmlformats-officedocument.presentationml.slideLayout+xml"/>
  <Override PartName="/ppt/slideLayouts/slideLayout586.xml" ContentType="application/vnd.openxmlformats-officedocument.presentationml.slideLayout+xml"/>
  <Override PartName="/ppt/slideLayouts/slideLayout587.xml" ContentType="application/vnd.openxmlformats-officedocument.presentationml.slideLayout+xml"/>
  <Override PartName="/ppt/slideLayouts/slideLayout588.xml" ContentType="application/vnd.openxmlformats-officedocument.presentationml.slideLayout+xml"/>
  <Override PartName="/ppt/slideLayouts/slideLayout589.xml" ContentType="application/vnd.openxmlformats-officedocument.presentationml.slideLayout+xml"/>
  <Override PartName="/ppt/slideLayouts/slideLayout590.xml" ContentType="application/vnd.openxmlformats-officedocument.presentationml.slideLayout+xml"/>
  <Override PartName="/ppt/slideLayouts/slideLayout591.xml" ContentType="application/vnd.openxmlformats-officedocument.presentationml.slideLayout+xml"/>
  <Override PartName="/ppt/slideLayouts/slideLayout592.xml" ContentType="application/vnd.openxmlformats-officedocument.presentationml.slideLayout+xml"/>
  <Override PartName="/ppt/slideLayouts/slideLayout593.xml" ContentType="application/vnd.openxmlformats-officedocument.presentationml.slideLayout+xml"/>
  <Override PartName="/ppt/slideLayouts/slideLayout594.xml" ContentType="application/vnd.openxmlformats-officedocument.presentationml.slideLayout+xml"/>
  <Override PartName="/ppt/slideLayouts/slideLayout595.xml" ContentType="application/vnd.openxmlformats-officedocument.presentationml.slideLayout+xml"/>
  <Override PartName="/ppt/slideLayouts/slideLayout596.xml" ContentType="application/vnd.openxmlformats-officedocument.presentationml.slideLayout+xml"/>
  <Override PartName="/ppt/slideLayouts/slideLayout597.xml" ContentType="application/vnd.openxmlformats-officedocument.presentationml.slideLayout+xml"/>
  <Override PartName="/ppt/slideLayouts/slideLayout598.xml" ContentType="application/vnd.openxmlformats-officedocument.presentationml.slideLayout+xml"/>
  <Override PartName="/ppt/slideLayouts/slideLayout599.xml" ContentType="application/vnd.openxmlformats-officedocument.presentationml.slideLayout+xml"/>
  <Override PartName="/ppt/slideLayouts/slideLayout600.xml" ContentType="application/vnd.openxmlformats-officedocument.presentationml.slideLayout+xml"/>
  <Override PartName="/ppt/slideLayouts/slideLayout601.xml" ContentType="application/vnd.openxmlformats-officedocument.presentationml.slideLayout+xml"/>
  <Override PartName="/ppt/slideLayouts/slideLayout602.xml" ContentType="application/vnd.openxmlformats-officedocument.presentationml.slideLayout+xml"/>
  <Override PartName="/ppt/slideLayouts/slideLayout603.xml" ContentType="application/vnd.openxmlformats-officedocument.presentationml.slideLayout+xml"/>
  <Override PartName="/ppt/slideLayouts/slideLayout604.xml" ContentType="application/vnd.openxmlformats-officedocument.presentationml.slideLayout+xml"/>
  <Override PartName="/ppt/slideLayouts/slideLayout605.xml" ContentType="application/vnd.openxmlformats-officedocument.presentationml.slideLayout+xml"/>
  <Override PartName="/ppt/slideLayouts/slideLayout606.xml" ContentType="application/vnd.openxmlformats-officedocument.presentationml.slideLayout+xml"/>
  <Override PartName="/ppt/slideLayouts/slideLayout607.xml" ContentType="application/vnd.openxmlformats-officedocument.presentationml.slideLayout+xml"/>
  <Override PartName="/ppt/slideLayouts/slideLayout608.xml" ContentType="application/vnd.openxmlformats-officedocument.presentationml.slideLayout+xml"/>
  <Override PartName="/ppt/slideLayouts/slideLayout609.xml" ContentType="application/vnd.openxmlformats-officedocument.presentationml.slideLayout+xml"/>
  <Override PartName="/ppt/slideLayouts/slideLayout610.xml" ContentType="application/vnd.openxmlformats-officedocument.presentationml.slideLayout+xml"/>
  <Override PartName="/ppt/slideLayouts/slideLayout611.xml" ContentType="application/vnd.openxmlformats-officedocument.presentationml.slideLayout+xml"/>
  <Override PartName="/ppt/slideLayouts/slideLayout612.xml" ContentType="application/vnd.openxmlformats-officedocument.presentationml.slideLayout+xml"/>
  <Override PartName="/ppt/slideLayouts/slideLayout613.xml" ContentType="application/vnd.openxmlformats-officedocument.presentationml.slideLayout+xml"/>
  <Override PartName="/ppt/slideLayouts/slideLayout614.xml" ContentType="application/vnd.openxmlformats-officedocument.presentationml.slideLayout+xml"/>
  <Override PartName="/ppt/slideLayouts/slideLayout615.xml" ContentType="application/vnd.openxmlformats-officedocument.presentationml.slideLayout+xml"/>
  <Override PartName="/ppt/slideLayouts/slideLayout616.xml" ContentType="application/vnd.openxmlformats-officedocument.presentationml.slideLayout+xml"/>
  <Override PartName="/ppt/slideLayouts/slideLayout617.xml" ContentType="application/vnd.openxmlformats-officedocument.presentationml.slideLayout+xml"/>
  <Override PartName="/ppt/slideLayouts/slideLayout618.xml" ContentType="application/vnd.openxmlformats-officedocument.presentationml.slideLayout+xml"/>
  <Override PartName="/ppt/slideLayouts/slideLayout619.xml" ContentType="application/vnd.openxmlformats-officedocument.presentationml.slideLayout+xml"/>
  <Override PartName="/ppt/slideLayouts/slideLayout620.xml" ContentType="application/vnd.openxmlformats-officedocument.presentationml.slideLayout+xml"/>
  <Override PartName="/ppt/slideLayouts/slideLayout621.xml" ContentType="application/vnd.openxmlformats-officedocument.presentationml.slideLayout+xml"/>
  <Override PartName="/ppt/slideLayouts/slideLayout622.xml" ContentType="application/vnd.openxmlformats-officedocument.presentationml.slideLayout+xml"/>
  <Override PartName="/ppt/slideLayouts/slideLayout623.xml" ContentType="application/vnd.openxmlformats-officedocument.presentationml.slideLayout+xml"/>
  <Override PartName="/ppt/slideLayouts/slideLayout624.xml" ContentType="application/vnd.openxmlformats-officedocument.presentationml.slideLayout+xml"/>
  <Override PartName="/ppt/theme/theme27.xml" ContentType="application/vnd.openxmlformats-officedocument.theme+xml"/>
  <Override PartName="/ppt/theme/theme28.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4"/>
    <p:sldMasterId id="2147483715" r:id="rId5"/>
    <p:sldMasterId id="2147483749" r:id="rId6"/>
    <p:sldMasterId id="2147483765" r:id="rId7"/>
    <p:sldMasterId id="2147483782" r:id="rId8"/>
    <p:sldMasterId id="2147483821" r:id="rId9"/>
    <p:sldMasterId id="2147483879" r:id="rId10"/>
    <p:sldMasterId id="2147483908" r:id="rId11"/>
    <p:sldMasterId id="2147483927" r:id="rId12"/>
    <p:sldMasterId id="2147483961" r:id="rId13"/>
    <p:sldMasterId id="2147483994" r:id="rId14"/>
    <p:sldMasterId id="2147484040" r:id="rId15"/>
    <p:sldMasterId id="2147484190" r:id="rId16"/>
    <p:sldMasterId id="2147484207" r:id="rId17"/>
    <p:sldMasterId id="2147484233" r:id="rId18"/>
    <p:sldMasterId id="2147484269" r:id="rId19"/>
    <p:sldMasterId id="2147484275" r:id="rId20"/>
    <p:sldMasterId id="2147484315" r:id="rId21"/>
    <p:sldMasterId id="2147484584" r:id="rId22"/>
    <p:sldMasterId id="2147484602" r:id="rId23"/>
    <p:sldMasterId id="2147484665" r:id="rId24"/>
    <p:sldMasterId id="2147484679" r:id="rId25"/>
    <p:sldMasterId id="2147484729" r:id="rId26"/>
    <p:sldMasterId id="2147484746" r:id="rId27"/>
    <p:sldMasterId id="2147484804" r:id="rId28"/>
    <p:sldMasterId id="2147484856" r:id="rId29"/>
    <p:sldMasterId id="2147484870" r:id="rId30"/>
  </p:sldMasterIdLst>
  <p:notesMasterIdLst>
    <p:notesMasterId r:id="rId34"/>
  </p:notesMasterIdLst>
  <p:sldIdLst>
    <p:sldId id="700" r:id="rId31"/>
    <p:sldId id="701" r:id="rId32"/>
    <p:sldId id="702" r:id="rId33"/>
  </p:sldIdLst>
  <p:sldSz cx="12187238" cy="6859588"/>
  <p:notesSz cx="6797675" cy="9926638"/>
  <p:defaultTextStyle>
    <a:defPPr>
      <a:defRPr lang="en-US"/>
    </a:defPPr>
    <a:lvl1pPr algn="l" defTabSz="1165581" rtl="0" fontAlgn="base">
      <a:spcBef>
        <a:spcPct val="0"/>
      </a:spcBef>
      <a:spcAft>
        <a:spcPct val="0"/>
      </a:spcAft>
      <a:defRPr sz="2300" kern="1200">
        <a:solidFill>
          <a:schemeClr val="tx1"/>
        </a:solidFill>
        <a:latin typeface="Arial" pitchFamily="34" charset="0"/>
        <a:ea typeface="+mn-ea"/>
        <a:cs typeface="Arial" pitchFamily="34" charset="0"/>
      </a:defRPr>
    </a:lvl1pPr>
    <a:lvl2pPr marL="582789" indent="-127929" algn="l" defTabSz="1165581" rtl="0" fontAlgn="base">
      <a:spcBef>
        <a:spcPct val="0"/>
      </a:spcBef>
      <a:spcAft>
        <a:spcPct val="0"/>
      </a:spcAft>
      <a:defRPr sz="2300" kern="1200">
        <a:solidFill>
          <a:schemeClr val="tx1"/>
        </a:solidFill>
        <a:latin typeface="Arial" pitchFamily="34" charset="0"/>
        <a:ea typeface="+mn-ea"/>
        <a:cs typeface="Arial" pitchFamily="34" charset="0"/>
      </a:defRPr>
    </a:lvl2pPr>
    <a:lvl3pPr marL="1165581" indent="-255866" algn="l" defTabSz="1165581" rtl="0" fontAlgn="base">
      <a:spcBef>
        <a:spcPct val="0"/>
      </a:spcBef>
      <a:spcAft>
        <a:spcPct val="0"/>
      </a:spcAft>
      <a:defRPr sz="2300" kern="1200">
        <a:solidFill>
          <a:schemeClr val="tx1"/>
        </a:solidFill>
        <a:latin typeface="Arial" pitchFamily="34" charset="0"/>
        <a:ea typeface="+mn-ea"/>
        <a:cs typeface="Arial" pitchFamily="34" charset="0"/>
      </a:defRPr>
    </a:lvl3pPr>
    <a:lvl4pPr marL="1748372" indent="-383772" algn="l" defTabSz="1165581" rtl="0" fontAlgn="base">
      <a:spcBef>
        <a:spcPct val="0"/>
      </a:spcBef>
      <a:spcAft>
        <a:spcPct val="0"/>
      </a:spcAft>
      <a:defRPr sz="2300" kern="1200">
        <a:solidFill>
          <a:schemeClr val="tx1"/>
        </a:solidFill>
        <a:latin typeface="Arial" pitchFamily="34" charset="0"/>
        <a:ea typeface="+mn-ea"/>
        <a:cs typeface="Arial" pitchFamily="34" charset="0"/>
      </a:defRPr>
    </a:lvl4pPr>
    <a:lvl5pPr marL="2331167" indent="-511716" algn="l" defTabSz="1165581" rtl="0" fontAlgn="base">
      <a:spcBef>
        <a:spcPct val="0"/>
      </a:spcBef>
      <a:spcAft>
        <a:spcPct val="0"/>
      </a:spcAft>
      <a:defRPr sz="2300" kern="1200">
        <a:solidFill>
          <a:schemeClr val="tx1"/>
        </a:solidFill>
        <a:latin typeface="Arial" pitchFamily="34" charset="0"/>
        <a:ea typeface="+mn-ea"/>
        <a:cs typeface="Arial" pitchFamily="34" charset="0"/>
      </a:defRPr>
    </a:lvl5pPr>
    <a:lvl6pPr marL="2274307" algn="l" defTabSz="909727" rtl="0" eaLnBrk="1" latinLnBrk="0" hangingPunct="1">
      <a:defRPr sz="2300" kern="1200">
        <a:solidFill>
          <a:schemeClr val="tx1"/>
        </a:solidFill>
        <a:latin typeface="Arial" pitchFamily="34" charset="0"/>
        <a:ea typeface="+mn-ea"/>
        <a:cs typeface="Arial" pitchFamily="34" charset="0"/>
      </a:defRPr>
    </a:lvl6pPr>
    <a:lvl7pPr marL="2729163" algn="l" defTabSz="909727" rtl="0" eaLnBrk="1" latinLnBrk="0" hangingPunct="1">
      <a:defRPr sz="2300" kern="1200">
        <a:solidFill>
          <a:schemeClr val="tx1"/>
        </a:solidFill>
        <a:latin typeface="Arial" pitchFamily="34" charset="0"/>
        <a:ea typeface="+mn-ea"/>
        <a:cs typeface="Arial" pitchFamily="34" charset="0"/>
      </a:defRPr>
    </a:lvl7pPr>
    <a:lvl8pPr marL="3184022" algn="l" defTabSz="909727" rtl="0" eaLnBrk="1" latinLnBrk="0" hangingPunct="1">
      <a:defRPr sz="2300" kern="1200">
        <a:solidFill>
          <a:schemeClr val="tx1"/>
        </a:solidFill>
        <a:latin typeface="Arial" pitchFamily="34" charset="0"/>
        <a:ea typeface="+mn-ea"/>
        <a:cs typeface="Arial" pitchFamily="34" charset="0"/>
      </a:defRPr>
    </a:lvl8pPr>
    <a:lvl9pPr marL="3638882" algn="l" defTabSz="909727" rtl="0" eaLnBrk="1" latinLnBrk="0" hangingPunct="1">
      <a:defRPr sz="2300"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3838">
          <p15:clr>
            <a:srgbClr val="A4A3A4"/>
          </p15:clr>
        </p15:guide>
        <p15:guide id="3" orient="horz" pos="513">
          <p15:clr>
            <a:srgbClr val="A4A3A4"/>
          </p15:clr>
        </p15:guide>
        <p15:guide id="4" pos="912">
          <p15:clr>
            <a:srgbClr val="A4A3A4"/>
          </p15:clr>
        </p15:guide>
      </p15:sldGuideLst>
    </p:ext>
    <p:ext uri="{2D200454-40CA-4A62-9FC3-DE9A4176ACB9}">
      <p15:notesGuideLst xmlns:p15="http://schemas.microsoft.com/office/powerpoint/2012/main">
        <p15:guide id="1" orient="horz" pos="3126">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1837"/>
    <a:srgbClr val="00B050"/>
    <a:srgbClr val="F7FCFF"/>
    <a:srgbClr val="FBEFEF"/>
    <a:srgbClr val="625753"/>
    <a:srgbClr val="CC0000"/>
    <a:srgbClr val="FFC000"/>
    <a:srgbClr val="C00000"/>
    <a:srgbClr val="BE3A3A"/>
    <a:srgbClr val="E6E3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3" autoAdjust="0"/>
    <p:restoredTop sz="99290" autoAdjust="0"/>
  </p:normalViewPr>
  <p:slideViewPr>
    <p:cSldViewPr snapToGrid="0" showGuides="1">
      <p:cViewPr varScale="1">
        <p:scale>
          <a:sx n="111" d="100"/>
          <a:sy n="111" d="100"/>
        </p:scale>
        <p:origin x="456" y="96"/>
      </p:cViewPr>
      <p:guideLst>
        <p:guide orient="horz" pos="2160"/>
        <p:guide pos="3838"/>
        <p:guide orient="horz" pos="513"/>
        <p:guide pos="912"/>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49" d="100"/>
          <a:sy n="49" d="100"/>
        </p:scale>
        <p:origin x="-2958" y="-90"/>
      </p:cViewPr>
      <p:guideLst>
        <p:guide orient="horz" pos="3126"/>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Master" Target="slideMasters/slideMaster15.xml"/><Relationship Id="rId26" Type="http://schemas.openxmlformats.org/officeDocument/2006/relationships/slideMaster" Target="slideMasters/slideMaster23.xml"/><Relationship Id="rId21" Type="http://schemas.openxmlformats.org/officeDocument/2006/relationships/slideMaster" Target="slideMasters/slideMaster18.xml"/><Relationship Id="rId34" Type="http://schemas.openxmlformats.org/officeDocument/2006/relationships/notesMaster" Target="notesMasters/notesMaster1.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Master" Target="slideMasters/slideMaster22.xml"/><Relationship Id="rId33" Type="http://schemas.openxmlformats.org/officeDocument/2006/relationships/slide" Target="slides/slide3.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Master" Target="slideMasters/slideMaster13.xml"/><Relationship Id="rId20" Type="http://schemas.openxmlformats.org/officeDocument/2006/relationships/slideMaster" Target="slideMasters/slideMaster17.xml"/><Relationship Id="rId29" Type="http://schemas.openxmlformats.org/officeDocument/2006/relationships/slideMaster" Target="slideMasters/slideMaster26.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Master" Target="slideMasters/slideMaster21.xml"/><Relationship Id="rId32" Type="http://schemas.openxmlformats.org/officeDocument/2006/relationships/slide" Target="slides/slide2.xml"/><Relationship Id="rId37"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Master" Target="slideMasters/slideMaster12.xml"/><Relationship Id="rId23" Type="http://schemas.openxmlformats.org/officeDocument/2006/relationships/slideMaster" Target="slideMasters/slideMaster20.xml"/><Relationship Id="rId28" Type="http://schemas.openxmlformats.org/officeDocument/2006/relationships/slideMaster" Target="slideMasters/slideMaster25.xml"/><Relationship Id="rId36" Type="http://schemas.openxmlformats.org/officeDocument/2006/relationships/viewProps" Target="viewProps.xml"/><Relationship Id="rId10" Type="http://schemas.openxmlformats.org/officeDocument/2006/relationships/slideMaster" Target="slideMasters/slideMaster7.xml"/><Relationship Id="rId19" Type="http://schemas.openxmlformats.org/officeDocument/2006/relationships/slideMaster" Target="slideMasters/slideMaster16.xml"/><Relationship Id="rId31" Type="http://schemas.openxmlformats.org/officeDocument/2006/relationships/slide" Target="slides/slid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Master" Target="slideMasters/slideMaster19.xml"/><Relationship Id="rId27" Type="http://schemas.openxmlformats.org/officeDocument/2006/relationships/slideMaster" Target="slideMasters/slideMaster24.xml"/><Relationship Id="rId30" Type="http://schemas.openxmlformats.org/officeDocument/2006/relationships/slideMaster" Target="slideMasters/slideMaster27.xml"/><Relationship Id="rId35" Type="http://schemas.openxmlformats.org/officeDocument/2006/relationships/presProps" Target="presProps.xml"/><Relationship Id="rId8" Type="http://schemas.openxmlformats.org/officeDocument/2006/relationships/slideMaster" Target="slideMasters/slideMaster5.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6400" cy="495612"/>
          </a:xfrm>
          <a:prstGeom prst="rect">
            <a:avLst/>
          </a:prstGeom>
        </p:spPr>
        <p:txBody>
          <a:bodyPr vert="horz" lIns="91440" tIns="45720" rIns="91440" bIns="45720" rtlCol="0"/>
          <a:lstStyle>
            <a:lvl1pPr algn="l" defTabSz="1172078" fontAlgn="auto">
              <a:spcBef>
                <a:spcPts val="0"/>
              </a:spcBef>
              <a:spcAft>
                <a:spcPts val="0"/>
              </a:spcAft>
              <a:defRPr sz="1200" dirty="0">
                <a:latin typeface="+mn-lt"/>
                <a:cs typeface="+mn-cs"/>
              </a:defRPr>
            </a:lvl1pPr>
          </a:lstStyle>
          <a:p>
            <a:pPr>
              <a:defRPr/>
            </a:pPr>
            <a:endParaRPr lang="en-US"/>
          </a:p>
        </p:txBody>
      </p:sp>
      <p:sp>
        <p:nvSpPr>
          <p:cNvPr id="3" name="Date Placeholder 2"/>
          <p:cNvSpPr>
            <a:spLocks noGrp="1"/>
          </p:cNvSpPr>
          <p:nvPr>
            <p:ph type="dt" idx="1"/>
          </p:nvPr>
        </p:nvSpPr>
        <p:spPr>
          <a:xfrm>
            <a:off x="3849688" y="1"/>
            <a:ext cx="2946400" cy="495612"/>
          </a:xfrm>
          <a:prstGeom prst="rect">
            <a:avLst/>
          </a:prstGeom>
        </p:spPr>
        <p:txBody>
          <a:bodyPr vert="horz" lIns="91440" tIns="45720" rIns="91440" bIns="45720" rtlCol="0"/>
          <a:lstStyle>
            <a:lvl1pPr algn="r" defTabSz="1172078" fontAlgn="auto">
              <a:spcBef>
                <a:spcPts val="0"/>
              </a:spcBef>
              <a:spcAft>
                <a:spcPts val="0"/>
              </a:spcAft>
              <a:defRPr sz="1200" smtClean="0">
                <a:latin typeface="+mn-lt"/>
                <a:cs typeface="+mn-cs"/>
              </a:defRPr>
            </a:lvl1pPr>
          </a:lstStyle>
          <a:p>
            <a:pPr>
              <a:defRPr/>
            </a:pPr>
            <a:fld id="{1059CFC9-901C-4781-BABD-24E360F4FBB7}" type="datetimeFigureOut">
              <a:rPr lang="en-US"/>
              <a:pPr>
                <a:defRPr/>
              </a:pPr>
              <a:t>10/28/2025</a:t>
            </a:fld>
            <a:endParaRPr lang="en-US" dirty="0"/>
          </a:p>
        </p:txBody>
      </p:sp>
      <p:sp>
        <p:nvSpPr>
          <p:cNvPr id="4" name="Slide Image Placeholder 3"/>
          <p:cNvSpPr>
            <a:spLocks noGrp="1" noRot="1" noChangeAspect="1"/>
          </p:cNvSpPr>
          <p:nvPr>
            <p:ph type="sldImg" idx="2"/>
          </p:nvPr>
        </p:nvSpPr>
        <p:spPr>
          <a:xfrm>
            <a:off x="92075" y="744538"/>
            <a:ext cx="6613525" cy="3722687"/>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79450" y="4714714"/>
            <a:ext cx="5438775" cy="4466907"/>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427828"/>
            <a:ext cx="2946400" cy="497211"/>
          </a:xfrm>
          <a:prstGeom prst="rect">
            <a:avLst/>
          </a:prstGeom>
        </p:spPr>
        <p:txBody>
          <a:bodyPr vert="horz" lIns="91440" tIns="45720" rIns="91440" bIns="45720" rtlCol="0" anchor="b"/>
          <a:lstStyle>
            <a:lvl1pPr algn="l" defTabSz="1172078" fontAlgn="auto">
              <a:spcBef>
                <a:spcPts val="0"/>
              </a:spcBef>
              <a:spcAft>
                <a:spcPts val="0"/>
              </a:spcAft>
              <a:defRPr sz="1200" dirty="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49688" y="9427828"/>
            <a:ext cx="2946400" cy="497211"/>
          </a:xfrm>
          <a:prstGeom prst="rect">
            <a:avLst/>
          </a:prstGeom>
        </p:spPr>
        <p:txBody>
          <a:bodyPr vert="horz" lIns="91440" tIns="45720" rIns="91440" bIns="45720" rtlCol="0" anchor="b"/>
          <a:lstStyle>
            <a:lvl1pPr algn="r" defTabSz="1172078" fontAlgn="auto">
              <a:spcBef>
                <a:spcPts val="0"/>
              </a:spcBef>
              <a:spcAft>
                <a:spcPts val="0"/>
              </a:spcAft>
              <a:defRPr sz="1200" smtClean="0">
                <a:latin typeface="+mn-lt"/>
                <a:cs typeface="+mn-cs"/>
              </a:defRPr>
            </a:lvl1pPr>
          </a:lstStyle>
          <a:p>
            <a:pPr>
              <a:defRPr/>
            </a:pPr>
            <a:fld id="{315BC1E6-E529-4B50-ADBF-F950FFF095A0}" type="slidenum">
              <a:rPr lang="en-US"/>
              <a:pPr>
                <a:defRPr/>
              </a:pPr>
              <a:t>‹#›</a:t>
            </a:fld>
            <a:endParaRPr lang="en-US" dirty="0"/>
          </a:p>
        </p:txBody>
      </p:sp>
    </p:spTree>
    <p:extLst>
      <p:ext uri="{BB962C8B-B14F-4D97-AF65-F5344CB8AC3E}">
        <p14:creationId xmlns:p14="http://schemas.microsoft.com/office/powerpoint/2010/main" val="1048286294"/>
      </p:ext>
    </p:extLst>
  </p:cSld>
  <p:clrMap bg1="lt1" tx1="dk1" bg2="lt2" tx2="dk2" accent1="accent1" accent2="accent2" accent3="accent3" accent4="accent4" accent5="accent5" accent6="accent6" hlink="hlink" folHlink="folHlink"/>
  <p:notesStyle>
    <a:lvl1pPr algn="l" defTabSz="1165581" rtl="0" fontAlgn="base">
      <a:spcBef>
        <a:spcPct val="30000"/>
      </a:spcBef>
      <a:spcAft>
        <a:spcPct val="0"/>
      </a:spcAft>
      <a:defRPr sz="1500" kern="1200">
        <a:solidFill>
          <a:schemeClr val="tx1"/>
        </a:solidFill>
        <a:latin typeface="+mn-lt"/>
        <a:ea typeface="+mn-ea"/>
        <a:cs typeface="+mn-cs"/>
      </a:defRPr>
    </a:lvl1pPr>
    <a:lvl2pPr marL="582789" algn="l" defTabSz="1165581" rtl="0" fontAlgn="base">
      <a:spcBef>
        <a:spcPct val="30000"/>
      </a:spcBef>
      <a:spcAft>
        <a:spcPct val="0"/>
      </a:spcAft>
      <a:defRPr sz="1500" kern="1200">
        <a:solidFill>
          <a:schemeClr val="tx1"/>
        </a:solidFill>
        <a:latin typeface="+mn-lt"/>
        <a:ea typeface="+mn-ea"/>
        <a:cs typeface="+mn-cs"/>
      </a:defRPr>
    </a:lvl2pPr>
    <a:lvl3pPr marL="1165581" algn="l" defTabSz="1165581" rtl="0" fontAlgn="base">
      <a:spcBef>
        <a:spcPct val="30000"/>
      </a:spcBef>
      <a:spcAft>
        <a:spcPct val="0"/>
      </a:spcAft>
      <a:defRPr sz="1500" kern="1200">
        <a:solidFill>
          <a:schemeClr val="tx1"/>
        </a:solidFill>
        <a:latin typeface="+mn-lt"/>
        <a:ea typeface="+mn-ea"/>
        <a:cs typeface="+mn-cs"/>
      </a:defRPr>
    </a:lvl3pPr>
    <a:lvl4pPr marL="1748372" algn="l" defTabSz="1165581" rtl="0" fontAlgn="base">
      <a:spcBef>
        <a:spcPct val="30000"/>
      </a:spcBef>
      <a:spcAft>
        <a:spcPct val="0"/>
      </a:spcAft>
      <a:defRPr sz="1500" kern="1200">
        <a:solidFill>
          <a:schemeClr val="tx1"/>
        </a:solidFill>
        <a:latin typeface="+mn-lt"/>
        <a:ea typeface="+mn-ea"/>
        <a:cs typeface="+mn-cs"/>
      </a:defRPr>
    </a:lvl4pPr>
    <a:lvl5pPr marL="2331167" algn="l" defTabSz="1165581" rtl="0" fontAlgn="base">
      <a:spcBef>
        <a:spcPct val="30000"/>
      </a:spcBef>
      <a:spcAft>
        <a:spcPct val="0"/>
      </a:spcAft>
      <a:defRPr sz="1500" kern="1200">
        <a:solidFill>
          <a:schemeClr val="tx1"/>
        </a:solidFill>
        <a:latin typeface="+mn-lt"/>
        <a:ea typeface="+mn-ea"/>
        <a:cs typeface="+mn-cs"/>
      </a:defRPr>
    </a:lvl5pPr>
    <a:lvl6pPr marL="2915201" algn="l" defTabSz="1166081" rtl="0" eaLnBrk="1" latinLnBrk="0" hangingPunct="1">
      <a:defRPr sz="1500" kern="1200">
        <a:solidFill>
          <a:schemeClr val="tx1"/>
        </a:solidFill>
        <a:latin typeface="+mn-lt"/>
        <a:ea typeface="+mn-ea"/>
        <a:cs typeface="+mn-cs"/>
      </a:defRPr>
    </a:lvl6pPr>
    <a:lvl7pPr marL="3498239" algn="l" defTabSz="1166081" rtl="0" eaLnBrk="1" latinLnBrk="0" hangingPunct="1">
      <a:defRPr sz="1500" kern="1200">
        <a:solidFill>
          <a:schemeClr val="tx1"/>
        </a:solidFill>
        <a:latin typeface="+mn-lt"/>
        <a:ea typeface="+mn-ea"/>
        <a:cs typeface="+mn-cs"/>
      </a:defRPr>
    </a:lvl7pPr>
    <a:lvl8pPr marL="4081284" algn="l" defTabSz="1166081" rtl="0" eaLnBrk="1" latinLnBrk="0" hangingPunct="1">
      <a:defRPr sz="1500" kern="1200">
        <a:solidFill>
          <a:schemeClr val="tx1"/>
        </a:solidFill>
        <a:latin typeface="+mn-lt"/>
        <a:ea typeface="+mn-ea"/>
        <a:cs typeface="+mn-cs"/>
      </a:defRPr>
    </a:lvl8pPr>
    <a:lvl9pPr marL="4664321" algn="l" defTabSz="1166081" rtl="0" eaLnBrk="1" latinLnBrk="0" hangingPunct="1">
      <a:defRPr sz="15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4.jpe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jpeg"/><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8.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8.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4.jpeg"/><Relationship Id="rId1" Type="http://schemas.openxmlformats.org/officeDocument/2006/relationships/slideMaster" Target="../slideMasters/slideMaster8.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2.png"/><Relationship Id="rId1" Type="http://schemas.openxmlformats.org/officeDocument/2006/relationships/slideMaster" Target="../slideMasters/slideMaster9.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slideMaster" Target="../slideMasters/slideMaster9.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9.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10.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10.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10.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10.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0.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11.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4.jpeg"/><Relationship Id="rId1" Type="http://schemas.openxmlformats.org/officeDocument/2006/relationships/slideMaster" Target="../slideMasters/slideMaster11.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Master" Target="../slideMasters/slideMaster12.xml"/></Relationships>
</file>

<file path=ppt/slideLayouts/_rels/slideLayout15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Master" Target="../slideMasters/slideMaster12.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Master" Target="../slideMasters/slideMaster12.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png"/><Relationship Id="rId1" Type="http://schemas.openxmlformats.org/officeDocument/2006/relationships/slideMaster" Target="../slideMasters/slideMaster12.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2.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Master" Target="../slideMasters/slideMaster12.xml"/><Relationship Id="rId4" Type="http://schemas.openxmlformats.org/officeDocument/2006/relationships/image" Target="../media/image31.jpe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Master" Target="../slideMasters/slideMaster12.xml"/></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Master" Target="../slideMasters/slideMaster12.xml"/></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2.xml"/></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2.xml"/></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2.xml"/></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2.xml"/></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Master" Target="../slideMasters/slideMaster12.xml"/></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Master" Target="../slideMasters/slideMaster12.xml"/></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2.xml"/></Relationships>
</file>

<file path=ppt/slideLayouts/_rels/slideLayout19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2.xml"/></Relationships>
</file>

<file path=ppt/slideLayouts/_rels/slideLayout19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2.xml"/></Relationships>
</file>

<file path=ppt/slideLayouts/_rels/slideLayout19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2.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2.xml"/></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2.xml"/></Relationships>
</file>

<file path=ppt/slideLayouts/_rels/slideLayout19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2.xml"/></Relationships>
</file>

<file path=ppt/slideLayouts/_rels/slideLayout19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Master" Target="../slideMasters/slideMaster12.xml"/></Relationships>
</file>

<file path=ppt/slideLayouts/_rels/slideLayout20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Master" Target="../slideMasters/slideMaster12.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Master" Target="../slideMasters/slideMaster12.xml"/></Relationships>
</file>

<file path=ppt/slideLayouts/_rels/slideLayout20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Master" Target="../slideMasters/slideMaster12.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1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2.xml"/></Relationships>
</file>

<file path=ppt/slideLayouts/_rels/slideLayout2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jpeg"/><Relationship Id="rId1" Type="http://schemas.openxmlformats.org/officeDocument/2006/relationships/slideMaster" Target="../slideMasters/slideMaster12.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jpeg"/><Relationship Id="rId1" Type="http://schemas.openxmlformats.org/officeDocument/2006/relationships/slideMaster" Target="../slideMasters/slideMaster12.xml"/></Relationships>
</file>

<file path=ppt/slideLayouts/_rels/slideLayout2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12.xml"/></Relationships>
</file>

<file path=ppt/slideLayouts/_rels/slideLayout2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Master" Target="../slideMasters/slideMaster12.xml"/></Relationships>
</file>

<file path=ppt/slideLayouts/_rels/slideLayout2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Master" Target="../slideMasters/slideMaster12.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Master" Target="../slideMasters/slideMaster12.xml"/></Relationships>
</file>

<file path=ppt/slideLayouts/_rels/slideLayout2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Master" Target="../slideMasters/slideMaster12.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2.xml"/></Relationships>
</file>

<file path=ppt/slideLayouts/_rels/slideLayout2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Master" Target="../slideMasters/slideMaster12.xml"/></Relationships>
</file>

<file path=ppt/slideLayouts/_rels/slideLayout2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Master" Target="../slideMasters/slideMaster1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Master" Target="../slideMasters/slideMaster12.xml"/></Relationships>
</file>

<file path=ppt/slideLayouts/_rels/slideLayout2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Master" Target="../slideMasters/slideMaster1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2.xml"/></Relationships>
</file>

<file path=ppt/slideLayouts/_rels/slideLayout2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Master" Target="../slideMasters/slideMaster12.xml"/></Relationships>
</file>

<file path=ppt/slideLayouts/_rels/slideLayout24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Master" Target="../slideMasters/slideMaster1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Master" Target="../slideMasters/slideMaster12.xml"/></Relationships>
</file>

<file path=ppt/slideLayouts/_rels/slideLayout25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Master" Target="../slideMasters/slideMaster12.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6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2.xml"/></Relationships>
</file>

<file path=ppt/slideLayouts/_rels/slideLayout26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jpeg"/><Relationship Id="rId1" Type="http://schemas.openxmlformats.org/officeDocument/2006/relationships/slideMaster" Target="../slideMasters/slideMaster12.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6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jpeg"/><Relationship Id="rId1" Type="http://schemas.openxmlformats.org/officeDocument/2006/relationships/slideMaster" Target="../slideMasters/slideMaster12.xml"/></Relationships>
</file>

<file path=ppt/slideLayouts/_rels/slideLayout26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12.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6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3.xml"/></Relationships>
</file>

<file path=ppt/slideLayouts/_rels/slideLayout26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4.jpeg"/><Relationship Id="rId1" Type="http://schemas.openxmlformats.org/officeDocument/2006/relationships/slideMaster" Target="../slideMasters/slideMaster13.xml"/></Relationships>
</file>

<file path=ppt/slideLayouts/_rels/slideLayout2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3.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7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4.xml"/></Relationships>
</file>

<file path=ppt/slideLayouts/_rels/slideLayout2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4.xml"/></Relationships>
</file>

<file path=ppt/slideLayouts/_rels/slideLayout27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4.xml"/></Relationships>
</file>

<file path=ppt/slideLayouts/_rels/slideLayout27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4.xml"/></Relationships>
</file>

<file path=ppt/slideLayouts/_rels/slideLayout2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4.xml"/></Relationships>
</file>

<file path=ppt/slideLayouts/_rels/slideLayout27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4.xml"/></Relationships>
</file>

<file path=ppt/slideLayouts/_rels/slideLayout28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4.xml"/></Relationships>
</file>

<file path=ppt/slideLayouts/_rels/slideLayout28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4.xml"/></Relationships>
</file>

<file path=ppt/slideLayouts/_rels/slideLayout28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14.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8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4.jpeg"/><Relationship Id="rId1" Type="http://schemas.openxmlformats.org/officeDocument/2006/relationships/slideMaster" Target="../slideMasters/slideMaster14.xml"/></Relationships>
</file>

<file path=ppt/slideLayouts/_rels/slideLayout28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4.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9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5.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9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5.xml"/></Relationships>
</file>

<file path=ppt/slideLayouts/_rels/slideLayout29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5.xml"/></Relationships>
</file>

<file path=ppt/slideLayouts/_rels/slideLayout29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5.xml"/></Relationships>
</file>

<file path=ppt/slideLayouts/_rels/slideLayout29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5.xml"/></Relationships>
</file>

<file path=ppt/slideLayouts/_rels/slideLayout29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5.xml"/></Relationships>
</file>

<file path=ppt/slideLayouts/_rels/slideLayout30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5.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0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5.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0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6.xml"/></Relationships>
</file>

<file path=ppt/slideLayouts/_rels/slideLayout30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jpeg"/><Relationship Id="rId1" Type="http://schemas.openxmlformats.org/officeDocument/2006/relationships/slideMaster" Target="../slideMasters/slideMaster16.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0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7.xml"/></Relationships>
</file>

<file path=ppt/slideLayouts/_rels/slideLayout30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jpeg"/><Relationship Id="rId1" Type="http://schemas.openxmlformats.org/officeDocument/2006/relationships/slideMaster" Target="../slideMasters/slideMaster17.xml"/></Relationships>
</file>

<file path=ppt/slideLayouts/_rels/slideLayout3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7.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Master" Target="../slideMasters/slideMaster18.xml"/></Relationships>
</file>

<file path=ppt/slideLayouts/_rels/slideLayout3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7.png"/><Relationship Id="rId1" Type="http://schemas.openxmlformats.org/officeDocument/2006/relationships/slideMaster" Target="../slideMasters/slideMaster18.xml"/><Relationship Id="rId4" Type="http://schemas.microsoft.com/office/2007/relationships/hdphoto" Target="../media/hdphoto3.wdp"/></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Master" Target="../slideMasters/slideMaster18.xml"/></Relationships>
</file>

<file path=ppt/slideLayouts/_rels/slideLayout3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png"/><Relationship Id="rId1" Type="http://schemas.openxmlformats.org/officeDocument/2006/relationships/slideMaster" Target="../slideMasters/slideMaster18.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8.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3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37.jpeg"/><Relationship Id="rId1" Type="http://schemas.openxmlformats.org/officeDocument/2006/relationships/slideMaster" Target="../slideMasters/slideMaster19.xml"/><Relationship Id="rId5" Type="http://schemas.openxmlformats.org/officeDocument/2006/relationships/image" Target="../media/image38.png"/><Relationship Id="rId4" Type="http://schemas.openxmlformats.org/officeDocument/2006/relationships/image" Target="../media/image24.png"/></Relationships>
</file>

<file path=ppt/slideLayouts/_rels/slideLayout3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4.png"/><Relationship Id="rId1" Type="http://schemas.openxmlformats.org/officeDocument/2006/relationships/slideMaster" Target="../slideMasters/slideMaster19.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9.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0.xml"/></Relationships>
</file>

<file path=ppt/slideLayouts/_rels/slideLayout35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jpeg"/><Relationship Id="rId1" Type="http://schemas.openxmlformats.org/officeDocument/2006/relationships/slideMaster" Target="../slideMasters/slideMaster20.xml"/></Relationships>
</file>

<file path=ppt/slideLayouts/_rels/slideLayout3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0.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1.xml"/></Relationships>
</file>

<file path=ppt/slideLayouts/_rels/slideLayout3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1.xml"/></Relationships>
</file>

<file path=ppt/slideLayouts/_rels/slideLayout3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1.xml"/></Relationships>
</file>

<file path=ppt/slideLayouts/_rels/slideLayout3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1.xml"/></Relationships>
</file>

<file path=ppt/slideLayouts/_rels/slideLayout3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1.xml"/></Relationships>
</file>

<file path=ppt/slideLayouts/_rels/slideLayout3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1.xml"/></Relationships>
</file>

<file path=ppt/slideLayouts/_rels/slideLayout3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1.xml"/></Relationships>
</file>

<file path=ppt/slideLayouts/_rels/slideLayout36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1.xml"/></Relationships>
</file>

<file path=ppt/slideLayouts/_rels/slideLayout36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21.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6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2.xml"/></Relationships>
</file>

<file path=ppt/slideLayouts/_rels/slideLayout36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jpeg"/><Relationship Id="rId1" Type="http://schemas.openxmlformats.org/officeDocument/2006/relationships/slideMaster" Target="../slideMasters/slideMaster22.xml"/></Relationships>
</file>

<file path=ppt/slideLayouts/_rels/slideLayout3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2.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7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3.xml"/></Relationships>
</file>

<file path=ppt/slideLayouts/_rels/slideLayout3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3.xml"/></Relationships>
</file>

<file path=ppt/slideLayouts/_rels/slideLayout37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3.xml"/></Relationships>
</file>

<file path=ppt/slideLayouts/_rels/slideLayout37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3.xml"/></Relationships>
</file>

<file path=ppt/slideLayouts/_rels/slideLayout3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3.xml"/></Relationships>
</file>

<file path=ppt/slideLayouts/_rels/slideLayout37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3.xml"/></Relationships>
</file>

<file path=ppt/slideLayouts/_rels/slideLayout38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3.xml"/></Relationships>
</file>

<file path=ppt/slideLayouts/_rels/slideLayout38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3.xml"/></Relationships>
</file>

<file path=ppt/slideLayouts/_rels/slideLayout38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23.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8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4.jpeg"/><Relationship Id="rId1" Type="http://schemas.openxmlformats.org/officeDocument/2006/relationships/slideMaster" Target="../slideMasters/slideMaster23.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8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4.xml"/></Relationships>
</file>

<file path=ppt/slideLayouts/_rels/slideLayout39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4.xml"/></Relationships>
</file>

<file path=ppt/slideLayouts/_rels/slideLayout39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4.xml"/></Relationships>
</file>

<file path=ppt/slideLayouts/_rels/slideLayout39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4.xml"/></Relationships>
</file>

<file path=ppt/slideLayouts/_rels/slideLayout39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4.xml"/></Relationships>
</file>

<file path=ppt/slideLayouts/_rels/slideLayout39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4.xml"/></Relationships>
</file>

<file path=ppt/slideLayouts/_rels/slideLayout39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24.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9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4.jpeg"/><Relationship Id="rId1" Type="http://schemas.openxmlformats.org/officeDocument/2006/relationships/slideMaster" Target="../slideMasters/slideMaster24.xml"/></Relationships>
</file>

<file path=ppt/slideLayouts/_rels/slideLayout39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4.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40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25.xml"/></Relationships>
</file>

<file path=ppt/slideLayouts/_rels/slideLayout40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25.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1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25.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26.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6.xml"/></Relationships>
</file>

<file path=ppt/slideLayouts/_rels/slideLayout4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6.xml"/></Relationships>
</file>

<file path=ppt/slideLayouts/_rels/slideLayout4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6.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4.png"/><Relationship Id="rId1" Type="http://schemas.openxmlformats.org/officeDocument/2006/relationships/slideMaster" Target="../slideMasters/slideMaster27.xml"/><Relationship Id="rId4" Type="http://schemas.openxmlformats.org/officeDocument/2006/relationships/image" Target="../media/image45.png"/></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4.png"/><Relationship Id="rId1" Type="http://schemas.openxmlformats.org/officeDocument/2006/relationships/slideMaster" Target="../slideMasters/slideMaster27.xml"/></Relationships>
</file>

<file path=ppt/slideLayouts/_rels/slideLayout4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4.png"/><Relationship Id="rId1" Type="http://schemas.openxmlformats.org/officeDocument/2006/relationships/slideMaster" Target="../slideMasters/slideMaster27.xml"/><Relationship Id="rId4" Type="http://schemas.openxmlformats.org/officeDocument/2006/relationships/image" Target="../media/image45.png"/></Relationships>
</file>

<file path=ppt/slideLayouts/_rels/slideLayout43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3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3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3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3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47.png"/><Relationship Id="rId1" Type="http://schemas.openxmlformats.org/officeDocument/2006/relationships/slideMaster" Target="../slideMasters/slideMaster27.xml"/></Relationships>
</file>

<file path=ppt/slideLayouts/_rels/slideLayout43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4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Master" Target="../slideMasters/slideMaster27.xml"/></Relationships>
</file>

<file path=ppt/slideLayouts/_rels/slideLayout44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Master" Target="../slideMasters/slideMaster27.xml"/></Relationships>
</file>

<file path=ppt/slideLayouts/_rels/slideLayout44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4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4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4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4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Master" Target="../slideMasters/slideMaster27.xml"/></Relationships>
</file>

<file path=ppt/slideLayouts/_rels/slideLayout44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5.png"/><Relationship Id="rId1" Type="http://schemas.openxmlformats.org/officeDocument/2006/relationships/slideMaster" Target="../slideMasters/slideMaster27.xml"/></Relationships>
</file>

<file path=ppt/slideLayouts/_rels/slideLayout44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4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5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5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5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54.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Master" Target="../slideMasters/slideMaster27.xml"/></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5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5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5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5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6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6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6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6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6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5.png"/><Relationship Id="rId1" Type="http://schemas.openxmlformats.org/officeDocument/2006/relationships/slideMaster" Target="../slideMasters/slideMaster27.xml"/></Relationships>
</file>

<file path=ppt/slideLayouts/_rels/slideLayout46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5.png"/><Relationship Id="rId1" Type="http://schemas.openxmlformats.org/officeDocument/2006/relationships/slideMaster" Target="../slideMasters/slideMaster27.xml"/></Relationships>
</file>

<file path=ppt/slideLayouts/_rels/slideLayout46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6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6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7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7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5.png"/><Relationship Id="rId1" Type="http://schemas.openxmlformats.org/officeDocument/2006/relationships/slideMaster" Target="../slideMasters/slideMaster27.xml"/></Relationships>
</file>

<file path=ppt/slideLayouts/_rels/slideLayout47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5.png"/><Relationship Id="rId1" Type="http://schemas.openxmlformats.org/officeDocument/2006/relationships/slideMaster" Target="../slideMasters/slideMaster27.xml"/></Relationships>
</file>

<file path=ppt/slideLayouts/_rels/slideLayout47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7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7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7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7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7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7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27.xml"/></Relationships>
</file>

<file path=ppt/slideLayouts/_rels/slideLayout48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5.png"/><Relationship Id="rId1" Type="http://schemas.openxmlformats.org/officeDocument/2006/relationships/slideMaster" Target="../slideMasters/slideMaster27.xml"/></Relationships>
</file>

<file path=ppt/slideLayouts/_rels/slideLayout48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5.png"/><Relationship Id="rId1" Type="http://schemas.openxmlformats.org/officeDocument/2006/relationships/slideMaster" Target="../slideMasters/slideMaster27.xml"/></Relationships>
</file>

<file path=ppt/slideLayouts/_rels/slideLayout48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8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8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8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8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5.png"/><Relationship Id="rId1" Type="http://schemas.openxmlformats.org/officeDocument/2006/relationships/slideMaster" Target="../slideMasters/slideMaster27.xml"/></Relationships>
</file>

<file path=ppt/slideLayouts/_rels/slideLayout48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5.png"/><Relationship Id="rId1" Type="http://schemas.openxmlformats.org/officeDocument/2006/relationships/slideMaster" Target="../slideMasters/slideMaster27.xml"/></Relationships>
</file>

<file path=ppt/slideLayouts/_rels/slideLayout48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8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9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9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9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9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9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27.xml"/></Relationships>
</file>

<file path=ppt/slideLayouts/_rels/slideLayout49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9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9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9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9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0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0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0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0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0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0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0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0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0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0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9.jpeg"/><Relationship Id="rId1" Type="http://schemas.openxmlformats.org/officeDocument/2006/relationships/slideMaster" Target="../slideMasters/slideMaster27.xml"/></Relationships>
</file>

<file path=ppt/slideLayouts/_rels/slideLayout51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1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1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1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1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9.jpeg"/><Relationship Id="rId1" Type="http://schemas.openxmlformats.org/officeDocument/2006/relationships/slideMaster" Target="../slideMasters/slideMaster27.xml"/></Relationships>
</file>

<file path=ppt/slideLayouts/_rels/slideLayout51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27.xml"/></Relationships>
</file>

<file path=ppt/slideLayouts/_rels/slideLayout51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1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1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27.xml"/></Relationships>
</file>

<file path=ppt/slideLayouts/_rels/slideLayout52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2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2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Master" Target="../slideMasters/slideMaster27.xml"/></Relationships>
</file>

<file path=ppt/slideLayouts/_rels/slideLayout52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2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2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2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2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2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9.jpeg"/><Relationship Id="rId1" Type="http://schemas.openxmlformats.org/officeDocument/2006/relationships/slideMaster" Target="../slideMasters/slideMaster27.xml"/></Relationships>
</file>

<file path=ppt/slideLayouts/_rels/slideLayout53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3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Master" Target="../slideMasters/slideMaster27.xml"/></Relationships>
</file>

<file path=ppt/slideLayouts/_rels/slideLayout53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3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3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3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3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7.xml"/></Relationships>
</file>

<file path=ppt/slideLayouts/_rels/slideLayout53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3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4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4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4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9.jpeg"/><Relationship Id="rId1" Type="http://schemas.openxmlformats.org/officeDocument/2006/relationships/slideMaster" Target="../slideMasters/slideMaster27.xml"/></Relationships>
</file>

<file path=ppt/slideLayouts/_rels/slideLayout54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3.png"/><Relationship Id="rId1" Type="http://schemas.openxmlformats.org/officeDocument/2006/relationships/slideMaster" Target="../slideMasters/slideMaster27.xml"/></Relationships>
</file>

<file path=ppt/slideLayouts/_rels/slideLayout54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4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4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4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4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5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5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5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5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5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5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5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5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3.png"/><Relationship Id="rId1" Type="http://schemas.openxmlformats.org/officeDocument/2006/relationships/slideMaster" Target="../slideMasters/slideMaster27.xml"/></Relationships>
</file>

<file path=ppt/slideLayouts/_rels/slideLayout55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3.png"/><Relationship Id="rId1" Type="http://schemas.openxmlformats.org/officeDocument/2006/relationships/slideMaster" Target="../slideMasters/slideMaster27.xml"/></Relationships>
</file>

<file path=ppt/slideLayouts/_rels/slideLayout55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6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6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6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6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3.png"/><Relationship Id="rId1" Type="http://schemas.openxmlformats.org/officeDocument/2006/relationships/slideMaster" Target="../slideMasters/slideMaster27.xml"/></Relationships>
</file>

<file path=ppt/slideLayouts/_rels/slideLayout56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3.png"/><Relationship Id="rId1" Type="http://schemas.openxmlformats.org/officeDocument/2006/relationships/slideMaster" Target="../slideMasters/slideMaster27.xml"/></Relationships>
</file>

<file path=ppt/slideLayouts/_rels/slideLayout56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6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6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6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6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7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7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Master" Target="../slideMasters/slideMaster27.xml"/></Relationships>
</file>

<file path=ppt/slideLayouts/_rels/slideLayout57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9.jpeg"/><Relationship Id="rId1" Type="http://schemas.openxmlformats.org/officeDocument/2006/relationships/slideMaster" Target="../slideMasters/slideMaster27.xml"/></Relationships>
</file>

<file path=ppt/slideLayouts/_rels/slideLayout57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7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7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7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7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7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7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8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8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4.jpeg"/><Relationship Id="rId1" Type="http://schemas.openxmlformats.org/officeDocument/2006/relationships/slideMaster" Target="../slideMasters/slideMaster27.xml"/></Relationships>
</file>

<file path=ppt/slideLayouts/_rels/slideLayout58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8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4.jpeg"/><Relationship Id="rId1" Type="http://schemas.openxmlformats.org/officeDocument/2006/relationships/slideMaster" Target="../slideMasters/slideMaster27.xml"/></Relationships>
</file>

<file path=ppt/slideLayouts/_rels/slideLayout58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Master" Target="../slideMasters/slideMaster27.xml"/></Relationships>
</file>

<file path=ppt/slideLayouts/_rels/slideLayout58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8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8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7.xml"/></Relationships>
</file>

<file path=ppt/slideLayouts/_rels/slideLayout58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8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9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Master" Target="../slideMasters/slideMaster27.xml"/></Relationships>
</file>

<file path=ppt/slideLayouts/_rels/slideLayout59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9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9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9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9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9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9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4.jpeg"/><Relationship Id="rId1" Type="http://schemas.openxmlformats.org/officeDocument/2006/relationships/slideMaster" Target="../slideMasters/slideMaster27.xml"/></Relationships>
</file>

<file path=ppt/slideLayouts/_rels/slideLayout59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59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Master" Target="../slideMasters/slideMaster27.xml"/></Relationships>
</file>

<file path=ppt/slideLayouts/_rels/slideLayout60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60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60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60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60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60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7.xml"/></Relationships>
</file>

<file path=ppt/slideLayouts/_rels/slideLayout60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60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60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60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6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4.jpeg"/><Relationship Id="rId1" Type="http://schemas.openxmlformats.org/officeDocument/2006/relationships/slideMaster" Target="../slideMasters/slideMaster27.xml"/></Relationships>
</file>

<file path=ppt/slideLayouts/_rels/slideLayout6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7.xml"/></Relationships>
</file>

<file path=ppt/slideLayouts/_rels/slideLayout61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61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61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61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61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61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61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61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62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62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6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9.jpeg"/><Relationship Id="rId1" Type="http://schemas.openxmlformats.org/officeDocument/2006/relationships/slideMaster" Target="../slideMasters/slideMaster27.xml"/></Relationships>
</file>

<file path=ppt/slideLayouts/_rels/slideLayout62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62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2" y="1972204"/>
            <a:ext cx="5435592" cy="4163389"/>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49091" y="1972198"/>
            <a:ext cx="5126679" cy="1538883"/>
          </a:xfrm>
          <a:ln>
            <a:noFill/>
          </a:ln>
        </p:spPr>
        <p:txBody>
          <a:bodyPr wrap="square" lIns="0" tIns="0" rIns="0" bIns="0">
            <a:spAutoFit/>
          </a:bodyPr>
          <a:lstStyle>
            <a:lvl1pPr>
              <a:spcBef>
                <a:spcPts val="0"/>
              </a:spcBef>
              <a:spcAft>
                <a:spcPts val="0"/>
              </a:spcAft>
              <a:defRPr lang="en-US" sz="20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mn-lt"/>
                <a:ea typeface="+mn-ea"/>
                <a:cs typeface="Arial" pitchFamily="34" charset="0"/>
              </a:defRPr>
            </a:lvl2pPr>
            <a:lvl3pPr>
              <a:spcBef>
                <a:spcPts val="0"/>
              </a:spcBef>
              <a:spcAft>
                <a:spcPts val="0"/>
              </a:spcAft>
              <a:defRPr lang="en-US" sz="20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0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000" b="0" kern="1200" baseline="0" dirty="0" smtClean="0">
                <a:solidFill>
                  <a:schemeClr val="tx1"/>
                </a:solidFill>
                <a:latin typeface="Arial" pitchFamily="34" charset="0"/>
                <a:ea typeface="+mn-ea"/>
                <a:cs typeface="Arial" pitchFamily="34" charset="0"/>
              </a:defRPr>
            </a:lvl5pPr>
            <a:lvl6pPr marL="1364925" indent="-278679">
              <a:spcBef>
                <a:spcPts val="0"/>
              </a:spcBef>
              <a:spcAft>
                <a:spcPts val="0"/>
              </a:spcAft>
              <a:buSzPct val="70000"/>
              <a:defRPr lang="en-US" sz="2000" kern="1200" dirty="0" smtClean="0">
                <a:solidFill>
                  <a:schemeClr val="tx1"/>
                </a:solidFill>
                <a:latin typeface="Arial" pitchFamily="34" charset="0"/>
                <a:ea typeface="+mn-ea"/>
                <a:cs typeface="Arial" pitchFamily="34" charset="0"/>
              </a:defRPr>
            </a:lvl6pPr>
            <a:lvl7pPr marL="1637909" indent="-272990">
              <a:spcBef>
                <a:spcPts val="0"/>
              </a:spcBef>
              <a:spcAft>
                <a:spcPts val="0"/>
              </a:spcAft>
              <a:buSzPct val="70000"/>
              <a:buFont typeface="Arial" pitchFamily="34" charset="0"/>
              <a:buChar char="–"/>
              <a:defRPr sz="2000" baseline="0">
                <a:latin typeface="+mj-lt"/>
              </a:defRPr>
            </a:lvl7pPr>
            <a:lvl8pPr marL="1910891" indent="-272990">
              <a:spcBef>
                <a:spcPts val="0"/>
              </a:spcBef>
              <a:spcAft>
                <a:spcPts val="0"/>
              </a:spcAft>
              <a:buSzPct val="70000"/>
              <a:defRPr sz="2000" baseline="0">
                <a:latin typeface="+mj-lt"/>
              </a:defRPr>
            </a:lvl8pPr>
            <a:lvl9pPr marL="2178185" indent="-267290">
              <a:spcBef>
                <a:spcPts val="0"/>
              </a:spcBef>
              <a:spcAft>
                <a:spcPts val="0"/>
              </a:spcAft>
              <a:buSzPct val="70000"/>
              <a:buFont typeface="Arial" pitchFamily="34" charset="0"/>
              <a:buChar char="–"/>
              <a:defRPr sz="2000">
                <a:latin typeface="+mj-lt"/>
              </a:defRPr>
            </a:lvl9pPr>
          </a:lstStyle>
          <a:p>
            <a:pPr marL="346918" lvl="0" indent="-346918" algn="l" defTabSz="1091937"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2461" lvl="2" indent="-333646" algn="l" defTabSz="1091937"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6107" lvl="3" indent="-333646" algn="l" defTabSz="1091937"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57341" lvl="4" indent="-341242" algn="l" defTabSz="11146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13737" lvl="5" indent="-341242" algn="l" defTabSz="1091937"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190" y="727314"/>
            <a:ext cx="10964283"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91937"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06" y="1270819"/>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73952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7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26" y="719290"/>
            <a:ext cx="10962166" cy="46166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000" b="1" kern="1200" dirty="0">
                <a:solidFill>
                  <a:schemeClr val="tx2"/>
                </a:solidFill>
                <a:latin typeface="Arial" pitchFamily="34" charset="0"/>
                <a:ea typeface="+mj-ea"/>
                <a:cs typeface="Arial" pitchFamily="34" charset="0"/>
              </a:defRPr>
            </a:lvl1pPr>
          </a:lstStyle>
          <a:p>
            <a:pPr lvl="0" algn="l" defTabSz="1091937"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6" y="1972203"/>
            <a:ext cx="10962167" cy="1538883"/>
          </a:xfrm>
        </p:spPr>
        <p:txBody>
          <a:bodyPr wrap="square">
            <a:spAutoFit/>
          </a:bodyPr>
          <a:lstStyle>
            <a:lvl1pPr algn="l" rtl="0" eaLnBrk="1" latinLnBrk="0" hangingPunct="1">
              <a:spcBef>
                <a:spcPts val="0"/>
              </a:spcBef>
              <a:spcAft>
                <a:spcPts val="0"/>
              </a:spcAft>
              <a:buClr>
                <a:schemeClr val="bg2"/>
              </a:buClr>
              <a:buSzPct val="120000"/>
              <a:defRPr lang="en-US" sz="20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0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5pPr>
            <a:lvl6pPr marL="1713737" indent="-341242">
              <a:spcBef>
                <a:spcPts val="0"/>
              </a:spcBef>
              <a:spcAft>
                <a:spcPts val="0"/>
              </a:spcAft>
              <a:buClr>
                <a:schemeClr val="tx2"/>
              </a:buClr>
              <a:buSzPct val="70000"/>
              <a:buFont typeface="Wingdings" pitchFamily="2" charset="2"/>
              <a:buChar char="§"/>
              <a:defRPr lang="en-US" sz="2000" kern="1200" dirty="0" smtClean="0">
                <a:solidFill>
                  <a:schemeClr val="tx1"/>
                </a:solidFill>
                <a:latin typeface="Arial" pitchFamily="34" charset="0"/>
                <a:ea typeface="+mn-ea"/>
                <a:cs typeface="Arial" pitchFamily="34" charset="0"/>
              </a:defRPr>
            </a:lvl6pPr>
            <a:lvl7pPr marL="2047387" indent="-326066">
              <a:spcBef>
                <a:spcPts val="0"/>
              </a:spcBef>
              <a:spcAft>
                <a:spcPts val="0"/>
              </a:spcAft>
              <a:buClr>
                <a:schemeClr val="tx2"/>
              </a:buClr>
              <a:buSzPct val="70000"/>
              <a:buFont typeface="Arial" pitchFamily="34" charset="0"/>
              <a:buChar char="–"/>
              <a:defRPr sz="2000" baseline="0">
                <a:solidFill>
                  <a:schemeClr val="tx1"/>
                </a:solidFill>
                <a:latin typeface="+mn-lt"/>
                <a:cs typeface="Arial" pitchFamily="34" charset="0"/>
              </a:defRPr>
            </a:lvl7pPr>
            <a:lvl8pPr marL="1910891" indent="-272990">
              <a:spcBef>
                <a:spcPts val="0"/>
              </a:spcBef>
              <a:spcAft>
                <a:spcPts val="0"/>
              </a:spcAft>
              <a:buSzPct val="70000"/>
              <a:defRPr sz="2000" baseline="0">
                <a:latin typeface="Arial" pitchFamily="34" charset="0"/>
                <a:cs typeface="Arial" pitchFamily="34" charset="0"/>
              </a:defRPr>
            </a:lvl8pPr>
            <a:lvl9pPr marL="2178185" indent="-267290">
              <a:spcBef>
                <a:spcPts val="0"/>
              </a:spcBef>
              <a:spcAft>
                <a:spcPts val="0"/>
              </a:spcAft>
              <a:buSzPct val="70000"/>
              <a:buFont typeface="Arial" pitchFamily="34" charset="0"/>
              <a:buChar char="–"/>
              <a:defRPr sz="2000">
                <a:latin typeface="Arial" pitchFamily="34" charset="0"/>
                <a:cs typeface="Arial" pitchFamily="34" charset="0"/>
              </a:defRPr>
            </a:lvl9pPr>
          </a:lstStyle>
          <a:p>
            <a:pPr marL="346918" lvl="0" indent="-346918" algn="l" defTabSz="1091937"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2461" lvl="2" indent="-333646" algn="l" defTabSz="1091937"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6107" lvl="3" indent="-333646" algn="l" defTabSz="1091937"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57341" lvl="4" indent="-341242" algn="l" defTabSz="11146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13737" lvl="5" indent="-341242" algn="l" defTabSz="1091937"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106" y="1146095"/>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3442115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cSld name="8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26" y="719290"/>
            <a:ext cx="10962166" cy="46166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000" b="1" kern="1200" dirty="0">
                <a:solidFill>
                  <a:schemeClr val="tx2"/>
                </a:solidFill>
                <a:latin typeface="Arial" pitchFamily="34" charset="0"/>
                <a:ea typeface="+mj-ea"/>
                <a:cs typeface="Arial" pitchFamily="34" charset="0"/>
              </a:defRPr>
            </a:lvl1pPr>
          </a:lstStyle>
          <a:p>
            <a:pPr lvl="0" algn="l" defTabSz="1091937"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6" y="1972203"/>
            <a:ext cx="10962167" cy="1538883"/>
          </a:xfrm>
        </p:spPr>
        <p:txBody>
          <a:bodyPr wrap="square">
            <a:spAutoFit/>
          </a:bodyPr>
          <a:lstStyle>
            <a:lvl1pPr algn="l" rtl="0" eaLnBrk="1" latinLnBrk="0" hangingPunct="1">
              <a:spcBef>
                <a:spcPts val="0"/>
              </a:spcBef>
              <a:spcAft>
                <a:spcPts val="0"/>
              </a:spcAft>
              <a:buClr>
                <a:schemeClr val="bg2"/>
              </a:buClr>
              <a:buSzPct val="120000"/>
              <a:defRPr lang="en-US" sz="20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0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5pPr>
            <a:lvl6pPr marL="1713737" indent="-341242">
              <a:spcBef>
                <a:spcPts val="0"/>
              </a:spcBef>
              <a:spcAft>
                <a:spcPts val="0"/>
              </a:spcAft>
              <a:buClr>
                <a:schemeClr val="tx2"/>
              </a:buClr>
              <a:buSzPct val="70000"/>
              <a:buFont typeface="Wingdings" pitchFamily="2" charset="2"/>
              <a:buChar char="§"/>
              <a:defRPr lang="en-US" sz="2000" kern="1200" dirty="0" smtClean="0">
                <a:solidFill>
                  <a:schemeClr val="tx1"/>
                </a:solidFill>
                <a:latin typeface="Arial" pitchFamily="34" charset="0"/>
                <a:ea typeface="+mn-ea"/>
                <a:cs typeface="Arial" pitchFamily="34" charset="0"/>
              </a:defRPr>
            </a:lvl6pPr>
            <a:lvl7pPr marL="2047387" indent="-326066">
              <a:spcBef>
                <a:spcPts val="0"/>
              </a:spcBef>
              <a:spcAft>
                <a:spcPts val="0"/>
              </a:spcAft>
              <a:buClr>
                <a:schemeClr val="tx2"/>
              </a:buClr>
              <a:buSzPct val="70000"/>
              <a:buFont typeface="Arial" pitchFamily="34" charset="0"/>
              <a:buChar char="–"/>
              <a:defRPr sz="2000" baseline="0">
                <a:solidFill>
                  <a:schemeClr val="tx1"/>
                </a:solidFill>
                <a:latin typeface="+mn-lt"/>
                <a:cs typeface="Arial" pitchFamily="34" charset="0"/>
              </a:defRPr>
            </a:lvl7pPr>
            <a:lvl8pPr marL="1910891" indent="-272990">
              <a:spcBef>
                <a:spcPts val="0"/>
              </a:spcBef>
              <a:spcAft>
                <a:spcPts val="0"/>
              </a:spcAft>
              <a:buSzPct val="70000"/>
              <a:defRPr sz="2000" baseline="0">
                <a:latin typeface="Arial" pitchFamily="34" charset="0"/>
                <a:cs typeface="Arial" pitchFamily="34" charset="0"/>
              </a:defRPr>
            </a:lvl8pPr>
            <a:lvl9pPr marL="2178185" indent="-267290">
              <a:spcBef>
                <a:spcPts val="0"/>
              </a:spcBef>
              <a:spcAft>
                <a:spcPts val="0"/>
              </a:spcAft>
              <a:buSzPct val="70000"/>
              <a:buFont typeface="Arial" pitchFamily="34" charset="0"/>
              <a:buChar char="–"/>
              <a:defRPr sz="2000">
                <a:latin typeface="Arial" pitchFamily="34" charset="0"/>
                <a:cs typeface="Arial" pitchFamily="34" charset="0"/>
              </a:defRPr>
            </a:lvl9pPr>
          </a:lstStyle>
          <a:p>
            <a:pPr marL="346918" lvl="0" indent="-346918" algn="l" defTabSz="1091937"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2461" lvl="2" indent="-333646" algn="l" defTabSz="1091937"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6107" lvl="3" indent="-333646" algn="l" defTabSz="1091937"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57341" lvl="4" indent="-341242" algn="l" defTabSz="11146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13737" lvl="5" indent="-341242" algn="l" defTabSz="1091937"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106" y="1146095"/>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66173088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cSld name="9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26" y="719290"/>
            <a:ext cx="10962166" cy="46166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000" b="1" kern="1200" dirty="0">
                <a:solidFill>
                  <a:schemeClr val="tx2"/>
                </a:solidFill>
                <a:latin typeface="Arial" pitchFamily="34" charset="0"/>
                <a:ea typeface="+mj-ea"/>
                <a:cs typeface="Arial" pitchFamily="34" charset="0"/>
              </a:defRPr>
            </a:lvl1pPr>
          </a:lstStyle>
          <a:p>
            <a:pPr lvl="0" algn="l" defTabSz="1091937"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6" y="1972203"/>
            <a:ext cx="10962167" cy="1538883"/>
          </a:xfrm>
        </p:spPr>
        <p:txBody>
          <a:bodyPr wrap="square">
            <a:spAutoFit/>
          </a:bodyPr>
          <a:lstStyle>
            <a:lvl1pPr algn="l" rtl="0" eaLnBrk="1" latinLnBrk="0" hangingPunct="1">
              <a:spcBef>
                <a:spcPts val="0"/>
              </a:spcBef>
              <a:spcAft>
                <a:spcPts val="0"/>
              </a:spcAft>
              <a:buClr>
                <a:schemeClr val="bg2"/>
              </a:buClr>
              <a:buSzPct val="120000"/>
              <a:defRPr lang="en-US" sz="20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0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5pPr>
            <a:lvl6pPr marL="1713737" indent="-341242">
              <a:spcBef>
                <a:spcPts val="0"/>
              </a:spcBef>
              <a:spcAft>
                <a:spcPts val="0"/>
              </a:spcAft>
              <a:buClr>
                <a:schemeClr val="tx2"/>
              </a:buClr>
              <a:buSzPct val="70000"/>
              <a:buFont typeface="Wingdings" pitchFamily="2" charset="2"/>
              <a:buChar char="§"/>
              <a:defRPr lang="en-US" sz="2000" kern="1200" dirty="0" smtClean="0">
                <a:solidFill>
                  <a:schemeClr val="tx1"/>
                </a:solidFill>
                <a:latin typeface="Arial" pitchFamily="34" charset="0"/>
                <a:ea typeface="+mn-ea"/>
                <a:cs typeface="Arial" pitchFamily="34" charset="0"/>
              </a:defRPr>
            </a:lvl6pPr>
            <a:lvl7pPr marL="2047387" indent="-326066">
              <a:spcBef>
                <a:spcPts val="0"/>
              </a:spcBef>
              <a:spcAft>
                <a:spcPts val="0"/>
              </a:spcAft>
              <a:buClr>
                <a:schemeClr val="tx2"/>
              </a:buClr>
              <a:buSzPct val="70000"/>
              <a:buFont typeface="Arial" pitchFamily="34" charset="0"/>
              <a:buChar char="–"/>
              <a:defRPr sz="2000" baseline="0">
                <a:solidFill>
                  <a:schemeClr val="tx1"/>
                </a:solidFill>
                <a:latin typeface="+mn-lt"/>
                <a:cs typeface="Arial" pitchFamily="34" charset="0"/>
              </a:defRPr>
            </a:lvl7pPr>
            <a:lvl8pPr marL="1910891" indent="-272990">
              <a:spcBef>
                <a:spcPts val="0"/>
              </a:spcBef>
              <a:spcAft>
                <a:spcPts val="0"/>
              </a:spcAft>
              <a:buSzPct val="70000"/>
              <a:defRPr sz="2000" baseline="0">
                <a:latin typeface="Arial" pitchFamily="34" charset="0"/>
                <a:cs typeface="Arial" pitchFamily="34" charset="0"/>
              </a:defRPr>
            </a:lvl8pPr>
            <a:lvl9pPr marL="2178185" indent="-267290">
              <a:spcBef>
                <a:spcPts val="0"/>
              </a:spcBef>
              <a:spcAft>
                <a:spcPts val="0"/>
              </a:spcAft>
              <a:buSzPct val="70000"/>
              <a:buFont typeface="Arial" pitchFamily="34" charset="0"/>
              <a:buChar char="–"/>
              <a:defRPr sz="2000">
                <a:latin typeface="Arial" pitchFamily="34" charset="0"/>
                <a:cs typeface="Arial" pitchFamily="34" charset="0"/>
              </a:defRPr>
            </a:lvl9pPr>
          </a:lstStyle>
          <a:p>
            <a:pPr marL="346918" lvl="0" indent="-346918" algn="l" defTabSz="1091937"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2461" lvl="2" indent="-333646" algn="l" defTabSz="1091937"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6107" lvl="3" indent="-333646" algn="l" defTabSz="1091937"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57341" lvl="4" indent="-341242" algn="l" defTabSz="11146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13737" lvl="5" indent="-341242" algn="l" defTabSz="1091937"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106" y="1146095"/>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6573370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4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54"/>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90972"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67"/>
            <a:ext cx="7205499" cy="169277"/>
          </a:xfrm>
          <a:prstGeom prst="rect">
            <a:avLst/>
          </a:prstGeom>
          <a:noFill/>
          <a:ln w="9525">
            <a:noFill/>
            <a:miter lim="800000"/>
            <a:headEnd/>
            <a:tailEnd/>
          </a:ln>
        </p:spPr>
        <p:txBody>
          <a:bodyPr wrap="none" lIns="0" tIns="0" rIns="0" bIns="0">
            <a:spAutoFit/>
          </a:bodyPr>
          <a:lstStyle/>
          <a:p>
            <a:pPr defTabSz="1090972"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70"/>
            <a:ext cx="299313" cy="184666"/>
          </a:xfrm>
          <a:prstGeom prst="rect">
            <a:avLst/>
          </a:prstGeom>
          <a:noFill/>
          <a:ln w="9525">
            <a:noFill/>
            <a:miter lim="800000"/>
            <a:headEnd/>
            <a:tailEnd/>
          </a:ln>
        </p:spPr>
        <p:txBody>
          <a:bodyPr wrap="none" lIns="0" tIns="0" rIns="0" bIns="0" anchor="ctr">
            <a:spAutoFit/>
          </a:bodyPr>
          <a:lstStyle/>
          <a:p>
            <a:pPr algn="r" defTabSz="1090972" fontAlgn="auto">
              <a:spcBef>
                <a:spcPts val="0"/>
              </a:spcBef>
              <a:spcAft>
                <a:spcPts val="0"/>
              </a:spcAft>
              <a:defRPr/>
            </a:pPr>
            <a:fld id="{6856ECDB-1CEE-4F69-ADCA-557460F2116E}" type="slidenum">
              <a:rPr lang="en-US" sz="1200">
                <a:solidFill>
                  <a:srgbClr val="6D6E71"/>
                </a:solidFill>
                <a:latin typeface="Arial"/>
              </a:rPr>
              <a:pPr algn="r" defTabSz="1090972"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71"/>
            <a:ext cx="3025650" cy="825692"/>
          </a:xfrm>
          <a:prstGeom prst="rect">
            <a:avLst/>
          </a:prstGeom>
        </p:spPr>
      </p:pic>
    </p:spTree>
    <p:extLst>
      <p:ext uri="{BB962C8B-B14F-4D97-AF65-F5344CB8AC3E}">
        <p14:creationId xmlns:p14="http://schemas.microsoft.com/office/powerpoint/2010/main" val="363801190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5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54"/>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90972"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67"/>
            <a:ext cx="7205499" cy="169277"/>
          </a:xfrm>
          <a:prstGeom prst="rect">
            <a:avLst/>
          </a:prstGeom>
          <a:noFill/>
          <a:ln w="9525">
            <a:noFill/>
            <a:miter lim="800000"/>
            <a:headEnd/>
            <a:tailEnd/>
          </a:ln>
        </p:spPr>
        <p:txBody>
          <a:bodyPr wrap="none" lIns="0" tIns="0" rIns="0" bIns="0">
            <a:spAutoFit/>
          </a:bodyPr>
          <a:lstStyle/>
          <a:p>
            <a:pPr defTabSz="1090972"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70"/>
            <a:ext cx="299313" cy="184666"/>
          </a:xfrm>
          <a:prstGeom prst="rect">
            <a:avLst/>
          </a:prstGeom>
          <a:noFill/>
          <a:ln w="9525">
            <a:noFill/>
            <a:miter lim="800000"/>
            <a:headEnd/>
            <a:tailEnd/>
          </a:ln>
        </p:spPr>
        <p:txBody>
          <a:bodyPr wrap="none" lIns="0" tIns="0" rIns="0" bIns="0" anchor="ctr">
            <a:spAutoFit/>
          </a:bodyPr>
          <a:lstStyle/>
          <a:p>
            <a:pPr algn="r" defTabSz="1090972" fontAlgn="auto">
              <a:spcBef>
                <a:spcPts val="0"/>
              </a:spcBef>
              <a:spcAft>
                <a:spcPts val="0"/>
              </a:spcAft>
              <a:defRPr/>
            </a:pPr>
            <a:fld id="{6856ECDB-1CEE-4F69-ADCA-557460F2116E}" type="slidenum">
              <a:rPr lang="en-US" sz="1200">
                <a:solidFill>
                  <a:srgbClr val="6D6E71"/>
                </a:solidFill>
                <a:latin typeface="Arial"/>
              </a:rPr>
              <a:pPr algn="r" defTabSz="1090972"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71"/>
            <a:ext cx="3025650" cy="825692"/>
          </a:xfrm>
          <a:prstGeom prst="rect">
            <a:avLst/>
          </a:prstGeom>
        </p:spPr>
      </p:pic>
    </p:spTree>
    <p:extLst>
      <p:ext uri="{BB962C8B-B14F-4D97-AF65-F5344CB8AC3E}">
        <p14:creationId xmlns:p14="http://schemas.microsoft.com/office/powerpoint/2010/main" val="48330387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6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54"/>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90972"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67"/>
            <a:ext cx="7205499" cy="169277"/>
          </a:xfrm>
          <a:prstGeom prst="rect">
            <a:avLst/>
          </a:prstGeom>
          <a:noFill/>
          <a:ln w="9525">
            <a:noFill/>
            <a:miter lim="800000"/>
            <a:headEnd/>
            <a:tailEnd/>
          </a:ln>
        </p:spPr>
        <p:txBody>
          <a:bodyPr wrap="none" lIns="0" tIns="0" rIns="0" bIns="0">
            <a:spAutoFit/>
          </a:bodyPr>
          <a:lstStyle/>
          <a:p>
            <a:pPr defTabSz="1090972"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70"/>
            <a:ext cx="299313" cy="184666"/>
          </a:xfrm>
          <a:prstGeom prst="rect">
            <a:avLst/>
          </a:prstGeom>
          <a:noFill/>
          <a:ln w="9525">
            <a:noFill/>
            <a:miter lim="800000"/>
            <a:headEnd/>
            <a:tailEnd/>
          </a:ln>
        </p:spPr>
        <p:txBody>
          <a:bodyPr wrap="none" lIns="0" tIns="0" rIns="0" bIns="0" anchor="ctr">
            <a:spAutoFit/>
          </a:bodyPr>
          <a:lstStyle/>
          <a:p>
            <a:pPr algn="r" defTabSz="1090972" fontAlgn="auto">
              <a:spcBef>
                <a:spcPts val="0"/>
              </a:spcBef>
              <a:spcAft>
                <a:spcPts val="0"/>
              </a:spcAft>
              <a:defRPr/>
            </a:pPr>
            <a:fld id="{6856ECDB-1CEE-4F69-ADCA-557460F2116E}" type="slidenum">
              <a:rPr lang="en-US" sz="1200">
                <a:solidFill>
                  <a:srgbClr val="6D6E71"/>
                </a:solidFill>
                <a:latin typeface="Arial"/>
              </a:rPr>
              <a:pPr algn="r" defTabSz="1090972"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71"/>
            <a:ext cx="3025650" cy="825692"/>
          </a:xfrm>
          <a:prstGeom prst="rect">
            <a:avLst/>
          </a:prstGeom>
        </p:spPr>
      </p:pic>
    </p:spTree>
    <p:extLst>
      <p:ext uri="{BB962C8B-B14F-4D97-AF65-F5344CB8AC3E}">
        <p14:creationId xmlns:p14="http://schemas.microsoft.com/office/powerpoint/2010/main" val="164007758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7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54"/>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90972"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67"/>
            <a:ext cx="7205499" cy="169277"/>
          </a:xfrm>
          <a:prstGeom prst="rect">
            <a:avLst/>
          </a:prstGeom>
          <a:noFill/>
          <a:ln w="9525">
            <a:noFill/>
            <a:miter lim="800000"/>
            <a:headEnd/>
            <a:tailEnd/>
          </a:ln>
        </p:spPr>
        <p:txBody>
          <a:bodyPr wrap="none" lIns="0" tIns="0" rIns="0" bIns="0">
            <a:spAutoFit/>
          </a:bodyPr>
          <a:lstStyle/>
          <a:p>
            <a:pPr defTabSz="1090972"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70"/>
            <a:ext cx="299313" cy="184666"/>
          </a:xfrm>
          <a:prstGeom prst="rect">
            <a:avLst/>
          </a:prstGeom>
          <a:noFill/>
          <a:ln w="9525">
            <a:noFill/>
            <a:miter lim="800000"/>
            <a:headEnd/>
            <a:tailEnd/>
          </a:ln>
        </p:spPr>
        <p:txBody>
          <a:bodyPr wrap="none" lIns="0" tIns="0" rIns="0" bIns="0" anchor="ctr">
            <a:spAutoFit/>
          </a:bodyPr>
          <a:lstStyle/>
          <a:p>
            <a:pPr algn="r" defTabSz="1090972" fontAlgn="auto">
              <a:spcBef>
                <a:spcPts val="0"/>
              </a:spcBef>
              <a:spcAft>
                <a:spcPts val="0"/>
              </a:spcAft>
              <a:defRPr/>
            </a:pPr>
            <a:fld id="{6856ECDB-1CEE-4F69-ADCA-557460F2116E}" type="slidenum">
              <a:rPr lang="en-US" sz="1200">
                <a:solidFill>
                  <a:srgbClr val="6D6E71"/>
                </a:solidFill>
                <a:latin typeface="Arial"/>
              </a:rPr>
              <a:pPr algn="r" defTabSz="1090972"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71"/>
            <a:ext cx="3025650" cy="825692"/>
          </a:xfrm>
          <a:prstGeom prst="rect">
            <a:avLst/>
          </a:prstGeom>
        </p:spPr>
      </p:pic>
    </p:spTree>
    <p:extLst>
      <p:ext uri="{BB962C8B-B14F-4D97-AF65-F5344CB8AC3E}">
        <p14:creationId xmlns:p14="http://schemas.microsoft.com/office/powerpoint/2010/main" val="328492663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8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54"/>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90972"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67"/>
            <a:ext cx="7205499" cy="169277"/>
          </a:xfrm>
          <a:prstGeom prst="rect">
            <a:avLst/>
          </a:prstGeom>
          <a:noFill/>
          <a:ln w="9525">
            <a:noFill/>
            <a:miter lim="800000"/>
            <a:headEnd/>
            <a:tailEnd/>
          </a:ln>
        </p:spPr>
        <p:txBody>
          <a:bodyPr wrap="none" lIns="0" tIns="0" rIns="0" bIns="0">
            <a:spAutoFit/>
          </a:bodyPr>
          <a:lstStyle/>
          <a:p>
            <a:pPr defTabSz="1090972"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70"/>
            <a:ext cx="299313" cy="184666"/>
          </a:xfrm>
          <a:prstGeom prst="rect">
            <a:avLst/>
          </a:prstGeom>
          <a:noFill/>
          <a:ln w="9525">
            <a:noFill/>
            <a:miter lim="800000"/>
            <a:headEnd/>
            <a:tailEnd/>
          </a:ln>
        </p:spPr>
        <p:txBody>
          <a:bodyPr wrap="none" lIns="0" tIns="0" rIns="0" bIns="0" anchor="ctr">
            <a:spAutoFit/>
          </a:bodyPr>
          <a:lstStyle/>
          <a:p>
            <a:pPr algn="r" defTabSz="1090972" fontAlgn="auto">
              <a:spcBef>
                <a:spcPts val="0"/>
              </a:spcBef>
              <a:spcAft>
                <a:spcPts val="0"/>
              </a:spcAft>
              <a:defRPr/>
            </a:pPr>
            <a:fld id="{6856ECDB-1CEE-4F69-ADCA-557460F2116E}" type="slidenum">
              <a:rPr lang="en-US" sz="1200">
                <a:solidFill>
                  <a:srgbClr val="6D6E71"/>
                </a:solidFill>
                <a:latin typeface="Arial"/>
              </a:rPr>
              <a:pPr algn="r" defTabSz="1090972"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71"/>
            <a:ext cx="3025650" cy="825692"/>
          </a:xfrm>
          <a:prstGeom prst="rect">
            <a:avLst/>
          </a:prstGeom>
        </p:spPr>
      </p:pic>
    </p:spTree>
    <p:extLst>
      <p:ext uri="{BB962C8B-B14F-4D97-AF65-F5344CB8AC3E}">
        <p14:creationId xmlns:p14="http://schemas.microsoft.com/office/powerpoint/2010/main" val="312904491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2_Agenda">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10671" y="75"/>
            <a:ext cx="12176659" cy="237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bwMode="gray">
          <a:xfrm>
            <a:off x="641190" y="727286"/>
            <a:ext cx="10964283"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09913"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06" y="1146095"/>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8" name="Picture 7"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71"/>
            <a:ext cx="3025650" cy="825692"/>
          </a:xfrm>
          <a:prstGeom prst="rect">
            <a:avLst/>
          </a:prstGeom>
        </p:spPr>
      </p:pic>
    </p:spTree>
    <p:extLst>
      <p:ext uri="{BB962C8B-B14F-4D97-AF65-F5344CB8AC3E}">
        <p14:creationId xmlns:p14="http://schemas.microsoft.com/office/powerpoint/2010/main" val="3005512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86"/>
            <a:ext cx="10962166"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09110"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23" y="6631018"/>
            <a:ext cx="5278689" cy="123111"/>
          </a:xfrm>
          <a:prstGeom prst="rect">
            <a:avLst/>
          </a:prstGeom>
          <a:noFill/>
          <a:ln w="9525">
            <a:noFill/>
            <a:miter lim="800000"/>
            <a:headEnd/>
            <a:tailEnd/>
          </a:ln>
        </p:spPr>
        <p:txBody>
          <a:bodyPr wrap="none" lIns="0" tIns="0" rIns="0" bIns="0">
            <a:spAutoFit/>
          </a:bodyPr>
          <a:lstStyle/>
          <a:p>
            <a:pPr defTabSz="909110" fontAlgn="auto">
              <a:spcBef>
                <a:spcPts val="0"/>
              </a:spcBef>
              <a:spcAft>
                <a:spcPts val="0"/>
              </a:spcAft>
              <a:defRPr/>
            </a:pPr>
            <a:r>
              <a:rPr lang="en-US" sz="800" dirty="0">
                <a:solidFill>
                  <a:srgbClr val="6D6E71"/>
                </a:solidFill>
                <a:latin typeface="Arial"/>
                <a:cs typeface="+mn-cs"/>
              </a:rPr>
              <a:t> The contents in this document are </a:t>
            </a:r>
            <a:r>
              <a:rPr lang="en-US" sz="800" dirty="0">
                <a:solidFill>
                  <a:prstClr val="white">
                    <a:lumMod val="50000"/>
                  </a:prstClr>
                </a:solidFill>
                <a:latin typeface="Arial"/>
                <a:ea typeface="Times New Roman"/>
                <a:cs typeface="+mn-cs"/>
              </a:rPr>
              <a:t>Confidential &amp; Proprietary</a:t>
            </a:r>
            <a:r>
              <a:rPr lang="en-US" sz="800" dirty="0">
                <a:solidFill>
                  <a:prstClr val="white">
                    <a:lumMod val="50000"/>
                  </a:prstClr>
                </a:solidFill>
                <a:latin typeface="Arial"/>
                <a:cs typeface="+mn-cs"/>
              </a:rPr>
              <a:t>. </a:t>
            </a:r>
            <a:r>
              <a:rPr lang="en-US" sz="800" dirty="0">
                <a:solidFill>
                  <a:srgbClr val="6D6E71"/>
                </a:solidFill>
                <a:latin typeface="Arial"/>
                <a:cs typeface="+mn-cs"/>
              </a:rPr>
              <a:t>Copyright © 2015 Tech Mahindra. All rights reserved.</a:t>
            </a:r>
            <a:endParaRPr lang="en-US" sz="800" dirty="0">
              <a:solidFill>
                <a:srgbClr val="6D6E71"/>
              </a:solidFill>
              <a:latin typeface="Arial"/>
            </a:endParaRPr>
          </a:p>
        </p:txBody>
      </p:sp>
      <p:sp>
        <p:nvSpPr>
          <p:cNvPr id="6" name="Slide Number Placeholder 5"/>
          <p:cNvSpPr txBox="1">
            <a:spLocks/>
          </p:cNvSpPr>
          <p:nvPr userDrawn="1"/>
        </p:nvSpPr>
        <p:spPr bwMode="auto">
          <a:xfrm>
            <a:off x="11687564" y="6607918"/>
            <a:ext cx="280525" cy="169277"/>
          </a:xfrm>
          <a:prstGeom prst="rect">
            <a:avLst/>
          </a:prstGeom>
          <a:noFill/>
          <a:ln w="9525">
            <a:noFill/>
            <a:miter lim="800000"/>
            <a:headEnd/>
            <a:tailEnd/>
          </a:ln>
        </p:spPr>
        <p:txBody>
          <a:bodyPr wrap="none" lIns="0" tIns="0" rIns="0" bIns="0" anchor="ctr">
            <a:spAutoFit/>
          </a:bodyPr>
          <a:lstStyle/>
          <a:p>
            <a:pPr algn="r" defTabSz="909110" fontAlgn="auto">
              <a:spcBef>
                <a:spcPts val="0"/>
              </a:spcBef>
              <a:spcAft>
                <a:spcPts val="0"/>
              </a:spcAft>
              <a:defRPr/>
            </a:pPr>
            <a:fld id="{6856ECDB-1CEE-4F69-ADCA-557460F2116E}" type="slidenum">
              <a:rPr lang="en-US" sz="1100">
                <a:solidFill>
                  <a:srgbClr val="6D6E71"/>
                </a:solidFill>
                <a:latin typeface="Arial"/>
              </a:rPr>
              <a:pPr algn="r" defTabSz="909110" fontAlgn="auto">
                <a:spcBef>
                  <a:spcPts val="0"/>
                </a:spcBef>
                <a:spcAft>
                  <a:spcPts val="0"/>
                </a:spcAft>
                <a:defRPr/>
              </a:pPr>
              <a:t>‹#›</a:t>
            </a:fld>
            <a:endParaRPr lang="en-US" sz="11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71"/>
            <a:ext cx="3025650" cy="825692"/>
          </a:xfrm>
          <a:prstGeom prst="rect">
            <a:avLst/>
          </a:prstGeom>
        </p:spPr>
      </p:pic>
    </p:spTree>
    <p:extLst>
      <p:ext uri="{BB962C8B-B14F-4D97-AF65-F5344CB8AC3E}">
        <p14:creationId xmlns:p14="http://schemas.microsoft.com/office/powerpoint/2010/main" val="353034114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26" y="719353"/>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91937"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6" y="1972203"/>
            <a:ext cx="10962167" cy="1538883"/>
          </a:xfrm>
        </p:spPr>
        <p:txBody>
          <a:bodyPr wrap="square">
            <a:spAutoFit/>
          </a:bodyPr>
          <a:lstStyle>
            <a:lvl1pPr algn="l" rtl="0" eaLnBrk="1" latinLnBrk="0" hangingPunct="1">
              <a:spcBef>
                <a:spcPts val="0"/>
              </a:spcBef>
              <a:spcAft>
                <a:spcPts val="0"/>
              </a:spcAft>
              <a:buClr>
                <a:schemeClr val="bg2"/>
              </a:buClr>
              <a:buSzPct val="120000"/>
              <a:defRPr lang="en-US" sz="20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0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5pPr>
            <a:lvl6pPr marL="1713737" indent="-341242">
              <a:spcBef>
                <a:spcPts val="0"/>
              </a:spcBef>
              <a:spcAft>
                <a:spcPts val="0"/>
              </a:spcAft>
              <a:buClr>
                <a:schemeClr val="tx2"/>
              </a:buClr>
              <a:buSzPct val="70000"/>
              <a:buFont typeface="Wingdings" pitchFamily="2" charset="2"/>
              <a:buChar char="§"/>
              <a:defRPr lang="en-US" sz="2000" kern="1200" dirty="0" smtClean="0">
                <a:solidFill>
                  <a:schemeClr val="tx1"/>
                </a:solidFill>
                <a:latin typeface="Arial" pitchFamily="34" charset="0"/>
                <a:ea typeface="+mn-ea"/>
                <a:cs typeface="Arial" pitchFamily="34" charset="0"/>
              </a:defRPr>
            </a:lvl6pPr>
            <a:lvl7pPr marL="2047387" indent="-326066">
              <a:spcBef>
                <a:spcPts val="0"/>
              </a:spcBef>
              <a:spcAft>
                <a:spcPts val="0"/>
              </a:spcAft>
              <a:buClr>
                <a:schemeClr val="tx2"/>
              </a:buClr>
              <a:buSzPct val="70000"/>
              <a:buFont typeface="Arial" pitchFamily="34" charset="0"/>
              <a:buChar char="–"/>
              <a:defRPr sz="2000" baseline="0">
                <a:solidFill>
                  <a:schemeClr val="tx1"/>
                </a:solidFill>
                <a:latin typeface="+mn-lt"/>
                <a:cs typeface="Arial" pitchFamily="34" charset="0"/>
              </a:defRPr>
            </a:lvl7pPr>
            <a:lvl8pPr marL="1910891" indent="-272990">
              <a:spcBef>
                <a:spcPts val="0"/>
              </a:spcBef>
              <a:spcAft>
                <a:spcPts val="0"/>
              </a:spcAft>
              <a:buSzPct val="70000"/>
              <a:defRPr sz="2000" baseline="0">
                <a:latin typeface="Arial" pitchFamily="34" charset="0"/>
                <a:cs typeface="Arial" pitchFamily="34" charset="0"/>
              </a:defRPr>
            </a:lvl8pPr>
            <a:lvl9pPr marL="2178185" indent="-267290">
              <a:spcBef>
                <a:spcPts val="0"/>
              </a:spcBef>
              <a:spcAft>
                <a:spcPts val="0"/>
              </a:spcAft>
              <a:buSzPct val="70000"/>
              <a:buFont typeface="Arial" pitchFamily="34" charset="0"/>
              <a:buChar char="–"/>
              <a:defRPr sz="2000">
                <a:latin typeface="Arial" pitchFamily="34" charset="0"/>
                <a:cs typeface="Arial" pitchFamily="34" charset="0"/>
              </a:defRPr>
            </a:lvl9pPr>
          </a:lstStyle>
          <a:p>
            <a:pPr marL="346918" lvl="0" indent="-346918" algn="l" defTabSz="1091937"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2461" lvl="2" indent="-333646" algn="l" defTabSz="1091937"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6107" lvl="3" indent="-333646" algn="l" defTabSz="1091937"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57341" lvl="4" indent="-341242" algn="l" defTabSz="111468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13737" lvl="5" indent="-341242" algn="l" defTabSz="1091937"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userDrawn="1">
            <p:ph type="body" sz="quarter" idx="13"/>
          </p:nvPr>
        </p:nvSpPr>
        <p:spPr bwMode="gray">
          <a:xfrm>
            <a:off x="641106" y="1270819"/>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6858835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stretch>
            <a:fillRect/>
          </a:stretch>
        </p:blipFill>
        <p:spPr bwMode="ltGray">
          <a:xfrm>
            <a:off x="1070" y="20"/>
            <a:ext cx="5289698" cy="1443544"/>
          </a:xfrm>
          <a:prstGeom prst="rect">
            <a:avLst/>
          </a:prstGeom>
        </p:spPr>
      </p:pic>
      <p:sp>
        <p:nvSpPr>
          <p:cNvPr id="10" name="Slide Number Placeholder 5"/>
          <p:cNvSpPr txBox="1">
            <a:spLocks/>
          </p:cNvSpPr>
          <p:nvPr userDrawn="1"/>
        </p:nvSpPr>
        <p:spPr bwMode="auto">
          <a:xfrm>
            <a:off x="11687563" y="6607913"/>
            <a:ext cx="280525" cy="169277"/>
          </a:xfrm>
          <a:prstGeom prst="rect">
            <a:avLst/>
          </a:prstGeom>
          <a:noFill/>
          <a:ln w="9525">
            <a:noFill/>
            <a:miter lim="800000"/>
            <a:headEnd/>
            <a:tailEnd/>
          </a:ln>
        </p:spPr>
        <p:txBody>
          <a:bodyPr wrap="none" lIns="0" tIns="0" rIns="0" bIns="0" anchor="ctr">
            <a:spAutoFit/>
          </a:bodyPr>
          <a:lstStyle/>
          <a:p>
            <a:pPr algn="r" defTabSz="909906" fontAlgn="auto">
              <a:spcBef>
                <a:spcPts val="0"/>
              </a:spcBef>
              <a:spcAft>
                <a:spcPts val="0"/>
              </a:spcAft>
              <a:defRPr/>
            </a:pPr>
            <a:fld id="{6856ECDB-1CEE-4F69-ADCA-557460F2116E}" type="slidenum">
              <a:rPr lang="en-US" sz="1100" smtClean="0">
                <a:solidFill>
                  <a:srgbClr val="6D6E71"/>
                </a:solidFill>
                <a:latin typeface="Arial"/>
              </a:rPr>
              <a:pPr algn="r" defTabSz="909906" fontAlgn="auto">
                <a:spcBef>
                  <a:spcPts val="0"/>
                </a:spcBef>
                <a:spcAft>
                  <a:spcPts val="0"/>
                </a:spcAft>
                <a:defRPr/>
              </a:pPr>
              <a:t>‹#›</a:t>
            </a:fld>
            <a:endParaRPr lang="en-US" sz="1100" dirty="0">
              <a:solidFill>
                <a:srgbClr val="6D6E71"/>
              </a:solidFill>
              <a:latin typeface="Arial"/>
            </a:endParaRPr>
          </a:p>
        </p:txBody>
      </p:sp>
      <p:pic>
        <p:nvPicPr>
          <p:cNvPr id="7" name="Picture 6" descr="Mahindra Logo.png"/>
          <p:cNvPicPr>
            <a:picLocks noChangeAspect="1"/>
          </p:cNvPicPr>
          <p:nvPr userDrawn="1"/>
        </p:nvPicPr>
        <p:blipFill>
          <a:blip r:embed="rId3" cstate="email"/>
          <a:stretch>
            <a:fillRect/>
          </a:stretch>
        </p:blipFill>
        <p:spPr bwMode="gray">
          <a:xfrm>
            <a:off x="8436570" y="476801"/>
            <a:ext cx="3168812" cy="656705"/>
          </a:xfrm>
          <a:prstGeom prst="rect">
            <a:avLst/>
          </a:prstGeom>
        </p:spPr>
      </p:pic>
    </p:spTree>
    <p:extLst>
      <p:ext uri="{BB962C8B-B14F-4D97-AF65-F5344CB8AC3E}">
        <p14:creationId xmlns:p14="http://schemas.microsoft.com/office/powerpoint/2010/main" val="3008854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2_Title Slide">
    <p:spTree>
      <p:nvGrpSpPr>
        <p:cNvPr id="1" name=""/>
        <p:cNvGrpSpPr/>
        <p:nvPr/>
      </p:nvGrpSpPr>
      <p:grpSpPr>
        <a:xfrm>
          <a:off x="0" y="0"/>
          <a:ext cx="0" cy="0"/>
          <a:chOff x="0" y="0"/>
          <a:chExt cx="0" cy="0"/>
        </a:xfrm>
      </p:grpSpPr>
      <p:pic>
        <p:nvPicPr>
          <p:cNvPr id="6" name="Picture 2"/>
          <p:cNvPicPr>
            <a:picLocks noChangeAspect="1" noChangeArrowheads="1"/>
          </p:cNvPicPr>
          <p:nvPr userDrawn="1"/>
        </p:nvPicPr>
        <p:blipFill rotWithShape="1">
          <a:blip r:embed="rId2" cstate="email">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bwMode="auto">
          <a:xfrm>
            <a:off x="0" y="-1"/>
            <a:ext cx="12187238" cy="68595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778708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1" y="0"/>
            <a:ext cx="12187239" cy="6859588"/>
          </a:xfrm>
          <a:prstGeom prst="rect">
            <a:avLst/>
          </a:prstGeom>
        </p:spPr>
      </p:pic>
      <p:pic>
        <p:nvPicPr>
          <p:cNvPr id="3" name="Picture 2" descr="Ridge.pdf"/>
          <p:cNvPicPr>
            <a:picLocks noChangeAspect="1"/>
          </p:cNvPicPr>
          <p:nvPr userDrawn="1"/>
        </p:nvPicPr>
        <p:blipFill>
          <a:blip r:embed="rId3" cstate="email"/>
          <a:stretch>
            <a:fillRect/>
          </a:stretch>
        </p:blipFill>
        <p:spPr bwMode="ltGray">
          <a:xfrm>
            <a:off x="613" y="65"/>
            <a:ext cx="3025650" cy="825692"/>
          </a:xfrm>
          <a:prstGeom prst="rect">
            <a:avLst/>
          </a:prstGeom>
        </p:spPr>
      </p:pic>
    </p:spTree>
    <p:extLst>
      <p:ext uri="{BB962C8B-B14F-4D97-AF65-F5344CB8AC3E}">
        <p14:creationId xmlns:p14="http://schemas.microsoft.com/office/powerpoint/2010/main" val="316402958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2" y="1972199"/>
            <a:ext cx="5435592" cy="4163389"/>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49091" y="1972207"/>
            <a:ext cx="5126679" cy="1769715"/>
          </a:xfrm>
          <a:ln>
            <a:noFill/>
          </a:ln>
        </p:spPr>
        <p:txBody>
          <a:bodyPr wrap="square" lIns="0" tIns="0" rIns="0" bIns="0">
            <a:spAutoFit/>
          </a:bodyPr>
          <a:lstStyle>
            <a:lvl1pPr>
              <a:spcBef>
                <a:spcPts val="0"/>
              </a:spcBef>
              <a:spcAft>
                <a:spcPts val="0"/>
              </a:spcAft>
              <a:defRPr lang="en-US" sz="23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300" b="0" kern="1200" baseline="0" dirty="0" smtClean="0">
                <a:solidFill>
                  <a:schemeClr val="tx1"/>
                </a:solidFill>
                <a:latin typeface="+mn-lt"/>
                <a:ea typeface="+mn-ea"/>
                <a:cs typeface="Arial" pitchFamily="34" charset="0"/>
              </a:defRPr>
            </a:lvl2pPr>
            <a:lvl3pPr>
              <a:spcBef>
                <a:spcPts val="0"/>
              </a:spcBef>
              <a:spcAft>
                <a:spcPts val="0"/>
              </a:spcAft>
              <a:defRPr lang="en-US" sz="23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3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300" b="0" kern="1200" baseline="0" dirty="0" smtClean="0">
                <a:solidFill>
                  <a:schemeClr val="tx1"/>
                </a:solidFill>
                <a:latin typeface="Arial" pitchFamily="34" charset="0"/>
                <a:ea typeface="+mn-ea"/>
                <a:cs typeface="Arial" pitchFamily="34" charset="0"/>
              </a:defRPr>
            </a:lvl5pPr>
            <a:lvl6pPr marL="1457859" indent="-297645">
              <a:spcBef>
                <a:spcPts val="0"/>
              </a:spcBef>
              <a:spcAft>
                <a:spcPts val="0"/>
              </a:spcAft>
              <a:buSzPct val="70000"/>
              <a:defRPr lang="en-US" sz="2300" kern="1200" dirty="0" smtClean="0">
                <a:solidFill>
                  <a:schemeClr val="tx1"/>
                </a:solidFill>
                <a:latin typeface="Arial" pitchFamily="34" charset="0"/>
                <a:ea typeface="+mn-ea"/>
                <a:cs typeface="Arial" pitchFamily="34" charset="0"/>
              </a:defRPr>
            </a:lvl6pPr>
            <a:lvl7pPr marL="1749433" indent="-291572">
              <a:spcBef>
                <a:spcPts val="0"/>
              </a:spcBef>
              <a:spcAft>
                <a:spcPts val="0"/>
              </a:spcAft>
              <a:buSzPct val="70000"/>
              <a:buFont typeface="Arial" pitchFamily="34" charset="0"/>
              <a:buChar char="–"/>
              <a:defRPr sz="2300" baseline="0">
                <a:latin typeface="+mj-lt"/>
              </a:defRPr>
            </a:lvl7pPr>
            <a:lvl8pPr marL="2041011" indent="-291572">
              <a:spcBef>
                <a:spcPts val="0"/>
              </a:spcBef>
              <a:spcAft>
                <a:spcPts val="0"/>
              </a:spcAft>
              <a:buSzPct val="70000"/>
              <a:defRPr sz="2300" baseline="0">
                <a:latin typeface="+mj-lt"/>
              </a:defRPr>
            </a:lvl8pPr>
            <a:lvl9pPr marL="2326511" indent="-285504">
              <a:spcBef>
                <a:spcPts val="0"/>
              </a:spcBef>
              <a:spcAft>
                <a:spcPts val="0"/>
              </a:spcAft>
              <a:buSzPct val="70000"/>
              <a:buFont typeface="Arial" pitchFamily="34" charset="0"/>
              <a:buChar char="–"/>
              <a:defRPr sz="2300">
                <a:latin typeface="+mj-lt"/>
              </a:defRPr>
            </a:lvl9pPr>
          </a:lstStyle>
          <a:p>
            <a:pPr marL="370540" lvl="0" indent="-370540" algn="l" defTabSz="1166294"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8937" lvl="2" indent="-356366" algn="l" defTabSz="1166294"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5302" lvl="3" indent="-356366" algn="l" defTabSz="1166294"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49771" lvl="4" indent="-364464" algn="l" defTabSz="119059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0435" lvl="5" indent="-364464" algn="l" defTabSz="1166294"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186" y="727249"/>
            <a:ext cx="10964283"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6294"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06" y="1270819"/>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4681339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7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26" y="719266"/>
            <a:ext cx="10962166" cy="47705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100" b="1" kern="1200" dirty="0">
                <a:solidFill>
                  <a:schemeClr val="tx2"/>
                </a:solidFill>
                <a:latin typeface="Arial" pitchFamily="34" charset="0"/>
                <a:ea typeface="+mj-ea"/>
                <a:cs typeface="Arial" pitchFamily="34" charset="0"/>
              </a:defRPr>
            </a:lvl1pPr>
          </a:lstStyle>
          <a:p>
            <a:pPr lvl="0" algn="l" defTabSz="1166294"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6" y="1972207"/>
            <a:ext cx="10962167" cy="1769715"/>
          </a:xfrm>
        </p:spPr>
        <p:txBody>
          <a:bodyPr wrap="square">
            <a:spAutoFit/>
          </a:bodyPr>
          <a:lstStyle>
            <a:lvl1pPr algn="l" rtl="0" eaLnBrk="1" latinLnBrk="0" hangingPunct="1">
              <a:spcBef>
                <a:spcPts val="0"/>
              </a:spcBef>
              <a:spcAft>
                <a:spcPts val="0"/>
              </a:spcAft>
              <a:buClr>
                <a:schemeClr val="bg2"/>
              </a:buClr>
              <a:buSzPct val="120000"/>
              <a:defRPr lang="en-US" sz="23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3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5pPr>
            <a:lvl6pPr marL="1830435" indent="-364464">
              <a:spcBef>
                <a:spcPts val="0"/>
              </a:spcBef>
              <a:spcAft>
                <a:spcPts val="0"/>
              </a:spcAft>
              <a:buClr>
                <a:schemeClr val="tx2"/>
              </a:buClr>
              <a:buSzPct val="70000"/>
              <a:buFont typeface="Wingdings" pitchFamily="2" charset="2"/>
              <a:buChar char="§"/>
              <a:defRPr lang="en-US" sz="2300" kern="1200" dirty="0" smtClean="0">
                <a:solidFill>
                  <a:schemeClr val="tx1"/>
                </a:solidFill>
                <a:latin typeface="Arial" pitchFamily="34" charset="0"/>
                <a:ea typeface="+mn-ea"/>
                <a:cs typeface="Arial" pitchFamily="34" charset="0"/>
              </a:defRPr>
            </a:lvl6pPr>
            <a:lvl7pPr marL="2186791" indent="-348270">
              <a:spcBef>
                <a:spcPts val="0"/>
              </a:spcBef>
              <a:spcAft>
                <a:spcPts val="0"/>
              </a:spcAft>
              <a:buClr>
                <a:schemeClr val="tx2"/>
              </a:buClr>
              <a:buSzPct val="70000"/>
              <a:buFont typeface="Arial" pitchFamily="34" charset="0"/>
              <a:buChar char="–"/>
              <a:defRPr sz="2300" baseline="0">
                <a:solidFill>
                  <a:schemeClr val="tx1"/>
                </a:solidFill>
                <a:latin typeface="+mn-lt"/>
                <a:cs typeface="Arial" pitchFamily="34" charset="0"/>
              </a:defRPr>
            </a:lvl7pPr>
            <a:lvl8pPr marL="2041011" indent="-291572">
              <a:spcBef>
                <a:spcPts val="0"/>
              </a:spcBef>
              <a:spcAft>
                <a:spcPts val="0"/>
              </a:spcAft>
              <a:buSzPct val="70000"/>
              <a:defRPr sz="2300" baseline="0">
                <a:latin typeface="Arial" pitchFamily="34" charset="0"/>
                <a:cs typeface="Arial" pitchFamily="34" charset="0"/>
              </a:defRPr>
            </a:lvl8pPr>
            <a:lvl9pPr marL="2326511" indent="-285504">
              <a:spcBef>
                <a:spcPts val="0"/>
              </a:spcBef>
              <a:spcAft>
                <a:spcPts val="0"/>
              </a:spcAft>
              <a:buSzPct val="70000"/>
              <a:buFont typeface="Arial" pitchFamily="34" charset="0"/>
              <a:buChar char="–"/>
              <a:defRPr sz="2300">
                <a:latin typeface="Arial" pitchFamily="34" charset="0"/>
                <a:cs typeface="Arial" pitchFamily="34" charset="0"/>
              </a:defRPr>
            </a:lvl9pPr>
          </a:lstStyle>
          <a:p>
            <a:pPr marL="370540" lvl="0" indent="-370540" algn="l" defTabSz="1166294"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8937" lvl="2" indent="-356366" algn="l" defTabSz="1166294"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5302" lvl="3" indent="-356366" algn="l" defTabSz="1166294"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49771" lvl="4" indent="-364464" algn="l" defTabSz="119059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0435" lvl="5" indent="-364464" algn="l" defTabSz="1166294"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106" y="1146095"/>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46180404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8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26" y="719266"/>
            <a:ext cx="10962166" cy="47705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100" b="1" kern="1200" dirty="0">
                <a:solidFill>
                  <a:schemeClr val="tx2"/>
                </a:solidFill>
                <a:latin typeface="Arial" pitchFamily="34" charset="0"/>
                <a:ea typeface="+mj-ea"/>
                <a:cs typeface="Arial" pitchFamily="34" charset="0"/>
              </a:defRPr>
            </a:lvl1pPr>
          </a:lstStyle>
          <a:p>
            <a:pPr lvl="0" algn="l" defTabSz="1166294"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6" y="1972207"/>
            <a:ext cx="10962167" cy="1769715"/>
          </a:xfrm>
        </p:spPr>
        <p:txBody>
          <a:bodyPr wrap="square">
            <a:spAutoFit/>
          </a:bodyPr>
          <a:lstStyle>
            <a:lvl1pPr algn="l" rtl="0" eaLnBrk="1" latinLnBrk="0" hangingPunct="1">
              <a:spcBef>
                <a:spcPts val="0"/>
              </a:spcBef>
              <a:spcAft>
                <a:spcPts val="0"/>
              </a:spcAft>
              <a:buClr>
                <a:schemeClr val="bg2"/>
              </a:buClr>
              <a:buSzPct val="120000"/>
              <a:defRPr lang="en-US" sz="23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3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5pPr>
            <a:lvl6pPr marL="1830435" indent="-364464">
              <a:spcBef>
                <a:spcPts val="0"/>
              </a:spcBef>
              <a:spcAft>
                <a:spcPts val="0"/>
              </a:spcAft>
              <a:buClr>
                <a:schemeClr val="tx2"/>
              </a:buClr>
              <a:buSzPct val="70000"/>
              <a:buFont typeface="Wingdings" pitchFamily="2" charset="2"/>
              <a:buChar char="§"/>
              <a:defRPr lang="en-US" sz="2300" kern="1200" dirty="0" smtClean="0">
                <a:solidFill>
                  <a:schemeClr val="tx1"/>
                </a:solidFill>
                <a:latin typeface="Arial" pitchFamily="34" charset="0"/>
                <a:ea typeface="+mn-ea"/>
                <a:cs typeface="Arial" pitchFamily="34" charset="0"/>
              </a:defRPr>
            </a:lvl6pPr>
            <a:lvl7pPr marL="2186791" indent="-348270">
              <a:spcBef>
                <a:spcPts val="0"/>
              </a:spcBef>
              <a:spcAft>
                <a:spcPts val="0"/>
              </a:spcAft>
              <a:buClr>
                <a:schemeClr val="tx2"/>
              </a:buClr>
              <a:buSzPct val="70000"/>
              <a:buFont typeface="Arial" pitchFamily="34" charset="0"/>
              <a:buChar char="–"/>
              <a:defRPr sz="2300" baseline="0">
                <a:solidFill>
                  <a:schemeClr val="tx1"/>
                </a:solidFill>
                <a:latin typeface="+mn-lt"/>
                <a:cs typeface="Arial" pitchFamily="34" charset="0"/>
              </a:defRPr>
            </a:lvl7pPr>
            <a:lvl8pPr marL="2041011" indent="-291572">
              <a:spcBef>
                <a:spcPts val="0"/>
              </a:spcBef>
              <a:spcAft>
                <a:spcPts val="0"/>
              </a:spcAft>
              <a:buSzPct val="70000"/>
              <a:defRPr sz="2300" baseline="0">
                <a:latin typeface="Arial" pitchFamily="34" charset="0"/>
                <a:cs typeface="Arial" pitchFamily="34" charset="0"/>
              </a:defRPr>
            </a:lvl8pPr>
            <a:lvl9pPr marL="2326511" indent="-285504">
              <a:spcBef>
                <a:spcPts val="0"/>
              </a:spcBef>
              <a:spcAft>
                <a:spcPts val="0"/>
              </a:spcAft>
              <a:buSzPct val="70000"/>
              <a:buFont typeface="Arial" pitchFamily="34" charset="0"/>
              <a:buChar char="–"/>
              <a:defRPr sz="2300">
                <a:latin typeface="Arial" pitchFamily="34" charset="0"/>
                <a:cs typeface="Arial" pitchFamily="34" charset="0"/>
              </a:defRPr>
            </a:lvl9pPr>
          </a:lstStyle>
          <a:p>
            <a:pPr marL="370540" lvl="0" indent="-370540" algn="l" defTabSz="1166294"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8937" lvl="2" indent="-356366" algn="l" defTabSz="1166294"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5302" lvl="3" indent="-356366" algn="l" defTabSz="1166294"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49771" lvl="4" indent="-364464" algn="l" defTabSz="119059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0435" lvl="5" indent="-364464" algn="l" defTabSz="1166294"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106" y="1146095"/>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59563932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9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26" y="719266"/>
            <a:ext cx="10962166" cy="47705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100" b="1" kern="1200" dirty="0">
                <a:solidFill>
                  <a:schemeClr val="tx2"/>
                </a:solidFill>
                <a:latin typeface="Arial" pitchFamily="34" charset="0"/>
                <a:ea typeface="+mj-ea"/>
                <a:cs typeface="Arial" pitchFamily="34" charset="0"/>
              </a:defRPr>
            </a:lvl1pPr>
          </a:lstStyle>
          <a:p>
            <a:pPr lvl="0" algn="l" defTabSz="1166294"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6" y="1972207"/>
            <a:ext cx="10962167" cy="1769715"/>
          </a:xfrm>
        </p:spPr>
        <p:txBody>
          <a:bodyPr wrap="square">
            <a:spAutoFit/>
          </a:bodyPr>
          <a:lstStyle>
            <a:lvl1pPr algn="l" rtl="0" eaLnBrk="1" latinLnBrk="0" hangingPunct="1">
              <a:spcBef>
                <a:spcPts val="0"/>
              </a:spcBef>
              <a:spcAft>
                <a:spcPts val="0"/>
              </a:spcAft>
              <a:buClr>
                <a:schemeClr val="bg2"/>
              </a:buClr>
              <a:buSzPct val="120000"/>
              <a:defRPr lang="en-US" sz="23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3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5pPr>
            <a:lvl6pPr marL="1830435" indent="-364464">
              <a:spcBef>
                <a:spcPts val="0"/>
              </a:spcBef>
              <a:spcAft>
                <a:spcPts val="0"/>
              </a:spcAft>
              <a:buClr>
                <a:schemeClr val="tx2"/>
              </a:buClr>
              <a:buSzPct val="70000"/>
              <a:buFont typeface="Wingdings" pitchFamily="2" charset="2"/>
              <a:buChar char="§"/>
              <a:defRPr lang="en-US" sz="2300" kern="1200" dirty="0" smtClean="0">
                <a:solidFill>
                  <a:schemeClr val="tx1"/>
                </a:solidFill>
                <a:latin typeface="Arial" pitchFamily="34" charset="0"/>
                <a:ea typeface="+mn-ea"/>
                <a:cs typeface="Arial" pitchFamily="34" charset="0"/>
              </a:defRPr>
            </a:lvl6pPr>
            <a:lvl7pPr marL="2186791" indent="-348270">
              <a:spcBef>
                <a:spcPts val="0"/>
              </a:spcBef>
              <a:spcAft>
                <a:spcPts val="0"/>
              </a:spcAft>
              <a:buClr>
                <a:schemeClr val="tx2"/>
              </a:buClr>
              <a:buSzPct val="70000"/>
              <a:buFont typeface="Arial" pitchFamily="34" charset="0"/>
              <a:buChar char="–"/>
              <a:defRPr sz="2300" baseline="0">
                <a:solidFill>
                  <a:schemeClr val="tx1"/>
                </a:solidFill>
                <a:latin typeface="+mn-lt"/>
                <a:cs typeface="Arial" pitchFamily="34" charset="0"/>
              </a:defRPr>
            </a:lvl7pPr>
            <a:lvl8pPr marL="2041011" indent="-291572">
              <a:spcBef>
                <a:spcPts val="0"/>
              </a:spcBef>
              <a:spcAft>
                <a:spcPts val="0"/>
              </a:spcAft>
              <a:buSzPct val="70000"/>
              <a:defRPr sz="2300" baseline="0">
                <a:latin typeface="Arial" pitchFamily="34" charset="0"/>
                <a:cs typeface="Arial" pitchFamily="34" charset="0"/>
              </a:defRPr>
            </a:lvl8pPr>
            <a:lvl9pPr marL="2326511" indent="-285504">
              <a:spcBef>
                <a:spcPts val="0"/>
              </a:spcBef>
              <a:spcAft>
                <a:spcPts val="0"/>
              </a:spcAft>
              <a:buSzPct val="70000"/>
              <a:buFont typeface="Arial" pitchFamily="34" charset="0"/>
              <a:buChar char="–"/>
              <a:defRPr sz="2300">
                <a:latin typeface="Arial" pitchFamily="34" charset="0"/>
                <a:cs typeface="Arial" pitchFamily="34" charset="0"/>
              </a:defRPr>
            </a:lvl9pPr>
          </a:lstStyle>
          <a:p>
            <a:pPr marL="370540" lvl="0" indent="-370540" algn="l" defTabSz="1166294"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8937" lvl="2" indent="-356366" algn="l" defTabSz="1166294"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5302" lvl="3" indent="-356366" algn="l" defTabSz="1166294"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49771" lvl="4" indent="-364464" algn="l" defTabSz="119059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0435" lvl="5" indent="-364464" algn="l" defTabSz="1166294"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106" y="1146095"/>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2704493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2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53"/>
            <a:ext cx="10962166"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262"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67"/>
            <a:ext cx="7205499" cy="169277"/>
          </a:xfrm>
          <a:prstGeom prst="rect">
            <a:avLst/>
          </a:prstGeom>
          <a:noFill/>
          <a:ln w="9525">
            <a:noFill/>
            <a:miter lim="800000"/>
            <a:headEnd/>
            <a:tailEnd/>
          </a:ln>
        </p:spPr>
        <p:txBody>
          <a:bodyPr wrap="none" lIns="0" tIns="0" rIns="0" bIns="0">
            <a:spAutoFit/>
          </a:bodyPr>
          <a:lstStyle/>
          <a:p>
            <a:pPr defTabSz="1165262"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1" y="6600232"/>
            <a:ext cx="299313" cy="184666"/>
          </a:xfrm>
          <a:prstGeom prst="rect">
            <a:avLst/>
          </a:prstGeom>
          <a:noFill/>
          <a:ln w="9525">
            <a:noFill/>
            <a:miter lim="800000"/>
            <a:headEnd/>
            <a:tailEnd/>
          </a:ln>
        </p:spPr>
        <p:txBody>
          <a:bodyPr wrap="none" lIns="0" tIns="0" rIns="0" bIns="0" anchor="ctr">
            <a:spAutoFit/>
          </a:bodyPr>
          <a:lstStyle/>
          <a:p>
            <a:pPr algn="r" defTabSz="1165262" fontAlgn="auto">
              <a:spcBef>
                <a:spcPts val="0"/>
              </a:spcBef>
              <a:spcAft>
                <a:spcPts val="0"/>
              </a:spcAft>
              <a:defRPr/>
            </a:pPr>
            <a:fld id="{6856ECDB-1CEE-4F69-ADCA-557460F2116E}" type="slidenum">
              <a:rPr lang="en-US" sz="1200">
                <a:solidFill>
                  <a:srgbClr val="6D6E71"/>
                </a:solidFill>
                <a:latin typeface="Arial"/>
              </a:rPr>
              <a:pPr algn="r" defTabSz="1165262"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65"/>
            <a:ext cx="3025650" cy="825692"/>
          </a:xfrm>
          <a:prstGeom prst="rect">
            <a:avLst/>
          </a:prstGeom>
        </p:spPr>
      </p:pic>
    </p:spTree>
    <p:extLst>
      <p:ext uri="{BB962C8B-B14F-4D97-AF65-F5344CB8AC3E}">
        <p14:creationId xmlns:p14="http://schemas.microsoft.com/office/powerpoint/2010/main" val="74675916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5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53"/>
            <a:ext cx="10962166"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262"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67"/>
            <a:ext cx="7205499" cy="169277"/>
          </a:xfrm>
          <a:prstGeom prst="rect">
            <a:avLst/>
          </a:prstGeom>
          <a:noFill/>
          <a:ln w="9525">
            <a:noFill/>
            <a:miter lim="800000"/>
            <a:headEnd/>
            <a:tailEnd/>
          </a:ln>
        </p:spPr>
        <p:txBody>
          <a:bodyPr wrap="none" lIns="0" tIns="0" rIns="0" bIns="0">
            <a:spAutoFit/>
          </a:bodyPr>
          <a:lstStyle/>
          <a:p>
            <a:pPr defTabSz="1165262"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1" y="6600232"/>
            <a:ext cx="299313" cy="184666"/>
          </a:xfrm>
          <a:prstGeom prst="rect">
            <a:avLst/>
          </a:prstGeom>
          <a:noFill/>
          <a:ln w="9525">
            <a:noFill/>
            <a:miter lim="800000"/>
            <a:headEnd/>
            <a:tailEnd/>
          </a:ln>
        </p:spPr>
        <p:txBody>
          <a:bodyPr wrap="none" lIns="0" tIns="0" rIns="0" bIns="0" anchor="ctr">
            <a:spAutoFit/>
          </a:bodyPr>
          <a:lstStyle/>
          <a:p>
            <a:pPr algn="r" defTabSz="1165262" fontAlgn="auto">
              <a:spcBef>
                <a:spcPts val="0"/>
              </a:spcBef>
              <a:spcAft>
                <a:spcPts val="0"/>
              </a:spcAft>
              <a:defRPr/>
            </a:pPr>
            <a:fld id="{6856ECDB-1CEE-4F69-ADCA-557460F2116E}" type="slidenum">
              <a:rPr lang="en-US" sz="1200">
                <a:solidFill>
                  <a:srgbClr val="6D6E71"/>
                </a:solidFill>
                <a:latin typeface="Arial"/>
              </a:rPr>
              <a:pPr algn="r" defTabSz="1165262"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65"/>
            <a:ext cx="3025650" cy="825692"/>
          </a:xfrm>
          <a:prstGeom prst="rect">
            <a:avLst/>
          </a:prstGeom>
        </p:spPr>
      </p:pic>
    </p:spTree>
    <p:extLst>
      <p:ext uri="{BB962C8B-B14F-4D97-AF65-F5344CB8AC3E}">
        <p14:creationId xmlns:p14="http://schemas.microsoft.com/office/powerpoint/2010/main" val="337655930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6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53"/>
            <a:ext cx="10962166"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262"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67"/>
            <a:ext cx="7205499" cy="169277"/>
          </a:xfrm>
          <a:prstGeom prst="rect">
            <a:avLst/>
          </a:prstGeom>
          <a:noFill/>
          <a:ln w="9525">
            <a:noFill/>
            <a:miter lim="800000"/>
            <a:headEnd/>
            <a:tailEnd/>
          </a:ln>
        </p:spPr>
        <p:txBody>
          <a:bodyPr wrap="none" lIns="0" tIns="0" rIns="0" bIns="0">
            <a:spAutoFit/>
          </a:bodyPr>
          <a:lstStyle/>
          <a:p>
            <a:pPr defTabSz="1165262"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1" y="6600232"/>
            <a:ext cx="299313" cy="184666"/>
          </a:xfrm>
          <a:prstGeom prst="rect">
            <a:avLst/>
          </a:prstGeom>
          <a:noFill/>
          <a:ln w="9525">
            <a:noFill/>
            <a:miter lim="800000"/>
            <a:headEnd/>
            <a:tailEnd/>
          </a:ln>
        </p:spPr>
        <p:txBody>
          <a:bodyPr wrap="none" lIns="0" tIns="0" rIns="0" bIns="0" anchor="ctr">
            <a:spAutoFit/>
          </a:bodyPr>
          <a:lstStyle/>
          <a:p>
            <a:pPr algn="r" defTabSz="1165262" fontAlgn="auto">
              <a:spcBef>
                <a:spcPts val="0"/>
              </a:spcBef>
              <a:spcAft>
                <a:spcPts val="0"/>
              </a:spcAft>
              <a:defRPr/>
            </a:pPr>
            <a:fld id="{6856ECDB-1CEE-4F69-ADCA-557460F2116E}" type="slidenum">
              <a:rPr lang="en-US" sz="1200">
                <a:solidFill>
                  <a:srgbClr val="6D6E71"/>
                </a:solidFill>
                <a:latin typeface="Arial"/>
              </a:rPr>
              <a:pPr algn="r" defTabSz="1165262"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65"/>
            <a:ext cx="3025650" cy="825692"/>
          </a:xfrm>
          <a:prstGeom prst="rect">
            <a:avLst/>
          </a:prstGeom>
        </p:spPr>
      </p:pic>
    </p:spTree>
    <p:extLst>
      <p:ext uri="{BB962C8B-B14F-4D97-AF65-F5344CB8AC3E}">
        <p14:creationId xmlns:p14="http://schemas.microsoft.com/office/powerpoint/2010/main" val="25080285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7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53"/>
            <a:ext cx="10962166"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262"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67"/>
            <a:ext cx="7205499" cy="169277"/>
          </a:xfrm>
          <a:prstGeom prst="rect">
            <a:avLst/>
          </a:prstGeom>
          <a:noFill/>
          <a:ln w="9525">
            <a:noFill/>
            <a:miter lim="800000"/>
            <a:headEnd/>
            <a:tailEnd/>
          </a:ln>
        </p:spPr>
        <p:txBody>
          <a:bodyPr wrap="none" lIns="0" tIns="0" rIns="0" bIns="0">
            <a:spAutoFit/>
          </a:bodyPr>
          <a:lstStyle/>
          <a:p>
            <a:pPr defTabSz="1165262"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1" y="6600232"/>
            <a:ext cx="299313" cy="184666"/>
          </a:xfrm>
          <a:prstGeom prst="rect">
            <a:avLst/>
          </a:prstGeom>
          <a:noFill/>
          <a:ln w="9525">
            <a:noFill/>
            <a:miter lim="800000"/>
            <a:headEnd/>
            <a:tailEnd/>
          </a:ln>
        </p:spPr>
        <p:txBody>
          <a:bodyPr wrap="none" lIns="0" tIns="0" rIns="0" bIns="0" anchor="ctr">
            <a:spAutoFit/>
          </a:bodyPr>
          <a:lstStyle/>
          <a:p>
            <a:pPr algn="r" defTabSz="1165262" fontAlgn="auto">
              <a:spcBef>
                <a:spcPts val="0"/>
              </a:spcBef>
              <a:spcAft>
                <a:spcPts val="0"/>
              </a:spcAft>
              <a:defRPr/>
            </a:pPr>
            <a:fld id="{6856ECDB-1CEE-4F69-ADCA-557460F2116E}" type="slidenum">
              <a:rPr lang="en-US" sz="1200">
                <a:solidFill>
                  <a:srgbClr val="6D6E71"/>
                </a:solidFill>
                <a:latin typeface="Arial"/>
              </a:rPr>
              <a:pPr algn="r" defTabSz="1165262"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65"/>
            <a:ext cx="3025650" cy="825692"/>
          </a:xfrm>
          <a:prstGeom prst="rect">
            <a:avLst/>
          </a:prstGeom>
        </p:spPr>
      </p:pic>
    </p:spTree>
    <p:extLst>
      <p:ext uri="{BB962C8B-B14F-4D97-AF65-F5344CB8AC3E}">
        <p14:creationId xmlns:p14="http://schemas.microsoft.com/office/powerpoint/2010/main" val="5521435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8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53"/>
            <a:ext cx="10962166"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262"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67"/>
            <a:ext cx="7205499" cy="169277"/>
          </a:xfrm>
          <a:prstGeom prst="rect">
            <a:avLst/>
          </a:prstGeom>
          <a:noFill/>
          <a:ln w="9525">
            <a:noFill/>
            <a:miter lim="800000"/>
            <a:headEnd/>
            <a:tailEnd/>
          </a:ln>
        </p:spPr>
        <p:txBody>
          <a:bodyPr wrap="none" lIns="0" tIns="0" rIns="0" bIns="0">
            <a:spAutoFit/>
          </a:bodyPr>
          <a:lstStyle/>
          <a:p>
            <a:pPr defTabSz="1165262"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1" y="6600232"/>
            <a:ext cx="299313" cy="184666"/>
          </a:xfrm>
          <a:prstGeom prst="rect">
            <a:avLst/>
          </a:prstGeom>
          <a:noFill/>
          <a:ln w="9525">
            <a:noFill/>
            <a:miter lim="800000"/>
            <a:headEnd/>
            <a:tailEnd/>
          </a:ln>
        </p:spPr>
        <p:txBody>
          <a:bodyPr wrap="none" lIns="0" tIns="0" rIns="0" bIns="0" anchor="ctr">
            <a:spAutoFit/>
          </a:bodyPr>
          <a:lstStyle/>
          <a:p>
            <a:pPr algn="r" defTabSz="1165262" fontAlgn="auto">
              <a:spcBef>
                <a:spcPts val="0"/>
              </a:spcBef>
              <a:spcAft>
                <a:spcPts val="0"/>
              </a:spcAft>
              <a:defRPr/>
            </a:pPr>
            <a:fld id="{6856ECDB-1CEE-4F69-ADCA-557460F2116E}" type="slidenum">
              <a:rPr lang="en-US" sz="1200">
                <a:solidFill>
                  <a:srgbClr val="6D6E71"/>
                </a:solidFill>
                <a:latin typeface="Arial"/>
              </a:rPr>
              <a:pPr algn="r" defTabSz="1165262"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65"/>
            <a:ext cx="3025650" cy="825692"/>
          </a:xfrm>
          <a:prstGeom prst="rect">
            <a:avLst/>
          </a:prstGeom>
        </p:spPr>
      </p:pic>
    </p:spTree>
    <p:extLst>
      <p:ext uri="{BB962C8B-B14F-4D97-AF65-F5344CB8AC3E}">
        <p14:creationId xmlns:p14="http://schemas.microsoft.com/office/powerpoint/2010/main" val="129821743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189" y="727249"/>
            <a:ext cx="10964283"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6294"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41106" y="1972137"/>
            <a:ext cx="10962167" cy="2385268"/>
          </a:xfrm>
        </p:spPr>
        <p:txBody>
          <a:bodyPr wrap="square">
            <a:spAutoFit/>
          </a:bodyPr>
          <a:lstStyle>
            <a:lvl1pPr>
              <a:spcBef>
                <a:spcPts val="0"/>
              </a:spcBef>
              <a:spcAft>
                <a:spcPts val="0"/>
              </a:spcAft>
              <a:defRPr lang="en-US" sz="31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31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31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31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3100" b="0" kern="1200" baseline="0" dirty="0" smtClean="0">
                <a:solidFill>
                  <a:schemeClr val="tx1"/>
                </a:solidFill>
                <a:latin typeface="Arial" pitchFamily="34" charset="0"/>
                <a:ea typeface="+mn-ea"/>
                <a:cs typeface="Arial" pitchFamily="34" charset="0"/>
              </a:defRPr>
            </a:lvl5pPr>
            <a:lvl6pPr marL="1830435" indent="-364464">
              <a:spcBef>
                <a:spcPts val="0"/>
              </a:spcBef>
              <a:spcAft>
                <a:spcPts val="0"/>
              </a:spcAft>
              <a:buClr>
                <a:schemeClr val="tx2"/>
              </a:buClr>
              <a:buSzPct val="70000"/>
              <a:buFont typeface="Wingdings" pitchFamily="2" charset="2"/>
              <a:buChar char="§"/>
              <a:defRPr lang="en-US" sz="3100" kern="1200" dirty="0" smtClean="0">
                <a:solidFill>
                  <a:schemeClr val="tx1"/>
                </a:solidFill>
                <a:latin typeface="Arial" pitchFamily="34" charset="0"/>
                <a:ea typeface="+mn-ea"/>
                <a:cs typeface="Arial" pitchFamily="34" charset="0"/>
              </a:defRPr>
            </a:lvl6pPr>
            <a:lvl7pPr marL="2186791" indent="-348270">
              <a:spcBef>
                <a:spcPts val="0"/>
              </a:spcBef>
              <a:spcAft>
                <a:spcPts val="0"/>
              </a:spcAft>
              <a:buClr>
                <a:schemeClr val="tx2"/>
              </a:buClr>
              <a:buSzPct val="70000"/>
              <a:buFont typeface="Arial" pitchFamily="34" charset="0"/>
              <a:buChar char="–"/>
              <a:defRPr sz="2300" baseline="0">
                <a:solidFill>
                  <a:schemeClr val="tx1"/>
                </a:solidFill>
                <a:latin typeface="+mn-lt"/>
                <a:cs typeface="Arial" pitchFamily="34" charset="0"/>
              </a:defRPr>
            </a:lvl7pPr>
            <a:lvl8pPr marL="2041011" indent="-291572">
              <a:spcBef>
                <a:spcPts val="0"/>
              </a:spcBef>
              <a:spcAft>
                <a:spcPts val="0"/>
              </a:spcAft>
              <a:buSzPct val="70000"/>
              <a:defRPr sz="2300" baseline="0">
                <a:latin typeface="Arial" pitchFamily="34" charset="0"/>
                <a:cs typeface="Arial" pitchFamily="34" charset="0"/>
              </a:defRPr>
            </a:lvl8pPr>
            <a:lvl9pPr marL="2326511" indent="-285504">
              <a:spcBef>
                <a:spcPts val="0"/>
              </a:spcBef>
              <a:spcAft>
                <a:spcPts val="0"/>
              </a:spcAft>
              <a:buSzPct val="70000"/>
              <a:buFont typeface="Arial" pitchFamily="34" charset="0"/>
              <a:buChar char="–"/>
              <a:defRPr sz="2300">
                <a:latin typeface="Arial" pitchFamily="34" charset="0"/>
                <a:cs typeface="Arial" pitchFamily="34" charset="0"/>
              </a:defRPr>
            </a:lvl9pPr>
          </a:lstStyle>
          <a:p>
            <a:pPr marL="370540" lvl="0" indent="-370540" algn="l" defTabSz="1166294"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8937" lvl="2" indent="-356366" algn="l" defTabSz="1166294"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5302" lvl="3" indent="-356366" algn="l" defTabSz="1166294"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49771" lvl="4" indent="-364464" algn="l" defTabSz="119059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0435" lvl="5" indent="-364464" algn="l" defTabSz="1166294"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32260073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8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56"/>
            <a:ext cx="10962166" cy="538609"/>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500" b="1" kern="1200" dirty="0">
                <a:solidFill>
                  <a:schemeClr val="tx2"/>
                </a:solidFill>
                <a:latin typeface="Arial" pitchFamily="34" charset="0"/>
                <a:ea typeface="+mj-ea"/>
                <a:cs typeface="Arial" pitchFamily="34" charset="0"/>
              </a:defRPr>
            </a:lvl1pPr>
          </a:lstStyle>
          <a:p>
            <a:pPr lvl="0" algn="l" defTabSz="971014"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67"/>
            <a:ext cx="7205499" cy="169277"/>
          </a:xfrm>
          <a:prstGeom prst="rect">
            <a:avLst/>
          </a:prstGeom>
          <a:noFill/>
          <a:ln w="9525">
            <a:noFill/>
            <a:miter lim="800000"/>
            <a:headEnd/>
            <a:tailEnd/>
          </a:ln>
        </p:spPr>
        <p:txBody>
          <a:bodyPr wrap="none" lIns="0" tIns="0" rIns="0" bIns="0">
            <a:spAutoFit/>
          </a:bodyPr>
          <a:lstStyle/>
          <a:p>
            <a:pPr defTabSz="971014"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74"/>
            <a:ext cx="299313" cy="184666"/>
          </a:xfrm>
          <a:prstGeom prst="rect">
            <a:avLst/>
          </a:prstGeom>
          <a:noFill/>
          <a:ln w="9525">
            <a:noFill/>
            <a:miter lim="800000"/>
            <a:headEnd/>
            <a:tailEnd/>
          </a:ln>
        </p:spPr>
        <p:txBody>
          <a:bodyPr wrap="none" lIns="0" tIns="0" rIns="0" bIns="0" anchor="ctr">
            <a:spAutoFit/>
          </a:bodyPr>
          <a:lstStyle/>
          <a:p>
            <a:pPr algn="r" defTabSz="971014" fontAlgn="auto">
              <a:spcBef>
                <a:spcPts val="0"/>
              </a:spcBef>
              <a:spcAft>
                <a:spcPts val="0"/>
              </a:spcAft>
              <a:defRPr/>
            </a:pPr>
            <a:fld id="{6856ECDB-1CEE-4F69-ADCA-557460F2116E}" type="slidenum">
              <a:rPr lang="en-US" sz="1200">
                <a:solidFill>
                  <a:srgbClr val="6D6E71"/>
                </a:solidFill>
                <a:latin typeface="Arial"/>
              </a:rPr>
              <a:pPr algn="r" defTabSz="971014"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65"/>
            <a:ext cx="3025650" cy="825692"/>
          </a:xfrm>
          <a:prstGeom prst="rect">
            <a:avLst/>
          </a:prstGeom>
        </p:spPr>
      </p:pic>
    </p:spTree>
    <p:extLst>
      <p:ext uri="{BB962C8B-B14F-4D97-AF65-F5344CB8AC3E}">
        <p14:creationId xmlns:p14="http://schemas.microsoft.com/office/powerpoint/2010/main" val="7468776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14" y="719326"/>
            <a:ext cx="10962166" cy="56938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700" b="1" kern="1200" dirty="0">
                <a:solidFill>
                  <a:schemeClr val="tx2"/>
                </a:solidFill>
                <a:latin typeface="Arial" pitchFamily="34" charset="0"/>
                <a:ea typeface="+mj-ea"/>
                <a:cs typeface="Arial" pitchFamily="34" charset="0"/>
              </a:defRPr>
            </a:lvl1pPr>
          </a:lstStyle>
          <a:p>
            <a:pPr lvl="0" algn="l" defTabSz="1087201"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6" y="1972145"/>
            <a:ext cx="10962167" cy="1538883"/>
          </a:xfrm>
        </p:spPr>
        <p:txBody>
          <a:bodyPr wrap="square">
            <a:spAutoFit/>
          </a:bodyPr>
          <a:lstStyle>
            <a:lvl1pPr algn="l" rtl="0" eaLnBrk="1" latinLnBrk="0" hangingPunct="1">
              <a:spcBef>
                <a:spcPts val="0"/>
              </a:spcBef>
              <a:spcAft>
                <a:spcPts val="0"/>
              </a:spcAft>
              <a:buClr>
                <a:schemeClr val="bg2"/>
              </a:buClr>
              <a:buSzPct val="120000"/>
              <a:defRPr lang="en-US" sz="20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0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5pPr>
            <a:lvl6pPr marL="1706302" indent="-339751">
              <a:spcBef>
                <a:spcPts val="0"/>
              </a:spcBef>
              <a:spcAft>
                <a:spcPts val="0"/>
              </a:spcAft>
              <a:buClr>
                <a:schemeClr val="tx2"/>
              </a:buClr>
              <a:buSzPct val="70000"/>
              <a:buFont typeface="Wingdings" pitchFamily="2" charset="2"/>
              <a:buChar char="§"/>
              <a:defRPr lang="en-US" sz="2000" kern="1200" dirty="0" smtClean="0">
                <a:solidFill>
                  <a:schemeClr val="tx1"/>
                </a:solidFill>
                <a:latin typeface="Arial" pitchFamily="34" charset="0"/>
                <a:ea typeface="+mn-ea"/>
                <a:cs typeface="Arial" pitchFamily="34" charset="0"/>
              </a:defRPr>
            </a:lvl6pPr>
            <a:lvl7pPr marL="2038498" indent="-324651">
              <a:spcBef>
                <a:spcPts val="0"/>
              </a:spcBef>
              <a:spcAft>
                <a:spcPts val="0"/>
              </a:spcAft>
              <a:buClr>
                <a:schemeClr val="tx2"/>
              </a:buClr>
              <a:buSzPct val="70000"/>
              <a:buFont typeface="Arial" pitchFamily="34" charset="0"/>
              <a:buChar char="–"/>
              <a:defRPr sz="2000" baseline="0">
                <a:solidFill>
                  <a:schemeClr val="tx1"/>
                </a:solidFill>
                <a:latin typeface="+mn-lt"/>
                <a:cs typeface="Arial" pitchFamily="34" charset="0"/>
              </a:defRPr>
            </a:lvl7pPr>
            <a:lvl8pPr marL="1902601" indent="-271799">
              <a:spcBef>
                <a:spcPts val="0"/>
              </a:spcBef>
              <a:spcAft>
                <a:spcPts val="0"/>
              </a:spcAft>
              <a:buSzPct val="70000"/>
              <a:defRPr sz="2000" baseline="0">
                <a:latin typeface="Arial" pitchFamily="34" charset="0"/>
                <a:cs typeface="Arial" pitchFamily="34" charset="0"/>
              </a:defRPr>
            </a:lvl8pPr>
            <a:lvl9pPr marL="2168740" indent="-266139">
              <a:spcBef>
                <a:spcPts val="0"/>
              </a:spcBef>
              <a:spcAft>
                <a:spcPts val="0"/>
              </a:spcAft>
              <a:buSzPct val="70000"/>
              <a:buFont typeface="Arial" pitchFamily="34" charset="0"/>
              <a:buChar char="–"/>
              <a:defRPr sz="2000">
                <a:latin typeface="Arial" pitchFamily="34" charset="0"/>
                <a:cs typeface="Arial" pitchFamily="34" charset="0"/>
              </a:defRPr>
            </a:lvl9pPr>
          </a:lstStyle>
          <a:p>
            <a:pPr marL="345413" lvl="0" indent="-345413" algn="l" defTabSz="1087201"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79499" lvl="2" indent="-332200" algn="l" defTabSz="1087201"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1702" lvl="3" indent="-332200" algn="l" defTabSz="1087201"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51451" lvl="4" indent="-339751" algn="l" defTabSz="110985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6302" lvl="5" indent="-339751" algn="l" defTabSz="1087201"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userDrawn="1">
            <p:ph type="body" sz="quarter" idx="13"/>
          </p:nvPr>
        </p:nvSpPr>
        <p:spPr bwMode="gray">
          <a:xfrm>
            <a:off x="641106" y="1270769"/>
            <a:ext cx="10962167" cy="277063"/>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8099945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1" y="0"/>
            <a:ext cx="12187239" cy="6859588"/>
          </a:xfrm>
          <a:prstGeom prst="rect">
            <a:avLst/>
          </a:prstGeom>
        </p:spPr>
      </p:pic>
      <p:pic>
        <p:nvPicPr>
          <p:cNvPr id="3" name="Picture 2" descr="Ridge.pdf"/>
          <p:cNvPicPr>
            <a:picLocks noChangeAspect="1"/>
          </p:cNvPicPr>
          <p:nvPr userDrawn="1"/>
        </p:nvPicPr>
        <p:blipFill>
          <a:blip r:embed="rId3" cstate="email"/>
          <a:stretch>
            <a:fillRect/>
          </a:stretch>
        </p:blipFill>
        <p:spPr bwMode="ltGray">
          <a:xfrm>
            <a:off x="613" y="65"/>
            <a:ext cx="3025650" cy="825692"/>
          </a:xfrm>
          <a:prstGeom prst="rect">
            <a:avLst/>
          </a:prstGeom>
        </p:spPr>
      </p:pic>
    </p:spTree>
    <p:extLst>
      <p:ext uri="{BB962C8B-B14F-4D97-AF65-F5344CB8AC3E}">
        <p14:creationId xmlns:p14="http://schemas.microsoft.com/office/powerpoint/2010/main" val="240723728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2" y="1972199"/>
            <a:ext cx="5435592" cy="4163389"/>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49091" y="1972204"/>
            <a:ext cx="5126679" cy="1769715"/>
          </a:xfrm>
          <a:ln>
            <a:noFill/>
          </a:ln>
        </p:spPr>
        <p:txBody>
          <a:bodyPr wrap="square" lIns="0" tIns="0" rIns="0" bIns="0">
            <a:spAutoFit/>
          </a:bodyPr>
          <a:lstStyle>
            <a:lvl1pPr>
              <a:spcBef>
                <a:spcPts val="0"/>
              </a:spcBef>
              <a:spcAft>
                <a:spcPts val="0"/>
              </a:spcAft>
              <a:defRPr lang="en-US" sz="23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300" b="0" kern="1200" baseline="0" dirty="0" smtClean="0">
                <a:solidFill>
                  <a:schemeClr val="tx1"/>
                </a:solidFill>
                <a:latin typeface="+mn-lt"/>
                <a:ea typeface="+mn-ea"/>
                <a:cs typeface="Arial" pitchFamily="34" charset="0"/>
              </a:defRPr>
            </a:lvl2pPr>
            <a:lvl3pPr>
              <a:spcBef>
                <a:spcPts val="0"/>
              </a:spcBef>
              <a:spcAft>
                <a:spcPts val="0"/>
              </a:spcAft>
              <a:defRPr lang="en-US" sz="23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3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300" b="0" kern="1200" baseline="0" dirty="0" smtClean="0">
                <a:solidFill>
                  <a:schemeClr val="tx1"/>
                </a:solidFill>
                <a:latin typeface="Arial" pitchFamily="34" charset="0"/>
                <a:ea typeface="+mn-ea"/>
                <a:cs typeface="Arial" pitchFamily="34" charset="0"/>
              </a:defRPr>
            </a:lvl5pPr>
            <a:lvl6pPr marL="1458059" indent="-297689">
              <a:spcBef>
                <a:spcPts val="0"/>
              </a:spcBef>
              <a:spcAft>
                <a:spcPts val="0"/>
              </a:spcAft>
              <a:buSzPct val="70000"/>
              <a:defRPr lang="en-US" sz="2300" kern="1200" dirty="0" smtClean="0">
                <a:solidFill>
                  <a:schemeClr val="tx1"/>
                </a:solidFill>
                <a:latin typeface="Arial" pitchFamily="34" charset="0"/>
                <a:ea typeface="+mn-ea"/>
                <a:cs typeface="Arial" pitchFamily="34" charset="0"/>
              </a:defRPr>
            </a:lvl6pPr>
            <a:lvl7pPr marL="1749670" indent="-291611">
              <a:spcBef>
                <a:spcPts val="0"/>
              </a:spcBef>
              <a:spcAft>
                <a:spcPts val="0"/>
              </a:spcAft>
              <a:buSzPct val="70000"/>
              <a:buFont typeface="Arial" pitchFamily="34" charset="0"/>
              <a:buChar char="–"/>
              <a:defRPr sz="2300" baseline="0">
                <a:latin typeface="+mj-lt"/>
              </a:defRPr>
            </a:lvl7pPr>
            <a:lvl8pPr marL="2041280" indent="-291611">
              <a:spcBef>
                <a:spcPts val="0"/>
              </a:spcBef>
              <a:spcAft>
                <a:spcPts val="0"/>
              </a:spcAft>
              <a:buSzPct val="70000"/>
              <a:defRPr sz="2300" baseline="0">
                <a:latin typeface="+mj-lt"/>
              </a:defRPr>
            </a:lvl8pPr>
            <a:lvl9pPr marL="2326830" indent="-285540">
              <a:spcBef>
                <a:spcPts val="0"/>
              </a:spcBef>
              <a:spcAft>
                <a:spcPts val="0"/>
              </a:spcAft>
              <a:buSzPct val="70000"/>
              <a:buFont typeface="Arial" pitchFamily="34" charset="0"/>
              <a:buChar char="–"/>
              <a:defRPr sz="2300">
                <a:latin typeface="+mj-lt"/>
              </a:defRPr>
            </a:lvl9pPr>
          </a:lstStyle>
          <a:p>
            <a:pPr marL="370590" lvl="0" indent="-370590" algn="l" defTabSz="1166456"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9036" lvl="2" indent="-356410" algn="l" defTabSz="1166456"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5453" lvl="3" indent="-356410" algn="l" defTabSz="1166456"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49960" lvl="4" indent="-364513" algn="l" defTabSz="119075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0685" lvl="5" indent="-364513" algn="l" defTabSz="1166456"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185" y="727249"/>
            <a:ext cx="10964283"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6456"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06" y="1270815"/>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6124674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7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26" y="719266"/>
            <a:ext cx="10962166" cy="47705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100" b="1" kern="1200" dirty="0">
                <a:solidFill>
                  <a:schemeClr val="tx2"/>
                </a:solidFill>
                <a:latin typeface="Arial" pitchFamily="34" charset="0"/>
                <a:ea typeface="+mj-ea"/>
                <a:cs typeface="Arial" pitchFamily="34" charset="0"/>
              </a:defRPr>
            </a:lvl1pPr>
          </a:lstStyle>
          <a:p>
            <a:pPr lvl="0" algn="l" defTabSz="1166456"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6" y="1972204"/>
            <a:ext cx="10962167" cy="1769715"/>
          </a:xfrm>
        </p:spPr>
        <p:txBody>
          <a:bodyPr wrap="square">
            <a:spAutoFit/>
          </a:bodyPr>
          <a:lstStyle>
            <a:lvl1pPr algn="l" rtl="0" eaLnBrk="1" latinLnBrk="0" hangingPunct="1">
              <a:spcBef>
                <a:spcPts val="0"/>
              </a:spcBef>
              <a:spcAft>
                <a:spcPts val="0"/>
              </a:spcAft>
              <a:buClr>
                <a:schemeClr val="bg2"/>
              </a:buClr>
              <a:buSzPct val="120000"/>
              <a:defRPr lang="en-US" sz="23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3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5pPr>
            <a:lvl6pPr marL="1830685" indent="-364513">
              <a:spcBef>
                <a:spcPts val="0"/>
              </a:spcBef>
              <a:spcAft>
                <a:spcPts val="0"/>
              </a:spcAft>
              <a:buClr>
                <a:schemeClr val="tx2"/>
              </a:buClr>
              <a:buSzPct val="70000"/>
              <a:buFont typeface="Wingdings" pitchFamily="2" charset="2"/>
              <a:buChar char="§"/>
              <a:defRPr lang="en-US" sz="2300" kern="1200" dirty="0" smtClean="0">
                <a:solidFill>
                  <a:schemeClr val="tx1"/>
                </a:solidFill>
                <a:latin typeface="Arial" pitchFamily="34" charset="0"/>
                <a:ea typeface="+mn-ea"/>
                <a:cs typeface="Arial" pitchFamily="34" charset="0"/>
              </a:defRPr>
            </a:lvl6pPr>
            <a:lvl7pPr marL="2187089" indent="-348314">
              <a:spcBef>
                <a:spcPts val="0"/>
              </a:spcBef>
              <a:spcAft>
                <a:spcPts val="0"/>
              </a:spcAft>
              <a:buClr>
                <a:schemeClr val="tx2"/>
              </a:buClr>
              <a:buSzPct val="70000"/>
              <a:buFont typeface="Arial" pitchFamily="34" charset="0"/>
              <a:buChar char="–"/>
              <a:defRPr sz="2300" baseline="0">
                <a:solidFill>
                  <a:schemeClr val="tx1"/>
                </a:solidFill>
                <a:latin typeface="+mn-lt"/>
                <a:cs typeface="Arial" pitchFamily="34" charset="0"/>
              </a:defRPr>
            </a:lvl7pPr>
            <a:lvl8pPr marL="2041280" indent="-291611">
              <a:spcBef>
                <a:spcPts val="0"/>
              </a:spcBef>
              <a:spcAft>
                <a:spcPts val="0"/>
              </a:spcAft>
              <a:buSzPct val="70000"/>
              <a:defRPr sz="2300" baseline="0">
                <a:latin typeface="Arial" pitchFamily="34" charset="0"/>
                <a:cs typeface="Arial" pitchFamily="34" charset="0"/>
              </a:defRPr>
            </a:lvl8pPr>
            <a:lvl9pPr marL="2326830" indent="-285540">
              <a:spcBef>
                <a:spcPts val="0"/>
              </a:spcBef>
              <a:spcAft>
                <a:spcPts val="0"/>
              </a:spcAft>
              <a:buSzPct val="70000"/>
              <a:buFont typeface="Arial" pitchFamily="34" charset="0"/>
              <a:buChar char="–"/>
              <a:defRPr sz="2300">
                <a:latin typeface="Arial" pitchFamily="34" charset="0"/>
                <a:cs typeface="Arial" pitchFamily="34" charset="0"/>
              </a:defRPr>
            </a:lvl9pPr>
          </a:lstStyle>
          <a:p>
            <a:pPr marL="370590" lvl="0" indent="-370590" algn="l" defTabSz="1166456"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9036" lvl="2" indent="-356410" algn="l" defTabSz="1166456"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5453" lvl="3" indent="-356410" algn="l" defTabSz="1166456"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49960" lvl="4" indent="-364513" algn="l" defTabSz="119075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0685" lvl="5" indent="-364513" algn="l" defTabSz="1166456"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106" y="1146094"/>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1790805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8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26" y="719266"/>
            <a:ext cx="10962166" cy="47705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100" b="1" kern="1200" dirty="0">
                <a:solidFill>
                  <a:schemeClr val="tx2"/>
                </a:solidFill>
                <a:latin typeface="Arial" pitchFamily="34" charset="0"/>
                <a:ea typeface="+mj-ea"/>
                <a:cs typeface="Arial" pitchFamily="34" charset="0"/>
              </a:defRPr>
            </a:lvl1pPr>
          </a:lstStyle>
          <a:p>
            <a:pPr lvl="0" algn="l" defTabSz="1166456"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6" y="1972204"/>
            <a:ext cx="10962167" cy="1769715"/>
          </a:xfrm>
        </p:spPr>
        <p:txBody>
          <a:bodyPr wrap="square">
            <a:spAutoFit/>
          </a:bodyPr>
          <a:lstStyle>
            <a:lvl1pPr algn="l" rtl="0" eaLnBrk="1" latinLnBrk="0" hangingPunct="1">
              <a:spcBef>
                <a:spcPts val="0"/>
              </a:spcBef>
              <a:spcAft>
                <a:spcPts val="0"/>
              </a:spcAft>
              <a:buClr>
                <a:schemeClr val="bg2"/>
              </a:buClr>
              <a:buSzPct val="120000"/>
              <a:defRPr lang="en-US" sz="23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3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5pPr>
            <a:lvl6pPr marL="1830685" indent="-364513">
              <a:spcBef>
                <a:spcPts val="0"/>
              </a:spcBef>
              <a:spcAft>
                <a:spcPts val="0"/>
              </a:spcAft>
              <a:buClr>
                <a:schemeClr val="tx2"/>
              </a:buClr>
              <a:buSzPct val="70000"/>
              <a:buFont typeface="Wingdings" pitchFamily="2" charset="2"/>
              <a:buChar char="§"/>
              <a:defRPr lang="en-US" sz="2300" kern="1200" dirty="0" smtClean="0">
                <a:solidFill>
                  <a:schemeClr val="tx1"/>
                </a:solidFill>
                <a:latin typeface="Arial" pitchFamily="34" charset="0"/>
                <a:ea typeface="+mn-ea"/>
                <a:cs typeface="Arial" pitchFamily="34" charset="0"/>
              </a:defRPr>
            </a:lvl6pPr>
            <a:lvl7pPr marL="2187089" indent="-348314">
              <a:spcBef>
                <a:spcPts val="0"/>
              </a:spcBef>
              <a:spcAft>
                <a:spcPts val="0"/>
              </a:spcAft>
              <a:buClr>
                <a:schemeClr val="tx2"/>
              </a:buClr>
              <a:buSzPct val="70000"/>
              <a:buFont typeface="Arial" pitchFamily="34" charset="0"/>
              <a:buChar char="–"/>
              <a:defRPr sz="2300" baseline="0">
                <a:solidFill>
                  <a:schemeClr val="tx1"/>
                </a:solidFill>
                <a:latin typeface="+mn-lt"/>
                <a:cs typeface="Arial" pitchFamily="34" charset="0"/>
              </a:defRPr>
            </a:lvl7pPr>
            <a:lvl8pPr marL="2041280" indent="-291611">
              <a:spcBef>
                <a:spcPts val="0"/>
              </a:spcBef>
              <a:spcAft>
                <a:spcPts val="0"/>
              </a:spcAft>
              <a:buSzPct val="70000"/>
              <a:defRPr sz="2300" baseline="0">
                <a:latin typeface="Arial" pitchFamily="34" charset="0"/>
                <a:cs typeface="Arial" pitchFamily="34" charset="0"/>
              </a:defRPr>
            </a:lvl8pPr>
            <a:lvl9pPr marL="2326830" indent="-285540">
              <a:spcBef>
                <a:spcPts val="0"/>
              </a:spcBef>
              <a:spcAft>
                <a:spcPts val="0"/>
              </a:spcAft>
              <a:buSzPct val="70000"/>
              <a:buFont typeface="Arial" pitchFamily="34" charset="0"/>
              <a:buChar char="–"/>
              <a:defRPr sz="2300">
                <a:latin typeface="Arial" pitchFamily="34" charset="0"/>
                <a:cs typeface="Arial" pitchFamily="34" charset="0"/>
              </a:defRPr>
            </a:lvl9pPr>
          </a:lstStyle>
          <a:p>
            <a:pPr marL="370590" lvl="0" indent="-370590" algn="l" defTabSz="1166456"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9036" lvl="2" indent="-356410" algn="l" defTabSz="1166456"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5453" lvl="3" indent="-356410" algn="l" defTabSz="1166456"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49960" lvl="4" indent="-364513" algn="l" defTabSz="119075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0685" lvl="5" indent="-364513" algn="l" defTabSz="1166456"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106" y="1146094"/>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46607679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9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26" y="719266"/>
            <a:ext cx="10962166" cy="47705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100" b="1" kern="1200" dirty="0">
                <a:solidFill>
                  <a:schemeClr val="tx2"/>
                </a:solidFill>
                <a:latin typeface="Arial" pitchFamily="34" charset="0"/>
                <a:ea typeface="+mj-ea"/>
                <a:cs typeface="Arial" pitchFamily="34" charset="0"/>
              </a:defRPr>
            </a:lvl1pPr>
          </a:lstStyle>
          <a:p>
            <a:pPr lvl="0" algn="l" defTabSz="1166456"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6" y="1972204"/>
            <a:ext cx="10962167" cy="1769715"/>
          </a:xfrm>
        </p:spPr>
        <p:txBody>
          <a:bodyPr wrap="square">
            <a:spAutoFit/>
          </a:bodyPr>
          <a:lstStyle>
            <a:lvl1pPr algn="l" rtl="0" eaLnBrk="1" latinLnBrk="0" hangingPunct="1">
              <a:spcBef>
                <a:spcPts val="0"/>
              </a:spcBef>
              <a:spcAft>
                <a:spcPts val="0"/>
              </a:spcAft>
              <a:buClr>
                <a:schemeClr val="bg2"/>
              </a:buClr>
              <a:buSzPct val="120000"/>
              <a:defRPr lang="en-US" sz="23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3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5pPr>
            <a:lvl6pPr marL="1830685" indent="-364513">
              <a:spcBef>
                <a:spcPts val="0"/>
              </a:spcBef>
              <a:spcAft>
                <a:spcPts val="0"/>
              </a:spcAft>
              <a:buClr>
                <a:schemeClr val="tx2"/>
              </a:buClr>
              <a:buSzPct val="70000"/>
              <a:buFont typeface="Wingdings" pitchFamily="2" charset="2"/>
              <a:buChar char="§"/>
              <a:defRPr lang="en-US" sz="2300" kern="1200" dirty="0" smtClean="0">
                <a:solidFill>
                  <a:schemeClr val="tx1"/>
                </a:solidFill>
                <a:latin typeface="Arial" pitchFamily="34" charset="0"/>
                <a:ea typeface="+mn-ea"/>
                <a:cs typeface="Arial" pitchFamily="34" charset="0"/>
              </a:defRPr>
            </a:lvl6pPr>
            <a:lvl7pPr marL="2187089" indent="-348314">
              <a:spcBef>
                <a:spcPts val="0"/>
              </a:spcBef>
              <a:spcAft>
                <a:spcPts val="0"/>
              </a:spcAft>
              <a:buClr>
                <a:schemeClr val="tx2"/>
              </a:buClr>
              <a:buSzPct val="70000"/>
              <a:buFont typeface="Arial" pitchFamily="34" charset="0"/>
              <a:buChar char="–"/>
              <a:defRPr sz="2300" baseline="0">
                <a:solidFill>
                  <a:schemeClr val="tx1"/>
                </a:solidFill>
                <a:latin typeface="+mn-lt"/>
                <a:cs typeface="Arial" pitchFamily="34" charset="0"/>
              </a:defRPr>
            </a:lvl7pPr>
            <a:lvl8pPr marL="2041280" indent="-291611">
              <a:spcBef>
                <a:spcPts val="0"/>
              </a:spcBef>
              <a:spcAft>
                <a:spcPts val="0"/>
              </a:spcAft>
              <a:buSzPct val="70000"/>
              <a:defRPr sz="2300" baseline="0">
                <a:latin typeface="Arial" pitchFamily="34" charset="0"/>
                <a:cs typeface="Arial" pitchFamily="34" charset="0"/>
              </a:defRPr>
            </a:lvl8pPr>
            <a:lvl9pPr marL="2326830" indent="-285540">
              <a:spcBef>
                <a:spcPts val="0"/>
              </a:spcBef>
              <a:spcAft>
                <a:spcPts val="0"/>
              </a:spcAft>
              <a:buSzPct val="70000"/>
              <a:buFont typeface="Arial" pitchFamily="34" charset="0"/>
              <a:buChar char="–"/>
              <a:defRPr sz="2300">
                <a:latin typeface="Arial" pitchFamily="34" charset="0"/>
                <a:cs typeface="Arial" pitchFamily="34" charset="0"/>
              </a:defRPr>
            </a:lvl9pPr>
          </a:lstStyle>
          <a:p>
            <a:pPr marL="370590" lvl="0" indent="-370590" algn="l" defTabSz="1166456"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9036" lvl="2" indent="-356410" algn="l" defTabSz="1166456"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5453" lvl="3" indent="-356410" algn="l" defTabSz="1166456"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49960" lvl="4" indent="-364513" algn="l" defTabSz="119075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0685" lvl="5" indent="-364513" algn="l" defTabSz="1166456"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106" y="1146094"/>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42104507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2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53"/>
            <a:ext cx="10962166"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425"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67"/>
            <a:ext cx="7205499" cy="169277"/>
          </a:xfrm>
          <a:prstGeom prst="rect">
            <a:avLst/>
          </a:prstGeom>
          <a:noFill/>
          <a:ln w="9525">
            <a:noFill/>
            <a:miter lim="800000"/>
            <a:headEnd/>
            <a:tailEnd/>
          </a:ln>
        </p:spPr>
        <p:txBody>
          <a:bodyPr wrap="none" lIns="0" tIns="0" rIns="0" bIns="0">
            <a:spAutoFit/>
          </a:bodyPr>
          <a:lstStyle/>
          <a:p>
            <a:pPr defTabSz="1165425"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1" y="6600230"/>
            <a:ext cx="299313" cy="184666"/>
          </a:xfrm>
          <a:prstGeom prst="rect">
            <a:avLst/>
          </a:prstGeom>
          <a:noFill/>
          <a:ln w="9525">
            <a:noFill/>
            <a:miter lim="800000"/>
            <a:headEnd/>
            <a:tailEnd/>
          </a:ln>
        </p:spPr>
        <p:txBody>
          <a:bodyPr wrap="none" lIns="0" tIns="0" rIns="0" bIns="0" anchor="ctr">
            <a:spAutoFit/>
          </a:bodyPr>
          <a:lstStyle/>
          <a:p>
            <a:pPr algn="r" defTabSz="1165425" fontAlgn="auto">
              <a:spcBef>
                <a:spcPts val="0"/>
              </a:spcBef>
              <a:spcAft>
                <a:spcPts val="0"/>
              </a:spcAft>
              <a:defRPr/>
            </a:pPr>
            <a:fld id="{6856ECDB-1CEE-4F69-ADCA-557460F2116E}" type="slidenum">
              <a:rPr lang="en-US" sz="1200">
                <a:solidFill>
                  <a:srgbClr val="6D6E71"/>
                </a:solidFill>
                <a:latin typeface="Arial"/>
              </a:rPr>
              <a:pPr algn="r" defTabSz="1165425"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65"/>
            <a:ext cx="3025650" cy="825692"/>
          </a:xfrm>
          <a:prstGeom prst="rect">
            <a:avLst/>
          </a:prstGeom>
        </p:spPr>
      </p:pic>
    </p:spTree>
    <p:extLst>
      <p:ext uri="{BB962C8B-B14F-4D97-AF65-F5344CB8AC3E}">
        <p14:creationId xmlns:p14="http://schemas.microsoft.com/office/powerpoint/2010/main" val="127442887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3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53"/>
            <a:ext cx="10962166"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425"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67"/>
            <a:ext cx="7205499" cy="169277"/>
          </a:xfrm>
          <a:prstGeom prst="rect">
            <a:avLst/>
          </a:prstGeom>
          <a:noFill/>
          <a:ln w="9525">
            <a:noFill/>
            <a:miter lim="800000"/>
            <a:headEnd/>
            <a:tailEnd/>
          </a:ln>
        </p:spPr>
        <p:txBody>
          <a:bodyPr wrap="none" lIns="0" tIns="0" rIns="0" bIns="0">
            <a:spAutoFit/>
          </a:bodyPr>
          <a:lstStyle/>
          <a:p>
            <a:pPr defTabSz="1165425"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1" y="6600230"/>
            <a:ext cx="299313" cy="184666"/>
          </a:xfrm>
          <a:prstGeom prst="rect">
            <a:avLst/>
          </a:prstGeom>
          <a:noFill/>
          <a:ln w="9525">
            <a:noFill/>
            <a:miter lim="800000"/>
            <a:headEnd/>
            <a:tailEnd/>
          </a:ln>
        </p:spPr>
        <p:txBody>
          <a:bodyPr wrap="none" lIns="0" tIns="0" rIns="0" bIns="0" anchor="ctr">
            <a:spAutoFit/>
          </a:bodyPr>
          <a:lstStyle/>
          <a:p>
            <a:pPr algn="r" defTabSz="1165425" fontAlgn="auto">
              <a:spcBef>
                <a:spcPts val="0"/>
              </a:spcBef>
              <a:spcAft>
                <a:spcPts val="0"/>
              </a:spcAft>
              <a:defRPr/>
            </a:pPr>
            <a:fld id="{6856ECDB-1CEE-4F69-ADCA-557460F2116E}" type="slidenum">
              <a:rPr lang="en-US" sz="1200">
                <a:solidFill>
                  <a:srgbClr val="6D6E71"/>
                </a:solidFill>
                <a:latin typeface="Arial"/>
              </a:rPr>
              <a:pPr algn="r" defTabSz="1165425"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65"/>
            <a:ext cx="3025650" cy="825692"/>
          </a:xfrm>
          <a:prstGeom prst="rect">
            <a:avLst/>
          </a:prstGeom>
        </p:spPr>
      </p:pic>
    </p:spTree>
    <p:extLst>
      <p:ext uri="{BB962C8B-B14F-4D97-AF65-F5344CB8AC3E}">
        <p14:creationId xmlns:p14="http://schemas.microsoft.com/office/powerpoint/2010/main" val="90489975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4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53"/>
            <a:ext cx="10962166"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425"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67"/>
            <a:ext cx="7205499" cy="169277"/>
          </a:xfrm>
          <a:prstGeom prst="rect">
            <a:avLst/>
          </a:prstGeom>
          <a:noFill/>
          <a:ln w="9525">
            <a:noFill/>
            <a:miter lim="800000"/>
            <a:headEnd/>
            <a:tailEnd/>
          </a:ln>
        </p:spPr>
        <p:txBody>
          <a:bodyPr wrap="none" lIns="0" tIns="0" rIns="0" bIns="0">
            <a:spAutoFit/>
          </a:bodyPr>
          <a:lstStyle/>
          <a:p>
            <a:pPr defTabSz="1165425"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1" y="6600230"/>
            <a:ext cx="299313" cy="184666"/>
          </a:xfrm>
          <a:prstGeom prst="rect">
            <a:avLst/>
          </a:prstGeom>
          <a:noFill/>
          <a:ln w="9525">
            <a:noFill/>
            <a:miter lim="800000"/>
            <a:headEnd/>
            <a:tailEnd/>
          </a:ln>
        </p:spPr>
        <p:txBody>
          <a:bodyPr wrap="none" lIns="0" tIns="0" rIns="0" bIns="0" anchor="ctr">
            <a:spAutoFit/>
          </a:bodyPr>
          <a:lstStyle/>
          <a:p>
            <a:pPr algn="r" defTabSz="1165425" fontAlgn="auto">
              <a:spcBef>
                <a:spcPts val="0"/>
              </a:spcBef>
              <a:spcAft>
                <a:spcPts val="0"/>
              </a:spcAft>
              <a:defRPr/>
            </a:pPr>
            <a:fld id="{6856ECDB-1CEE-4F69-ADCA-557460F2116E}" type="slidenum">
              <a:rPr lang="en-US" sz="1200">
                <a:solidFill>
                  <a:srgbClr val="6D6E71"/>
                </a:solidFill>
                <a:latin typeface="Arial"/>
              </a:rPr>
              <a:pPr algn="r" defTabSz="1165425"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65"/>
            <a:ext cx="3025650" cy="825692"/>
          </a:xfrm>
          <a:prstGeom prst="rect">
            <a:avLst/>
          </a:prstGeom>
        </p:spPr>
      </p:pic>
    </p:spTree>
    <p:extLst>
      <p:ext uri="{BB962C8B-B14F-4D97-AF65-F5344CB8AC3E}">
        <p14:creationId xmlns:p14="http://schemas.microsoft.com/office/powerpoint/2010/main" val="344798167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5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53"/>
            <a:ext cx="10962166"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425"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67"/>
            <a:ext cx="7205499" cy="169277"/>
          </a:xfrm>
          <a:prstGeom prst="rect">
            <a:avLst/>
          </a:prstGeom>
          <a:noFill/>
          <a:ln w="9525">
            <a:noFill/>
            <a:miter lim="800000"/>
            <a:headEnd/>
            <a:tailEnd/>
          </a:ln>
        </p:spPr>
        <p:txBody>
          <a:bodyPr wrap="none" lIns="0" tIns="0" rIns="0" bIns="0">
            <a:spAutoFit/>
          </a:bodyPr>
          <a:lstStyle/>
          <a:p>
            <a:pPr defTabSz="1165425"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1" y="6600230"/>
            <a:ext cx="299313" cy="184666"/>
          </a:xfrm>
          <a:prstGeom prst="rect">
            <a:avLst/>
          </a:prstGeom>
          <a:noFill/>
          <a:ln w="9525">
            <a:noFill/>
            <a:miter lim="800000"/>
            <a:headEnd/>
            <a:tailEnd/>
          </a:ln>
        </p:spPr>
        <p:txBody>
          <a:bodyPr wrap="none" lIns="0" tIns="0" rIns="0" bIns="0" anchor="ctr">
            <a:spAutoFit/>
          </a:bodyPr>
          <a:lstStyle/>
          <a:p>
            <a:pPr algn="r" defTabSz="1165425" fontAlgn="auto">
              <a:spcBef>
                <a:spcPts val="0"/>
              </a:spcBef>
              <a:spcAft>
                <a:spcPts val="0"/>
              </a:spcAft>
              <a:defRPr/>
            </a:pPr>
            <a:fld id="{6856ECDB-1CEE-4F69-ADCA-557460F2116E}" type="slidenum">
              <a:rPr lang="en-US" sz="1200">
                <a:solidFill>
                  <a:srgbClr val="6D6E71"/>
                </a:solidFill>
                <a:latin typeface="Arial"/>
              </a:rPr>
              <a:pPr algn="r" defTabSz="1165425"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65"/>
            <a:ext cx="3025650" cy="825692"/>
          </a:xfrm>
          <a:prstGeom prst="rect">
            <a:avLst/>
          </a:prstGeom>
        </p:spPr>
      </p:pic>
    </p:spTree>
    <p:extLst>
      <p:ext uri="{BB962C8B-B14F-4D97-AF65-F5344CB8AC3E}">
        <p14:creationId xmlns:p14="http://schemas.microsoft.com/office/powerpoint/2010/main" val="142320127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6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53"/>
            <a:ext cx="10962166"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425"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67"/>
            <a:ext cx="7205499" cy="169277"/>
          </a:xfrm>
          <a:prstGeom prst="rect">
            <a:avLst/>
          </a:prstGeom>
          <a:noFill/>
          <a:ln w="9525">
            <a:noFill/>
            <a:miter lim="800000"/>
            <a:headEnd/>
            <a:tailEnd/>
          </a:ln>
        </p:spPr>
        <p:txBody>
          <a:bodyPr wrap="none" lIns="0" tIns="0" rIns="0" bIns="0">
            <a:spAutoFit/>
          </a:bodyPr>
          <a:lstStyle/>
          <a:p>
            <a:pPr defTabSz="1165425"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1" y="6600230"/>
            <a:ext cx="299313" cy="184666"/>
          </a:xfrm>
          <a:prstGeom prst="rect">
            <a:avLst/>
          </a:prstGeom>
          <a:noFill/>
          <a:ln w="9525">
            <a:noFill/>
            <a:miter lim="800000"/>
            <a:headEnd/>
            <a:tailEnd/>
          </a:ln>
        </p:spPr>
        <p:txBody>
          <a:bodyPr wrap="none" lIns="0" tIns="0" rIns="0" bIns="0" anchor="ctr">
            <a:spAutoFit/>
          </a:bodyPr>
          <a:lstStyle/>
          <a:p>
            <a:pPr algn="r" defTabSz="1165425" fontAlgn="auto">
              <a:spcBef>
                <a:spcPts val="0"/>
              </a:spcBef>
              <a:spcAft>
                <a:spcPts val="0"/>
              </a:spcAft>
              <a:defRPr/>
            </a:pPr>
            <a:fld id="{6856ECDB-1CEE-4F69-ADCA-557460F2116E}" type="slidenum">
              <a:rPr lang="en-US" sz="1200">
                <a:solidFill>
                  <a:srgbClr val="6D6E71"/>
                </a:solidFill>
                <a:latin typeface="Arial"/>
              </a:rPr>
              <a:pPr algn="r" defTabSz="1165425"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65"/>
            <a:ext cx="3025650" cy="825692"/>
          </a:xfrm>
          <a:prstGeom prst="rect">
            <a:avLst/>
          </a:prstGeom>
        </p:spPr>
      </p:pic>
    </p:spTree>
    <p:extLst>
      <p:ext uri="{BB962C8B-B14F-4D97-AF65-F5344CB8AC3E}">
        <p14:creationId xmlns:p14="http://schemas.microsoft.com/office/powerpoint/2010/main" val="1421025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7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53"/>
            <a:ext cx="10962166"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425"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67"/>
            <a:ext cx="7205499" cy="169277"/>
          </a:xfrm>
          <a:prstGeom prst="rect">
            <a:avLst/>
          </a:prstGeom>
          <a:noFill/>
          <a:ln w="9525">
            <a:noFill/>
            <a:miter lim="800000"/>
            <a:headEnd/>
            <a:tailEnd/>
          </a:ln>
        </p:spPr>
        <p:txBody>
          <a:bodyPr wrap="none" lIns="0" tIns="0" rIns="0" bIns="0">
            <a:spAutoFit/>
          </a:bodyPr>
          <a:lstStyle/>
          <a:p>
            <a:pPr defTabSz="1165425"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1" y="6600230"/>
            <a:ext cx="299313" cy="184666"/>
          </a:xfrm>
          <a:prstGeom prst="rect">
            <a:avLst/>
          </a:prstGeom>
          <a:noFill/>
          <a:ln w="9525">
            <a:noFill/>
            <a:miter lim="800000"/>
            <a:headEnd/>
            <a:tailEnd/>
          </a:ln>
        </p:spPr>
        <p:txBody>
          <a:bodyPr wrap="none" lIns="0" tIns="0" rIns="0" bIns="0" anchor="ctr">
            <a:spAutoFit/>
          </a:bodyPr>
          <a:lstStyle/>
          <a:p>
            <a:pPr algn="r" defTabSz="1165425" fontAlgn="auto">
              <a:spcBef>
                <a:spcPts val="0"/>
              </a:spcBef>
              <a:spcAft>
                <a:spcPts val="0"/>
              </a:spcAft>
              <a:defRPr/>
            </a:pPr>
            <a:fld id="{6856ECDB-1CEE-4F69-ADCA-557460F2116E}" type="slidenum">
              <a:rPr lang="en-US" sz="1200">
                <a:solidFill>
                  <a:srgbClr val="6D6E71"/>
                </a:solidFill>
                <a:latin typeface="Arial"/>
              </a:rPr>
              <a:pPr algn="r" defTabSz="1165425"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65"/>
            <a:ext cx="3025650" cy="825692"/>
          </a:xfrm>
          <a:prstGeom prst="rect">
            <a:avLst/>
          </a:prstGeom>
        </p:spPr>
      </p:pic>
    </p:spTree>
    <p:extLst>
      <p:ext uri="{BB962C8B-B14F-4D97-AF65-F5344CB8AC3E}">
        <p14:creationId xmlns:p14="http://schemas.microsoft.com/office/powerpoint/2010/main" val="232799957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8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53"/>
            <a:ext cx="10962166"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425"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67"/>
            <a:ext cx="7205499" cy="169277"/>
          </a:xfrm>
          <a:prstGeom prst="rect">
            <a:avLst/>
          </a:prstGeom>
          <a:noFill/>
          <a:ln w="9525">
            <a:noFill/>
            <a:miter lim="800000"/>
            <a:headEnd/>
            <a:tailEnd/>
          </a:ln>
        </p:spPr>
        <p:txBody>
          <a:bodyPr wrap="none" lIns="0" tIns="0" rIns="0" bIns="0">
            <a:spAutoFit/>
          </a:bodyPr>
          <a:lstStyle/>
          <a:p>
            <a:pPr defTabSz="1165425"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1" y="6600230"/>
            <a:ext cx="299313" cy="184666"/>
          </a:xfrm>
          <a:prstGeom prst="rect">
            <a:avLst/>
          </a:prstGeom>
          <a:noFill/>
          <a:ln w="9525">
            <a:noFill/>
            <a:miter lim="800000"/>
            <a:headEnd/>
            <a:tailEnd/>
          </a:ln>
        </p:spPr>
        <p:txBody>
          <a:bodyPr wrap="none" lIns="0" tIns="0" rIns="0" bIns="0" anchor="ctr">
            <a:spAutoFit/>
          </a:bodyPr>
          <a:lstStyle/>
          <a:p>
            <a:pPr algn="r" defTabSz="1165425" fontAlgn="auto">
              <a:spcBef>
                <a:spcPts val="0"/>
              </a:spcBef>
              <a:spcAft>
                <a:spcPts val="0"/>
              </a:spcAft>
              <a:defRPr/>
            </a:pPr>
            <a:fld id="{6856ECDB-1CEE-4F69-ADCA-557460F2116E}" type="slidenum">
              <a:rPr lang="en-US" sz="1200">
                <a:solidFill>
                  <a:srgbClr val="6D6E71"/>
                </a:solidFill>
                <a:latin typeface="Arial"/>
              </a:rPr>
              <a:pPr algn="r" defTabSz="1165425"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65"/>
            <a:ext cx="3025650" cy="825692"/>
          </a:xfrm>
          <a:prstGeom prst="rect">
            <a:avLst/>
          </a:prstGeom>
        </p:spPr>
      </p:pic>
    </p:spTree>
    <p:extLst>
      <p:ext uri="{BB962C8B-B14F-4D97-AF65-F5344CB8AC3E}">
        <p14:creationId xmlns:p14="http://schemas.microsoft.com/office/powerpoint/2010/main" val="227160479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186" y="727249"/>
            <a:ext cx="10964283"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6456"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41106" y="1972137"/>
            <a:ext cx="10962167" cy="2385268"/>
          </a:xfrm>
        </p:spPr>
        <p:txBody>
          <a:bodyPr wrap="square">
            <a:spAutoFit/>
          </a:bodyPr>
          <a:lstStyle>
            <a:lvl1pPr>
              <a:spcBef>
                <a:spcPts val="0"/>
              </a:spcBef>
              <a:spcAft>
                <a:spcPts val="0"/>
              </a:spcAft>
              <a:defRPr lang="en-US" sz="31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31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31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31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3100" b="0" kern="1200" baseline="0" dirty="0" smtClean="0">
                <a:solidFill>
                  <a:schemeClr val="tx1"/>
                </a:solidFill>
                <a:latin typeface="Arial" pitchFamily="34" charset="0"/>
                <a:ea typeface="+mn-ea"/>
                <a:cs typeface="Arial" pitchFamily="34" charset="0"/>
              </a:defRPr>
            </a:lvl5pPr>
            <a:lvl6pPr marL="1830685" indent="-364513">
              <a:spcBef>
                <a:spcPts val="0"/>
              </a:spcBef>
              <a:spcAft>
                <a:spcPts val="0"/>
              </a:spcAft>
              <a:buClr>
                <a:schemeClr val="tx2"/>
              </a:buClr>
              <a:buSzPct val="70000"/>
              <a:buFont typeface="Wingdings" pitchFamily="2" charset="2"/>
              <a:buChar char="§"/>
              <a:defRPr lang="en-US" sz="3100" kern="1200" dirty="0" smtClean="0">
                <a:solidFill>
                  <a:schemeClr val="tx1"/>
                </a:solidFill>
                <a:latin typeface="Arial" pitchFamily="34" charset="0"/>
                <a:ea typeface="+mn-ea"/>
                <a:cs typeface="Arial" pitchFamily="34" charset="0"/>
              </a:defRPr>
            </a:lvl6pPr>
            <a:lvl7pPr marL="2187089" indent="-348314">
              <a:spcBef>
                <a:spcPts val="0"/>
              </a:spcBef>
              <a:spcAft>
                <a:spcPts val="0"/>
              </a:spcAft>
              <a:buClr>
                <a:schemeClr val="tx2"/>
              </a:buClr>
              <a:buSzPct val="70000"/>
              <a:buFont typeface="Arial" pitchFamily="34" charset="0"/>
              <a:buChar char="–"/>
              <a:defRPr sz="2300" baseline="0">
                <a:solidFill>
                  <a:schemeClr val="tx1"/>
                </a:solidFill>
                <a:latin typeface="+mn-lt"/>
                <a:cs typeface="Arial" pitchFamily="34" charset="0"/>
              </a:defRPr>
            </a:lvl7pPr>
            <a:lvl8pPr marL="2041280" indent="-291611">
              <a:spcBef>
                <a:spcPts val="0"/>
              </a:spcBef>
              <a:spcAft>
                <a:spcPts val="0"/>
              </a:spcAft>
              <a:buSzPct val="70000"/>
              <a:defRPr sz="2300" baseline="0">
                <a:latin typeface="Arial" pitchFamily="34" charset="0"/>
                <a:cs typeface="Arial" pitchFamily="34" charset="0"/>
              </a:defRPr>
            </a:lvl8pPr>
            <a:lvl9pPr marL="2326830" indent="-285540">
              <a:spcBef>
                <a:spcPts val="0"/>
              </a:spcBef>
              <a:spcAft>
                <a:spcPts val="0"/>
              </a:spcAft>
              <a:buSzPct val="70000"/>
              <a:buFont typeface="Arial" pitchFamily="34" charset="0"/>
              <a:buChar char="–"/>
              <a:defRPr sz="2300">
                <a:latin typeface="Arial" pitchFamily="34" charset="0"/>
                <a:cs typeface="Arial" pitchFamily="34" charset="0"/>
              </a:defRPr>
            </a:lvl9pPr>
          </a:lstStyle>
          <a:p>
            <a:pPr marL="370590" lvl="0" indent="-370590" algn="l" defTabSz="1166456"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9036" lvl="2" indent="-356410" algn="l" defTabSz="1166456"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5453" lvl="3" indent="-356410" algn="l" defTabSz="1166456"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49960" lvl="4" indent="-364513" algn="l" defTabSz="119075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0685" lvl="5" indent="-364513" algn="l" defTabSz="1166456"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112718257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2" y="1972204"/>
            <a:ext cx="5435592" cy="4163389"/>
          </a:xfrm>
        </p:spPr>
        <p:txBody>
          <a:bodyPr>
            <a:noAutofit/>
          </a:bodyPr>
          <a:lstStyle>
            <a:lvl1pPr marL="0" indent="0">
              <a:buNone/>
              <a:defRPr>
                <a:latin typeface="Arial" pitchFamily="34" charset="0"/>
                <a:cs typeface="Arial" pitchFamily="34" charset="0"/>
              </a:defRPr>
            </a:lvl1pPr>
          </a:lstStyle>
          <a:p>
            <a:pPr lvl="0"/>
            <a:r>
              <a:rPr lang="en-US" noProof="0" dirty="0"/>
              <a:t>Click icon to add picture</a:t>
            </a:r>
          </a:p>
        </p:txBody>
      </p:sp>
      <p:sp>
        <p:nvSpPr>
          <p:cNvPr id="18" name="Text Placeholder 4"/>
          <p:cNvSpPr>
            <a:spLocks noGrp="1"/>
          </p:cNvSpPr>
          <p:nvPr>
            <p:ph type="body" sz="quarter" idx="19"/>
          </p:nvPr>
        </p:nvSpPr>
        <p:spPr bwMode="gray">
          <a:xfrm>
            <a:off x="6449102" y="1972305"/>
            <a:ext cx="5126679" cy="1461939"/>
          </a:xfrm>
          <a:ln>
            <a:noFill/>
          </a:ln>
        </p:spPr>
        <p:txBody>
          <a:bodyPr/>
          <a:lstStyle>
            <a:lvl1pPr>
              <a:spcBef>
                <a:spcPts val="0"/>
              </a:spcBef>
              <a:spcAft>
                <a:spcPts val="0"/>
              </a:spcAft>
              <a:defRPr lang="en-US" sz="19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900" b="0" kern="1200" baseline="0" dirty="0" smtClean="0">
                <a:solidFill>
                  <a:schemeClr val="tx1"/>
                </a:solidFill>
                <a:latin typeface="+mn-lt"/>
                <a:ea typeface="+mn-ea"/>
                <a:cs typeface="Arial" pitchFamily="34" charset="0"/>
              </a:defRPr>
            </a:lvl2pPr>
            <a:lvl3pPr>
              <a:spcBef>
                <a:spcPts val="0"/>
              </a:spcBef>
              <a:spcAft>
                <a:spcPts val="0"/>
              </a:spcAft>
              <a:defRPr lang="en-US" sz="19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9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900" b="0" kern="1200" baseline="0" dirty="0" smtClean="0">
                <a:solidFill>
                  <a:schemeClr val="tx1"/>
                </a:solidFill>
                <a:latin typeface="Arial" pitchFamily="34" charset="0"/>
                <a:ea typeface="+mn-ea"/>
                <a:cs typeface="Arial" pitchFamily="34" charset="0"/>
              </a:defRPr>
            </a:lvl5pPr>
            <a:lvl6pPr marL="1215006" indent="-248060">
              <a:spcBef>
                <a:spcPts val="0"/>
              </a:spcBef>
              <a:spcAft>
                <a:spcPts val="0"/>
              </a:spcAft>
              <a:buSzPct val="70000"/>
              <a:defRPr lang="en-US" sz="1900" kern="1200" dirty="0" smtClean="0">
                <a:solidFill>
                  <a:schemeClr val="tx1"/>
                </a:solidFill>
                <a:latin typeface="Arial" pitchFamily="34" charset="0"/>
                <a:ea typeface="+mn-ea"/>
                <a:cs typeface="Arial" pitchFamily="34" charset="0"/>
              </a:defRPr>
            </a:lvl6pPr>
            <a:lvl7pPr marL="1458000" indent="-243004">
              <a:spcBef>
                <a:spcPts val="0"/>
              </a:spcBef>
              <a:spcAft>
                <a:spcPts val="0"/>
              </a:spcAft>
              <a:buSzPct val="70000"/>
              <a:buFont typeface="Arial" pitchFamily="34" charset="0"/>
              <a:buChar char="–"/>
              <a:defRPr sz="1900" baseline="0">
                <a:latin typeface="+mj-lt"/>
              </a:defRPr>
            </a:lvl7pPr>
            <a:lvl8pPr marL="1701002" indent="-243004">
              <a:spcBef>
                <a:spcPts val="0"/>
              </a:spcBef>
              <a:spcAft>
                <a:spcPts val="0"/>
              </a:spcAft>
              <a:buSzPct val="70000"/>
              <a:defRPr sz="1900" baseline="0">
                <a:latin typeface="+mj-lt"/>
              </a:defRPr>
            </a:lvl8pPr>
            <a:lvl9pPr marL="1938961" indent="-237938">
              <a:spcBef>
                <a:spcPts val="0"/>
              </a:spcBef>
              <a:spcAft>
                <a:spcPts val="0"/>
              </a:spcAft>
              <a:buSzPct val="70000"/>
              <a:buFont typeface="Arial" pitchFamily="34" charset="0"/>
              <a:buChar char="–"/>
              <a:defRPr sz="19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p:cNvSpPr>
            <a:spLocks noGrp="1"/>
          </p:cNvSpPr>
          <p:nvPr>
            <p:ph type="title"/>
          </p:nvPr>
        </p:nvSpPr>
        <p:spPr bwMode="gray">
          <a:xfrm>
            <a:off x="641190" y="727291"/>
            <a:ext cx="10964283" cy="538609"/>
          </a:xfrm>
          <a:noFill/>
          <a:ln w="9525">
            <a:noFill/>
            <a:miter lim="800000"/>
            <a:headEnd/>
            <a:tailEnd/>
          </a:ln>
        </p:spPr>
        <p:txBody>
          <a:bodyPr/>
          <a:lstStyle>
            <a:lvl1pPr algn="l">
              <a:defRPr lang="en-US" sz="35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7" name="Text Placeholder 41"/>
          <p:cNvSpPr>
            <a:spLocks noGrp="1"/>
          </p:cNvSpPr>
          <p:nvPr>
            <p:ph type="body" sz="quarter" idx="13"/>
          </p:nvPr>
        </p:nvSpPr>
        <p:spPr bwMode="gray">
          <a:xfrm>
            <a:off x="641110" y="1270939"/>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14057794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6" y="1972187"/>
            <a:ext cx="5435592" cy="4163389"/>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49091" y="1972198"/>
            <a:ext cx="5126679" cy="1538883"/>
          </a:xfrm>
          <a:ln>
            <a:noFill/>
          </a:ln>
        </p:spPr>
        <p:txBody>
          <a:bodyPr wrap="square" lIns="0" tIns="0" rIns="0" bIns="0">
            <a:spAutoFit/>
          </a:bodyPr>
          <a:lstStyle>
            <a:lvl1pPr>
              <a:spcBef>
                <a:spcPts val="0"/>
              </a:spcBef>
              <a:spcAft>
                <a:spcPts val="0"/>
              </a:spcAft>
              <a:defRPr lang="en-US" sz="20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mn-lt"/>
                <a:ea typeface="+mn-ea"/>
                <a:cs typeface="Arial" pitchFamily="34" charset="0"/>
              </a:defRPr>
            </a:lvl2pPr>
            <a:lvl3pPr>
              <a:spcBef>
                <a:spcPts val="0"/>
              </a:spcBef>
              <a:spcAft>
                <a:spcPts val="0"/>
              </a:spcAft>
              <a:defRPr lang="en-US" sz="20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0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000" b="0" kern="1200" baseline="0" dirty="0" smtClean="0">
                <a:solidFill>
                  <a:schemeClr val="tx1"/>
                </a:solidFill>
                <a:latin typeface="Arial" pitchFamily="34" charset="0"/>
                <a:ea typeface="+mn-ea"/>
                <a:cs typeface="Arial" pitchFamily="34" charset="0"/>
              </a:defRPr>
            </a:lvl5pPr>
            <a:lvl6pPr marL="1354326" indent="-276513">
              <a:spcBef>
                <a:spcPts val="0"/>
              </a:spcBef>
              <a:spcAft>
                <a:spcPts val="0"/>
              </a:spcAft>
              <a:buSzPct val="70000"/>
              <a:defRPr lang="en-US" sz="2000" kern="1200" dirty="0" smtClean="0">
                <a:solidFill>
                  <a:schemeClr val="tx1"/>
                </a:solidFill>
                <a:latin typeface="Arial" pitchFamily="34" charset="0"/>
                <a:ea typeface="+mn-ea"/>
                <a:cs typeface="Arial" pitchFamily="34" charset="0"/>
              </a:defRPr>
            </a:lvl6pPr>
            <a:lvl7pPr marL="1625187" indent="-270859">
              <a:spcBef>
                <a:spcPts val="0"/>
              </a:spcBef>
              <a:spcAft>
                <a:spcPts val="0"/>
              </a:spcAft>
              <a:buSzPct val="70000"/>
              <a:buFont typeface="Arial" pitchFamily="34" charset="0"/>
              <a:buChar char="–"/>
              <a:defRPr sz="2000" baseline="0">
                <a:latin typeface="+mj-lt"/>
              </a:defRPr>
            </a:lvl7pPr>
            <a:lvl8pPr marL="1896055" indent="-270859">
              <a:spcBef>
                <a:spcPts val="0"/>
              </a:spcBef>
              <a:spcAft>
                <a:spcPts val="0"/>
              </a:spcAft>
              <a:buSzPct val="70000"/>
              <a:defRPr sz="2000" baseline="0">
                <a:latin typeface="+mj-lt"/>
              </a:defRPr>
            </a:lvl8pPr>
            <a:lvl9pPr marL="2161285" indent="-265223">
              <a:spcBef>
                <a:spcPts val="0"/>
              </a:spcBef>
              <a:spcAft>
                <a:spcPts val="0"/>
              </a:spcAft>
              <a:buSzPct val="70000"/>
              <a:buFont typeface="Arial" pitchFamily="34" charset="0"/>
              <a:buChar char="–"/>
              <a:defRPr sz="2000">
                <a:latin typeface="+mj-lt"/>
              </a:defRPr>
            </a:lvl9pPr>
          </a:lstStyle>
          <a:p>
            <a:pPr marL="344230" lvl="0" indent="-344230" algn="l" defTabSz="1083459"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77169" lvl="2" indent="-331062" algn="l" defTabSz="1083459"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08217" lvl="3" indent="-331062" algn="l" defTabSz="1083459"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46804" lvl="4" indent="-338588" algn="l" defTabSz="110603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0426" lvl="5" indent="-338588" algn="l" defTabSz="1083459"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181" y="727314"/>
            <a:ext cx="10964283"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3459"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06" y="1270819"/>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96340845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9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26" y="719290"/>
            <a:ext cx="10962166" cy="46166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000" b="1" kern="1200" dirty="0">
                <a:solidFill>
                  <a:schemeClr val="tx2"/>
                </a:solidFill>
                <a:latin typeface="Arial" pitchFamily="34" charset="0"/>
                <a:ea typeface="+mj-ea"/>
                <a:cs typeface="Arial" pitchFamily="34" charset="0"/>
              </a:defRPr>
            </a:lvl1pPr>
          </a:lstStyle>
          <a:p>
            <a:pPr lvl="0" algn="l" defTabSz="1083459"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6" y="1972198"/>
            <a:ext cx="10962167" cy="1538883"/>
          </a:xfrm>
        </p:spPr>
        <p:txBody>
          <a:bodyPr wrap="square">
            <a:spAutoFit/>
          </a:bodyPr>
          <a:lstStyle>
            <a:lvl1pPr algn="l" rtl="0" eaLnBrk="1" latinLnBrk="0" hangingPunct="1">
              <a:spcBef>
                <a:spcPts val="0"/>
              </a:spcBef>
              <a:spcAft>
                <a:spcPts val="0"/>
              </a:spcAft>
              <a:buClr>
                <a:schemeClr val="bg2"/>
              </a:buClr>
              <a:buSzPct val="120000"/>
              <a:defRPr lang="en-US" sz="20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0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5pPr>
            <a:lvl6pPr marL="1700426" indent="-338588">
              <a:spcBef>
                <a:spcPts val="0"/>
              </a:spcBef>
              <a:spcAft>
                <a:spcPts val="0"/>
              </a:spcAft>
              <a:buClr>
                <a:schemeClr val="tx2"/>
              </a:buClr>
              <a:buSzPct val="70000"/>
              <a:buFont typeface="Wingdings" pitchFamily="2" charset="2"/>
              <a:buChar char="§"/>
              <a:defRPr lang="en-US" sz="2000" kern="1200" dirty="0" smtClean="0">
                <a:solidFill>
                  <a:schemeClr val="tx1"/>
                </a:solidFill>
                <a:latin typeface="Arial" pitchFamily="34" charset="0"/>
                <a:ea typeface="+mn-ea"/>
                <a:cs typeface="Arial" pitchFamily="34" charset="0"/>
              </a:defRPr>
            </a:lvl6pPr>
            <a:lvl7pPr marL="2031486" indent="-323532">
              <a:spcBef>
                <a:spcPts val="0"/>
              </a:spcBef>
              <a:spcAft>
                <a:spcPts val="0"/>
              </a:spcAft>
              <a:buClr>
                <a:schemeClr val="tx2"/>
              </a:buClr>
              <a:buSzPct val="70000"/>
              <a:buFont typeface="Arial" pitchFamily="34" charset="0"/>
              <a:buChar char="–"/>
              <a:defRPr sz="2000" baseline="0">
                <a:solidFill>
                  <a:schemeClr val="tx1"/>
                </a:solidFill>
                <a:latin typeface="+mn-lt"/>
                <a:cs typeface="Arial" pitchFamily="34" charset="0"/>
              </a:defRPr>
            </a:lvl7pPr>
            <a:lvl8pPr marL="1896055" indent="-270859">
              <a:spcBef>
                <a:spcPts val="0"/>
              </a:spcBef>
              <a:spcAft>
                <a:spcPts val="0"/>
              </a:spcAft>
              <a:buSzPct val="70000"/>
              <a:defRPr sz="2000" baseline="0">
                <a:latin typeface="Arial" pitchFamily="34" charset="0"/>
                <a:cs typeface="Arial" pitchFamily="34" charset="0"/>
              </a:defRPr>
            </a:lvl8pPr>
            <a:lvl9pPr marL="2161285" indent="-265223">
              <a:spcBef>
                <a:spcPts val="0"/>
              </a:spcBef>
              <a:spcAft>
                <a:spcPts val="0"/>
              </a:spcAft>
              <a:buSzPct val="70000"/>
              <a:buFont typeface="Arial" pitchFamily="34" charset="0"/>
              <a:buChar char="–"/>
              <a:defRPr sz="2000">
                <a:latin typeface="Arial" pitchFamily="34" charset="0"/>
                <a:cs typeface="Arial" pitchFamily="34" charset="0"/>
              </a:defRPr>
            </a:lvl9pPr>
          </a:lstStyle>
          <a:p>
            <a:pPr marL="344230" lvl="0" indent="-344230" algn="l" defTabSz="1083459"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77169" lvl="2" indent="-331062" algn="l" defTabSz="1083459"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08217" lvl="3" indent="-331062" algn="l" defTabSz="1083459"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46804" lvl="4" indent="-338588" algn="l" defTabSz="110603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0426" lvl="5" indent="-338588" algn="l" defTabSz="1083459"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106" y="1146091"/>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95121662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2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62"/>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2504"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1002"/>
            <a:ext cx="7205499" cy="169277"/>
          </a:xfrm>
          <a:prstGeom prst="rect">
            <a:avLst/>
          </a:prstGeom>
          <a:noFill/>
          <a:ln w="9525">
            <a:noFill/>
            <a:miter lim="800000"/>
            <a:headEnd/>
            <a:tailEnd/>
          </a:ln>
        </p:spPr>
        <p:txBody>
          <a:bodyPr wrap="none" lIns="0" tIns="0" rIns="0" bIns="0">
            <a:spAutoFit/>
          </a:bodyPr>
          <a:lstStyle/>
          <a:p>
            <a:pPr defTabSz="1082504"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73"/>
            <a:ext cx="299313" cy="184666"/>
          </a:xfrm>
          <a:prstGeom prst="rect">
            <a:avLst/>
          </a:prstGeom>
          <a:noFill/>
          <a:ln w="9525">
            <a:noFill/>
            <a:miter lim="800000"/>
            <a:headEnd/>
            <a:tailEnd/>
          </a:ln>
        </p:spPr>
        <p:txBody>
          <a:bodyPr wrap="none" lIns="0" tIns="0" rIns="0" bIns="0" anchor="ctr">
            <a:spAutoFit/>
          </a:bodyPr>
          <a:lstStyle/>
          <a:p>
            <a:pPr algn="r" defTabSz="1082504" fontAlgn="auto">
              <a:spcBef>
                <a:spcPts val="0"/>
              </a:spcBef>
              <a:spcAft>
                <a:spcPts val="0"/>
              </a:spcAft>
              <a:defRPr/>
            </a:pPr>
            <a:fld id="{6856ECDB-1CEE-4F69-ADCA-557460F2116E}" type="slidenum">
              <a:rPr lang="en-US" sz="1200">
                <a:solidFill>
                  <a:srgbClr val="6D6E71"/>
                </a:solidFill>
                <a:latin typeface="Arial"/>
              </a:rPr>
              <a:pPr algn="r" defTabSz="1082504"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59"/>
            <a:ext cx="3025650" cy="825692"/>
          </a:xfrm>
          <a:prstGeom prst="rect">
            <a:avLst/>
          </a:prstGeom>
        </p:spPr>
      </p:pic>
    </p:spTree>
    <p:extLst>
      <p:ext uri="{BB962C8B-B14F-4D97-AF65-F5344CB8AC3E}">
        <p14:creationId xmlns:p14="http://schemas.microsoft.com/office/powerpoint/2010/main" val="118768084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3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62"/>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2504"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1002"/>
            <a:ext cx="7205499" cy="169277"/>
          </a:xfrm>
          <a:prstGeom prst="rect">
            <a:avLst/>
          </a:prstGeom>
          <a:noFill/>
          <a:ln w="9525">
            <a:noFill/>
            <a:miter lim="800000"/>
            <a:headEnd/>
            <a:tailEnd/>
          </a:ln>
        </p:spPr>
        <p:txBody>
          <a:bodyPr wrap="none" lIns="0" tIns="0" rIns="0" bIns="0">
            <a:spAutoFit/>
          </a:bodyPr>
          <a:lstStyle/>
          <a:p>
            <a:pPr defTabSz="1082504"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73"/>
            <a:ext cx="299313" cy="184666"/>
          </a:xfrm>
          <a:prstGeom prst="rect">
            <a:avLst/>
          </a:prstGeom>
          <a:noFill/>
          <a:ln w="9525">
            <a:noFill/>
            <a:miter lim="800000"/>
            <a:headEnd/>
            <a:tailEnd/>
          </a:ln>
        </p:spPr>
        <p:txBody>
          <a:bodyPr wrap="none" lIns="0" tIns="0" rIns="0" bIns="0" anchor="ctr">
            <a:spAutoFit/>
          </a:bodyPr>
          <a:lstStyle/>
          <a:p>
            <a:pPr algn="r" defTabSz="1082504" fontAlgn="auto">
              <a:spcBef>
                <a:spcPts val="0"/>
              </a:spcBef>
              <a:spcAft>
                <a:spcPts val="0"/>
              </a:spcAft>
              <a:defRPr/>
            </a:pPr>
            <a:fld id="{6856ECDB-1CEE-4F69-ADCA-557460F2116E}" type="slidenum">
              <a:rPr lang="en-US" sz="1200">
                <a:solidFill>
                  <a:srgbClr val="6D6E71"/>
                </a:solidFill>
                <a:latin typeface="Arial"/>
              </a:rPr>
              <a:pPr algn="r" defTabSz="1082504"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59"/>
            <a:ext cx="3025650" cy="825692"/>
          </a:xfrm>
          <a:prstGeom prst="rect">
            <a:avLst/>
          </a:prstGeom>
        </p:spPr>
      </p:pic>
    </p:spTree>
    <p:extLst>
      <p:ext uri="{BB962C8B-B14F-4D97-AF65-F5344CB8AC3E}">
        <p14:creationId xmlns:p14="http://schemas.microsoft.com/office/powerpoint/2010/main" val="134956863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4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62"/>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2504"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1002"/>
            <a:ext cx="7205499" cy="169277"/>
          </a:xfrm>
          <a:prstGeom prst="rect">
            <a:avLst/>
          </a:prstGeom>
          <a:noFill/>
          <a:ln w="9525">
            <a:noFill/>
            <a:miter lim="800000"/>
            <a:headEnd/>
            <a:tailEnd/>
          </a:ln>
        </p:spPr>
        <p:txBody>
          <a:bodyPr wrap="none" lIns="0" tIns="0" rIns="0" bIns="0">
            <a:spAutoFit/>
          </a:bodyPr>
          <a:lstStyle/>
          <a:p>
            <a:pPr defTabSz="1082504"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73"/>
            <a:ext cx="299313" cy="184666"/>
          </a:xfrm>
          <a:prstGeom prst="rect">
            <a:avLst/>
          </a:prstGeom>
          <a:noFill/>
          <a:ln w="9525">
            <a:noFill/>
            <a:miter lim="800000"/>
            <a:headEnd/>
            <a:tailEnd/>
          </a:ln>
        </p:spPr>
        <p:txBody>
          <a:bodyPr wrap="none" lIns="0" tIns="0" rIns="0" bIns="0" anchor="ctr">
            <a:spAutoFit/>
          </a:bodyPr>
          <a:lstStyle/>
          <a:p>
            <a:pPr algn="r" defTabSz="1082504" fontAlgn="auto">
              <a:spcBef>
                <a:spcPts val="0"/>
              </a:spcBef>
              <a:spcAft>
                <a:spcPts val="0"/>
              </a:spcAft>
              <a:defRPr/>
            </a:pPr>
            <a:fld id="{6856ECDB-1CEE-4F69-ADCA-557460F2116E}" type="slidenum">
              <a:rPr lang="en-US" sz="1200">
                <a:solidFill>
                  <a:srgbClr val="6D6E71"/>
                </a:solidFill>
                <a:latin typeface="Arial"/>
              </a:rPr>
              <a:pPr algn="r" defTabSz="1082504"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59"/>
            <a:ext cx="3025650" cy="825692"/>
          </a:xfrm>
          <a:prstGeom prst="rect">
            <a:avLst/>
          </a:prstGeom>
        </p:spPr>
      </p:pic>
    </p:spTree>
    <p:extLst>
      <p:ext uri="{BB962C8B-B14F-4D97-AF65-F5344CB8AC3E}">
        <p14:creationId xmlns:p14="http://schemas.microsoft.com/office/powerpoint/2010/main" val="425605585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5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62"/>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2504"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1002"/>
            <a:ext cx="7205499" cy="169277"/>
          </a:xfrm>
          <a:prstGeom prst="rect">
            <a:avLst/>
          </a:prstGeom>
          <a:noFill/>
          <a:ln w="9525">
            <a:noFill/>
            <a:miter lim="800000"/>
            <a:headEnd/>
            <a:tailEnd/>
          </a:ln>
        </p:spPr>
        <p:txBody>
          <a:bodyPr wrap="none" lIns="0" tIns="0" rIns="0" bIns="0">
            <a:spAutoFit/>
          </a:bodyPr>
          <a:lstStyle/>
          <a:p>
            <a:pPr defTabSz="1082504"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73"/>
            <a:ext cx="299313" cy="184666"/>
          </a:xfrm>
          <a:prstGeom prst="rect">
            <a:avLst/>
          </a:prstGeom>
          <a:noFill/>
          <a:ln w="9525">
            <a:noFill/>
            <a:miter lim="800000"/>
            <a:headEnd/>
            <a:tailEnd/>
          </a:ln>
        </p:spPr>
        <p:txBody>
          <a:bodyPr wrap="none" lIns="0" tIns="0" rIns="0" bIns="0" anchor="ctr">
            <a:spAutoFit/>
          </a:bodyPr>
          <a:lstStyle/>
          <a:p>
            <a:pPr algn="r" defTabSz="1082504" fontAlgn="auto">
              <a:spcBef>
                <a:spcPts val="0"/>
              </a:spcBef>
              <a:spcAft>
                <a:spcPts val="0"/>
              </a:spcAft>
              <a:defRPr/>
            </a:pPr>
            <a:fld id="{6856ECDB-1CEE-4F69-ADCA-557460F2116E}" type="slidenum">
              <a:rPr lang="en-US" sz="1200">
                <a:solidFill>
                  <a:srgbClr val="6D6E71"/>
                </a:solidFill>
                <a:latin typeface="Arial"/>
              </a:rPr>
              <a:pPr algn="r" defTabSz="1082504"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59"/>
            <a:ext cx="3025650" cy="825692"/>
          </a:xfrm>
          <a:prstGeom prst="rect">
            <a:avLst/>
          </a:prstGeom>
        </p:spPr>
      </p:pic>
    </p:spTree>
    <p:extLst>
      <p:ext uri="{BB962C8B-B14F-4D97-AF65-F5344CB8AC3E}">
        <p14:creationId xmlns:p14="http://schemas.microsoft.com/office/powerpoint/2010/main" val="64068332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6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62"/>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2504"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1002"/>
            <a:ext cx="7205499" cy="169277"/>
          </a:xfrm>
          <a:prstGeom prst="rect">
            <a:avLst/>
          </a:prstGeom>
          <a:noFill/>
          <a:ln w="9525">
            <a:noFill/>
            <a:miter lim="800000"/>
            <a:headEnd/>
            <a:tailEnd/>
          </a:ln>
        </p:spPr>
        <p:txBody>
          <a:bodyPr wrap="none" lIns="0" tIns="0" rIns="0" bIns="0">
            <a:spAutoFit/>
          </a:bodyPr>
          <a:lstStyle/>
          <a:p>
            <a:pPr defTabSz="1082504"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73"/>
            <a:ext cx="299313" cy="184666"/>
          </a:xfrm>
          <a:prstGeom prst="rect">
            <a:avLst/>
          </a:prstGeom>
          <a:noFill/>
          <a:ln w="9525">
            <a:noFill/>
            <a:miter lim="800000"/>
            <a:headEnd/>
            <a:tailEnd/>
          </a:ln>
        </p:spPr>
        <p:txBody>
          <a:bodyPr wrap="none" lIns="0" tIns="0" rIns="0" bIns="0" anchor="ctr">
            <a:spAutoFit/>
          </a:bodyPr>
          <a:lstStyle/>
          <a:p>
            <a:pPr algn="r" defTabSz="1082504" fontAlgn="auto">
              <a:spcBef>
                <a:spcPts val="0"/>
              </a:spcBef>
              <a:spcAft>
                <a:spcPts val="0"/>
              </a:spcAft>
              <a:defRPr/>
            </a:pPr>
            <a:fld id="{6856ECDB-1CEE-4F69-ADCA-557460F2116E}" type="slidenum">
              <a:rPr lang="en-US" sz="1200">
                <a:solidFill>
                  <a:srgbClr val="6D6E71"/>
                </a:solidFill>
                <a:latin typeface="Arial"/>
              </a:rPr>
              <a:pPr algn="r" defTabSz="1082504"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59"/>
            <a:ext cx="3025650" cy="825692"/>
          </a:xfrm>
          <a:prstGeom prst="rect">
            <a:avLst/>
          </a:prstGeom>
        </p:spPr>
      </p:pic>
    </p:spTree>
    <p:extLst>
      <p:ext uri="{BB962C8B-B14F-4D97-AF65-F5344CB8AC3E}">
        <p14:creationId xmlns:p14="http://schemas.microsoft.com/office/powerpoint/2010/main" val="163228394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7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62"/>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2504"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1002"/>
            <a:ext cx="7205499" cy="169277"/>
          </a:xfrm>
          <a:prstGeom prst="rect">
            <a:avLst/>
          </a:prstGeom>
          <a:noFill/>
          <a:ln w="9525">
            <a:noFill/>
            <a:miter lim="800000"/>
            <a:headEnd/>
            <a:tailEnd/>
          </a:ln>
        </p:spPr>
        <p:txBody>
          <a:bodyPr wrap="none" lIns="0" tIns="0" rIns="0" bIns="0">
            <a:spAutoFit/>
          </a:bodyPr>
          <a:lstStyle/>
          <a:p>
            <a:pPr defTabSz="1082504"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73"/>
            <a:ext cx="299313" cy="184666"/>
          </a:xfrm>
          <a:prstGeom prst="rect">
            <a:avLst/>
          </a:prstGeom>
          <a:noFill/>
          <a:ln w="9525">
            <a:noFill/>
            <a:miter lim="800000"/>
            <a:headEnd/>
            <a:tailEnd/>
          </a:ln>
        </p:spPr>
        <p:txBody>
          <a:bodyPr wrap="none" lIns="0" tIns="0" rIns="0" bIns="0" anchor="ctr">
            <a:spAutoFit/>
          </a:bodyPr>
          <a:lstStyle/>
          <a:p>
            <a:pPr algn="r" defTabSz="1082504" fontAlgn="auto">
              <a:spcBef>
                <a:spcPts val="0"/>
              </a:spcBef>
              <a:spcAft>
                <a:spcPts val="0"/>
              </a:spcAft>
              <a:defRPr/>
            </a:pPr>
            <a:fld id="{6856ECDB-1CEE-4F69-ADCA-557460F2116E}" type="slidenum">
              <a:rPr lang="en-US" sz="1200">
                <a:solidFill>
                  <a:srgbClr val="6D6E71"/>
                </a:solidFill>
                <a:latin typeface="Arial"/>
              </a:rPr>
              <a:pPr algn="r" defTabSz="1082504"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59"/>
            <a:ext cx="3025650" cy="825692"/>
          </a:xfrm>
          <a:prstGeom prst="rect">
            <a:avLst/>
          </a:prstGeom>
        </p:spPr>
      </p:pic>
    </p:spTree>
    <p:extLst>
      <p:ext uri="{BB962C8B-B14F-4D97-AF65-F5344CB8AC3E}">
        <p14:creationId xmlns:p14="http://schemas.microsoft.com/office/powerpoint/2010/main" val="398843178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8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62"/>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2504"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1002"/>
            <a:ext cx="7205499" cy="169277"/>
          </a:xfrm>
          <a:prstGeom prst="rect">
            <a:avLst/>
          </a:prstGeom>
          <a:noFill/>
          <a:ln w="9525">
            <a:noFill/>
            <a:miter lim="800000"/>
            <a:headEnd/>
            <a:tailEnd/>
          </a:ln>
        </p:spPr>
        <p:txBody>
          <a:bodyPr wrap="none" lIns="0" tIns="0" rIns="0" bIns="0">
            <a:spAutoFit/>
          </a:bodyPr>
          <a:lstStyle/>
          <a:p>
            <a:pPr defTabSz="1082504"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73"/>
            <a:ext cx="299313" cy="184666"/>
          </a:xfrm>
          <a:prstGeom prst="rect">
            <a:avLst/>
          </a:prstGeom>
          <a:noFill/>
          <a:ln w="9525">
            <a:noFill/>
            <a:miter lim="800000"/>
            <a:headEnd/>
            <a:tailEnd/>
          </a:ln>
        </p:spPr>
        <p:txBody>
          <a:bodyPr wrap="none" lIns="0" tIns="0" rIns="0" bIns="0" anchor="ctr">
            <a:spAutoFit/>
          </a:bodyPr>
          <a:lstStyle/>
          <a:p>
            <a:pPr algn="r" defTabSz="1082504" fontAlgn="auto">
              <a:spcBef>
                <a:spcPts val="0"/>
              </a:spcBef>
              <a:spcAft>
                <a:spcPts val="0"/>
              </a:spcAft>
              <a:defRPr/>
            </a:pPr>
            <a:fld id="{6856ECDB-1CEE-4F69-ADCA-557460F2116E}" type="slidenum">
              <a:rPr lang="en-US" sz="1200">
                <a:solidFill>
                  <a:srgbClr val="6D6E71"/>
                </a:solidFill>
                <a:latin typeface="Arial"/>
              </a:rPr>
              <a:pPr algn="r" defTabSz="1082504"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59"/>
            <a:ext cx="3025650" cy="825692"/>
          </a:xfrm>
          <a:prstGeom prst="rect">
            <a:avLst/>
          </a:prstGeom>
        </p:spPr>
      </p:pic>
    </p:spTree>
    <p:extLst>
      <p:ext uri="{BB962C8B-B14F-4D97-AF65-F5344CB8AC3E}">
        <p14:creationId xmlns:p14="http://schemas.microsoft.com/office/powerpoint/2010/main" val="15195109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435" y="1818115"/>
            <a:ext cx="9140429" cy="1692771"/>
          </a:xfrm>
        </p:spPr>
        <p:txBody>
          <a:bodyPr anchor="b"/>
          <a:lstStyle>
            <a:lvl1pPr algn="ctr">
              <a:defRPr sz="5500"/>
            </a:lvl1pPr>
          </a:lstStyle>
          <a:p>
            <a:r>
              <a:rPr lang="en-US"/>
              <a:t>Click to edit Master title style</a:t>
            </a:r>
          </a:p>
        </p:txBody>
      </p:sp>
      <p:sp>
        <p:nvSpPr>
          <p:cNvPr id="3" name="Subtitle 2"/>
          <p:cNvSpPr>
            <a:spLocks noGrp="1"/>
          </p:cNvSpPr>
          <p:nvPr>
            <p:ph type="subTitle" idx="1"/>
          </p:nvPr>
        </p:nvSpPr>
        <p:spPr>
          <a:xfrm>
            <a:off x="1523435" y="3602971"/>
            <a:ext cx="9140429" cy="307777"/>
          </a:xfrm>
        </p:spPr>
        <p:txBody>
          <a:bodyPr/>
          <a:lstStyle>
            <a:lvl1pPr marL="0" indent="0" algn="ctr">
              <a:buNone/>
              <a:defRPr sz="2000"/>
            </a:lvl1pPr>
            <a:lvl2pPr marL="406295" indent="0" algn="ctr">
              <a:buNone/>
              <a:defRPr sz="1900"/>
            </a:lvl2pPr>
            <a:lvl3pPr marL="812592" indent="0" algn="ctr">
              <a:buNone/>
              <a:defRPr sz="1500"/>
            </a:lvl3pPr>
            <a:lvl4pPr marL="1218896" indent="0" algn="ctr">
              <a:buNone/>
              <a:defRPr sz="1500"/>
            </a:lvl4pPr>
            <a:lvl5pPr marL="1625187" indent="0" algn="ctr">
              <a:buNone/>
              <a:defRPr sz="1500"/>
            </a:lvl5pPr>
            <a:lvl6pPr marL="2031486" indent="0" algn="ctr">
              <a:buNone/>
              <a:defRPr sz="1500"/>
            </a:lvl6pPr>
            <a:lvl7pPr marL="2437787" indent="0" algn="ctr">
              <a:buNone/>
              <a:defRPr sz="1500"/>
            </a:lvl7pPr>
            <a:lvl8pPr marL="2844084" indent="0" algn="ctr">
              <a:buNone/>
              <a:defRPr sz="1500"/>
            </a:lvl8pPr>
            <a:lvl9pPr marL="3250374" indent="0" algn="ctr">
              <a:buNone/>
              <a:defRPr sz="1500"/>
            </a:lvl9pPr>
          </a:lstStyle>
          <a:p>
            <a:r>
              <a:rPr lang="en-US"/>
              <a:t>Click to edit Master subtitle style</a:t>
            </a:r>
          </a:p>
        </p:txBody>
      </p:sp>
      <p:sp>
        <p:nvSpPr>
          <p:cNvPr id="4" name="Date Placeholder 3"/>
          <p:cNvSpPr>
            <a:spLocks noGrp="1"/>
          </p:cNvSpPr>
          <p:nvPr>
            <p:ph type="dt" sz="half" idx="10"/>
          </p:nvPr>
        </p:nvSpPr>
        <p:spPr>
          <a:xfrm>
            <a:off x="837884" y="6357858"/>
            <a:ext cx="2742129" cy="365210"/>
          </a:xfrm>
          <a:prstGeom prst="rect">
            <a:avLst/>
          </a:prstGeom>
        </p:spPr>
        <p:txBody>
          <a:bodyPr lIns="108351" tIns="54178" rIns="108351" bIns="54178"/>
          <a:lstStyle/>
          <a:p>
            <a:pPr defTabSz="1083459" fontAlgn="auto">
              <a:spcBef>
                <a:spcPts val="0"/>
              </a:spcBef>
              <a:spcAft>
                <a:spcPts val="0"/>
              </a:spcAft>
            </a:pPr>
            <a:fld id="{C02F9569-8E4D-41AE-9766-A3604F84ADF5}" type="datetimeFigureOut">
              <a:rPr lang="en-US" sz="2000" smtClean="0">
                <a:solidFill>
                  <a:prstClr val="black"/>
                </a:solidFill>
                <a:latin typeface="Arial"/>
                <a:cs typeface="+mn-cs"/>
              </a:rPr>
              <a:pPr defTabSz="1083459" fontAlgn="auto">
                <a:spcBef>
                  <a:spcPts val="0"/>
                </a:spcBef>
                <a:spcAft>
                  <a:spcPts val="0"/>
                </a:spcAft>
              </a:pPr>
              <a:t>10/28/2025</a:t>
            </a:fld>
            <a:endParaRPr lang="en-US" sz="2000" dirty="0">
              <a:solidFill>
                <a:prstClr val="black"/>
              </a:solidFill>
              <a:latin typeface="Arial"/>
              <a:cs typeface="+mn-cs"/>
            </a:endParaRPr>
          </a:p>
        </p:txBody>
      </p:sp>
      <p:sp>
        <p:nvSpPr>
          <p:cNvPr id="5" name="Footer Placeholder 4"/>
          <p:cNvSpPr>
            <a:spLocks noGrp="1"/>
          </p:cNvSpPr>
          <p:nvPr>
            <p:ph type="ftr" sz="quarter" idx="11"/>
          </p:nvPr>
        </p:nvSpPr>
        <p:spPr>
          <a:xfrm>
            <a:off x="4037041" y="6357858"/>
            <a:ext cx="4113193" cy="365210"/>
          </a:xfrm>
          <a:prstGeom prst="rect">
            <a:avLst/>
          </a:prstGeom>
        </p:spPr>
        <p:txBody>
          <a:bodyPr lIns="108351" tIns="54178" rIns="108351" bIns="54178"/>
          <a:lstStyle/>
          <a:p>
            <a:pPr defTabSz="1083459" fontAlgn="auto">
              <a:spcBef>
                <a:spcPts val="0"/>
              </a:spcBef>
              <a:spcAft>
                <a:spcPts val="0"/>
              </a:spcAft>
            </a:pPr>
            <a:endParaRPr lang="en-US" sz="2000" dirty="0">
              <a:solidFill>
                <a:prstClr val="black"/>
              </a:solidFill>
              <a:latin typeface="Arial"/>
              <a:cs typeface="+mn-cs"/>
            </a:endParaRPr>
          </a:p>
        </p:txBody>
      </p:sp>
      <p:sp>
        <p:nvSpPr>
          <p:cNvPr id="6" name="Slide Number Placeholder 5"/>
          <p:cNvSpPr>
            <a:spLocks noGrp="1"/>
          </p:cNvSpPr>
          <p:nvPr>
            <p:ph type="sldNum" sz="quarter" idx="12"/>
          </p:nvPr>
        </p:nvSpPr>
        <p:spPr>
          <a:xfrm>
            <a:off x="8607258" y="6357858"/>
            <a:ext cx="2742129" cy="365210"/>
          </a:xfrm>
          <a:prstGeom prst="rect">
            <a:avLst/>
          </a:prstGeom>
        </p:spPr>
        <p:txBody>
          <a:bodyPr lIns="108351" tIns="54178" rIns="108351" bIns="54178"/>
          <a:lstStyle/>
          <a:p>
            <a:pPr defTabSz="1083459" fontAlgn="auto">
              <a:spcBef>
                <a:spcPts val="0"/>
              </a:spcBef>
              <a:spcAft>
                <a:spcPts val="0"/>
              </a:spcAft>
            </a:pPr>
            <a:fld id="{1AC0DE63-F386-450A-9205-EAFF862E7C5E}" type="slidenum">
              <a:rPr lang="en-US" sz="2000" smtClean="0">
                <a:solidFill>
                  <a:prstClr val="black"/>
                </a:solidFill>
                <a:latin typeface="Arial"/>
                <a:cs typeface="+mn-cs"/>
              </a:rPr>
              <a:pPr defTabSz="1083459" fontAlgn="auto">
                <a:spcBef>
                  <a:spcPts val="0"/>
                </a:spcBef>
                <a:spcAft>
                  <a:spcPts val="0"/>
                </a:spcAft>
              </a:pPr>
              <a:t>‹#›</a:t>
            </a:fld>
            <a:endParaRPr lang="en-US" sz="2000" dirty="0">
              <a:solidFill>
                <a:prstClr val="black"/>
              </a:solidFill>
              <a:latin typeface="Arial"/>
              <a:cs typeface="+mn-cs"/>
            </a:endParaRPr>
          </a:p>
        </p:txBody>
      </p:sp>
      <p:pic>
        <p:nvPicPr>
          <p:cNvPr id="7"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0" y="0"/>
            <a:ext cx="12187238" cy="685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descr="ridge4.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1070" y="64"/>
            <a:ext cx="5289698" cy="1732252"/>
          </a:xfrm>
          <a:prstGeom prst="rect">
            <a:avLst/>
          </a:prstGeom>
        </p:spPr>
      </p:pic>
    </p:spTree>
    <p:extLst>
      <p:ext uri="{BB962C8B-B14F-4D97-AF65-F5344CB8AC3E}">
        <p14:creationId xmlns:p14="http://schemas.microsoft.com/office/powerpoint/2010/main" val="38238256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6" y="1972192"/>
            <a:ext cx="5435592" cy="4163389"/>
          </a:xfrm>
        </p:spPr>
        <p:txBody>
          <a:bodyPr>
            <a:noAutofit/>
          </a:bodyPr>
          <a:lstStyle>
            <a:lvl1pPr marL="0" indent="0">
              <a:buNone/>
              <a:defRPr>
                <a:latin typeface="Arial" pitchFamily="34" charset="0"/>
                <a:cs typeface="Arial" pitchFamily="34" charset="0"/>
              </a:defRPr>
            </a:lvl1pPr>
          </a:lstStyle>
          <a:p>
            <a:pPr lvl="0"/>
            <a:r>
              <a:rPr lang="en-US" noProof="0" dirty="0"/>
              <a:t>Click icon to add picture</a:t>
            </a:r>
          </a:p>
        </p:txBody>
      </p:sp>
      <p:sp>
        <p:nvSpPr>
          <p:cNvPr id="18" name="Text Placeholder 4"/>
          <p:cNvSpPr>
            <a:spLocks noGrp="1"/>
          </p:cNvSpPr>
          <p:nvPr>
            <p:ph type="body" sz="quarter" idx="19"/>
          </p:nvPr>
        </p:nvSpPr>
        <p:spPr bwMode="gray">
          <a:xfrm>
            <a:off x="6449102" y="1972301"/>
            <a:ext cx="5126679" cy="1461939"/>
          </a:xfrm>
          <a:ln>
            <a:noFill/>
          </a:ln>
        </p:spPr>
        <p:txBody>
          <a:bodyPr/>
          <a:lstStyle>
            <a:lvl1pPr>
              <a:spcBef>
                <a:spcPts val="0"/>
              </a:spcBef>
              <a:spcAft>
                <a:spcPts val="0"/>
              </a:spcAft>
              <a:defRPr lang="en-US" sz="19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900" b="0" kern="1200" baseline="0" dirty="0" smtClean="0">
                <a:solidFill>
                  <a:schemeClr val="tx1"/>
                </a:solidFill>
                <a:latin typeface="+mn-lt"/>
                <a:ea typeface="+mn-ea"/>
                <a:cs typeface="Arial" pitchFamily="34" charset="0"/>
              </a:defRPr>
            </a:lvl2pPr>
            <a:lvl3pPr>
              <a:spcBef>
                <a:spcPts val="0"/>
              </a:spcBef>
              <a:spcAft>
                <a:spcPts val="0"/>
              </a:spcAft>
              <a:defRPr lang="en-US" sz="19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9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900" b="0" kern="1200" baseline="0" dirty="0" smtClean="0">
                <a:solidFill>
                  <a:schemeClr val="tx1"/>
                </a:solidFill>
                <a:latin typeface="Arial" pitchFamily="34" charset="0"/>
                <a:ea typeface="+mn-ea"/>
                <a:cs typeface="Arial" pitchFamily="34" charset="0"/>
              </a:defRPr>
            </a:lvl5pPr>
            <a:lvl6pPr marL="1128558" indent="-230411">
              <a:spcBef>
                <a:spcPts val="0"/>
              </a:spcBef>
              <a:spcAft>
                <a:spcPts val="0"/>
              </a:spcAft>
              <a:buSzPct val="70000"/>
              <a:defRPr lang="en-US" sz="1900" kern="1200" dirty="0" smtClean="0">
                <a:solidFill>
                  <a:schemeClr val="tx1"/>
                </a:solidFill>
                <a:latin typeface="Arial" pitchFamily="34" charset="0"/>
                <a:ea typeface="+mn-ea"/>
                <a:cs typeface="Arial" pitchFamily="34" charset="0"/>
              </a:defRPr>
            </a:lvl6pPr>
            <a:lvl7pPr marL="1354269" indent="-225726">
              <a:spcBef>
                <a:spcPts val="0"/>
              </a:spcBef>
              <a:spcAft>
                <a:spcPts val="0"/>
              </a:spcAft>
              <a:buSzPct val="70000"/>
              <a:buFont typeface="Arial" pitchFamily="34" charset="0"/>
              <a:buChar char="–"/>
              <a:defRPr sz="1900" baseline="0">
                <a:latin typeface="+mj-lt"/>
              </a:defRPr>
            </a:lvl7pPr>
            <a:lvl8pPr marL="1579985" indent="-225726">
              <a:spcBef>
                <a:spcPts val="0"/>
              </a:spcBef>
              <a:spcAft>
                <a:spcPts val="0"/>
              </a:spcAft>
              <a:buSzPct val="70000"/>
              <a:defRPr sz="1900" baseline="0">
                <a:latin typeface="+mj-lt"/>
              </a:defRPr>
            </a:lvl8pPr>
            <a:lvl9pPr marL="1800988" indent="-221011">
              <a:spcBef>
                <a:spcPts val="0"/>
              </a:spcBef>
              <a:spcAft>
                <a:spcPts val="0"/>
              </a:spcAft>
              <a:buSzPct val="70000"/>
              <a:buFont typeface="Arial" pitchFamily="34" charset="0"/>
              <a:buChar char="–"/>
              <a:defRPr sz="19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p:cNvSpPr>
            <a:spLocks noGrp="1"/>
          </p:cNvSpPr>
          <p:nvPr>
            <p:ph type="title"/>
          </p:nvPr>
        </p:nvSpPr>
        <p:spPr bwMode="gray">
          <a:xfrm>
            <a:off x="641186" y="727284"/>
            <a:ext cx="10964283"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7" name="Text Placeholder 41"/>
          <p:cNvSpPr>
            <a:spLocks noGrp="1"/>
          </p:cNvSpPr>
          <p:nvPr>
            <p:ph type="body" sz="quarter" idx="13"/>
          </p:nvPr>
        </p:nvSpPr>
        <p:spPr bwMode="gray">
          <a:xfrm>
            <a:off x="641110" y="1270939"/>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98496934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a:xfrm>
            <a:off x="641175" y="1972146"/>
            <a:ext cx="10945241" cy="1384995"/>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8778630" y="612790"/>
            <a:ext cx="1275853" cy="457306"/>
          </a:xfrm>
          <a:prstGeom prst="rect">
            <a:avLst/>
          </a:prstGeom>
        </p:spPr>
        <p:txBody>
          <a:bodyPr lIns="108351" tIns="54178" rIns="108351" bIns="54178"/>
          <a:lstStyle/>
          <a:p>
            <a:pPr defTabSz="1083459" fontAlgn="auto">
              <a:spcBef>
                <a:spcPts val="0"/>
              </a:spcBef>
              <a:spcAft>
                <a:spcPts val="0"/>
              </a:spcAft>
            </a:pPr>
            <a:r>
              <a:rPr lang="en-US" sz="2000" dirty="0">
                <a:solidFill>
                  <a:prstClr val="black"/>
                </a:solidFill>
                <a:latin typeface="Arial"/>
                <a:cs typeface="+mn-cs"/>
              </a:rPr>
              <a:t>2/24/2013</a:t>
            </a:r>
          </a:p>
        </p:txBody>
      </p:sp>
      <p:sp>
        <p:nvSpPr>
          <p:cNvPr id="5" name="Footer Placeholder 4"/>
          <p:cNvSpPr>
            <a:spLocks noGrp="1"/>
          </p:cNvSpPr>
          <p:nvPr>
            <p:ph type="ftr" sz="quarter" idx="11"/>
          </p:nvPr>
        </p:nvSpPr>
        <p:spPr>
          <a:xfrm>
            <a:off x="7007662" y="612790"/>
            <a:ext cx="1767150" cy="457306"/>
          </a:xfrm>
          <a:prstGeom prst="rect">
            <a:avLst/>
          </a:prstGeom>
        </p:spPr>
        <p:txBody>
          <a:bodyPr lIns="108351" tIns="54178" rIns="108351" bIns="54178"/>
          <a:lstStyle/>
          <a:p>
            <a:pPr defTabSz="1083459" fontAlgn="auto">
              <a:spcBef>
                <a:spcPts val="0"/>
              </a:spcBef>
              <a:spcAft>
                <a:spcPts val="0"/>
              </a:spcAft>
            </a:pPr>
            <a:endParaRPr lang="en-US" sz="2000" dirty="0">
              <a:solidFill>
                <a:prstClr val="black"/>
              </a:solidFill>
              <a:latin typeface="Arial"/>
              <a:cs typeface="+mn-cs"/>
            </a:endParaRPr>
          </a:p>
        </p:txBody>
      </p:sp>
      <p:sp>
        <p:nvSpPr>
          <p:cNvPr id="6" name="Slide Number Placeholder 5"/>
          <p:cNvSpPr>
            <a:spLocks noGrp="1"/>
          </p:cNvSpPr>
          <p:nvPr>
            <p:ph type="sldNum" sz="quarter" idx="12"/>
          </p:nvPr>
        </p:nvSpPr>
        <p:spPr>
          <a:xfrm>
            <a:off x="10895419" y="2272"/>
            <a:ext cx="1015603" cy="365845"/>
          </a:xfrm>
          <a:prstGeom prst="rect">
            <a:avLst/>
          </a:prstGeom>
        </p:spPr>
        <p:txBody>
          <a:bodyPr lIns="108351" tIns="54178" rIns="108351" bIns="54178"/>
          <a:lstStyle/>
          <a:p>
            <a:pPr defTabSz="1083459" fontAlgn="auto">
              <a:spcBef>
                <a:spcPts val="0"/>
              </a:spcBef>
              <a:spcAft>
                <a:spcPts val="0"/>
              </a:spcAft>
            </a:pPr>
            <a:fld id="{6E2D2B3B-882E-40F3-A32F-6DD516915044}" type="slidenum">
              <a:rPr lang="en-US" sz="2000" smtClean="0">
                <a:solidFill>
                  <a:prstClr val="black"/>
                </a:solidFill>
                <a:latin typeface="Arial"/>
                <a:cs typeface="+mn-cs"/>
              </a:rPr>
              <a:pPr defTabSz="1083459" fontAlgn="auto">
                <a:spcBef>
                  <a:spcPts val="0"/>
                </a:spcBef>
                <a:spcAft>
                  <a:spcPts val="0"/>
                </a:spcAft>
              </a:pPr>
              <a:t>‹#›</a:t>
            </a:fld>
            <a:endParaRPr lang="en-US" sz="2000" dirty="0">
              <a:solidFill>
                <a:prstClr val="black"/>
              </a:solidFill>
              <a:latin typeface="Arial"/>
              <a:cs typeface="+mn-cs"/>
            </a:endParaRPr>
          </a:p>
        </p:txBody>
      </p:sp>
    </p:spTree>
    <p:extLst>
      <p:ext uri="{BB962C8B-B14F-4D97-AF65-F5344CB8AC3E}">
        <p14:creationId xmlns:p14="http://schemas.microsoft.com/office/powerpoint/2010/main" val="26078229"/>
      </p:ext>
    </p:extLst>
  </p:cSld>
  <p:clrMapOvr>
    <a:masterClrMapping/>
  </p:clrMapOvr>
  <p:transition spd="slow">
    <p:push dir="u"/>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26" y="719380"/>
            <a:ext cx="10962166"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02848"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6" y="1972174"/>
            <a:ext cx="10962167" cy="1461939"/>
          </a:xfrm>
        </p:spPr>
        <p:txBody>
          <a:bodyPr wrap="square">
            <a:spAutoFit/>
          </a:bodyPr>
          <a:lstStyle>
            <a:lvl1pPr algn="l" rtl="0" eaLnBrk="1" latinLnBrk="0" hangingPunct="1">
              <a:spcBef>
                <a:spcPts val="0"/>
              </a:spcBef>
              <a:spcAft>
                <a:spcPts val="0"/>
              </a:spcAft>
              <a:buClr>
                <a:schemeClr val="bg2"/>
              </a:buClr>
              <a:buSzPct val="120000"/>
              <a:defRPr lang="en-US" sz="19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9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9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9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900" b="0" kern="1200" baseline="0" dirty="0" smtClean="0">
                <a:solidFill>
                  <a:schemeClr val="tx1"/>
                </a:solidFill>
                <a:latin typeface="Arial" pitchFamily="34" charset="0"/>
                <a:ea typeface="+mn-ea"/>
                <a:cs typeface="Arial" pitchFamily="34" charset="0"/>
              </a:defRPr>
            </a:lvl5pPr>
            <a:lvl6pPr marL="1416969" indent="-282142">
              <a:spcBef>
                <a:spcPts val="0"/>
              </a:spcBef>
              <a:spcAft>
                <a:spcPts val="0"/>
              </a:spcAft>
              <a:buClr>
                <a:schemeClr val="tx2"/>
              </a:buClr>
              <a:buSzPct val="70000"/>
              <a:buFont typeface="Wingdings" pitchFamily="2" charset="2"/>
              <a:buChar char="§"/>
              <a:defRPr lang="en-US" sz="1900" kern="1200" dirty="0" smtClean="0">
                <a:solidFill>
                  <a:schemeClr val="tx1"/>
                </a:solidFill>
                <a:latin typeface="Arial" pitchFamily="34" charset="0"/>
                <a:ea typeface="+mn-ea"/>
                <a:cs typeface="Arial" pitchFamily="34" charset="0"/>
              </a:defRPr>
            </a:lvl6pPr>
            <a:lvl7pPr marL="1692839" indent="-269591">
              <a:spcBef>
                <a:spcPts val="0"/>
              </a:spcBef>
              <a:spcAft>
                <a:spcPts val="0"/>
              </a:spcAft>
              <a:buClr>
                <a:schemeClr val="tx2"/>
              </a:buClr>
              <a:buSzPct val="70000"/>
              <a:buFont typeface="Arial" pitchFamily="34" charset="0"/>
              <a:buChar char="–"/>
              <a:defRPr sz="1900" baseline="0">
                <a:solidFill>
                  <a:schemeClr val="tx1"/>
                </a:solidFill>
                <a:latin typeface="+mn-lt"/>
                <a:cs typeface="Arial" pitchFamily="34" charset="0"/>
              </a:defRPr>
            </a:lvl7pPr>
            <a:lvl8pPr marL="1579985" indent="-225726">
              <a:spcBef>
                <a:spcPts val="0"/>
              </a:spcBef>
              <a:spcAft>
                <a:spcPts val="0"/>
              </a:spcAft>
              <a:buSzPct val="70000"/>
              <a:defRPr sz="1900" baseline="0">
                <a:latin typeface="Arial" pitchFamily="34" charset="0"/>
                <a:cs typeface="Arial" pitchFamily="34" charset="0"/>
              </a:defRPr>
            </a:lvl8pPr>
            <a:lvl9pPr marL="1800988" indent="-221011">
              <a:spcBef>
                <a:spcPts val="0"/>
              </a:spcBef>
              <a:spcAft>
                <a:spcPts val="0"/>
              </a:spcAft>
              <a:buSzPct val="70000"/>
              <a:buFont typeface="Arial" pitchFamily="34" charset="0"/>
              <a:buChar char="–"/>
              <a:defRPr sz="1900">
                <a:latin typeface="Arial" pitchFamily="34" charset="0"/>
                <a:cs typeface="Arial" pitchFamily="34" charset="0"/>
              </a:defRPr>
            </a:lvl9pPr>
          </a:lstStyle>
          <a:p>
            <a:pPr marL="286848" lvl="0" indent="-286848" algn="l" defTabSz="902848"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64281" lvl="2" indent="-275871" algn="l" defTabSz="902848"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40151" lvl="3" indent="-275871" algn="l" defTabSz="902848"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22290" lvl="4" indent="-282142" algn="l" defTabSz="92165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16969" lvl="5" indent="-282142" algn="l" defTabSz="902848"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106" y="1146091"/>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64458291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2_Agenda">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662" y="78"/>
            <a:ext cx="12176659" cy="237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bwMode="gray">
          <a:xfrm>
            <a:off x="641181" y="727318"/>
            <a:ext cx="10964283"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02848"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06" y="1146091"/>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8" name="Picture 7"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59"/>
            <a:ext cx="3025650" cy="825692"/>
          </a:xfrm>
          <a:prstGeom prst="rect">
            <a:avLst/>
          </a:prstGeom>
        </p:spPr>
      </p:pic>
    </p:spTree>
    <p:extLst>
      <p:ext uri="{BB962C8B-B14F-4D97-AF65-F5344CB8AC3E}">
        <p14:creationId xmlns:p14="http://schemas.microsoft.com/office/powerpoint/2010/main" val="187959212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183" y="727314"/>
            <a:ext cx="10964283"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3459"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41106" y="1972176"/>
            <a:ext cx="10962167" cy="2308324"/>
          </a:xfrm>
        </p:spPr>
        <p:txBody>
          <a:bodyPr wrap="square">
            <a:spAutoFit/>
          </a:bodyPr>
          <a:lstStyle>
            <a:lvl1pPr>
              <a:spcBef>
                <a:spcPts val="0"/>
              </a:spcBef>
              <a:spcAft>
                <a:spcPts val="0"/>
              </a:spcAft>
              <a:defRPr lang="en-US" sz="30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30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30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30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3000" b="0" kern="1200" baseline="0" dirty="0" smtClean="0">
                <a:solidFill>
                  <a:schemeClr val="tx1"/>
                </a:solidFill>
                <a:latin typeface="Arial" pitchFamily="34" charset="0"/>
                <a:ea typeface="+mn-ea"/>
                <a:cs typeface="Arial" pitchFamily="34" charset="0"/>
              </a:defRPr>
            </a:lvl5pPr>
            <a:lvl6pPr marL="1700426" indent="-338588">
              <a:spcBef>
                <a:spcPts val="0"/>
              </a:spcBef>
              <a:spcAft>
                <a:spcPts val="0"/>
              </a:spcAft>
              <a:buClr>
                <a:schemeClr val="tx2"/>
              </a:buClr>
              <a:buSzPct val="70000"/>
              <a:buFont typeface="Wingdings" pitchFamily="2" charset="2"/>
              <a:buChar char="§"/>
              <a:defRPr lang="en-US" sz="3000" kern="1200" dirty="0" smtClean="0">
                <a:solidFill>
                  <a:schemeClr val="tx1"/>
                </a:solidFill>
                <a:latin typeface="Arial" pitchFamily="34" charset="0"/>
                <a:ea typeface="+mn-ea"/>
                <a:cs typeface="Arial" pitchFamily="34" charset="0"/>
              </a:defRPr>
            </a:lvl6pPr>
            <a:lvl7pPr marL="2031486" indent="-323532">
              <a:spcBef>
                <a:spcPts val="0"/>
              </a:spcBef>
              <a:spcAft>
                <a:spcPts val="0"/>
              </a:spcAft>
              <a:buClr>
                <a:schemeClr val="tx2"/>
              </a:buClr>
              <a:buSzPct val="70000"/>
              <a:buFont typeface="Arial" pitchFamily="34" charset="0"/>
              <a:buChar char="–"/>
              <a:defRPr sz="2000" baseline="0">
                <a:solidFill>
                  <a:schemeClr val="tx1"/>
                </a:solidFill>
                <a:latin typeface="+mn-lt"/>
                <a:cs typeface="Arial" pitchFamily="34" charset="0"/>
              </a:defRPr>
            </a:lvl7pPr>
            <a:lvl8pPr marL="1896055" indent="-270859">
              <a:spcBef>
                <a:spcPts val="0"/>
              </a:spcBef>
              <a:spcAft>
                <a:spcPts val="0"/>
              </a:spcAft>
              <a:buSzPct val="70000"/>
              <a:defRPr sz="2000" baseline="0">
                <a:latin typeface="Arial" pitchFamily="34" charset="0"/>
                <a:cs typeface="Arial" pitchFamily="34" charset="0"/>
              </a:defRPr>
            </a:lvl8pPr>
            <a:lvl9pPr marL="2161285" indent="-265223">
              <a:spcBef>
                <a:spcPts val="0"/>
              </a:spcBef>
              <a:spcAft>
                <a:spcPts val="0"/>
              </a:spcAft>
              <a:buSzPct val="70000"/>
              <a:buFont typeface="Arial" pitchFamily="34" charset="0"/>
              <a:buChar char="–"/>
              <a:defRPr sz="2000">
                <a:latin typeface="Arial" pitchFamily="34" charset="0"/>
                <a:cs typeface="Arial" pitchFamily="34" charset="0"/>
              </a:defRPr>
            </a:lvl9pPr>
          </a:lstStyle>
          <a:p>
            <a:pPr marL="344230" lvl="0" indent="-344230" algn="l" defTabSz="1083459"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77169" lvl="2" indent="-331062" algn="l" defTabSz="1083459"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08217" lvl="3" indent="-331062" algn="l" defTabSz="1083459"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46804" lvl="4" indent="-338588" algn="l" defTabSz="110603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0426" lvl="5" indent="-338588" algn="l" defTabSz="1083459" rtl="0" eaLnBrk="1" latinLnBrk="0" hangingPunct="1">
              <a:spcBef>
                <a:spcPts val="0"/>
              </a:spcBef>
              <a:spcAft>
                <a:spcPts val="0"/>
              </a:spcAft>
              <a:buClr>
                <a:schemeClr val="bg2"/>
              </a:buClr>
              <a:buSzPct val="60000"/>
              <a:buFont typeface="Wingdings" pitchFamily="2" charset="2"/>
              <a:buChar char="§"/>
            </a:pPr>
            <a:r>
              <a:rPr lang="en-US" dirty="0"/>
              <a:t>Fifth level</a:t>
            </a:r>
          </a:p>
        </p:txBody>
      </p:sp>
      <p:pic>
        <p:nvPicPr>
          <p:cNvPr id="5" name="Picture 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Tree>
    <p:extLst>
      <p:ext uri="{BB962C8B-B14F-4D97-AF65-F5344CB8AC3E}">
        <p14:creationId xmlns:p14="http://schemas.microsoft.com/office/powerpoint/2010/main" val="233691714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21751" y="1527686"/>
            <a:ext cx="8969807"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3459"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821818" y="3370362"/>
            <a:ext cx="9002897" cy="3229089"/>
          </a:xfrm>
          <a:prstGeom prst="rect">
            <a:avLst/>
          </a:prstGeom>
          <a:noFill/>
          <a:ln w="9525">
            <a:noFill/>
            <a:miter lim="800000"/>
            <a:headEnd/>
            <a:tailEnd/>
          </a:ln>
        </p:spPr>
        <p:txBody>
          <a:bodyPr wrap="square" lIns="0" tIns="0" rIns="0" bIns="0">
            <a:spAutoFit/>
          </a:bodyPr>
          <a:lstStyle/>
          <a:p>
            <a:pPr algn="just" defTabSz="1083459" fontAlgn="auto">
              <a:spcBef>
                <a:spcPts val="715"/>
              </a:spcBef>
              <a:spcAft>
                <a:spcPts val="0"/>
              </a:spcAft>
            </a:pPr>
            <a:r>
              <a:rPr lang="en-US" sz="1200" b="1" dirty="0">
                <a:solidFill>
                  <a:srgbClr val="6D6E71"/>
                </a:solidFill>
                <a:latin typeface="Arial"/>
              </a:rPr>
              <a:t>Disclaimer </a:t>
            </a:r>
          </a:p>
          <a:p>
            <a:pPr algn="just" defTabSz="1083459" fontAlgn="auto">
              <a:spcBef>
                <a:spcPts val="715"/>
              </a:spcBef>
              <a:spcAft>
                <a:spcPts val="0"/>
              </a:spcAft>
            </a:pPr>
            <a:r>
              <a:rPr lang="en-US" sz="1200" dirty="0">
                <a:solidFill>
                  <a:srgbClr val="6D6E71"/>
                </a:solidFill>
                <a:latin typeface="Arial"/>
              </a:rPr>
              <a:t>Tech Mahindra Limited, herein referred to as Tech Mahindra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 Mahindra or its subsidiaries. Any unauthorized use, disclosure or public dissemination of information contained herein is prohibited. Unless specifically noted, Tech Mahindra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 Mahindra. Information contained in a presentation hosted or promoted by Tech Mahindra is provided “as is” without warranty of any kind, either expressed or implied, including any warranty of merchantability or fitness for a particular purpose. Tech Mahindra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21805" y="2140723"/>
            <a:ext cx="8975995" cy="307777"/>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1083459" rtl="0" eaLnBrk="1" fontAlgn="base" latinLnBrk="0" hangingPunct="1">
              <a:spcBef>
                <a:spcPts val="0"/>
              </a:spcBef>
              <a:spcAft>
                <a:spcPct val="0"/>
              </a:spcAft>
              <a:buClr>
                <a:schemeClr val="tx2"/>
              </a:buClr>
              <a:buFont typeface="Arial" pitchFamily="34" charset="0"/>
              <a:buNone/>
              <a:defRPr lang="en-US" sz="20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49432081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2"/>
                </a:solidFill>
              </a:defRPr>
            </a:lvl1pPr>
          </a:lstStyle>
          <a:p>
            <a:r>
              <a:rPr lang="en-US" dirty="0"/>
              <a:t>Click to edit Master title style</a:t>
            </a:r>
          </a:p>
        </p:txBody>
      </p:sp>
      <p:sp>
        <p:nvSpPr>
          <p:cNvPr id="3" name="Text Placeholder 4"/>
          <p:cNvSpPr>
            <a:spLocks noGrp="1"/>
          </p:cNvSpPr>
          <p:nvPr>
            <p:ph type="body" sz="quarter" idx="10" hasCustomPrompt="1"/>
          </p:nvPr>
        </p:nvSpPr>
        <p:spPr>
          <a:xfrm>
            <a:off x="403759" y="1465920"/>
            <a:ext cx="11387826" cy="2046714"/>
          </a:xfrm>
        </p:spPr>
        <p:txBody>
          <a:bodyPr wrap="square">
            <a:spAutoFit/>
          </a:bodyPr>
          <a:lstStyle>
            <a:lvl1pPr>
              <a:spcBef>
                <a:spcPts val="0"/>
              </a:spcBef>
              <a:spcAft>
                <a:spcPts val="0"/>
              </a:spcAft>
              <a:defRPr sz="1900">
                <a:latin typeface="Arial" pitchFamily="34" charset="0"/>
                <a:cs typeface="Arial" pitchFamily="34" charset="0"/>
              </a:defRPr>
            </a:lvl1pPr>
            <a:lvl2pPr>
              <a:spcBef>
                <a:spcPts val="0"/>
              </a:spcBef>
              <a:spcAft>
                <a:spcPts val="0"/>
              </a:spcAft>
              <a:defRPr sz="1900">
                <a:latin typeface="Arial" pitchFamily="34" charset="0"/>
                <a:cs typeface="Arial" pitchFamily="34" charset="0"/>
              </a:defRPr>
            </a:lvl2pPr>
            <a:lvl3pPr>
              <a:spcBef>
                <a:spcPts val="0"/>
              </a:spcBef>
              <a:spcAft>
                <a:spcPts val="0"/>
              </a:spcAft>
              <a:defRPr sz="1900">
                <a:latin typeface="Arial" pitchFamily="34" charset="0"/>
                <a:cs typeface="Arial" pitchFamily="34" charset="0"/>
              </a:defRPr>
            </a:lvl3pPr>
            <a:lvl4pPr>
              <a:spcBef>
                <a:spcPts val="0"/>
              </a:spcBef>
              <a:spcAft>
                <a:spcPts val="0"/>
              </a:spcAft>
              <a:defRPr sz="1900">
                <a:latin typeface="Arial" pitchFamily="34" charset="0"/>
                <a:cs typeface="Arial" pitchFamily="34" charset="0"/>
              </a:defRPr>
            </a:lvl4pPr>
            <a:lvl5pPr>
              <a:spcBef>
                <a:spcPts val="0"/>
              </a:spcBef>
              <a:spcAft>
                <a:spcPts val="0"/>
              </a:spcAft>
              <a:defRPr sz="1900">
                <a:latin typeface="Arial" pitchFamily="34" charset="0"/>
                <a:cs typeface="Arial" pitchFamily="34" charset="0"/>
              </a:defRPr>
            </a:lvl5pPr>
            <a:lvl6pPr marL="1416969" indent="-282142">
              <a:spcBef>
                <a:spcPts val="0"/>
              </a:spcBef>
              <a:spcAft>
                <a:spcPts val="0"/>
              </a:spcAft>
              <a:buClr>
                <a:schemeClr val="tx2"/>
              </a:buClr>
              <a:buSzPct val="70000"/>
              <a:buFont typeface="Wingdings" pitchFamily="2" charset="2"/>
              <a:buChar char="§"/>
              <a:defRPr sz="1900">
                <a:latin typeface="Arial" pitchFamily="34" charset="0"/>
                <a:cs typeface="Arial" pitchFamily="34" charset="0"/>
              </a:defRPr>
            </a:lvl6pPr>
            <a:lvl7pPr marL="1692839" indent="-269591">
              <a:spcBef>
                <a:spcPts val="0"/>
              </a:spcBef>
              <a:spcAft>
                <a:spcPts val="0"/>
              </a:spcAft>
              <a:buClr>
                <a:srgbClr val="C00000"/>
              </a:buClr>
              <a:buSzPct val="70000"/>
              <a:buFont typeface="Arial" pitchFamily="34" charset="0"/>
              <a:buChar char="–"/>
              <a:defRPr sz="1900" baseline="0">
                <a:latin typeface="Arial" pitchFamily="34" charset="0"/>
                <a:cs typeface="Arial" pitchFamily="34" charset="0"/>
              </a:defRPr>
            </a:lvl7pPr>
            <a:lvl8pPr marL="1579985" indent="-225726">
              <a:spcBef>
                <a:spcPts val="0"/>
              </a:spcBef>
              <a:spcAft>
                <a:spcPts val="0"/>
              </a:spcAft>
              <a:buSzPct val="70000"/>
              <a:defRPr sz="1900" baseline="0">
                <a:latin typeface="Arial" pitchFamily="34" charset="0"/>
                <a:cs typeface="Arial" pitchFamily="34" charset="0"/>
              </a:defRPr>
            </a:lvl8pPr>
            <a:lvl9pPr marL="1800988" indent="-221011">
              <a:spcBef>
                <a:spcPts val="0"/>
              </a:spcBef>
              <a:spcAft>
                <a:spcPts val="0"/>
              </a:spcAft>
              <a:buSzPct val="70000"/>
              <a:buFont typeface="Arial" pitchFamily="34" charset="0"/>
              <a:buChar char="–"/>
              <a:defRPr sz="1900">
                <a:latin typeface="Arial" pitchFamily="34" charset="0"/>
                <a:cs typeface="Arial" pitchFamily="34" charset="0"/>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 </a:t>
            </a:r>
          </a:p>
        </p:txBody>
      </p:sp>
    </p:spTree>
    <p:extLst>
      <p:ext uri="{BB962C8B-B14F-4D97-AF65-F5344CB8AC3E}">
        <p14:creationId xmlns:p14="http://schemas.microsoft.com/office/powerpoint/2010/main" val="409263367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624" y="0"/>
            <a:ext cx="12186628" cy="6859588"/>
          </a:xfrm>
          <a:prstGeom prst="rect">
            <a:avLst/>
          </a:prstGeom>
        </p:spPr>
      </p:pic>
      <p:pic>
        <p:nvPicPr>
          <p:cNvPr id="6" name="Picture 5" descr="Ridge.pdf"/>
          <p:cNvPicPr>
            <a:picLocks noChangeAspect="1"/>
          </p:cNvPicPr>
          <p:nvPr userDrawn="1"/>
        </p:nvPicPr>
        <p:blipFill>
          <a:blip r:embed="rId3" cstate="email"/>
          <a:stretch>
            <a:fillRect/>
          </a:stretch>
        </p:blipFill>
        <p:spPr bwMode="ltGray">
          <a:xfrm>
            <a:off x="613" y="59"/>
            <a:ext cx="3025650" cy="825692"/>
          </a:xfrm>
          <a:prstGeom prst="rect">
            <a:avLst/>
          </a:prstGeom>
        </p:spPr>
      </p:pic>
    </p:spTree>
    <p:extLst>
      <p:ext uri="{BB962C8B-B14F-4D97-AF65-F5344CB8AC3E}">
        <p14:creationId xmlns:p14="http://schemas.microsoft.com/office/powerpoint/2010/main" val="171811364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14" y="1972151"/>
            <a:ext cx="5435592" cy="4163390"/>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49096" y="1972203"/>
            <a:ext cx="5126679" cy="1538883"/>
          </a:xfrm>
          <a:ln>
            <a:noFill/>
          </a:ln>
        </p:spPr>
        <p:txBody>
          <a:bodyPr wrap="square" lIns="0" tIns="0" rIns="0" bIns="0">
            <a:spAutoFit/>
          </a:bodyPr>
          <a:lstStyle>
            <a:lvl1pPr>
              <a:spcBef>
                <a:spcPts val="0"/>
              </a:spcBef>
              <a:spcAft>
                <a:spcPts val="0"/>
              </a:spcAft>
              <a:defRPr lang="en-US" sz="20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mn-lt"/>
                <a:ea typeface="+mn-ea"/>
                <a:cs typeface="Arial" pitchFamily="34" charset="0"/>
              </a:defRPr>
            </a:lvl2pPr>
            <a:lvl3pPr>
              <a:spcBef>
                <a:spcPts val="0"/>
              </a:spcBef>
              <a:spcAft>
                <a:spcPts val="0"/>
              </a:spcAft>
              <a:defRPr lang="en-US" sz="20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0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000" b="0" kern="1200" baseline="0" dirty="0" smtClean="0">
                <a:solidFill>
                  <a:schemeClr val="tx1"/>
                </a:solidFill>
                <a:latin typeface="Arial" pitchFamily="34" charset="0"/>
                <a:ea typeface="+mn-ea"/>
                <a:cs typeface="Arial" pitchFamily="34" charset="0"/>
              </a:defRPr>
            </a:lvl5pPr>
            <a:lvl6pPr marL="1354939" indent="-276635">
              <a:spcBef>
                <a:spcPts val="0"/>
              </a:spcBef>
              <a:spcAft>
                <a:spcPts val="0"/>
              </a:spcAft>
              <a:buSzPct val="70000"/>
              <a:defRPr lang="en-US" sz="2000" kern="1200" dirty="0" smtClean="0">
                <a:solidFill>
                  <a:schemeClr val="tx1"/>
                </a:solidFill>
                <a:latin typeface="Arial" pitchFamily="34" charset="0"/>
                <a:ea typeface="+mn-ea"/>
                <a:cs typeface="Arial" pitchFamily="34" charset="0"/>
              </a:defRPr>
            </a:lvl6pPr>
            <a:lvl7pPr marL="1625919" indent="-270980">
              <a:spcBef>
                <a:spcPts val="0"/>
              </a:spcBef>
              <a:spcAft>
                <a:spcPts val="0"/>
              </a:spcAft>
              <a:buSzPct val="70000"/>
              <a:buFont typeface="Arial" pitchFamily="34" charset="0"/>
              <a:buChar char="–"/>
              <a:defRPr sz="2000" baseline="0">
                <a:latin typeface="+mj-lt"/>
              </a:defRPr>
            </a:lvl7pPr>
            <a:lvl8pPr marL="1896916" indent="-270980">
              <a:spcBef>
                <a:spcPts val="0"/>
              </a:spcBef>
              <a:spcAft>
                <a:spcPts val="0"/>
              </a:spcAft>
              <a:buSzPct val="70000"/>
              <a:defRPr sz="2000" baseline="0">
                <a:latin typeface="+mj-lt"/>
              </a:defRPr>
            </a:lvl8pPr>
            <a:lvl9pPr marL="2162266" indent="-265341">
              <a:spcBef>
                <a:spcPts val="0"/>
              </a:spcBef>
              <a:spcAft>
                <a:spcPts val="0"/>
              </a:spcAft>
              <a:buSzPct val="70000"/>
              <a:buFont typeface="Arial" pitchFamily="34" charset="0"/>
              <a:buChar char="–"/>
              <a:defRPr sz="2000">
                <a:latin typeface="+mj-lt"/>
              </a:defRPr>
            </a:lvl9pPr>
          </a:lstStyle>
          <a:p>
            <a:pPr marL="344384" lvl="0" indent="-344384" algn="l" defTabSz="108395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77471" lvl="2" indent="-331212" algn="l" defTabSz="108395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08677" lvl="3" indent="-331212" algn="l" defTabSz="108395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47409" lvl="4" indent="-338738" algn="l" defTabSz="110653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1199" lvl="5" indent="-338738" algn="l" defTabSz="108395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181" y="727318"/>
            <a:ext cx="10964283"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395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06" y="1270839"/>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25213631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cSld name="7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38" y="719294"/>
            <a:ext cx="10962166" cy="46166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000" b="1" kern="1200" dirty="0">
                <a:solidFill>
                  <a:schemeClr val="tx2"/>
                </a:solidFill>
                <a:latin typeface="Arial" pitchFamily="34" charset="0"/>
                <a:ea typeface="+mj-ea"/>
                <a:cs typeface="Arial" pitchFamily="34" charset="0"/>
              </a:defRPr>
            </a:lvl1pPr>
          </a:lstStyle>
          <a:p>
            <a:pPr lvl="0" algn="l" defTabSz="108395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6" y="1972203"/>
            <a:ext cx="10962167" cy="1538883"/>
          </a:xfrm>
        </p:spPr>
        <p:txBody>
          <a:bodyPr wrap="square">
            <a:spAutoFit/>
          </a:bodyPr>
          <a:lstStyle>
            <a:lvl1pPr algn="l" rtl="0" eaLnBrk="1" latinLnBrk="0" hangingPunct="1">
              <a:spcBef>
                <a:spcPts val="0"/>
              </a:spcBef>
              <a:spcAft>
                <a:spcPts val="0"/>
              </a:spcAft>
              <a:buClr>
                <a:schemeClr val="bg2"/>
              </a:buClr>
              <a:buSzPct val="120000"/>
              <a:defRPr lang="en-US" sz="20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0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5pPr>
            <a:lvl6pPr marL="1701199" indent="-338738">
              <a:spcBef>
                <a:spcPts val="0"/>
              </a:spcBef>
              <a:spcAft>
                <a:spcPts val="0"/>
              </a:spcAft>
              <a:buClr>
                <a:schemeClr val="tx2"/>
              </a:buClr>
              <a:buSzPct val="70000"/>
              <a:buFont typeface="Wingdings" pitchFamily="2" charset="2"/>
              <a:buChar char="§"/>
              <a:defRPr lang="en-US" sz="2000" kern="1200" dirty="0" smtClean="0">
                <a:solidFill>
                  <a:schemeClr val="tx1"/>
                </a:solidFill>
                <a:latin typeface="Arial" pitchFamily="34" charset="0"/>
                <a:ea typeface="+mn-ea"/>
                <a:cs typeface="Arial" pitchFamily="34" charset="0"/>
              </a:defRPr>
            </a:lvl6pPr>
            <a:lvl7pPr marL="2032403" indent="-323675">
              <a:spcBef>
                <a:spcPts val="0"/>
              </a:spcBef>
              <a:spcAft>
                <a:spcPts val="0"/>
              </a:spcAft>
              <a:buClr>
                <a:schemeClr val="tx2"/>
              </a:buClr>
              <a:buSzPct val="70000"/>
              <a:buFont typeface="Arial" pitchFamily="34" charset="0"/>
              <a:buChar char="–"/>
              <a:defRPr sz="2000" baseline="0">
                <a:solidFill>
                  <a:schemeClr val="tx1"/>
                </a:solidFill>
                <a:latin typeface="+mn-lt"/>
                <a:cs typeface="Arial" pitchFamily="34" charset="0"/>
              </a:defRPr>
            </a:lvl7pPr>
            <a:lvl8pPr marL="1896916" indent="-270980">
              <a:spcBef>
                <a:spcPts val="0"/>
              </a:spcBef>
              <a:spcAft>
                <a:spcPts val="0"/>
              </a:spcAft>
              <a:buSzPct val="70000"/>
              <a:defRPr sz="2000" baseline="0">
                <a:latin typeface="Arial" pitchFamily="34" charset="0"/>
                <a:cs typeface="Arial" pitchFamily="34" charset="0"/>
              </a:defRPr>
            </a:lvl8pPr>
            <a:lvl9pPr marL="2162266" indent="-265341">
              <a:spcBef>
                <a:spcPts val="0"/>
              </a:spcBef>
              <a:spcAft>
                <a:spcPts val="0"/>
              </a:spcAft>
              <a:buSzPct val="70000"/>
              <a:buFont typeface="Arial" pitchFamily="34" charset="0"/>
              <a:buChar char="–"/>
              <a:defRPr sz="2000">
                <a:latin typeface="Arial" pitchFamily="34" charset="0"/>
                <a:cs typeface="Arial" pitchFamily="34" charset="0"/>
              </a:defRPr>
            </a:lvl9pPr>
          </a:lstStyle>
          <a:p>
            <a:pPr marL="344384" lvl="0" indent="-344384" algn="l" defTabSz="108395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77471" lvl="2" indent="-331212" algn="l" defTabSz="108395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08677" lvl="3" indent="-331212" algn="l" defTabSz="108395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47409" lvl="4" indent="-338738" algn="l" defTabSz="110653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1199" lvl="5" indent="-338738" algn="l" defTabSz="108395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106" y="1146111"/>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1871196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cSld name="8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38" y="719294"/>
            <a:ext cx="10962166" cy="46166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000" b="1" kern="1200" dirty="0">
                <a:solidFill>
                  <a:schemeClr val="tx2"/>
                </a:solidFill>
                <a:latin typeface="Arial" pitchFamily="34" charset="0"/>
                <a:ea typeface="+mj-ea"/>
                <a:cs typeface="Arial" pitchFamily="34" charset="0"/>
              </a:defRPr>
            </a:lvl1pPr>
          </a:lstStyle>
          <a:p>
            <a:pPr lvl="0" algn="l" defTabSz="108395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6" y="1972203"/>
            <a:ext cx="10962167" cy="1538883"/>
          </a:xfrm>
        </p:spPr>
        <p:txBody>
          <a:bodyPr wrap="square">
            <a:spAutoFit/>
          </a:bodyPr>
          <a:lstStyle>
            <a:lvl1pPr algn="l" rtl="0" eaLnBrk="1" latinLnBrk="0" hangingPunct="1">
              <a:spcBef>
                <a:spcPts val="0"/>
              </a:spcBef>
              <a:spcAft>
                <a:spcPts val="0"/>
              </a:spcAft>
              <a:buClr>
                <a:schemeClr val="bg2"/>
              </a:buClr>
              <a:buSzPct val="120000"/>
              <a:defRPr lang="en-US" sz="20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0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5pPr>
            <a:lvl6pPr marL="1701199" indent="-338738">
              <a:spcBef>
                <a:spcPts val="0"/>
              </a:spcBef>
              <a:spcAft>
                <a:spcPts val="0"/>
              </a:spcAft>
              <a:buClr>
                <a:schemeClr val="tx2"/>
              </a:buClr>
              <a:buSzPct val="70000"/>
              <a:buFont typeface="Wingdings" pitchFamily="2" charset="2"/>
              <a:buChar char="§"/>
              <a:defRPr lang="en-US" sz="2000" kern="1200" dirty="0" smtClean="0">
                <a:solidFill>
                  <a:schemeClr val="tx1"/>
                </a:solidFill>
                <a:latin typeface="Arial" pitchFamily="34" charset="0"/>
                <a:ea typeface="+mn-ea"/>
                <a:cs typeface="Arial" pitchFamily="34" charset="0"/>
              </a:defRPr>
            </a:lvl6pPr>
            <a:lvl7pPr marL="2032403" indent="-323675">
              <a:spcBef>
                <a:spcPts val="0"/>
              </a:spcBef>
              <a:spcAft>
                <a:spcPts val="0"/>
              </a:spcAft>
              <a:buClr>
                <a:schemeClr val="tx2"/>
              </a:buClr>
              <a:buSzPct val="70000"/>
              <a:buFont typeface="Arial" pitchFamily="34" charset="0"/>
              <a:buChar char="–"/>
              <a:defRPr sz="2000" baseline="0">
                <a:solidFill>
                  <a:schemeClr val="tx1"/>
                </a:solidFill>
                <a:latin typeface="+mn-lt"/>
                <a:cs typeface="Arial" pitchFamily="34" charset="0"/>
              </a:defRPr>
            </a:lvl7pPr>
            <a:lvl8pPr marL="1896916" indent="-270980">
              <a:spcBef>
                <a:spcPts val="0"/>
              </a:spcBef>
              <a:spcAft>
                <a:spcPts val="0"/>
              </a:spcAft>
              <a:buSzPct val="70000"/>
              <a:defRPr sz="2000" baseline="0">
                <a:latin typeface="Arial" pitchFamily="34" charset="0"/>
                <a:cs typeface="Arial" pitchFamily="34" charset="0"/>
              </a:defRPr>
            </a:lvl8pPr>
            <a:lvl9pPr marL="2162266" indent="-265341">
              <a:spcBef>
                <a:spcPts val="0"/>
              </a:spcBef>
              <a:spcAft>
                <a:spcPts val="0"/>
              </a:spcAft>
              <a:buSzPct val="70000"/>
              <a:buFont typeface="Arial" pitchFamily="34" charset="0"/>
              <a:buChar char="–"/>
              <a:defRPr sz="2000">
                <a:latin typeface="Arial" pitchFamily="34" charset="0"/>
                <a:cs typeface="Arial" pitchFamily="34" charset="0"/>
              </a:defRPr>
            </a:lvl9pPr>
          </a:lstStyle>
          <a:p>
            <a:pPr marL="344384" lvl="0" indent="-344384" algn="l" defTabSz="108395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77471" lvl="2" indent="-331212" algn="l" defTabSz="108395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08677" lvl="3" indent="-331212" algn="l" defTabSz="108395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47409" lvl="4" indent="-338738" algn="l" defTabSz="110653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1199" lvl="5" indent="-338738" algn="l" defTabSz="108395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106" y="1146111"/>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49789335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cSld name="9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38" y="719294"/>
            <a:ext cx="10962166" cy="46166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000" b="1" kern="1200" dirty="0">
                <a:solidFill>
                  <a:schemeClr val="tx2"/>
                </a:solidFill>
                <a:latin typeface="Arial" pitchFamily="34" charset="0"/>
                <a:ea typeface="+mj-ea"/>
                <a:cs typeface="Arial" pitchFamily="34" charset="0"/>
              </a:defRPr>
            </a:lvl1pPr>
          </a:lstStyle>
          <a:p>
            <a:pPr lvl="0" algn="l" defTabSz="108395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6" y="1972203"/>
            <a:ext cx="10962167" cy="1538883"/>
          </a:xfrm>
        </p:spPr>
        <p:txBody>
          <a:bodyPr wrap="square">
            <a:spAutoFit/>
          </a:bodyPr>
          <a:lstStyle>
            <a:lvl1pPr algn="l" rtl="0" eaLnBrk="1" latinLnBrk="0" hangingPunct="1">
              <a:spcBef>
                <a:spcPts val="0"/>
              </a:spcBef>
              <a:spcAft>
                <a:spcPts val="0"/>
              </a:spcAft>
              <a:buClr>
                <a:schemeClr val="bg2"/>
              </a:buClr>
              <a:buSzPct val="120000"/>
              <a:defRPr lang="en-US" sz="20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0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5pPr>
            <a:lvl6pPr marL="1701199" indent="-338738">
              <a:spcBef>
                <a:spcPts val="0"/>
              </a:spcBef>
              <a:spcAft>
                <a:spcPts val="0"/>
              </a:spcAft>
              <a:buClr>
                <a:schemeClr val="tx2"/>
              </a:buClr>
              <a:buSzPct val="70000"/>
              <a:buFont typeface="Wingdings" pitchFamily="2" charset="2"/>
              <a:buChar char="§"/>
              <a:defRPr lang="en-US" sz="2000" kern="1200" dirty="0" smtClean="0">
                <a:solidFill>
                  <a:schemeClr val="tx1"/>
                </a:solidFill>
                <a:latin typeface="Arial" pitchFamily="34" charset="0"/>
                <a:ea typeface="+mn-ea"/>
                <a:cs typeface="Arial" pitchFamily="34" charset="0"/>
              </a:defRPr>
            </a:lvl6pPr>
            <a:lvl7pPr marL="2032403" indent="-323675">
              <a:spcBef>
                <a:spcPts val="0"/>
              </a:spcBef>
              <a:spcAft>
                <a:spcPts val="0"/>
              </a:spcAft>
              <a:buClr>
                <a:schemeClr val="tx2"/>
              </a:buClr>
              <a:buSzPct val="70000"/>
              <a:buFont typeface="Arial" pitchFamily="34" charset="0"/>
              <a:buChar char="–"/>
              <a:defRPr sz="2000" baseline="0">
                <a:solidFill>
                  <a:schemeClr val="tx1"/>
                </a:solidFill>
                <a:latin typeface="+mn-lt"/>
                <a:cs typeface="Arial" pitchFamily="34" charset="0"/>
              </a:defRPr>
            </a:lvl7pPr>
            <a:lvl8pPr marL="1896916" indent="-270980">
              <a:spcBef>
                <a:spcPts val="0"/>
              </a:spcBef>
              <a:spcAft>
                <a:spcPts val="0"/>
              </a:spcAft>
              <a:buSzPct val="70000"/>
              <a:defRPr sz="2000" baseline="0">
                <a:latin typeface="Arial" pitchFamily="34" charset="0"/>
                <a:cs typeface="Arial" pitchFamily="34" charset="0"/>
              </a:defRPr>
            </a:lvl8pPr>
            <a:lvl9pPr marL="2162266" indent="-265341">
              <a:spcBef>
                <a:spcPts val="0"/>
              </a:spcBef>
              <a:spcAft>
                <a:spcPts val="0"/>
              </a:spcAft>
              <a:buSzPct val="70000"/>
              <a:buFont typeface="Arial" pitchFamily="34" charset="0"/>
              <a:buChar char="–"/>
              <a:defRPr sz="2000">
                <a:latin typeface="Arial" pitchFamily="34" charset="0"/>
                <a:cs typeface="Arial" pitchFamily="34" charset="0"/>
              </a:defRPr>
            </a:lvl9pPr>
          </a:lstStyle>
          <a:p>
            <a:pPr marL="344384" lvl="0" indent="-344384" algn="l" defTabSz="108395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77471" lvl="2" indent="-331212" algn="l" defTabSz="108395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08677" lvl="3" indent="-331212" algn="l" defTabSz="108395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47409" lvl="4" indent="-338738" algn="l" defTabSz="110653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1199" lvl="5" indent="-338738" algn="l" defTabSz="108395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106" y="1146111"/>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6321673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2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38" y="719354"/>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2990"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35" y="6630995"/>
            <a:ext cx="7205499" cy="169277"/>
          </a:xfrm>
          <a:prstGeom prst="rect">
            <a:avLst/>
          </a:prstGeom>
          <a:noFill/>
          <a:ln w="9525">
            <a:noFill/>
            <a:miter lim="800000"/>
            <a:headEnd/>
            <a:tailEnd/>
          </a:ln>
        </p:spPr>
        <p:txBody>
          <a:bodyPr wrap="none" lIns="0" tIns="0" rIns="0" bIns="0">
            <a:spAutoFit/>
          </a:bodyPr>
          <a:lstStyle/>
          <a:p>
            <a:pPr defTabSz="1082990"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77"/>
            <a:ext cx="299313" cy="184666"/>
          </a:xfrm>
          <a:prstGeom prst="rect">
            <a:avLst/>
          </a:prstGeom>
          <a:noFill/>
          <a:ln w="9525">
            <a:noFill/>
            <a:miter lim="800000"/>
            <a:headEnd/>
            <a:tailEnd/>
          </a:ln>
        </p:spPr>
        <p:txBody>
          <a:bodyPr wrap="none" lIns="0" tIns="0" rIns="0" bIns="0" anchor="ctr">
            <a:spAutoFit/>
          </a:bodyPr>
          <a:lstStyle/>
          <a:p>
            <a:pPr algn="r" defTabSz="1082990" fontAlgn="auto">
              <a:spcBef>
                <a:spcPts val="0"/>
              </a:spcBef>
              <a:spcAft>
                <a:spcPts val="0"/>
              </a:spcAft>
              <a:defRPr/>
            </a:pPr>
            <a:fld id="{6856ECDB-1CEE-4F69-ADCA-557460F2116E}" type="slidenum">
              <a:rPr lang="en-US" sz="1200">
                <a:solidFill>
                  <a:srgbClr val="6D6E71"/>
                </a:solidFill>
                <a:latin typeface="Arial"/>
              </a:rPr>
              <a:pPr algn="r" defTabSz="1082990"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59"/>
            <a:ext cx="3025650" cy="825692"/>
          </a:xfrm>
          <a:prstGeom prst="rect">
            <a:avLst/>
          </a:prstGeom>
        </p:spPr>
      </p:pic>
    </p:spTree>
    <p:extLst>
      <p:ext uri="{BB962C8B-B14F-4D97-AF65-F5344CB8AC3E}">
        <p14:creationId xmlns:p14="http://schemas.microsoft.com/office/powerpoint/2010/main" val="59903094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3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38" y="719354"/>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2990"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35" y="6630995"/>
            <a:ext cx="7205499" cy="169277"/>
          </a:xfrm>
          <a:prstGeom prst="rect">
            <a:avLst/>
          </a:prstGeom>
          <a:noFill/>
          <a:ln w="9525">
            <a:noFill/>
            <a:miter lim="800000"/>
            <a:headEnd/>
            <a:tailEnd/>
          </a:ln>
        </p:spPr>
        <p:txBody>
          <a:bodyPr wrap="none" lIns="0" tIns="0" rIns="0" bIns="0">
            <a:spAutoFit/>
          </a:bodyPr>
          <a:lstStyle/>
          <a:p>
            <a:pPr defTabSz="1082990"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77"/>
            <a:ext cx="299313" cy="184666"/>
          </a:xfrm>
          <a:prstGeom prst="rect">
            <a:avLst/>
          </a:prstGeom>
          <a:noFill/>
          <a:ln w="9525">
            <a:noFill/>
            <a:miter lim="800000"/>
            <a:headEnd/>
            <a:tailEnd/>
          </a:ln>
        </p:spPr>
        <p:txBody>
          <a:bodyPr wrap="none" lIns="0" tIns="0" rIns="0" bIns="0" anchor="ctr">
            <a:spAutoFit/>
          </a:bodyPr>
          <a:lstStyle/>
          <a:p>
            <a:pPr algn="r" defTabSz="1082990" fontAlgn="auto">
              <a:spcBef>
                <a:spcPts val="0"/>
              </a:spcBef>
              <a:spcAft>
                <a:spcPts val="0"/>
              </a:spcAft>
              <a:defRPr/>
            </a:pPr>
            <a:fld id="{6856ECDB-1CEE-4F69-ADCA-557460F2116E}" type="slidenum">
              <a:rPr lang="en-US" sz="1200">
                <a:solidFill>
                  <a:srgbClr val="6D6E71"/>
                </a:solidFill>
                <a:latin typeface="Arial"/>
              </a:rPr>
              <a:pPr algn="r" defTabSz="1082990"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59"/>
            <a:ext cx="3025650" cy="825692"/>
          </a:xfrm>
          <a:prstGeom prst="rect">
            <a:avLst/>
          </a:prstGeom>
        </p:spPr>
      </p:pic>
    </p:spTree>
    <p:extLst>
      <p:ext uri="{BB962C8B-B14F-4D97-AF65-F5344CB8AC3E}">
        <p14:creationId xmlns:p14="http://schemas.microsoft.com/office/powerpoint/2010/main" val="201347383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15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38" y="719354"/>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2990"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35" y="6630995"/>
            <a:ext cx="7205499" cy="169277"/>
          </a:xfrm>
          <a:prstGeom prst="rect">
            <a:avLst/>
          </a:prstGeom>
          <a:noFill/>
          <a:ln w="9525">
            <a:noFill/>
            <a:miter lim="800000"/>
            <a:headEnd/>
            <a:tailEnd/>
          </a:ln>
        </p:spPr>
        <p:txBody>
          <a:bodyPr wrap="none" lIns="0" tIns="0" rIns="0" bIns="0">
            <a:spAutoFit/>
          </a:bodyPr>
          <a:lstStyle/>
          <a:p>
            <a:pPr defTabSz="1082990"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77"/>
            <a:ext cx="299313" cy="184666"/>
          </a:xfrm>
          <a:prstGeom prst="rect">
            <a:avLst/>
          </a:prstGeom>
          <a:noFill/>
          <a:ln w="9525">
            <a:noFill/>
            <a:miter lim="800000"/>
            <a:headEnd/>
            <a:tailEnd/>
          </a:ln>
        </p:spPr>
        <p:txBody>
          <a:bodyPr wrap="none" lIns="0" tIns="0" rIns="0" bIns="0" anchor="ctr">
            <a:spAutoFit/>
          </a:bodyPr>
          <a:lstStyle/>
          <a:p>
            <a:pPr algn="r" defTabSz="1082990" fontAlgn="auto">
              <a:spcBef>
                <a:spcPts val="0"/>
              </a:spcBef>
              <a:spcAft>
                <a:spcPts val="0"/>
              </a:spcAft>
              <a:defRPr/>
            </a:pPr>
            <a:fld id="{6856ECDB-1CEE-4F69-ADCA-557460F2116E}" type="slidenum">
              <a:rPr lang="en-US" sz="1200">
                <a:solidFill>
                  <a:srgbClr val="6D6E71"/>
                </a:solidFill>
                <a:latin typeface="Arial"/>
              </a:rPr>
              <a:pPr algn="r" defTabSz="1082990"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59"/>
            <a:ext cx="3025650" cy="825692"/>
          </a:xfrm>
          <a:prstGeom prst="rect">
            <a:avLst/>
          </a:prstGeom>
        </p:spPr>
      </p:pic>
    </p:spTree>
    <p:extLst>
      <p:ext uri="{BB962C8B-B14F-4D97-AF65-F5344CB8AC3E}">
        <p14:creationId xmlns:p14="http://schemas.microsoft.com/office/powerpoint/2010/main" val="225907463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16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38" y="719354"/>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2990"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35" y="6630995"/>
            <a:ext cx="7205499" cy="169277"/>
          </a:xfrm>
          <a:prstGeom prst="rect">
            <a:avLst/>
          </a:prstGeom>
          <a:noFill/>
          <a:ln w="9525">
            <a:noFill/>
            <a:miter lim="800000"/>
            <a:headEnd/>
            <a:tailEnd/>
          </a:ln>
        </p:spPr>
        <p:txBody>
          <a:bodyPr wrap="none" lIns="0" tIns="0" rIns="0" bIns="0">
            <a:spAutoFit/>
          </a:bodyPr>
          <a:lstStyle/>
          <a:p>
            <a:pPr defTabSz="1082990"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77"/>
            <a:ext cx="299313" cy="184666"/>
          </a:xfrm>
          <a:prstGeom prst="rect">
            <a:avLst/>
          </a:prstGeom>
          <a:noFill/>
          <a:ln w="9525">
            <a:noFill/>
            <a:miter lim="800000"/>
            <a:headEnd/>
            <a:tailEnd/>
          </a:ln>
        </p:spPr>
        <p:txBody>
          <a:bodyPr wrap="none" lIns="0" tIns="0" rIns="0" bIns="0" anchor="ctr">
            <a:spAutoFit/>
          </a:bodyPr>
          <a:lstStyle/>
          <a:p>
            <a:pPr algn="r" defTabSz="1082990" fontAlgn="auto">
              <a:spcBef>
                <a:spcPts val="0"/>
              </a:spcBef>
              <a:spcAft>
                <a:spcPts val="0"/>
              </a:spcAft>
              <a:defRPr/>
            </a:pPr>
            <a:fld id="{6856ECDB-1CEE-4F69-ADCA-557460F2116E}" type="slidenum">
              <a:rPr lang="en-US" sz="1200">
                <a:solidFill>
                  <a:srgbClr val="6D6E71"/>
                </a:solidFill>
                <a:latin typeface="Arial"/>
              </a:rPr>
              <a:pPr algn="r" defTabSz="1082990"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59"/>
            <a:ext cx="3025650" cy="825692"/>
          </a:xfrm>
          <a:prstGeom prst="rect">
            <a:avLst/>
          </a:prstGeom>
        </p:spPr>
      </p:pic>
    </p:spTree>
    <p:extLst>
      <p:ext uri="{BB962C8B-B14F-4D97-AF65-F5344CB8AC3E}">
        <p14:creationId xmlns:p14="http://schemas.microsoft.com/office/powerpoint/2010/main" val="379989748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17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38" y="719354"/>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2990"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35" y="6630995"/>
            <a:ext cx="7205499" cy="169277"/>
          </a:xfrm>
          <a:prstGeom prst="rect">
            <a:avLst/>
          </a:prstGeom>
          <a:noFill/>
          <a:ln w="9525">
            <a:noFill/>
            <a:miter lim="800000"/>
            <a:headEnd/>
            <a:tailEnd/>
          </a:ln>
        </p:spPr>
        <p:txBody>
          <a:bodyPr wrap="none" lIns="0" tIns="0" rIns="0" bIns="0">
            <a:spAutoFit/>
          </a:bodyPr>
          <a:lstStyle/>
          <a:p>
            <a:pPr defTabSz="1082990"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77"/>
            <a:ext cx="299313" cy="184666"/>
          </a:xfrm>
          <a:prstGeom prst="rect">
            <a:avLst/>
          </a:prstGeom>
          <a:noFill/>
          <a:ln w="9525">
            <a:noFill/>
            <a:miter lim="800000"/>
            <a:headEnd/>
            <a:tailEnd/>
          </a:ln>
        </p:spPr>
        <p:txBody>
          <a:bodyPr wrap="none" lIns="0" tIns="0" rIns="0" bIns="0" anchor="ctr">
            <a:spAutoFit/>
          </a:bodyPr>
          <a:lstStyle/>
          <a:p>
            <a:pPr algn="r" defTabSz="1082990" fontAlgn="auto">
              <a:spcBef>
                <a:spcPts val="0"/>
              </a:spcBef>
              <a:spcAft>
                <a:spcPts val="0"/>
              </a:spcAft>
              <a:defRPr/>
            </a:pPr>
            <a:fld id="{6856ECDB-1CEE-4F69-ADCA-557460F2116E}" type="slidenum">
              <a:rPr lang="en-US" sz="1200">
                <a:solidFill>
                  <a:srgbClr val="6D6E71"/>
                </a:solidFill>
                <a:latin typeface="Arial"/>
              </a:rPr>
              <a:pPr algn="r" defTabSz="1082990"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59"/>
            <a:ext cx="3025650" cy="825692"/>
          </a:xfrm>
          <a:prstGeom prst="rect">
            <a:avLst/>
          </a:prstGeom>
        </p:spPr>
      </p:pic>
    </p:spTree>
    <p:extLst>
      <p:ext uri="{BB962C8B-B14F-4D97-AF65-F5344CB8AC3E}">
        <p14:creationId xmlns:p14="http://schemas.microsoft.com/office/powerpoint/2010/main" val="365418094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18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38" y="719354"/>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2990"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35" y="6630995"/>
            <a:ext cx="7205499" cy="169277"/>
          </a:xfrm>
          <a:prstGeom prst="rect">
            <a:avLst/>
          </a:prstGeom>
          <a:noFill/>
          <a:ln w="9525">
            <a:noFill/>
            <a:miter lim="800000"/>
            <a:headEnd/>
            <a:tailEnd/>
          </a:ln>
        </p:spPr>
        <p:txBody>
          <a:bodyPr wrap="none" lIns="0" tIns="0" rIns="0" bIns="0">
            <a:spAutoFit/>
          </a:bodyPr>
          <a:lstStyle/>
          <a:p>
            <a:pPr defTabSz="1082990"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77"/>
            <a:ext cx="299313" cy="184666"/>
          </a:xfrm>
          <a:prstGeom prst="rect">
            <a:avLst/>
          </a:prstGeom>
          <a:noFill/>
          <a:ln w="9525">
            <a:noFill/>
            <a:miter lim="800000"/>
            <a:headEnd/>
            <a:tailEnd/>
          </a:ln>
        </p:spPr>
        <p:txBody>
          <a:bodyPr wrap="none" lIns="0" tIns="0" rIns="0" bIns="0" anchor="ctr">
            <a:spAutoFit/>
          </a:bodyPr>
          <a:lstStyle/>
          <a:p>
            <a:pPr algn="r" defTabSz="1082990" fontAlgn="auto">
              <a:spcBef>
                <a:spcPts val="0"/>
              </a:spcBef>
              <a:spcAft>
                <a:spcPts val="0"/>
              </a:spcAft>
              <a:defRPr/>
            </a:pPr>
            <a:fld id="{6856ECDB-1CEE-4F69-ADCA-557460F2116E}" type="slidenum">
              <a:rPr lang="en-US" sz="1200">
                <a:solidFill>
                  <a:srgbClr val="6D6E71"/>
                </a:solidFill>
                <a:latin typeface="Arial"/>
              </a:rPr>
              <a:pPr algn="r" defTabSz="1082990"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59"/>
            <a:ext cx="3025650" cy="825692"/>
          </a:xfrm>
          <a:prstGeom prst="rect">
            <a:avLst/>
          </a:prstGeom>
        </p:spPr>
      </p:pic>
    </p:spTree>
    <p:extLst>
      <p:ext uri="{BB962C8B-B14F-4D97-AF65-F5344CB8AC3E}">
        <p14:creationId xmlns:p14="http://schemas.microsoft.com/office/powerpoint/2010/main" val="246393299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8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38" y="719389"/>
            <a:ext cx="10962166"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02458"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23" y="6631033"/>
            <a:ext cx="5278689" cy="123111"/>
          </a:xfrm>
          <a:prstGeom prst="rect">
            <a:avLst/>
          </a:prstGeom>
          <a:noFill/>
          <a:ln w="9525">
            <a:noFill/>
            <a:miter lim="800000"/>
            <a:headEnd/>
            <a:tailEnd/>
          </a:ln>
        </p:spPr>
        <p:txBody>
          <a:bodyPr wrap="none" lIns="0" tIns="0" rIns="0" bIns="0">
            <a:spAutoFit/>
          </a:bodyPr>
          <a:lstStyle/>
          <a:p>
            <a:pPr defTabSz="902458" fontAlgn="auto">
              <a:spcBef>
                <a:spcPts val="0"/>
              </a:spcBef>
              <a:spcAft>
                <a:spcPts val="0"/>
              </a:spcAft>
              <a:defRPr/>
            </a:pPr>
            <a:r>
              <a:rPr lang="en-US" sz="800" dirty="0">
                <a:solidFill>
                  <a:srgbClr val="6D6E71"/>
                </a:solidFill>
                <a:latin typeface="Arial"/>
                <a:cs typeface="+mn-cs"/>
              </a:rPr>
              <a:t> The contents in this document are </a:t>
            </a:r>
            <a:r>
              <a:rPr lang="en-US" sz="800" dirty="0">
                <a:solidFill>
                  <a:prstClr val="white">
                    <a:lumMod val="50000"/>
                  </a:prstClr>
                </a:solidFill>
                <a:latin typeface="Arial"/>
                <a:ea typeface="Times New Roman"/>
                <a:cs typeface="+mn-cs"/>
              </a:rPr>
              <a:t>Confidential &amp; Proprietary</a:t>
            </a:r>
            <a:r>
              <a:rPr lang="en-US" sz="800" dirty="0">
                <a:solidFill>
                  <a:prstClr val="white">
                    <a:lumMod val="50000"/>
                  </a:prstClr>
                </a:solidFill>
                <a:latin typeface="Arial"/>
                <a:cs typeface="+mn-cs"/>
              </a:rPr>
              <a:t>. </a:t>
            </a:r>
            <a:r>
              <a:rPr lang="en-US" sz="800" dirty="0">
                <a:solidFill>
                  <a:srgbClr val="6D6E71"/>
                </a:solidFill>
                <a:latin typeface="Arial"/>
                <a:cs typeface="+mn-cs"/>
              </a:rPr>
              <a:t>Copyright © 2015 Tech Mahindra. All rights reserved.</a:t>
            </a:r>
            <a:endParaRPr lang="en-US" sz="800" dirty="0">
              <a:solidFill>
                <a:srgbClr val="6D6E71"/>
              </a:solidFill>
              <a:latin typeface="Arial"/>
            </a:endParaRPr>
          </a:p>
        </p:txBody>
      </p:sp>
      <p:sp>
        <p:nvSpPr>
          <p:cNvPr id="6" name="Slide Number Placeholder 5"/>
          <p:cNvSpPr txBox="1">
            <a:spLocks/>
          </p:cNvSpPr>
          <p:nvPr userDrawn="1"/>
        </p:nvSpPr>
        <p:spPr bwMode="auto">
          <a:xfrm>
            <a:off x="11687592" y="6607949"/>
            <a:ext cx="280525" cy="169277"/>
          </a:xfrm>
          <a:prstGeom prst="rect">
            <a:avLst/>
          </a:prstGeom>
          <a:noFill/>
          <a:ln w="9525">
            <a:noFill/>
            <a:miter lim="800000"/>
            <a:headEnd/>
            <a:tailEnd/>
          </a:ln>
        </p:spPr>
        <p:txBody>
          <a:bodyPr wrap="none" lIns="0" tIns="0" rIns="0" bIns="0" anchor="ctr">
            <a:spAutoFit/>
          </a:bodyPr>
          <a:lstStyle/>
          <a:p>
            <a:pPr algn="r" defTabSz="902458" fontAlgn="auto">
              <a:spcBef>
                <a:spcPts val="0"/>
              </a:spcBef>
              <a:spcAft>
                <a:spcPts val="0"/>
              </a:spcAft>
              <a:defRPr/>
            </a:pPr>
            <a:fld id="{6856ECDB-1CEE-4F69-ADCA-557460F2116E}" type="slidenum">
              <a:rPr lang="en-US" sz="1100">
                <a:solidFill>
                  <a:srgbClr val="6D6E71"/>
                </a:solidFill>
                <a:latin typeface="Arial"/>
              </a:rPr>
              <a:pPr algn="r" defTabSz="902458" fontAlgn="auto">
                <a:spcBef>
                  <a:spcPts val="0"/>
                </a:spcBef>
                <a:spcAft>
                  <a:spcPts val="0"/>
                </a:spcAft>
                <a:defRPr/>
              </a:pPr>
              <a:t>‹#›</a:t>
            </a:fld>
            <a:endParaRPr lang="en-US" sz="11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59"/>
            <a:ext cx="3025650" cy="825692"/>
          </a:xfrm>
          <a:prstGeom prst="rect">
            <a:avLst/>
          </a:prstGeom>
        </p:spPr>
      </p:pic>
    </p:spTree>
    <p:extLst>
      <p:ext uri="{BB962C8B-B14F-4D97-AF65-F5344CB8AC3E}">
        <p14:creationId xmlns:p14="http://schemas.microsoft.com/office/powerpoint/2010/main" val="403758508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14" y="1972151"/>
            <a:ext cx="5435592" cy="4163390"/>
          </a:xfrm>
        </p:spPr>
        <p:txBody>
          <a:bodyPr>
            <a:noAutofit/>
          </a:bodyPr>
          <a:lstStyle>
            <a:lvl1pPr marL="0" indent="0">
              <a:buNone/>
              <a:defRPr>
                <a:latin typeface="Arial" pitchFamily="34" charset="0"/>
                <a:cs typeface="Arial" pitchFamily="34" charset="0"/>
              </a:defRPr>
            </a:lvl1pPr>
          </a:lstStyle>
          <a:p>
            <a:pPr lvl="0"/>
            <a:r>
              <a:rPr lang="en-US" noProof="0" dirty="0"/>
              <a:t>Click icon to add picture</a:t>
            </a:r>
          </a:p>
        </p:txBody>
      </p:sp>
      <p:sp>
        <p:nvSpPr>
          <p:cNvPr id="18" name="Text Placeholder 4"/>
          <p:cNvSpPr>
            <a:spLocks noGrp="1"/>
          </p:cNvSpPr>
          <p:nvPr>
            <p:ph type="body" sz="quarter" idx="19"/>
          </p:nvPr>
        </p:nvSpPr>
        <p:spPr bwMode="gray">
          <a:xfrm>
            <a:off x="6449102" y="1972299"/>
            <a:ext cx="5126679" cy="1461939"/>
          </a:xfrm>
          <a:ln>
            <a:noFill/>
          </a:ln>
        </p:spPr>
        <p:txBody>
          <a:bodyPr/>
          <a:lstStyle>
            <a:lvl1pPr>
              <a:spcBef>
                <a:spcPts val="0"/>
              </a:spcBef>
              <a:spcAft>
                <a:spcPts val="0"/>
              </a:spcAft>
              <a:defRPr lang="en-US" sz="19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900" b="0" kern="1200" baseline="0" dirty="0" smtClean="0">
                <a:solidFill>
                  <a:schemeClr val="tx1"/>
                </a:solidFill>
                <a:latin typeface="+mn-lt"/>
                <a:ea typeface="+mn-ea"/>
                <a:cs typeface="Arial" pitchFamily="34" charset="0"/>
              </a:defRPr>
            </a:lvl2pPr>
            <a:lvl3pPr>
              <a:spcBef>
                <a:spcPts val="0"/>
              </a:spcBef>
              <a:spcAft>
                <a:spcPts val="0"/>
              </a:spcAft>
              <a:defRPr lang="en-US" sz="19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9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900" b="0" kern="1200" baseline="0" dirty="0" smtClean="0">
                <a:solidFill>
                  <a:schemeClr val="tx1"/>
                </a:solidFill>
                <a:latin typeface="Arial" pitchFamily="34" charset="0"/>
                <a:ea typeface="+mn-ea"/>
                <a:cs typeface="Arial" pitchFamily="34" charset="0"/>
              </a:defRPr>
            </a:lvl5pPr>
            <a:lvl6pPr marL="1129068" indent="-230514">
              <a:spcBef>
                <a:spcPts val="0"/>
              </a:spcBef>
              <a:spcAft>
                <a:spcPts val="0"/>
              </a:spcAft>
              <a:buSzPct val="70000"/>
              <a:defRPr lang="en-US" sz="1900" kern="1200" dirty="0" smtClean="0">
                <a:solidFill>
                  <a:schemeClr val="tx1"/>
                </a:solidFill>
                <a:latin typeface="Arial" pitchFamily="34" charset="0"/>
                <a:ea typeface="+mn-ea"/>
                <a:cs typeface="Arial" pitchFamily="34" charset="0"/>
              </a:defRPr>
            </a:lvl6pPr>
            <a:lvl7pPr marL="1354883" indent="-225826">
              <a:spcBef>
                <a:spcPts val="0"/>
              </a:spcBef>
              <a:spcAft>
                <a:spcPts val="0"/>
              </a:spcAft>
              <a:buSzPct val="70000"/>
              <a:buFont typeface="Arial" pitchFamily="34" charset="0"/>
              <a:buChar char="–"/>
              <a:defRPr sz="1900" baseline="0">
                <a:latin typeface="+mj-lt"/>
              </a:defRPr>
            </a:lvl7pPr>
            <a:lvl8pPr marL="1580697" indent="-225826">
              <a:spcBef>
                <a:spcPts val="0"/>
              </a:spcBef>
              <a:spcAft>
                <a:spcPts val="0"/>
              </a:spcAft>
              <a:buSzPct val="70000"/>
              <a:defRPr sz="1900" baseline="0">
                <a:latin typeface="+mj-lt"/>
              </a:defRPr>
            </a:lvl8pPr>
            <a:lvl9pPr marL="1801803" indent="-221111">
              <a:spcBef>
                <a:spcPts val="0"/>
              </a:spcBef>
              <a:spcAft>
                <a:spcPts val="0"/>
              </a:spcAft>
              <a:buSzPct val="70000"/>
              <a:buFont typeface="Arial" pitchFamily="34" charset="0"/>
              <a:buChar char="–"/>
              <a:defRPr sz="19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p:cNvSpPr>
            <a:spLocks noGrp="1"/>
          </p:cNvSpPr>
          <p:nvPr>
            <p:ph type="title"/>
          </p:nvPr>
        </p:nvSpPr>
        <p:spPr bwMode="gray">
          <a:xfrm>
            <a:off x="641181" y="727292"/>
            <a:ext cx="10964283"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7" name="Text Placeholder 41"/>
          <p:cNvSpPr>
            <a:spLocks noGrp="1"/>
          </p:cNvSpPr>
          <p:nvPr>
            <p:ph type="body" sz="quarter" idx="13"/>
          </p:nvPr>
        </p:nvSpPr>
        <p:spPr bwMode="gray">
          <a:xfrm>
            <a:off x="641110" y="1270959"/>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46254208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38" y="719381"/>
            <a:ext cx="10962166"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03257"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6" y="1972173"/>
            <a:ext cx="10962167" cy="1461939"/>
          </a:xfrm>
        </p:spPr>
        <p:txBody>
          <a:bodyPr wrap="square">
            <a:spAutoFit/>
          </a:bodyPr>
          <a:lstStyle>
            <a:lvl1pPr algn="l" rtl="0" eaLnBrk="1" latinLnBrk="0" hangingPunct="1">
              <a:spcBef>
                <a:spcPts val="0"/>
              </a:spcBef>
              <a:spcAft>
                <a:spcPts val="0"/>
              </a:spcAft>
              <a:buClr>
                <a:schemeClr val="bg2"/>
              </a:buClr>
              <a:buSzPct val="120000"/>
              <a:defRPr lang="en-US" sz="19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9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9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9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900" b="0" kern="1200" baseline="0" dirty="0" smtClean="0">
                <a:solidFill>
                  <a:schemeClr val="tx1"/>
                </a:solidFill>
                <a:latin typeface="Arial" pitchFamily="34" charset="0"/>
                <a:ea typeface="+mn-ea"/>
                <a:cs typeface="Arial" pitchFamily="34" charset="0"/>
              </a:defRPr>
            </a:lvl5pPr>
            <a:lvl6pPr marL="1417608" indent="-282267">
              <a:spcBef>
                <a:spcPts val="0"/>
              </a:spcBef>
              <a:spcAft>
                <a:spcPts val="0"/>
              </a:spcAft>
              <a:buClr>
                <a:schemeClr val="tx2"/>
              </a:buClr>
              <a:buSzPct val="70000"/>
              <a:buFont typeface="Wingdings" pitchFamily="2" charset="2"/>
              <a:buChar char="§"/>
              <a:defRPr lang="en-US" sz="1900" kern="1200" dirty="0" smtClean="0">
                <a:solidFill>
                  <a:schemeClr val="tx1"/>
                </a:solidFill>
                <a:latin typeface="Arial" pitchFamily="34" charset="0"/>
                <a:ea typeface="+mn-ea"/>
                <a:cs typeface="Arial" pitchFamily="34" charset="0"/>
              </a:defRPr>
            </a:lvl6pPr>
            <a:lvl7pPr marL="1693605" indent="-269716">
              <a:spcBef>
                <a:spcPts val="0"/>
              </a:spcBef>
              <a:spcAft>
                <a:spcPts val="0"/>
              </a:spcAft>
              <a:buClr>
                <a:schemeClr val="tx2"/>
              </a:buClr>
              <a:buSzPct val="70000"/>
              <a:buFont typeface="Arial" pitchFamily="34" charset="0"/>
              <a:buChar char="–"/>
              <a:defRPr sz="1900" baseline="0">
                <a:solidFill>
                  <a:schemeClr val="tx1"/>
                </a:solidFill>
                <a:latin typeface="+mn-lt"/>
                <a:cs typeface="Arial" pitchFamily="34" charset="0"/>
              </a:defRPr>
            </a:lvl7pPr>
            <a:lvl8pPr marL="1580697" indent="-225826">
              <a:spcBef>
                <a:spcPts val="0"/>
              </a:spcBef>
              <a:spcAft>
                <a:spcPts val="0"/>
              </a:spcAft>
              <a:buSzPct val="70000"/>
              <a:defRPr sz="1900" baseline="0">
                <a:latin typeface="Arial" pitchFamily="34" charset="0"/>
                <a:cs typeface="Arial" pitchFamily="34" charset="0"/>
              </a:defRPr>
            </a:lvl8pPr>
            <a:lvl9pPr marL="1801803" indent="-221111">
              <a:spcBef>
                <a:spcPts val="0"/>
              </a:spcBef>
              <a:spcAft>
                <a:spcPts val="0"/>
              </a:spcAft>
              <a:buSzPct val="70000"/>
              <a:buFont typeface="Arial" pitchFamily="34" charset="0"/>
              <a:buChar char="–"/>
              <a:defRPr sz="1900">
                <a:latin typeface="Arial" pitchFamily="34" charset="0"/>
                <a:cs typeface="Arial" pitchFamily="34" charset="0"/>
              </a:defRPr>
            </a:lvl9pPr>
          </a:lstStyle>
          <a:p>
            <a:pPr marL="286975" lvl="0" indent="-286975" algn="l" defTabSz="903257"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64536" lvl="2" indent="-276004" algn="l" defTabSz="903257"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40528" lvl="3" indent="-276004" algn="l" defTabSz="903257"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22797" lvl="4" indent="-282267" algn="l" defTabSz="92207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17608" lvl="5" indent="-282267" algn="l" defTabSz="903257"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264195354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2" y="1972188"/>
            <a:ext cx="5435592" cy="4163389"/>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49091" y="1972191"/>
            <a:ext cx="5126679" cy="1769715"/>
          </a:xfrm>
          <a:ln>
            <a:noFill/>
          </a:ln>
        </p:spPr>
        <p:txBody>
          <a:bodyPr wrap="square" lIns="0" tIns="0" rIns="0" bIns="0">
            <a:spAutoFit/>
          </a:bodyPr>
          <a:lstStyle>
            <a:lvl1pPr>
              <a:spcBef>
                <a:spcPts val="0"/>
              </a:spcBef>
              <a:spcAft>
                <a:spcPts val="0"/>
              </a:spcAft>
              <a:defRPr lang="en-US" sz="23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300" b="0" kern="1200" baseline="0" dirty="0" smtClean="0">
                <a:solidFill>
                  <a:schemeClr val="tx1"/>
                </a:solidFill>
                <a:latin typeface="+mn-lt"/>
                <a:ea typeface="+mn-ea"/>
                <a:cs typeface="Arial" pitchFamily="34" charset="0"/>
              </a:defRPr>
            </a:lvl2pPr>
            <a:lvl3pPr>
              <a:spcBef>
                <a:spcPts val="0"/>
              </a:spcBef>
              <a:spcAft>
                <a:spcPts val="0"/>
              </a:spcAft>
              <a:defRPr lang="en-US" sz="23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3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300" b="0" kern="1200" baseline="0" dirty="0" smtClean="0">
                <a:solidFill>
                  <a:schemeClr val="tx1"/>
                </a:solidFill>
                <a:latin typeface="Arial" pitchFamily="34" charset="0"/>
                <a:ea typeface="+mn-ea"/>
                <a:cs typeface="Arial" pitchFamily="34" charset="0"/>
              </a:defRPr>
            </a:lvl5pPr>
            <a:lvl6pPr marL="1460103" indent="-298107">
              <a:spcBef>
                <a:spcPts val="0"/>
              </a:spcBef>
              <a:spcAft>
                <a:spcPts val="0"/>
              </a:spcAft>
              <a:buSzPct val="70000"/>
              <a:defRPr lang="en-US" sz="2300" kern="1200" dirty="0" smtClean="0">
                <a:solidFill>
                  <a:schemeClr val="tx1"/>
                </a:solidFill>
                <a:latin typeface="Arial" pitchFamily="34" charset="0"/>
                <a:ea typeface="+mn-ea"/>
                <a:cs typeface="Arial" pitchFamily="34" charset="0"/>
              </a:defRPr>
            </a:lvl6pPr>
            <a:lvl7pPr marL="1752126" indent="-292016">
              <a:spcBef>
                <a:spcPts val="0"/>
              </a:spcBef>
              <a:spcAft>
                <a:spcPts val="0"/>
              </a:spcAft>
              <a:buSzPct val="70000"/>
              <a:buFont typeface="Arial" pitchFamily="34" charset="0"/>
              <a:buChar char="–"/>
              <a:defRPr sz="2300" baseline="0">
                <a:latin typeface="+mj-lt"/>
              </a:defRPr>
            </a:lvl7pPr>
            <a:lvl8pPr marL="2044147" indent="-292016">
              <a:spcBef>
                <a:spcPts val="0"/>
              </a:spcBef>
              <a:spcAft>
                <a:spcPts val="0"/>
              </a:spcAft>
              <a:buSzPct val="70000"/>
              <a:defRPr sz="2300" baseline="0">
                <a:latin typeface="+mj-lt"/>
              </a:defRPr>
            </a:lvl8pPr>
            <a:lvl9pPr marL="2330090" indent="-285940">
              <a:spcBef>
                <a:spcPts val="0"/>
              </a:spcBef>
              <a:spcAft>
                <a:spcPts val="0"/>
              </a:spcAft>
              <a:buSzPct val="70000"/>
              <a:buFont typeface="Arial" pitchFamily="34" charset="0"/>
              <a:buChar char="–"/>
              <a:defRPr sz="2300">
                <a:latin typeface="+mj-lt"/>
              </a:defRPr>
            </a:lvl9pPr>
          </a:lstStyle>
          <a:p>
            <a:pPr marL="371112" lvl="0" indent="-371112" algn="l" defTabSz="1168088"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30057" lvl="2" indent="-356911" algn="l" defTabSz="1168088"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6967" lvl="3" indent="-356911" algn="l" defTabSz="1168088"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51993" lvl="4" indent="-365022" algn="l" defTabSz="119242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3248" lvl="5" indent="-365022" algn="l" defTabSz="1168088"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167" y="727246"/>
            <a:ext cx="10964283"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8088"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06" y="1270803"/>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56115443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cSld name="8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26" y="719277"/>
            <a:ext cx="10962166" cy="47705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100" b="1" kern="1200" dirty="0">
                <a:solidFill>
                  <a:schemeClr val="tx2"/>
                </a:solidFill>
                <a:latin typeface="Arial" pitchFamily="34" charset="0"/>
                <a:ea typeface="+mj-ea"/>
                <a:cs typeface="Arial" pitchFamily="34" charset="0"/>
              </a:defRPr>
            </a:lvl1pPr>
          </a:lstStyle>
          <a:p>
            <a:pPr lvl="0" algn="l" defTabSz="1168088"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6" y="1972191"/>
            <a:ext cx="10962167" cy="1769715"/>
          </a:xfrm>
        </p:spPr>
        <p:txBody>
          <a:bodyPr wrap="square">
            <a:spAutoFit/>
          </a:bodyPr>
          <a:lstStyle>
            <a:lvl1pPr algn="l" rtl="0" eaLnBrk="1" latinLnBrk="0" hangingPunct="1">
              <a:spcBef>
                <a:spcPts val="0"/>
              </a:spcBef>
              <a:spcAft>
                <a:spcPts val="0"/>
              </a:spcAft>
              <a:buClr>
                <a:schemeClr val="bg2"/>
              </a:buClr>
              <a:buSzPct val="120000"/>
              <a:defRPr lang="en-US" sz="23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3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5pPr>
            <a:lvl6pPr marL="1833248" indent="-365022">
              <a:spcBef>
                <a:spcPts val="0"/>
              </a:spcBef>
              <a:spcAft>
                <a:spcPts val="0"/>
              </a:spcAft>
              <a:buClr>
                <a:schemeClr val="tx2"/>
              </a:buClr>
              <a:buSzPct val="70000"/>
              <a:buFont typeface="Wingdings" pitchFamily="2" charset="2"/>
              <a:buChar char="§"/>
              <a:defRPr lang="en-US" sz="2300" kern="1200" dirty="0" smtClean="0">
                <a:solidFill>
                  <a:schemeClr val="tx1"/>
                </a:solidFill>
                <a:latin typeface="Arial" pitchFamily="34" charset="0"/>
                <a:ea typeface="+mn-ea"/>
                <a:cs typeface="Arial" pitchFamily="34" charset="0"/>
              </a:defRPr>
            </a:lvl6pPr>
            <a:lvl7pPr marL="2190156" indent="-348802">
              <a:spcBef>
                <a:spcPts val="0"/>
              </a:spcBef>
              <a:spcAft>
                <a:spcPts val="0"/>
              </a:spcAft>
              <a:buClr>
                <a:schemeClr val="tx2"/>
              </a:buClr>
              <a:buSzPct val="70000"/>
              <a:buFont typeface="Arial" pitchFamily="34" charset="0"/>
              <a:buChar char="–"/>
              <a:defRPr sz="2300" baseline="0">
                <a:solidFill>
                  <a:schemeClr val="tx1"/>
                </a:solidFill>
                <a:latin typeface="+mn-lt"/>
                <a:cs typeface="Arial" pitchFamily="34" charset="0"/>
              </a:defRPr>
            </a:lvl7pPr>
            <a:lvl8pPr marL="2044147" indent="-292016">
              <a:spcBef>
                <a:spcPts val="0"/>
              </a:spcBef>
              <a:spcAft>
                <a:spcPts val="0"/>
              </a:spcAft>
              <a:buSzPct val="70000"/>
              <a:defRPr sz="2300" baseline="0">
                <a:latin typeface="Arial" pitchFamily="34" charset="0"/>
                <a:cs typeface="Arial" pitchFamily="34" charset="0"/>
              </a:defRPr>
            </a:lvl8pPr>
            <a:lvl9pPr marL="2330090" indent="-285940">
              <a:spcBef>
                <a:spcPts val="0"/>
              </a:spcBef>
              <a:spcAft>
                <a:spcPts val="0"/>
              </a:spcAft>
              <a:buSzPct val="70000"/>
              <a:buFont typeface="Arial" pitchFamily="34" charset="0"/>
              <a:buChar char="–"/>
              <a:defRPr sz="2300">
                <a:latin typeface="Arial" pitchFamily="34" charset="0"/>
                <a:cs typeface="Arial" pitchFamily="34" charset="0"/>
              </a:defRPr>
            </a:lvl9pPr>
          </a:lstStyle>
          <a:p>
            <a:pPr marL="371112" lvl="0" indent="-371112" algn="l" defTabSz="1168088"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30057" lvl="2" indent="-356911" algn="l" defTabSz="1168088"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6967" lvl="3" indent="-356911" algn="l" defTabSz="1168088"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51993" lvl="4" indent="-365022" algn="l" defTabSz="119242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3248" lvl="5" indent="-365022" algn="l" defTabSz="1168088"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106" y="1146079"/>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48467032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cSld name="9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26" y="719277"/>
            <a:ext cx="10962166" cy="47705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100" b="1" kern="1200" dirty="0">
                <a:solidFill>
                  <a:schemeClr val="tx2"/>
                </a:solidFill>
                <a:latin typeface="Arial" pitchFamily="34" charset="0"/>
                <a:ea typeface="+mj-ea"/>
                <a:cs typeface="Arial" pitchFamily="34" charset="0"/>
              </a:defRPr>
            </a:lvl1pPr>
          </a:lstStyle>
          <a:p>
            <a:pPr lvl="0" algn="l" defTabSz="1168088"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6" y="1972191"/>
            <a:ext cx="10962167" cy="1769715"/>
          </a:xfrm>
        </p:spPr>
        <p:txBody>
          <a:bodyPr wrap="square">
            <a:spAutoFit/>
          </a:bodyPr>
          <a:lstStyle>
            <a:lvl1pPr algn="l" rtl="0" eaLnBrk="1" latinLnBrk="0" hangingPunct="1">
              <a:spcBef>
                <a:spcPts val="0"/>
              </a:spcBef>
              <a:spcAft>
                <a:spcPts val="0"/>
              </a:spcAft>
              <a:buClr>
                <a:schemeClr val="bg2"/>
              </a:buClr>
              <a:buSzPct val="120000"/>
              <a:defRPr lang="en-US" sz="23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3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5pPr>
            <a:lvl6pPr marL="1833248" indent="-365022">
              <a:spcBef>
                <a:spcPts val="0"/>
              </a:spcBef>
              <a:spcAft>
                <a:spcPts val="0"/>
              </a:spcAft>
              <a:buClr>
                <a:schemeClr val="tx2"/>
              </a:buClr>
              <a:buSzPct val="70000"/>
              <a:buFont typeface="Wingdings" pitchFamily="2" charset="2"/>
              <a:buChar char="§"/>
              <a:defRPr lang="en-US" sz="2300" kern="1200" dirty="0" smtClean="0">
                <a:solidFill>
                  <a:schemeClr val="tx1"/>
                </a:solidFill>
                <a:latin typeface="Arial" pitchFamily="34" charset="0"/>
                <a:ea typeface="+mn-ea"/>
                <a:cs typeface="Arial" pitchFamily="34" charset="0"/>
              </a:defRPr>
            </a:lvl6pPr>
            <a:lvl7pPr marL="2190156" indent="-348802">
              <a:spcBef>
                <a:spcPts val="0"/>
              </a:spcBef>
              <a:spcAft>
                <a:spcPts val="0"/>
              </a:spcAft>
              <a:buClr>
                <a:schemeClr val="tx2"/>
              </a:buClr>
              <a:buSzPct val="70000"/>
              <a:buFont typeface="Arial" pitchFamily="34" charset="0"/>
              <a:buChar char="–"/>
              <a:defRPr sz="2300" baseline="0">
                <a:solidFill>
                  <a:schemeClr val="tx1"/>
                </a:solidFill>
                <a:latin typeface="+mn-lt"/>
                <a:cs typeface="Arial" pitchFamily="34" charset="0"/>
              </a:defRPr>
            </a:lvl7pPr>
            <a:lvl8pPr marL="2044147" indent="-292016">
              <a:spcBef>
                <a:spcPts val="0"/>
              </a:spcBef>
              <a:spcAft>
                <a:spcPts val="0"/>
              </a:spcAft>
              <a:buSzPct val="70000"/>
              <a:defRPr sz="2300" baseline="0">
                <a:latin typeface="Arial" pitchFamily="34" charset="0"/>
                <a:cs typeface="Arial" pitchFamily="34" charset="0"/>
              </a:defRPr>
            </a:lvl8pPr>
            <a:lvl9pPr marL="2330090" indent="-285940">
              <a:spcBef>
                <a:spcPts val="0"/>
              </a:spcBef>
              <a:spcAft>
                <a:spcPts val="0"/>
              </a:spcAft>
              <a:buSzPct val="70000"/>
              <a:buFont typeface="Arial" pitchFamily="34" charset="0"/>
              <a:buChar char="–"/>
              <a:defRPr sz="2300">
                <a:latin typeface="Arial" pitchFamily="34" charset="0"/>
                <a:cs typeface="Arial" pitchFamily="34" charset="0"/>
              </a:defRPr>
            </a:lvl9pPr>
          </a:lstStyle>
          <a:p>
            <a:pPr marL="371112" lvl="0" indent="-371112" algn="l" defTabSz="1168088"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30057" lvl="2" indent="-356911" algn="l" defTabSz="1168088"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6967" lvl="3" indent="-356911" algn="l" defTabSz="1168088"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51993" lvl="4" indent="-365022" algn="l" defTabSz="119242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3248" lvl="5" indent="-365022" algn="l" defTabSz="1168088"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106" y="1146079"/>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98106172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13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41"/>
            <a:ext cx="10962166"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7057"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63"/>
            <a:ext cx="7205499" cy="169277"/>
          </a:xfrm>
          <a:prstGeom prst="rect">
            <a:avLst/>
          </a:prstGeom>
          <a:noFill/>
          <a:ln w="9525">
            <a:noFill/>
            <a:miter lim="800000"/>
            <a:headEnd/>
            <a:tailEnd/>
          </a:ln>
        </p:spPr>
        <p:txBody>
          <a:bodyPr wrap="none" lIns="0" tIns="0" rIns="0" bIns="0">
            <a:spAutoFit/>
          </a:bodyPr>
          <a:lstStyle/>
          <a:p>
            <a:pPr defTabSz="1167057"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1" y="6600215"/>
            <a:ext cx="299313" cy="184666"/>
          </a:xfrm>
          <a:prstGeom prst="rect">
            <a:avLst/>
          </a:prstGeom>
          <a:noFill/>
          <a:ln w="9525">
            <a:noFill/>
            <a:miter lim="800000"/>
            <a:headEnd/>
            <a:tailEnd/>
          </a:ln>
        </p:spPr>
        <p:txBody>
          <a:bodyPr wrap="none" lIns="0" tIns="0" rIns="0" bIns="0" anchor="ctr">
            <a:spAutoFit/>
          </a:bodyPr>
          <a:lstStyle/>
          <a:p>
            <a:pPr algn="r" defTabSz="1167057" fontAlgn="auto">
              <a:spcBef>
                <a:spcPts val="0"/>
              </a:spcBef>
              <a:spcAft>
                <a:spcPts val="0"/>
              </a:spcAft>
              <a:defRPr/>
            </a:pPr>
            <a:fld id="{6856ECDB-1CEE-4F69-ADCA-557460F2116E}" type="slidenum">
              <a:rPr lang="en-US" sz="1200">
                <a:solidFill>
                  <a:srgbClr val="6D6E71"/>
                </a:solidFill>
                <a:latin typeface="Arial"/>
              </a:rPr>
              <a:pPr algn="r" defTabSz="1167057"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53"/>
            <a:ext cx="3025650" cy="825692"/>
          </a:xfrm>
          <a:prstGeom prst="rect">
            <a:avLst/>
          </a:prstGeom>
        </p:spPr>
      </p:pic>
    </p:spTree>
    <p:extLst>
      <p:ext uri="{BB962C8B-B14F-4D97-AF65-F5344CB8AC3E}">
        <p14:creationId xmlns:p14="http://schemas.microsoft.com/office/powerpoint/2010/main" val="406584470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4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41"/>
            <a:ext cx="10962166"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7057"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63"/>
            <a:ext cx="7205499" cy="169277"/>
          </a:xfrm>
          <a:prstGeom prst="rect">
            <a:avLst/>
          </a:prstGeom>
          <a:noFill/>
          <a:ln w="9525">
            <a:noFill/>
            <a:miter lim="800000"/>
            <a:headEnd/>
            <a:tailEnd/>
          </a:ln>
        </p:spPr>
        <p:txBody>
          <a:bodyPr wrap="none" lIns="0" tIns="0" rIns="0" bIns="0">
            <a:spAutoFit/>
          </a:bodyPr>
          <a:lstStyle/>
          <a:p>
            <a:pPr defTabSz="1167057"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1" y="6600215"/>
            <a:ext cx="299313" cy="184666"/>
          </a:xfrm>
          <a:prstGeom prst="rect">
            <a:avLst/>
          </a:prstGeom>
          <a:noFill/>
          <a:ln w="9525">
            <a:noFill/>
            <a:miter lim="800000"/>
            <a:headEnd/>
            <a:tailEnd/>
          </a:ln>
        </p:spPr>
        <p:txBody>
          <a:bodyPr wrap="none" lIns="0" tIns="0" rIns="0" bIns="0" anchor="ctr">
            <a:spAutoFit/>
          </a:bodyPr>
          <a:lstStyle/>
          <a:p>
            <a:pPr algn="r" defTabSz="1167057" fontAlgn="auto">
              <a:spcBef>
                <a:spcPts val="0"/>
              </a:spcBef>
              <a:spcAft>
                <a:spcPts val="0"/>
              </a:spcAft>
              <a:defRPr/>
            </a:pPr>
            <a:fld id="{6856ECDB-1CEE-4F69-ADCA-557460F2116E}" type="slidenum">
              <a:rPr lang="en-US" sz="1200">
                <a:solidFill>
                  <a:srgbClr val="6D6E71"/>
                </a:solidFill>
                <a:latin typeface="Arial"/>
              </a:rPr>
              <a:pPr algn="r" defTabSz="1167057"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53"/>
            <a:ext cx="3025650" cy="825692"/>
          </a:xfrm>
          <a:prstGeom prst="rect">
            <a:avLst/>
          </a:prstGeom>
        </p:spPr>
      </p:pic>
    </p:spTree>
    <p:extLst>
      <p:ext uri="{BB962C8B-B14F-4D97-AF65-F5344CB8AC3E}">
        <p14:creationId xmlns:p14="http://schemas.microsoft.com/office/powerpoint/2010/main" val="155353147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15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41"/>
            <a:ext cx="10962166"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7057"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63"/>
            <a:ext cx="7205499" cy="169277"/>
          </a:xfrm>
          <a:prstGeom prst="rect">
            <a:avLst/>
          </a:prstGeom>
          <a:noFill/>
          <a:ln w="9525">
            <a:noFill/>
            <a:miter lim="800000"/>
            <a:headEnd/>
            <a:tailEnd/>
          </a:ln>
        </p:spPr>
        <p:txBody>
          <a:bodyPr wrap="none" lIns="0" tIns="0" rIns="0" bIns="0">
            <a:spAutoFit/>
          </a:bodyPr>
          <a:lstStyle/>
          <a:p>
            <a:pPr defTabSz="1167057"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1" y="6600215"/>
            <a:ext cx="299313" cy="184666"/>
          </a:xfrm>
          <a:prstGeom prst="rect">
            <a:avLst/>
          </a:prstGeom>
          <a:noFill/>
          <a:ln w="9525">
            <a:noFill/>
            <a:miter lim="800000"/>
            <a:headEnd/>
            <a:tailEnd/>
          </a:ln>
        </p:spPr>
        <p:txBody>
          <a:bodyPr wrap="none" lIns="0" tIns="0" rIns="0" bIns="0" anchor="ctr">
            <a:spAutoFit/>
          </a:bodyPr>
          <a:lstStyle/>
          <a:p>
            <a:pPr algn="r" defTabSz="1167057" fontAlgn="auto">
              <a:spcBef>
                <a:spcPts val="0"/>
              </a:spcBef>
              <a:spcAft>
                <a:spcPts val="0"/>
              </a:spcAft>
              <a:defRPr/>
            </a:pPr>
            <a:fld id="{6856ECDB-1CEE-4F69-ADCA-557460F2116E}" type="slidenum">
              <a:rPr lang="en-US" sz="1200">
                <a:solidFill>
                  <a:srgbClr val="6D6E71"/>
                </a:solidFill>
                <a:latin typeface="Arial"/>
              </a:rPr>
              <a:pPr algn="r" defTabSz="1167057"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53"/>
            <a:ext cx="3025650" cy="825692"/>
          </a:xfrm>
          <a:prstGeom prst="rect">
            <a:avLst/>
          </a:prstGeom>
        </p:spPr>
      </p:pic>
    </p:spTree>
    <p:extLst>
      <p:ext uri="{BB962C8B-B14F-4D97-AF65-F5344CB8AC3E}">
        <p14:creationId xmlns:p14="http://schemas.microsoft.com/office/powerpoint/2010/main" val="77878162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16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41"/>
            <a:ext cx="10962166"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7057"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63"/>
            <a:ext cx="7205499" cy="169277"/>
          </a:xfrm>
          <a:prstGeom prst="rect">
            <a:avLst/>
          </a:prstGeom>
          <a:noFill/>
          <a:ln w="9525">
            <a:noFill/>
            <a:miter lim="800000"/>
            <a:headEnd/>
            <a:tailEnd/>
          </a:ln>
        </p:spPr>
        <p:txBody>
          <a:bodyPr wrap="none" lIns="0" tIns="0" rIns="0" bIns="0">
            <a:spAutoFit/>
          </a:bodyPr>
          <a:lstStyle/>
          <a:p>
            <a:pPr defTabSz="1167057"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1" y="6600215"/>
            <a:ext cx="299313" cy="184666"/>
          </a:xfrm>
          <a:prstGeom prst="rect">
            <a:avLst/>
          </a:prstGeom>
          <a:noFill/>
          <a:ln w="9525">
            <a:noFill/>
            <a:miter lim="800000"/>
            <a:headEnd/>
            <a:tailEnd/>
          </a:ln>
        </p:spPr>
        <p:txBody>
          <a:bodyPr wrap="none" lIns="0" tIns="0" rIns="0" bIns="0" anchor="ctr">
            <a:spAutoFit/>
          </a:bodyPr>
          <a:lstStyle/>
          <a:p>
            <a:pPr algn="r" defTabSz="1167057" fontAlgn="auto">
              <a:spcBef>
                <a:spcPts val="0"/>
              </a:spcBef>
              <a:spcAft>
                <a:spcPts val="0"/>
              </a:spcAft>
              <a:defRPr/>
            </a:pPr>
            <a:fld id="{6856ECDB-1CEE-4F69-ADCA-557460F2116E}" type="slidenum">
              <a:rPr lang="en-US" sz="1200">
                <a:solidFill>
                  <a:srgbClr val="6D6E71"/>
                </a:solidFill>
                <a:latin typeface="Arial"/>
              </a:rPr>
              <a:pPr algn="r" defTabSz="1167057"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53"/>
            <a:ext cx="3025650" cy="825692"/>
          </a:xfrm>
          <a:prstGeom prst="rect">
            <a:avLst/>
          </a:prstGeom>
        </p:spPr>
      </p:pic>
    </p:spTree>
    <p:extLst>
      <p:ext uri="{BB962C8B-B14F-4D97-AF65-F5344CB8AC3E}">
        <p14:creationId xmlns:p14="http://schemas.microsoft.com/office/powerpoint/2010/main" val="1555094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17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41"/>
            <a:ext cx="10962166"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7057"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63"/>
            <a:ext cx="7205499" cy="169277"/>
          </a:xfrm>
          <a:prstGeom prst="rect">
            <a:avLst/>
          </a:prstGeom>
          <a:noFill/>
          <a:ln w="9525">
            <a:noFill/>
            <a:miter lim="800000"/>
            <a:headEnd/>
            <a:tailEnd/>
          </a:ln>
        </p:spPr>
        <p:txBody>
          <a:bodyPr wrap="none" lIns="0" tIns="0" rIns="0" bIns="0">
            <a:spAutoFit/>
          </a:bodyPr>
          <a:lstStyle/>
          <a:p>
            <a:pPr defTabSz="1167057"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1" y="6600215"/>
            <a:ext cx="299313" cy="184666"/>
          </a:xfrm>
          <a:prstGeom prst="rect">
            <a:avLst/>
          </a:prstGeom>
          <a:noFill/>
          <a:ln w="9525">
            <a:noFill/>
            <a:miter lim="800000"/>
            <a:headEnd/>
            <a:tailEnd/>
          </a:ln>
        </p:spPr>
        <p:txBody>
          <a:bodyPr wrap="none" lIns="0" tIns="0" rIns="0" bIns="0" anchor="ctr">
            <a:spAutoFit/>
          </a:bodyPr>
          <a:lstStyle/>
          <a:p>
            <a:pPr algn="r" defTabSz="1167057" fontAlgn="auto">
              <a:spcBef>
                <a:spcPts val="0"/>
              </a:spcBef>
              <a:spcAft>
                <a:spcPts val="0"/>
              </a:spcAft>
              <a:defRPr/>
            </a:pPr>
            <a:fld id="{6856ECDB-1CEE-4F69-ADCA-557460F2116E}" type="slidenum">
              <a:rPr lang="en-US" sz="1200">
                <a:solidFill>
                  <a:srgbClr val="6D6E71"/>
                </a:solidFill>
                <a:latin typeface="Arial"/>
              </a:rPr>
              <a:pPr algn="r" defTabSz="1167057"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53"/>
            <a:ext cx="3025650" cy="825692"/>
          </a:xfrm>
          <a:prstGeom prst="rect">
            <a:avLst/>
          </a:prstGeom>
        </p:spPr>
      </p:pic>
    </p:spTree>
    <p:extLst>
      <p:ext uri="{BB962C8B-B14F-4D97-AF65-F5344CB8AC3E}">
        <p14:creationId xmlns:p14="http://schemas.microsoft.com/office/powerpoint/2010/main" val="305405690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8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41"/>
            <a:ext cx="10962166"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7057"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63"/>
            <a:ext cx="7205499" cy="169277"/>
          </a:xfrm>
          <a:prstGeom prst="rect">
            <a:avLst/>
          </a:prstGeom>
          <a:noFill/>
          <a:ln w="9525">
            <a:noFill/>
            <a:miter lim="800000"/>
            <a:headEnd/>
            <a:tailEnd/>
          </a:ln>
        </p:spPr>
        <p:txBody>
          <a:bodyPr wrap="none" lIns="0" tIns="0" rIns="0" bIns="0">
            <a:spAutoFit/>
          </a:bodyPr>
          <a:lstStyle/>
          <a:p>
            <a:pPr defTabSz="1167057"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1" y="6600215"/>
            <a:ext cx="299313" cy="184666"/>
          </a:xfrm>
          <a:prstGeom prst="rect">
            <a:avLst/>
          </a:prstGeom>
          <a:noFill/>
          <a:ln w="9525">
            <a:noFill/>
            <a:miter lim="800000"/>
            <a:headEnd/>
            <a:tailEnd/>
          </a:ln>
        </p:spPr>
        <p:txBody>
          <a:bodyPr wrap="none" lIns="0" tIns="0" rIns="0" bIns="0" anchor="ctr">
            <a:spAutoFit/>
          </a:bodyPr>
          <a:lstStyle/>
          <a:p>
            <a:pPr algn="r" defTabSz="1167057" fontAlgn="auto">
              <a:spcBef>
                <a:spcPts val="0"/>
              </a:spcBef>
              <a:spcAft>
                <a:spcPts val="0"/>
              </a:spcAft>
              <a:defRPr/>
            </a:pPr>
            <a:fld id="{6856ECDB-1CEE-4F69-ADCA-557460F2116E}" type="slidenum">
              <a:rPr lang="en-US" sz="1200">
                <a:solidFill>
                  <a:srgbClr val="6D6E71"/>
                </a:solidFill>
                <a:latin typeface="Arial"/>
              </a:rPr>
              <a:pPr algn="r" defTabSz="1167057"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53"/>
            <a:ext cx="3025650" cy="825692"/>
          </a:xfrm>
          <a:prstGeom prst="rect">
            <a:avLst/>
          </a:prstGeom>
        </p:spPr>
      </p:pic>
    </p:spTree>
    <p:extLst>
      <p:ext uri="{BB962C8B-B14F-4D97-AF65-F5344CB8AC3E}">
        <p14:creationId xmlns:p14="http://schemas.microsoft.com/office/powerpoint/2010/main" val="192746444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435" y="1664137"/>
            <a:ext cx="9140429" cy="1846659"/>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3435" y="3602901"/>
            <a:ext cx="9140429" cy="353943"/>
          </a:xfrm>
        </p:spPr>
        <p:txBody>
          <a:bodyPr/>
          <a:lstStyle>
            <a:lvl1pPr marL="0" indent="0" algn="ctr">
              <a:buNone/>
              <a:defRPr sz="2300"/>
            </a:lvl1pPr>
            <a:lvl2pPr marL="438025" indent="0" algn="ctr">
              <a:buNone/>
              <a:defRPr sz="1900"/>
            </a:lvl2pPr>
            <a:lvl3pPr marL="876053" indent="0" algn="ctr">
              <a:buNone/>
              <a:defRPr sz="1700"/>
            </a:lvl3pPr>
            <a:lvl4pPr marL="1314097" indent="0" algn="ctr">
              <a:buNone/>
              <a:defRPr sz="1500"/>
            </a:lvl4pPr>
            <a:lvl5pPr marL="1752126" indent="0" algn="ctr">
              <a:buNone/>
              <a:defRPr sz="1500"/>
            </a:lvl5pPr>
            <a:lvl6pPr marL="2190156" indent="0" algn="ctr">
              <a:buNone/>
              <a:defRPr sz="1500"/>
            </a:lvl6pPr>
            <a:lvl7pPr marL="2628192" indent="0" algn="ctr">
              <a:buNone/>
              <a:defRPr sz="1500"/>
            </a:lvl7pPr>
            <a:lvl8pPr marL="3066224" indent="0" algn="ctr">
              <a:buNone/>
              <a:defRPr sz="1500"/>
            </a:lvl8pPr>
            <a:lvl9pPr marL="3504257" indent="0" algn="ctr">
              <a:buNone/>
              <a:defRPr sz="1500"/>
            </a:lvl9pPr>
          </a:lstStyle>
          <a:p>
            <a:r>
              <a:rPr lang="en-US"/>
              <a:t>Click to edit Master subtitle style</a:t>
            </a:r>
          </a:p>
        </p:txBody>
      </p:sp>
      <p:sp>
        <p:nvSpPr>
          <p:cNvPr id="4" name="Date Placeholder 3"/>
          <p:cNvSpPr>
            <a:spLocks noGrp="1"/>
          </p:cNvSpPr>
          <p:nvPr>
            <p:ph type="dt" sz="half" idx="10"/>
          </p:nvPr>
        </p:nvSpPr>
        <p:spPr>
          <a:xfrm>
            <a:off x="837884" y="6357822"/>
            <a:ext cx="2742129" cy="365210"/>
          </a:xfrm>
          <a:prstGeom prst="rect">
            <a:avLst/>
          </a:prstGeom>
        </p:spPr>
        <p:txBody>
          <a:bodyPr lIns="116813" tIns="58413" rIns="116813" bIns="58413"/>
          <a:lstStyle/>
          <a:p>
            <a:pPr defTabSz="1168088" fontAlgn="auto">
              <a:spcBef>
                <a:spcPts val="0"/>
              </a:spcBef>
              <a:spcAft>
                <a:spcPts val="0"/>
              </a:spcAft>
            </a:pPr>
            <a:fld id="{C02F9569-8E4D-41AE-9766-A3604F84ADF5}" type="datetimeFigureOut">
              <a:rPr lang="en-US" smtClean="0">
                <a:solidFill>
                  <a:prstClr val="black"/>
                </a:solidFill>
                <a:latin typeface="Arial"/>
                <a:cs typeface="+mn-cs"/>
              </a:rPr>
              <a:pPr defTabSz="1168088" fontAlgn="auto">
                <a:spcBef>
                  <a:spcPts val="0"/>
                </a:spcBef>
                <a:spcAft>
                  <a:spcPts val="0"/>
                </a:spcAft>
              </a:pPr>
              <a:t>10/28/2025</a:t>
            </a:fld>
            <a:endParaRPr lang="en-US" dirty="0">
              <a:solidFill>
                <a:prstClr val="black"/>
              </a:solidFill>
              <a:latin typeface="Arial"/>
              <a:cs typeface="+mn-cs"/>
            </a:endParaRPr>
          </a:p>
        </p:txBody>
      </p:sp>
      <p:sp>
        <p:nvSpPr>
          <p:cNvPr id="5" name="Footer Placeholder 4"/>
          <p:cNvSpPr>
            <a:spLocks noGrp="1"/>
          </p:cNvSpPr>
          <p:nvPr>
            <p:ph type="ftr" sz="quarter" idx="11"/>
          </p:nvPr>
        </p:nvSpPr>
        <p:spPr>
          <a:xfrm>
            <a:off x="4037041" y="6357822"/>
            <a:ext cx="4113193" cy="365210"/>
          </a:xfrm>
          <a:prstGeom prst="rect">
            <a:avLst/>
          </a:prstGeom>
        </p:spPr>
        <p:txBody>
          <a:bodyPr lIns="116813" tIns="58413" rIns="116813" bIns="58413"/>
          <a:lstStyle/>
          <a:p>
            <a:pPr defTabSz="1168088" fontAlgn="auto">
              <a:spcBef>
                <a:spcPts val="0"/>
              </a:spcBef>
              <a:spcAft>
                <a:spcPts val="0"/>
              </a:spcAft>
            </a:pPr>
            <a:endParaRPr lang="en-US" dirty="0">
              <a:solidFill>
                <a:prstClr val="black"/>
              </a:solidFill>
              <a:latin typeface="Arial"/>
              <a:cs typeface="+mn-cs"/>
            </a:endParaRPr>
          </a:p>
        </p:txBody>
      </p:sp>
      <p:sp>
        <p:nvSpPr>
          <p:cNvPr id="6" name="Slide Number Placeholder 5"/>
          <p:cNvSpPr>
            <a:spLocks noGrp="1"/>
          </p:cNvSpPr>
          <p:nvPr>
            <p:ph type="sldNum" sz="quarter" idx="12"/>
          </p:nvPr>
        </p:nvSpPr>
        <p:spPr>
          <a:xfrm>
            <a:off x="8607258" y="6357822"/>
            <a:ext cx="2742129" cy="365210"/>
          </a:xfrm>
          <a:prstGeom prst="rect">
            <a:avLst/>
          </a:prstGeom>
        </p:spPr>
        <p:txBody>
          <a:bodyPr lIns="116813" tIns="58413" rIns="116813" bIns="58413"/>
          <a:lstStyle/>
          <a:p>
            <a:pPr defTabSz="1168088" fontAlgn="auto">
              <a:spcBef>
                <a:spcPts val="0"/>
              </a:spcBef>
              <a:spcAft>
                <a:spcPts val="0"/>
              </a:spcAft>
            </a:pPr>
            <a:fld id="{1AC0DE63-F386-450A-9205-EAFF862E7C5E}" type="slidenum">
              <a:rPr lang="en-US" smtClean="0">
                <a:solidFill>
                  <a:prstClr val="black"/>
                </a:solidFill>
                <a:latin typeface="Arial"/>
                <a:cs typeface="+mn-cs"/>
              </a:rPr>
              <a:pPr defTabSz="1168088" fontAlgn="auto">
                <a:spcBef>
                  <a:spcPts val="0"/>
                </a:spcBef>
                <a:spcAft>
                  <a:spcPts val="0"/>
                </a:spcAft>
              </a:pPr>
              <a:t>‹#›</a:t>
            </a:fld>
            <a:endParaRPr lang="en-US" dirty="0">
              <a:solidFill>
                <a:prstClr val="black"/>
              </a:solidFill>
              <a:latin typeface="Arial"/>
              <a:cs typeface="+mn-cs"/>
            </a:endParaRPr>
          </a:p>
        </p:txBody>
      </p:sp>
      <p:pic>
        <p:nvPicPr>
          <p:cNvPr id="7" name="Picture 2"/>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0" y="0"/>
            <a:ext cx="12187238" cy="685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descr="ridge4.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1070" y="54"/>
            <a:ext cx="5289698" cy="1732252"/>
          </a:xfrm>
          <a:prstGeom prst="rect">
            <a:avLst/>
          </a:prstGeom>
        </p:spPr>
      </p:pic>
    </p:spTree>
    <p:extLst>
      <p:ext uri="{BB962C8B-B14F-4D97-AF65-F5344CB8AC3E}">
        <p14:creationId xmlns:p14="http://schemas.microsoft.com/office/powerpoint/2010/main" val="227319190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2" y="1972192"/>
            <a:ext cx="5435592" cy="4163389"/>
          </a:xfrm>
        </p:spPr>
        <p:txBody>
          <a:bodyPr>
            <a:noAutofit/>
          </a:bodyPr>
          <a:lstStyle>
            <a:lvl1pPr marL="0" indent="0">
              <a:buNone/>
              <a:defRPr>
                <a:latin typeface="Arial" pitchFamily="34" charset="0"/>
                <a:cs typeface="Arial" pitchFamily="34" charset="0"/>
              </a:defRPr>
            </a:lvl1pPr>
          </a:lstStyle>
          <a:p>
            <a:pPr lvl="0"/>
            <a:r>
              <a:rPr lang="en-US" noProof="0" dirty="0"/>
              <a:t>Click icon to add picture</a:t>
            </a:r>
          </a:p>
        </p:txBody>
      </p:sp>
      <p:sp>
        <p:nvSpPr>
          <p:cNvPr id="18" name="Text Placeholder 4"/>
          <p:cNvSpPr>
            <a:spLocks noGrp="1"/>
          </p:cNvSpPr>
          <p:nvPr>
            <p:ph type="body" sz="quarter" idx="19"/>
          </p:nvPr>
        </p:nvSpPr>
        <p:spPr bwMode="gray">
          <a:xfrm>
            <a:off x="6449102" y="1972291"/>
            <a:ext cx="5126679" cy="1461939"/>
          </a:xfrm>
          <a:ln>
            <a:noFill/>
          </a:ln>
        </p:spPr>
        <p:txBody>
          <a:bodyPr/>
          <a:lstStyle>
            <a:lvl1pPr>
              <a:spcBef>
                <a:spcPts val="0"/>
              </a:spcBef>
              <a:spcAft>
                <a:spcPts val="0"/>
              </a:spcAft>
              <a:defRPr lang="en-US" sz="19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900" b="0" kern="1200" baseline="0" dirty="0" smtClean="0">
                <a:solidFill>
                  <a:schemeClr val="tx1"/>
                </a:solidFill>
                <a:latin typeface="+mn-lt"/>
                <a:ea typeface="+mn-ea"/>
                <a:cs typeface="Arial" pitchFamily="34" charset="0"/>
              </a:defRPr>
            </a:lvl2pPr>
            <a:lvl3pPr>
              <a:spcBef>
                <a:spcPts val="0"/>
              </a:spcBef>
              <a:spcAft>
                <a:spcPts val="0"/>
              </a:spcAft>
              <a:defRPr lang="en-US" sz="19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9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900" b="0" kern="1200" baseline="0" dirty="0" smtClean="0">
                <a:solidFill>
                  <a:schemeClr val="tx1"/>
                </a:solidFill>
                <a:latin typeface="Arial" pitchFamily="34" charset="0"/>
                <a:ea typeface="+mn-ea"/>
                <a:cs typeface="Arial" pitchFamily="34" charset="0"/>
              </a:defRPr>
            </a:lvl5pPr>
            <a:lvl6pPr marL="1216714" indent="-248409">
              <a:spcBef>
                <a:spcPts val="0"/>
              </a:spcBef>
              <a:spcAft>
                <a:spcPts val="0"/>
              </a:spcAft>
              <a:buSzPct val="70000"/>
              <a:defRPr lang="en-US" sz="1900" kern="1200" dirty="0" smtClean="0">
                <a:solidFill>
                  <a:schemeClr val="tx1"/>
                </a:solidFill>
                <a:latin typeface="Arial" pitchFamily="34" charset="0"/>
                <a:ea typeface="+mn-ea"/>
                <a:cs typeface="Arial" pitchFamily="34" charset="0"/>
              </a:defRPr>
            </a:lvl6pPr>
            <a:lvl7pPr marL="1460050" indent="-243345">
              <a:spcBef>
                <a:spcPts val="0"/>
              </a:spcBef>
              <a:spcAft>
                <a:spcPts val="0"/>
              </a:spcAft>
              <a:buSzPct val="70000"/>
              <a:buFont typeface="Arial" pitchFamily="34" charset="0"/>
              <a:buChar char="–"/>
              <a:defRPr sz="1900" baseline="0">
                <a:latin typeface="+mj-lt"/>
              </a:defRPr>
            </a:lvl7pPr>
            <a:lvl8pPr marL="1703388" indent="-243345">
              <a:spcBef>
                <a:spcPts val="0"/>
              </a:spcBef>
              <a:spcAft>
                <a:spcPts val="0"/>
              </a:spcAft>
              <a:buSzPct val="70000"/>
              <a:defRPr sz="1900" baseline="0">
                <a:latin typeface="+mj-lt"/>
              </a:defRPr>
            </a:lvl8pPr>
            <a:lvl9pPr marL="1941679" indent="-238273">
              <a:spcBef>
                <a:spcPts val="0"/>
              </a:spcBef>
              <a:spcAft>
                <a:spcPts val="0"/>
              </a:spcAft>
              <a:buSzPct val="70000"/>
              <a:buFont typeface="Arial" pitchFamily="34" charset="0"/>
              <a:buChar char="–"/>
              <a:defRPr sz="19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p:cNvSpPr>
            <a:spLocks noGrp="1"/>
          </p:cNvSpPr>
          <p:nvPr>
            <p:ph type="title"/>
          </p:nvPr>
        </p:nvSpPr>
        <p:spPr bwMode="gray">
          <a:xfrm>
            <a:off x="641170" y="727282"/>
            <a:ext cx="10964283" cy="538609"/>
          </a:xfrm>
          <a:noFill/>
          <a:ln w="9525">
            <a:noFill/>
            <a:miter lim="800000"/>
            <a:headEnd/>
            <a:tailEnd/>
          </a:ln>
        </p:spPr>
        <p:txBody>
          <a:bodyPr/>
          <a:lstStyle>
            <a:lvl1pPr algn="l">
              <a:defRPr lang="en-US" sz="35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7" name="Text Placeholder 41"/>
          <p:cNvSpPr>
            <a:spLocks noGrp="1"/>
          </p:cNvSpPr>
          <p:nvPr>
            <p:ph type="body" sz="quarter" idx="13"/>
          </p:nvPr>
        </p:nvSpPr>
        <p:spPr bwMode="gray">
          <a:xfrm>
            <a:off x="641110" y="1270927"/>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05153076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a:xfrm>
            <a:off x="641159" y="1972134"/>
            <a:ext cx="10945241" cy="1384995"/>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8778630" y="612790"/>
            <a:ext cx="1275853" cy="457306"/>
          </a:xfrm>
          <a:prstGeom prst="rect">
            <a:avLst/>
          </a:prstGeom>
        </p:spPr>
        <p:txBody>
          <a:bodyPr lIns="116813" tIns="58413" rIns="116813" bIns="58413"/>
          <a:lstStyle/>
          <a:p>
            <a:pPr defTabSz="1168088" fontAlgn="auto">
              <a:spcBef>
                <a:spcPts val="0"/>
              </a:spcBef>
              <a:spcAft>
                <a:spcPts val="0"/>
              </a:spcAft>
            </a:pPr>
            <a:r>
              <a:rPr lang="en-US" dirty="0">
                <a:solidFill>
                  <a:prstClr val="black"/>
                </a:solidFill>
                <a:latin typeface="Arial"/>
                <a:cs typeface="+mn-cs"/>
              </a:rPr>
              <a:t>2/24/2013</a:t>
            </a:r>
          </a:p>
        </p:txBody>
      </p:sp>
      <p:sp>
        <p:nvSpPr>
          <p:cNvPr id="5" name="Footer Placeholder 4"/>
          <p:cNvSpPr>
            <a:spLocks noGrp="1"/>
          </p:cNvSpPr>
          <p:nvPr>
            <p:ph type="ftr" sz="quarter" idx="11"/>
          </p:nvPr>
        </p:nvSpPr>
        <p:spPr>
          <a:xfrm>
            <a:off x="7007662" y="612790"/>
            <a:ext cx="1767150" cy="457306"/>
          </a:xfrm>
          <a:prstGeom prst="rect">
            <a:avLst/>
          </a:prstGeom>
        </p:spPr>
        <p:txBody>
          <a:bodyPr lIns="116813" tIns="58413" rIns="116813" bIns="58413"/>
          <a:lstStyle/>
          <a:p>
            <a:pPr defTabSz="1168088" fontAlgn="auto">
              <a:spcBef>
                <a:spcPts val="0"/>
              </a:spcBef>
              <a:spcAft>
                <a:spcPts val="0"/>
              </a:spcAft>
            </a:pPr>
            <a:endParaRPr lang="en-US" dirty="0">
              <a:solidFill>
                <a:prstClr val="black"/>
              </a:solidFill>
              <a:latin typeface="Arial"/>
              <a:cs typeface="+mn-cs"/>
            </a:endParaRPr>
          </a:p>
        </p:txBody>
      </p:sp>
      <p:sp>
        <p:nvSpPr>
          <p:cNvPr id="6" name="Slide Number Placeholder 5"/>
          <p:cNvSpPr>
            <a:spLocks noGrp="1"/>
          </p:cNvSpPr>
          <p:nvPr>
            <p:ph type="sldNum" sz="quarter" idx="12"/>
          </p:nvPr>
        </p:nvSpPr>
        <p:spPr>
          <a:xfrm>
            <a:off x="10895419" y="2272"/>
            <a:ext cx="1015603" cy="365845"/>
          </a:xfrm>
          <a:prstGeom prst="rect">
            <a:avLst/>
          </a:prstGeom>
        </p:spPr>
        <p:txBody>
          <a:bodyPr lIns="116813" tIns="58413" rIns="116813" bIns="58413"/>
          <a:lstStyle/>
          <a:p>
            <a:pPr defTabSz="1168088" fontAlgn="auto">
              <a:spcBef>
                <a:spcPts val="0"/>
              </a:spcBef>
              <a:spcAft>
                <a:spcPts val="0"/>
              </a:spcAft>
            </a:pPr>
            <a:fld id="{6E2D2B3B-882E-40F3-A32F-6DD516915044}" type="slidenum">
              <a:rPr lang="en-US" smtClean="0">
                <a:solidFill>
                  <a:prstClr val="black"/>
                </a:solidFill>
                <a:latin typeface="Arial"/>
                <a:cs typeface="+mn-cs"/>
              </a:rPr>
              <a:pPr defTabSz="1168088" fontAlgn="auto">
                <a:spcBef>
                  <a:spcPts val="0"/>
                </a:spcBef>
                <a:spcAft>
                  <a:spcPts val="0"/>
                </a:spcAft>
              </a:pPr>
              <a:t>‹#›</a:t>
            </a:fld>
            <a:endParaRPr lang="en-US" dirty="0">
              <a:solidFill>
                <a:prstClr val="black"/>
              </a:solidFill>
              <a:latin typeface="Arial"/>
              <a:cs typeface="+mn-cs"/>
            </a:endParaRPr>
          </a:p>
        </p:txBody>
      </p:sp>
    </p:spTree>
    <p:extLst>
      <p:ext uri="{BB962C8B-B14F-4D97-AF65-F5344CB8AC3E}">
        <p14:creationId xmlns:p14="http://schemas.microsoft.com/office/powerpoint/2010/main" val="4166329591"/>
      </p:ext>
    </p:extLst>
  </p:cSld>
  <p:clrMapOvr>
    <a:masterClrMapping/>
  </p:clrMapOvr>
  <p:transition spd="slow">
    <p:push dir="u"/>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26" y="719314"/>
            <a:ext cx="10962166" cy="41549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700" b="1" kern="1200" dirty="0">
                <a:solidFill>
                  <a:schemeClr val="tx2"/>
                </a:solidFill>
                <a:latin typeface="Arial" pitchFamily="34" charset="0"/>
                <a:ea typeface="+mj-ea"/>
                <a:cs typeface="Arial" pitchFamily="34" charset="0"/>
              </a:defRPr>
            </a:lvl1pPr>
          </a:lstStyle>
          <a:p>
            <a:pPr lvl="0" algn="l" defTabSz="97336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6" y="1972163"/>
            <a:ext cx="10962167" cy="1461939"/>
          </a:xfrm>
        </p:spPr>
        <p:txBody>
          <a:bodyPr wrap="square">
            <a:spAutoFit/>
          </a:bodyPr>
          <a:lstStyle>
            <a:lvl1pPr algn="l" rtl="0" eaLnBrk="1" latinLnBrk="0" hangingPunct="1">
              <a:spcBef>
                <a:spcPts val="0"/>
              </a:spcBef>
              <a:spcAft>
                <a:spcPts val="0"/>
              </a:spcAft>
              <a:buClr>
                <a:schemeClr val="bg2"/>
              </a:buClr>
              <a:buSzPct val="120000"/>
              <a:defRPr lang="en-US" sz="19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9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9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9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900" b="0" kern="1200" baseline="0" dirty="0" smtClean="0">
                <a:solidFill>
                  <a:schemeClr val="tx1"/>
                </a:solidFill>
                <a:latin typeface="Arial" pitchFamily="34" charset="0"/>
                <a:ea typeface="+mn-ea"/>
                <a:cs typeface="Arial" pitchFamily="34" charset="0"/>
              </a:defRPr>
            </a:lvl5pPr>
            <a:lvl6pPr marL="1527646" indent="-304175">
              <a:spcBef>
                <a:spcPts val="0"/>
              </a:spcBef>
              <a:spcAft>
                <a:spcPts val="0"/>
              </a:spcAft>
              <a:buClr>
                <a:schemeClr val="tx2"/>
              </a:buClr>
              <a:buSzPct val="70000"/>
              <a:buFont typeface="Wingdings" pitchFamily="2" charset="2"/>
              <a:buChar char="§"/>
              <a:defRPr lang="en-US" sz="1900" kern="1200" dirty="0" smtClean="0">
                <a:solidFill>
                  <a:schemeClr val="tx1"/>
                </a:solidFill>
                <a:latin typeface="Arial" pitchFamily="34" charset="0"/>
                <a:ea typeface="+mn-ea"/>
                <a:cs typeface="Arial" pitchFamily="34" charset="0"/>
              </a:defRPr>
            </a:lvl6pPr>
            <a:lvl7pPr marL="1825069" indent="-290662">
              <a:spcBef>
                <a:spcPts val="0"/>
              </a:spcBef>
              <a:spcAft>
                <a:spcPts val="0"/>
              </a:spcAft>
              <a:buClr>
                <a:schemeClr val="tx2"/>
              </a:buClr>
              <a:buSzPct val="70000"/>
              <a:buFont typeface="Arial" pitchFamily="34" charset="0"/>
              <a:buChar char="–"/>
              <a:defRPr sz="1900" baseline="0">
                <a:solidFill>
                  <a:schemeClr val="tx1"/>
                </a:solidFill>
                <a:latin typeface="+mn-lt"/>
                <a:cs typeface="Arial" pitchFamily="34" charset="0"/>
              </a:defRPr>
            </a:lvl7pPr>
            <a:lvl8pPr marL="1703388" indent="-243345">
              <a:spcBef>
                <a:spcPts val="0"/>
              </a:spcBef>
              <a:spcAft>
                <a:spcPts val="0"/>
              </a:spcAft>
              <a:buSzPct val="70000"/>
              <a:defRPr sz="1900" baseline="0">
                <a:latin typeface="Arial" pitchFamily="34" charset="0"/>
                <a:cs typeface="Arial" pitchFamily="34" charset="0"/>
              </a:defRPr>
            </a:lvl8pPr>
            <a:lvl9pPr marL="1941679" indent="-238273">
              <a:spcBef>
                <a:spcPts val="0"/>
              </a:spcBef>
              <a:spcAft>
                <a:spcPts val="0"/>
              </a:spcAft>
              <a:buSzPct val="70000"/>
              <a:buFont typeface="Arial" pitchFamily="34" charset="0"/>
              <a:buChar char="–"/>
              <a:defRPr sz="1900">
                <a:latin typeface="Arial" pitchFamily="34" charset="0"/>
                <a:cs typeface="Arial" pitchFamily="34" charset="0"/>
              </a:defRPr>
            </a:lvl9pPr>
          </a:lstStyle>
          <a:p>
            <a:pPr marL="309248" lvl="0" indent="-309248" algn="l" defTabSz="97336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08352" lvl="2" indent="-297419" algn="l" defTabSz="97336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905773" lvl="3" indent="-297419" algn="l" defTabSz="97336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209948" lvl="4" indent="-304175" algn="l" defTabSz="99363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527646" lvl="5" indent="-304175" algn="l" defTabSz="97336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106" y="1146079"/>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77733331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2_Agenda">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10646" y="58"/>
            <a:ext cx="12176659" cy="237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bwMode="gray">
          <a:xfrm>
            <a:off x="641167" y="727273"/>
            <a:ext cx="10964283" cy="41549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700" b="1" kern="1200" dirty="0">
                <a:solidFill>
                  <a:schemeClr val="tx2"/>
                </a:solidFill>
                <a:latin typeface="Arial" pitchFamily="34" charset="0"/>
                <a:ea typeface="+mj-ea"/>
                <a:cs typeface="Arial" pitchFamily="34" charset="0"/>
              </a:defRPr>
            </a:lvl1pPr>
          </a:lstStyle>
          <a:p>
            <a:pPr lvl="0" algn="l" defTabSz="973363"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06" y="1146079"/>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8" name="Picture 7"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53"/>
            <a:ext cx="3025650" cy="825692"/>
          </a:xfrm>
          <a:prstGeom prst="rect">
            <a:avLst/>
          </a:prstGeom>
        </p:spPr>
      </p:pic>
    </p:spTree>
    <p:extLst>
      <p:ext uri="{BB962C8B-B14F-4D97-AF65-F5344CB8AC3E}">
        <p14:creationId xmlns:p14="http://schemas.microsoft.com/office/powerpoint/2010/main" val="286692606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167" y="727246"/>
            <a:ext cx="10964283"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8088"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41106" y="1972137"/>
            <a:ext cx="10962167" cy="2385268"/>
          </a:xfrm>
        </p:spPr>
        <p:txBody>
          <a:bodyPr wrap="square">
            <a:spAutoFit/>
          </a:bodyPr>
          <a:lstStyle>
            <a:lvl1pPr>
              <a:spcBef>
                <a:spcPts val="0"/>
              </a:spcBef>
              <a:spcAft>
                <a:spcPts val="0"/>
              </a:spcAft>
              <a:defRPr lang="en-US" sz="31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31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31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31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3100" b="0" kern="1200" baseline="0" dirty="0" smtClean="0">
                <a:solidFill>
                  <a:schemeClr val="tx1"/>
                </a:solidFill>
                <a:latin typeface="Arial" pitchFamily="34" charset="0"/>
                <a:ea typeface="+mn-ea"/>
                <a:cs typeface="Arial" pitchFamily="34" charset="0"/>
              </a:defRPr>
            </a:lvl5pPr>
            <a:lvl6pPr marL="1833248" indent="-365022">
              <a:spcBef>
                <a:spcPts val="0"/>
              </a:spcBef>
              <a:spcAft>
                <a:spcPts val="0"/>
              </a:spcAft>
              <a:buClr>
                <a:schemeClr val="tx2"/>
              </a:buClr>
              <a:buSzPct val="70000"/>
              <a:buFont typeface="Wingdings" pitchFamily="2" charset="2"/>
              <a:buChar char="§"/>
              <a:defRPr lang="en-US" sz="3100" kern="1200" dirty="0" smtClean="0">
                <a:solidFill>
                  <a:schemeClr val="tx1"/>
                </a:solidFill>
                <a:latin typeface="Arial" pitchFamily="34" charset="0"/>
                <a:ea typeface="+mn-ea"/>
                <a:cs typeface="Arial" pitchFamily="34" charset="0"/>
              </a:defRPr>
            </a:lvl6pPr>
            <a:lvl7pPr marL="2190156" indent="-348802">
              <a:spcBef>
                <a:spcPts val="0"/>
              </a:spcBef>
              <a:spcAft>
                <a:spcPts val="0"/>
              </a:spcAft>
              <a:buClr>
                <a:schemeClr val="tx2"/>
              </a:buClr>
              <a:buSzPct val="70000"/>
              <a:buFont typeface="Arial" pitchFamily="34" charset="0"/>
              <a:buChar char="–"/>
              <a:defRPr sz="2300" baseline="0">
                <a:solidFill>
                  <a:schemeClr val="tx1"/>
                </a:solidFill>
                <a:latin typeface="+mn-lt"/>
                <a:cs typeface="Arial" pitchFamily="34" charset="0"/>
              </a:defRPr>
            </a:lvl7pPr>
            <a:lvl8pPr marL="2044147" indent="-292016">
              <a:spcBef>
                <a:spcPts val="0"/>
              </a:spcBef>
              <a:spcAft>
                <a:spcPts val="0"/>
              </a:spcAft>
              <a:buSzPct val="70000"/>
              <a:defRPr sz="2300" baseline="0">
                <a:latin typeface="Arial" pitchFamily="34" charset="0"/>
                <a:cs typeface="Arial" pitchFamily="34" charset="0"/>
              </a:defRPr>
            </a:lvl8pPr>
            <a:lvl9pPr marL="2330090" indent="-285940">
              <a:spcBef>
                <a:spcPts val="0"/>
              </a:spcBef>
              <a:spcAft>
                <a:spcPts val="0"/>
              </a:spcAft>
              <a:buSzPct val="70000"/>
              <a:buFont typeface="Arial" pitchFamily="34" charset="0"/>
              <a:buChar char="–"/>
              <a:defRPr sz="2300">
                <a:latin typeface="Arial" pitchFamily="34" charset="0"/>
                <a:cs typeface="Arial" pitchFamily="34" charset="0"/>
              </a:defRPr>
            </a:lvl9pPr>
          </a:lstStyle>
          <a:p>
            <a:pPr marL="371112" lvl="0" indent="-371112" algn="l" defTabSz="1168088"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30057" lvl="2" indent="-356911" algn="l" defTabSz="1168088"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6967" lvl="3" indent="-356911" algn="l" defTabSz="1168088"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51993" lvl="4" indent="-365022" algn="l" defTabSz="119242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3248" lvl="5" indent="-365022" algn="l" defTabSz="1168088" rtl="0" eaLnBrk="1" latinLnBrk="0" hangingPunct="1">
              <a:spcBef>
                <a:spcPts val="0"/>
              </a:spcBef>
              <a:spcAft>
                <a:spcPts val="0"/>
              </a:spcAft>
              <a:buClr>
                <a:schemeClr val="bg2"/>
              </a:buClr>
              <a:buSzPct val="60000"/>
              <a:buFont typeface="Wingdings" pitchFamily="2" charset="2"/>
              <a:buChar char="§"/>
            </a:pPr>
            <a:r>
              <a:rPr lang="en-US" dirty="0"/>
              <a:t>Fifth level</a:t>
            </a:r>
          </a:p>
        </p:txBody>
      </p:sp>
      <p:pic>
        <p:nvPicPr>
          <p:cNvPr id="5" name="Picture 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Tree>
    <p:extLst>
      <p:ext uri="{BB962C8B-B14F-4D97-AF65-F5344CB8AC3E}">
        <p14:creationId xmlns:p14="http://schemas.microsoft.com/office/powerpoint/2010/main" val="52946033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21751" y="1527680"/>
            <a:ext cx="8969807"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8088"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821802" y="3370297"/>
            <a:ext cx="9002897" cy="3241913"/>
          </a:xfrm>
          <a:prstGeom prst="rect">
            <a:avLst/>
          </a:prstGeom>
          <a:noFill/>
          <a:ln w="9525">
            <a:noFill/>
            <a:miter lim="800000"/>
            <a:headEnd/>
            <a:tailEnd/>
          </a:ln>
        </p:spPr>
        <p:txBody>
          <a:bodyPr wrap="square" lIns="0" tIns="0" rIns="0" bIns="0">
            <a:spAutoFit/>
          </a:bodyPr>
          <a:lstStyle/>
          <a:p>
            <a:pPr algn="just" defTabSz="1168088" fontAlgn="auto">
              <a:spcBef>
                <a:spcPts val="769"/>
              </a:spcBef>
              <a:spcAft>
                <a:spcPts val="0"/>
              </a:spcAft>
            </a:pPr>
            <a:r>
              <a:rPr lang="en-US" sz="1200" b="1" dirty="0">
                <a:solidFill>
                  <a:srgbClr val="6D6E71"/>
                </a:solidFill>
                <a:latin typeface="Arial"/>
              </a:rPr>
              <a:t>Disclaimer </a:t>
            </a:r>
          </a:p>
          <a:p>
            <a:pPr algn="just" defTabSz="1168088" fontAlgn="auto">
              <a:spcBef>
                <a:spcPts val="769"/>
              </a:spcBef>
              <a:spcAft>
                <a:spcPts val="0"/>
              </a:spcAft>
            </a:pPr>
            <a:r>
              <a:rPr lang="en-US" sz="1200" dirty="0">
                <a:solidFill>
                  <a:srgbClr val="6D6E71"/>
                </a:solidFill>
                <a:latin typeface="Arial"/>
              </a:rPr>
              <a:t>Tech Mahindra Limited, herein referred to as Tech Mahindra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 Mahindra or its subsidiaries. Any unauthorized use, disclosure or public dissemination of information contained herein is prohibited. Unless specifically noted, Tech Mahindra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 Mahindra. Information contained in a presentation hosted or promoted by Tech Mahindra is provided “as is” without warranty of any kind, either expressed or implied, including any warranty of merchantability or fitness for a particular purpose. Tech Mahindra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21789" y="2140693"/>
            <a:ext cx="8975995" cy="353943"/>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1168088" rtl="0" eaLnBrk="1" fontAlgn="base" latinLnBrk="0" hangingPunct="1">
              <a:spcBef>
                <a:spcPts val="0"/>
              </a:spcBef>
              <a:spcAft>
                <a:spcPct val="0"/>
              </a:spcAft>
              <a:buClr>
                <a:schemeClr val="tx2"/>
              </a:buClr>
              <a:buFont typeface="Arial" pitchFamily="34" charset="0"/>
              <a:buNone/>
              <a:defRPr lang="en-US" sz="23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94489539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2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26" y="719348"/>
            <a:ext cx="10962166" cy="538609"/>
          </a:xfrm>
          <a:noFill/>
          <a:ln w="9525">
            <a:noFill/>
            <a:miter lim="800000"/>
            <a:headEnd/>
            <a:tailEnd/>
          </a:ln>
        </p:spPr>
        <p:txBody>
          <a:bodyPr/>
          <a:lstStyle>
            <a:lvl1pPr algn="l">
              <a:defRPr lang="en-US" sz="35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3" name="Text Placeholder 4"/>
          <p:cNvSpPr>
            <a:spLocks noGrp="1"/>
          </p:cNvSpPr>
          <p:nvPr>
            <p:ph type="body" sz="quarter" idx="10"/>
          </p:nvPr>
        </p:nvSpPr>
        <p:spPr bwMode="gray">
          <a:xfrm>
            <a:off x="641106" y="1972179"/>
            <a:ext cx="10962167" cy="1461939"/>
          </a:xfrm>
        </p:spPr>
        <p:txBody>
          <a:bodyPr/>
          <a:lstStyle>
            <a:lvl1pPr algn="l" rtl="0" eaLnBrk="1" latinLnBrk="0" hangingPunct="1">
              <a:spcBef>
                <a:spcPts val="0"/>
              </a:spcBef>
              <a:spcAft>
                <a:spcPts val="0"/>
              </a:spcAft>
              <a:buClr>
                <a:schemeClr val="bg2"/>
              </a:buClr>
              <a:buSzPct val="120000"/>
              <a:defRPr lang="en-US" sz="19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9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9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9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900" b="0" kern="1200" baseline="0" dirty="0" smtClean="0">
                <a:solidFill>
                  <a:schemeClr val="tx1"/>
                </a:solidFill>
                <a:latin typeface="Arial" pitchFamily="34" charset="0"/>
                <a:ea typeface="+mn-ea"/>
                <a:cs typeface="Arial" pitchFamily="34" charset="0"/>
              </a:defRPr>
            </a:lvl5pPr>
            <a:lvl6pPr marL="1527646" indent="-304175">
              <a:spcBef>
                <a:spcPts val="0"/>
              </a:spcBef>
              <a:spcAft>
                <a:spcPts val="0"/>
              </a:spcAft>
              <a:buClr>
                <a:schemeClr val="tx2"/>
              </a:buClr>
              <a:buSzPct val="70000"/>
              <a:buFont typeface="Wingdings" pitchFamily="2" charset="2"/>
              <a:buChar char="§"/>
              <a:defRPr lang="en-US" sz="1900" kern="1200" dirty="0" smtClean="0">
                <a:solidFill>
                  <a:schemeClr val="tx1"/>
                </a:solidFill>
                <a:latin typeface="Arial" pitchFamily="34" charset="0"/>
                <a:ea typeface="+mn-ea"/>
                <a:cs typeface="Arial" pitchFamily="34" charset="0"/>
              </a:defRPr>
            </a:lvl6pPr>
            <a:lvl7pPr marL="1825069" indent="-290662">
              <a:spcBef>
                <a:spcPts val="0"/>
              </a:spcBef>
              <a:spcAft>
                <a:spcPts val="0"/>
              </a:spcAft>
              <a:buClr>
                <a:schemeClr val="tx2"/>
              </a:buClr>
              <a:buSzPct val="70000"/>
              <a:buFont typeface="Arial" pitchFamily="34" charset="0"/>
              <a:buChar char="–"/>
              <a:defRPr sz="1900" baseline="0">
                <a:solidFill>
                  <a:schemeClr val="tx1"/>
                </a:solidFill>
                <a:latin typeface="+mn-lt"/>
                <a:cs typeface="Arial" pitchFamily="34" charset="0"/>
              </a:defRPr>
            </a:lvl7pPr>
            <a:lvl8pPr marL="1703388" indent="-243345">
              <a:spcBef>
                <a:spcPts val="0"/>
              </a:spcBef>
              <a:spcAft>
                <a:spcPts val="0"/>
              </a:spcAft>
              <a:buSzPct val="70000"/>
              <a:defRPr sz="1900" baseline="0">
                <a:latin typeface="Arial" pitchFamily="34" charset="0"/>
                <a:cs typeface="Arial" pitchFamily="34" charset="0"/>
              </a:defRPr>
            </a:lvl8pPr>
            <a:lvl9pPr marL="1941679" indent="-238273">
              <a:spcBef>
                <a:spcPts val="0"/>
              </a:spcBef>
              <a:spcAft>
                <a:spcPts val="0"/>
              </a:spcAft>
              <a:buSzPct val="70000"/>
              <a:buFont typeface="Arial" pitchFamily="34" charset="0"/>
              <a:buChar char="–"/>
              <a:defRPr sz="1900">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Tree>
    <p:extLst>
      <p:ext uri="{BB962C8B-B14F-4D97-AF65-F5344CB8AC3E}">
        <p14:creationId xmlns:p14="http://schemas.microsoft.com/office/powerpoint/2010/main" val="1177671695"/>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6" y="1972134"/>
            <a:ext cx="5435592" cy="4163390"/>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49091" y="1972186"/>
            <a:ext cx="5126679" cy="1538883"/>
          </a:xfrm>
          <a:ln>
            <a:noFill/>
          </a:ln>
        </p:spPr>
        <p:txBody>
          <a:bodyPr wrap="square" lIns="0" tIns="0" rIns="0" bIns="0">
            <a:spAutoFit/>
          </a:bodyPr>
          <a:lstStyle>
            <a:lvl1pPr>
              <a:spcBef>
                <a:spcPts val="0"/>
              </a:spcBef>
              <a:spcAft>
                <a:spcPts val="0"/>
              </a:spcAft>
              <a:defRPr lang="en-US" sz="20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mn-lt"/>
                <a:ea typeface="+mn-ea"/>
                <a:cs typeface="Arial" pitchFamily="34" charset="0"/>
              </a:defRPr>
            </a:lvl2pPr>
            <a:lvl3pPr>
              <a:spcBef>
                <a:spcPts val="0"/>
              </a:spcBef>
              <a:spcAft>
                <a:spcPts val="0"/>
              </a:spcAft>
              <a:defRPr lang="en-US" sz="20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0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000" b="0" kern="1200" baseline="0" dirty="0" smtClean="0">
                <a:solidFill>
                  <a:schemeClr val="tx1"/>
                </a:solidFill>
                <a:latin typeface="Arial" pitchFamily="34" charset="0"/>
                <a:ea typeface="+mn-ea"/>
                <a:cs typeface="Arial" pitchFamily="34" charset="0"/>
              </a:defRPr>
            </a:lvl5pPr>
            <a:lvl6pPr marL="1356989" indent="-277055">
              <a:spcBef>
                <a:spcPts val="0"/>
              </a:spcBef>
              <a:spcAft>
                <a:spcPts val="0"/>
              </a:spcAft>
              <a:buSzPct val="70000"/>
              <a:defRPr lang="en-US" sz="2000" kern="1200" dirty="0" smtClean="0">
                <a:solidFill>
                  <a:schemeClr val="tx1"/>
                </a:solidFill>
                <a:latin typeface="Arial" pitchFamily="34" charset="0"/>
                <a:ea typeface="+mn-ea"/>
                <a:cs typeface="Arial" pitchFamily="34" charset="0"/>
              </a:defRPr>
            </a:lvl6pPr>
            <a:lvl7pPr marL="1628386" indent="-271392">
              <a:spcBef>
                <a:spcPts val="0"/>
              </a:spcBef>
              <a:spcAft>
                <a:spcPts val="0"/>
              </a:spcAft>
              <a:buSzPct val="70000"/>
              <a:buFont typeface="Arial" pitchFamily="34" charset="0"/>
              <a:buChar char="–"/>
              <a:defRPr sz="2000" baseline="0">
                <a:latin typeface="+mj-lt"/>
              </a:defRPr>
            </a:lvl7pPr>
            <a:lvl8pPr marL="1899787" indent="-271392">
              <a:spcBef>
                <a:spcPts val="0"/>
              </a:spcBef>
              <a:spcAft>
                <a:spcPts val="0"/>
              </a:spcAft>
              <a:buSzPct val="70000"/>
              <a:defRPr sz="2000" baseline="0">
                <a:latin typeface="+mj-lt"/>
              </a:defRPr>
            </a:lvl8pPr>
            <a:lvl9pPr marL="2165536" indent="-265736">
              <a:spcBef>
                <a:spcPts val="0"/>
              </a:spcBef>
              <a:spcAft>
                <a:spcPts val="0"/>
              </a:spcAft>
              <a:buSzPct val="70000"/>
              <a:buFont typeface="Arial" pitchFamily="34" charset="0"/>
              <a:buChar char="–"/>
              <a:defRPr sz="2000">
                <a:latin typeface="+mj-lt"/>
              </a:defRPr>
            </a:lvl9pPr>
          </a:lstStyle>
          <a:p>
            <a:pPr marL="344904" lvl="0" indent="-344904" algn="l" defTabSz="1085595"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78496" lvl="2" indent="-331705" algn="l" defTabSz="1085595"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0202" lvl="3" indent="-331705" algn="l" defTabSz="1085595"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49455" lvl="4" indent="-339250" algn="l" defTabSz="1108214"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3776" lvl="5" indent="-339250" algn="l" defTabSz="1085595"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154" y="727294"/>
            <a:ext cx="10964283"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5595"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06" y="1270800"/>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58148256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cSld name="9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26" y="719303"/>
            <a:ext cx="10962166" cy="46166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000" b="1" kern="1200" dirty="0">
                <a:solidFill>
                  <a:schemeClr val="tx2"/>
                </a:solidFill>
                <a:latin typeface="Arial" pitchFamily="34" charset="0"/>
                <a:ea typeface="+mj-ea"/>
                <a:cs typeface="Arial" pitchFamily="34" charset="0"/>
              </a:defRPr>
            </a:lvl1pPr>
          </a:lstStyle>
          <a:p>
            <a:pPr lvl="0" algn="l" defTabSz="1085595"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6" y="1972186"/>
            <a:ext cx="10962167" cy="1538883"/>
          </a:xfrm>
        </p:spPr>
        <p:txBody>
          <a:bodyPr wrap="square">
            <a:spAutoFit/>
          </a:bodyPr>
          <a:lstStyle>
            <a:lvl1pPr algn="l" rtl="0" eaLnBrk="1" latinLnBrk="0" hangingPunct="1">
              <a:spcBef>
                <a:spcPts val="0"/>
              </a:spcBef>
              <a:spcAft>
                <a:spcPts val="0"/>
              </a:spcAft>
              <a:buClr>
                <a:schemeClr val="bg2"/>
              </a:buClr>
              <a:buSzPct val="120000"/>
              <a:defRPr lang="en-US" sz="20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0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5pPr>
            <a:lvl6pPr marL="1703776" indent="-339250">
              <a:spcBef>
                <a:spcPts val="0"/>
              </a:spcBef>
              <a:spcAft>
                <a:spcPts val="0"/>
              </a:spcAft>
              <a:buClr>
                <a:schemeClr val="tx2"/>
              </a:buClr>
              <a:buSzPct val="70000"/>
              <a:buFont typeface="Wingdings" pitchFamily="2" charset="2"/>
              <a:buChar char="§"/>
              <a:defRPr lang="en-US" sz="2000" kern="1200" dirty="0" smtClean="0">
                <a:solidFill>
                  <a:schemeClr val="tx1"/>
                </a:solidFill>
                <a:latin typeface="Arial" pitchFamily="34" charset="0"/>
                <a:ea typeface="+mn-ea"/>
                <a:cs typeface="Arial" pitchFamily="34" charset="0"/>
              </a:defRPr>
            </a:lvl6pPr>
            <a:lvl7pPr marL="2035482" indent="-324166">
              <a:spcBef>
                <a:spcPts val="0"/>
              </a:spcBef>
              <a:spcAft>
                <a:spcPts val="0"/>
              </a:spcAft>
              <a:buClr>
                <a:schemeClr val="tx2"/>
              </a:buClr>
              <a:buSzPct val="70000"/>
              <a:buFont typeface="Arial" pitchFamily="34" charset="0"/>
              <a:buChar char="–"/>
              <a:defRPr sz="2000" baseline="0">
                <a:solidFill>
                  <a:schemeClr val="tx1"/>
                </a:solidFill>
                <a:latin typeface="+mn-lt"/>
                <a:cs typeface="Arial" pitchFamily="34" charset="0"/>
              </a:defRPr>
            </a:lvl7pPr>
            <a:lvl8pPr marL="1899787" indent="-271392">
              <a:spcBef>
                <a:spcPts val="0"/>
              </a:spcBef>
              <a:spcAft>
                <a:spcPts val="0"/>
              </a:spcAft>
              <a:buSzPct val="70000"/>
              <a:defRPr sz="2000" baseline="0">
                <a:latin typeface="Arial" pitchFamily="34" charset="0"/>
                <a:cs typeface="Arial" pitchFamily="34" charset="0"/>
              </a:defRPr>
            </a:lvl8pPr>
            <a:lvl9pPr marL="2165536" indent="-265736">
              <a:spcBef>
                <a:spcPts val="0"/>
              </a:spcBef>
              <a:spcAft>
                <a:spcPts val="0"/>
              </a:spcAft>
              <a:buSzPct val="70000"/>
              <a:buFont typeface="Arial" pitchFamily="34" charset="0"/>
              <a:buChar char="–"/>
              <a:defRPr sz="2000">
                <a:latin typeface="Arial" pitchFamily="34" charset="0"/>
                <a:cs typeface="Arial" pitchFamily="34" charset="0"/>
              </a:defRPr>
            </a:lvl9pPr>
          </a:lstStyle>
          <a:p>
            <a:pPr marL="344904" lvl="0" indent="-344904" algn="l" defTabSz="1085595"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78496" lvl="2" indent="-331705" algn="l" defTabSz="1085595"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0202" lvl="3" indent="-331705" algn="l" defTabSz="1085595"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49455" lvl="4" indent="-339250" algn="l" defTabSz="1108214"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3776" lvl="5" indent="-339250" algn="l" defTabSz="1085595"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106" y="1146079"/>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0851741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12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53"/>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4630"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86"/>
            <a:ext cx="7205499" cy="169277"/>
          </a:xfrm>
          <a:prstGeom prst="rect">
            <a:avLst/>
          </a:prstGeom>
          <a:noFill/>
          <a:ln w="9525">
            <a:noFill/>
            <a:miter lim="800000"/>
            <a:headEnd/>
            <a:tailEnd/>
          </a:ln>
        </p:spPr>
        <p:txBody>
          <a:bodyPr wrap="none" lIns="0" tIns="0" rIns="0" bIns="0">
            <a:spAutoFit/>
          </a:bodyPr>
          <a:lstStyle/>
          <a:p>
            <a:pPr defTabSz="1084630"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82"/>
            <a:ext cx="299313" cy="184666"/>
          </a:xfrm>
          <a:prstGeom prst="rect">
            <a:avLst/>
          </a:prstGeom>
          <a:noFill/>
          <a:ln w="9525">
            <a:noFill/>
            <a:miter lim="800000"/>
            <a:headEnd/>
            <a:tailEnd/>
          </a:ln>
        </p:spPr>
        <p:txBody>
          <a:bodyPr wrap="none" lIns="0" tIns="0" rIns="0" bIns="0" anchor="ctr">
            <a:spAutoFit/>
          </a:bodyPr>
          <a:lstStyle/>
          <a:p>
            <a:pPr algn="r" defTabSz="1084630" fontAlgn="auto">
              <a:spcBef>
                <a:spcPts val="0"/>
              </a:spcBef>
              <a:spcAft>
                <a:spcPts val="0"/>
              </a:spcAft>
              <a:defRPr/>
            </a:pPr>
            <a:fld id="{6856ECDB-1CEE-4F69-ADCA-557460F2116E}" type="slidenum">
              <a:rPr lang="en-US" sz="1200">
                <a:solidFill>
                  <a:srgbClr val="6D6E71"/>
                </a:solidFill>
                <a:latin typeface="Arial"/>
              </a:rPr>
              <a:pPr algn="r" defTabSz="1084630"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11"/>
            <a:ext cx="3025650" cy="825691"/>
          </a:xfrm>
          <a:prstGeom prst="rect">
            <a:avLst/>
          </a:prstGeom>
        </p:spPr>
      </p:pic>
    </p:spTree>
    <p:extLst>
      <p:ext uri="{BB962C8B-B14F-4D97-AF65-F5344CB8AC3E}">
        <p14:creationId xmlns:p14="http://schemas.microsoft.com/office/powerpoint/2010/main" val="215796423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13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53"/>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4630"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86"/>
            <a:ext cx="7205499" cy="169277"/>
          </a:xfrm>
          <a:prstGeom prst="rect">
            <a:avLst/>
          </a:prstGeom>
          <a:noFill/>
          <a:ln w="9525">
            <a:noFill/>
            <a:miter lim="800000"/>
            <a:headEnd/>
            <a:tailEnd/>
          </a:ln>
        </p:spPr>
        <p:txBody>
          <a:bodyPr wrap="none" lIns="0" tIns="0" rIns="0" bIns="0">
            <a:spAutoFit/>
          </a:bodyPr>
          <a:lstStyle/>
          <a:p>
            <a:pPr defTabSz="1084630"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82"/>
            <a:ext cx="299313" cy="184666"/>
          </a:xfrm>
          <a:prstGeom prst="rect">
            <a:avLst/>
          </a:prstGeom>
          <a:noFill/>
          <a:ln w="9525">
            <a:noFill/>
            <a:miter lim="800000"/>
            <a:headEnd/>
            <a:tailEnd/>
          </a:ln>
        </p:spPr>
        <p:txBody>
          <a:bodyPr wrap="none" lIns="0" tIns="0" rIns="0" bIns="0" anchor="ctr">
            <a:spAutoFit/>
          </a:bodyPr>
          <a:lstStyle/>
          <a:p>
            <a:pPr algn="r" defTabSz="1084630" fontAlgn="auto">
              <a:spcBef>
                <a:spcPts val="0"/>
              </a:spcBef>
              <a:spcAft>
                <a:spcPts val="0"/>
              </a:spcAft>
              <a:defRPr/>
            </a:pPr>
            <a:fld id="{6856ECDB-1CEE-4F69-ADCA-557460F2116E}" type="slidenum">
              <a:rPr lang="en-US" sz="1200">
                <a:solidFill>
                  <a:srgbClr val="6D6E71"/>
                </a:solidFill>
                <a:latin typeface="Arial"/>
              </a:rPr>
              <a:pPr algn="r" defTabSz="1084630"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11"/>
            <a:ext cx="3025650" cy="825691"/>
          </a:xfrm>
          <a:prstGeom prst="rect">
            <a:avLst/>
          </a:prstGeom>
        </p:spPr>
      </p:pic>
    </p:spTree>
    <p:extLst>
      <p:ext uri="{BB962C8B-B14F-4D97-AF65-F5344CB8AC3E}">
        <p14:creationId xmlns:p14="http://schemas.microsoft.com/office/powerpoint/2010/main" val="90175702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14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53"/>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4630"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86"/>
            <a:ext cx="7205499" cy="169277"/>
          </a:xfrm>
          <a:prstGeom prst="rect">
            <a:avLst/>
          </a:prstGeom>
          <a:noFill/>
          <a:ln w="9525">
            <a:noFill/>
            <a:miter lim="800000"/>
            <a:headEnd/>
            <a:tailEnd/>
          </a:ln>
        </p:spPr>
        <p:txBody>
          <a:bodyPr wrap="none" lIns="0" tIns="0" rIns="0" bIns="0">
            <a:spAutoFit/>
          </a:bodyPr>
          <a:lstStyle/>
          <a:p>
            <a:pPr defTabSz="1084630"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82"/>
            <a:ext cx="299313" cy="184666"/>
          </a:xfrm>
          <a:prstGeom prst="rect">
            <a:avLst/>
          </a:prstGeom>
          <a:noFill/>
          <a:ln w="9525">
            <a:noFill/>
            <a:miter lim="800000"/>
            <a:headEnd/>
            <a:tailEnd/>
          </a:ln>
        </p:spPr>
        <p:txBody>
          <a:bodyPr wrap="none" lIns="0" tIns="0" rIns="0" bIns="0" anchor="ctr">
            <a:spAutoFit/>
          </a:bodyPr>
          <a:lstStyle/>
          <a:p>
            <a:pPr algn="r" defTabSz="1084630" fontAlgn="auto">
              <a:spcBef>
                <a:spcPts val="0"/>
              </a:spcBef>
              <a:spcAft>
                <a:spcPts val="0"/>
              </a:spcAft>
              <a:defRPr/>
            </a:pPr>
            <a:fld id="{6856ECDB-1CEE-4F69-ADCA-557460F2116E}" type="slidenum">
              <a:rPr lang="en-US" sz="1200">
                <a:solidFill>
                  <a:srgbClr val="6D6E71"/>
                </a:solidFill>
                <a:latin typeface="Arial"/>
              </a:rPr>
              <a:pPr algn="r" defTabSz="1084630"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11"/>
            <a:ext cx="3025650" cy="825691"/>
          </a:xfrm>
          <a:prstGeom prst="rect">
            <a:avLst/>
          </a:prstGeom>
        </p:spPr>
      </p:pic>
    </p:spTree>
    <p:extLst>
      <p:ext uri="{BB962C8B-B14F-4D97-AF65-F5344CB8AC3E}">
        <p14:creationId xmlns:p14="http://schemas.microsoft.com/office/powerpoint/2010/main" val="76313751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15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53"/>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4630"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86"/>
            <a:ext cx="7205499" cy="169277"/>
          </a:xfrm>
          <a:prstGeom prst="rect">
            <a:avLst/>
          </a:prstGeom>
          <a:noFill/>
          <a:ln w="9525">
            <a:noFill/>
            <a:miter lim="800000"/>
            <a:headEnd/>
            <a:tailEnd/>
          </a:ln>
        </p:spPr>
        <p:txBody>
          <a:bodyPr wrap="none" lIns="0" tIns="0" rIns="0" bIns="0">
            <a:spAutoFit/>
          </a:bodyPr>
          <a:lstStyle/>
          <a:p>
            <a:pPr defTabSz="1084630"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82"/>
            <a:ext cx="299313" cy="184666"/>
          </a:xfrm>
          <a:prstGeom prst="rect">
            <a:avLst/>
          </a:prstGeom>
          <a:noFill/>
          <a:ln w="9525">
            <a:noFill/>
            <a:miter lim="800000"/>
            <a:headEnd/>
            <a:tailEnd/>
          </a:ln>
        </p:spPr>
        <p:txBody>
          <a:bodyPr wrap="none" lIns="0" tIns="0" rIns="0" bIns="0" anchor="ctr">
            <a:spAutoFit/>
          </a:bodyPr>
          <a:lstStyle/>
          <a:p>
            <a:pPr algn="r" defTabSz="1084630" fontAlgn="auto">
              <a:spcBef>
                <a:spcPts val="0"/>
              </a:spcBef>
              <a:spcAft>
                <a:spcPts val="0"/>
              </a:spcAft>
              <a:defRPr/>
            </a:pPr>
            <a:fld id="{6856ECDB-1CEE-4F69-ADCA-557460F2116E}" type="slidenum">
              <a:rPr lang="en-US" sz="1200">
                <a:solidFill>
                  <a:srgbClr val="6D6E71"/>
                </a:solidFill>
                <a:latin typeface="Arial"/>
              </a:rPr>
              <a:pPr algn="r" defTabSz="1084630"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11"/>
            <a:ext cx="3025650" cy="825691"/>
          </a:xfrm>
          <a:prstGeom prst="rect">
            <a:avLst/>
          </a:prstGeom>
        </p:spPr>
      </p:pic>
    </p:spTree>
    <p:extLst>
      <p:ext uri="{BB962C8B-B14F-4D97-AF65-F5344CB8AC3E}">
        <p14:creationId xmlns:p14="http://schemas.microsoft.com/office/powerpoint/2010/main" val="53216679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16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53"/>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4630"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86"/>
            <a:ext cx="7205499" cy="169277"/>
          </a:xfrm>
          <a:prstGeom prst="rect">
            <a:avLst/>
          </a:prstGeom>
          <a:noFill/>
          <a:ln w="9525">
            <a:noFill/>
            <a:miter lim="800000"/>
            <a:headEnd/>
            <a:tailEnd/>
          </a:ln>
        </p:spPr>
        <p:txBody>
          <a:bodyPr wrap="none" lIns="0" tIns="0" rIns="0" bIns="0">
            <a:spAutoFit/>
          </a:bodyPr>
          <a:lstStyle/>
          <a:p>
            <a:pPr defTabSz="1084630"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82"/>
            <a:ext cx="299313" cy="184666"/>
          </a:xfrm>
          <a:prstGeom prst="rect">
            <a:avLst/>
          </a:prstGeom>
          <a:noFill/>
          <a:ln w="9525">
            <a:noFill/>
            <a:miter lim="800000"/>
            <a:headEnd/>
            <a:tailEnd/>
          </a:ln>
        </p:spPr>
        <p:txBody>
          <a:bodyPr wrap="none" lIns="0" tIns="0" rIns="0" bIns="0" anchor="ctr">
            <a:spAutoFit/>
          </a:bodyPr>
          <a:lstStyle/>
          <a:p>
            <a:pPr algn="r" defTabSz="1084630" fontAlgn="auto">
              <a:spcBef>
                <a:spcPts val="0"/>
              </a:spcBef>
              <a:spcAft>
                <a:spcPts val="0"/>
              </a:spcAft>
              <a:defRPr/>
            </a:pPr>
            <a:fld id="{6856ECDB-1CEE-4F69-ADCA-557460F2116E}" type="slidenum">
              <a:rPr lang="en-US" sz="1200">
                <a:solidFill>
                  <a:srgbClr val="6D6E71"/>
                </a:solidFill>
                <a:latin typeface="Arial"/>
              </a:rPr>
              <a:pPr algn="r" defTabSz="1084630"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11"/>
            <a:ext cx="3025650" cy="825691"/>
          </a:xfrm>
          <a:prstGeom prst="rect">
            <a:avLst/>
          </a:prstGeom>
        </p:spPr>
      </p:pic>
    </p:spTree>
    <p:extLst>
      <p:ext uri="{BB962C8B-B14F-4D97-AF65-F5344CB8AC3E}">
        <p14:creationId xmlns:p14="http://schemas.microsoft.com/office/powerpoint/2010/main" val="248888243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17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53"/>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4630"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86"/>
            <a:ext cx="7205499" cy="169277"/>
          </a:xfrm>
          <a:prstGeom prst="rect">
            <a:avLst/>
          </a:prstGeom>
          <a:noFill/>
          <a:ln w="9525">
            <a:noFill/>
            <a:miter lim="800000"/>
            <a:headEnd/>
            <a:tailEnd/>
          </a:ln>
        </p:spPr>
        <p:txBody>
          <a:bodyPr wrap="none" lIns="0" tIns="0" rIns="0" bIns="0">
            <a:spAutoFit/>
          </a:bodyPr>
          <a:lstStyle/>
          <a:p>
            <a:pPr defTabSz="1084630"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82"/>
            <a:ext cx="299313" cy="184666"/>
          </a:xfrm>
          <a:prstGeom prst="rect">
            <a:avLst/>
          </a:prstGeom>
          <a:noFill/>
          <a:ln w="9525">
            <a:noFill/>
            <a:miter lim="800000"/>
            <a:headEnd/>
            <a:tailEnd/>
          </a:ln>
        </p:spPr>
        <p:txBody>
          <a:bodyPr wrap="none" lIns="0" tIns="0" rIns="0" bIns="0" anchor="ctr">
            <a:spAutoFit/>
          </a:bodyPr>
          <a:lstStyle/>
          <a:p>
            <a:pPr algn="r" defTabSz="1084630" fontAlgn="auto">
              <a:spcBef>
                <a:spcPts val="0"/>
              </a:spcBef>
              <a:spcAft>
                <a:spcPts val="0"/>
              </a:spcAft>
              <a:defRPr/>
            </a:pPr>
            <a:fld id="{6856ECDB-1CEE-4F69-ADCA-557460F2116E}" type="slidenum">
              <a:rPr lang="en-US" sz="1200">
                <a:solidFill>
                  <a:srgbClr val="6D6E71"/>
                </a:solidFill>
                <a:latin typeface="Arial"/>
              </a:rPr>
              <a:pPr algn="r" defTabSz="1084630"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11"/>
            <a:ext cx="3025650" cy="825691"/>
          </a:xfrm>
          <a:prstGeom prst="rect">
            <a:avLst/>
          </a:prstGeom>
        </p:spPr>
      </p:pic>
    </p:spTree>
    <p:extLst>
      <p:ext uri="{BB962C8B-B14F-4D97-AF65-F5344CB8AC3E}">
        <p14:creationId xmlns:p14="http://schemas.microsoft.com/office/powerpoint/2010/main" val="398446974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18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53"/>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4630"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86"/>
            <a:ext cx="7205499" cy="169277"/>
          </a:xfrm>
          <a:prstGeom prst="rect">
            <a:avLst/>
          </a:prstGeom>
          <a:noFill/>
          <a:ln w="9525">
            <a:noFill/>
            <a:miter lim="800000"/>
            <a:headEnd/>
            <a:tailEnd/>
          </a:ln>
        </p:spPr>
        <p:txBody>
          <a:bodyPr wrap="none" lIns="0" tIns="0" rIns="0" bIns="0">
            <a:spAutoFit/>
          </a:bodyPr>
          <a:lstStyle/>
          <a:p>
            <a:pPr defTabSz="1084630"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82"/>
            <a:ext cx="299313" cy="184666"/>
          </a:xfrm>
          <a:prstGeom prst="rect">
            <a:avLst/>
          </a:prstGeom>
          <a:noFill/>
          <a:ln w="9525">
            <a:noFill/>
            <a:miter lim="800000"/>
            <a:headEnd/>
            <a:tailEnd/>
          </a:ln>
        </p:spPr>
        <p:txBody>
          <a:bodyPr wrap="none" lIns="0" tIns="0" rIns="0" bIns="0" anchor="ctr">
            <a:spAutoFit/>
          </a:bodyPr>
          <a:lstStyle/>
          <a:p>
            <a:pPr algn="r" defTabSz="1084630" fontAlgn="auto">
              <a:spcBef>
                <a:spcPts val="0"/>
              </a:spcBef>
              <a:spcAft>
                <a:spcPts val="0"/>
              </a:spcAft>
              <a:defRPr/>
            </a:pPr>
            <a:fld id="{6856ECDB-1CEE-4F69-ADCA-557460F2116E}" type="slidenum">
              <a:rPr lang="en-US" sz="1200">
                <a:solidFill>
                  <a:srgbClr val="6D6E71"/>
                </a:solidFill>
                <a:latin typeface="Arial"/>
              </a:rPr>
              <a:pPr algn="r" defTabSz="1084630"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11"/>
            <a:ext cx="3025650" cy="825691"/>
          </a:xfrm>
          <a:prstGeom prst="rect">
            <a:avLst/>
          </a:prstGeom>
        </p:spPr>
      </p:pic>
    </p:spTree>
    <p:extLst>
      <p:ext uri="{BB962C8B-B14F-4D97-AF65-F5344CB8AC3E}">
        <p14:creationId xmlns:p14="http://schemas.microsoft.com/office/powerpoint/2010/main" val="249513638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8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26" y="719362"/>
            <a:ext cx="10962166"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03827" rtl="0" eaLnBrk="1" fontAlgn="base" latinLnBrk="0" hangingPunct="1">
              <a:spcBef>
                <a:spcPct val="0"/>
              </a:spcBef>
              <a:spcAft>
                <a:spcPct val="0"/>
              </a:spcAft>
              <a:buNone/>
            </a:pPr>
            <a:r>
              <a:rPr lang="en-US"/>
              <a:t>Click to edit Master title style</a:t>
            </a:r>
            <a:endParaRPr lang="en-US" dirty="0"/>
          </a:p>
        </p:txBody>
      </p:sp>
      <p:pic>
        <p:nvPicPr>
          <p:cNvPr id="7" name="Picture 6" descr="Ridge.pd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613" y="11"/>
            <a:ext cx="3025650" cy="825691"/>
          </a:xfrm>
          <a:prstGeom prst="rect">
            <a:avLst/>
          </a:prstGeom>
        </p:spPr>
      </p:pic>
    </p:spTree>
    <p:extLst>
      <p:ext uri="{BB962C8B-B14F-4D97-AF65-F5344CB8AC3E}">
        <p14:creationId xmlns:p14="http://schemas.microsoft.com/office/powerpoint/2010/main" val="315300222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435" y="1818080"/>
            <a:ext cx="9140429" cy="1692771"/>
          </a:xfrm>
        </p:spPr>
        <p:txBody>
          <a:bodyPr anchor="b"/>
          <a:lstStyle>
            <a:lvl1pPr algn="ctr">
              <a:defRPr sz="5500"/>
            </a:lvl1pPr>
          </a:lstStyle>
          <a:p>
            <a:r>
              <a:rPr lang="en-US"/>
              <a:t>Click to edit Master title style</a:t>
            </a:r>
          </a:p>
        </p:txBody>
      </p:sp>
      <p:sp>
        <p:nvSpPr>
          <p:cNvPr id="3" name="Subtitle 2"/>
          <p:cNvSpPr>
            <a:spLocks noGrp="1"/>
          </p:cNvSpPr>
          <p:nvPr>
            <p:ph type="subTitle" idx="1"/>
          </p:nvPr>
        </p:nvSpPr>
        <p:spPr>
          <a:xfrm>
            <a:off x="1523435" y="3602944"/>
            <a:ext cx="9140429" cy="307777"/>
          </a:xfrm>
        </p:spPr>
        <p:txBody>
          <a:bodyPr/>
          <a:lstStyle>
            <a:lvl1pPr marL="0" indent="0" algn="ctr">
              <a:buNone/>
              <a:defRPr sz="2000"/>
            </a:lvl1pPr>
            <a:lvl2pPr marL="407098" indent="0" algn="ctr">
              <a:buNone/>
              <a:defRPr sz="1900"/>
            </a:lvl2pPr>
            <a:lvl3pPr marL="814193" indent="0" algn="ctr">
              <a:buNone/>
              <a:defRPr sz="1500"/>
            </a:lvl3pPr>
            <a:lvl4pPr marL="1221293" indent="0" algn="ctr">
              <a:buNone/>
              <a:defRPr sz="1500"/>
            </a:lvl4pPr>
            <a:lvl5pPr marL="1628386" indent="0" algn="ctr">
              <a:buNone/>
              <a:defRPr sz="1500"/>
            </a:lvl5pPr>
            <a:lvl6pPr marL="2035482" indent="0" algn="ctr">
              <a:buNone/>
              <a:defRPr sz="1500"/>
            </a:lvl6pPr>
            <a:lvl7pPr marL="2442583" indent="0" algn="ctr">
              <a:buNone/>
              <a:defRPr sz="1500"/>
            </a:lvl7pPr>
            <a:lvl8pPr marL="2849678" indent="0" algn="ctr">
              <a:buNone/>
              <a:defRPr sz="1500"/>
            </a:lvl8pPr>
            <a:lvl9pPr marL="3256770" indent="0" algn="ctr">
              <a:buNone/>
              <a:defRPr sz="1500"/>
            </a:lvl9pPr>
          </a:lstStyle>
          <a:p>
            <a:r>
              <a:rPr lang="en-US"/>
              <a:t>Click to edit Master subtitle style</a:t>
            </a:r>
          </a:p>
        </p:txBody>
      </p:sp>
      <p:sp>
        <p:nvSpPr>
          <p:cNvPr id="4" name="Date Placeholder 3"/>
          <p:cNvSpPr>
            <a:spLocks noGrp="1"/>
          </p:cNvSpPr>
          <p:nvPr>
            <p:ph type="dt" sz="half" idx="10"/>
          </p:nvPr>
        </p:nvSpPr>
        <p:spPr>
          <a:xfrm>
            <a:off x="837884" y="6357844"/>
            <a:ext cx="2742129" cy="365210"/>
          </a:xfrm>
          <a:prstGeom prst="rect">
            <a:avLst/>
          </a:prstGeom>
        </p:spPr>
        <p:txBody>
          <a:bodyPr lIns="108558" tIns="54273" rIns="108558" bIns="54273"/>
          <a:lstStyle/>
          <a:p>
            <a:pPr defTabSz="1085595" fontAlgn="auto">
              <a:spcBef>
                <a:spcPts val="0"/>
              </a:spcBef>
              <a:spcAft>
                <a:spcPts val="0"/>
              </a:spcAft>
            </a:pPr>
            <a:fld id="{C02F9569-8E4D-41AE-9766-A3604F84ADF5}" type="datetimeFigureOut">
              <a:rPr lang="en-US" sz="2000" smtClean="0">
                <a:solidFill>
                  <a:prstClr val="black"/>
                </a:solidFill>
                <a:latin typeface="Arial"/>
                <a:cs typeface="+mn-cs"/>
              </a:rPr>
              <a:pPr defTabSz="1085595" fontAlgn="auto">
                <a:spcBef>
                  <a:spcPts val="0"/>
                </a:spcBef>
                <a:spcAft>
                  <a:spcPts val="0"/>
                </a:spcAft>
              </a:pPr>
              <a:t>10/28/2025</a:t>
            </a:fld>
            <a:endParaRPr lang="en-US" sz="2000" dirty="0">
              <a:solidFill>
                <a:prstClr val="black"/>
              </a:solidFill>
              <a:latin typeface="Arial"/>
              <a:cs typeface="+mn-cs"/>
            </a:endParaRPr>
          </a:p>
        </p:txBody>
      </p:sp>
      <p:sp>
        <p:nvSpPr>
          <p:cNvPr id="5" name="Footer Placeholder 4"/>
          <p:cNvSpPr>
            <a:spLocks noGrp="1"/>
          </p:cNvSpPr>
          <p:nvPr>
            <p:ph type="ftr" sz="quarter" idx="11"/>
          </p:nvPr>
        </p:nvSpPr>
        <p:spPr>
          <a:xfrm>
            <a:off x="4037041" y="6357844"/>
            <a:ext cx="4113193" cy="365210"/>
          </a:xfrm>
          <a:prstGeom prst="rect">
            <a:avLst/>
          </a:prstGeom>
        </p:spPr>
        <p:txBody>
          <a:bodyPr lIns="108558" tIns="54273" rIns="108558" bIns="54273"/>
          <a:lstStyle/>
          <a:p>
            <a:pPr defTabSz="1085595" fontAlgn="auto">
              <a:spcBef>
                <a:spcPts val="0"/>
              </a:spcBef>
              <a:spcAft>
                <a:spcPts val="0"/>
              </a:spcAft>
            </a:pPr>
            <a:endParaRPr lang="en-US" sz="2000" dirty="0">
              <a:solidFill>
                <a:prstClr val="black"/>
              </a:solidFill>
              <a:latin typeface="Arial"/>
              <a:cs typeface="+mn-cs"/>
            </a:endParaRPr>
          </a:p>
        </p:txBody>
      </p:sp>
      <p:sp>
        <p:nvSpPr>
          <p:cNvPr id="6" name="Slide Number Placeholder 5"/>
          <p:cNvSpPr>
            <a:spLocks noGrp="1"/>
          </p:cNvSpPr>
          <p:nvPr>
            <p:ph type="sldNum" sz="quarter" idx="12"/>
          </p:nvPr>
        </p:nvSpPr>
        <p:spPr>
          <a:xfrm>
            <a:off x="8607258" y="6357844"/>
            <a:ext cx="2742129" cy="365210"/>
          </a:xfrm>
          <a:prstGeom prst="rect">
            <a:avLst/>
          </a:prstGeom>
        </p:spPr>
        <p:txBody>
          <a:bodyPr lIns="108558" tIns="54273" rIns="108558" bIns="54273"/>
          <a:lstStyle/>
          <a:p>
            <a:pPr defTabSz="1085595" fontAlgn="auto">
              <a:spcBef>
                <a:spcPts val="0"/>
              </a:spcBef>
              <a:spcAft>
                <a:spcPts val="0"/>
              </a:spcAft>
            </a:pPr>
            <a:fld id="{1AC0DE63-F386-450A-9205-EAFF862E7C5E}" type="slidenum">
              <a:rPr lang="en-US" sz="2000" smtClean="0">
                <a:solidFill>
                  <a:prstClr val="black"/>
                </a:solidFill>
                <a:latin typeface="Arial"/>
                <a:cs typeface="+mn-cs"/>
              </a:rPr>
              <a:pPr defTabSz="1085595" fontAlgn="auto">
                <a:spcBef>
                  <a:spcPts val="0"/>
                </a:spcBef>
                <a:spcAft>
                  <a:spcPts val="0"/>
                </a:spcAft>
              </a:pPr>
              <a:t>‹#›</a:t>
            </a:fld>
            <a:endParaRPr lang="en-US" sz="2000" dirty="0">
              <a:solidFill>
                <a:prstClr val="black"/>
              </a:solidFill>
              <a:latin typeface="Arial"/>
              <a:cs typeface="+mn-cs"/>
            </a:endParaRPr>
          </a:p>
        </p:txBody>
      </p:sp>
      <p:pic>
        <p:nvPicPr>
          <p:cNvPr id="7"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0" y="0"/>
            <a:ext cx="12187238" cy="685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descr="ridge4.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1070" y="46"/>
            <a:ext cx="5289698" cy="1732252"/>
          </a:xfrm>
          <a:prstGeom prst="rect">
            <a:avLst/>
          </a:prstGeom>
        </p:spPr>
      </p:pic>
    </p:spTree>
    <p:extLst>
      <p:ext uri="{BB962C8B-B14F-4D97-AF65-F5344CB8AC3E}">
        <p14:creationId xmlns:p14="http://schemas.microsoft.com/office/powerpoint/2010/main" val="325512509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26" y="719352"/>
            <a:ext cx="10962166"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0462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6" y="1972157"/>
            <a:ext cx="10962167" cy="1461939"/>
          </a:xfrm>
        </p:spPr>
        <p:txBody>
          <a:bodyPr wrap="square">
            <a:spAutoFit/>
          </a:bodyPr>
          <a:lstStyle>
            <a:lvl1pPr algn="l" rtl="0" eaLnBrk="1" latinLnBrk="0" hangingPunct="1">
              <a:spcBef>
                <a:spcPts val="0"/>
              </a:spcBef>
              <a:spcAft>
                <a:spcPts val="0"/>
              </a:spcAft>
              <a:buClr>
                <a:schemeClr val="bg2"/>
              </a:buClr>
              <a:buSzPct val="120000"/>
              <a:defRPr lang="en-US" sz="19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9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9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9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900" b="0" kern="1200" baseline="0" dirty="0" smtClean="0">
                <a:solidFill>
                  <a:schemeClr val="tx1"/>
                </a:solidFill>
                <a:latin typeface="Arial" pitchFamily="34" charset="0"/>
                <a:ea typeface="+mn-ea"/>
                <a:cs typeface="Arial" pitchFamily="34" charset="0"/>
              </a:defRPr>
            </a:lvl5pPr>
            <a:lvl6pPr marL="1419757" indent="-282692">
              <a:spcBef>
                <a:spcPts val="0"/>
              </a:spcBef>
              <a:spcAft>
                <a:spcPts val="0"/>
              </a:spcAft>
              <a:buClr>
                <a:schemeClr val="tx2"/>
              </a:buClr>
              <a:buSzPct val="70000"/>
              <a:buFont typeface="Wingdings" pitchFamily="2" charset="2"/>
              <a:buChar char="§"/>
              <a:defRPr lang="en-US" sz="1900" kern="1200" dirty="0" smtClean="0">
                <a:solidFill>
                  <a:schemeClr val="tx1"/>
                </a:solidFill>
                <a:latin typeface="Arial" pitchFamily="34" charset="0"/>
                <a:ea typeface="+mn-ea"/>
                <a:cs typeface="Arial" pitchFamily="34" charset="0"/>
              </a:defRPr>
            </a:lvl6pPr>
            <a:lvl7pPr marL="1696169" indent="-270129">
              <a:spcBef>
                <a:spcPts val="0"/>
              </a:spcBef>
              <a:spcAft>
                <a:spcPts val="0"/>
              </a:spcAft>
              <a:buClr>
                <a:schemeClr val="tx2"/>
              </a:buClr>
              <a:buSzPct val="70000"/>
              <a:buFont typeface="Arial" pitchFamily="34" charset="0"/>
              <a:buChar char="–"/>
              <a:defRPr sz="1900" baseline="0">
                <a:solidFill>
                  <a:schemeClr val="tx1"/>
                </a:solidFill>
                <a:latin typeface="+mn-lt"/>
                <a:cs typeface="Arial" pitchFamily="34" charset="0"/>
              </a:defRPr>
            </a:lvl7pPr>
            <a:lvl8pPr marL="1583089" indent="-226165">
              <a:spcBef>
                <a:spcPts val="0"/>
              </a:spcBef>
              <a:spcAft>
                <a:spcPts val="0"/>
              </a:spcAft>
              <a:buSzPct val="70000"/>
              <a:defRPr sz="1900" baseline="0">
                <a:latin typeface="Arial" pitchFamily="34" charset="0"/>
                <a:cs typeface="Arial" pitchFamily="34" charset="0"/>
              </a:defRPr>
            </a:lvl8pPr>
            <a:lvl9pPr marL="1804532" indent="-221445">
              <a:spcBef>
                <a:spcPts val="0"/>
              </a:spcBef>
              <a:spcAft>
                <a:spcPts val="0"/>
              </a:spcAft>
              <a:buSzPct val="70000"/>
              <a:buFont typeface="Arial" pitchFamily="34" charset="0"/>
              <a:buChar char="–"/>
              <a:defRPr sz="1900">
                <a:latin typeface="Arial" pitchFamily="34" charset="0"/>
                <a:cs typeface="Arial" pitchFamily="34" charset="0"/>
              </a:defRPr>
            </a:lvl9pPr>
          </a:lstStyle>
          <a:p>
            <a:pPr marL="287408" lvl="0" indent="-287408" algn="l" defTabSz="90462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65393" lvl="2" indent="-276413" algn="l" defTabSz="90462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41803" lvl="3" indent="-276413" algn="l" defTabSz="90462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24497" lvl="4" indent="-282692" algn="l" defTabSz="923469"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19757" lvl="5" indent="-282692" algn="l" defTabSz="90462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106" y="1146079"/>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37473123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2_Agenda">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637" y="65"/>
            <a:ext cx="12176659" cy="2378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bwMode="gray">
          <a:xfrm>
            <a:off x="641154" y="727291"/>
            <a:ext cx="10964283"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04623"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06" y="1146079"/>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8" name="Picture 7"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11"/>
            <a:ext cx="3025650" cy="825691"/>
          </a:xfrm>
          <a:prstGeom prst="rect">
            <a:avLst/>
          </a:prstGeom>
        </p:spPr>
      </p:pic>
    </p:spTree>
    <p:extLst>
      <p:ext uri="{BB962C8B-B14F-4D97-AF65-F5344CB8AC3E}">
        <p14:creationId xmlns:p14="http://schemas.microsoft.com/office/powerpoint/2010/main" val="2966346401"/>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21751" y="1527666"/>
            <a:ext cx="8969807"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5595"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821791" y="3370295"/>
            <a:ext cx="9002897" cy="2813591"/>
          </a:xfrm>
          <a:prstGeom prst="rect">
            <a:avLst/>
          </a:prstGeom>
          <a:noFill/>
          <a:ln w="9525">
            <a:noFill/>
            <a:miter lim="800000"/>
            <a:headEnd/>
            <a:tailEnd/>
          </a:ln>
        </p:spPr>
        <p:txBody>
          <a:bodyPr wrap="square" lIns="0" tIns="0" rIns="0" bIns="0">
            <a:spAutoFit/>
          </a:bodyPr>
          <a:lstStyle/>
          <a:p>
            <a:pPr algn="just" defTabSz="1085595" fontAlgn="auto">
              <a:spcBef>
                <a:spcPts val="715"/>
              </a:spcBef>
              <a:spcAft>
                <a:spcPts val="0"/>
              </a:spcAft>
            </a:pPr>
            <a:r>
              <a:rPr lang="en-US" sz="1200" b="1" dirty="0">
                <a:solidFill>
                  <a:srgbClr val="6D6E71"/>
                </a:solidFill>
                <a:latin typeface="Arial"/>
              </a:rPr>
              <a:t>Disclaimer </a:t>
            </a:r>
          </a:p>
          <a:p>
            <a:pPr algn="just" defTabSz="1085595" fontAlgn="auto">
              <a:spcBef>
                <a:spcPts val="715"/>
              </a:spcBef>
              <a:spcAft>
                <a:spcPts val="0"/>
              </a:spcAft>
            </a:pPr>
            <a:r>
              <a:rPr lang="en-US" sz="1100" dirty="0">
                <a:solidFill>
                  <a:srgbClr val="6D6E71"/>
                </a:solidFill>
                <a:latin typeface="Arial"/>
              </a:rPr>
              <a:t>Tech Mahindra Limited, herein referred to as Tech Mahindra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 Mahindra or its subsidiaries. Any unauthorized use, disclosure or public dissemination of information contained herein is prohibited. Unless specifically noted, Tech Mahindra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 Mahindra. Information contained in a presentation hosted or promoted by Tech Mahindra is provided “as is” without warranty of any kind, either expressed or implied, including any warranty of merchantability or fitness for a particular purpose. Tech Mahindra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21778" y="2140713"/>
            <a:ext cx="8975995" cy="307777"/>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1085595" rtl="0" eaLnBrk="1" fontAlgn="base" latinLnBrk="0" hangingPunct="1">
              <a:spcBef>
                <a:spcPts val="0"/>
              </a:spcBef>
              <a:spcAft>
                <a:spcPct val="0"/>
              </a:spcAft>
              <a:buClr>
                <a:schemeClr val="tx2"/>
              </a:buClr>
              <a:buFont typeface="Arial" pitchFamily="34" charset="0"/>
              <a:buNone/>
              <a:defRPr lang="en-US" sz="20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683144303"/>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2"/>
                </a:solidFill>
              </a:defRPr>
            </a:lvl1pPr>
          </a:lstStyle>
          <a:p>
            <a:r>
              <a:rPr lang="en-US" dirty="0"/>
              <a:t>Click to edit Master title style</a:t>
            </a:r>
          </a:p>
        </p:txBody>
      </p:sp>
      <p:sp>
        <p:nvSpPr>
          <p:cNvPr id="3" name="Text Placeholder 4"/>
          <p:cNvSpPr>
            <a:spLocks noGrp="1"/>
          </p:cNvSpPr>
          <p:nvPr>
            <p:ph type="body" sz="quarter" idx="10" hasCustomPrompt="1"/>
          </p:nvPr>
        </p:nvSpPr>
        <p:spPr>
          <a:xfrm>
            <a:off x="403759" y="1465894"/>
            <a:ext cx="11387826" cy="2046714"/>
          </a:xfrm>
        </p:spPr>
        <p:txBody>
          <a:bodyPr wrap="square">
            <a:spAutoFit/>
          </a:bodyPr>
          <a:lstStyle>
            <a:lvl1pPr>
              <a:spcBef>
                <a:spcPts val="0"/>
              </a:spcBef>
              <a:spcAft>
                <a:spcPts val="0"/>
              </a:spcAft>
              <a:defRPr sz="1900">
                <a:latin typeface="Arial" pitchFamily="34" charset="0"/>
                <a:cs typeface="Arial" pitchFamily="34" charset="0"/>
              </a:defRPr>
            </a:lvl1pPr>
            <a:lvl2pPr>
              <a:spcBef>
                <a:spcPts val="0"/>
              </a:spcBef>
              <a:spcAft>
                <a:spcPts val="0"/>
              </a:spcAft>
              <a:defRPr sz="1900">
                <a:latin typeface="Arial" pitchFamily="34" charset="0"/>
                <a:cs typeface="Arial" pitchFamily="34" charset="0"/>
              </a:defRPr>
            </a:lvl2pPr>
            <a:lvl3pPr>
              <a:spcBef>
                <a:spcPts val="0"/>
              </a:spcBef>
              <a:spcAft>
                <a:spcPts val="0"/>
              </a:spcAft>
              <a:defRPr sz="1900">
                <a:latin typeface="Arial" pitchFamily="34" charset="0"/>
                <a:cs typeface="Arial" pitchFamily="34" charset="0"/>
              </a:defRPr>
            </a:lvl3pPr>
            <a:lvl4pPr>
              <a:spcBef>
                <a:spcPts val="0"/>
              </a:spcBef>
              <a:spcAft>
                <a:spcPts val="0"/>
              </a:spcAft>
              <a:defRPr sz="1900">
                <a:latin typeface="Arial" pitchFamily="34" charset="0"/>
                <a:cs typeface="Arial" pitchFamily="34" charset="0"/>
              </a:defRPr>
            </a:lvl4pPr>
            <a:lvl5pPr>
              <a:spcBef>
                <a:spcPts val="0"/>
              </a:spcBef>
              <a:spcAft>
                <a:spcPts val="0"/>
              </a:spcAft>
              <a:defRPr sz="1900">
                <a:latin typeface="Arial" pitchFamily="34" charset="0"/>
                <a:cs typeface="Arial" pitchFamily="34" charset="0"/>
              </a:defRPr>
            </a:lvl5pPr>
            <a:lvl6pPr marL="1419757" indent="-282692">
              <a:spcBef>
                <a:spcPts val="0"/>
              </a:spcBef>
              <a:spcAft>
                <a:spcPts val="0"/>
              </a:spcAft>
              <a:buClr>
                <a:schemeClr val="tx2"/>
              </a:buClr>
              <a:buSzPct val="70000"/>
              <a:buFont typeface="Wingdings" pitchFamily="2" charset="2"/>
              <a:buChar char="§"/>
              <a:defRPr sz="1900">
                <a:latin typeface="Arial" pitchFamily="34" charset="0"/>
                <a:cs typeface="Arial" pitchFamily="34" charset="0"/>
              </a:defRPr>
            </a:lvl6pPr>
            <a:lvl7pPr marL="1696169" indent="-270129">
              <a:spcBef>
                <a:spcPts val="0"/>
              </a:spcBef>
              <a:spcAft>
                <a:spcPts val="0"/>
              </a:spcAft>
              <a:buClr>
                <a:srgbClr val="C00000"/>
              </a:buClr>
              <a:buSzPct val="70000"/>
              <a:buFont typeface="Arial" pitchFamily="34" charset="0"/>
              <a:buChar char="–"/>
              <a:defRPr sz="1900" baseline="0">
                <a:latin typeface="Arial" pitchFamily="34" charset="0"/>
                <a:cs typeface="Arial" pitchFamily="34" charset="0"/>
              </a:defRPr>
            </a:lvl7pPr>
            <a:lvl8pPr marL="1583089" indent="-226165">
              <a:spcBef>
                <a:spcPts val="0"/>
              </a:spcBef>
              <a:spcAft>
                <a:spcPts val="0"/>
              </a:spcAft>
              <a:buSzPct val="70000"/>
              <a:defRPr sz="1900" baseline="0">
                <a:latin typeface="Arial" pitchFamily="34" charset="0"/>
                <a:cs typeface="Arial" pitchFamily="34" charset="0"/>
              </a:defRPr>
            </a:lvl8pPr>
            <a:lvl9pPr marL="1804532" indent="-221445">
              <a:spcBef>
                <a:spcPts val="0"/>
              </a:spcBef>
              <a:spcAft>
                <a:spcPts val="0"/>
              </a:spcAft>
              <a:buSzPct val="70000"/>
              <a:buFont typeface="Arial" pitchFamily="34" charset="0"/>
              <a:buChar char="–"/>
              <a:defRPr sz="1900">
                <a:latin typeface="Arial" pitchFamily="34" charset="0"/>
                <a:cs typeface="Arial" pitchFamily="34" charset="0"/>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 </a:t>
            </a:r>
          </a:p>
        </p:txBody>
      </p:sp>
    </p:spTree>
    <p:extLst>
      <p:ext uri="{BB962C8B-B14F-4D97-AF65-F5344CB8AC3E}">
        <p14:creationId xmlns:p14="http://schemas.microsoft.com/office/powerpoint/2010/main" val="1978826019"/>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45664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9" name="Picture 8"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70" y="2"/>
            <a:ext cx="5289698" cy="1924724"/>
          </a:xfrm>
          <a:prstGeom prst="rect">
            <a:avLst/>
          </a:prstGeom>
        </p:spPr>
      </p:pic>
      <p:sp>
        <p:nvSpPr>
          <p:cNvPr id="11" name="Slide Number Placeholder 5"/>
          <p:cNvSpPr txBox="1">
            <a:spLocks/>
          </p:cNvSpPr>
          <p:nvPr userDrawn="1"/>
        </p:nvSpPr>
        <p:spPr bwMode="auto">
          <a:xfrm>
            <a:off x="11668770" y="8831054"/>
            <a:ext cx="299313" cy="184666"/>
          </a:xfrm>
          <a:prstGeom prst="rect">
            <a:avLst/>
          </a:prstGeom>
          <a:noFill/>
          <a:ln w="9525">
            <a:noFill/>
            <a:miter lim="800000"/>
            <a:headEnd/>
            <a:tailEnd/>
          </a:ln>
        </p:spPr>
        <p:txBody>
          <a:bodyPr wrap="none" lIns="0" tIns="0" rIns="0" bIns="0" anchor="ctr">
            <a:spAutoFit/>
          </a:bodyPr>
          <a:lstStyle/>
          <a:p>
            <a:pPr algn="r" defTabSz="1215982" fontAlgn="auto">
              <a:spcBef>
                <a:spcPts val="0"/>
              </a:spcBef>
              <a:spcAft>
                <a:spcPts val="0"/>
              </a:spcAft>
              <a:defRPr/>
            </a:pPr>
            <a:fld id="{6856ECDB-1CEE-4F69-ADCA-557460F2116E}" type="slidenum">
              <a:rPr lang="en-US" sz="1200" smtClean="0">
                <a:solidFill>
                  <a:srgbClr val="6D6E71"/>
                </a:solidFill>
              </a:rPr>
              <a:pPr algn="r" defTabSz="1215982" fontAlgn="auto">
                <a:spcBef>
                  <a:spcPts val="0"/>
                </a:spcBef>
                <a:spcAft>
                  <a:spcPts val="0"/>
                </a:spcAft>
                <a:defRPr/>
              </a:pPr>
              <a:t>‹#›</a:t>
            </a:fld>
            <a:endParaRPr lang="en-US" sz="1200" dirty="0">
              <a:solidFill>
                <a:srgbClr val="6D6E71"/>
              </a:solidFill>
            </a:endParaRPr>
          </a:p>
        </p:txBody>
      </p:sp>
      <p:pic>
        <p:nvPicPr>
          <p:cNvPr id="12" name="Picture 11"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9343549" y="635675"/>
            <a:ext cx="2261834" cy="624991"/>
          </a:xfrm>
          <a:prstGeom prst="rect">
            <a:avLst/>
          </a:prstGeom>
        </p:spPr>
      </p:pic>
    </p:spTree>
    <p:extLst>
      <p:ext uri="{BB962C8B-B14F-4D97-AF65-F5344CB8AC3E}">
        <p14:creationId xmlns:p14="http://schemas.microsoft.com/office/powerpoint/2010/main" val="1068161771"/>
      </p:ext>
    </p:extLst>
  </p:cSld>
  <p:clrMapOvr>
    <a:masterClrMapping/>
  </p:clrMapOvr>
  <p:transition spd="slow">
    <p:wip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35340" y="4054689"/>
            <a:ext cx="7346195" cy="277063"/>
          </a:xfrm>
        </p:spPr>
        <p:txBody>
          <a:bodyPr anchor="b" anchorCtr="0">
            <a:noAutofit/>
          </a:bodyPr>
          <a:lstStyle>
            <a:lvl1pPr marL="0" indent="0" algn="l">
              <a:buNone/>
              <a:defRPr b="1">
                <a:solidFill>
                  <a:schemeClr val="tx2"/>
                </a:solidFill>
                <a:latin typeface="Arial" pitchFamily="34" charset="0"/>
                <a:cs typeface="Arial" pitchFamily="34" charset="0"/>
              </a:defRPr>
            </a:lvl1pPr>
            <a:lvl2pPr marL="607990" indent="0" algn="ctr">
              <a:buNone/>
              <a:defRPr>
                <a:solidFill>
                  <a:schemeClr val="tx1">
                    <a:tint val="75000"/>
                  </a:schemeClr>
                </a:solidFill>
              </a:defRPr>
            </a:lvl2pPr>
            <a:lvl3pPr marL="1215982" indent="0" algn="ctr">
              <a:buNone/>
              <a:defRPr>
                <a:solidFill>
                  <a:schemeClr val="tx1">
                    <a:tint val="75000"/>
                  </a:schemeClr>
                </a:solidFill>
              </a:defRPr>
            </a:lvl3pPr>
            <a:lvl4pPr marL="1823974" indent="0" algn="ctr">
              <a:buNone/>
              <a:defRPr>
                <a:solidFill>
                  <a:schemeClr val="tx1">
                    <a:tint val="75000"/>
                  </a:schemeClr>
                </a:solidFill>
              </a:defRPr>
            </a:lvl4pPr>
            <a:lvl5pPr marL="2431963" indent="0" algn="ctr">
              <a:buNone/>
              <a:defRPr>
                <a:solidFill>
                  <a:schemeClr val="tx1">
                    <a:tint val="75000"/>
                  </a:schemeClr>
                </a:solidFill>
              </a:defRPr>
            </a:lvl5pPr>
            <a:lvl6pPr marL="3039960" indent="0" algn="ctr">
              <a:buNone/>
              <a:defRPr>
                <a:solidFill>
                  <a:schemeClr val="tx1">
                    <a:tint val="75000"/>
                  </a:schemeClr>
                </a:solidFill>
              </a:defRPr>
            </a:lvl6pPr>
            <a:lvl7pPr marL="3647946" indent="0" algn="ctr">
              <a:buNone/>
              <a:defRPr>
                <a:solidFill>
                  <a:schemeClr val="tx1">
                    <a:tint val="75000"/>
                  </a:schemeClr>
                </a:solidFill>
              </a:defRPr>
            </a:lvl7pPr>
            <a:lvl8pPr marL="4255939" indent="0" algn="ctr">
              <a:buNone/>
              <a:defRPr>
                <a:solidFill>
                  <a:schemeClr val="tx1">
                    <a:tint val="75000"/>
                  </a:schemeClr>
                </a:solidFill>
              </a:defRPr>
            </a:lvl8pPr>
            <a:lvl9pPr marL="4863931"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35340" y="2184932"/>
            <a:ext cx="7346195" cy="1692771"/>
          </a:xfrm>
        </p:spPr>
        <p:txBody>
          <a:bodyPr wrap="square">
            <a:spAutoFit/>
          </a:bodyPr>
          <a:lstStyle>
            <a:lvl1pPr algn="l">
              <a:defRPr sz="5500" b="1">
                <a:solidFill>
                  <a:schemeClr val="bg2"/>
                </a:solidFill>
                <a:latin typeface="Arial" pitchFamily="34" charset="0"/>
                <a:cs typeface="Arial" pitchFamily="34" charset="0"/>
              </a:defRPr>
            </a:lvl1pPr>
          </a:lstStyle>
          <a:p>
            <a:r>
              <a:rPr lang="en-US" dirty="0"/>
              <a:t>Click to Edit Master Title Style</a:t>
            </a:r>
          </a:p>
        </p:txBody>
      </p:sp>
      <p:pic>
        <p:nvPicPr>
          <p:cNvPr id="6" name="Picture 5"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70" y="2"/>
            <a:ext cx="5289698" cy="1924724"/>
          </a:xfrm>
          <a:prstGeom prst="rect">
            <a:avLst/>
          </a:prstGeom>
        </p:spPr>
      </p:pic>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9343549" y="635675"/>
            <a:ext cx="2261834" cy="624991"/>
          </a:xfrm>
          <a:prstGeom prst="rect">
            <a:avLst/>
          </a:prstGeom>
        </p:spPr>
      </p:pic>
    </p:spTree>
    <p:extLst>
      <p:ext uri="{BB962C8B-B14F-4D97-AF65-F5344CB8AC3E}">
        <p14:creationId xmlns:p14="http://schemas.microsoft.com/office/powerpoint/2010/main" val="4173204495"/>
      </p:ext>
    </p:extLst>
  </p:cSld>
  <p:clrMapOvr>
    <a:masterClrMapping/>
  </p:clrMapOvr>
  <p:transition spd="slow">
    <p:wip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641106" y="1600598"/>
            <a:ext cx="10962167" cy="1846659"/>
          </a:xfrm>
        </p:spPr>
        <p:txBody>
          <a:bodyPr wrap="square">
            <a:spAutoFit/>
          </a:bodyPr>
          <a:lstStyle>
            <a:lvl1pPr algn="l" rtl="0" eaLnBrk="1" latinLnBrk="0" hangingPunct="1">
              <a:spcBef>
                <a:spcPts val="0"/>
              </a:spcBef>
              <a:spcAft>
                <a:spcPts val="0"/>
              </a:spcAft>
              <a:buClr>
                <a:schemeClr val="bg2"/>
              </a:buClr>
              <a:buSzPct val="120000"/>
              <a:defRPr lang="en-US" sz="24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908417" indent="-379994">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2279967" indent="-363104">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27974" indent="-303994">
              <a:spcBef>
                <a:spcPts val="0"/>
              </a:spcBef>
              <a:spcAft>
                <a:spcPts val="0"/>
              </a:spcAft>
              <a:buSzPct val="70000"/>
              <a:defRPr sz="2400" baseline="0">
                <a:latin typeface="Arial" pitchFamily="34" charset="0"/>
                <a:cs typeface="Arial" pitchFamily="34" charset="0"/>
              </a:defRPr>
            </a:lvl8pPr>
            <a:lvl9pPr marL="2425628" indent="-297663">
              <a:spcBef>
                <a:spcPts val="0"/>
              </a:spcBef>
              <a:spcAft>
                <a:spcPts val="0"/>
              </a:spcAft>
              <a:buSzPct val="70000"/>
              <a:buFont typeface="Arial" pitchFamily="34" charset="0"/>
              <a:buChar char="–"/>
              <a:defRPr sz="2400">
                <a:latin typeface="Arial" pitchFamily="34" charset="0"/>
                <a:cs typeface="Arial" pitchFamily="34" charset="0"/>
              </a:defRPr>
            </a:lvl9pPr>
          </a:lstStyle>
          <a:p>
            <a:pPr marL="386328" lvl="0" indent="-386328" algn="l" defTabSz="121598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59989" lvl="2" indent="-371549" algn="l" defTabSz="121598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1539" lvl="3" indent="-371549" algn="l" defTabSz="121598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1534" lvl="4" indent="-379994" algn="l" defTabSz="124131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08417" lvl="5" indent="-379994" algn="l" defTabSz="1215982" rtl="0" eaLnBrk="1" latinLnBrk="0" hangingPunct="1">
              <a:spcBef>
                <a:spcPts val="0"/>
              </a:spcBef>
              <a:spcAft>
                <a:spcPts val="0"/>
              </a:spcAft>
              <a:buClr>
                <a:schemeClr val="bg2"/>
              </a:buClr>
              <a:buSzPct val="60000"/>
              <a:buFont typeface="Wingdings" pitchFamily="2" charset="2"/>
              <a:buChar char="§"/>
            </a:pPr>
            <a:r>
              <a:rPr lang="en-US" dirty="0"/>
              <a:t>Fifth level</a:t>
            </a:r>
          </a:p>
        </p:txBody>
      </p:sp>
      <p:pic>
        <p:nvPicPr>
          <p:cNvPr id="5" name="Picture 4" descr="Mahindra Logo.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10324590" y="54652"/>
            <a:ext cx="1737848" cy="480203"/>
          </a:xfrm>
          <a:prstGeom prst="rect">
            <a:avLst/>
          </a:prstGeom>
        </p:spPr>
      </p:pic>
      <p:sp>
        <p:nvSpPr>
          <p:cNvPr id="6" name="Title Placeholder 1"/>
          <p:cNvSpPr>
            <a:spLocks noGrp="1"/>
          </p:cNvSpPr>
          <p:nvPr>
            <p:ph type="title"/>
          </p:nvPr>
        </p:nvSpPr>
        <p:spPr>
          <a:xfrm>
            <a:off x="624208" y="889254"/>
            <a:ext cx="10945241" cy="492443"/>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defRPr sz="3200"/>
            </a:lvl1pPr>
          </a:lstStyle>
          <a:p>
            <a:pPr lvl="0" algn="l" rtl="0" eaLnBrk="1" fontAlgn="base" hangingPunct="1">
              <a:spcBef>
                <a:spcPct val="0"/>
              </a:spcBef>
              <a:spcAft>
                <a:spcPct val="0"/>
              </a:spcAft>
            </a:pPr>
            <a:r>
              <a:rPr lang="en-US" dirty="0"/>
              <a:t>Click to edit Master title style</a:t>
            </a:r>
          </a:p>
        </p:txBody>
      </p:sp>
    </p:spTree>
    <p:extLst>
      <p:ext uri="{BB962C8B-B14F-4D97-AF65-F5344CB8AC3E}">
        <p14:creationId xmlns:p14="http://schemas.microsoft.com/office/powerpoint/2010/main" val="4142982792"/>
      </p:ext>
    </p:extLst>
  </p:cSld>
  <p:clrMapOvr>
    <a:masterClrMapping/>
  </p:clrMapOvr>
  <p:transition spd="slow">
    <p:wip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30" y="883006"/>
            <a:ext cx="10962166"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1215982" rtl="0" eaLnBrk="1" fontAlgn="base" latinLnBrk="0" hangingPunct="1">
              <a:spcBef>
                <a:spcPct val="0"/>
              </a:spcBef>
              <a:spcAft>
                <a:spcPct val="0"/>
              </a:spcAft>
              <a:buNone/>
            </a:pPr>
            <a:r>
              <a:rPr lang="en-US" dirty="0"/>
              <a:t>Click to edit Master title style</a:t>
            </a:r>
          </a:p>
        </p:txBody>
      </p:sp>
      <p:sp>
        <p:nvSpPr>
          <p:cNvPr id="3" name="Text Placeholder 4"/>
          <p:cNvSpPr>
            <a:spLocks noGrp="1"/>
          </p:cNvSpPr>
          <p:nvPr>
            <p:ph type="body" sz="quarter" idx="10" hasCustomPrompt="1"/>
          </p:nvPr>
        </p:nvSpPr>
        <p:spPr bwMode="gray">
          <a:xfrm>
            <a:off x="641106" y="1972161"/>
            <a:ext cx="10962167" cy="1846659"/>
          </a:xfrm>
        </p:spPr>
        <p:txBody>
          <a:bodyPr wrap="square">
            <a:spAutoFit/>
          </a:bodyPr>
          <a:lstStyle>
            <a:lvl1pPr algn="l" rtl="0" eaLnBrk="1" latinLnBrk="0" hangingPunct="1">
              <a:spcBef>
                <a:spcPts val="0"/>
              </a:spcBef>
              <a:spcAft>
                <a:spcPts val="0"/>
              </a:spcAft>
              <a:buClr>
                <a:schemeClr val="bg2"/>
              </a:buClr>
              <a:buSzPct val="120000"/>
              <a:defRPr lang="en-US" sz="24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908417" indent="-379994">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2279967" indent="-363104">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27974" indent="-303994">
              <a:spcBef>
                <a:spcPts val="0"/>
              </a:spcBef>
              <a:spcAft>
                <a:spcPts val="0"/>
              </a:spcAft>
              <a:buSzPct val="70000"/>
              <a:defRPr sz="2400" baseline="0">
                <a:latin typeface="Arial" pitchFamily="34" charset="0"/>
                <a:cs typeface="Arial" pitchFamily="34" charset="0"/>
              </a:defRPr>
            </a:lvl8pPr>
            <a:lvl9pPr marL="2425628" indent="-297663">
              <a:spcBef>
                <a:spcPts val="0"/>
              </a:spcBef>
              <a:spcAft>
                <a:spcPts val="0"/>
              </a:spcAft>
              <a:buSzPct val="70000"/>
              <a:buFont typeface="Arial" pitchFamily="34" charset="0"/>
              <a:buChar char="–"/>
              <a:defRPr sz="2400">
                <a:latin typeface="Arial" pitchFamily="34" charset="0"/>
                <a:cs typeface="Arial" pitchFamily="34" charset="0"/>
              </a:defRPr>
            </a:lvl9pPr>
          </a:lstStyle>
          <a:p>
            <a:pPr marL="386328" lvl="0" indent="-386328" algn="l" defTabSz="121598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59989" lvl="2" indent="-371549" algn="l" defTabSz="121598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1539" lvl="3" indent="-371549" algn="l" defTabSz="121598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1534" lvl="4" indent="-379994" algn="l" defTabSz="124131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08417" lvl="5" indent="-379994" algn="l" defTabSz="1215982"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userDrawn="1">
            <p:ph type="body" sz="quarter" idx="13"/>
          </p:nvPr>
        </p:nvSpPr>
        <p:spPr bwMode="gray">
          <a:xfrm>
            <a:off x="641106" y="1434421"/>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675025284"/>
      </p:ext>
    </p:extLst>
  </p:cSld>
  <p:clrMapOvr>
    <a:masterClrMapping/>
  </p:clrMapOvr>
  <p:transition spd="slow">
    <p:wip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Large audience">
    <p:spTree>
      <p:nvGrpSpPr>
        <p:cNvPr id="1" name=""/>
        <p:cNvGrpSpPr/>
        <p:nvPr/>
      </p:nvGrpSpPr>
      <p:grpSpPr>
        <a:xfrm>
          <a:off x="0" y="0"/>
          <a:ext cx="0" cy="0"/>
          <a:chOff x="0" y="0"/>
          <a:chExt cx="0" cy="0"/>
        </a:xfrm>
      </p:grpSpPr>
      <p:sp>
        <p:nvSpPr>
          <p:cNvPr id="7" name="Title 1"/>
          <p:cNvSpPr>
            <a:spLocks noGrp="1"/>
          </p:cNvSpPr>
          <p:nvPr>
            <p:ph type="title"/>
          </p:nvPr>
        </p:nvSpPr>
        <p:spPr bwMode="gray">
          <a:xfrm>
            <a:off x="641130" y="883006"/>
            <a:ext cx="10962166"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1215982" rtl="0" eaLnBrk="1" fontAlgn="base" latinLnBrk="0" hangingPunct="1">
              <a:spcBef>
                <a:spcPct val="0"/>
              </a:spcBef>
              <a:spcAft>
                <a:spcPct val="0"/>
              </a:spcAft>
              <a:buNone/>
            </a:pPr>
            <a:r>
              <a:rPr lang="en-US" dirty="0"/>
              <a:t>Click to edit Master title style</a:t>
            </a:r>
          </a:p>
        </p:txBody>
      </p:sp>
      <p:sp>
        <p:nvSpPr>
          <p:cNvPr id="8" name="Text Placeholder 4"/>
          <p:cNvSpPr>
            <a:spLocks noGrp="1"/>
          </p:cNvSpPr>
          <p:nvPr>
            <p:ph type="body" sz="quarter" idx="10" hasCustomPrompt="1"/>
          </p:nvPr>
        </p:nvSpPr>
        <p:spPr bwMode="gray">
          <a:xfrm>
            <a:off x="641106" y="1972161"/>
            <a:ext cx="10962167" cy="1846659"/>
          </a:xfrm>
        </p:spPr>
        <p:txBody>
          <a:bodyPr wrap="square">
            <a:spAutoFit/>
          </a:bodyPr>
          <a:lstStyle>
            <a:lvl1pPr algn="l" rtl="0" eaLnBrk="1" latinLnBrk="0" hangingPunct="1">
              <a:spcBef>
                <a:spcPts val="0"/>
              </a:spcBef>
              <a:spcAft>
                <a:spcPts val="0"/>
              </a:spcAft>
              <a:buClr>
                <a:schemeClr val="bg2"/>
              </a:buClr>
              <a:buSzPct val="120000"/>
              <a:defRPr lang="en-US" sz="24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908417" indent="-379994">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2279967" indent="-363104">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27974" indent="-303994">
              <a:spcBef>
                <a:spcPts val="0"/>
              </a:spcBef>
              <a:spcAft>
                <a:spcPts val="0"/>
              </a:spcAft>
              <a:buSzPct val="70000"/>
              <a:defRPr sz="2400" baseline="0">
                <a:latin typeface="Arial" pitchFamily="34" charset="0"/>
                <a:cs typeface="Arial" pitchFamily="34" charset="0"/>
              </a:defRPr>
            </a:lvl8pPr>
            <a:lvl9pPr marL="2425628" indent="-297663">
              <a:spcBef>
                <a:spcPts val="0"/>
              </a:spcBef>
              <a:spcAft>
                <a:spcPts val="0"/>
              </a:spcAft>
              <a:buSzPct val="70000"/>
              <a:buFont typeface="Arial" pitchFamily="34" charset="0"/>
              <a:buChar char="–"/>
              <a:defRPr sz="2400">
                <a:latin typeface="Arial" pitchFamily="34" charset="0"/>
                <a:cs typeface="Arial" pitchFamily="34" charset="0"/>
              </a:defRPr>
            </a:lvl9pPr>
          </a:lstStyle>
          <a:p>
            <a:pPr marL="386328" lvl="0" indent="-386328" algn="l" defTabSz="121598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59989" lvl="2" indent="-371549" algn="l" defTabSz="121598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1539" lvl="3" indent="-371549" algn="l" defTabSz="121598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1534" lvl="4" indent="-379994" algn="l" defTabSz="124131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08417" lvl="5" indent="-379994" algn="l" defTabSz="1215982"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9" name="Text Placeholder 41"/>
          <p:cNvSpPr>
            <a:spLocks noGrp="1"/>
          </p:cNvSpPr>
          <p:nvPr>
            <p:ph type="body" sz="quarter" idx="13"/>
          </p:nvPr>
        </p:nvSpPr>
        <p:spPr bwMode="gray">
          <a:xfrm>
            <a:off x="641106" y="1434421"/>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241942150"/>
      </p:ext>
    </p:extLst>
  </p:cSld>
  <p:clrMapOvr>
    <a:masterClrMapping/>
  </p:clrMapOvr>
  <p:transition spd="slow">
    <p:wip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6" y="1972183"/>
            <a:ext cx="5435592" cy="4163389"/>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49091" y="1972161"/>
            <a:ext cx="5126679"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19979" indent="-310329">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3974" indent="-303994">
              <a:spcBef>
                <a:spcPts val="0"/>
              </a:spcBef>
              <a:spcAft>
                <a:spcPts val="0"/>
              </a:spcAft>
              <a:buSzPct val="70000"/>
              <a:buFont typeface="Arial" pitchFamily="34" charset="0"/>
              <a:buChar char="–"/>
              <a:defRPr sz="2400" baseline="0">
                <a:latin typeface="+mj-lt"/>
              </a:defRPr>
            </a:lvl7pPr>
            <a:lvl8pPr marL="2127974" indent="-303994">
              <a:spcBef>
                <a:spcPts val="0"/>
              </a:spcBef>
              <a:spcAft>
                <a:spcPts val="0"/>
              </a:spcAft>
              <a:buSzPct val="70000"/>
              <a:defRPr sz="2400" baseline="0">
                <a:latin typeface="+mj-lt"/>
              </a:defRPr>
            </a:lvl8pPr>
            <a:lvl9pPr marL="2425628" indent="-297663">
              <a:spcBef>
                <a:spcPts val="0"/>
              </a:spcBef>
              <a:spcAft>
                <a:spcPts val="0"/>
              </a:spcAft>
              <a:buSzPct val="70000"/>
              <a:buFont typeface="Arial" pitchFamily="34" charset="0"/>
              <a:buChar char="–"/>
              <a:defRPr sz="2400">
                <a:latin typeface="+mj-lt"/>
              </a:defRPr>
            </a:lvl9pPr>
          </a:lstStyle>
          <a:p>
            <a:pPr marL="386328" lvl="0" indent="-386328" algn="l" defTabSz="121598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59989" lvl="2" indent="-371549" algn="l" defTabSz="121598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1539" lvl="3" indent="-371549" algn="l" defTabSz="121598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1534" lvl="4" indent="-379994" algn="l" defTabSz="124131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08417" lvl="5" indent="-379994" algn="l" defTabSz="1215982"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6" name="Title 1"/>
          <p:cNvSpPr>
            <a:spLocks noGrp="1"/>
          </p:cNvSpPr>
          <p:nvPr>
            <p:ph type="title"/>
          </p:nvPr>
        </p:nvSpPr>
        <p:spPr bwMode="gray">
          <a:xfrm>
            <a:off x="641130" y="883006"/>
            <a:ext cx="10962166"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1215982" rtl="0" eaLnBrk="1" fontAlgn="base" latinLnBrk="0" hangingPunct="1">
              <a:spcBef>
                <a:spcPct val="0"/>
              </a:spcBef>
              <a:spcAft>
                <a:spcPct val="0"/>
              </a:spcAft>
              <a:buNone/>
            </a:pPr>
            <a:r>
              <a:rPr lang="en-US" dirty="0"/>
              <a:t>Click to edit Master title style</a:t>
            </a:r>
          </a:p>
        </p:txBody>
      </p:sp>
      <p:sp>
        <p:nvSpPr>
          <p:cNvPr id="8" name="Text Placeholder 41"/>
          <p:cNvSpPr>
            <a:spLocks noGrp="1"/>
          </p:cNvSpPr>
          <p:nvPr>
            <p:ph type="body" sz="quarter" idx="13"/>
          </p:nvPr>
        </p:nvSpPr>
        <p:spPr bwMode="gray">
          <a:xfrm>
            <a:off x="641106" y="1434421"/>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100289768"/>
      </p:ext>
    </p:extLst>
  </p:cSld>
  <p:clrMapOvr>
    <a:masterClrMapping/>
  </p:clrMapOvr>
  <p:transition spd="slow">
    <p:wip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7" name="Subtitle 2"/>
          <p:cNvSpPr>
            <a:spLocks noGrp="1"/>
          </p:cNvSpPr>
          <p:nvPr>
            <p:ph type="subTitle" idx="1" hasCustomPrompt="1"/>
          </p:nvPr>
        </p:nvSpPr>
        <p:spPr bwMode="gray">
          <a:xfrm>
            <a:off x="2452290" y="5424264"/>
            <a:ext cx="7363123" cy="369332"/>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1215982" rtl="0" eaLnBrk="1" fontAlgn="base" latinLnBrk="0" hangingPunct="1">
              <a:spcBef>
                <a:spcPts val="0"/>
              </a:spcBef>
              <a:spcAft>
                <a:spcPct val="0"/>
              </a:spcAft>
              <a:buClr>
                <a:schemeClr val="tx2"/>
              </a:buClr>
              <a:buFont typeface="Arial" pitchFamily="34" charset="0"/>
              <a:buNone/>
              <a:defRPr lang="en-US" sz="2400" b="1" kern="1200" baseline="0" dirty="0">
                <a:solidFill>
                  <a:schemeClr val="tx2"/>
                </a:solidFill>
                <a:latin typeface="Arial" pitchFamily="34" charset="0"/>
                <a:ea typeface="+mn-ea"/>
                <a:cs typeface="Arial" pitchFamily="34" charset="0"/>
              </a:defRPr>
            </a:lvl1pPr>
            <a:lvl2pPr marL="607990" indent="0" algn="ctr">
              <a:buNone/>
              <a:defRPr>
                <a:solidFill>
                  <a:schemeClr val="tx1">
                    <a:tint val="75000"/>
                  </a:schemeClr>
                </a:solidFill>
              </a:defRPr>
            </a:lvl2pPr>
            <a:lvl3pPr marL="1215982" indent="0" algn="ctr">
              <a:buNone/>
              <a:defRPr>
                <a:solidFill>
                  <a:schemeClr val="tx1">
                    <a:tint val="75000"/>
                  </a:schemeClr>
                </a:solidFill>
              </a:defRPr>
            </a:lvl3pPr>
            <a:lvl4pPr marL="1823974" indent="0" algn="ctr">
              <a:buNone/>
              <a:defRPr>
                <a:solidFill>
                  <a:schemeClr val="tx1">
                    <a:tint val="75000"/>
                  </a:schemeClr>
                </a:solidFill>
              </a:defRPr>
            </a:lvl4pPr>
            <a:lvl5pPr marL="2431963" indent="0" algn="ctr">
              <a:buNone/>
              <a:defRPr>
                <a:solidFill>
                  <a:schemeClr val="tx1">
                    <a:tint val="75000"/>
                  </a:schemeClr>
                </a:solidFill>
              </a:defRPr>
            </a:lvl5pPr>
            <a:lvl6pPr marL="3039960" indent="0" algn="ctr">
              <a:buNone/>
              <a:defRPr>
                <a:solidFill>
                  <a:schemeClr val="tx1">
                    <a:tint val="75000"/>
                  </a:schemeClr>
                </a:solidFill>
              </a:defRPr>
            </a:lvl6pPr>
            <a:lvl7pPr marL="3647946" indent="0" algn="ctr">
              <a:buNone/>
              <a:defRPr>
                <a:solidFill>
                  <a:schemeClr val="tx1">
                    <a:tint val="75000"/>
                  </a:schemeClr>
                </a:solidFill>
              </a:defRPr>
            </a:lvl7pPr>
            <a:lvl8pPr marL="4255939" indent="0" algn="ctr">
              <a:buNone/>
              <a:defRPr>
                <a:solidFill>
                  <a:schemeClr val="tx1">
                    <a:tint val="75000"/>
                  </a:schemeClr>
                </a:solidFill>
              </a:defRPr>
            </a:lvl8pPr>
            <a:lvl9pPr marL="4863931" indent="0" algn="ctr">
              <a:buNone/>
              <a:defRPr>
                <a:solidFill>
                  <a:schemeClr val="tx1">
                    <a:tint val="75000"/>
                  </a:schemeClr>
                </a:solidFill>
              </a:defRPr>
            </a:lvl9pPr>
          </a:lstStyle>
          <a:p>
            <a:r>
              <a:rPr lang="en-US" dirty="0"/>
              <a:t>Click to Edit Master Subtitle Style</a:t>
            </a:r>
          </a:p>
        </p:txBody>
      </p:sp>
      <p:sp>
        <p:nvSpPr>
          <p:cNvPr id="8" name="Title 8"/>
          <p:cNvSpPr>
            <a:spLocks noGrp="1"/>
          </p:cNvSpPr>
          <p:nvPr>
            <p:ph type="title" hasCustomPrompt="1"/>
          </p:nvPr>
        </p:nvSpPr>
        <p:spPr bwMode="gray">
          <a:xfrm>
            <a:off x="2452290" y="2934391"/>
            <a:ext cx="7363123" cy="1692771"/>
          </a:xfrm>
          <a:noFill/>
          <a:ln w="9525">
            <a:noFill/>
            <a:miter lim="800000"/>
            <a:headEnd/>
            <a:tailEnd/>
          </a:ln>
        </p:spPr>
        <p:txBody>
          <a:bodyPr vert="horz" wrap="square" lIns="0" tIns="0" rIns="0" bIns="0" numCol="1" anchor="t" anchorCtr="0" compatLnSpc="1">
            <a:prstTxWarp prst="textNoShape">
              <a:avLst/>
            </a:prstTxWarp>
            <a:spAutoFit/>
          </a:bodyPr>
          <a:lstStyle>
            <a:lvl1pPr algn="l" defTabSz="1215982" rtl="0" eaLnBrk="1" latinLnBrk="0" hangingPunct="1">
              <a:spcBef>
                <a:spcPct val="0"/>
              </a:spcBef>
              <a:buNone/>
              <a:defRPr lang="en-US" sz="55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0" name="Picture 9"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3" y="2"/>
            <a:ext cx="4570214" cy="1662930"/>
          </a:xfrm>
          <a:prstGeom prst="rect">
            <a:avLst/>
          </a:prstGeom>
        </p:spPr>
      </p:pic>
      <p:pic>
        <p:nvPicPr>
          <p:cNvPr id="14" name="Picture 13"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9343549" y="635675"/>
            <a:ext cx="2261834" cy="624991"/>
          </a:xfrm>
          <a:prstGeom prst="rect">
            <a:avLst/>
          </a:prstGeom>
        </p:spPr>
      </p:pic>
    </p:spTree>
    <p:extLst>
      <p:ext uri="{BB962C8B-B14F-4D97-AF65-F5344CB8AC3E}">
        <p14:creationId xmlns:p14="http://schemas.microsoft.com/office/powerpoint/2010/main" val="80962961"/>
      </p:ext>
    </p:extLst>
  </p:cSld>
  <p:clrMapOvr>
    <a:masterClrMapping/>
  </p:clrMapOvr>
  <p:transition spd="slow">
    <p:wip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Divider Slide 2">
    <p:spTree>
      <p:nvGrpSpPr>
        <p:cNvPr id="1" name=""/>
        <p:cNvGrpSpPr/>
        <p:nvPr/>
      </p:nvGrpSpPr>
      <p:grpSpPr>
        <a:xfrm>
          <a:off x="0" y="0"/>
          <a:ext cx="0" cy="0"/>
          <a:chOff x="0" y="0"/>
          <a:chExt cx="0" cy="0"/>
        </a:xfrm>
      </p:grpSpPr>
      <p:sp>
        <p:nvSpPr>
          <p:cNvPr id="12" name="Picture Placeholder 22"/>
          <p:cNvSpPr>
            <a:spLocks noGrp="1"/>
          </p:cNvSpPr>
          <p:nvPr>
            <p:ph type="pic" sz="quarter" idx="13"/>
          </p:nvPr>
        </p:nvSpPr>
        <p:spPr bwMode="gray">
          <a:xfrm>
            <a:off x="641100" y="1972178"/>
            <a:ext cx="5467330" cy="4176092"/>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2" name="Subtitle 2"/>
          <p:cNvSpPr>
            <a:spLocks noGrp="1"/>
          </p:cNvSpPr>
          <p:nvPr>
            <p:ph type="subTitle" idx="1" hasCustomPrompt="1"/>
          </p:nvPr>
        </p:nvSpPr>
        <p:spPr bwMode="gray">
          <a:xfrm>
            <a:off x="6565464" y="4204527"/>
            <a:ext cx="5039929" cy="369332"/>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1215982" rtl="0" eaLnBrk="1" fontAlgn="base" latinLnBrk="0" hangingPunct="1">
              <a:spcBef>
                <a:spcPts val="0"/>
              </a:spcBef>
              <a:spcAft>
                <a:spcPct val="0"/>
              </a:spcAft>
              <a:buClr>
                <a:schemeClr val="tx2"/>
              </a:buClr>
              <a:buFont typeface="Arial" pitchFamily="34" charset="0"/>
              <a:buNone/>
              <a:defRPr lang="en-US" sz="2400" b="1" kern="1200" baseline="0" dirty="0">
                <a:solidFill>
                  <a:schemeClr val="tx2"/>
                </a:solidFill>
                <a:latin typeface="Arial" pitchFamily="34" charset="0"/>
                <a:ea typeface="+mn-ea"/>
                <a:cs typeface="Arial" pitchFamily="34" charset="0"/>
              </a:defRPr>
            </a:lvl1pPr>
            <a:lvl2pPr marL="607990" indent="0" algn="ctr">
              <a:buNone/>
              <a:defRPr>
                <a:solidFill>
                  <a:schemeClr val="tx1">
                    <a:tint val="75000"/>
                  </a:schemeClr>
                </a:solidFill>
              </a:defRPr>
            </a:lvl2pPr>
            <a:lvl3pPr marL="1215982" indent="0" algn="ctr">
              <a:buNone/>
              <a:defRPr>
                <a:solidFill>
                  <a:schemeClr val="tx1">
                    <a:tint val="75000"/>
                  </a:schemeClr>
                </a:solidFill>
              </a:defRPr>
            </a:lvl3pPr>
            <a:lvl4pPr marL="1823974" indent="0" algn="ctr">
              <a:buNone/>
              <a:defRPr>
                <a:solidFill>
                  <a:schemeClr val="tx1">
                    <a:tint val="75000"/>
                  </a:schemeClr>
                </a:solidFill>
              </a:defRPr>
            </a:lvl4pPr>
            <a:lvl5pPr marL="2431963" indent="0" algn="ctr">
              <a:buNone/>
              <a:defRPr>
                <a:solidFill>
                  <a:schemeClr val="tx1">
                    <a:tint val="75000"/>
                  </a:schemeClr>
                </a:solidFill>
              </a:defRPr>
            </a:lvl5pPr>
            <a:lvl6pPr marL="3039960" indent="0" algn="ctr">
              <a:buNone/>
              <a:defRPr>
                <a:solidFill>
                  <a:schemeClr val="tx1">
                    <a:tint val="75000"/>
                  </a:schemeClr>
                </a:solidFill>
              </a:defRPr>
            </a:lvl6pPr>
            <a:lvl7pPr marL="3647946" indent="0" algn="ctr">
              <a:buNone/>
              <a:defRPr>
                <a:solidFill>
                  <a:schemeClr val="tx1">
                    <a:tint val="75000"/>
                  </a:schemeClr>
                </a:solidFill>
              </a:defRPr>
            </a:lvl7pPr>
            <a:lvl8pPr marL="4255939" indent="0" algn="ctr">
              <a:buNone/>
              <a:defRPr>
                <a:solidFill>
                  <a:schemeClr val="tx1">
                    <a:tint val="75000"/>
                  </a:schemeClr>
                </a:solidFill>
              </a:defRPr>
            </a:lvl8pPr>
            <a:lvl9pPr marL="4863931" indent="0" algn="ctr">
              <a:buNone/>
              <a:defRPr>
                <a:solidFill>
                  <a:schemeClr val="tx1">
                    <a:tint val="75000"/>
                  </a:schemeClr>
                </a:solidFill>
              </a:defRPr>
            </a:lvl9pPr>
          </a:lstStyle>
          <a:p>
            <a:r>
              <a:rPr lang="en-US" dirty="0"/>
              <a:t>Click to Edit Master Subtitle Style</a:t>
            </a:r>
          </a:p>
        </p:txBody>
      </p:sp>
      <p:sp>
        <p:nvSpPr>
          <p:cNvPr id="23" name="Title 8"/>
          <p:cNvSpPr>
            <a:spLocks noGrp="1"/>
          </p:cNvSpPr>
          <p:nvPr>
            <p:ph type="title" hasCustomPrompt="1"/>
          </p:nvPr>
        </p:nvSpPr>
        <p:spPr bwMode="gray">
          <a:xfrm>
            <a:off x="6565464" y="1972136"/>
            <a:ext cx="5039929" cy="2539157"/>
          </a:xfrm>
          <a:noFill/>
          <a:ln w="9525">
            <a:noFill/>
            <a:miter lim="800000"/>
            <a:headEnd/>
            <a:tailEnd/>
          </a:ln>
        </p:spPr>
        <p:txBody>
          <a:bodyPr vert="horz" wrap="square" lIns="0" tIns="0" rIns="0" bIns="0" numCol="1" anchor="t" anchorCtr="0" compatLnSpc="1">
            <a:prstTxWarp prst="textNoShape">
              <a:avLst/>
            </a:prstTxWarp>
            <a:spAutoFit/>
          </a:bodyPr>
          <a:lstStyle>
            <a:lvl1pPr algn="l" defTabSz="1215982" rtl="0" eaLnBrk="1" latinLnBrk="0" hangingPunct="1">
              <a:spcBef>
                <a:spcPct val="0"/>
              </a:spcBef>
              <a:buNone/>
              <a:defRPr lang="en-US" sz="55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9" name="Picture 8" descr="Mahindra Logo.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9343549" y="635675"/>
            <a:ext cx="2261834" cy="624991"/>
          </a:xfrm>
          <a:prstGeom prst="rect">
            <a:avLst/>
          </a:prstGeom>
        </p:spPr>
      </p:pic>
      <p:pic>
        <p:nvPicPr>
          <p:cNvPr id="13" name="Picture 12" descr="ridge4.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3" y="2"/>
            <a:ext cx="4570214" cy="1662930"/>
          </a:xfrm>
          <a:prstGeom prst="rect">
            <a:avLst/>
          </a:prstGeom>
        </p:spPr>
      </p:pic>
    </p:spTree>
    <p:extLst>
      <p:ext uri="{BB962C8B-B14F-4D97-AF65-F5344CB8AC3E}">
        <p14:creationId xmlns:p14="http://schemas.microsoft.com/office/powerpoint/2010/main" val="2194752211"/>
      </p:ext>
    </p:extLst>
  </p:cSld>
  <p:clrMapOvr>
    <a:masterClrMapping/>
  </p:clrMapOvr>
  <p:transition spd="slow">
    <p:wip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641157" y="2467592"/>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19979" indent="-310329">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3974" indent="-303994">
              <a:spcBef>
                <a:spcPts val="0"/>
              </a:spcBef>
              <a:spcAft>
                <a:spcPts val="0"/>
              </a:spcAft>
              <a:buSzPct val="70000"/>
              <a:buFont typeface="Arial" pitchFamily="34" charset="0"/>
              <a:buChar char="–"/>
              <a:defRPr sz="2400" baseline="0">
                <a:latin typeface="+mj-lt"/>
              </a:defRPr>
            </a:lvl7pPr>
            <a:lvl8pPr marL="2127974" indent="-303994">
              <a:spcBef>
                <a:spcPts val="0"/>
              </a:spcBef>
              <a:spcAft>
                <a:spcPts val="0"/>
              </a:spcAft>
              <a:buSzPct val="70000"/>
              <a:defRPr sz="2400" baseline="0">
                <a:latin typeface="+mj-lt"/>
              </a:defRPr>
            </a:lvl8pPr>
            <a:lvl9pPr marL="2425628" indent="-297663">
              <a:spcBef>
                <a:spcPts val="0"/>
              </a:spcBef>
              <a:spcAft>
                <a:spcPts val="0"/>
              </a:spcAft>
              <a:buSzPct val="70000"/>
              <a:buFont typeface="Arial" pitchFamily="34" charset="0"/>
              <a:buChar char="–"/>
              <a:defRPr sz="2400">
                <a:latin typeface="+mj-lt"/>
              </a:defRPr>
            </a:lvl9pPr>
          </a:lstStyle>
          <a:p>
            <a:pPr marL="386328" lvl="0" indent="-386328" algn="l" defTabSz="121598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59989" lvl="2" indent="-371549" algn="l" defTabSz="121598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1539" lvl="3" indent="-371549" algn="l" defTabSz="121598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1534" lvl="4" indent="-379994" algn="l" defTabSz="124131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08417" lvl="5" indent="-379994" algn="l" defTabSz="1215982"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
          <p:cNvSpPr>
            <a:spLocks noGrp="1"/>
          </p:cNvSpPr>
          <p:nvPr>
            <p:ph type="body" sz="quarter" idx="11" hasCustomPrompt="1"/>
          </p:nvPr>
        </p:nvSpPr>
        <p:spPr bwMode="gray">
          <a:xfrm>
            <a:off x="6362374" y="2467592"/>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19979" indent="-310329">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3974" indent="-303994">
              <a:spcBef>
                <a:spcPts val="0"/>
              </a:spcBef>
              <a:spcAft>
                <a:spcPts val="0"/>
              </a:spcAft>
              <a:buSzPct val="70000"/>
              <a:buFont typeface="Arial" pitchFamily="34" charset="0"/>
              <a:buChar char="–"/>
              <a:defRPr sz="2400" baseline="0">
                <a:latin typeface="+mj-lt"/>
              </a:defRPr>
            </a:lvl7pPr>
            <a:lvl8pPr marL="2127974" indent="-303994">
              <a:spcBef>
                <a:spcPts val="0"/>
              </a:spcBef>
              <a:spcAft>
                <a:spcPts val="0"/>
              </a:spcAft>
              <a:buSzPct val="70000"/>
              <a:defRPr sz="2400" baseline="0">
                <a:latin typeface="+mj-lt"/>
              </a:defRPr>
            </a:lvl8pPr>
            <a:lvl9pPr marL="2425628" indent="-297663">
              <a:spcBef>
                <a:spcPts val="0"/>
              </a:spcBef>
              <a:spcAft>
                <a:spcPts val="0"/>
              </a:spcAft>
              <a:buSzPct val="70000"/>
              <a:buFont typeface="Arial" pitchFamily="34" charset="0"/>
              <a:buChar char="–"/>
              <a:defRPr sz="2400">
                <a:latin typeface="+mj-lt"/>
              </a:defRPr>
            </a:lvl9pPr>
          </a:lstStyle>
          <a:p>
            <a:pPr marL="386328" lvl="0" indent="-386328" algn="l" defTabSz="121598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59989" lvl="2" indent="-371549" algn="l" defTabSz="121598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1539" lvl="3" indent="-371549" algn="l" defTabSz="121598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1534" lvl="4" indent="-379994" algn="l" defTabSz="124131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08417" lvl="5" indent="-379994" algn="l" defTabSz="1215982"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ext Placeholder 4"/>
          <p:cNvSpPr>
            <a:spLocks noGrp="1"/>
          </p:cNvSpPr>
          <p:nvPr>
            <p:ph type="body" sz="quarter" idx="12" hasCustomPrompt="1"/>
          </p:nvPr>
        </p:nvSpPr>
        <p:spPr bwMode="gray">
          <a:xfrm>
            <a:off x="641157" y="1889030"/>
            <a:ext cx="5243050" cy="369332"/>
          </a:xfrm>
          <a:noFill/>
          <a:ln>
            <a:noFill/>
          </a:ln>
        </p:spPr>
        <p:txBody>
          <a:bodyPr wrap="square" lIns="0" tIns="0" rIns="0" bIns="0" anchor="b" anchorCtr="0">
            <a:spAutoFit/>
          </a:bodyPr>
          <a:lstStyle>
            <a:lvl1pPr marL="0" indent="0">
              <a:spcBef>
                <a:spcPts val="0"/>
              </a:spcBef>
              <a:spcAft>
                <a:spcPts val="0"/>
              </a:spcAft>
              <a:buNone/>
              <a:defRPr sz="2400" b="1">
                <a:solidFill>
                  <a:schemeClr val="bg2"/>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19979" indent="-310329">
              <a:spcBef>
                <a:spcPts val="0"/>
              </a:spcBef>
              <a:spcAft>
                <a:spcPts val="0"/>
              </a:spcAft>
              <a:buSzPct val="70000"/>
              <a:defRPr sz="2400">
                <a:latin typeface="+mj-lt"/>
              </a:defRPr>
            </a:lvl6pPr>
            <a:lvl7pPr marL="1823974" indent="-303994">
              <a:spcBef>
                <a:spcPts val="0"/>
              </a:spcBef>
              <a:spcAft>
                <a:spcPts val="0"/>
              </a:spcAft>
              <a:buSzPct val="70000"/>
              <a:buFont typeface="Arial" pitchFamily="34" charset="0"/>
              <a:buChar char="–"/>
              <a:defRPr sz="2400" baseline="0">
                <a:latin typeface="+mj-lt"/>
              </a:defRPr>
            </a:lvl7pPr>
            <a:lvl8pPr marL="2127974" indent="-303994">
              <a:spcBef>
                <a:spcPts val="0"/>
              </a:spcBef>
              <a:spcAft>
                <a:spcPts val="0"/>
              </a:spcAft>
              <a:buSzPct val="70000"/>
              <a:defRPr sz="2400" baseline="0">
                <a:latin typeface="+mj-lt"/>
              </a:defRPr>
            </a:lvl8pPr>
            <a:lvl9pPr marL="2425628" indent="-297663">
              <a:spcBef>
                <a:spcPts val="0"/>
              </a:spcBef>
              <a:spcAft>
                <a:spcPts val="0"/>
              </a:spcAft>
              <a:buSzPct val="70000"/>
              <a:buFont typeface="Arial" pitchFamily="34" charset="0"/>
              <a:buChar char="–"/>
              <a:defRPr sz="2400">
                <a:latin typeface="+mj-lt"/>
              </a:defRPr>
            </a:lvl9pPr>
          </a:lstStyle>
          <a:p>
            <a:pPr lvl="0"/>
            <a:r>
              <a:rPr lang="en-US" dirty="0"/>
              <a:t>Heading 1</a:t>
            </a:r>
          </a:p>
        </p:txBody>
      </p:sp>
      <p:sp>
        <p:nvSpPr>
          <p:cNvPr id="6" name="Text Placeholder 4"/>
          <p:cNvSpPr>
            <a:spLocks noGrp="1"/>
          </p:cNvSpPr>
          <p:nvPr>
            <p:ph type="body" sz="quarter" idx="13" hasCustomPrompt="1"/>
          </p:nvPr>
        </p:nvSpPr>
        <p:spPr bwMode="gray">
          <a:xfrm>
            <a:off x="6362374" y="1889030"/>
            <a:ext cx="5243050" cy="369332"/>
          </a:xfrm>
          <a:noFill/>
          <a:ln>
            <a:noFill/>
          </a:ln>
        </p:spPr>
        <p:txBody>
          <a:bodyPr wrap="square" lIns="0" tIns="0" rIns="0" bIns="0" anchor="b" anchorCtr="0">
            <a:spAutoFit/>
          </a:bodyPr>
          <a:lstStyle>
            <a:lvl1pPr marL="0" indent="0">
              <a:spcBef>
                <a:spcPts val="0"/>
              </a:spcBef>
              <a:spcAft>
                <a:spcPts val="0"/>
              </a:spcAft>
              <a:buNone/>
              <a:defRPr sz="2400" b="1">
                <a:solidFill>
                  <a:schemeClr val="bg2"/>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19979" indent="-310329">
              <a:spcBef>
                <a:spcPts val="0"/>
              </a:spcBef>
              <a:spcAft>
                <a:spcPts val="0"/>
              </a:spcAft>
              <a:buSzPct val="70000"/>
              <a:defRPr sz="2400">
                <a:latin typeface="+mj-lt"/>
              </a:defRPr>
            </a:lvl6pPr>
            <a:lvl7pPr marL="1823974" indent="-303994">
              <a:spcBef>
                <a:spcPts val="0"/>
              </a:spcBef>
              <a:spcAft>
                <a:spcPts val="0"/>
              </a:spcAft>
              <a:buSzPct val="70000"/>
              <a:buFont typeface="Arial" pitchFamily="34" charset="0"/>
              <a:buChar char="–"/>
              <a:defRPr sz="2400" baseline="0">
                <a:latin typeface="+mj-lt"/>
              </a:defRPr>
            </a:lvl7pPr>
            <a:lvl8pPr marL="2127974" indent="-303994">
              <a:spcBef>
                <a:spcPts val="0"/>
              </a:spcBef>
              <a:spcAft>
                <a:spcPts val="0"/>
              </a:spcAft>
              <a:buSzPct val="70000"/>
              <a:defRPr sz="2400" baseline="0">
                <a:latin typeface="+mj-lt"/>
              </a:defRPr>
            </a:lvl8pPr>
            <a:lvl9pPr marL="2425628" indent="-297663">
              <a:spcBef>
                <a:spcPts val="0"/>
              </a:spcBef>
              <a:spcAft>
                <a:spcPts val="0"/>
              </a:spcAft>
              <a:buSzPct val="70000"/>
              <a:buFont typeface="Arial" pitchFamily="34" charset="0"/>
              <a:buChar char="–"/>
              <a:defRPr sz="2400">
                <a:latin typeface="+mj-lt"/>
              </a:defRPr>
            </a:lvl9pPr>
          </a:lstStyle>
          <a:p>
            <a:pPr lvl="0"/>
            <a:r>
              <a:rPr lang="en-US" dirty="0"/>
              <a:t>Heading 2</a:t>
            </a:r>
          </a:p>
        </p:txBody>
      </p:sp>
      <p:cxnSp>
        <p:nvCxnSpPr>
          <p:cNvPr id="8" name="Straight Connector 7"/>
          <p:cNvCxnSpPr/>
          <p:nvPr userDrawn="1"/>
        </p:nvCxnSpPr>
        <p:spPr bwMode="gray">
          <a:xfrm>
            <a:off x="641130" y="2345329"/>
            <a:ext cx="5206833"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bwMode="gray">
          <a:xfrm>
            <a:off x="6362344" y="2345329"/>
            <a:ext cx="5206833"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itle 1"/>
          <p:cNvSpPr>
            <a:spLocks noGrp="1"/>
          </p:cNvSpPr>
          <p:nvPr>
            <p:ph type="title"/>
          </p:nvPr>
        </p:nvSpPr>
        <p:spPr bwMode="gray">
          <a:xfrm>
            <a:off x="641130" y="883006"/>
            <a:ext cx="10962166"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1215982" rtl="0" eaLnBrk="1" fontAlgn="base" latinLnBrk="0" hangingPunct="1">
              <a:spcBef>
                <a:spcPct val="0"/>
              </a:spcBef>
              <a:spcAft>
                <a:spcPct val="0"/>
              </a:spcAft>
              <a:buNone/>
            </a:pPr>
            <a:r>
              <a:rPr lang="en-US" dirty="0"/>
              <a:t>Click to edit Master title style</a:t>
            </a:r>
          </a:p>
        </p:txBody>
      </p:sp>
      <p:sp>
        <p:nvSpPr>
          <p:cNvPr id="12" name="Text Placeholder 41"/>
          <p:cNvSpPr>
            <a:spLocks noGrp="1"/>
          </p:cNvSpPr>
          <p:nvPr>
            <p:ph type="body" sz="quarter" idx="14"/>
          </p:nvPr>
        </p:nvSpPr>
        <p:spPr bwMode="gray">
          <a:xfrm>
            <a:off x="641106" y="1434421"/>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583536322"/>
      </p:ext>
    </p:extLst>
  </p:cSld>
  <p:clrMapOvr>
    <a:masterClrMapping/>
  </p:clrMapOvr>
  <p:transition spd="slow">
    <p:wip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Content 4">
    <p:spTree>
      <p:nvGrpSpPr>
        <p:cNvPr id="1" name=""/>
        <p:cNvGrpSpPr/>
        <p:nvPr/>
      </p:nvGrpSpPr>
      <p:grpSpPr>
        <a:xfrm>
          <a:off x="0" y="0"/>
          <a:ext cx="0" cy="0"/>
          <a:chOff x="0" y="0"/>
          <a:chExt cx="0" cy="0"/>
        </a:xfrm>
      </p:grpSpPr>
      <p:sp>
        <p:nvSpPr>
          <p:cNvPr id="17" name="Text Placeholder 4"/>
          <p:cNvSpPr>
            <a:spLocks noGrp="1"/>
          </p:cNvSpPr>
          <p:nvPr>
            <p:ph type="body" sz="quarter" idx="10" hasCustomPrompt="1"/>
          </p:nvPr>
        </p:nvSpPr>
        <p:spPr bwMode="gray">
          <a:xfrm>
            <a:off x="641157" y="2467592"/>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19979" indent="-310329">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3974" indent="-303994">
              <a:spcBef>
                <a:spcPts val="0"/>
              </a:spcBef>
              <a:spcAft>
                <a:spcPts val="0"/>
              </a:spcAft>
              <a:buSzPct val="70000"/>
              <a:buFont typeface="Arial" pitchFamily="34" charset="0"/>
              <a:buChar char="–"/>
              <a:defRPr sz="2400" baseline="0">
                <a:latin typeface="+mj-lt"/>
              </a:defRPr>
            </a:lvl7pPr>
            <a:lvl8pPr marL="2127974" indent="-303994">
              <a:spcBef>
                <a:spcPts val="0"/>
              </a:spcBef>
              <a:spcAft>
                <a:spcPts val="0"/>
              </a:spcAft>
              <a:buSzPct val="70000"/>
              <a:defRPr sz="2400" baseline="0">
                <a:latin typeface="+mj-lt"/>
              </a:defRPr>
            </a:lvl8pPr>
            <a:lvl9pPr marL="2425628" indent="-297663">
              <a:spcBef>
                <a:spcPts val="0"/>
              </a:spcBef>
              <a:spcAft>
                <a:spcPts val="0"/>
              </a:spcAft>
              <a:buSzPct val="70000"/>
              <a:buFont typeface="Arial" pitchFamily="34" charset="0"/>
              <a:buChar char="–"/>
              <a:defRPr sz="2400">
                <a:latin typeface="+mj-lt"/>
              </a:defRPr>
            </a:lvl9pPr>
          </a:lstStyle>
          <a:p>
            <a:pPr marL="386328" lvl="0" indent="-386328" algn="l" defTabSz="121598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59989" lvl="2" indent="-371549" algn="l" defTabSz="121598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1539" lvl="3" indent="-371549" algn="l" defTabSz="121598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1534" lvl="4" indent="-379994" algn="l" defTabSz="124131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08417" lvl="5" indent="-379994" algn="l" defTabSz="1215982"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18" name="Text Placeholder 4"/>
          <p:cNvSpPr>
            <a:spLocks noGrp="1"/>
          </p:cNvSpPr>
          <p:nvPr>
            <p:ph type="body" sz="quarter" idx="11" hasCustomPrompt="1"/>
          </p:nvPr>
        </p:nvSpPr>
        <p:spPr bwMode="gray">
          <a:xfrm>
            <a:off x="6362374" y="2467592"/>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19979" indent="-310329">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3974" indent="-303994">
              <a:spcBef>
                <a:spcPts val="0"/>
              </a:spcBef>
              <a:spcAft>
                <a:spcPts val="0"/>
              </a:spcAft>
              <a:buSzPct val="70000"/>
              <a:buFont typeface="Arial" pitchFamily="34" charset="0"/>
              <a:buChar char="–"/>
              <a:defRPr sz="2400" baseline="0">
                <a:latin typeface="+mj-lt"/>
              </a:defRPr>
            </a:lvl7pPr>
            <a:lvl8pPr marL="2127974" indent="-303994">
              <a:spcBef>
                <a:spcPts val="0"/>
              </a:spcBef>
              <a:spcAft>
                <a:spcPts val="0"/>
              </a:spcAft>
              <a:buSzPct val="70000"/>
              <a:defRPr sz="2400" baseline="0">
                <a:latin typeface="+mj-lt"/>
              </a:defRPr>
            </a:lvl8pPr>
            <a:lvl9pPr marL="2425628" indent="-297663">
              <a:spcBef>
                <a:spcPts val="0"/>
              </a:spcBef>
              <a:spcAft>
                <a:spcPts val="0"/>
              </a:spcAft>
              <a:buSzPct val="70000"/>
              <a:buFont typeface="Arial" pitchFamily="34" charset="0"/>
              <a:buChar char="–"/>
              <a:defRPr sz="2400">
                <a:latin typeface="+mj-lt"/>
              </a:defRPr>
            </a:lvl9pPr>
          </a:lstStyle>
          <a:p>
            <a:pPr marL="386328" lvl="0" indent="-386328" algn="l" defTabSz="121598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59989" lvl="2" indent="-371549" algn="l" defTabSz="121598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1539" lvl="3" indent="-371549" algn="l" defTabSz="121598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1534" lvl="4" indent="-379994" algn="l" defTabSz="124131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08417" lvl="5" indent="-379994" algn="l" defTabSz="1215982"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1" name="Text Placeholder 4"/>
          <p:cNvSpPr>
            <a:spLocks noGrp="1"/>
          </p:cNvSpPr>
          <p:nvPr>
            <p:ph type="body" sz="quarter" idx="12" hasCustomPrompt="1"/>
          </p:nvPr>
        </p:nvSpPr>
        <p:spPr bwMode="gray">
          <a:xfrm>
            <a:off x="641157" y="1889030"/>
            <a:ext cx="5243050" cy="369332"/>
          </a:xfrm>
          <a:noFill/>
          <a:ln>
            <a:noFill/>
          </a:ln>
        </p:spPr>
        <p:txBody>
          <a:bodyPr wrap="square" lIns="0" tIns="0" rIns="0" bIns="0" anchor="b" anchorCtr="0">
            <a:spAutoFit/>
          </a:bodyPr>
          <a:lstStyle>
            <a:lvl1pPr marL="0" indent="0">
              <a:spcBef>
                <a:spcPts val="0"/>
              </a:spcBef>
              <a:spcAft>
                <a:spcPts val="0"/>
              </a:spcAft>
              <a:buNone/>
              <a:defRPr sz="2400" b="1">
                <a:solidFill>
                  <a:schemeClr val="bg2"/>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19979" indent="-310329">
              <a:spcBef>
                <a:spcPts val="0"/>
              </a:spcBef>
              <a:spcAft>
                <a:spcPts val="0"/>
              </a:spcAft>
              <a:buSzPct val="70000"/>
              <a:defRPr sz="2400">
                <a:latin typeface="+mj-lt"/>
              </a:defRPr>
            </a:lvl6pPr>
            <a:lvl7pPr marL="1823974" indent="-303994">
              <a:spcBef>
                <a:spcPts val="0"/>
              </a:spcBef>
              <a:spcAft>
                <a:spcPts val="0"/>
              </a:spcAft>
              <a:buSzPct val="70000"/>
              <a:buFont typeface="Arial" pitchFamily="34" charset="0"/>
              <a:buChar char="–"/>
              <a:defRPr sz="2400" baseline="0">
                <a:latin typeface="+mj-lt"/>
              </a:defRPr>
            </a:lvl7pPr>
            <a:lvl8pPr marL="2127974" indent="-303994">
              <a:spcBef>
                <a:spcPts val="0"/>
              </a:spcBef>
              <a:spcAft>
                <a:spcPts val="0"/>
              </a:spcAft>
              <a:buSzPct val="70000"/>
              <a:defRPr sz="2400" baseline="0">
                <a:latin typeface="+mj-lt"/>
              </a:defRPr>
            </a:lvl8pPr>
            <a:lvl9pPr marL="2425628" indent="-297663">
              <a:spcBef>
                <a:spcPts val="0"/>
              </a:spcBef>
              <a:spcAft>
                <a:spcPts val="0"/>
              </a:spcAft>
              <a:buSzPct val="70000"/>
              <a:buFont typeface="Arial" pitchFamily="34" charset="0"/>
              <a:buChar char="–"/>
              <a:defRPr sz="2400">
                <a:latin typeface="+mj-lt"/>
              </a:defRPr>
            </a:lvl9pPr>
          </a:lstStyle>
          <a:p>
            <a:pPr lvl="0"/>
            <a:r>
              <a:rPr lang="en-US" dirty="0"/>
              <a:t>Heading 1</a:t>
            </a:r>
          </a:p>
        </p:txBody>
      </p:sp>
      <p:sp>
        <p:nvSpPr>
          <p:cNvPr id="32" name="Text Placeholder 4"/>
          <p:cNvSpPr>
            <a:spLocks noGrp="1"/>
          </p:cNvSpPr>
          <p:nvPr>
            <p:ph type="body" sz="quarter" idx="13" hasCustomPrompt="1"/>
          </p:nvPr>
        </p:nvSpPr>
        <p:spPr bwMode="gray">
          <a:xfrm>
            <a:off x="6362374" y="1889030"/>
            <a:ext cx="5243050" cy="369332"/>
          </a:xfrm>
          <a:noFill/>
          <a:ln>
            <a:noFill/>
          </a:ln>
        </p:spPr>
        <p:txBody>
          <a:bodyPr wrap="square" lIns="0" tIns="0" rIns="0" bIns="0" anchor="b" anchorCtr="0">
            <a:spAutoFit/>
          </a:bodyPr>
          <a:lstStyle>
            <a:lvl1pPr marL="0" indent="0">
              <a:spcBef>
                <a:spcPts val="0"/>
              </a:spcBef>
              <a:spcAft>
                <a:spcPts val="0"/>
              </a:spcAft>
              <a:buNone/>
              <a:tabLst/>
              <a:defRPr sz="2400" b="1">
                <a:solidFill>
                  <a:schemeClr val="bg2"/>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19979" indent="-310329">
              <a:spcBef>
                <a:spcPts val="0"/>
              </a:spcBef>
              <a:spcAft>
                <a:spcPts val="0"/>
              </a:spcAft>
              <a:buSzPct val="70000"/>
              <a:defRPr sz="2400">
                <a:latin typeface="+mj-lt"/>
              </a:defRPr>
            </a:lvl6pPr>
            <a:lvl7pPr marL="1823974" indent="-303994">
              <a:spcBef>
                <a:spcPts val="0"/>
              </a:spcBef>
              <a:spcAft>
                <a:spcPts val="0"/>
              </a:spcAft>
              <a:buSzPct val="70000"/>
              <a:buFont typeface="Arial" pitchFamily="34" charset="0"/>
              <a:buChar char="–"/>
              <a:defRPr sz="2400" baseline="0">
                <a:latin typeface="+mj-lt"/>
              </a:defRPr>
            </a:lvl7pPr>
            <a:lvl8pPr marL="2127974" indent="-303994">
              <a:spcBef>
                <a:spcPts val="0"/>
              </a:spcBef>
              <a:spcAft>
                <a:spcPts val="0"/>
              </a:spcAft>
              <a:buSzPct val="70000"/>
              <a:defRPr sz="2400" baseline="0">
                <a:latin typeface="+mj-lt"/>
              </a:defRPr>
            </a:lvl8pPr>
            <a:lvl9pPr marL="2425628" indent="-297663">
              <a:spcBef>
                <a:spcPts val="0"/>
              </a:spcBef>
              <a:spcAft>
                <a:spcPts val="0"/>
              </a:spcAft>
              <a:buSzPct val="70000"/>
              <a:buFont typeface="Arial" pitchFamily="34" charset="0"/>
              <a:buChar char="–"/>
              <a:defRPr sz="2400">
                <a:latin typeface="+mj-lt"/>
              </a:defRPr>
            </a:lvl9pPr>
          </a:lstStyle>
          <a:p>
            <a:pPr lvl="0"/>
            <a:r>
              <a:rPr lang="en-US" dirty="0"/>
              <a:t>Heading 2</a:t>
            </a:r>
          </a:p>
        </p:txBody>
      </p:sp>
      <p:cxnSp>
        <p:nvCxnSpPr>
          <p:cNvPr id="33" name="Straight Connector 32"/>
          <p:cNvCxnSpPr/>
          <p:nvPr userDrawn="1"/>
        </p:nvCxnSpPr>
        <p:spPr bwMode="gray">
          <a:xfrm>
            <a:off x="641130" y="2345329"/>
            <a:ext cx="5206833"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bwMode="gray">
          <a:xfrm>
            <a:off x="6362344" y="2345329"/>
            <a:ext cx="5206833"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641157" y="4704432"/>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19979" indent="-310329">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3974" indent="-303994">
              <a:spcBef>
                <a:spcPts val="0"/>
              </a:spcBef>
              <a:spcAft>
                <a:spcPts val="0"/>
              </a:spcAft>
              <a:buSzPct val="70000"/>
              <a:buFont typeface="Arial" pitchFamily="34" charset="0"/>
              <a:buChar char="–"/>
              <a:defRPr sz="2400" baseline="0">
                <a:latin typeface="+mj-lt"/>
              </a:defRPr>
            </a:lvl7pPr>
            <a:lvl8pPr marL="2127974" indent="-303994">
              <a:spcBef>
                <a:spcPts val="0"/>
              </a:spcBef>
              <a:spcAft>
                <a:spcPts val="0"/>
              </a:spcAft>
              <a:buSzPct val="70000"/>
              <a:defRPr sz="2400" baseline="0">
                <a:latin typeface="+mj-lt"/>
              </a:defRPr>
            </a:lvl8pPr>
            <a:lvl9pPr marL="2425628" indent="-297663">
              <a:spcBef>
                <a:spcPts val="0"/>
              </a:spcBef>
              <a:spcAft>
                <a:spcPts val="0"/>
              </a:spcAft>
              <a:buSzPct val="70000"/>
              <a:buFont typeface="Arial" pitchFamily="34" charset="0"/>
              <a:buChar char="–"/>
              <a:defRPr sz="2400">
                <a:latin typeface="+mj-lt"/>
              </a:defRPr>
            </a:lvl9pPr>
          </a:lstStyle>
          <a:p>
            <a:pPr marL="386328" lvl="0" indent="-386328" algn="l" defTabSz="121598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59989" lvl="2" indent="-371549" algn="l" defTabSz="121598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1539" lvl="3" indent="-371549" algn="l" defTabSz="121598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1534" lvl="4" indent="-379994" algn="l" defTabSz="124131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08417" lvl="5" indent="-379994" algn="l" defTabSz="1215982"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6" name="Text Placeholder 4"/>
          <p:cNvSpPr>
            <a:spLocks noGrp="1"/>
          </p:cNvSpPr>
          <p:nvPr>
            <p:ph type="body" sz="quarter" idx="16" hasCustomPrompt="1"/>
          </p:nvPr>
        </p:nvSpPr>
        <p:spPr bwMode="gray">
          <a:xfrm>
            <a:off x="6362374" y="4704432"/>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19979" indent="-310329">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3974" indent="-303994">
              <a:spcBef>
                <a:spcPts val="0"/>
              </a:spcBef>
              <a:spcAft>
                <a:spcPts val="0"/>
              </a:spcAft>
              <a:buSzPct val="70000"/>
              <a:buFont typeface="Arial" pitchFamily="34" charset="0"/>
              <a:buChar char="–"/>
              <a:defRPr sz="2400" baseline="0">
                <a:latin typeface="+mj-lt"/>
              </a:defRPr>
            </a:lvl7pPr>
            <a:lvl8pPr marL="2127974" indent="-303994">
              <a:spcBef>
                <a:spcPts val="0"/>
              </a:spcBef>
              <a:spcAft>
                <a:spcPts val="0"/>
              </a:spcAft>
              <a:buSzPct val="70000"/>
              <a:defRPr sz="2400" baseline="0">
                <a:latin typeface="+mj-lt"/>
              </a:defRPr>
            </a:lvl8pPr>
            <a:lvl9pPr marL="2425628" indent="-297663">
              <a:spcBef>
                <a:spcPts val="0"/>
              </a:spcBef>
              <a:spcAft>
                <a:spcPts val="0"/>
              </a:spcAft>
              <a:buSzPct val="70000"/>
              <a:buFont typeface="Arial" pitchFamily="34" charset="0"/>
              <a:buChar char="–"/>
              <a:defRPr sz="2400">
                <a:latin typeface="+mj-lt"/>
              </a:defRPr>
            </a:lvl9pPr>
          </a:lstStyle>
          <a:p>
            <a:pPr marL="386328" lvl="0" indent="-386328" algn="l" defTabSz="121598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59989" lvl="2" indent="-371549" algn="l" defTabSz="121598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1539" lvl="3" indent="-371549" algn="l" defTabSz="121598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1534" lvl="4" indent="-379994" algn="l" defTabSz="124131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08417" lvl="5" indent="-379994" algn="l" defTabSz="1215982"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7" name="Text Placeholder 4"/>
          <p:cNvSpPr>
            <a:spLocks noGrp="1"/>
          </p:cNvSpPr>
          <p:nvPr>
            <p:ph type="body" sz="quarter" idx="17" hasCustomPrompt="1"/>
          </p:nvPr>
        </p:nvSpPr>
        <p:spPr bwMode="gray">
          <a:xfrm>
            <a:off x="641157" y="4125869"/>
            <a:ext cx="5243050" cy="369332"/>
          </a:xfrm>
          <a:noFill/>
          <a:ln>
            <a:noFill/>
          </a:ln>
        </p:spPr>
        <p:txBody>
          <a:bodyPr wrap="square" lIns="0" tIns="0" rIns="0" bIns="0" anchor="b" anchorCtr="0">
            <a:spAutoFit/>
          </a:bodyPr>
          <a:lstStyle>
            <a:lvl1pPr>
              <a:spcBef>
                <a:spcPts val="0"/>
              </a:spcBef>
              <a:spcAft>
                <a:spcPts val="0"/>
              </a:spcAft>
              <a:buNone/>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19979" indent="-310329">
              <a:spcBef>
                <a:spcPts val="0"/>
              </a:spcBef>
              <a:spcAft>
                <a:spcPts val="0"/>
              </a:spcAft>
              <a:buSzPct val="70000"/>
              <a:defRPr sz="2400">
                <a:latin typeface="+mj-lt"/>
              </a:defRPr>
            </a:lvl6pPr>
            <a:lvl7pPr marL="1823974" indent="-303994">
              <a:spcBef>
                <a:spcPts val="0"/>
              </a:spcBef>
              <a:spcAft>
                <a:spcPts val="0"/>
              </a:spcAft>
              <a:buSzPct val="70000"/>
              <a:buFont typeface="Arial" pitchFamily="34" charset="0"/>
              <a:buChar char="–"/>
              <a:defRPr sz="2400" baseline="0">
                <a:latin typeface="+mj-lt"/>
              </a:defRPr>
            </a:lvl7pPr>
            <a:lvl8pPr marL="2127974" indent="-303994">
              <a:spcBef>
                <a:spcPts val="0"/>
              </a:spcBef>
              <a:spcAft>
                <a:spcPts val="0"/>
              </a:spcAft>
              <a:buSzPct val="70000"/>
              <a:defRPr sz="2400" baseline="0">
                <a:latin typeface="+mj-lt"/>
              </a:defRPr>
            </a:lvl8pPr>
            <a:lvl9pPr marL="2425628" indent="-297663">
              <a:spcBef>
                <a:spcPts val="0"/>
              </a:spcBef>
              <a:spcAft>
                <a:spcPts val="0"/>
              </a:spcAft>
              <a:buSzPct val="70000"/>
              <a:buFont typeface="Arial" pitchFamily="34" charset="0"/>
              <a:buChar char="–"/>
              <a:defRPr sz="2400">
                <a:latin typeface="+mj-lt"/>
              </a:defRPr>
            </a:lvl9pPr>
          </a:lstStyle>
          <a:p>
            <a:pPr marL="0" lvl="0" indent="0" algn="l" defTabSz="1215982" rtl="0" eaLnBrk="1" fontAlgn="base" latinLnBrk="0" hangingPunct="1">
              <a:spcBef>
                <a:spcPts val="0"/>
              </a:spcBef>
              <a:spcAft>
                <a:spcPts val="0"/>
              </a:spcAft>
              <a:buClr>
                <a:schemeClr val="bg2"/>
              </a:buClr>
              <a:tabLst/>
            </a:pPr>
            <a:r>
              <a:rPr lang="en-US" dirty="0"/>
              <a:t>Heading 3</a:t>
            </a:r>
          </a:p>
        </p:txBody>
      </p:sp>
      <p:sp>
        <p:nvSpPr>
          <p:cNvPr id="38" name="Text Placeholder 4"/>
          <p:cNvSpPr>
            <a:spLocks noGrp="1"/>
          </p:cNvSpPr>
          <p:nvPr>
            <p:ph type="body" sz="quarter" idx="18" hasCustomPrompt="1"/>
          </p:nvPr>
        </p:nvSpPr>
        <p:spPr bwMode="gray">
          <a:xfrm>
            <a:off x="6362374" y="4125869"/>
            <a:ext cx="5243050" cy="369332"/>
          </a:xfrm>
          <a:noFill/>
          <a:ln>
            <a:noFill/>
          </a:ln>
        </p:spPr>
        <p:txBody>
          <a:bodyPr wrap="square" lIns="0" tIns="0" rIns="0" bIns="0" anchor="b" anchorCtr="0">
            <a:spAutoFit/>
          </a:bodyPr>
          <a:lstStyle>
            <a:lvl1pPr>
              <a:spcBef>
                <a:spcPts val="0"/>
              </a:spcBef>
              <a:spcAft>
                <a:spcPts val="0"/>
              </a:spcAft>
              <a:buNone/>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19979" indent="-310329">
              <a:spcBef>
                <a:spcPts val="0"/>
              </a:spcBef>
              <a:spcAft>
                <a:spcPts val="0"/>
              </a:spcAft>
              <a:buSzPct val="70000"/>
              <a:defRPr sz="2400">
                <a:latin typeface="+mj-lt"/>
              </a:defRPr>
            </a:lvl6pPr>
            <a:lvl7pPr marL="1823974" indent="-303994">
              <a:spcBef>
                <a:spcPts val="0"/>
              </a:spcBef>
              <a:spcAft>
                <a:spcPts val="0"/>
              </a:spcAft>
              <a:buSzPct val="70000"/>
              <a:buFont typeface="Arial" pitchFamily="34" charset="0"/>
              <a:buChar char="–"/>
              <a:defRPr sz="2400" baseline="0">
                <a:latin typeface="+mj-lt"/>
              </a:defRPr>
            </a:lvl7pPr>
            <a:lvl8pPr marL="2127974" indent="-303994">
              <a:spcBef>
                <a:spcPts val="0"/>
              </a:spcBef>
              <a:spcAft>
                <a:spcPts val="0"/>
              </a:spcAft>
              <a:buSzPct val="70000"/>
              <a:defRPr sz="2400" baseline="0">
                <a:latin typeface="+mj-lt"/>
              </a:defRPr>
            </a:lvl8pPr>
            <a:lvl9pPr marL="2425628" indent="-297663">
              <a:spcBef>
                <a:spcPts val="0"/>
              </a:spcBef>
              <a:spcAft>
                <a:spcPts val="0"/>
              </a:spcAft>
              <a:buSzPct val="70000"/>
              <a:buFont typeface="Arial" pitchFamily="34" charset="0"/>
              <a:buChar char="–"/>
              <a:defRPr sz="2400">
                <a:latin typeface="+mj-lt"/>
              </a:defRPr>
            </a:lvl9pPr>
          </a:lstStyle>
          <a:p>
            <a:pPr marL="0" lvl="0" indent="0" algn="l" defTabSz="1215982" rtl="0" eaLnBrk="1" fontAlgn="base" latinLnBrk="0" hangingPunct="1">
              <a:spcBef>
                <a:spcPts val="0"/>
              </a:spcBef>
              <a:spcAft>
                <a:spcPts val="0"/>
              </a:spcAft>
              <a:buClr>
                <a:schemeClr val="bg2"/>
              </a:buClr>
              <a:tabLst/>
            </a:pPr>
            <a:r>
              <a:rPr lang="en-US" dirty="0"/>
              <a:t>Heading 4</a:t>
            </a:r>
          </a:p>
        </p:txBody>
      </p:sp>
      <p:cxnSp>
        <p:nvCxnSpPr>
          <p:cNvPr id="39" name="Straight Connector 38"/>
          <p:cNvCxnSpPr/>
          <p:nvPr userDrawn="1"/>
        </p:nvCxnSpPr>
        <p:spPr bwMode="gray">
          <a:xfrm>
            <a:off x="641130" y="4582167"/>
            <a:ext cx="5206833"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gray">
          <a:xfrm>
            <a:off x="6362344" y="4582167"/>
            <a:ext cx="5206833"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itle 1"/>
          <p:cNvSpPr>
            <a:spLocks noGrp="1"/>
          </p:cNvSpPr>
          <p:nvPr>
            <p:ph type="title"/>
          </p:nvPr>
        </p:nvSpPr>
        <p:spPr bwMode="gray">
          <a:xfrm>
            <a:off x="641130" y="883006"/>
            <a:ext cx="10962166"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1215982" rtl="0" eaLnBrk="1" fontAlgn="base" latinLnBrk="0" hangingPunct="1">
              <a:spcBef>
                <a:spcPct val="0"/>
              </a:spcBef>
              <a:spcAft>
                <a:spcPct val="0"/>
              </a:spcAft>
              <a:buNone/>
            </a:pPr>
            <a:r>
              <a:rPr lang="en-US" dirty="0"/>
              <a:t>Click to edit Master title style</a:t>
            </a:r>
          </a:p>
        </p:txBody>
      </p:sp>
      <p:sp>
        <p:nvSpPr>
          <p:cNvPr id="19" name="Text Placeholder 41"/>
          <p:cNvSpPr>
            <a:spLocks noGrp="1"/>
          </p:cNvSpPr>
          <p:nvPr>
            <p:ph type="body" sz="quarter" idx="19"/>
          </p:nvPr>
        </p:nvSpPr>
        <p:spPr bwMode="gray">
          <a:xfrm>
            <a:off x="641106" y="1434421"/>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337491289"/>
      </p:ext>
    </p:extLst>
  </p:cSld>
  <p:clrMapOvr>
    <a:masterClrMapping/>
  </p:clrMapOvr>
  <p:transition spd="slow">
    <p:wip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3249983" y="1972160"/>
            <a:ext cx="2723087" cy="1908215"/>
          </a:xfrm>
          <a:ln>
            <a:noFill/>
          </a:ln>
        </p:spPr>
        <p:txBody>
          <a:bodyPr wrap="square" lIns="0" tIns="0" rIns="0" bIns="0">
            <a:spAutoFit/>
          </a:bodyPr>
          <a:lstStyle>
            <a:lvl1pPr marL="0" marR="0" indent="0" algn="l" defTabSz="1215982" rtl="0" eaLnBrk="1" fontAlgn="base" latinLnBrk="0" hangingPunct="1">
              <a:lnSpc>
                <a:spcPct val="100000"/>
              </a:lnSpc>
              <a:spcBef>
                <a:spcPts val="0"/>
              </a:spcBef>
              <a:spcAft>
                <a:spcPts val="0"/>
              </a:spcAft>
              <a:buClr>
                <a:schemeClr val="tx2"/>
              </a:buClr>
              <a:buSzTx/>
              <a:buFont typeface="Arial" pitchFamily="34" charset="0"/>
              <a:buNone/>
              <a:tabLst/>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2000">
                <a:latin typeface="Arial" pitchFamily="34" charset="0"/>
                <a:cs typeface="Arial" pitchFamily="34" charset="0"/>
              </a:defRPr>
            </a:lvl2pPr>
            <a:lvl3pPr>
              <a:spcBef>
                <a:spcPts val="0"/>
              </a:spcBef>
              <a:spcAft>
                <a:spcPts val="0"/>
              </a:spcAft>
              <a:defRPr sz="2000">
                <a:latin typeface="Arial" pitchFamily="34" charset="0"/>
                <a:cs typeface="Arial" pitchFamily="34" charset="0"/>
              </a:defRPr>
            </a:lvl3pPr>
            <a:lvl4pPr>
              <a:spcBef>
                <a:spcPts val="0"/>
              </a:spcBef>
              <a:spcAft>
                <a:spcPts val="0"/>
              </a:spcAft>
              <a:defRPr sz="2000">
                <a:latin typeface="Arial" pitchFamily="34" charset="0"/>
                <a:cs typeface="Arial" pitchFamily="34" charset="0"/>
              </a:defRPr>
            </a:lvl4pPr>
            <a:lvl5pPr>
              <a:spcBef>
                <a:spcPts val="0"/>
              </a:spcBef>
              <a:spcAft>
                <a:spcPts val="0"/>
              </a:spcAft>
              <a:defRPr sz="2000">
                <a:latin typeface="Arial" pitchFamily="34" charset="0"/>
                <a:cs typeface="Arial" pitchFamily="34" charset="0"/>
              </a:defRPr>
            </a:lvl5pPr>
            <a:lvl6pPr marL="1519979" indent="-310329">
              <a:spcBef>
                <a:spcPts val="0"/>
              </a:spcBef>
              <a:spcAft>
                <a:spcPts val="0"/>
              </a:spcAft>
              <a:buSzPct val="70000"/>
              <a:defRPr sz="2400">
                <a:latin typeface="+mj-lt"/>
              </a:defRPr>
            </a:lvl6pPr>
            <a:lvl7pPr marL="1823974" indent="-303994">
              <a:spcBef>
                <a:spcPts val="0"/>
              </a:spcBef>
              <a:spcAft>
                <a:spcPts val="0"/>
              </a:spcAft>
              <a:buSzPct val="70000"/>
              <a:buFont typeface="Arial" pitchFamily="34" charset="0"/>
              <a:buChar char="–"/>
              <a:defRPr sz="2400" baseline="0">
                <a:latin typeface="+mj-lt"/>
              </a:defRPr>
            </a:lvl7pPr>
            <a:lvl8pPr marL="2127974" indent="-303994">
              <a:spcBef>
                <a:spcPts val="0"/>
              </a:spcBef>
              <a:spcAft>
                <a:spcPts val="0"/>
              </a:spcAft>
              <a:buSzPct val="70000"/>
              <a:defRPr sz="2400" baseline="0">
                <a:latin typeface="+mj-lt"/>
              </a:defRPr>
            </a:lvl8pPr>
            <a:lvl9pPr marL="2425628" indent="-297663">
              <a:spcBef>
                <a:spcPts val="0"/>
              </a:spcBef>
              <a:spcAft>
                <a:spcPts val="0"/>
              </a:spcAft>
              <a:buSzPct val="70000"/>
              <a:buFont typeface="Arial" pitchFamily="34" charset="0"/>
              <a:buChar char="–"/>
              <a:defRPr sz="2400">
                <a:latin typeface="+mj-lt"/>
              </a:defRPr>
            </a:lvl9pPr>
          </a:lstStyle>
          <a:p>
            <a:pPr marL="0" marR="0" lvl="0" indent="0" algn="l" defTabSz="1215982"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1</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16" name="Picture Placeholder 22"/>
          <p:cNvSpPr>
            <a:spLocks noGrp="1"/>
          </p:cNvSpPr>
          <p:nvPr>
            <p:ph type="pic" sz="quarter" idx="13"/>
          </p:nvPr>
        </p:nvSpPr>
        <p:spPr bwMode="gray">
          <a:xfrm>
            <a:off x="641155" y="1972179"/>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2" name="Text Placeholder 4"/>
          <p:cNvSpPr>
            <a:spLocks noGrp="1"/>
          </p:cNvSpPr>
          <p:nvPr>
            <p:ph type="body" sz="quarter" idx="19" hasCustomPrompt="1"/>
          </p:nvPr>
        </p:nvSpPr>
        <p:spPr bwMode="gray">
          <a:xfrm>
            <a:off x="8888697" y="1972160"/>
            <a:ext cx="2723087" cy="1908215"/>
          </a:xfrm>
          <a:ln>
            <a:noFill/>
          </a:ln>
        </p:spPr>
        <p:txBody>
          <a:bodyPr wrap="square" lIns="0" tIns="0" rIns="0" bIns="0">
            <a:spAutoFit/>
          </a:bodyPr>
          <a:lstStyle>
            <a:lvl1pPr marL="0" marR="0" indent="0" algn="l" defTabSz="1215982" rtl="0" eaLnBrk="1" fontAlgn="base" latinLnBrk="0" hangingPunct="1">
              <a:lnSpc>
                <a:spcPct val="100000"/>
              </a:lnSpc>
              <a:spcBef>
                <a:spcPts val="0"/>
              </a:spcBef>
              <a:spcAft>
                <a:spcPts val="0"/>
              </a:spcAft>
              <a:buClr>
                <a:schemeClr val="tx2"/>
              </a:buClr>
              <a:buSzTx/>
              <a:buFont typeface="Arial" pitchFamily="34" charset="0"/>
              <a:buNone/>
              <a:tabLst/>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Arial" pitchFamily="34" charset="0"/>
                <a:ea typeface="+mn-ea"/>
                <a:cs typeface="Arial" pitchFamily="34" charset="0"/>
              </a:defRPr>
            </a:lvl2pPr>
            <a:lvl3pPr>
              <a:spcBef>
                <a:spcPts val="0"/>
              </a:spcBef>
              <a:spcAft>
                <a:spcPts val="0"/>
              </a:spcAft>
              <a:defRPr sz="2000">
                <a:latin typeface="Arial" pitchFamily="34" charset="0"/>
                <a:cs typeface="Arial" pitchFamily="34" charset="0"/>
              </a:defRPr>
            </a:lvl3pPr>
            <a:lvl4pPr>
              <a:spcBef>
                <a:spcPts val="0"/>
              </a:spcBef>
              <a:spcAft>
                <a:spcPts val="0"/>
              </a:spcAft>
              <a:defRPr sz="2000">
                <a:latin typeface="Arial" pitchFamily="34" charset="0"/>
                <a:cs typeface="Arial" pitchFamily="34" charset="0"/>
              </a:defRPr>
            </a:lvl4pPr>
            <a:lvl5pPr>
              <a:spcBef>
                <a:spcPts val="0"/>
              </a:spcBef>
              <a:spcAft>
                <a:spcPts val="0"/>
              </a:spcAft>
              <a:defRPr sz="2000">
                <a:latin typeface="Arial" pitchFamily="34" charset="0"/>
                <a:cs typeface="Arial" pitchFamily="34" charset="0"/>
              </a:defRPr>
            </a:lvl5pPr>
            <a:lvl6pPr marL="1519979" indent="-310329">
              <a:spcBef>
                <a:spcPts val="0"/>
              </a:spcBef>
              <a:spcAft>
                <a:spcPts val="0"/>
              </a:spcAft>
              <a:buSzPct val="70000"/>
              <a:defRPr sz="2400">
                <a:latin typeface="+mj-lt"/>
              </a:defRPr>
            </a:lvl6pPr>
            <a:lvl7pPr marL="1823974" indent="-303994">
              <a:spcBef>
                <a:spcPts val="0"/>
              </a:spcBef>
              <a:spcAft>
                <a:spcPts val="0"/>
              </a:spcAft>
              <a:buSzPct val="70000"/>
              <a:buFont typeface="Arial" pitchFamily="34" charset="0"/>
              <a:buChar char="–"/>
              <a:defRPr sz="2400" baseline="0">
                <a:latin typeface="+mj-lt"/>
              </a:defRPr>
            </a:lvl7pPr>
            <a:lvl8pPr marL="2127974" indent="-303994">
              <a:spcBef>
                <a:spcPts val="0"/>
              </a:spcBef>
              <a:spcAft>
                <a:spcPts val="0"/>
              </a:spcAft>
              <a:buSzPct val="70000"/>
              <a:defRPr sz="2400" baseline="0">
                <a:latin typeface="+mj-lt"/>
              </a:defRPr>
            </a:lvl8pPr>
            <a:lvl9pPr marL="2425628" indent="-297663">
              <a:spcBef>
                <a:spcPts val="0"/>
              </a:spcBef>
              <a:spcAft>
                <a:spcPts val="0"/>
              </a:spcAft>
              <a:buSzPct val="70000"/>
              <a:buFont typeface="Arial" pitchFamily="34" charset="0"/>
              <a:buChar char="–"/>
              <a:defRPr sz="2400">
                <a:latin typeface="+mj-lt"/>
              </a:defRPr>
            </a:lvl9pPr>
          </a:lstStyle>
          <a:p>
            <a:pPr marL="0" marR="0" lvl="0" indent="0" algn="l" defTabSz="1215982"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2</a:t>
            </a:r>
          </a:p>
          <a:p>
            <a:pPr marL="379994" lvl="1" indent="-379994" algn="l" defTabSz="1215982"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3" name="Picture Placeholder 22"/>
          <p:cNvSpPr>
            <a:spLocks noGrp="1"/>
          </p:cNvSpPr>
          <p:nvPr>
            <p:ph type="pic" sz="quarter" idx="20"/>
          </p:nvPr>
        </p:nvSpPr>
        <p:spPr bwMode="gray">
          <a:xfrm>
            <a:off x="6279869" y="1972179"/>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5" name="Text Placeholder 4"/>
          <p:cNvSpPr>
            <a:spLocks noGrp="1"/>
          </p:cNvSpPr>
          <p:nvPr>
            <p:ph type="body" sz="quarter" idx="21" hasCustomPrompt="1"/>
          </p:nvPr>
        </p:nvSpPr>
        <p:spPr bwMode="gray">
          <a:xfrm>
            <a:off x="3249983" y="4242827"/>
            <a:ext cx="2723087" cy="1908215"/>
          </a:xfrm>
          <a:ln>
            <a:noFill/>
          </a:ln>
        </p:spPr>
        <p:txBody>
          <a:bodyPr wrap="square" lIns="0" tIns="0" rIns="0" bIns="0">
            <a:spAutoFit/>
          </a:bodyPr>
          <a:lstStyle>
            <a:lvl1pPr marL="0" marR="0" indent="0" algn="l" defTabSz="1215982" rtl="0" eaLnBrk="1" fontAlgn="base" latinLnBrk="0" hangingPunct="1">
              <a:lnSpc>
                <a:spcPct val="100000"/>
              </a:lnSpc>
              <a:spcBef>
                <a:spcPts val="0"/>
              </a:spcBef>
              <a:spcAft>
                <a:spcPts val="0"/>
              </a:spcAft>
              <a:buClr>
                <a:schemeClr val="tx2"/>
              </a:buClr>
              <a:buSzTx/>
              <a:buFont typeface="Arial" pitchFamily="34" charset="0"/>
              <a:buNone/>
              <a:tabLst/>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Arial" pitchFamily="34" charset="0"/>
                <a:ea typeface="+mn-ea"/>
                <a:cs typeface="Arial" pitchFamily="34" charset="0"/>
              </a:defRPr>
            </a:lvl2pPr>
            <a:lvl3pPr>
              <a:spcBef>
                <a:spcPts val="0"/>
              </a:spcBef>
              <a:spcAft>
                <a:spcPts val="0"/>
              </a:spcAft>
              <a:defRPr sz="2000">
                <a:latin typeface="Arial" pitchFamily="34" charset="0"/>
                <a:cs typeface="Arial" pitchFamily="34" charset="0"/>
              </a:defRPr>
            </a:lvl3pPr>
            <a:lvl4pPr>
              <a:spcBef>
                <a:spcPts val="0"/>
              </a:spcBef>
              <a:spcAft>
                <a:spcPts val="0"/>
              </a:spcAft>
              <a:defRPr sz="2000">
                <a:latin typeface="Arial" pitchFamily="34" charset="0"/>
                <a:cs typeface="Arial" pitchFamily="34" charset="0"/>
              </a:defRPr>
            </a:lvl4pPr>
            <a:lvl5pPr>
              <a:spcBef>
                <a:spcPts val="0"/>
              </a:spcBef>
              <a:spcAft>
                <a:spcPts val="0"/>
              </a:spcAft>
              <a:defRPr sz="2000">
                <a:latin typeface="Arial" pitchFamily="34" charset="0"/>
                <a:cs typeface="Arial" pitchFamily="34" charset="0"/>
              </a:defRPr>
            </a:lvl5pPr>
            <a:lvl6pPr marL="1519979" indent="-310329">
              <a:spcBef>
                <a:spcPts val="0"/>
              </a:spcBef>
              <a:spcAft>
                <a:spcPts val="0"/>
              </a:spcAft>
              <a:buSzPct val="70000"/>
              <a:defRPr sz="2400">
                <a:latin typeface="+mj-lt"/>
              </a:defRPr>
            </a:lvl6pPr>
            <a:lvl7pPr marL="1823974" indent="-303994">
              <a:spcBef>
                <a:spcPts val="0"/>
              </a:spcBef>
              <a:spcAft>
                <a:spcPts val="0"/>
              </a:spcAft>
              <a:buSzPct val="70000"/>
              <a:buFont typeface="Arial" pitchFamily="34" charset="0"/>
              <a:buChar char="–"/>
              <a:defRPr sz="2400" baseline="0">
                <a:latin typeface="+mj-lt"/>
              </a:defRPr>
            </a:lvl7pPr>
            <a:lvl8pPr marL="2127974" indent="-303994">
              <a:spcBef>
                <a:spcPts val="0"/>
              </a:spcBef>
              <a:spcAft>
                <a:spcPts val="0"/>
              </a:spcAft>
              <a:buSzPct val="70000"/>
              <a:defRPr sz="2400" baseline="0">
                <a:latin typeface="+mj-lt"/>
              </a:defRPr>
            </a:lvl8pPr>
            <a:lvl9pPr marL="2425628" indent="-297663">
              <a:spcBef>
                <a:spcPts val="0"/>
              </a:spcBef>
              <a:spcAft>
                <a:spcPts val="0"/>
              </a:spcAft>
              <a:buSzPct val="70000"/>
              <a:buFont typeface="Arial" pitchFamily="34" charset="0"/>
              <a:buChar char="–"/>
              <a:defRPr sz="2400">
                <a:latin typeface="+mj-lt"/>
              </a:defRPr>
            </a:lvl9pPr>
          </a:lstStyle>
          <a:p>
            <a:pPr marL="0" marR="0" lvl="0" indent="0" algn="l" defTabSz="1215982"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3</a:t>
            </a:r>
          </a:p>
          <a:p>
            <a:pPr marL="379994" lvl="1" indent="-379994" algn="l" defTabSz="1215982"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6" name="Picture Placeholder 22"/>
          <p:cNvSpPr>
            <a:spLocks noGrp="1"/>
          </p:cNvSpPr>
          <p:nvPr>
            <p:ph type="pic" sz="quarter" idx="22"/>
          </p:nvPr>
        </p:nvSpPr>
        <p:spPr bwMode="gray">
          <a:xfrm>
            <a:off x="641155" y="4242829"/>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8" name="Text Placeholder 4"/>
          <p:cNvSpPr>
            <a:spLocks noGrp="1"/>
          </p:cNvSpPr>
          <p:nvPr>
            <p:ph type="body" sz="quarter" idx="23" hasCustomPrompt="1"/>
          </p:nvPr>
        </p:nvSpPr>
        <p:spPr bwMode="gray">
          <a:xfrm>
            <a:off x="8888697" y="4242827"/>
            <a:ext cx="2723087" cy="1908215"/>
          </a:xfrm>
          <a:ln>
            <a:noFill/>
          </a:ln>
        </p:spPr>
        <p:txBody>
          <a:bodyPr wrap="square" lIns="0" tIns="0" rIns="0" bIns="0">
            <a:spAutoFit/>
          </a:bodyPr>
          <a:lstStyle>
            <a:lvl1pPr marL="0" marR="0" indent="0" algn="l" defTabSz="1215982" rtl="0" eaLnBrk="1" fontAlgn="base" latinLnBrk="0" hangingPunct="1">
              <a:lnSpc>
                <a:spcPct val="100000"/>
              </a:lnSpc>
              <a:spcBef>
                <a:spcPts val="0"/>
              </a:spcBef>
              <a:spcAft>
                <a:spcPts val="0"/>
              </a:spcAft>
              <a:buClr>
                <a:schemeClr val="tx2"/>
              </a:buClr>
              <a:buSzTx/>
              <a:buFont typeface="Arial" pitchFamily="34" charset="0"/>
              <a:buNone/>
              <a:tabLst/>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Arial" pitchFamily="34" charset="0"/>
                <a:ea typeface="+mn-ea"/>
                <a:cs typeface="Arial" pitchFamily="34" charset="0"/>
              </a:defRPr>
            </a:lvl2pPr>
            <a:lvl3pPr>
              <a:spcBef>
                <a:spcPts val="0"/>
              </a:spcBef>
              <a:spcAft>
                <a:spcPts val="0"/>
              </a:spcAft>
              <a:defRPr sz="2000">
                <a:latin typeface="Arial" pitchFamily="34" charset="0"/>
                <a:cs typeface="Arial" pitchFamily="34" charset="0"/>
              </a:defRPr>
            </a:lvl3pPr>
            <a:lvl4pPr>
              <a:spcBef>
                <a:spcPts val="0"/>
              </a:spcBef>
              <a:spcAft>
                <a:spcPts val="0"/>
              </a:spcAft>
              <a:defRPr sz="2000">
                <a:latin typeface="Arial" pitchFamily="34" charset="0"/>
                <a:cs typeface="Arial" pitchFamily="34" charset="0"/>
              </a:defRPr>
            </a:lvl4pPr>
            <a:lvl5pPr>
              <a:spcBef>
                <a:spcPts val="0"/>
              </a:spcBef>
              <a:spcAft>
                <a:spcPts val="0"/>
              </a:spcAft>
              <a:defRPr sz="2000">
                <a:latin typeface="Arial" pitchFamily="34" charset="0"/>
                <a:cs typeface="Arial" pitchFamily="34" charset="0"/>
              </a:defRPr>
            </a:lvl5pPr>
            <a:lvl6pPr marL="1519979" indent="-310329">
              <a:spcBef>
                <a:spcPts val="0"/>
              </a:spcBef>
              <a:spcAft>
                <a:spcPts val="0"/>
              </a:spcAft>
              <a:buSzPct val="70000"/>
              <a:defRPr sz="2400">
                <a:latin typeface="+mj-lt"/>
              </a:defRPr>
            </a:lvl6pPr>
            <a:lvl7pPr marL="1823974" indent="-303994">
              <a:spcBef>
                <a:spcPts val="0"/>
              </a:spcBef>
              <a:spcAft>
                <a:spcPts val="0"/>
              </a:spcAft>
              <a:buSzPct val="70000"/>
              <a:buFont typeface="Arial" pitchFamily="34" charset="0"/>
              <a:buChar char="–"/>
              <a:defRPr sz="2400" baseline="0">
                <a:latin typeface="+mj-lt"/>
              </a:defRPr>
            </a:lvl7pPr>
            <a:lvl8pPr marL="2127974" indent="-303994">
              <a:spcBef>
                <a:spcPts val="0"/>
              </a:spcBef>
              <a:spcAft>
                <a:spcPts val="0"/>
              </a:spcAft>
              <a:buSzPct val="70000"/>
              <a:defRPr sz="2400" baseline="0">
                <a:latin typeface="+mj-lt"/>
              </a:defRPr>
            </a:lvl8pPr>
            <a:lvl9pPr marL="2425628" indent="-297663">
              <a:spcBef>
                <a:spcPts val="0"/>
              </a:spcBef>
              <a:spcAft>
                <a:spcPts val="0"/>
              </a:spcAft>
              <a:buSzPct val="70000"/>
              <a:buFont typeface="Arial" pitchFamily="34" charset="0"/>
              <a:buChar char="–"/>
              <a:defRPr sz="2400">
                <a:latin typeface="+mj-lt"/>
              </a:defRPr>
            </a:lvl9pPr>
          </a:lstStyle>
          <a:p>
            <a:pPr marL="0" marR="0" lvl="0" indent="0" algn="l" defTabSz="1215982"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4</a:t>
            </a:r>
          </a:p>
          <a:p>
            <a:pPr marL="379994" lvl="1" indent="-379994" algn="l" defTabSz="1215982"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9" name="Picture Placeholder 22"/>
          <p:cNvSpPr>
            <a:spLocks noGrp="1"/>
          </p:cNvSpPr>
          <p:nvPr>
            <p:ph type="pic" sz="quarter" idx="24"/>
          </p:nvPr>
        </p:nvSpPr>
        <p:spPr bwMode="gray">
          <a:xfrm>
            <a:off x="6279869" y="4242829"/>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12" name="Title 1"/>
          <p:cNvSpPr>
            <a:spLocks noGrp="1"/>
          </p:cNvSpPr>
          <p:nvPr>
            <p:ph type="title"/>
          </p:nvPr>
        </p:nvSpPr>
        <p:spPr bwMode="gray">
          <a:xfrm>
            <a:off x="641130" y="883006"/>
            <a:ext cx="10962166"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1215982" rtl="0" eaLnBrk="1" fontAlgn="base" latinLnBrk="0" hangingPunct="1">
              <a:spcBef>
                <a:spcPct val="0"/>
              </a:spcBef>
              <a:spcAft>
                <a:spcPct val="0"/>
              </a:spcAft>
              <a:buNone/>
            </a:pPr>
            <a:r>
              <a:rPr lang="en-US" dirty="0"/>
              <a:t>Click to edit Master title style</a:t>
            </a:r>
          </a:p>
        </p:txBody>
      </p:sp>
      <p:sp>
        <p:nvSpPr>
          <p:cNvPr id="13" name="Text Placeholder 41"/>
          <p:cNvSpPr>
            <a:spLocks noGrp="1"/>
          </p:cNvSpPr>
          <p:nvPr>
            <p:ph type="body" sz="quarter" idx="25"/>
          </p:nvPr>
        </p:nvSpPr>
        <p:spPr bwMode="gray">
          <a:xfrm>
            <a:off x="641106" y="1434421"/>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867230604"/>
      </p:ext>
    </p:extLst>
  </p:cSld>
  <p:clrMapOvr>
    <a:masterClrMapping/>
  </p:clrMapOvr>
  <p:transition spd="slow">
    <p:wip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41158" y="1972133"/>
            <a:ext cx="10964283" cy="4163390"/>
          </a:xfrm>
        </p:spPr>
        <p:txBody>
          <a:bodyPr>
            <a:noAutofit/>
          </a:bodyPr>
          <a:lstStyle>
            <a:lvl1pPr marL="0" indent="0">
              <a:buNone/>
              <a:defRPr>
                <a:latin typeface="Arial" pitchFamily="34" charset="0"/>
                <a:cs typeface="Arial" pitchFamily="34" charset="0"/>
              </a:defRPr>
            </a:lvl1pPr>
          </a:lstStyle>
          <a:p>
            <a:r>
              <a:rPr lang="en-US" dirty="0"/>
              <a:t>Click icon to add table</a:t>
            </a:r>
          </a:p>
        </p:txBody>
      </p:sp>
      <p:sp>
        <p:nvSpPr>
          <p:cNvPr id="5" name="Title 1"/>
          <p:cNvSpPr>
            <a:spLocks noGrp="1"/>
          </p:cNvSpPr>
          <p:nvPr>
            <p:ph type="title"/>
          </p:nvPr>
        </p:nvSpPr>
        <p:spPr bwMode="gray">
          <a:xfrm>
            <a:off x="641130" y="883006"/>
            <a:ext cx="10962166"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1215982" rtl="0" eaLnBrk="1" fontAlgn="base" latinLnBrk="0" hangingPunct="1">
              <a:spcBef>
                <a:spcPct val="0"/>
              </a:spcBef>
              <a:spcAft>
                <a:spcPct val="0"/>
              </a:spcAft>
              <a:buNone/>
            </a:pPr>
            <a:r>
              <a:rPr lang="en-US" dirty="0"/>
              <a:t>Click to edit Master title style</a:t>
            </a:r>
          </a:p>
        </p:txBody>
      </p:sp>
      <p:sp>
        <p:nvSpPr>
          <p:cNvPr id="7" name="Text Placeholder 41"/>
          <p:cNvSpPr>
            <a:spLocks noGrp="1"/>
          </p:cNvSpPr>
          <p:nvPr>
            <p:ph type="body" sz="quarter" idx="13"/>
          </p:nvPr>
        </p:nvSpPr>
        <p:spPr bwMode="gray">
          <a:xfrm>
            <a:off x="641106" y="1434421"/>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064831376"/>
      </p:ext>
    </p:extLst>
  </p:cSld>
  <p:clrMapOvr>
    <a:masterClrMapping/>
  </p:clrMapOvr>
  <p:transition spd="slow">
    <p:wip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41158" y="1972183"/>
            <a:ext cx="10964283" cy="4163389"/>
          </a:xfrm>
        </p:spPr>
        <p:txBody>
          <a:bodyPr>
            <a:noAutofit/>
          </a:bodyPr>
          <a:lstStyle>
            <a:lvl1pPr marL="0" indent="0">
              <a:buNone/>
              <a:defRPr>
                <a:latin typeface="Arial" pitchFamily="34" charset="0"/>
                <a:cs typeface="Arial" pitchFamily="34" charset="0"/>
              </a:defRPr>
            </a:lvl1pPr>
          </a:lstStyle>
          <a:p>
            <a:r>
              <a:rPr lang="en-US" dirty="0"/>
              <a:t>Click icon to add chart</a:t>
            </a:r>
          </a:p>
        </p:txBody>
      </p:sp>
      <p:sp>
        <p:nvSpPr>
          <p:cNvPr id="6" name="Title 1"/>
          <p:cNvSpPr>
            <a:spLocks noGrp="1"/>
          </p:cNvSpPr>
          <p:nvPr>
            <p:ph type="title"/>
          </p:nvPr>
        </p:nvSpPr>
        <p:spPr bwMode="gray">
          <a:xfrm>
            <a:off x="641130" y="883006"/>
            <a:ext cx="10962166"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1215982" rtl="0" eaLnBrk="1" fontAlgn="base" latinLnBrk="0" hangingPunct="1">
              <a:spcBef>
                <a:spcPct val="0"/>
              </a:spcBef>
              <a:spcAft>
                <a:spcPct val="0"/>
              </a:spcAft>
              <a:buNone/>
            </a:pPr>
            <a:r>
              <a:rPr lang="en-US" dirty="0"/>
              <a:t>Click to edit Master title style</a:t>
            </a:r>
          </a:p>
        </p:txBody>
      </p:sp>
      <p:sp>
        <p:nvSpPr>
          <p:cNvPr id="8" name="Text Placeholder 41"/>
          <p:cNvSpPr>
            <a:spLocks noGrp="1"/>
          </p:cNvSpPr>
          <p:nvPr>
            <p:ph type="body" sz="quarter" idx="13"/>
          </p:nvPr>
        </p:nvSpPr>
        <p:spPr bwMode="gray">
          <a:xfrm>
            <a:off x="641106" y="1434421"/>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69691473"/>
      </p:ext>
    </p:extLst>
  </p:cSld>
  <p:clrMapOvr>
    <a:masterClrMapping/>
  </p:clrMapOvr>
  <p:transition spd="slow">
    <p:wip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21751" y="1527654"/>
            <a:ext cx="8969807"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5982"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821795" y="2718450"/>
            <a:ext cx="9002897" cy="3241913"/>
          </a:xfrm>
          <a:prstGeom prst="rect">
            <a:avLst/>
          </a:prstGeom>
          <a:noFill/>
          <a:ln w="9525">
            <a:noFill/>
            <a:miter lim="800000"/>
            <a:headEnd/>
            <a:tailEnd/>
          </a:ln>
        </p:spPr>
        <p:txBody>
          <a:bodyPr wrap="square" lIns="0" tIns="0" rIns="0" bIns="0">
            <a:spAutoFit/>
          </a:bodyPr>
          <a:lstStyle/>
          <a:p>
            <a:pPr algn="just" defTabSz="1215982" fontAlgn="auto">
              <a:spcBef>
                <a:spcPts val="800"/>
              </a:spcBef>
              <a:spcAft>
                <a:spcPts val="0"/>
              </a:spcAft>
            </a:pPr>
            <a:r>
              <a:rPr lang="en-US" sz="1200" b="1" dirty="0">
                <a:solidFill>
                  <a:srgbClr val="6D6E71"/>
                </a:solidFill>
              </a:rPr>
              <a:t>Disclaimer </a:t>
            </a:r>
          </a:p>
          <a:p>
            <a:pPr algn="just" defTabSz="1215982" fontAlgn="auto">
              <a:spcBef>
                <a:spcPts val="800"/>
              </a:spcBef>
              <a:spcAft>
                <a:spcPts val="0"/>
              </a:spcAft>
            </a:pPr>
            <a:r>
              <a:rPr lang="en-US" sz="1200" dirty="0">
                <a:solidFill>
                  <a:srgbClr val="6D6E71"/>
                </a:solidFill>
              </a:rPr>
              <a:t>Tech Mahindra Limited, herein referred to as Tech Mahindra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 Mahindra or its subsidiaries. Any unauthorized use, disclosure or public dissemination of information contained herein is prohibited. Unless specifically noted, Tech Mahindra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 Mahindra. Information contained in a presentation hosted or promoted by Tech Mahindra is provided “as is” without warranty of any kind, either expressed or implied, including any warranty of merchantability or fitness for a particular purpose. Tech Mahindra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21781" y="2140689"/>
            <a:ext cx="8975995" cy="369332"/>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1215982" rtl="0" eaLnBrk="1" fontAlgn="base" latinLnBrk="0" hangingPunct="1">
              <a:spcBef>
                <a:spcPts val="0"/>
              </a:spcBef>
              <a:spcAft>
                <a:spcPct val="0"/>
              </a:spcAft>
              <a:buClr>
                <a:schemeClr val="tx2"/>
              </a:buClr>
              <a:buFont typeface="Arial" pitchFamily="34" charset="0"/>
              <a:buNone/>
              <a:defRPr lang="en-US" sz="24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126736926"/>
      </p:ext>
    </p:extLst>
  </p:cSld>
  <p:clrMapOvr>
    <a:masterClrMapping/>
  </p:clrMapOvr>
  <p:transition spd="slow">
    <p:wip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Rectangle 2"/>
          <p:cNvSpPr/>
          <p:nvPr userDrawn="1"/>
        </p:nvSpPr>
        <p:spPr bwMode="gray">
          <a:xfrm>
            <a:off x="0" y="0"/>
            <a:ext cx="12187238" cy="6859588"/>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lIns="121604" tIns="60807" rIns="121604" bIns="60807" rtlCol="0" anchor="ctr"/>
          <a:lstStyle/>
          <a:p>
            <a:pPr algn="ctr" defTabSz="1215982" fontAlgn="auto">
              <a:spcBef>
                <a:spcPts val="0"/>
              </a:spcBef>
              <a:spcAft>
                <a:spcPts val="0"/>
              </a:spcAft>
            </a:pPr>
            <a:endParaRPr lang="en-US" sz="2400" dirty="0">
              <a:solidFill>
                <a:prstClr val="black"/>
              </a:solidFill>
            </a:endParaRPr>
          </a:p>
        </p:txBody>
      </p:sp>
      <p:pic>
        <p:nvPicPr>
          <p:cNvPr id="5" name="Picture 4" descr="Mahindra Logo.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2945249" y="2559883"/>
            <a:ext cx="6296740" cy="1739919"/>
          </a:xfrm>
          <a:prstGeom prst="rect">
            <a:avLst/>
          </a:prstGeom>
        </p:spPr>
      </p:pic>
    </p:spTree>
    <p:extLst>
      <p:ext uri="{BB962C8B-B14F-4D97-AF65-F5344CB8AC3E}">
        <p14:creationId xmlns:p14="http://schemas.microsoft.com/office/powerpoint/2010/main" val="771946538"/>
      </p:ext>
    </p:extLst>
  </p:cSld>
  <p:clrMapOvr>
    <a:masterClrMapping/>
  </p:clrMapOvr>
  <p:transition spd="slow">
    <p:wip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1_Thank you">
    <p:spTree>
      <p:nvGrpSpPr>
        <p:cNvPr id="1" name=""/>
        <p:cNvGrpSpPr/>
        <p:nvPr/>
      </p:nvGrpSpPr>
      <p:grpSpPr>
        <a:xfrm>
          <a:off x="0" y="0"/>
          <a:ext cx="0" cy="0"/>
          <a:chOff x="0" y="0"/>
          <a:chExt cx="0" cy="0"/>
        </a:xfrm>
      </p:grpSpPr>
      <p:sp>
        <p:nvSpPr>
          <p:cNvPr id="3" name="TextBox 2"/>
          <p:cNvSpPr txBox="1">
            <a:spLocks noChangeArrowheads="1"/>
          </p:cNvSpPr>
          <p:nvPr userDrawn="1"/>
        </p:nvSpPr>
        <p:spPr bwMode="gray">
          <a:xfrm>
            <a:off x="1821772" y="3426451"/>
            <a:ext cx="3526415" cy="369332"/>
          </a:xfrm>
          <a:prstGeom prst="rect">
            <a:avLst/>
          </a:prstGeom>
          <a:noFill/>
          <a:ln w="9525">
            <a:noFill/>
            <a:miter lim="800000"/>
            <a:headEnd/>
            <a:tailEnd/>
          </a:ln>
        </p:spPr>
        <p:txBody>
          <a:bodyPr wrap="none" lIns="0" tIns="0" rIns="0" bIns="0" anchor="b">
            <a:spAutoFit/>
          </a:bodyPr>
          <a:lstStyle/>
          <a:p>
            <a:pPr defTabSz="1215982" fontAlgn="auto">
              <a:spcBef>
                <a:spcPts val="0"/>
              </a:spcBef>
              <a:spcAft>
                <a:spcPts val="0"/>
              </a:spcAft>
              <a:defRPr/>
            </a:pPr>
            <a:r>
              <a:rPr lang="en-IN" sz="2400" b="1" dirty="0">
                <a:solidFill>
                  <a:srgbClr val="625756"/>
                </a:solidFill>
                <a:latin typeface="Arial"/>
                <a:cs typeface="Arial" charset="0"/>
              </a:rPr>
              <a:t>www.techmahindra.com</a:t>
            </a:r>
            <a:endParaRPr lang="en-US" sz="2400" b="1" dirty="0">
              <a:solidFill>
                <a:srgbClr val="625756"/>
              </a:solidFill>
              <a:latin typeface="Arial"/>
              <a:cs typeface="Arial" charset="0"/>
            </a:endParaRPr>
          </a:p>
        </p:txBody>
      </p:sp>
      <p:sp>
        <p:nvSpPr>
          <p:cNvPr id="4" name="TextBox 3"/>
          <p:cNvSpPr txBox="1">
            <a:spLocks noChangeArrowheads="1"/>
          </p:cNvSpPr>
          <p:nvPr userDrawn="1"/>
        </p:nvSpPr>
        <p:spPr bwMode="gray">
          <a:xfrm>
            <a:off x="1821756" y="4234864"/>
            <a:ext cx="8969043" cy="1579920"/>
          </a:xfrm>
          <a:prstGeom prst="rect">
            <a:avLst/>
          </a:prstGeom>
          <a:noFill/>
          <a:ln w="9525">
            <a:noFill/>
            <a:miter lim="800000"/>
            <a:headEnd/>
            <a:tailEnd/>
          </a:ln>
        </p:spPr>
        <p:txBody>
          <a:bodyPr lIns="0" tIns="0" rIns="0" bIns="0">
            <a:spAutoFit/>
          </a:bodyPr>
          <a:lstStyle/>
          <a:p>
            <a:pPr algn="just" defTabSz="1215982" fontAlgn="auto">
              <a:spcBef>
                <a:spcPts val="800"/>
              </a:spcBef>
              <a:spcAft>
                <a:spcPts val="0"/>
              </a:spcAft>
              <a:defRPr/>
            </a:pPr>
            <a:r>
              <a:rPr lang="en-US" sz="1200" b="1" dirty="0">
                <a:solidFill>
                  <a:srgbClr val="625756"/>
                </a:solidFill>
                <a:latin typeface="Arial"/>
                <a:cs typeface="Arial" charset="0"/>
              </a:rPr>
              <a:t>Safe Harbor</a:t>
            </a:r>
          </a:p>
          <a:p>
            <a:pPr algn="just" defTabSz="1215982" fontAlgn="auto">
              <a:spcBef>
                <a:spcPts val="800"/>
              </a:spcBef>
              <a:spcAft>
                <a:spcPts val="0"/>
              </a:spcAft>
              <a:defRPr/>
            </a:pPr>
            <a:r>
              <a:rPr lang="en-US" sz="1200" dirty="0">
                <a:solidFill>
                  <a:srgbClr val="625756"/>
                </a:solidFill>
                <a:latin typeface="Arial"/>
                <a:cs typeface="Arial" charset="0"/>
              </a:rPr>
              <a:t>This document contains forward-looking statements within the meaning of section 27A of Securities Act of 1933, as amended, and section 21E of the Securities Exchange Act of 1934, as amended. The forward-looking statements contained herein are subject to certain risks and uncertainties that could cause actual results to differ materially from those reflected in the forward-looking statements. We undertakes no duty to update any forward-looking statements. For a discussion of the risks associated with our business, please see the discussions under the heading “Risk Factors” in our report on Form 6-K concerning the quarter ended September 30, 2008, furnished to the Securities and Exchange Commission on 07 November, 2008, and the other reports filed with the Securities and Exchange Commission from time to time. These filings are available at http://www.sec.gov</a:t>
            </a:r>
            <a:endParaRPr lang="en-US" sz="1200" b="1" dirty="0">
              <a:solidFill>
                <a:srgbClr val="625756"/>
              </a:solidFill>
              <a:latin typeface="Arial"/>
              <a:cs typeface="Arial" charset="0"/>
            </a:endParaRPr>
          </a:p>
        </p:txBody>
      </p:sp>
      <p:sp>
        <p:nvSpPr>
          <p:cNvPr id="2" name="Title 1"/>
          <p:cNvSpPr>
            <a:spLocks noGrp="1"/>
          </p:cNvSpPr>
          <p:nvPr>
            <p:ph type="title"/>
          </p:nvPr>
        </p:nvSpPr>
        <p:spPr>
          <a:xfrm>
            <a:off x="1821751" y="1367961"/>
            <a:ext cx="8969807" cy="661720"/>
          </a:xfrm>
        </p:spPr>
        <p:txBody>
          <a:bodyPr/>
          <a:lstStyle>
            <a:lvl1pPr algn="l">
              <a:defRPr/>
            </a:lvl1pPr>
          </a:lstStyle>
          <a:p>
            <a:r>
              <a:rPr lang="en-US" dirty="0"/>
              <a:t>Click to edit Master title style</a:t>
            </a:r>
          </a:p>
        </p:txBody>
      </p:sp>
    </p:spTree>
    <p:extLst>
      <p:ext uri="{BB962C8B-B14F-4D97-AF65-F5344CB8AC3E}">
        <p14:creationId xmlns:p14="http://schemas.microsoft.com/office/powerpoint/2010/main" val="2898358606"/>
      </p:ext>
    </p:extLst>
  </p:cSld>
  <p:clrMapOvr>
    <a:masterClrMapping/>
  </p:clrMapOvr>
  <p:transition spd="slow">
    <p:wip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1_Content slide">
    <p:spTree>
      <p:nvGrpSpPr>
        <p:cNvPr id="1" name=""/>
        <p:cNvGrpSpPr/>
        <p:nvPr/>
      </p:nvGrpSpPr>
      <p:grpSpPr>
        <a:xfrm>
          <a:off x="0" y="0"/>
          <a:ext cx="0" cy="0"/>
          <a:chOff x="0" y="0"/>
          <a:chExt cx="0" cy="0"/>
        </a:xfrm>
      </p:grpSpPr>
      <p:sp>
        <p:nvSpPr>
          <p:cNvPr id="4" name="Title 1"/>
          <p:cNvSpPr>
            <a:spLocks noGrp="1"/>
          </p:cNvSpPr>
          <p:nvPr>
            <p:ph type="title"/>
          </p:nvPr>
        </p:nvSpPr>
        <p:spPr bwMode="gray">
          <a:xfrm>
            <a:off x="641130" y="883006"/>
            <a:ext cx="10962166"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1215982" rtl="0" eaLnBrk="1" fontAlgn="base" latinLnBrk="0" hangingPunct="1">
              <a:spcBef>
                <a:spcPct val="0"/>
              </a:spcBef>
              <a:spcAft>
                <a:spcPct val="0"/>
              </a:spcAft>
              <a:buNone/>
            </a:pPr>
            <a:r>
              <a:rPr lang="en-US" dirty="0"/>
              <a:t>Click to edit Master title style</a:t>
            </a:r>
          </a:p>
        </p:txBody>
      </p:sp>
      <p:sp>
        <p:nvSpPr>
          <p:cNvPr id="6" name="Text Placeholder 4"/>
          <p:cNvSpPr>
            <a:spLocks noGrp="1"/>
          </p:cNvSpPr>
          <p:nvPr>
            <p:ph type="body" sz="quarter" idx="10" hasCustomPrompt="1"/>
          </p:nvPr>
        </p:nvSpPr>
        <p:spPr bwMode="gray">
          <a:xfrm>
            <a:off x="641106" y="1498993"/>
            <a:ext cx="10962167" cy="1846659"/>
          </a:xfrm>
        </p:spPr>
        <p:txBody>
          <a:bodyPr wrap="square">
            <a:spAutoFit/>
          </a:bodyPr>
          <a:lstStyle>
            <a:lvl1pPr algn="l" rtl="0" eaLnBrk="1" latinLnBrk="0" hangingPunct="1">
              <a:spcBef>
                <a:spcPts val="0"/>
              </a:spcBef>
              <a:spcAft>
                <a:spcPts val="0"/>
              </a:spcAft>
              <a:buClr>
                <a:schemeClr val="bg2"/>
              </a:buClr>
              <a:buSzPct val="120000"/>
              <a:defRPr lang="en-US" sz="24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908417" indent="-379994">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2279967" indent="-363104">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27974" indent="-303994">
              <a:spcBef>
                <a:spcPts val="0"/>
              </a:spcBef>
              <a:spcAft>
                <a:spcPts val="0"/>
              </a:spcAft>
              <a:buSzPct val="70000"/>
              <a:defRPr sz="2400" baseline="0">
                <a:latin typeface="Arial" pitchFamily="34" charset="0"/>
                <a:cs typeface="Arial" pitchFamily="34" charset="0"/>
              </a:defRPr>
            </a:lvl8pPr>
            <a:lvl9pPr marL="2425628" indent="-297663">
              <a:spcBef>
                <a:spcPts val="0"/>
              </a:spcBef>
              <a:spcAft>
                <a:spcPts val="0"/>
              </a:spcAft>
              <a:buSzPct val="70000"/>
              <a:buFont typeface="Arial" pitchFamily="34" charset="0"/>
              <a:buChar char="–"/>
              <a:defRPr sz="2400">
                <a:latin typeface="Arial" pitchFamily="34" charset="0"/>
                <a:cs typeface="Arial" pitchFamily="34" charset="0"/>
              </a:defRPr>
            </a:lvl9pPr>
          </a:lstStyle>
          <a:p>
            <a:pPr marL="386328" lvl="0" indent="-386328" algn="l" defTabSz="121598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59989" lvl="2" indent="-371549" algn="l" defTabSz="121598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1539" lvl="3" indent="-371549" algn="l" defTabSz="121598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1534" lvl="4" indent="-379994" algn="l" defTabSz="124131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08417" lvl="5" indent="-379994" algn="l" defTabSz="1215982"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3454104343"/>
      </p:ext>
    </p:extLst>
  </p:cSld>
  <p:clrMapOvr>
    <a:masterClrMapping/>
  </p:clrMapOvr>
  <p:transition spd="slow">
    <p:wip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Content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Text Placeholder 4"/>
          <p:cNvSpPr>
            <a:spLocks noGrp="1"/>
          </p:cNvSpPr>
          <p:nvPr>
            <p:ph type="body" sz="quarter" idx="10"/>
          </p:nvPr>
        </p:nvSpPr>
        <p:spPr>
          <a:xfrm>
            <a:off x="403806" y="1173482"/>
            <a:ext cx="5558621" cy="5305067"/>
          </a:xfrm>
          <a:ln>
            <a:solidFill>
              <a:schemeClr val="bg2"/>
            </a:solidFill>
          </a:ln>
        </p:spPr>
        <p:txBody>
          <a:bodyPr lIns="121604" tIns="729590" rIns="121604" bIns="121604">
            <a:noAutofit/>
          </a:bodyPr>
          <a:lstStyle>
            <a:lvl1pPr>
              <a:spcBef>
                <a:spcPts val="0"/>
              </a:spcBef>
              <a:spcAft>
                <a:spcPts val="0"/>
              </a:spcAft>
              <a:defRPr sz="2400">
                <a:latin typeface="Arial" pitchFamily="34" charset="0"/>
                <a:cs typeface="Arial" pitchFamily="34" charset="0"/>
              </a:defRPr>
            </a:lvl1pPr>
            <a:lvl2pPr>
              <a:spcBef>
                <a:spcPts val="0"/>
              </a:spcBef>
              <a:spcAft>
                <a:spcPts val="0"/>
              </a:spcAft>
              <a:defRPr sz="2400">
                <a:latin typeface="Arial" pitchFamily="34" charset="0"/>
                <a:cs typeface="Arial" pitchFamily="34" charset="0"/>
              </a:defRPr>
            </a:lvl2pPr>
            <a:lvl3pPr>
              <a:spcBef>
                <a:spcPts val="0"/>
              </a:spcBef>
              <a:spcAft>
                <a:spcPts val="0"/>
              </a:spcAft>
              <a:defRPr sz="2400">
                <a:latin typeface="Arial" pitchFamily="34" charset="0"/>
                <a:cs typeface="Arial" pitchFamily="34" charset="0"/>
              </a:defRPr>
            </a:lvl3pPr>
            <a:lvl4pPr>
              <a:spcBef>
                <a:spcPts val="0"/>
              </a:spcBef>
              <a:spcAft>
                <a:spcPts val="0"/>
              </a:spcAft>
              <a:defRPr sz="2400">
                <a:latin typeface="Arial" pitchFamily="34" charset="0"/>
                <a:cs typeface="Arial" pitchFamily="34" charset="0"/>
              </a:defRPr>
            </a:lvl4pPr>
            <a:lvl5pPr>
              <a:spcBef>
                <a:spcPts val="0"/>
              </a:spcBef>
              <a:spcAft>
                <a:spcPts val="0"/>
              </a:spcAft>
              <a:defRPr sz="2400">
                <a:latin typeface="Arial" pitchFamily="34" charset="0"/>
                <a:cs typeface="Arial" pitchFamily="34" charset="0"/>
              </a:defRPr>
            </a:lvl5pPr>
            <a:lvl6pPr marL="1519979" indent="-310329">
              <a:spcBef>
                <a:spcPts val="0"/>
              </a:spcBef>
              <a:spcAft>
                <a:spcPts val="0"/>
              </a:spcAft>
              <a:buSzPct val="70000"/>
              <a:defRPr sz="2400">
                <a:latin typeface="+mj-lt"/>
              </a:defRPr>
            </a:lvl6pPr>
            <a:lvl7pPr marL="1823974" indent="-303994">
              <a:spcBef>
                <a:spcPts val="0"/>
              </a:spcBef>
              <a:spcAft>
                <a:spcPts val="0"/>
              </a:spcAft>
              <a:buSzPct val="70000"/>
              <a:buFont typeface="Arial" pitchFamily="34" charset="0"/>
              <a:buChar char="–"/>
              <a:defRPr sz="2400" baseline="0">
                <a:latin typeface="+mj-lt"/>
              </a:defRPr>
            </a:lvl7pPr>
            <a:lvl8pPr marL="2127974" indent="-303994">
              <a:spcBef>
                <a:spcPts val="0"/>
              </a:spcBef>
              <a:spcAft>
                <a:spcPts val="0"/>
              </a:spcAft>
              <a:buSzPct val="70000"/>
              <a:defRPr sz="2400" baseline="0">
                <a:latin typeface="+mj-lt"/>
              </a:defRPr>
            </a:lvl8pPr>
            <a:lvl9pPr marL="2425628" indent="-297663">
              <a:spcBef>
                <a:spcPts val="0"/>
              </a:spcBef>
              <a:spcAft>
                <a:spcPts val="0"/>
              </a:spcAft>
              <a:buSzPct val="70000"/>
              <a:buFont typeface="Arial" pitchFamily="34" charset="0"/>
              <a:buChar char="–"/>
              <a:defRPr sz="24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4"/>
          <p:cNvSpPr>
            <a:spLocks noGrp="1"/>
          </p:cNvSpPr>
          <p:nvPr>
            <p:ph type="body" sz="quarter" idx="11"/>
          </p:nvPr>
        </p:nvSpPr>
        <p:spPr>
          <a:xfrm>
            <a:off x="6195235" y="1173482"/>
            <a:ext cx="5558621" cy="5305067"/>
          </a:xfrm>
          <a:ln>
            <a:solidFill>
              <a:schemeClr val="bg2"/>
            </a:solidFill>
          </a:ln>
        </p:spPr>
        <p:txBody>
          <a:bodyPr lIns="121604" tIns="729590" rIns="121604" bIns="121604">
            <a:noAutofit/>
          </a:bodyPr>
          <a:lstStyle>
            <a:lvl1pPr>
              <a:spcBef>
                <a:spcPts val="0"/>
              </a:spcBef>
              <a:spcAft>
                <a:spcPts val="0"/>
              </a:spcAft>
              <a:defRPr sz="2400">
                <a:latin typeface="Arial" pitchFamily="34" charset="0"/>
                <a:cs typeface="Arial" pitchFamily="34" charset="0"/>
              </a:defRPr>
            </a:lvl1pPr>
            <a:lvl2pPr>
              <a:spcBef>
                <a:spcPts val="0"/>
              </a:spcBef>
              <a:spcAft>
                <a:spcPts val="0"/>
              </a:spcAft>
              <a:defRPr sz="2400">
                <a:latin typeface="Arial" pitchFamily="34" charset="0"/>
                <a:cs typeface="Arial" pitchFamily="34" charset="0"/>
              </a:defRPr>
            </a:lvl2pPr>
            <a:lvl3pPr>
              <a:spcBef>
                <a:spcPts val="0"/>
              </a:spcBef>
              <a:spcAft>
                <a:spcPts val="0"/>
              </a:spcAft>
              <a:defRPr sz="2400">
                <a:latin typeface="Arial" pitchFamily="34" charset="0"/>
                <a:cs typeface="Arial" pitchFamily="34" charset="0"/>
              </a:defRPr>
            </a:lvl3pPr>
            <a:lvl4pPr>
              <a:spcBef>
                <a:spcPts val="0"/>
              </a:spcBef>
              <a:spcAft>
                <a:spcPts val="0"/>
              </a:spcAft>
              <a:defRPr sz="2400">
                <a:latin typeface="Arial" pitchFamily="34" charset="0"/>
                <a:cs typeface="Arial" pitchFamily="34" charset="0"/>
              </a:defRPr>
            </a:lvl4pPr>
            <a:lvl5pPr>
              <a:spcBef>
                <a:spcPts val="0"/>
              </a:spcBef>
              <a:spcAft>
                <a:spcPts val="0"/>
              </a:spcAft>
              <a:defRPr sz="2400">
                <a:latin typeface="Arial" pitchFamily="34" charset="0"/>
                <a:cs typeface="Arial" pitchFamily="34" charset="0"/>
              </a:defRPr>
            </a:lvl5pPr>
            <a:lvl6pPr marL="1519979" indent="-310329">
              <a:spcBef>
                <a:spcPts val="0"/>
              </a:spcBef>
              <a:spcAft>
                <a:spcPts val="0"/>
              </a:spcAft>
              <a:buSzPct val="70000"/>
              <a:defRPr sz="2400">
                <a:latin typeface="+mj-lt"/>
              </a:defRPr>
            </a:lvl6pPr>
            <a:lvl7pPr marL="1823974" indent="-303994">
              <a:spcBef>
                <a:spcPts val="0"/>
              </a:spcBef>
              <a:spcAft>
                <a:spcPts val="0"/>
              </a:spcAft>
              <a:buSzPct val="70000"/>
              <a:buFont typeface="Arial" pitchFamily="34" charset="0"/>
              <a:buChar char="–"/>
              <a:defRPr sz="2400" baseline="0">
                <a:latin typeface="+mj-lt"/>
              </a:defRPr>
            </a:lvl7pPr>
            <a:lvl8pPr marL="2127974" indent="-303994">
              <a:spcBef>
                <a:spcPts val="0"/>
              </a:spcBef>
              <a:spcAft>
                <a:spcPts val="0"/>
              </a:spcAft>
              <a:buSzPct val="70000"/>
              <a:defRPr sz="2400" baseline="0">
                <a:latin typeface="+mj-lt"/>
              </a:defRPr>
            </a:lvl8pPr>
            <a:lvl9pPr marL="2425628" indent="-297663">
              <a:spcBef>
                <a:spcPts val="0"/>
              </a:spcBef>
              <a:spcAft>
                <a:spcPts val="0"/>
              </a:spcAft>
              <a:buSzPct val="70000"/>
              <a:buFont typeface="Arial" pitchFamily="34" charset="0"/>
              <a:buChar char="–"/>
              <a:defRPr sz="24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2"/>
          </p:nvPr>
        </p:nvSpPr>
        <p:spPr>
          <a:xfrm>
            <a:off x="403806" y="1173446"/>
            <a:ext cx="5558621" cy="614915"/>
          </a:xfrm>
          <a:solidFill>
            <a:schemeClr val="bg2"/>
          </a:solidFill>
          <a:ln>
            <a:noFill/>
          </a:ln>
        </p:spPr>
        <p:txBody>
          <a:bodyPr lIns="121604" tIns="121604" rIns="121604" bIns="121604"/>
          <a:lstStyle>
            <a:lvl1pPr>
              <a:spcBef>
                <a:spcPts val="0"/>
              </a:spcBef>
              <a:spcAft>
                <a:spcPts val="0"/>
              </a:spcAft>
              <a:defRPr sz="2400" b="1">
                <a:solidFill>
                  <a:schemeClr val="bg1"/>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19979" indent="-310329">
              <a:spcBef>
                <a:spcPts val="0"/>
              </a:spcBef>
              <a:spcAft>
                <a:spcPts val="0"/>
              </a:spcAft>
              <a:buSzPct val="70000"/>
              <a:defRPr sz="2400">
                <a:latin typeface="+mj-lt"/>
              </a:defRPr>
            </a:lvl6pPr>
            <a:lvl7pPr marL="1823974" indent="-303994">
              <a:spcBef>
                <a:spcPts val="0"/>
              </a:spcBef>
              <a:spcAft>
                <a:spcPts val="0"/>
              </a:spcAft>
              <a:buSzPct val="70000"/>
              <a:buFont typeface="Arial" pitchFamily="34" charset="0"/>
              <a:buChar char="–"/>
              <a:defRPr sz="2400" baseline="0">
                <a:latin typeface="+mj-lt"/>
              </a:defRPr>
            </a:lvl7pPr>
            <a:lvl8pPr marL="2127974" indent="-303994">
              <a:spcBef>
                <a:spcPts val="0"/>
              </a:spcBef>
              <a:spcAft>
                <a:spcPts val="0"/>
              </a:spcAft>
              <a:buSzPct val="70000"/>
              <a:defRPr sz="2400" baseline="0">
                <a:latin typeface="+mj-lt"/>
              </a:defRPr>
            </a:lvl8pPr>
            <a:lvl9pPr marL="2425628" indent="-297663">
              <a:spcBef>
                <a:spcPts val="0"/>
              </a:spcBef>
              <a:spcAft>
                <a:spcPts val="0"/>
              </a:spcAft>
              <a:buSzPct val="70000"/>
              <a:buFont typeface="Arial" pitchFamily="34" charset="0"/>
              <a:buChar char="–"/>
              <a:defRPr sz="2400">
                <a:latin typeface="+mj-lt"/>
              </a:defRPr>
            </a:lvl9pPr>
          </a:lstStyle>
          <a:p>
            <a:pPr lvl="0"/>
            <a:r>
              <a:rPr lang="en-US"/>
              <a:t>Click to edit Master text styles</a:t>
            </a:r>
          </a:p>
        </p:txBody>
      </p:sp>
      <p:sp>
        <p:nvSpPr>
          <p:cNvPr id="6" name="Text Placeholder 4"/>
          <p:cNvSpPr>
            <a:spLocks noGrp="1"/>
          </p:cNvSpPr>
          <p:nvPr>
            <p:ph type="body" sz="quarter" idx="13"/>
          </p:nvPr>
        </p:nvSpPr>
        <p:spPr>
          <a:xfrm>
            <a:off x="6195235" y="1173446"/>
            <a:ext cx="5558621" cy="614915"/>
          </a:xfrm>
          <a:solidFill>
            <a:schemeClr val="bg2"/>
          </a:solidFill>
          <a:ln>
            <a:noFill/>
          </a:ln>
        </p:spPr>
        <p:txBody>
          <a:bodyPr lIns="121604" tIns="121604" rIns="121604" bIns="121604"/>
          <a:lstStyle>
            <a:lvl1pPr>
              <a:spcBef>
                <a:spcPts val="0"/>
              </a:spcBef>
              <a:spcAft>
                <a:spcPts val="0"/>
              </a:spcAft>
              <a:defRPr sz="2400" b="1">
                <a:solidFill>
                  <a:schemeClr val="bg1"/>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19979" indent="-310329">
              <a:spcBef>
                <a:spcPts val="0"/>
              </a:spcBef>
              <a:spcAft>
                <a:spcPts val="0"/>
              </a:spcAft>
              <a:buSzPct val="70000"/>
              <a:defRPr sz="2400">
                <a:latin typeface="+mj-lt"/>
              </a:defRPr>
            </a:lvl6pPr>
            <a:lvl7pPr marL="1823974" indent="-303994">
              <a:spcBef>
                <a:spcPts val="0"/>
              </a:spcBef>
              <a:spcAft>
                <a:spcPts val="0"/>
              </a:spcAft>
              <a:buSzPct val="70000"/>
              <a:buFont typeface="Arial" pitchFamily="34" charset="0"/>
              <a:buChar char="–"/>
              <a:defRPr sz="2400" baseline="0">
                <a:latin typeface="+mj-lt"/>
              </a:defRPr>
            </a:lvl7pPr>
            <a:lvl8pPr marL="2127974" indent="-303994">
              <a:spcBef>
                <a:spcPts val="0"/>
              </a:spcBef>
              <a:spcAft>
                <a:spcPts val="0"/>
              </a:spcAft>
              <a:buSzPct val="70000"/>
              <a:defRPr sz="2400" baseline="0">
                <a:latin typeface="+mj-lt"/>
              </a:defRPr>
            </a:lvl8pPr>
            <a:lvl9pPr marL="2425628" indent="-297663">
              <a:spcBef>
                <a:spcPts val="0"/>
              </a:spcBef>
              <a:spcAft>
                <a:spcPts val="0"/>
              </a:spcAft>
              <a:buSzPct val="70000"/>
              <a:buFont typeface="Arial" pitchFamily="34" charset="0"/>
              <a:buChar char="–"/>
              <a:defRPr sz="2400">
                <a:latin typeface="+mj-lt"/>
              </a:defRPr>
            </a:lvl9pPr>
          </a:lstStyle>
          <a:p>
            <a:pPr lvl="0"/>
            <a:r>
              <a:rPr lang="en-US"/>
              <a:t>Click to edit Master text styles</a:t>
            </a:r>
          </a:p>
        </p:txBody>
      </p:sp>
    </p:spTree>
    <p:extLst>
      <p:ext uri="{BB962C8B-B14F-4D97-AF65-F5344CB8AC3E}">
        <p14:creationId xmlns:p14="http://schemas.microsoft.com/office/powerpoint/2010/main" val="1131571761"/>
      </p:ext>
    </p:extLst>
  </p:cSld>
  <p:clrMapOvr>
    <a:masterClrMapping/>
  </p:clrMapOvr>
  <p:transition spd="slow">
    <p:wip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2_Content 4">
    <p:spTree>
      <p:nvGrpSpPr>
        <p:cNvPr id="1" name=""/>
        <p:cNvGrpSpPr/>
        <p:nvPr/>
      </p:nvGrpSpPr>
      <p:grpSpPr>
        <a:xfrm>
          <a:off x="0" y="0"/>
          <a:ext cx="0" cy="0"/>
          <a:chOff x="0" y="0"/>
          <a:chExt cx="0" cy="0"/>
        </a:xfrm>
      </p:grpSpPr>
      <p:sp>
        <p:nvSpPr>
          <p:cNvPr id="11" name="Text Placeholder 4"/>
          <p:cNvSpPr>
            <a:spLocks noGrp="1"/>
          </p:cNvSpPr>
          <p:nvPr>
            <p:ph type="body" sz="quarter" idx="10"/>
          </p:nvPr>
        </p:nvSpPr>
        <p:spPr>
          <a:xfrm>
            <a:off x="403806" y="1174412"/>
            <a:ext cx="5558621" cy="2562012"/>
          </a:xfrm>
          <a:ln>
            <a:solidFill>
              <a:schemeClr val="bg2"/>
            </a:solidFill>
          </a:ln>
        </p:spPr>
        <p:txBody>
          <a:bodyPr lIns="121604" tIns="729590" rIns="121604" bIns="121604">
            <a:noAutofit/>
          </a:bodyPr>
          <a:lstStyle>
            <a:lvl1pPr>
              <a:spcBef>
                <a:spcPts val="0"/>
              </a:spcBef>
              <a:spcAft>
                <a:spcPts val="0"/>
              </a:spcAft>
              <a:defRPr sz="2400">
                <a:latin typeface="Arial" pitchFamily="34" charset="0"/>
                <a:cs typeface="Arial" pitchFamily="34" charset="0"/>
              </a:defRPr>
            </a:lvl1pPr>
            <a:lvl2pPr>
              <a:spcBef>
                <a:spcPts val="0"/>
              </a:spcBef>
              <a:spcAft>
                <a:spcPts val="0"/>
              </a:spcAft>
              <a:defRPr sz="2400">
                <a:latin typeface="Arial" pitchFamily="34" charset="0"/>
                <a:cs typeface="Arial" pitchFamily="34" charset="0"/>
              </a:defRPr>
            </a:lvl2pPr>
            <a:lvl3pPr>
              <a:spcBef>
                <a:spcPts val="0"/>
              </a:spcBef>
              <a:spcAft>
                <a:spcPts val="0"/>
              </a:spcAft>
              <a:defRPr sz="2400">
                <a:latin typeface="Arial" pitchFamily="34" charset="0"/>
                <a:cs typeface="Arial" pitchFamily="34" charset="0"/>
              </a:defRPr>
            </a:lvl3pPr>
            <a:lvl4pPr>
              <a:spcBef>
                <a:spcPts val="0"/>
              </a:spcBef>
              <a:spcAft>
                <a:spcPts val="0"/>
              </a:spcAft>
              <a:defRPr sz="2400">
                <a:latin typeface="Arial" pitchFamily="34" charset="0"/>
                <a:cs typeface="Arial" pitchFamily="34" charset="0"/>
              </a:defRPr>
            </a:lvl4pPr>
            <a:lvl5pPr>
              <a:spcBef>
                <a:spcPts val="0"/>
              </a:spcBef>
              <a:spcAft>
                <a:spcPts val="0"/>
              </a:spcAft>
              <a:defRPr sz="2400">
                <a:latin typeface="Arial" pitchFamily="34" charset="0"/>
                <a:cs typeface="Arial" pitchFamily="34" charset="0"/>
              </a:defRPr>
            </a:lvl5pPr>
            <a:lvl6pPr marL="1519979" indent="-310329">
              <a:spcBef>
                <a:spcPts val="0"/>
              </a:spcBef>
              <a:spcAft>
                <a:spcPts val="0"/>
              </a:spcAft>
              <a:buSzPct val="70000"/>
              <a:defRPr sz="2400">
                <a:latin typeface="+mj-lt"/>
              </a:defRPr>
            </a:lvl6pPr>
            <a:lvl7pPr marL="1823974" indent="-303994">
              <a:spcBef>
                <a:spcPts val="0"/>
              </a:spcBef>
              <a:spcAft>
                <a:spcPts val="0"/>
              </a:spcAft>
              <a:buSzPct val="70000"/>
              <a:buFont typeface="Arial" pitchFamily="34" charset="0"/>
              <a:buChar char="–"/>
              <a:defRPr sz="2400" baseline="0">
                <a:latin typeface="+mj-lt"/>
              </a:defRPr>
            </a:lvl7pPr>
            <a:lvl8pPr marL="2127974" indent="-303994">
              <a:spcBef>
                <a:spcPts val="0"/>
              </a:spcBef>
              <a:spcAft>
                <a:spcPts val="0"/>
              </a:spcAft>
              <a:buSzPct val="70000"/>
              <a:defRPr sz="2400" baseline="0">
                <a:latin typeface="+mj-lt"/>
              </a:defRPr>
            </a:lvl8pPr>
            <a:lvl9pPr marL="2425628" indent="-297663">
              <a:spcBef>
                <a:spcPts val="0"/>
              </a:spcBef>
              <a:spcAft>
                <a:spcPts val="0"/>
              </a:spcAft>
              <a:buSzPct val="70000"/>
              <a:buFont typeface="Arial" pitchFamily="34" charset="0"/>
              <a:buChar char="–"/>
              <a:defRPr sz="24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4"/>
          <p:cNvSpPr>
            <a:spLocks noGrp="1"/>
          </p:cNvSpPr>
          <p:nvPr>
            <p:ph type="body" sz="quarter" idx="11"/>
          </p:nvPr>
        </p:nvSpPr>
        <p:spPr>
          <a:xfrm>
            <a:off x="6195235" y="1174412"/>
            <a:ext cx="5558621" cy="2562012"/>
          </a:xfrm>
          <a:ln>
            <a:solidFill>
              <a:schemeClr val="bg2"/>
            </a:solidFill>
          </a:ln>
        </p:spPr>
        <p:txBody>
          <a:bodyPr lIns="121604" tIns="729590" rIns="121604" bIns="121604">
            <a:noAutofit/>
          </a:bodyPr>
          <a:lstStyle>
            <a:lvl1pPr>
              <a:spcBef>
                <a:spcPts val="0"/>
              </a:spcBef>
              <a:spcAft>
                <a:spcPts val="0"/>
              </a:spcAft>
              <a:defRPr sz="2400">
                <a:latin typeface="Arial" pitchFamily="34" charset="0"/>
                <a:cs typeface="Arial" pitchFamily="34" charset="0"/>
              </a:defRPr>
            </a:lvl1pPr>
            <a:lvl2pPr>
              <a:spcBef>
                <a:spcPts val="0"/>
              </a:spcBef>
              <a:spcAft>
                <a:spcPts val="0"/>
              </a:spcAft>
              <a:defRPr sz="2400">
                <a:latin typeface="Arial" pitchFamily="34" charset="0"/>
                <a:cs typeface="Arial" pitchFamily="34" charset="0"/>
              </a:defRPr>
            </a:lvl2pPr>
            <a:lvl3pPr>
              <a:spcBef>
                <a:spcPts val="0"/>
              </a:spcBef>
              <a:spcAft>
                <a:spcPts val="0"/>
              </a:spcAft>
              <a:defRPr sz="2400">
                <a:latin typeface="Arial" pitchFamily="34" charset="0"/>
                <a:cs typeface="Arial" pitchFamily="34" charset="0"/>
              </a:defRPr>
            </a:lvl3pPr>
            <a:lvl4pPr>
              <a:spcBef>
                <a:spcPts val="0"/>
              </a:spcBef>
              <a:spcAft>
                <a:spcPts val="0"/>
              </a:spcAft>
              <a:defRPr sz="2400">
                <a:latin typeface="Arial" pitchFamily="34" charset="0"/>
                <a:cs typeface="Arial" pitchFamily="34" charset="0"/>
              </a:defRPr>
            </a:lvl4pPr>
            <a:lvl5pPr>
              <a:spcBef>
                <a:spcPts val="0"/>
              </a:spcBef>
              <a:spcAft>
                <a:spcPts val="0"/>
              </a:spcAft>
              <a:defRPr sz="2400">
                <a:latin typeface="Arial" pitchFamily="34" charset="0"/>
                <a:cs typeface="Arial" pitchFamily="34" charset="0"/>
              </a:defRPr>
            </a:lvl5pPr>
            <a:lvl6pPr marL="1519979" indent="-310329">
              <a:spcBef>
                <a:spcPts val="0"/>
              </a:spcBef>
              <a:spcAft>
                <a:spcPts val="0"/>
              </a:spcAft>
              <a:buSzPct val="70000"/>
              <a:defRPr sz="2400">
                <a:latin typeface="+mj-lt"/>
              </a:defRPr>
            </a:lvl6pPr>
            <a:lvl7pPr marL="1823974" indent="-303994">
              <a:spcBef>
                <a:spcPts val="0"/>
              </a:spcBef>
              <a:spcAft>
                <a:spcPts val="0"/>
              </a:spcAft>
              <a:buSzPct val="70000"/>
              <a:buFont typeface="Arial" pitchFamily="34" charset="0"/>
              <a:buChar char="–"/>
              <a:defRPr sz="2400" baseline="0">
                <a:latin typeface="+mj-lt"/>
              </a:defRPr>
            </a:lvl7pPr>
            <a:lvl8pPr marL="2127974" indent="-303994">
              <a:spcBef>
                <a:spcPts val="0"/>
              </a:spcBef>
              <a:spcAft>
                <a:spcPts val="0"/>
              </a:spcAft>
              <a:buSzPct val="70000"/>
              <a:defRPr sz="2400" baseline="0">
                <a:latin typeface="+mj-lt"/>
              </a:defRPr>
            </a:lvl8pPr>
            <a:lvl9pPr marL="2425628" indent="-297663">
              <a:spcBef>
                <a:spcPts val="0"/>
              </a:spcBef>
              <a:spcAft>
                <a:spcPts val="0"/>
              </a:spcAft>
              <a:buSzPct val="70000"/>
              <a:buFont typeface="Arial" pitchFamily="34" charset="0"/>
              <a:buChar char="–"/>
              <a:defRPr sz="24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4"/>
          <p:cNvSpPr>
            <a:spLocks noGrp="1"/>
          </p:cNvSpPr>
          <p:nvPr>
            <p:ph type="body" sz="quarter" idx="12"/>
          </p:nvPr>
        </p:nvSpPr>
        <p:spPr>
          <a:xfrm>
            <a:off x="403806" y="1174414"/>
            <a:ext cx="5558621" cy="614915"/>
          </a:xfrm>
          <a:solidFill>
            <a:schemeClr val="bg2"/>
          </a:solidFill>
          <a:ln>
            <a:noFill/>
          </a:ln>
        </p:spPr>
        <p:txBody>
          <a:bodyPr lIns="121604" tIns="121604" rIns="121604" bIns="121604"/>
          <a:lstStyle>
            <a:lvl1pPr>
              <a:spcBef>
                <a:spcPts val="0"/>
              </a:spcBef>
              <a:spcAft>
                <a:spcPts val="0"/>
              </a:spcAft>
              <a:defRPr sz="2400" b="1">
                <a:solidFill>
                  <a:schemeClr val="bg1"/>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19979" indent="-310329">
              <a:spcBef>
                <a:spcPts val="0"/>
              </a:spcBef>
              <a:spcAft>
                <a:spcPts val="0"/>
              </a:spcAft>
              <a:buSzPct val="70000"/>
              <a:defRPr sz="2400">
                <a:latin typeface="+mj-lt"/>
              </a:defRPr>
            </a:lvl6pPr>
            <a:lvl7pPr marL="1823974" indent="-303994">
              <a:spcBef>
                <a:spcPts val="0"/>
              </a:spcBef>
              <a:spcAft>
                <a:spcPts val="0"/>
              </a:spcAft>
              <a:buSzPct val="70000"/>
              <a:buFont typeface="Arial" pitchFamily="34" charset="0"/>
              <a:buChar char="–"/>
              <a:defRPr sz="2400" baseline="0">
                <a:latin typeface="+mj-lt"/>
              </a:defRPr>
            </a:lvl7pPr>
            <a:lvl8pPr marL="2127974" indent="-303994">
              <a:spcBef>
                <a:spcPts val="0"/>
              </a:spcBef>
              <a:spcAft>
                <a:spcPts val="0"/>
              </a:spcAft>
              <a:buSzPct val="70000"/>
              <a:defRPr sz="2400" baseline="0">
                <a:latin typeface="+mj-lt"/>
              </a:defRPr>
            </a:lvl8pPr>
            <a:lvl9pPr marL="2425628" indent="-297663">
              <a:spcBef>
                <a:spcPts val="0"/>
              </a:spcBef>
              <a:spcAft>
                <a:spcPts val="0"/>
              </a:spcAft>
              <a:buSzPct val="70000"/>
              <a:buFont typeface="Arial" pitchFamily="34" charset="0"/>
              <a:buChar char="–"/>
              <a:defRPr sz="2400">
                <a:latin typeface="+mj-lt"/>
              </a:defRPr>
            </a:lvl9pPr>
          </a:lstStyle>
          <a:p>
            <a:pPr lvl="0"/>
            <a:r>
              <a:rPr lang="en-US"/>
              <a:t>Click to edit Master text styles</a:t>
            </a:r>
          </a:p>
        </p:txBody>
      </p:sp>
      <p:sp>
        <p:nvSpPr>
          <p:cNvPr id="14" name="Text Placeholder 4"/>
          <p:cNvSpPr>
            <a:spLocks noGrp="1"/>
          </p:cNvSpPr>
          <p:nvPr>
            <p:ph type="body" sz="quarter" idx="13"/>
          </p:nvPr>
        </p:nvSpPr>
        <p:spPr>
          <a:xfrm>
            <a:off x="6195235" y="1174414"/>
            <a:ext cx="5558621" cy="614915"/>
          </a:xfrm>
          <a:solidFill>
            <a:schemeClr val="bg2"/>
          </a:solidFill>
          <a:ln>
            <a:noFill/>
          </a:ln>
        </p:spPr>
        <p:txBody>
          <a:bodyPr lIns="121604" tIns="121604" rIns="121604" bIns="121604"/>
          <a:lstStyle>
            <a:lvl1pPr>
              <a:spcBef>
                <a:spcPts val="0"/>
              </a:spcBef>
              <a:spcAft>
                <a:spcPts val="0"/>
              </a:spcAft>
              <a:defRPr sz="2400" b="1">
                <a:solidFill>
                  <a:schemeClr val="bg1"/>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19979" indent="-310329">
              <a:spcBef>
                <a:spcPts val="0"/>
              </a:spcBef>
              <a:spcAft>
                <a:spcPts val="0"/>
              </a:spcAft>
              <a:buSzPct val="70000"/>
              <a:defRPr sz="2400">
                <a:latin typeface="+mj-lt"/>
              </a:defRPr>
            </a:lvl6pPr>
            <a:lvl7pPr marL="1823974" indent="-303994">
              <a:spcBef>
                <a:spcPts val="0"/>
              </a:spcBef>
              <a:spcAft>
                <a:spcPts val="0"/>
              </a:spcAft>
              <a:buSzPct val="70000"/>
              <a:buFont typeface="Arial" pitchFamily="34" charset="0"/>
              <a:buChar char="–"/>
              <a:defRPr sz="2400" baseline="0">
                <a:latin typeface="+mj-lt"/>
              </a:defRPr>
            </a:lvl7pPr>
            <a:lvl8pPr marL="2127974" indent="-303994">
              <a:spcBef>
                <a:spcPts val="0"/>
              </a:spcBef>
              <a:spcAft>
                <a:spcPts val="0"/>
              </a:spcAft>
              <a:buSzPct val="70000"/>
              <a:defRPr sz="2400" baseline="0">
                <a:latin typeface="+mj-lt"/>
              </a:defRPr>
            </a:lvl8pPr>
            <a:lvl9pPr marL="2425628" indent="-297663">
              <a:spcBef>
                <a:spcPts val="0"/>
              </a:spcBef>
              <a:spcAft>
                <a:spcPts val="0"/>
              </a:spcAft>
              <a:buSzPct val="70000"/>
              <a:buFont typeface="Arial" pitchFamily="34" charset="0"/>
              <a:buChar char="–"/>
              <a:defRPr sz="2400">
                <a:latin typeface="+mj-lt"/>
              </a:defRPr>
            </a:lvl9pPr>
          </a:lstStyle>
          <a:p>
            <a:pPr lvl="0"/>
            <a:r>
              <a:rPr lang="en-US"/>
              <a:t>Click to edit Master text styles</a:t>
            </a:r>
          </a:p>
        </p:txBody>
      </p:sp>
      <p:sp>
        <p:nvSpPr>
          <p:cNvPr id="15" name="Text Placeholder 4"/>
          <p:cNvSpPr>
            <a:spLocks noGrp="1"/>
          </p:cNvSpPr>
          <p:nvPr>
            <p:ph type="body" sz="quarter" idx="14"/>
          </p:nvPr>
        </p:nvSpPr>
        <p:spPr>
          <a:xfrm>
            <a:off x="403806" y="3916488"/>
            <a:ext cx="5558621" cy="2562012"/>
          </a:xfrm>
          <a:ln>
            <a:solidFill>
              <a:schemeClr val="bg2"/>
            </a:solidFill>
          </a:ln>
        </p:spPr>
        <p:txBody>
          <a:bodyPr lIns="121604" tIns="729590" rIns="121604" bIns="121604">
            <a:noAutofit/>
          </a:bodyPr>
          <a:lstStyle>
            <a:lvl1pPr>
              <a:spcBef>
                <a:spcPts val="0"/>
              </a:spcBef>
              <a:spcAft>
                <a:spcPts val="0"/>
              </a:spcAft>
              <a:defRPr sz="2400">
                <a:latin typeface="Arial" pitchFamily="34" charset="0"/>
                <a:cs typeface="Arial" pitchFamily="34" charset="0"/>
              </a:defRPr>
            </a:lvl1pPr>
            <a:lvl2pPr>
              <a:spcBef>
                <a:spcPts val="0"/>
              </a:spcBef>
              <a:spcAft>
                <a:spcPts val="0"/>
              </a:spcAft>
              <a:defRPr sz="2400">
                <a:latin typeface="Arial" pitchFamily="34" charset="0"/>
                <a:cs typeface="Arial" pitchFamily="34" charset="0"/>
              </a:defRPr>
            </a:lvl2pPr>
            <a:lvl3pPr>
              <a:spcBef>
                <a:spcPts val="0"/>
              </a:spcBef>
              <a:spcAft>
                <a:spcPts val="0"/>
              </a:spcAft>
              <a:defRPr sz="2400">
                <a:latin typeface="Arial" pitchFamily="34" charset="0"/>
                <a:cs typeface="Arial" pitchFamily="34" charset="0"/>
              </a:defRPr>
            </a:lvl3pPr>
            <a:lvl4pPr>
              <a:spcBef>
                <a:spcPts val="0"/>
              </a:spcBef>
              <a:spcAft>
                <a:spcPts val="0"/>
              </a:spcAft>
              <a:defRPr sz="2400">
                <a:latin typeface="Arial" pitchFamily="34" charset="0"/>
                <a:cs typeface="Arial" pitchFamily="34" charset="0"/>
              </a:defRPr>
            </a:lvl4pPr>
            <a:lvl5pPr>
              <a:spcBef>
                <a:spcPts val="0"/>
              </a:spcBef>
              <a:spcAft>
                <a:spcPts val="0"/>
              </a:spcAft>
              <a:defRPr sz="2400">
                <a:latin typeface="Arial" pitchFamily="34" charset="0"/>
                <a:cs typeface="Arial" pitchFamily="34" charset="0"/>
              </a:defRPr>
            </a:lvl5pPr>
            <a:lvl6pPr marL="1519979" indent="-310329">
              <a:spcBef>
                <a:spcPts val="0"/>
              </a:spcBef>
              <a:spcAft>
                <a:spcPts val="0"/>
              </a:spcAft>
              <a:buSzPct val="70000"/>
              <a:defRPr sz="2400">
                <a:latin typeface="+mj-lt"/>
              </a:defRPr>
            </a:lvl6pPr>
            <a:lvl7pPr marL="1823974" indent="-303994">
              <a:spcBef>
                <a:spcPts val="0"/>
              </a:spcBef>
              <a:spcAft>
                <a:spcPts val="0"/>
              </a:spcAft>
              <a:buSzPct val="70000"/>
              <a:buFont typeface="Arial" pitchFamily="34" charset="0"/>
              <a:buChar char="–"/>
              <a:defRPr sz="2400" baseline="0">
                <a:latin typeface="+mj-lt"/>
              </a:defRPr>
            </a:lvl7pPr>
            <a:lvl8pPr marL="2127974" indent="-303994">
              <a:spcBef>
                <a:spcPts val="0"/>
              </a:spcBef>
              <a:spcAft>
                <a:spcPts val="0"/>
              </a:spcAft>
              <a:buSzPct val="70000"/>
              <a:defRPr sz="2400" baseline="0">
                <a:latin typeface="+mj-lt"/>
              </a:defRPr>
            </a:lvl8pPr>
            <a:lvl9pPr marL="2425628" indent="-297663">
              <a:spcBef>
                <a:spcPts val="0"/>
              </a:spcBef>
              <a:spcAft>
                <a:spcPts val="0"/>
              </a:spcAft>
              <a:buSzPct val="70000"/>
              <a:buFont typeface="Arial" pitchFamily="34" charset="0"/>
              <a:buChar char="–"/>
              <a:defRPr sz="24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4"/>
          <p:cNvSpPr>
            <a:spLocks noGrp="1"/>
          </p:cNvSpPr>
          <p:nvPr>
            <p:ph type="body" sz="quarter" idx="15"/>
          </p:nvPr>
        </p:nvSpPr>
        <p:spPr>
          <a:xfrm>
            <a:off x="6195235" y="3916488"/>
            <a:ext cx="5558621" cy="2562012"/>
          </a:xfrm>
          <a:ln>
            <a:solidFill>
              <a:schemeClr val="bg2"/>
            </a:solidFill>
          </a:ln>
        </p:spPr>
        <p:txBody>
          <a:bodyPr lIns="121604" tIns="729590" rIns="121604" bIns="121604">
            <a:noAutofit/>
          </a:bodyPr>
          <a:lstStyle>
            <a:lvl1pPr>
              <a:spcBef>
                <a:spcPts val="0"/>
              </a:spcBef>
              <a:spcAft>
                <a:spcPts val="0"/>
              </a:spcAft>
              <a:defRPr sz="2400">
                <a:latin typeface="Arial" pitchFamily="34" charset="0"/>
                <a:cs typeface="Arial" pitchFamily="34" charset="0"/>
              </a:defRPr>
            </a:lvl1pPr>
            <a:lvl2pPr>
              <a:spcBef>
                <a:spcPts val="0"/>
              </a:spcBef>
              <a:spcAft>
                <a:spcPts val="0"/>
              </a:spcAft>
              <a:defRPr sz="2400">
                <a:latin typeface="Arial" pitchFamily="34" charset="0"/>
                <a:cs typeface="Arial" pitchFamily="34" charset="0"/>
              </a:defRPr>
            </a:lvl2pPr>
            <a:lvl3pPr>
              <a:spcBef>
                <a:spcPts val="0"/>
              </a:spcBef>
              <a:spcAft>
                <a:spcPts val="0"/>
              </a:spcAft>
              <a:defRPr sz="2400">
                <a:latin typeface="Arial" pitchFamily="34" charset="0"/>
                <a:cs typeface="Arial" pitchFamily="34" charset="0"/>
              </a:defRPr>
            </a:lvl3pPr>
            <a:lvl4pPr>
              <a:spcBef>
                <a:spcPts val="0"/>
              </a:spcBef>
              <a:spcAft>
                <a:spcPts val="0"/>
              </a:spcAft>
              <a:defRPr sz="2400">
                <a:latin typeface="Arial" pitchFamily="34" charset="0"/>
                <a:cs typeface="Arial" pitchFamily="34" charset="0"/>
              </a:defRPr>
            </a:lvl4pPr>
            <a:lvl5pPr>
              <a:spcBef>
                <a:spcPts val="0"/>
              </a:spcBef>
              <a:spcAft>
                <a:spcPts val="0"/>
              </a:spcAft>
              <a:defRPr sz="2400">
                <a:latin typeface="Arial" pitchFamily="34" charset="0"/>
                <a:cs typeface="Arial" pitchFamily="34" charset="0"/>
              </a:defRPr>
            </a:lvl5pPr>
            <a:lvl6pPr marL="1519979" indent="-310329">
              <a:spcBef>
                <a:spcPts val="0"/>
              </a:spcBef>
              <a:spcAft>
                <a:spcPts val="0"/>
              </a:spcAft>
              <a:buSzPct val="70000"/>
              <a:defRPr sz="2400">
                <a:latin typeface="+mj-lt"/>
              </a:defRPr>
            </a:lvl6pPr>
            <a:lvl7pPr marL="1823974" indent="-303994">
              <a:spcBef>
                <a:spcPts val="0"/>
              </a:spcBef>
              <a:spcAft>
                <a:spcPts val="0"/>
              </a:spcAft>
              <a:buSzPct val="70000"/>
              <a:buFont typeface="Arial" pitchFamily="34" charset="0"/>
              <a:buChar char="–"/>
              <a:defRPr sz="2400" baseline="0">
                <a:latin typeface="+mj-lt"/>
              </a:defRPr>
            </a:lvl7pPr>
            <a:lvl8pPr marL="2127974" indent="-303994">
              <a:spcBef>
                <a:spcPts val="0"/>
              </a:spcBef>
              <a:spcAft>
                <a:spcPts val="0"/>
              </a:spcAft>
              <a:buSzPct val="70000"/>
              <a:defRPr sz="2400" baseline="0">
                <a:latin typeface="+mj-lt"/>
              </a:defRPr>
            </a:lvl8pPr>
            <a:lvl9pPr marL="2425628" indent="-297663">
              <a:spcBef>
                <a:spcPts val="0"/>
              </a:spcBef>
              <a:spcAft>
                <a:spcPts val="0"/>
              </a:spcAft>
              <a:buSzPct val="70000"/>
              <a:buFont typeface="Arial" pitchFamily="34" charset="0"/>
              <a:buChar char="–"/>
              <a:defRPr sz="24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4"/>
          <p:cNvSpPr>
            <a:spLocks noGrp="1"/>
          </p:cNvSpPr>
          <p:nvPr>
            <p:ph type="body" sz="quarter" idx="16"/>
          </p:nvPr>
        </p:nvSpPr>
        <p:spPr>
          <a:xfrm>
            <a:off x="403806" y="3916501"/>
            <a:ext cx="5558621" cy="614915"/>
          </a:xfrm>
          <a:solidFill>
            <a:schemeClr val="bg2"/>
          </a:solidFill>
          <a:ln>
            <a:noFill/>
          </a:ln>
        </p:spPr>
        <p:txBody>
          <a:bodyPr lIns="121604" tIns="121604" rIns="121604" bIns="121604"/>
          <a:lstStyle>
            <a:lvl1pPr>
              <a:spcBef>
                <a:spcPts val="0"/>
              </a:spcBef>
              <a:spcAft>
                <a:spcPts val="0"/>
              </a:spcAft>
              <a:defRPr sz="2400" b="1">
                <a:solidFill>
                  <a:schemeClr val="bg1"/>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19979" indent="-310329">
              <a:spcBef>
                <a:spcPts val="0"/>
              </a:spcBef>
              <a:spcAft>
                <a:spcPts val="0"/>
              </a:spcAft>
              <a:buSzPct val="70000"/>
              <a:defRPr sz="2400">
                <a:latin typeface="+mj-lt"/>
              </a:defRPr>
            </a:lvl6pPr>
            <a:lvl7pPr marL="1823974" indent="-303994">
              <a:spcBef>
                <a:spcPts val="0"/>
              </a:spcBef>
              <a:spcAft>
                <a:spcPts val="0"/>
              </a:spcAft>
              <a:buSzPct val="70000"/>
              <a:buFont typeface="Arial" pitchFamily="34" charset="0"/>
              <a:buChar char="–"/>
              <a:defRPr sz="2400" baseline="0">
                <a:latin typeface="+mj-lt"/>
              </a:defRPr>
            </a:lvl7pPr>
            <a:lvl8pPr marL="2127974" indent="-303994">
              <a:spcBef>
                <a:spcPts val="0"/>
              </a:spcBef>
              <a:spcAft>
                <a:spcPts val="0"/>
              </a:spcAft>
              <a:buSzPct val="70000"/>
              <a:defRPr sz="2400" baseline="0">
                <a:latin typeface="+mj-lt"/>
              </a:defRPr>
            </a:lvl8pPr>
            <a:lvl9pPr marL="2425628" indent="-297663">
              <a:spcBef>
                <a:spcPts val="0"/>
              </a:spcBef>
              <a:spcAft>
                <a:spcPts val="0"/>
              </a:spcAft>
              <a:buSzPct val="70000"/>
              <a:buFont typeface="Arial" pitchFamily="34" charset="0"/>
              <a:buChar char="–"/>
              <a:defRPr sz="2400">
                <a:latin typeface="+mj-lt"/>
              </a:defRPr>
            </a:lvl9pPr>
          </a:lstStyle>
          <a:p>
            <a:pPr lvl="0"/>
            <a:r>
              <a:rPr lang="en-US"/>
              <a:t>Click to edit Master text styles</a:t>
            </a:r>
          </a:p>
        </p:txBody>
      </p:sp>
      <p:sp>
        <p:nvSpPr>
          <p:cNvPr id="18" name="Text Placeholder 4"/>
          <p:cNvSpPr>
            <a:spLocks noGrp="1"/>
          </p:cNvSpPr>
          <p:nvPr>
            <p:ph type="body" sz="quarter" idx="17"/>
          </p:nvPr>
        </p:nvSpPr>
        <p:spPr>
          <a:xfrm>
            <a:off x="6195235" y="3916501"/>
            <a:ext cx="5558621" cy="614915"/>
          </a:xfrm>
          <a:solidFill>
            <a:schemeClr val="bg2"/>
          </a:solidFill>
          <a:ln>
            <a:noFill/>
          </a:ln>
        </p:spPr>
        <p:txBody>
          <a:bodyPr lIns="121604" tIns="121604" rIns="121604" bIns="121604"/>
          <a:lstStyle>
            <a:lvl1pPr>
              <a:spcBef>
                <a:spcPts val="0"/>
              </a:spcBef>
              <a:spcAft>
                <a:spcPts val="0"/>
              </a:spcAft>
              <a:defRPr sz="2400" b="1">
                <a:solidFill>
                  <a:schemeClr val="bg1"/>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19979" indent="-310329">
              <a:spcBef>
                <a:spcPts val="0"/>
              </a:spcBef>
              <a:spcAft>
                <a:spcPts val="0"/>
              </a:spcAft>
              <a:buSzPct val="70000"/>
              <a:defRPr sz="2400">
                <a:latin typeface="+mj-lt"/>
              </a:defRPr>
            </a:lvl6pPr>
            <a:lvl7pPr marL="1823974" indent="-303994">
              <a:spcBef>
                <a:spcPts val="0"/>
              </a:spcBef>
              <a:spcAft>
                <a:spcPts val="0"/>
              </a:spcAft>
              <a:buSzPct val="70000"/>
              <a:buFont typeface="Arial" pitchFamily="34" charset="0"/>
              <a:buChar char="–"/>
              <a:defRPr sz="2400" baseline="0">
                <a:latin typeface="+mj-lt"/>
              </a:defRPr>
            </a:lvl7pPr>
            <a:lvl8pPr marL="2127974" indent="-303994">
              <a:spcBef>
                <a:spcPts val="0"/>
              </a:spcBef>
              <a:spcAft>
                <a:spcPts val="0"/>
              </a:spcAft>
              <a:buSzPct val="70000"/>
              <a:defRPr sz="2400" baseline="0">
                <a:latin typeface="+mj-lt"/>
              </a:defRPr>
            </a:lvl8pPr>
            <a:lvl9pPr marL="2425628" indent="-297663">
              <a:spcBef>
                <a:spcPts val="0"/>
              </a:spcBef>
              <a:spcAft>
                <a:spcPts val="0"/>
              </a:spcAft>
              <a:buSzPct val="70000"/>
              <a:buFont typeface="Arial" pitchFamily="34" charset="0"/>
              <a:buChar char="–"/>
              <a:defRPr sz="2400">
                <a:latin typeface="+mj-lt"/>
              </a:defRPr>
            </a:lvl9pPr>
          </a:lstStyle>
          <a:p>
            <a:pPr lvl="0"/>
            <a:r>
              <a:rPr lang="en-US"/>
              <a:t>Click to edit Master text styles</a:t>
            </a:r>
          </a:p>
        </p:txBody>
      </p:sp>
      <p:sp>
        <p:nvSpPr>
          <p:cNvPr id="19" name="Title 1"/>
          <p:cNvSpPr>
            <a:spLocks noGrp="1"/>
          </p:cNvSpPr>
          <p:nvPr>
            <p:ph type="title"/>
          </p:nvPr>
        </p:nvSpPr>
        <p:spPr>
          <a:xfrm>
            <a:off x="609363" y="533528"/>
            <a:ext cx="10968514" cy="661720"/>
          </a:xfrm>
        </p:spPr>
        <p:txBody>
          <a:bodyPr/>
          <a:lstStyle>
            <a:lvl1pPr algn="l">
              <a:defRPr/>
            </a:lvl1pPr>
          </a:lstStyle>
          <a:p>
            <a:r>
              <a:rPr lang="en-US"/>
              <a:t>Click to edit Master title style</a:t>
            </a:r>
            <a:endParaRPr lang="en-US" dirty="0"/>
          </a:p>
        </p:txBody>
      </p:sp>
    </p:spTree>
    <p:extLst>
      <p:ext uri="{BB962C8B-B14F-4D97-AF65-F5344CB8AC3E}">
        <p14:creationId xmlns:p14="http://schemas.microsoft.com/office/powerpoint/2010/main" val="2264580379"/>
      </p:ext>
    </p:extLst>
  </p:cSld>
  <p:clrMapOvr>
    <a:masterClrMapping/>
  </p:clrMapOvr>
  <p:transition spd="slow">
    <p:wip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043" y="2130947"/>
            <a:ext cx="10359152" cy="661720"/>
          </a:xfrm>
        </p:spPr>
        <p:txBody>
          <a:bodyPr/>
          <a:lstStyle/>
          <a:p>
            <a:r>
              <a:rPr lang="en-US"/>
              <a:t>Click to edit Master title style</a:t>
            </a:r>
          </a:p>
        </p:txBody>
      </p:sp>
      <p:sp>
        <p:nvSpPr>
          <p:cNvPr id="3" name="Subtitle 2"/>
          <p:cNvSpPr>
            <a:spLocks noGrp="1"/>
          </p:cNvSpPr>
          <p:nvPr>
            <p:ph type="subTitle" idx="1"/>
          </p:nvPr>
        </p:nvSpPr>
        <p:spPr>
          <a:xfrm>
            <a:off x="1828100" y="3887121"/>
            <a:ext cx="8531067" cy="369332"/>
          </a:xfrm>
        </p:spPr>
        <p:txBody>
          <a:bodyPr/>
          <a:lstStyle>
            <a:lvl1pPr marL="0" indent="0" algn="ctr">
              <a:buNone/>
              <a:defRPr>
                <a:solidFill>
                  <a:schemeClr val="tx1">
                    <a:tint val="75000"/>
                  </a:schemeClr>
                </a:solidFill>
              </a:defRPr>
            </a:lvl1pPr>
            <a:lvl2pPr marL="607990" indent="0" algn="ctr">
              <a:buNone/>
              <a:defRPr>
                <a:solidFill>
                  <a:schemeClr val="tx1">
                    <a:tint val="75000"/>
                  </a:schemeClr>
                </a:solidFill>
              </a:defRPr>
            </a:lvl2pPr>
            <a:lvl3pPr marL="1215982" indent="0" algn="ctr">
              <a:buNone/>
              <a:defRPr>
                <a:solidFill>
                  <a:schemeClr val="tx1">
                    <a:tint val="75000"/>
                  </a:schemeClr>
                </a:solidFill>
              </a:defRPr>
            </a:lvl3pPr>
            <a:lvl4pPr marL="1823974" indent="0" algn="ctr">
              <a:buNone/>
              <a:defRPr>
                <a:solidFill>
                  <a:schemeClr val="tx1">
                    <a:tint val="75000"/>
                  </a:schemeClr>
                </a:solidFill>
              </a:defRPr>
            </a:lvl4pPr>
            <a:lvl5pPr marL="2431963" indent="0" algn="ctr">
              <a:buNone/>
              <a:defRPr>
                <a:solidFill>
                  <a:schemeClr val="tx1">
                    <a:tint val="75000"/>
                  </a:schemeClr>
                </a:solidFill>
              </a:defRPr>
            </a:lvl5pPr>
            <a:lvl6pPr marL="3039960" indent="0" algn="ctr">
              <a:buNone/>
              <a:defRPr>
                <a:solidFill>
                  <a:schemeClr val="tx1">
                    <a:tint val="75000"/>
                  </a:schemeClr>
                </a:solidFill>
              </a:defRPr>
            </a:lvl6pPr>
            <a:lvl7pPr marL="3647946" indent="0" algn="ctr">
              <a:buNone/>
              <a:defRPr>
                <a:solidFill>
                  <a:schemeClr val="tx1">
                    <a:tint val="75000"/>
                  </a:schemeClr>
                </a:solidFill>
              </a:defRPr>
            </a:lvl7pPr>
            <a:lvl8pPr marL="4255939" indent="0" algn="ctr">
              <a:buNone/>
              <a:defRPr>
                <a:solidFill>
                  <a:schemeClr val="tx1">
                    <a:tint val="75000"/>
                  </a:schemeClr>
                </a:solidFill>
              </a:defRPr>
            </a:lvl8pPr>
            <a:lvl9pPr marL="4863931"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609390" y="6357822"/>
            <a:ext cx="2843689" cy="365210"/>
          </a:xfrm>
          <a:prstGeom prst="rect">
            <a:avLst/>
          </a:prstGeom>
        </p:spPr>
        <p:txBody>
          <a:bodyPr lIns="121604" tIns="60807" rIns="121604" bIns="60807"/>
          <a:lstStyle/>
          <a:p>
            <a:pPr defTabSz="1215982" fontAlgn="auto">
              <a:spcBef>
                <a:spcPts val="0"/>
              </a:spcBef>
              <a:spcAft>
                <a:spcPts val="0"/>
              </a:spcAft>
            </a:pPr>
            <a:fld id="{AAFA7F29-1F90-4783-9077-D2BA54B1581C}" type="datetimeFigureOut">
              <a:rPr lang="en-US" sz="2400" smtClean="0">
                <a:solidFill>
                  <a:prstClr val="black"/>
                </a:solidFill>
                <a:latin typeface="Arial"/>
                <a:cs typeface="+mn-cs"/>
              </a:rPr>
              <a:pPr defTabSz="1215982" fontAlgn="auto">
                <a:spcBef>
                  <a:spcPts val="0"/>
                </a:spcBef>
                <a:spcAft>
                  <a:spcPts val="0"/>
                </a:spcAft>
              </a:pPr>
              <a:t>10/28/2025</a:t>
            </a:fld>
            <a:endParaRPr lang="en-US" sz="2400" dirty="0">
              <a:solidFill>
                <a:prstClr val="black"/>
              </a:solidFill>
              <a:latin typeface="Arial"/>
              <a:cs typeface="+mn-cs"/>
            </a:endParaRPr>
          </a:p>
        </p:txBody>
      </p:sp>
      <p:sp>
        <p:nvSpPr>
          <p:cNvPr id="5" name="Footer Placeholder 4"/>
          <p:cNvSpPr>
            <a:spLocks noGrp="1"/>
          </p:cNvSpPr>
          <p:nvPr>
            <p:ph type="ftr" sz="quarter" idx="11"/>
          </p:nvPr>
        </p:nvSpPr>
        <p:spPr>
          <a:xfrm>
            <a:off x="4163973" y="6357822"/>
            <a:ext cx="3859292" cy="365210"/>
          </a:xfrm>
          <a:prstGeom prst="rect">
            <a:avLst/>
          </a:prstGeom>
        </p:spPr>
        <p:txBody>
          <a:bodyPr lIns="121604" tIns="60807" rIns="121604" bIns="60807"/>
          <a:lstStyle/>
          <a:p>
            <a:pPr defTabSz="1215982" fontAlgn="auto">
              <a:spcBef>
                <a:spcPts val="0"/>
              </a:spcBef>
              <a:spcAft>
                <a:spcPts val="0"/>
              </a:spcAft>
            </a:pPr>
            <a:endParaRPr lang="en-US" sz="2400" dirty="0">
              <a:solidFill>
                <a:prstClr val="black"/>
              </a:solidFill>
              <a:latin typeface="Arial"/>
              <a:cs typeface="+mn-cs"/>
            </a:endParaRPr>
          </a:p>
        </p:txBody>
      </p:sp>
      <p:sp>
        <p:nvSpPr>
          <p:cNvPr id="6" name="Slide Number Placeholder 5"/>
          <p:cNvSpPr>
            <a:spLocks noGrp="1"/>
          </p:cNvSpPr>
          <p:nvPr>
            <p:ph type="sldNum" sz="quarter" idx="12"/>
          </p:nvPr>
        </p:nvSpPr>
        <p:spPr>
          <a:xfrm>
            <a:off x="8734199" y="6357822"/>
            <a:ext cx="2843689" cy="365210"/>
          </a:xfrm>
          <a:prstGeom prst="rect">
            <a:avLst/>
          </a:prstGeom>
        </p:spPr>
        <p:txBody>
          <a:bodyPr lIns="121604" tIns="60807" rIns="121604" bIns="60807"/>
          <a:lstStyle/>
          <a:p>
            <a:pPr defTabSz="1215982" fontAlgn="auto">
              <a:spcBef>
                <a:spcPts val="0"/>
              </a:spcBef>
              <a:spcAft>
                <a:spcPts val="0"/>
              </a:spcAft>
            </a:pPr>
            <a:fld id="{A7E4FDB3-4F84-4374-A2AE-FB943150C672}" type="slidenum">
              <a:rPr lang="en-US" sz="2400" smtClean="0">
                <a:solidFill>
                  <a:prstClr val="black"/>
                </a:solidFill>
                <a:latin typeface="Arial"/>
                <a:cs typeface="+mn-cs"/>
              </a:rPr>
              <a:pPr defTabSz="1215982" fontAlgn="auto">
                <a:spcBef>
                  <a:spcPts val="0"/>
                </a:spcBef>
                <a:spcAft>
                  <a:spcPts val="0"/>
                </a:spcAft>
              </a:pPr>
              <a:t>‹#›</a:t>
            </a:fld>
            <a:endParaRPr lang="en-US" sz="2400" dirty="0">
              <a:solidFill>
                <a:prstClr val="black"/>
              </a:solidFill>
              <a:latin typeface="Arial"/>
              <a:cs typeface="+mn-cs"/>
            </a:endParaRPr>
          </a:p>
        </p:txBody>
      </p:sp>
    </p:spTree>
    <p:extLst>
      <p:ext uri="{BB962C8B-B14F-4D97-AF65-F5344CB8AC3E}">
        <p14:creationId xmlns:p14="http://schemas.microsoft.com/office/powerpoint/2010/main" val="587099438"/>
      </p:ext>
    </p:extLst>
  </p:cSld>
  <p:clrMapOvr>
    <a:masterClrMapping/>
  </p:clrMapOvr>
  <p:transition spd="slow">
    <p:wip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2_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154" y="727280"/>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5982"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41106" y="1972176"/>
            <a:ext cx="10962167" cy="2462213"/>
          </a:xfrm>
        </p:spPr>
        <p:txBody>
          <a:bodyPr wrap="square">
            <a:spAutoFit/>
          </a:bodyPr>
          <a:lstStyle>
            <a:lvl1pPr>
              <a:spcBef>
                <a:spcPts val="0"/>
              </a:spcBef>
              <a:spcAft>
                <a:spcPts val="0"/>
              </a:spcAft>
              <a:defRPr lang="en-US" sz="32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32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32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32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3200" b="0" kern="1200" baseline="0" dirty="0" smtClean="0">
                <a:solidFill>
                  <a:schemeClr val="tx1"/>
                </a:solidFill>
                <a:latin typeface="Arial" pitchFamily="34" charset="0"/>
                <a:ea typeface="+mn-ea"/>
                <a:cs typeface="Arial" pitchFamily="34" charset="0"/>
              </a:defRPr>
            </a:lvl5pPr>
            <a:lvl6pPr marL="1908417" indent="-379994">
              <a:spcBef>
                <a:spcPts val="0"/>
              </a:spcBef>
              <a:spcAft>
                <a:spcPts val="0"/>
              </a:spcAft>
              <a:buClr>
                <a:schemeClr val="tx2"/>
              </a:buClr>
              <a:buSzPct val="70000"/>
              <a:buFont typeface="Wingdings" pitchFamily="2" charset="2"/>
              <a:buChar char="§"/>
              <a:defRPr lang="en-US" sz="3200" kern="1200" dirty="0" smtClean="0">
                <a:solidFill>
                  <a:schemeClr val="tx1"/>
                </a:solidFill>
                <a:latin typeface="Arial" pitchFamily="34" charset="0"/>
                <a:ea typeface="+mn-ea"/>
                <a:cs typeface="Arial" pitchFamily="34" charset="0"/>
              </a:defRPr>
            </a:lvl6pPr>
            <a:lvl7pPr marL="2279967" indent="-363104">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27974" indent="-303994">
              <a:spcBef>
                <a:spcPts val="0"/>
              </a:spcBef>
              <a:spcAft>
                <a:spcPts val="0"/>
              </a:spcAft>
              <a:buSzPct val="70000"/>
              <a:defRPr sz="2400" baseline="0">
                <a:latin typeface="Arial" pitchFamily="34" charset="0"/>
                <a:cs typeface="Arial" pitchFamily="34" charset="0"/>
              </a:defRPr>
            </a:lvl8pPr>
            <a:lvl9pPr marL="2425628" indent="-297663">
              <a:spcBef>
                <a:spcPts val="0"/>
              </a:spcBef>
              <a:spcAft>
                <a:spcPts val="0"/>
              </a:spcAft>
              <a:buSzPct val="70000"/>
              <a:buFont typeface="Arial" pitchFamily="34" charset="0"/>
              <a:buChar char="–"/>
              <a:defRPr sz="2400">
                <a:latin typeface="Arial" pitchFamily="34" charset="0"/>
                <a:cs typeface="Arial" pitchFamily="34" charset="0"/>
              </a:defRPr>
            </a:lvl9pPr>
          </a:lstStyle>
          <a:p>
            <a:pPr marL="386328" lvl="0" indent="-386328" algn="l" defTabSz="121598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59989" lvl="2" indent="-371549" algn="l" defTabSz="121598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1539" lvl="3" indent="-371549" algn="l" defTabSz="121598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1534" lvl="4" indent="-379994" algn="l" defTabSz="124131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08417" lvl="5" indent="-379994" algn="l" defTabSz="1215982"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3083209399"/>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9" descr="ridge4.png"/>
          <p:cNvPicPr>
            <a:picLocks noChangeAspect="1"/>
          </p:cNvPicPr>
          <p:nvPr/>
        </p:nvPicPr>
        <p:blipFill>
          <a:blip r:embed="rId2"/>
          <a:srcRect/>
          <a:stretch>
            <a:fillRect/>
          </a:stretch>
        </p:blipFill>
        <p:spPr bwMode="ltGray">
          <a:xfrm>
            <a:off x="2131" y="27"/>
            <a:ext cx="5289600" cy="1443371"/>
          </a:xfrm>
          <a:prstGeom prst="rect">
            <a:avLst/>
          </a:prstGeom>
          <a:noFill/>
          <a:ln w="9525">
            <a:noFill/>
            <a:miter lim="800000"/>
            <a:headEnd/>
            <a:tailEnd/>
          </a:ln>
        </p:spPr>
      </p:pic>
      <p:sp>
        <p:nvSpPr>
          <p:cNvPr id="3" name="Slide Number Placeholder 5"/>
          <p:cNvSpPr txBox="1">
            <a:spLocks/>
          </p:cNvSpPr>
          <p:nvPr/>
        </p:nvSpPr>
        <p:spPr bwMode="auto">
          <a:xfrm>
            <a:off x="11667894" y="6599738"/>
            <a:ext cx="299313" cy="184666"/>
          </a:xfrm>
          <a:prstGeom prst="rect">
            <a:avLst/>
          </a:prstGeom>
          <a:noFill/>
          <a:ln w="9525">
            <a:noFill/>
            <a:miter lim="800000"/>
            <a:headEnd/>
            <a:tailEnd/>
          </a:ln>
        </p:spPr>
        <p:txBody>
          <a:bodyPr wrap="none" lIns="0" tIns="0" rIns="0" bIns="0" anchor="ctr">
            <a:spAutoFit/>
          </a:bodyPr>
          <a:lstStyle/>
          <a:p>
            <a:pPr algn="r" defTabSz="1085636" fontAlgn="auto">
              <a:spcBef>
                <a:spcPts val="0"/>
              </a:spcBef>
              <a:spcAft>
                <a:spcPts val="0"/>
              </a:spcAft>
              <a:defRPr/>
            </a:pPr>
            <a:fld id="{CB2FFE75-C069-4F3F-B6FF-201F91F66277}" type="slidenum">
              <a:rPr lang="en-US" sz="1200">
                <a:solidFill>
                  <a:srgbClr val="6D6E71"/>
                </a:solidFill>
                <a:latin typeface="Arial"/>
              </a:rPr>
              <a:pPr algn="r" defTabSz="1085636" fontAlgn="auto">
                <a:spcBef>
                  <a:spcPts val="0"/>
                </a:spcBef>
                <a:spcAft>
                  <a:spcPts val="0"/>
                </a:spcAft>
                <a:defRPr/>
              </a:pPr>
              <a:t>‹#›</a:t>
            </a:fld>
            <a:endParaRPr lang="en-US" sz="1200" dirty="0">
              <a:solidFill>
                <a:srgbClr val="6D6E71"/>
              </a:solidFill>
              <a:latin typeface="Arial"/>
            </a:endParaRPr>
          </a:p>
        </p:txBody>
      </p:sp>
      <p:pic>
        <p:nvPicPr>
          <p:cNvPr id="4" name="Picture 11" descr="Mahindra Logo.png"/>
          <p:cNvPicPr>
            <a:picLocks noChangeAspect="1"/>
          </p:cNvPicPr>
          <p:nvPr/>
        </p:nvPicPr>
        <p:blipFill>
          <a:blip r:embed="rId3"/>
          <a:srcRect/>
          <a:stretch>
            <a:fillRect/>
          </a:stretch>
        </p:blipFill>
        <p:spPr bwMode="gray">
          <a:xfrm>
            <a:off x="8435855" y="476380"/>
            <a:ext cx="3169528" cy="657378"/>
          </a:xfrm>
          <a:prstGeom prst="rect">
            <a:avLst/>
          </a:prstGeom>
          <a:noFill/>
          <a:ln w="9525">
            <a:noFill/>
            <a:miter lim="800000"/>
            <a:headEnd/>
            <a:tailEnd/>
          </a:ln>
        </p:spPr>
      </p:pic>
    </p:spTree>
    <p:extLst>
      <p:ext uri="{BB962C8B-B14F-4D97-AF65-F5344CB8AC3E}">
        <p14:creationId xmlns:p14="http://schemas.microsoft.com/office/powerpoint/2010/main" val="3243920243"/>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4" name="Picture 9" descr="ridge4.png"/>
          <p:cNvPicPr>
            <a:picLocks noChangeAspect="1"/>
          </p:cNvPicPr>
          <p:nvPr/>
        </p:nvPicPr>
        <p:blipFill>
          <a:blip r:embed="rId2"/>
          <a:srcRect/>
          <a:stretch>
            <a:fillRect/>
          </a:stretch>
        </p:blipFill>
        <p:spPr bwMode="ltGray">
          <a:xfrm>
            <a:off x="2131" y="27"/>
            <a:ext cx="5289600" cy="1443371"/>
          </a:xfrm>
          <a:prstGeom prst="rect">
            <a:avLst/>
          </a:prstGeom>
          <a:noFill/>
          <a:ln w="9525">
            <a:noFill/>
            <a:miter lim="800000"/>
            <a:headEnd/>
            <a:tailEnd/>
          </a:ln>
        </p:spPr>
      </p:pic>
      <p:pic>
        <p:nvPicPr>
          <p:cNvPr id="5" name="Picture 10" descr="Mahindra Logo.png"/>
          <p:cNvPicPr>
            <a:picLocks noChangeAspect="1"/>
          </p:cNvPicPr>
          <p:nvPr/>
        </p:nvPicPr>
        <p:blipFill>
          <a:blip r:embed="rId3"/>
          <a:srcRect/>
          <a:stretch>
            <a:fillRect/>
          </a:stretch>
        </p:blipFill>
        <p:spPr bwMode="gray">
          <a:xfrm>
            <a:off x="8435855" y="476380"/>
            <a:ext cx="3169528" cy="657378"/>
          </a:xfrm>
          <a:prstGeom prst="rect">
            <a:avLst/>
          </a:prstGeom>
          <a:noFill/>
          <a:ln w="9525">
            <a:noFill/>
            <a:miter lim="800000"/>
            <a:headEnd/>
            <a:tailEnd/>
          </a:ln>
        </p:spPr>
      </p:pic>
      <p:sp>
        <p:nvSpPr>
          <p:cNvPr id="3" name="Subtitle 2"/>
          <p:cNvSpPr>
            <a:spLocks noGrp="1"/>
          </p:cNvSpPr>
          <p:nvPr>
            <p:ph type="subTitle" idx="1"/>
          </p:nvPr>
        </p:nvSpPr>
        <p:spPr bwMode="gray">
          <a:xfrm>
            <a:off x="2435340" y="4054688"/>
            <a:ext cx="7346195" cy="277063"/>
          </a:xfrm>
        </p:spPr>
        <p:txBody>
          <a:bodyPr anchor="b">
            <a:noAutofit/>
          </a:bodyPr>
          <a:lstStyle>
            <a:lvl1pPr marL="0" indent="0" algn="l">
              <a:buNone/>
              <a:defRPr b="1">
                <a:solidFill>
                  <a:schemeClr val="tx2"/>
                </a:solidFill>
                <a:latin typeface="Arial" pitchFamily="34" charset="0"/>
                <a:cs typeface="Arial" pitchFamily="34" charset="0"/>
              </a:defRPr>
            </a:lvl1pPr>
            <a:lvl2pPr marL="542813" indent="0" algn="ctr">
              <a:buNone/>
              <a:defRPr>
                <a:solidFill>
                  <a:schemeClr val="tx1">
                    <a:tint val="75000"/>
                  </a:schemeClr>
                </a:solidFill>
              </a:defRPr>
            </a:lvl2pPr>
            <a:lvl3pPr marL="1085636" indent="0" algn="ctr">
              <a:buNone/>
              <a:defRPr>
                <a:solidFill>
                  <a:schemeClr val="tx1">
                    <a:tint val="75000"/>
                  </a:schemeClr>
                </a:solidFill>
              </a:defRPr>
            </a:lvl3pPr>
            <a:lvl4pPr marL="1628454" indent="0" algn="ctr">
              <a:buNone/>
              <a:defRPr>
                <a:solidFill>
                  <a:schemeClr val="tx1">
                    <a:tint val="75000"/>
                  </a:schemeClr>
                </a:solidFill>
              </a:defRPr>
            </a:lvl4pPr>
            <a:lvl5pPr marL="2171277" indent="0" algn="ctr">
              <a:buNone/>
              <a:defRPr>
                <a:solidFill>
                  <a:schemeClr val="tx1">
                    <a:tint val="75000"/>
                  </a:schemeClr>
                </a:solidFill>
              </a:defRPr>
            </a:lvl5pPr>
            <a:lvl6pPr marL="2714094" indent="0" algn="ctr">
              <a:buNone/>
              <a:defRPr>
                <a:solidFill>
                  <a:schemeClr val="tx1">
                    <a:tint val="75000"/>
                  </a:schemeClr>
                </a:solidFill>
              </a:defRPr>
            </a:lvl6pPr>
            <a:lvl7pPr marL="3256907" indent="0" algn="ctr">
              <a:buNone/>
              <a:defRPr>
                <a:solidFill>
                  <a:schemeClr val="tx1">
                    <a:tint val="75000"/>
                  </a:schemeClr>
                </a:solidFill>
              </a:defRPr>
            </a:lvl7pPr>
            <a:lvl8pPr marL="3799729" indent="0" algn="ctr">
              <a:buNone/>
              <a:defRPr>
                <a:solidFill>
                  <a:schemeClr val="tx1">
                    <a:tint val="75000"/>
                  </a:schemeClr>
                </a:solidFill>
              </a:defRPr>
            </a:lvl8pPr>
            <a:lvl9pPr marL="4342552" indent="0" algn="ctr">
              <a:buNone/>
              <a:defRPr>
                <a:solidFill>
                  <a:schemeClr val="tx1">
                    <a:tint val="75000"/>
                  </a:schemeClr>
                </a:solidFill>
              </a:defRPr>
            </a:lvl9pPr>
          </a:lstStyle>
          <a:p>
            <a:r>
              <a:rPr lang="en-US"/>
              <a:t>Click to edit Master subtitle style</a:t>
            </a:r>
            <a:endParaRPr lang="en-US" dirty="0"/>
          </a:p>
        </p:txBody>
      </p:sp>
      <p:sp>
        <p:nvSpPr>
          <p:cNvPr id="9" name="Title 8"/>
          <p:cNvSpPr>
            <a:spLocks noGrp="1"/>
          </p:cNvSpPr>
          <p:nvPr>
            <p:ph type="title"/>
          </p:nvPr>
        </p:nvSpPr>
        <p:spPr bwMode="gray">
          <a:xfrm>
            <a:off x="2435340" y="2184927"/>
            <a:ext cx="7346195" cy="1477328"/>
          </a:xfrm>
        </p:spPr>
        <p:txBody>
          <a:bodyPr/>
          <a:lstStyle>
            <a:lvl1pPr algn="l">
              <a:defRPr sz="4800" b="1">
                <a:solidFill>
                  <a:schemeClr val="bg2"/>
                </a:solidFill>
                <a:latin typeface="Arial" pitchFamily="34" charset="0"/>
                <a:cs typeface="Arial"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24980390"/>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26" y="719333"/>
            <a:ext cx="10962166" cy="600164"/>
          </a:xfrm>
          <a:noFill/>
          <a:ln w="9525">
            <a:noFill/>
            <a:miter lim="800000"/>
            <a:headEnd/>
            <a:tailEnd/>
          </a:ln>
        </p:spPr>
        <p:txBody>
          <a:bodyPr/>
          <a:lstStyle>
            <a:lvl1pPr algn="l">
              <a:defRPr lang="en-US" sz="39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3" name="Text Placeholder 4"/>
          <p:cNvSpPr>
            <a:spLocks noGrp="1"/>
          </p:cNvSpPr>
          <p:nvPr>
            <p:ph type="body" sz="quarter" idx="10"/>
          </p:nvPr>
        </p:nvSpPr>
        <p:spPr bwMode="gray">
          <a:xfrm>
            <a:off x="641106" y="1972178"/>
            <a:ext cx="10962167" cy="1538883"/>
          </a:xfrm>
        </p:spPr>
        <p:txBody>
          <a:bodyPr/>
          <a:lstStyle>
            <a:lvl1pPr algn="l" rtl="0" eaLnBrk="1" latinLnBrk="0" hangingPunct="1">
              <a:spcBef>
                <a:spcPts val="0"/>
              </a:spcBef>
              <a:spcAft>
                <a:spcPts val="0"/>
              </a:spcAft>
              <a:buClr>
                <a:schemeClr val="bg2"/>
              </a:buClr>
              <a:buSzPct val="120000"/>
              <a:defRPr lang="en-US" sz="20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0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5pPr>
            <a:lvl6pPr marL="1703849" indent="-339264">
              <a:spcBef>
                <a:spcPts val="0"/>
              </a:spcBef>
              <a:spcAft>
                <a:spcPts val="0"/>
              </a:spcAft>
              <a:buClr>
                <a:schemeClr val="tx2"/>
              </a:buClr>
              <a:buSzPct val="70000"/>
              <a:buFont typeface="Wingdings" pitchFamily="2" charset="2"/>
              <a:buChar char="§"/>
              <a:defRPr lang="en-US" sz="2000" kern="1200" dirty="0" smtClean="0">
                <a:solidFill>
                  <a:schemeClr val="tx1"/>
                </a:solidFill>
                <a:latin typeface="Arial" pitchFamily="34" charset="0"/>
                <a:ea typeface="+mn-ea"/>
                <a:cs typeface="Arial" pitchFamily="34" charset="0"/>
              </a:defRPr>
            </a:lvl6pPr>
            <a:lvl7pPr marL="2035568" indent="-324182">
              <a:spcBef>
                <a:spcPts val="0"/>
              </a:spcBef>
              <a:spcAft>
                <a:spcPts val="0"/>
              </a:spcAft>
              <a:buClr>
                <a:schemeClr val="tx2"/>
              </a:buClr>
              <a:buSzPct val="70000"/>
              <a:buFont typeface="Arial" pitchFamily="34" charset="0"/>
              <a:buChar char="–"/>
              <a:defRPr sz="2000" baseline="0">
                <a:solidFill>
                  <a:schemeClr val="tx1"/>
                </a:solidFill>
                <a:latin typeface="+mn-lt"/>
                <a:cs typeface="Arial" pitchFamily="34" charset="0"/>
              </a:defRPr>
            </a:lvl7pPr>
            <a:lvl8pPr marL="1899864" indent="-271405">
              <a:spcBef>
                <a:spcPts val="0"/>
              </a:spcBef>
              <a:spcAft>
                <a:spcPts val="0"/>
              </a:spcAft>
              <a:buSzPct val="70000"/>
              <a:defRPr sz="2000" baseline="0">
                <a:latin typeface="Arial" pitchFamily="34" charset="0"/>
                <a:cs typeface="Arial" pitchFamily="34" charset="0"/>
              </a:defRPr>
            </a:lvl8pPr>
            <a:lvl9pPr marL="2165625" indent="-265756">
              <a:spcBef>
                <a:spcPts val="0"/>
              </a:spcBef>
              <a:spcAft>
                <a:spcPts val="0"/>
              </a:spcAft>
              <a:buSzPct val="70000"/>
              <a:buFont typeface="Arial" pitchFamily="34" charset="0"/>
              <a:buChar char="–"/>
              <a:defRPr sz="2000">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4295175"/>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26" y="719333"/>
            <a:ext cx="10962166" cy="600164"/>
          </a:xfrm>
          <a:noFill/>
          <a:ln w="9525">
            <a:noFill/>
            <a:miter lim="800000"/>
            <a:headEnd/>
            <a:tailEnd/>
          </a:ln>
        </p:spPr>
        <p:txBody>
          <a:bodyPr/>
          <a:lstStyle>
            <a:lvl1pPr algn="l">
              <a:defRPr lang="en-US" sz="39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3" name="Text Placeholder 4"/>
          <p:cNvSpPr>
            <a:spLocks noGrp="1"/>
          </p:cNvSpPr>
          <p:nvPr>
            <p:ph type="body" sz="quarter" idx="10"/>
          </p:nvPr>
        </p:nvSpPr>
        <p:spPr bwMode="gray">
          <a:xfrm>
            <a:off x="641106" y="1972178"/>
            <a:ext cx="10962167" cy="1538883"/>
          </a:xfrm>
        </p:spPr>
        <p:txBody>
          <a:bodyPr/>
          <a:lstStyle>
            <a:lvl1pPr algn="l" rtl="0" eaLnBrk="1" latinLnBrk="0" hangingPunct="1">
              <a:spcBef>
                <a:spcPts val="0"/>
              </a:spcBef>
              <a:spcAft>
                <a:spcPts val="0"/>
              </a:spcAft>
              <a:buClr>
                <a:schemeClr val="bg2"/>
              </a:buClr>
              <a:buSzPct val="120000"/>
              <a:defRPr lang="en-US" sz="20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0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5pPr>
            <a:lvl6pPr marL="1703849" indent="-339264">
              <a:spcBef>
                <a:spcPts val="0"/>
              </a:spcBef>
              <a:spcAft>
                <a:spcPts val="0"/>
              </a:spcAft>
              <a:buClr>
                <a:schemeClr val="tx2"/>
              </a:buClr>
              <a:buSzPct val="70000"/>
              <a:buFont typeface="Wingdings" pitchFamily="2" charset="2"/>
              <a:buChar char="§"/>
              <a:defRPr lang="en-US" sz="2000" kern="1200" dirty="0" smtClean="0">
                <a:solidFill>
                  <a:schemeClr val="tx1"/>
                </a:solidFill>
                <a:latin typeface="Arial" pitchFamily="34" charset="0"/>
                <a:ea typeface="+mn-ea"/>
                <a:cs typeface="Arial" pitchFamily="34" charset="0"/>
              </a:defRPr>
            </a:lvl6pPr>
            <a:lvl7pPr marL="2035568" indent="-324182">
              <a:spcBef>
                <a:spcPts val="0"/>
              </a:spcBef>
              <a:spcAft>
                <a:spcPts val="0"/>
              </a:spcAft>
              <a:buClr>
                <a:schemeClr val="tx2"/>
              </a:buClr>
              <a:buSzPct val="70000"/>
              <a:buFont typeface="Arial" pitchFamily="34" charset="0"/>
              <a:buChar char="–"/>
              <a:defRPr sz="2000" baseline="0">
                <a:solidFill>
                  <a:schemeClr val="tx1"/>
                </a:solidFill>
                <a:latin typeface="+mn-lt"/>
                <a:cs typeface="Arial" pitchFamily="34" charset="0"/>
              </a:defRPr>
            </a:lvl7pPr>
            <a:lvl8pPr marL="1899864" indent="-271405">
              <a:spcBef>
                <a:spcPts val="0"/>
              </a:spcBef>
              <a:spcAft>
                <a:spcPts val="0"/>
              </a:spcAft>
              <a:buSzPct val="70000"/>
              <a:defRPr sz="2000" baseline="0">
                <a:latin typeface="Arial" pitchFamily="34" charset="0"/>
                <a:cs typeface="Arial" pitchFamily="34" charset="0"/>
              </a:defRPr>
            </a:lvl8pPr>
            <a:lvl9pPr marL="2165625" indent="-265756">
              <a:spcBef>
                <a:spcPts val="0"/>
              </a:spcBef>
              <a:spcAft>
                <a:spcPts val="0"/>
              </a:spcAft>
              <a:buSzPct val="70000"/>
              <a:buFont typeface="Arial" pitchFamily="34" charset="0"/>
              <a:buChar char="–"/>
              <a:defRPr sz="2000">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41"/>
          <p:cNvSpPr>
            <a:spLocks noGrp="1"/>
          </p:cNvSpPr>
          <p:nvPr>
            <p:ph type="body" sz="quarter" idx="13"/>
          </p:nvPr>
        </p:nvSpPr>
        <p:spPr bwMode="gray">
          <a:xfrm>
            <a:off x="641106" y="1270795"/>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674263655"/>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153" y="727269"/>
            <a:ext cx="10964283" cy="600164"/>
          </a:xfrm>
          <a:noFill/>
          <a:ln w="9525">
            <a:noFill/>
            <a:miter lim="800000"/>
            <a:headEnd/>
            <a:tailEnd/>
          </a:ln>
        </p:spPr>
        <p:txBody>
          <a:bodyPr/>
          <a:lstStyle>
            <a:lvl1pPr algn="l">
              <a:defRPr lang="en-US" sz="39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4" name="Text Placeholder 4"/>
          <p:cNvSpPr>
            <a:spLocks noGrp="1"/>
          </p:cNvSpPr>
          <p:nvPr>
            <p:ph type="body" sz="quarter" idx="10"/>
          </p:nvPr>
        </p:nvSpPr>
        <p:spPr bwMode="gray">
          <a:xfrm>
            <a:off x="641106" y="1972159"/>
            <a:ext cx="10962167" cy="2308324"/>
          </a:xfrm>
        </p:spPr>
        <p:txBody>
          <a:bodyPr/>
          <a:lstStyle>
            <a:lvl1pPr>
              <a:spcBef>
                <a:spcPts val="0"/>
              </a:spcBef>
              <a:spcAft>
                <a:spcPts val="0"/>
              </a:spcAft>
              <a:defRPr lang="en-US" sz="30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30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30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30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3000" b="0" kern="1200" baseline="0" dirty="0" smtClean="0">
                <a:solidFill>
                  <a:schemeClr val="tx1"/>
                </a:solidFill>
                <a:latin typeface="Arial" pitchFamily="34" charset="0"/>
                <a:ea typeface="+mn-ea"/>
                <a:cs typeface="Arial" pitchFamily="34" charset="0"/>
              </a:defRPr>
            </a:lvl5pPr>
            <a:lvl6pPr marL="1703849" indent="-339264">
              <a:spcBef>
                <a:spcPts val="0"/>
              </a:spcBef>
              <a:spcAft>
                <a:spcPts val="0"/>
              </a:spcAft>
              <a:buClr>
                <a:schemeClr val="tx2"/>
              </a:buClr>
              <a:buSzPct val="70000"/>
              <a:buFont typeface="Wingdings" pitchFamily="2" charset="2"/>
              <a:buChar char="§"/>
              <a:defRPr lang="en-US" sz="3000" kern="1200" dirty="0" smtClean="0">
                <a:solidFill>
                  <a:schemeClr val="tx1"/>
                </a:solidFill>
                <a:latin typeface="Arial" pitchFamily="34" charset="0"/>
                <a:ea typeface="+mn-ea"/>
                <a:cs typeface="Arial" pitchFamily="34" charset="0"/>
              </a:defRPr>
            </a:lvl6pPr>
            <a:lvl7pPr marL="2035568" indent="-324182">
              <a:spcBef>
                <a:spcPts val="0"/>
              </a:spcBef>
              <a:spcAft>
                <a:spcPts val="0"/>
              </a:spcAft>
              <a:buClr>
                <a:schemeClr val="tx2"/>
              </a:buClr>
              <a:buSzPct val="70000"/>
              <a:buFont typeface="Arial" pitchFamily="34" charset="0"/>
              <a:buChar char="–"/>
              <a:defRPr sz="2000" baseline="0">
                <a:solidFill>
                  <a:schemeClr val="tx1"/>
                </a:solidFill>
                <a:latin typeface="+mn-lt"/>
                <a:cs typeface="Arial" pitchFamily="34" charset="0"/>
              </a:defRPr>
            </a:lvl7pPr>
            <a:lvl8pPr marL="1899864" indent="-271405">
              <a:spcBef>
                <a:spcPts val="0"/>
              </a:spcBef>
              <a:spcAft>
                <a:spcPts val="0"/>
              </a:spcAft>
              <a:buSzPct val="70000"/>
              <a:defRPr sz="2000" baseline="0">
                <a:latin typeface="Arial" pitchFamily="34" charset="0"/>
                <a:cs typeface="Arial" pitchFamily="34" charset="0"/>
              </a:defRPr>
            </a:lvl8pPr>
            <a:lvl9pPr marL="2165625" indent="-265756">
              <a:spcBef>
                <a:spcPts val="0"/>
              </a:spcBef>
              <a:spcAft>
                <a:spcPts val="0"/>
              </a:spcAft>
              <a:buSzPct val="70000"/>
              <a:buFont typeface="Arial" pitchFamily="34" charset="0"/>
              <a:buChar char="–"/>
              <a:defRPr sz="2000">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07621604"/>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2" y="1972179"/>
            <a:ext cx="5435592" cy="4163389"/>
          </a:xfrm>
        </p:spPr>
        <p:txBody>
          <a:bodyPr>
            <a:noAutofit/>
          </a:bodyPr>
          <a:lstStyle>
            <a:lvl1pPr marL="0" indent="0">
              <a:buNone/>
              <a:defRPr>
                <a:latin typeface="Arial" pitchFamily="34" charset="0"/>
                <a:cs typeface="Arial" pitchFamily="34" charset="0"/>
              </a:defRPr>
            </a:lvl1pPr>
          </a:lstStyle>
          <a:p>
            <a:pPr lvl="0"/>
            <a:r>
              <a:rPr lang="en-US" noProof="0" dirty="0"/>
              <a:t>Click icon to add picture</a:t>
            </a:r>
          </a:p>
        </p:txBody>
      </p:sp>
      <p:sp>
        <p:nvSpPr>
          <p:cNvPr id="18" name="Text Placeholder 4"/>
          <p:cNvSpPr>
            <a:spLocks noGrp="1"/>
          </p:cNvSpPr>
          <p:nvPr>
            <p:ph type="body" sz="quarter" idx="19"/>
          </p:nvPr>
        </p:nvSpPr>
        <p:spPr bwMode="gray">
          <a:xfrm>
            <a:off x="6449091" y="1972178"/>
            <a:ext cx="5126679" cy="1538883"/>
          </a:xfrm>
          <a:ln>
            <a:noFill/>
          </a:ln>
        </p:spPr>
        <p:txBody>
          <a:bodyPr/>
          <a:lstStyle>
            <a:lvl1pPr>
              <a:spcBef>
                <a:spcPts val="0"/>
              </a:spcBef>
              <a:spcAft>
                <a:spcPts val="0"/>
              </a:spcAft>
              <a:defRPr lang="en-US" sz="20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mn-lt"/>
                <a:ea typeface="+mn-ea"/>
                <a:cs typeface="Arial" pitchFamily="34" charset="0"/>
              </a:defRPr>
            </a:lvl2pPr>
            <a:lvl3pPr>
              <a:spcBef>
                <a:spcPts val="0"/>
              </a:spcBef>
              <a:spcAft>
                <a:spcPts val="0"/>
              </a:spcAft>
              <a:defRPr lang="en-US" sz="20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0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000" b="0" kern="1200" baseline="0" dirty="0" smtClean="0">
                <a:solidFill>
                  <a:schemeClr val="tx1"/>
                </a:solidFill>
                <a:latin typeface="Arial" pitchFamily="34" charset="0"/>
                <a:ea typeface="+mn-ea"/>
                <a:cs typeface="Arial" pitchFamily="34" charset="0"/>
              </a:defRPr>
            </a:lvl5pPr>
            <a:lvl6pPr marL="1357048" indent="-277067">
              <a:spcBef>
                <a:spcPts val="0"/>
              </a:spcBef>
              <a:spcAft>
                <a:spcPts val="0"/>
              </a:spcAft>
              <a:buSzPct val="70000"/>
              <a:defRPr lang="en-US" sz="2000" kern="1200" dirty="0" smtClean="0">
                <a:solidFill>
                  <a:schemeClr val="tx1"/>
                </a:solidFill>
                <a:latin typeface="Arial" pitchFamily="34" charset="0"/>
                <a:ea typeface="+mn-ea"/>
                <a:cs typeface="Arial" pitchFamily="34" charset="0"/>
              </a:defRPr>
            </a:lvl6pPr>
            <a:lvl7pPr marL="1628454" indent="-271405">
              <a:spcBef>
                <a:spcPts val="0"/>
              </a:spcBef>
              <a:spcAft>
                <a:spcPts val="0"/>
              </a:spcAft>
              <a:buSzPct val="70000"/>
              <a:buFont typeface="Arial" pitchFamily="34" charset="0"/>
              <a:buChar char="–"/>
              <a:defRPr sz="2000" baseline="0">
                <a:latin typeface="+mj-lt"/>
              </a:defRPr>
            </a:lvl7pPr>
            <a:lvl8pPr marL="1899864" indent="-271405">
              <a:spcBef>
                <a:spcPts val="0"/>
              </a:spcBef>
              <a:spcAft>
                <a:spcPts val="0"/>
              </a:spcAft>
              <a:buSzPct val="70000"/>
              <a:defRPr sz="2000" baseline="0">
                <a:latin typeface="+mj-lt"/>
              </a:defRPr>
            </a:lvl8pPr>
            <a:lvl9pPr marL="2165625" indent="-265756">
              <a:spcBef>
                <a:spcPts val="0"/>
              </a:spcBef>
              <a:spcAft>
                <a:spcPts val="0"/>
              </a:spcAft>
              <a:buSzPct val="70000"/>
              <a:buFont typeface="Arial" pitchFamily="34" charset="0"/>
              <a:buChar char="–"/>
              <a:defRPr sz="20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p:cNvSpPr>
            <a:spLocks noGrp="1"/>
          </p:cNvSpPr>
          <p:nvPr>
            <p:ph type="title"/>
          </p:nvPr>
        </p:nvSpPr>
        <p:spPr bwMode="gray">
          <a:xfrm>
            <a:off x="641153" y="727269"/>
            <a:ext cx="10964283" cy="600164"/>
          </a:xfrm>
          <a:noFill/>
          <a:ln w="9525">
            <a:noFill/>
            <a:miter lim="800000"/>
            <a:headEnd/>
            <a:tailEnd/>
          </a:ln>
        </p:spPr>
        <p:txBody>
          <a:bodyPr/>
          <a:lstStyle>
            <a:lvl1pPr algn="l">
              <a:defRPr lang="en-US" sz="39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7" name="Text Placeholder 41"/>
          <p:cNvSpPr>
            <a:spLocks noGrp="1"/>
          </p:cNvSpPr>
          <p:nvPr>
            <p:ph type="body" sz="quarter" idx="13"/>
          </p:nvPr>
        </p:nvSpPr>
        <p:spPr bwMode="gray">
          <a:xfrm>
            <a:off x="641106" y="1270795"/>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347895138"/>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pic>
        <p:nvPicPr>
          <p:cNvPr id="4" name="Picture 9" descr="ridge4.png"/>
          <p:cNvPicPr>
            <a:picLocks noChangeAspect="1"/>
          </p:cNvPicPr>
          <p:nvPr/>
        </p:nvPicPr>
        <p:blipFill>
          <a:blip r:embed="rId2"/>
          <a:srcRect/>
          <a:stretch>
            <a:fillRect/>
          </a:stretch>
        </p:blipFill>
        <p:spPr bwMode="ltGray">
          <a:xfrm>
            <a:off x="2131" y="27"/>
            <a:ext cx="5289600" cy="1443371"/>
          </a:xfrm>
          <a:prstGeom prst="rect">
            <a:avLst/>
          </a:prstGeom>
          <a:noFill/>
          <a:ln w="9525">
            <a:noFill/>
            <a:miter lim="800000"/>
            <a:headEnd/>
            <a:tailEnd/>
          </a:ln>
        </p:spPr>
      </p:pic>
      <p:pic>
        <p:nvPicPr>
          <p:cNvPr id="5" name="Picture 10" descr="Mahindra Logo.png"/>
          <p:cNvPicPr>
            <a:picLocks noChangeAspect="1"/>
          </p:cNvPicPr>
          <p:nvPr/>
        </p:nvPicPr>
        <p:blipFill>
          <a:blip r:embed="rId3"/>
          <a:srcRect/>
          <a:stretch>
            <a:fillRect/>
          </a:stretch>
        </p:blipFill>
        <p:spPr bwMode="gray">
          <a:xfrm>
            <a:off x="8435855" y="476380"/>
            <a:ext cx="3169528" cy="657378"/>
          </a:xfrm>
          <a:prstGeom prst="rect">
            <a:avLst/>
          </a:prstGeom>
          <a:noFill/>
          <a:ln w="9525">
            <a:noFill/>
            <a:miter lim="800000"/>
            <a:headEnd/>
            <a:tailEnd/>
          </a:ln>
        </p:spPr>
      </p:pic>
      <p:sp>
        <p:nvSpPr>
          <p:cNvPr id="3" name="Subtitle 2"/>
          <p:cNvSpPr>
            <a:spLocks noGrp="1"/>
          </p:cNvSpPr>
          <p:nvPr>
            <p:ph type="subTitle" idx="1"/>
          </p:nvPr>
        </p:nvSpPr>
        <p:spPr bwMode="gray">
          <a:xfrm>
            <a:off x="2452290" y="4037427"/>
            <a:ext cx="7363123" cy="307777"/>
          </a:xfrm>
          <a:noFill/>
          <a:ln w="9525">
            <a:noFill/>
            <a:miter lim="800000"/>
            <a:headEnd/>
            <a:tailEnd/>
          </a:ln>
        </p:spPr>
        <p:txBody>
          <a:bodyPr anchor="b"/>
          <a:lstStyle>
            <a:lvl1pPr marL="0" indent="0" algn="l" defTabSz="1085636" rtl="0" eaLnBrk="1" fontAlgn="base" latinLnBrk="0" hangingPunct="1">
              <a:spcBef>
                <a:spcPts val="0"/>
              </a:spcBef>
              <a:spcAft>
                <a:spcPct val="0"/>
              </a:spcAft>
              <a:buClr>
                <a:schemeClr val="tx2"/>
              </a:buClr>
              <a:buFont typeface="Arial" pitchFamily="34" charset="0"/>
              <a:buNone/>
              <a:defRPr lang="en-US" sz="2000" b="1" kern="1200" baseline="0" dirty="0">
                <a:solidFill>
                  <a:schemeClr val="tx2"/>
                </a:solidFill>
                <a:latin typeface="Arial" pitchFamily="34" charset="0"/>
                <a:ea typeface="+mn-ea"/>
                <a:cs typeface="Arial" pitchFamily="34" charset="0"/>
              </a:defRPr>
            </a:lvl1pPr>
            <a:lvl2pPr marL="542813" indent="0" algn="ctr">
              <a:buNone/>
              <a:defRPr>
                <a:solidFill>
                  <a:schemeClr val="tx1">
                    <a:tint val="75000"/>
                  </a:schemeClr>
                </a:solidFill>
              </a:defRPr>
            </a:lvl2pPr>
            <a:lvl3pPr marL="1085636" indent="0" algn="ctr">
              <a:buNone/>
              <a:defRPr>
                <a:solidFill>
                  <a:schemeClr val="tx1">
                    <a:tint val="75000"/>
                  </a:schemeClr>
                </a:solidFill>
              </a:defRPr>
            </a:lvl3pPr>
            <a:lvl4pPr marL="1628454" indent="0" algn="ctr">
              <a:buNone/>
              <a:defRPr>
                <a:solidFill>
                  <a:schemeClr val="tx1">
                    <a:tint val="75000"/>
                  </a:schemeClr>
                </a:solidFill>
              </a:defRPr>
            </a:lvl4pPr>
            <a:lvl5pPr marL="2171277" indent="0" algn="ctr">
              <a:buNone/>
              <a:defRPr>
                <a:solidFill>
                  <a:schemeClr val="tx1">
                    <a:tint val="75000"/>
                  </a:schemeClr>
                </a:solidFill>
              </a:defRPr>
            </a:lvl5pPr>
            <a:lvl6pPr marL="2714094" indent="0" algn="ctr">
              <a:buNone/>
              <a:defRPr>
                <a:solidFill>
                  <a:schemeClr val="tx1">
                    <a:tint val="75000"/>
                  </a:schemeClr>
                </a:solidFill>
              </a:defRPr>
            </a:lvl6pPr>
            <a:lvl7pPr marL="3256907" indent="0" algn="ctr">
              <a:buNone/>
              <a:defRPr>
                <a:solidFill>
                  <a:schemeClr val="tx1">
                    <a:tint val="75000"/>
                  </a:schemeClr>
                </a:solidFill>
              </a:defRPr>
            </a:lvl7pPr>
            <a:lvl8pPr marL="3799729" indent="0" algn="ctr">
              <a:buNone/>
              <a:defRPr>
                <a:solidFill>
                  <a:schemeClr val="tx1">
                    <a:tint val="75000"/>
                  </a:schemeClr>
                </a:solidFill>
              </a:defRPr>
            </a:lvl8pPr>
            <a:lvl9pPr marL="4342552" indent="0" algn="ctr">
              <a:buNone/>
              <a:defRPr>
                <a:solidFill>
                  <a:schemeClr val="tx1">
                    <a:tint val="75000"/>
                  </a:schemeClr>
                </a:solidFill>
              </a:defRPr>
            </a:lvl9pPr>
          </a:lstStyle>
          <a:p>
            <a:r>
              <a:rPr lang="en-US"/>
              <a:t>Click to edit Master subtitle style</a:t>
            </a:r>
            <a:endParaRPr lang="en-US" dirty="0"/>
          </a:p>
        </p:txBody>
      </p:sp>
      <p:sp>
        <p:nvSpPr>
          <p:cNvPr id="9" name="Title 8"/>
          <p:cNvSpPr>
            <a:spLocks noGrp="1"/>
          </p:cNvSpPr>
          <p:nvPr>
            <p:ph type="title"/>
          </p:nvPr>
        </p:nvSpPr>
        <p:spPr bwMode="gray">
          <a:xfrm>
            <a:off x="2452290" y="2200827"/>
            <a:ext cx="7363123" cy="1477328"/>
          </a:xfrm>
          <a:noFill/>
          <a:ln w="9525">
            <a:noFill/>
            <a:miter lim="800000"/>
            <a:headEnd/>
            <a:tailEnd/>
          </a:ln>
        </p:spPr>
        <p:txBody>
          <a:bodyPr/>
          <a:lstStyle>
            <a:lvl1pPr algn="l" defTabSz="1085636" rtl="0" eaLnBrk="1" latinLnBrk="0" hangingPunct="1">
              <a:spcBef>
                <a:spcPct val="0"/>
              </a:spcBef>
              <a:buNone/>
              <a:defRPr lang="en-US" sz="4800" b="1" kern="1200" dirty="0">
                <a:solidFill>
                  <a:schemeClr val="bg2"/>
                </a:solidFill>
                <a:latin typeface="Arial" pitchFamily="34" charset="0"/>
                <a:ea typeface="+mj-ea"/>
                <a:cs typeface="Arial"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697109481"/>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Divider Slide 2">
    <p:spTree>
      <p:nvGrpSpPr>
        <p:cNvPr id="1" name=""/>
        <p:cNvGrpSpPr/>
        <p:nvPr/>
      </p:nvGrpSpPr>
      <p:grpSpPr>
        <a:xfrm>
          <a:off x="0" y="0"/>
          <a:ext cx="0" cy="0"/>
          <a:chOff x="0" y="0"/>
          <a:chExt cx="0" cy="0"/>
        </a:xfrm>
      </p:grpSpPr>
      <p:pic>
        <p:nvPicPr>
          <p:cNvPr id="5" name="Picture 9" descr="ridge4.png"/>
          <p:cNvPicPr>
            <a:picLocks noChangeAspect="1"/>
          </p:cNvPicPr>
          <p:nvPr/>
        </p:nvPicPr>
        <p:blipFill>
          <a:blip r:embed="rId2"/>
          <a:srcRect/>
          <a:stretch>
            <a:fillRect/>
          </a:stretch>
        </p:blipFill>
        <p:spPr bwMode="ltGray">
          <a:xfrm>
            <a:off x="2131" y="27"/>
            <a:ext cx="5289600" cy="1443371"/>
          </a:xfrm>
          <a:prstGeom prst="rect">
            <a:avLst/>
          </a:prstGeom>
          <a:noFill/>
          <a:ln w="9525">
            <a:noFill/>
            <a:miter lim="800000"/>
            <a:headEnd/>
            <a:tailEnd/>
          </a:ln>
        </p:spPr>
      </p:pic>
      <p:pic>
        <p:nvPicPr>
          <p:cNvPr id="6" name="Picture 10" descr="Mahindra Logo.png"/>
          <p:cNvPicPr>
            <a:picLocks noChangeAspect="1"/>
          </p:cNvPicPr>
          <p:nvPr/>
        </p:nvPicPr>
        <p:blipFill>
          <a:blip r:embed="rId3"/>
          <a:srcRect/>
          <a:stretch>
            <a:fillRect/>
          </a:stretch>
        </p:blipFill>
        <p:spPr bwMode="gray">
          <a:xfrm>
            <a:off x="8435855" y="476380"/>
            <a:ext cx="3169528" cy="657378"/>
          </a:xfrm>
          <a:prstGeom prst="rect">
            <a:avLst/>
          </a:prstGeom>
          <a:noFill/>
          <a:ln w="9525">
            <a:noFill/>
            <a:miter lim="800000"/>
            <a:headEnd/>
            <a:tailEnd/>
          </a:ln>
        </p:spPr>
      </p:pic>
      <p:sp>
        <p:nvSpPr>
          <p:cNvPr id="12" name="Picture Placeholder 22"/>
          <p:cNvSpPr>
            <a:spLocks noGrp="1"/>
          </p:cNvSpPr>
          <p:nvPr>
            <p:ph type="pic" sz="quarter" idx="13"/>
          </p:nvPr>
        </p:nvSpPr>
        <p:spPr bwMode="gray">
          <a:xfrm>
            <a:off x="641100" y="1972177"/>
            <a:ext cx="5467330" cy="4176092"/>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2" name="Subtitle 2"/>
          <p:cNvSpPr>
            <a:spLocks noGrp="1"/>
          </p:cNvSpPr>
          <p:nvPr>
            <p:ph type="subTitle" idx="1"/>
          </p:nvPr>
        </p:nvSpPr>
        <p:spPr bwMode="gray">
          <a:xfrm>
            <a:off x="6565464" y="4266104"/>
            <a:ext cx="5039929" cy="307777"/>
          </a:xfrm>
          <a:noFill/>
          <a:ln w="9525">
            <a:noFill/>
            <a:miter lim="800000"/>
            <a:headEnd/>
            <a:tailEnd/>
          </a:ln>
        </p:spPr>
        <p:txBody>
          <a:bodyPr anchor="b"/>
          <a:lstStyle>
            <a:lvl1pPr marL="0" indent="0" algn="l" defTabSz="1085636" rtl="0" eaLnBrk="1" fontAlgn="base" latinLnBrk="0" hangingPunct="1">
              <a:spcBef>
                <a:spcPts val="0"/>
              </a:spcBef>
              <a:spcAft>
                <a:spcPct val="0"/>
              </a:spcAft>
              <a:buClr>
                <a:schemeClr val="tx2"/>
              </a:buClr>
              <a:buFont typeface="Arial" pitchFamily="34" charset="0"/>
              <a:buNone/>
              <a:defRPr lang="en-US" sz="2000" b="1" kern="1200" baseline="0" dirty="0">
                <a:solidFill>
                  <a:schemeClr val="tx2"/>
                </a:solidFill>
                <a:latin typeface="Arial" pitchFamily="34" charset="0"/>
                <a:ea typeface="+mn-ea"/>
                <a:cs typeface="Arial" pitchFamily="34" charset="0"/>
              </a:defRPr>
            </a:lvl1pPr>
            <a:lvl2pPr marL="542813" indent="0" algn="ctr">
              <a:buNone/>
              <a:defRPr>
                <a:solidFill>
                  <a:schemeClr val="tx1">
                    <a:tint val="75000"/>
                  </a:schemeClr>
                </a:solidFill>
              </a:defRPr>
            </a:lvl2pPr>
            <a:lvl3pPr marL="1085636" indent="0" algn="ctr">
              <a:buNone/>
              <a:defRPr>
                <a:solidFill>
                  <a:schemeClr val="tx1">
                    <a:tint val="75000"/>
                  </a:schemeClr>
                </a:solidFill>
              </a:defRPr>
            </a:lvl3pPr>
            <a:lvl4pPr marL="1628454" indent="0" algn="ctr">
              <a:buNone/>
              <a:defRPr>
                <a:solidFill>
                  <a:schemeClr val="tx1">
                    <a:tint val="75000"/>
                  </a:schemeClr>
                </a:solidFill>
              </a:defRPr>
            </a:lvl4pPr>
            <a:lvl5pPr marL="2171277" indent="0" algn="ctr">
              <a:buNone/>
              <a:defRPr>
                <a:solidFill>
                  <a:schemeClr val="tx1">
                    <a:tint val="75000"/>
                  </a:schemeClr>
                </a:solidFill>
              </a:defRPr>
            </a:lvl5pPr>
            <a:lvl6pPr marL="2714094" indent="0" algn="ctr">
              <a:buNone/>
              <a:defRPr>
                <a:solidFill>
                  <a:schemeClr val="tx1">
                    <a:tint val="75000"/>
                  </a:schemeClr>
                </a:solidFill>
              </a:defRPr>
            </a:lvl6pPr>
            <a:lvl7pPr marL="3256907" indent="0" algn="ctr">
              <a:buNone/>
              <a:defRPr>
                <a:solidFill>
                  <a:schemeClr val="tx1">
                    <a:tint val="75000"/>
                  </a:schemeClr>
                </a:solidFill>
              </a:defRPr>
            </a:lvl7pPr>
            <a:lvl8pPr marL="3799729" indent="0" algn="ctr">
              <a:buNone/>
              <a:defRPr>
                <a:solidFill>
                  <a:schemeClr val="tx1">
                    <a:tint val="75000"/>
                  </a:schemeClr>
                </a:solidFill>
              </a:defRPr>
            </a:lvl8pPr>
            <a:lvl9pPr marL="4342552" indent="0" algn="ctr">
              <a:buNone/>
              <a:defRPr>
                <a:solidFill>
                  <a:schemeClr val="tx1">
                    <a:tint val="75000"/>
                  </a:schemeClr>
                </a:solidFill>
              </a:defRPr>
            </a:lvl9pPr>
          </a:lstStyle>
          <a:p>
            <a:r>
              <a:rPr lang="en-US"/>
              <a:t>Click to edit Master subtitle style</a:t>
            </a:r>
            <a:endParaRPr lang="en-US" dirty="0"/>
          </a:p>
        </p:txBody>
      </p:sp>
      <p:sp>
        <p:nvSpPr>
          <p:cNvPr id="23" name="Title 8"/>
          <p:cNvSpPr>
            <a:spLocks noGrp="1"/>
          </p:cNvSpPr>
          <p:nvPr>
            <p:ph type="title"/>
          </p:nvPr>
        </p:nvSpPr>
        <p:spPr bwMode="gray">
          <a:xfrm>
            <a:off x="6565464" y="1972154"/>
            <a:ext cx="5039929" cy="1477328"/>
          </a:xfrm>
          <a:noFill/>
          <a:ln w="9525">
            <a:noFill/>
            <a:miter lim="800000"/>
            <a:headEnd/>
            <a:tailEnd/>
          </a:ln>
        </p:spPr>
        <p:txBody>
          <a:bodyPr/>
          <a:lstStyle>
            <a:lvl1pPr algn="l" defTabSz="1085636" rtl="0" eaLnBrk="1" latinLnBrk="0" hangingPunct="1">
              <a:spcBef>
                <a:spcPct val="0"/>
              </a:spcBef>
              <a:buNone/>
              <a:defRPr lang="en-US" sz="4800" b="1" kern="1200" dirty="0">
                <a:solidFill>
                  <a:schemeClr val="bg2"/>
                </a:solidFill>
                <a:latin typeface="Arial" pitchFamily="34" charset="0"/>
                <a:ea typeface="+mj-ea"/>
                <a:cs typeface="Arial"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844120121"/>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cxnSp>
        <p:nvCxnSpPr>
          <p:cNvPr id="8" name="Straight Connector 7"/>
          <p:cNvCxnSpPr/>
          <p:nvPr/>
        </p:nvCxnSpPr>
        <p:spPr bwMode="gray">
          <a:xfrm>
            <a:off x="641150" y="2345311"/>
            <a:ext cx="5207080" cy="317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gray">
          <a:xfrm>
            <a:off x="6362367" y="2345311"/>
            <a:ext cx="5207080" cy="317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 name="Text Placeholder 4"/>
          <p:cNvSpPr>
            <a:spLocks noGrp="1"/>
          </p:cNvSpPr>
          <p:nvPr>
            <p:ph type="body" sz="quarter" idx="10"/>
          </p:nvPr>
        </p:nvSpPr>
        <p:spPr bwMode="gray">
          <a:xfrm>
            <a:off x="641152" y="2467593"/>
            <a:ext cx="5243050" cy="1538883"/>
          </a:xfrm>
          <a:ln>
            <a:noFill/>
          </a:ln>
        </p:spPr>
        <p:txBody>
          <a:bodyPr/>
          <a:lstStyle>
            <a:lvl1pPr>
              <a:spcBef>
                <a:spcPts val="0"/>
              </a:spcBef>
              <a:spcAft>
                <a:spcPts val="0"/>
              </a:spcAft>
              <a:defRPr lang="en-US" sz="20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mn-lt"/>
                <a:ea typeface="+mn-ea"/>
                <a:cs typeface="Arial" pitchFamily="34" charset="0"/>
              </a:defRPr>
            </a:lvl2pPr>
            <a:lvl3pPr>
              <a:spcBef>
                <a:spcPts val="0"/>
              </a:spcBef>
              <a:spcAft>
                <a:spcPts val="0"/>
              </a:spcAft>
              <a:defRPr lang="en-US" sz="20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0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000" b="0" kern="1200" baseline="0" dirty="0" smtClean="0">
                <a:solidFill>
                  <a:schemeClr val="tx1"/>
                </a:solidFill>
                <a:latin typeface="Arial" pitchFamily="34" charset="0"/>
                <a:ea typeface="+mn-ea"/>
                <a:cs typeface="Arial" pitchFamily="34" charset="0"/>
              </a:defRPr>
            </a:lvl5pPr>
            <a:lvl6pPr marL="1357048" indent="-277067">
              <a:spcBef>
                <a:spcPts val="0"/>
              </a:spcBef>
              <a:spcAft>
                <a:spcPts val="0"/>
              </a:spcAft>
              <a:buSzPct val="70000"/>
              <a:defRPr lang="en-US" sz="2000" kern="1200" dirty="0" smtClean="0">
                <a:solidFill>
                  <a:schemeClr val="tx1"/>
                </a:solidFill>
                <a:latin typeface="Arial" pitchFamily="34" charset="0"/>
                <a:ea typeface="+mn-ea"/>
                <a:cs typeface="Arial" pitchFamily="34" charset="0"/>
              </a:defRPr>
            </a:lvl6pPr>
            <a:lvl7pPr marL="1628454" indent="-271405">
              <a:spcBef>
                <a:spcPts val="0"/>
              </a:spcBef>
              <a:spcAft>
                <a:spcPts val="0"/>
              </a:spcAft>
              <a:buSzPct val="70000"/>
              <a:buFont typeface="Arial" pitchFamily="34" charset="0"/>
              <a:buChar char="–"/>
              <a:defRPr sz="2000" baseline="0">
                <a:latin typeface="+mj-lt"/>
              </a:defRPr>
            </a:lvl7pPr>
            <a:lvl8pPr marL="1899864" indent="-271405">
              <a:spcBef>
                <a:spcPts val="0"/>
              </a:spcBef>
              <a:spcAft>
                <a:spcPts val="0"/>
              </a:spcAft>
              <a:buSzPct val="70000"/>
              <a:defRPr sz="2000" baseline="0">
                <a:latin typeface="+mj-lt"/>
              </a:defRPr>
            </a:lvl8pPr>
            <a:lvl9pPr marL="2165625" indent="-265756">
              <a:spcBef>
                <a:spcPts val="0"/>
              </a:spcBef>
              <a:spcAft>
                <a:spcPts val="0"/>
              </a:spcAft>
              <a:buSzPct val="70000"/>
              <a:buFont typeface="Arial" pitchFamily="34" charset="0"/>
              <a:buChar char="–"/>
              <a:defRPr sz="20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4"/>
          <p:cNvSpPr>
            <a:spLocks noGrp="1"/>
          </p:cNvSpPr>
          <p:nvPr>
            <p:ph type="body" sz="quarter" idx="11"/>
          </p:nvPr>
        </p:nvSpPr>
        <p:spPr bwMode="gray">
          <a:xfrm>
            <a:off x="6362370" y="2467593"/>
            <a:ext cx="5243050" cy="1538883"/>
          </a:xfrm>
          <a:ln>
            <a:noFill/>
          </a:ln>
        </p:spPr>
        <p:txBody>
          <a:bodyPr/>
          <a:lstStyle>
            <a:lvl1pPr>
              <a:spcBef>
                <a:spcPts val="0"/>
              </a:spcBef>
              <a:spcAft>
                <a:spcPts val="0"/>
              </a:spcAft>
              <a:defRPr lang="en-US" sz="20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mn-lt"/>
                <a:ea typeface="+mn-ea"/>
                <a:cs typeface="Arial" pitchFamily="34" charset="0"/>
              </a:defRPr>
            </a:lvl2pPr>
            <a:lvl3pPr>
              <a:spcBef>
                <a:spcPts val="0"/>
              </a:spcBef>
              <a:spcAft>
                <a:spcPts val="0"/>
              </a:spcAft>
              <a:defRPr lang="en-US" sz="20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0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000" b="0" kern="1200" baseline="0" dirty="0" smtClean="0">
                <a:solidFill>
                  <a:schemeClr val="tx1"/>
                </a:solidFill>
                <a:latin typeface="Arial" pitchFamily="34" charset="0"/>
                <a:ea typeface="+mn-ea"/>
                <a:cs typeface="Arial" pitchFamily="34" charset="0"/>
              </a:defRPr>
            </a:lvl5pPr>
            <a:lvl6pPr marL="1357048" indent="-277067">
              <a:spcBef>
                <a:spcPts val="0"/>
              </a:spcBef>
              <a:spcAft>
                <a:spcPts val="0"/>
              </a:spcAft>
              <a:buSzPct val="70000"/>
              <a:defRPr lang="en-US" sz="2000" kern="1200" dirty="0" smtClean="0">
                <a:solidFill>
                  <a:schemeClr val="tx1"/>
                </a:solidFill>
                <a:latin typeface="Arial" pitchFamily="34" charset="0"/>
                <a:ea typeface="+mn-ea"/>
                <a:cs typeface="Arial" pitchFamily="34" charset="0"/>
              </a:defRPr>
            </a:lvl6pPr>
            <a:lvl7pPr marL="1628454" indent="-271405">
              <a:spcBef>
                <a:spcPts val="0"/>
              </a:spcBef>
              <a:spcAft>
                <a:spcPts val="0"/>
              </a:spcAft>
              <a:buSzPct val="70000"/>
              <a:buFont typeface="Arial" pitchFamily="34" charset="0"/>
              <a:buChar char="–"/>
              <a:defRPr sz="2000" baseline="0">
                <a:latin typeface="+mj-lt"/>
              </a:defRPr>
            </a:lvl7pPr>
            <a:lvl8pPr marL="1899864" indent="-271405">
              <a:spcBef>
                <a:spcPts val="0"/>
              </a:spcBef>
              <a:spcAft>
                <a:spcPts val="0"/>
              </a:spcAft>
              <a:buSzPct val="70000"/>
              <a:defRPr sz="2000" baseline="0">
                <a:latin typeface="+mj-lt"/>
              </a:defRPr>
            </a:lvl8pPr>
            <a:lvl9pPr marL="2165625" indent="-265756">
              <a:spcBef>
                <a:spcPts val="0"/>
              </a:spcBef>
              <a:spcAft>
                <a:spcPts val="0"/>
              </a:spcAft>
              <a:buSzPct val="70000"/>
              <a:buFont typeface="Arial" pitchFamily="34" charset="0"/>
              <a:buChar char="–"/>
              <a:defRPr sz="20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2"/>
          </p:nvPr>
        </p:nvSpPr>
        <p:spPr bwMode="gray">
          <a:xfrm>
            <a:off x="641152" y="1950630"/>
            <a:ext cx="5243050" cy="307777"/>
          </a:xfrm>
          <a:noFill/>
          <a:ln>
            <a:noFill/>
          </a:ln>
        </p:spPr>
        <p:txBody>
          <a:bodyPr anchor="b"/>
          <a:lstStyle>
            <a:lvl1pPr marL="0" indent="0">
              <a:spcBef>
                <a:spcPts val="0"/>
              </a:spcBef>
              <a:spcAft>
                <a:spcPts val="0"/>
              </a:spcAft>
              <a:buNone/>
              <a:defRPr sz="2000" b="1">
                <a:solidFill>
                  <a:schemeClr val="bg2"/>
                </a:solidFill>
                <a:latin typeface="Arial" pitchFamily="34" charset="0"/>
                <a:cs typeface="Arial" pitchFamily="34" charset="0"/>
              </a:defRPr>
            </a:lvl1pPr>
            <a:lvl2pPr>
              <a:spcBef>
                <a:spcPts val="0"/>
              </a:spcBef>
              <a:spcAft>
                <a:spcPts val="0"/>
              </a:spcAft>
              <a:defRPr sz="2000">
                <a:latin typeface="+mj-lt"/>
              </a:defRPr>
            </a:lvl2pPr>
            <a:lvl3pPr>
              <a:spcBef>
                <a:spcPts val="0"/>
              </a:spcBef>
              <a:spcAft>
                <a:spcPts val="0"/>
              </a:spcAft>
              <a:defRPr sz="2000">
                <a:latin typeface="+mj-lt"/>
              </a:defRPr>
            </a:lvl3pPr>
            <a:lvl4pPr>
              <a:spcBef>
                <a:spcPts val="0"/>
              </a:spcBef>
              <a:spcAft>
                <a:spcPts val="0"/>
              </a:spcAft>
              <a:defRPr sz="2000">
                <a:latin typeface="+mj-lt"/>
              </a:defRPr>
            </a:lvl4pPr>
            <a:lvl5pPr>
              <a:spcBef>
                <a:spcPts val="0"/>
              </a:spcBef>
              <a:spcAft>
                <a:spcPts val="0"/>
              </a:spcAft>
              <a:defRPr sz="2000">
                <a:latin typeface="+mj-lt"/>
              </a:defRPr>
            </a:lvl5pPr>
            <a:lvl6pPr marL="1357048" indent="-277067">
              <a:spcBef>
                <a:spcPts val="0"/>
              </a:spcBef>
              <a:spcAft>
                <a:spcPts val="0"/>
              </a:spcAft>
              <a:buSzPct val="70000"/>
              <a:defRPr sz="2000">
                <a:latin typeface="+mj-lt"/>
              </a:defRPr>
            </a:lvl6pPr>
            <a:lvl7pPr marL="1628454" indent="-271405">
              <a:spcBef>
                <a:spcPts val="0"/>
              </a:spcBef>
              <a:spcAft>
                <a:spcPts val="0"/>
              </a:spcAft>
              <a:buSzPct val="70000"/>
              <a:buFont typeface="Arial" pitchFamily="34" charset="0"/>
              <a:buChar char="–"/>
              <a:defRPr sz="2000" baseline="0">
                <a:latin typeface="+mj-lt"/>
              </a:defRPr>
            </a:lvl7pPr>
            <a:lvl8pPr marL="1899864" indent="-271405">
              <a:spcBef>
                <a:spcPts val="0"/>
              </a:spcBef>
              <a:spcAft>
                <a:spcPts val="0"/>
              </a:spcAft>
              <a:buSzPct val="70000"/>
              <a:defRPr sz="2000" baseline="0">
                <a:latin typeface="+mj-lt"/>
              </a:defRPr>
            </a:lvl8pPr>
            <a:lvl9pPr marL="2165625" indent="-265756">
              <a:spcBef>
                <a:spcPts val="0"/>
              </a:spcBef>
              <a:spcAft>
                <a:spcPts val="0"/>
              </a:spcAft>
              <a:buSzPct val="70000"/>
              <a:buFont typeface="Arial" pitchFamily="34" charset="0"/>
              <a:buChar char="–"/>
              <a:defRPr sz="2000">
                <a:latin typeface="+mj-lt"/>
              </a:defRPr>
            </a:lvl9pPr>
          </a:lstStyle>
          <a:p>
            <a:pPr lvl="0"/>
            <a:r>
              <a:rPr lang="en-US"/>
              <a:t>Click to edit Master text styles</a:t>
            </a:r>
          </a:p>
        </p:txBody>
      </p:sp>
      <p:sp>
        <p:nvSpPr>
          <p:cNvPr id="6" name="Text Placeholder 4"/>
          <p:cNvSpPr>
            <a:spLocks noGrp="1"/>
          </p:cNvSpPr>
          <p:nvPr>
            <p:ph type="body" sz="quarter" idx="13"/>
          </p:nvPr>
        </p:nvSpPr>
        <p:spPr bwMode="gray">
          <a:xfrm>
            <a:off x="6362370" y="1950630"/>
            <a:ext cx="5243050" cy="307777"/>
          </a:xfrm>
          <a:noFill/>
          <a:ln>
            <a:noFill/>
          </a:ln>
        </p:spPr>
        <p:txBody>
          <a:bodyPr anchor="b"/>
          <a:lstStyle>
            <a:lvl1pPr marL="0" indent="0">
              <a:spcBef>
                <a:spcPts val="0"/>
              </a:spcBef>
              <a:spcAft>
                <a:spcPts val="0"/>
              </a:spcAft>
              <a:buNone/>
              <a:defRPr sz="2000" b="1">
                <a:solidFill>
                  <a:schemeClr val="bg2"/>
                </a:solidFill>
                <a:latin typeface="Arial" pitchFamily="34" charset="0"/>
                <a:cs typeface="Arial" pitchFamily="34" charset="0"/>
              </a:defRPr>
            </a:lvl1pPr>
            <a:lvl2pPr>
              <a:spcBef>
                <a:spcPts val="0"/>
              </a:spcBef>
              <a:spcAft>
                <a:spcPts val="0"/>
              </a:spcAft>
              <a:defRPr sz="2000">
                <a:latin typeface="+mj-lt"/>
              </a:defRPr>
            </a:lvl2pPr>
            <a:lvl3pPr>
              <a:spcBef>
                <a:spcPts val="0"/>
              </a:spcBef>
              <a:spcAft>
                <a:spcPts val="0"/>
              </a:spcAft>
              <a:defRPr sz="2000">
                <a:latin typeface="+mj-lt"/>
              </a:defRPr>
            </a:lvl3pPr>
            <a:lvl4pPr>
              <a:spcBef>
                <a:spcPts val="0"/>
              </a:spcBef>
              <a:spcAft>
                <a:spcPts val="0"/>
              </a:spcAft>
              <a:defRPr sz="2000">
                <a:latin typeface="+mj-lt"/>
              </a:defRPr>
            </a:lvl4pPr>
            <a:lvl5pPr>
              <a:spcBef>
                <a:spcPts val="0"/>
              </a:spcBef>
              <a:spcAft>
                <a:spcPts val="0"/>
              </a:spcAft>
              <a:defRPr sz="2000">
                <a:latin typeface="+mj-lt"/>
              </a:defRPr>
            </a:lvl5pPr>
            <a:lvl6pPr marL="1357048" indent="-277067">
              <a:spcBef>
                <a:spcPts val="0"/>
              </a:spcBef>
              <a:spcAft>
                <a:spcPts val="0"/>
              </a:spcAft>
              <a:buSzPct val="70000"/>
              <a:defRPr sz="2000">
                <a:latin typeface="+mj-lt"/>
              </a:defRPr>
            </a:lvl6pPr>
            <a:lvl7pPr marL="1628454" indent="-271405">
              <a:spcBef>
                <a:spcPts val="0"/>
              </a:spcBef>
              <a:spcAft>
                <a:spcPts val="0"/>
              </a:spcAft>
              <a:buSzPct val="70000"/>
              <a:buFont typeface="Arial" pitchFamily="34" charset="0"/>
              <a:buChar char="–"/>
              <a:defRPr sz="2000" baseline="0">
                <a:latin typeface="+mj-lt"/>
              </a:defRPr>
            </a:lvl7pPr>
            <a:lvl8pPr marL="1899864" indent="-271405">
              <a:spcBef>
                <a:spcPts val="0"/>
              </a:spcBef>
              <a:spcAft>
                <a:spcPts val="0"/>
              </a:spcAft>
              <a:buSzPct val="70000"/>
              <a:defRPr sz="2000" baseline="0">
                <a:latin typeface="+mj-lt"/>
              </a:defRPr>
            </a:lvl8pPr>
            <a:lvl9pPr marL="2165625" indent="-265756">
              <a:spcBef>
                <a:spcPts val="0"/>
              </a:spcBef>
              <a:spcAft>
                <a:spcPts val="0"/>
              </a:spcAft>
              <a:buSzPct val="70000"/>
              <a:buFont typeface="Arial" pitchFamily="34" charset="0"/>
              <a:buChar char="–"/>
              <a:defRPr sz="2000">
                <a:latin typeface="+mj-lt"/>
              </a:defRPr>
            </a:lvl9pPr>
          </a:lstStyle>
          <a:p>
            <a:pPr lvl="0"/>
            <a:r>
              <a:rPr lang="en-US"/>
              <a:t>Click to edit Master text styles</a:t>
            </a:r>
          </a:p>
        </p:txBody>
      </p:sp>
      <p:sp>
        <p:nvSpPr>
          <p:cNvPr id="10" name="Title 1"/>
          <p:cNvSpPr>
            <a:spLocks noGrp="1"/>
          </p:cNvSpPr>
          <p:nvPr>
            <p:ph type="title"/>
          </p:nvPr>
        </p:nvSpPr>
        <p:spPr bwMode="gray">
          <a:xfrm>
            <a:off x="641153" y="727269"/>
            <a:ext cx="10964283" cy="600164"/>
          </a:xfrm>
          <a:noFill/>
          <a:ln w="9525">
            <a:noFill/>
            <a:miter lim="800000"/>
            <a:headEnd/>
            <a:tailEnd/>
          </a:ln>
        </p:spPr>
        <p:txBody>
          <a:bodyPr/>
          <a:lstStyle>
            <a:lvl1pPr algn="l">
              <a:defRPr lang="en-US" sz="39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15" name="Text Placeholder 41"/>
          <p:cNvSpPr>
            <a:spLocks noGrp="1"/>
          </p:cNvSpPr>
          <p:nvPr>
            <p:ph type="body" sz="quarter" idx="14"/>
          </p:nvPr>
        </p:nvSpPr>
        <p:spPr bwMode="gray">
          <a:xfrm>
            <a:off x="641106" y="1270795"/>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553047630"/>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1_Content 4">
    <p:spTree>
      <p:nvGrpSpPr>
        <p:cNvPr id="1" name=""/>
        <p:cNvGrpSpPr/>
        <p:nvPr/>
      </p:nvGrpSpPr>
      <p:grpSpPr>
        <a:xfrm>
          <a:off x="0" y="0"/>
          <a:ext cx="0" cy="0"/>
          <a:chOff x="0" y="0"/>
          <a:chExt cx="0" cy="0"/>
        </a:xfrm>
      </p:grpSpPr>
      <p:cxnSp>
        <p:nvCxnSpPr>
          <p:cNvPr id="12" name="Straight Connector 11"/>
          <p:cNvCxnSpPr/>
          <p:nvPr/>
        </p:nvCxnSpPr>
        <p:spPr bwMode="gray">
          <a:xfrm>
            <a:off x="641150" y="2345311"/>
            <a:ext cx="5207080" cy="317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gray">
          <a:xfrm>
            <a:off x="6362367" y="2345311"/>
            <a:ext cx="5207080" cy="317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gray">
          <a:xfrm>
            <a:off x="641150" y="4582587"/>
            <a:ext cx="5207080" cy="158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gray">
          <a:xfrm>
            <a:off x="6362367" y="4582587"/>
            <a:ext cx="5207080" cy="158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itle 1"/>
          <p:cNvSpPr>
            <a:spLocks noGrp="1"/>
          </p:cNvSpPr>
          <p:nvPr>
            <p:ph type="title"/>
          </p:nvPr>
        </p:nvSpPr>
        <p:spPr bwMode="gray">
          <a:xfrm>
            <a:off x="641153" y="727269"/>
            <a:ext cx="10964283" cy="600164"/>
          </a:xfrm>
          <a:noFill/>
          <a:ln w="9525">
            <a:noFill/>
            <a:miter lim="800000"/>
            <a:headEnd/>
            <a:tailEnd/>
          </a:ln>
        </p:spPr>
        <p:txBody>
          <a:bodyPr/>
          <a:lstStyle>
            <a:lvl1pPr algn="l">
              <a:defRPr lang="en-US" sz="39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17" name="Text Placeholder 4"/>
          <p:cNvSpPr>
            <a:spLocks noGrp="1"/>
          </p:cNvSpPr>
          <p:nvPr>
            <p:ph type="body" sz="quarter" idx="10"/>
          </p:nvPr>
        </p:nvSpPr>
        <p:spPr bwMode="gray">
          <a:xfrm>
            <a:off x="641152" y="2467593"/>
            <a:ext cx="5243050" cy="1538883"/>
          </a:xfrm>
          <a:ln>
            <a:noFill/>
          </a:ln>
        </p:spPr>
        <p:txBody>
          <a:bodyPr/>
          <a:lstStyle>
            <a:lvl1pPr>
              <a:spcBef>
                <a:spcPts val="0"/>
              </a:spcBef>
              <a:spcAft>
                <a:spcPts val="0"/>
              </a:spcAft>
              <a:defRPr lang="en-US" sz="20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mn-lt"/>
                <a:ea typeface="+mn-ea"/>
                <a:cs typeface="Arial" pitchFamily="34" charset="0"/>
              </a:defRPr>
            </a:lvl2pPr>
            <a:lvl3pPr>
              <a:spcBef>
                <a:spcPts val="0"/>
              </a:spcBef>
              <a:spcAft>
                <a:spcPts val="0"/>
              </a:spcAft>
              <a:defRPr lang="en-US" sz="20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0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000" b="0" kern="1200" baseline="0" dirty="0" smtClean="0">
                <a:solidFill>
                  <a:schemeClr val="tx1"/>
                </a:solidFill>
                <a:latin typeface="Arial" pitchFamily="34" charset="0"/>
                <a:ea typeface="+mn-ea"/>
                <a:cs typeface="Arial" pitchFamily="34" charset="0"/>
              </a:defRPr>
            </a:lvl5pPr>
            <a:lvl6pPr marL="1357048" indent="-277067">
              <a:spcBef>
                <a:spcPts val="0"/>
              </a:spcBef>
              <a:spcAft>
                <a:spcPts val="0"/>
              </a:spcAft>
              <a:buSzPct val="70000"/>
              <a:defRPr lang="en-US" sz="2000" kern="1200" dirty="0" smtClean="0">
                <a:solidFill>
                  <a:schemeClr val="tx1"/>
                </a:solidFill>
                <a:latin typeface="Arial" pitchFamily="34" charset="0"/>
                <a:ea typeface="+mn-ea"/>
                <a:cs typeface="Arial" pitchFamily="34" charset="0"/>
              </a:defRPr>
            </a:lvl6pPr>
            <a:lvl7pPr marL="1628454" indent="-271405">
              <a:spcBef>
                <a:spcPts val="0"/>
              </a:spcBef>
              <a:spcAft>
                <a:spcPts val="0"/>
              </a:spcAft>
              <a:buSzPct val="70000"/>
              <a:buFont typeface="Arial" pitchFamily="34" charset="0"/>
              <a:buChar char="–"/>
              <a:defRPr sz="2000" baseline="0">
                <a:latin typeface="+mj-lt"/>
              </a:defRPr>
            </a:lvl7pPr>
            <a:lvl8pPr marL="1899864" indent="-271405">
              <a:spcBef>
                <a:spcPts val="0"/>
              </a:spcBef>
              <a:spcAft>
                <a:spcPts val="0"/>
              </a:spcAft>
              <a:buSzPct val="70000"/>
              <a:defRPr sz="2000" baseline="0">
                <a:latin typeface="+mj-lt"/>
              </a:defRPr>
            </a:lvl8pPr>
            <a:lvl9pPr marL="2165625" indent="-265756">
              <a:spcBef>
                <a:spcPts val="0"/>
              </a:spcBef>
              <a:spcAft>
                <a:spcPts val="0"/>
              </a:spcAft>
              <a:buSzPct val="70000"/>
              <a:buFont typeface="Arial" pitchFamily="34" charset="0"/>
              <a:buChar char="–"/>
              <a:defRPr sz="20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4"/>
          <p:cNvSpPr>
            <a:spLocks noGrp="1"/>
          </p:cNvSpPr>
          <p:nvPr>
            <p:ph type="body" sz="quarter" idx="11"/>
          </p:nvPr>
        </p:nvSpPr>
        <p:spPr bwMode="gray">
          <a:xfrm>
            <a:off x="6362370" y="2467593"/>
            <a:ext cx="5243050" cy="1538883"/>
          </a:xfrm>
          <a:ln>
            <a:noFill/>
          </a:ln>
        </p:spPr>
        <p:txBody>
          <a:bodyPr/>
          <a:lstStyle>
            <a:lvl1pPr>
              <a:spcBef>
                <a:spcPts val="0"/>
              </a:spcBef>
              <a:spcAft>
                <a:spcPts val="0"/>
              </a:spcAft>
              <a:defRPr lang="en-US" sz="20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mn-lt"/>
                <a:ea typeface="+mn-ea"/>
                <a:cs typeface="Arial" pitchFamily="34" charset="0"/>
              </a:defRPr>
            </a:lvl2pPr>
            <a:lvl3pPr>
              <a:spcBef>
                <a:spcPts val="0"/>
              </a:spcBef>
              <a:spcAft>
                <a:spcPts val="0"/>
              </a:spcAft>
              <a:defRPr lang="en-US" sz="20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0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000" b="0" kern="1200" baseline="0" dirty="0" smtClean="0">
                <a:solidFill>
                  <a:schemeClr val="tx1"/>
                </a:solidFill>
                <a:latin typeface="Arial" pitchFamily="34" charset="0"/>
                <a:ea typeface="+mn-ea"/>
                <a:cs typeface="Arial" pitchFamily="34" charset="0"/>
              </a:defRPr>
            </a:lvl5pPr>
            <a:lvl6pPr marL="1357048" indent="-277067">
              <a:spcBef>
                <a:spcPts val="0"/>
              </a:spcBef>
              <a:spcAft>
                <a:spcPts val="0"/>
              </a:spcAft>
              <a:buSzPct val="70000"/>
              <a:defRPr lang="en-US" sz="2000" kern="1200" dirty="0" smtClean="0">
                <a:solidFill>
                  <a:schemeClr val="tx1"/>
                </a:solidFill>
                <a:latin typeface="Arial" pitchFamily="34" charset="0"/>
                <a:ea typeface="+mn-ea"/>
                <a:cs typeface="Arial" pitchFamily="34" charset="0"/>
              </a:defRPr>
            </a:lvl6pPr>
            <a:lvl7pPr marL="1628454" indent="-271405">
              <a:spcBef>
                <a:spcPts val="0"/>
              </a:spcBef>
              <a:spcAft>
                <a:spcPts val="0"/>
              </a:spcAft>
              <a:buSzPct val="70000"/>
              <a:buFont typeface="Arial" pitchFamily="34" charset="0"/>
              <a:buChar char="–"/>
              <a:defRPr sz="2000" baseline="0">
                <a:latin typeface="+mj-lt"/>
              </a:defRPr>
            </a:lvl7pPr>
            <a:lvl8pPr marL="1899864" indent="-271405">
              <a:spcBef>
                <a:spcPts val="0"/>
              </a:spcBef>
              <a:spcAft>
                <a:spcPts val="0"/>
              </a:spcAft>
              <a:buSzPct val="70000"/>
              <a:defRPr sz="2000" baseline="0">
                <a:latin typeface="+mj-lt"/>
              </a:defRPr>
            </a:lvl8pPr>
            <a:lvl9pPr marL="2165625" indent="-265756">
              <a:spcBef>
                <a:spcPts val="0"/>
              </a:spcBef>
              <a:spcAft>
                <a:spcPts val="0"/>
              </a:spcAft>
              <a:buSzPct val="70000"/>
              <a:buFont typeface="Arial" pitchFamily="34" charset="0"/>
              <a:buChar char="–"/>
              <a:defRPr sz="20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4"/>
          <p:cNvSpPr>
            <a:spLocks noGrp="1"/>
          </p:cNvSpPr>
          <p:nvPr>
            <p:ph type="body" sz="quarter" idx="12"/>
          </p:nvPr>
        </p:nvSpPr>
        <p:spPr bwMode="gray">
          <a:xfrm>
            <a:off x="641152" y="1950630"/>
            <a:ext cx="5243050" cy="307777"/>
          </a:xfrm>
          <a:noFill/>
          <a:ln>
            <a:noFill/>
          </a:ln>
        </p:spPr>
        <p:txBody>
          <a:bodyPr anchor="b"/>
          <a:lstStyle>
            <a:lvl1pPr marL="0" indent="0">
              <a:spcBef>
                <a:spcPts val="0"/>
              </a:spcBef>
              <a:spcAft>
                <a:spcPts val="0"/>
              </a:spcAft>
              <a:buNone/>
              <a:defRPr sz="2000" b="1">
                <a:solidFill>
                  <a:schemeClr val="bg2"/>
                </a:solidFill>
                <a:latin typeface="Arial" pitchFamily="34" charset="0"/>
                <a:cs typeface="Arial" pitchFamily="34" charset="0"/>
              </a:defRPr>
            </a:lvl1pPr>
            <a:lvl2pPr>
              <a:spcBef>
                <a:spcPts val="0"/>
              </a:spcBef>
              <a:spcAft>
                <a:spcPts val="0"/>
              </a:spcAft>
              <a:defRPr sz="2000">
                <a:latin typeface="+mj-lt"/>
              </a:defRPr>
            </a:lvl2pPr>
            <a:lvl3pPr>
              <a:spcBef>
                <a:spcPts val="0"/>
              </a:spcBef>
              <a:spcAft>
                <a:spcPts val="0"/>
              </a:spcAft>
              <a:defRPr sz="2000">
                <a:latin typeface="+mj-lt"/>
              </a:defRPr>
            </a:lvl3pPr>
            <a:lvl4pPr>
              <a:spcBef>
                <a:spcPts val="0"/>
              </a:spcBef>
              <a:spcAft>
                <a:spcPts val="0"/>
              </a:spcAft>
              <a:defRPr sz="2000">
                <a:latin typeface="+mj-lt"/>
              </a:defRPr>
            </a:lvl4pPr>
            <a:lvl5pPr>
              <a:spcBef>
                <a:spcPts val="0"/>
              </a:spcBef>
              <a:spcAft>
                <a:spcPts val="0"/>
              </a:spcAft>
              <a:defRPr sz="2000">
                <a:latin typeface="+mj-lt"/>
              </a:defRPr>
            </a:lvl5pPr>
            <a:lvl6pPr marL="1357048" indent="-277067">
              <a:spcBef>
                <a:spcPts val="0"/>
              </a:spcBef>
              <a:spcAft>
                <a:spcPts val="0"/>
              </a:spcAft>
              <a:buSzPct val="70000"/>
              <a:defRPr sz="2000">
                <a:latin typeface="+mj-lt"/>
              </a:defRPr>
            </a:lvl6pPr>
            <a:lvl7pPr marL="1628454" indent="-271405">
              <a:spcBef>
                <a:spcPts val="0"/>
              </a:spcBef>
              <a:spcAft>
                <a:spcPts val="0"/>
              </a:spcAft>
              <a:buSzPct val="70000"/>
              <a:buFont typeface="Arial" pitchFamily="34" charset="0"/>
              <a:buChar char="–"/>
              <a:defRPr sz="2000" baseline="0">
                <a:latin typeface="+mj-lt"/>
              </a:defRPr>
            </a:lvl7pPr>
            <a:lvl8pPr marL="1899864" indent="-271405">
              <a:spcBef>
                <a:spcPts val="0"/>
              </a:spcBef>
              <a:spcAft>
                <a:spcPts val="0"/>
              </a:spcAft>
              <a:buSzPct val="70000"/>
              <a:defRPr sz="2000" baseline="0">
                <a:latin typeface="+mj-lt"/>
              </a:defRPr>
            </a:lvl8pPr>
            <a:lvl9pPr marL="2165625" indent="-265756">
              <a:spcBef>
                <a:spcPts val="0"/>
              </a:spcBef>
              <a:spcAft>
                <a:spcPts val="0"/>
              </a:spcAft>
              <a:buSzPct val="70000"/>
              <a:buFont typeface="Arial" pitchFamily="34" charset="0"/>
              <a:buChar char="–"/>
              <a:defRPr sz="2000">
                <a:latin typeface="+mj-lt"/>
              </a:defRPr>
            </a:lvl9pPr>
          </a:lstStyle>
          <a:p>
            <a:pPr lvl="0"/>
            <a:r>
              <a:rPr lang="en-US"/>
              <a:t>Click to edit Master text styles</a:t>
            </a:r>
          </a:p>
        </p:txBody>
      </p:sp>
      <p:sp>
        <p:nvSpPr>
          <p:cNvPr id="32" name="Text Placeholder 4"/>
          <p:cNvSpPr>
            <a:spLocks noGrp="1"/>
          </p:cNvSpPr>
          <p:nvPr>
            <p:ph type="body" sz="quarter" idx="13"/>
          </p:nvPr>
        </p:nvSpPr>
        <p:spPr bwMode="gray">
          <a:xfrm>
            <a:off x="6362370" y="1950630"/>
            <a:ext cx="5243050" cy="307777"/>
          </a:xfrm>
          <a:noFill/>
          <a:ln>
            <a:noFill/>
          </a:ln>
        </p:spPr>
        <p:txBody>
          <a:bodyPr anchor="b"/>
          <a:lstStyle>
            <a:lvl1pPr marL="0" indent="0">
              <a:spcBef>
                <a:spcPts val="0"/>
              </a:spcBef>
              <a:spcAft>
                <a:spcPts val="0"/>
              </a:spcAft>
              <a:buNone/>
              <a:tabLst/>
              <a:defRPr sz="2000" b="1">
                <a:solidFill>
                  <a:schemeClr val="bg2"/>
                </a:solidFill>
                <a:latin typeface="Arial" pitchFamily="34" charset="0"/>
                <a:cs typeface="Arial" pitchFamily="34" charset="0"/>
              </a:defRPr>
            </a:lvl1pPr>
            <a:lvl2pPr>
              <a:spcBef>
                <a:spcPts val="0"/>
              </a:spcBef>
              <a:spcAft>
                <a:spcPts val="0"/>
              </a:spcAft>
              <a:defRPr sz="2000">
                <a:latin typeface="+mj-lt"/>
              </a:defRPr>
            </a:lvl2pPr>
            <a:lvl3pPr>
              <a:spcBef>
                <a:spcPts val="0"/>
              </a:spcBef>
              <a:spcAft>
                <a:spcPts val="0"/>
              </a:spcAft>
              <a:defRPr sz="2000">
                <a:latin typeface="+mj-lt"/>
              </a:defRPr>
            </a:lvl3pPr>
            <a:lvl4pPr>
              <a:spcBef>
                <a:spcPts val="0"/>
              </a:spcBef>
              <a:spcAft>
                <a:spcPts val="0"/>
              </a:spcAft>
              <a:defRPr sz="2000">
                <a:latin typeface="+mj-lt"/>
              </a:defRPr>
            </a:lvl4pPr>
            <a:lvl5pPr>
              <a:spcBef>
                <a:spcPts val="0"/>
              </a:spcBef>
              <a:spcAft>
                <a:spcPts val="0"/>
              </a:spcAft>
              <a:defRPr sz="2000">
                <a:latin typeface="+mj-lt"/>
              </a:defRPr>
            </a:lvl5pPr>
            <a:lvl6pPr marL="1357048" indent="-277067">
              <a:spcBef>
                <a:spcPts val="0"/>
              </a:spcBef>
              <a:spcAft>
                <a:spcPts val="0"/>
              </a:spcAft>
              <a:buSzPct val="70000"/>
              <a:defRPr sz="2000">
                <a:latin typeface="+mj-lt"/>
              </a:defRPr>
            </a:lvl6pPr>
            <a:lvl7pPr marL="1628454" indent="-271405">
              <a:spcBef>
                <a:spcPts val="0"/>
              </a:spcBef>
              <a:spcAft>
                <a:spcPts val="0"/>
              </a:spcAft>
              <a:buSzPct val="70000"/>
              <a:buFont typeface="Arial" pitchFamily="34" charset="0"/>
              <a:buChar char="–"/>
              <a:defRPr sz="2000" baseline="0">
                <a:latin typeface="+mj-lt"/>
              </a:defRPr>
            </a:lvl7pPr>
            <a:lvl8pPr marL="1899864" indent="-271405">
              <a:spcBef>
                <a:spcPts val="0"/>
              </a:spcBef>
              <a:spcAft>
                <a:spcPts val="0"/>
              </a:spcAft>
              <a:buSzPct val="70000"/>
              <a:defRPr sz="2000" baseline="0">
                <a:latin typeface="+mj-lt"/>
              </a:defRPr>
            </a:lvl8pPr>
            <a:lvl9pPr marL="2165625" indent="-265756">
              <a:spcBef>
                <a:spcPts val="0"/>
              </a:spcBef>
              <a:spcAft>
                <a:spcPts val="0"/>
              </a:spcAft>
              <a:buSzPct val="70000"/>
              <a:buFont typeface="Arial" pitchFamily="34" charset="0"/>
              <a:buChar char="–"/>
              <a:defRPr sz="2000">
                <a:latin typeface="+mj-lt"/>
              </a:defRPr>
            </a:lvl9pPr>
          </a:lstStyle>
          <a:p>
            <a:pPr lvl="0"/>
            <a:r>
              <a:rPr lang="en-US"/>
              <a:t>Click to edit Master text styles</a:t>
            </a:r>
          </a:p>
        </p:txBody>
      </p:sp>
      <p:sp>
        <p:nvSpPr>
          <p:cNvPr id="35" name="Text Placeholder 4"/>
          <p:cNvSpPr>
            <a:spLocks noGrp="1"/>
          </p:cNvSpPr>
          <p:nvPr>
            <p:ph type="body" sz="quarter" idx="15"/>
          </p:nvPr>
        </p:nvSpPr>
        <p:spPr bwMode="gray">
          <a:xfrm>
            <a:off x="641152" y="4704411"/>
            <a:ext cx="5243050" cy="1538883"/>
          </a:xfrm>
          <a:ln>
            <a:noFill/>
          </a:ln>
        </p:spPr>
        <p:txBody>
          <a:bodyPr/>
          <a:lstStyle>
            <a:lvl1pPr>
              <a:spcBef>
                <a:spcPts val="0"/>
              </a:spcBef>
              <a:spcAft>
                <a:spcPts val="0"/>
              </a:spcAft>
              <a:defRPr lang="en-US" sz="20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mn-lt"/>
                <a:ea typeface="+mn-ea"/>
                <a:cs typeface="Arial" pitchFamily="34" charset="0"/>
              </a:defRPr>
            </a:lvl2pPr>
            <a:lvl3pPr>
              <a:spcBef>
                <a:spcPts val="0"/>
              </a:spcBef>
              <a:spcAft>
                <a:spcPts val="0"/>
              </a:spcAft>
              <a:defRPr lang="en-US" sz="20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0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000" b="0" kern="1200" baseline="0" dirty="0" smtClean="0">
                <a:solidFill>
                  <a:schemeClr val="tx1"/>
                </a:solidFill>
                <a:latin typeface="Arial" pitchFamily="34" charset="0"/>
                <a:ea typeface="+mn-ea"/>
                <a:cs typeface="Arial" pitchFamily="34" charset="0"/>
              </a:defRPr>
            </a:lvl5pPr>
            <a:lvl6pPr marL="1357048" indent="-277067">
              <a:spcBef>
                <a:spcPts val="0"/>
              </a:spcBef>
              <a:spcAft>
                <a:spcPts val="0"/>
              </a:spcAft>
              <a:buSzPct val="70000"/>
              <a:defRPr lang="en-US" sz="2000" kern="1200" dirty="0" smtClean="0">
                <a:solidFill>
                  <a:schemeClr val="tx1"/>
                </a:solidFill>
                <a:latin typeface="Arial" pitchFamily="34" charset="0"/>
                <a:ea typeface="+mn-ea"/>
                <a:cs typeface="Arial" pitchFamily="34" charset="0"/>
              </a:defRPr>
            </a:lvl6pPr>
            <a:lvl7pPr marL="1628454" indent="-271405">
              <a:spcBef>
                <a:spcPts val="0"/>
              </a:spcBef>
              <a:spcAft>
                <a:spcPts val="0"/>
              </a:spcAft>
              <a:buSzPct val="70000"/>
              <a:buFont typeface="Arial" pitchFamily="34" charset="0"/>
              <a:buChar char="–"/>
              <a:defRPr sz="2000" baseline="0">
                <a:latin typeface="+mj-lt"/>
              </a:defRPr>
            </a:lvl7pPr>
            <a:lvl8pPr marL="1899864" indent="-271405">
              <a:spcBef>
                <a:spcPts val="0"/>
              </a:spcBef>
              <a:spcAft>
                <a:spcPts val="0"/>
              </a:spcAft>
              <a:buSzPct val="70000"/>
              <a:defRPr sz="2000" baseline="0">
                <a:latin typeface="+mj-lt"/>
              </a:defRPr>
            </a:lvl8pPr>
            <a:lvl9pPr marL="2165625" indent="-265756">
              <a:spcBef>
                <a:spcPts val="0"/>
              </a:spcBef>
              <a:spcAft>
                <a:spcPts val="0"/>
              </a:spcAft>
              <a:buSzPct val="70000"/>
              <a:buFont typeface="Arial" pitchFamily="34" charset="0"/>
              <a:buChar char="–"/>
              <a:defRPr sz="20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Text Placeholder 4"/>
          <p:cNvSpPr>
            <a:spLocks noGrp="1"/>
          </p:cNvSpPr>
          <p:nvPr>
            <p:ph type="body" sz="quarter" idx="16"/>
          </p:nvPr>
        </p:nvSpPr>
        <p:spPr bwMode="gray">
          <a:xfrm>
            <a:off x="6362370" y="4704411"/>
            <a:ext cx="5243050" cy="1538883"/>
          </a:xfrm>
          <a:ln>
            <a:noFill/>
          </a:ln>
        </p:spPr>
        <p:txBody>
          <a:bodyPr/>
          <a:lstStyle>
            <a:lvl1pPr>
              <a:spcBef>
                <a:spcPts val="0"/>
              </a:spcBef>
              <a:spcAft>
                <a:spcPts val="0"/>
              </a:spcAft>
              <a:defRPr lang="en-US" sz="20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mn-lt"/>
                <a:ea typeface="+mn-ea"/>
                <a:cs typeface="Arial" pitchFamily="34" charset="0"/>
              </a:defRPr>
            </a:lvl2pPr>
            <a:lvl3pPr>
              <a:spcBef>
                <a:spcPts val="0"/>
              </a:spcBef>
              <a:spcAft>
                <a:spcPts val="0"/>
              </a:spcAft>
              <a:defRPr lang="en-US" sz="20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0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000" b="0" kern="1200" baseline="0" dirty="0" smtClean="0">
                <a:solidFill>
                  <a:schemeClr val="tx1"/>
                </a:solidFill>
                <a:latin typeface="Arial" pitchFamily="34" charset="0"/>
                <a:ea typeface="+mn-ea"/>
                <a:cs typeface="Arial" pitchFamily="34" charset="0"/>
              </a:defRPr>
            </a:lvl5pPr>
            <a:lvl6pPr marL="1357048" indent="-277067">
              <a:spcBef>
                <a:spcPts val="0"/>
              </a:spcBef>
              <a:spcAft>
                <a:spcPts val="0"/>
              </a:spcAft>
              <a:buSzPct val="70000"/>
              <a:defRPr lang="en-US" sz="2000" kern="1200" dirty="0" smtClean="0">
                <a:solidFill>
                  <a:schemeClr val="tx1"/>
                </a:solidFill>
                <a:latin typeface="Arial" pitchFamily="34" charset="0"/>
                <a:ea typeface="+mn-ea"/>
                <a:cs typeface="Arial" pitchFamily="34" charset="0"/>
              </a:defRPr>
            </a:lvl6pPr>
            <a:lvl7pPr marL="1628454" indent="-271405">
              <a:spcBef>
                <a:spcPts val="0"/>
              </a:spcBef>
              <a:spcAft>
                <a:spcPts val="0"/>
              </a:spcAft>
              <a:buSzPct val="70000"/>
              <a:buFont typeface="Arial" pitchFamily="34" charset="0"/>
              <a:buChar char="–"/>
              <a:defRPr sz="2000" baseline="0">
                <a:latin typeface="+mj-lt"/>
              </a:defRPr>
            </a:lvl7pPr>
            <a:lvl8pPr marL="1899864" indent="-271405">
              <a:spcBef>
                <a:spcPts val="0"/>
              </a:spcBef>
              <a:spcAft>
                <a:spcPts val="0"/>
              </a:spcAft>
              <a:buSzPct val="70000"/>
              <a:defRPr sz="2000" baseline="0">
                <a:latin typeface="+mj-lt"/>
              </a:defRPr>
            </a:lvl8pPr>
            <a:lvl9pPr marL="2165625" indent="-265756">
              <a:spcBef>
                <a:spcPts val="0"/>
              </a:spcBef>
              <a:spcAft>
                <a:spcPts val="0"/>
              </a:spcAft>
              <a:buSzPct val="70000"/>
              <a:buFont typeface="Arial" pitchFamily="34" charset="0"/>
              <a:buChar char="–"/>
              <a:defRPr sz="20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7" name="Text Placeholder 4"/>
          <p:cNvSpPr>
            <a:spLocks noGrp="1"/>
          </p:cNvSpPr>
          <p:nvPr>
            <p:ph type="body" sz="quarter" idx="17"/>
          </p:nvPr>
        </p:nvSpPr>
        <p:spPr bwMode="gray">
          <a:xfrm>
            <a:off x="641152" y="4187467"/>
            <a:ext cx="5243050" cy="307777"/>
          </a:xfrm>
          <a:noFill/>
          <a:ln>
            <a:noFill/>
          </a:ln>
        </p:spPr>
        <p:txBody>
          <a:bodyPr anchor="b"/>
          <a:lstStyle>
            <a:lvl1pPr>
              <a:spcBef>
                <a:spcPts val="0"/>
              </a:spcBef>
              <a:spcAft>
                <a:spcPts val="0"/>
              </a:spcAft>
              <a:buNone/>
              <a:defRPr lang="en-US" sz="2000" b="1" kern="1200" baseline="0" dirty="0" smtClean="0">
                <a:solidFill>
                  <a:schemeClr val="bg2"/>
                </a:solidFill>
                <a:latin typeface="Arial" pitchFamily="34" charset="0"/>
                <a:ea typeface="+mn-ea"/>
                <a:cs typeface="Arial" pitchFamily="34" charset="0"/>
              </a:defRPr>
            </a:lvl1pPr>
            <a:lvl2pPr>
              <a:spcBef>
                <a:spcPts val="0"/>
              </a:spcBef>
              <a:spcAft>
                <a:spcPts val="0"/>
              </a:spcAft>
              <a:defRPr sz="2000">
                <a:latin typeface="+mj-lt"/>
              </a:defRPr>
            </a:lvl2pPr>
            <a:lvl3pPr>
              <a:spcBef>
                <a:spcPts val="0"/>
              </a:spcBef>
              <a:spcAft>
                <a:spcPts val="0"/>
              </a:spcAft>
              <a:defRPr sz="2000">
                <a:latin typeface="+mj-lt"/>
              </a:defRPr>
            </a:lvl3pPr>
            <a:lvl4pPr>
              <a:spcBef>
                <a:spcPts val="0"/>
              </a:spcBef>
              <a:spcAft>
                <a:spcPts val="0"/>
              </a:spcAft>
              <a:defRPr sz="2000">
                <a:latin typeface="+mj-lt"/>
              </a:defRPr>
            </a:lvl4pPr>
            <a:lvl5pPr>
              <a:spcBef>
                <a:spcPts val="0"/>
              </a:spcBef>
              <a:spcAft>
                <a:spcPts val="0"/>
              </a:spcAft>
              <a:defRPr sz="2000">
                <a:latin typeface="+mj-lt"/>
              </a:defRPr>
            </a:lvl5pPr>
            <a:lvl6pPr marL="1357048" indent="-277067">
              <a:spcBef>
                <a:spcPts val="0"/>
              </a:spcBef>
              <a:spcAft>
                <a:spcPts val="0"/>
              </a:spcAft>
              <a:buSzPct val="70000"/>
              <a:defRPr sz="2000">
                <a:latin typeface="+mj-lt"/>
              </a:defRPr>
            </a:lvl6pPr>
            <a:lvl7pPr marL="1628454" indent="-271405">
              <a:spcBef>
                <a:spcPts val="0"/>
              </a:spcBef>
              <a:spcAft>
                <a:spcPts val="0"/>
              </a:spcAft>
              <a:buSzPct val="70000"/>
              <a:buFont typeface="Arial" pitchFamily="34" charset="0"/>
              <a:buChar char="–"/>
              <a:defRPr sz="2000" baseline="0">
                <a:latin typeface="+mj-lt"/>
              </a:defRPr>
            </a:lvl7pPr>
            <a:lvl8pPr marL="1899864" indent="-271405">
              <a:spcBef>
                <a:spcPts val="0"/>
              </a:spcBef>
              <a:spcAft>
                <a:spcPts val="0"/>
              </a:spcAft>
              <a:buSzPct val="70000"/>
              <a:defRPr sz="2000" baseline="0">
                <a:latin typeface="+mj-lt"/>
              </a:defRPr>
            </a:lvl8pPr>
            <a:lvl9pPr marL="2165625" indent="-265756">
              <a:spcBef>
                <a:spcPts val="0"/>
              </a:spcBef>
              <a:spcAft>
                <a:spcPts val="0"/>
              </a:spcAft>
              <a:buSzPct val="70000"/>
              <a:buFont typeface="Arial" pitchFamily="34" charset="0"/>
              <a:buChar char="–"/>
              <a:defRPr sz="2000">
                <a:latin typeface="+mj-lt"/>
              </a:defRPr>
            </a:lvl9pPr>
          </a:lstStyle>
          <a:p>
            <a:pPr lvl="0"/>
            <a:r>
              <a:rPr lang="en-US"/>
              <a:t>Click to edit Master text styles</a:t>
            </a:r>
          </a:p>
        </p:txBody>
      </p:sp>
      <p:sp>
        <p:nvSpPr>
          <p:cNvPr id="38" name="Text Placeholder 4"/>
          <p:cNvSpPr>
            <a:spLocks noGrp="1"/>
          </p:cNvSpPr>
          <p:nvPr>
            <p:ph type="body" sz="quarter" idx="18"/>
          </p:nvPr>
        </p:nvSpPr>
        <p:spPr bwMode="gray">
          <a:xfrm>
            <a:off x="6362370" y="4187467"/>
            <a:ext cx="5243050" cy="307777"/>
          </a:xfrm>
          <a:noFill/>
          <a:ln>
            <a:noFill/>
          </a:ln>
        </p:spPr>
        <p:txBody>
          <a:bodyPr anchor="b"/>
          <a:lstStyle>
            <a:lvl1pPr>
              <a:spcBef>
                <a:spcPts val="0"/>
              </a:spcBef>
              <a:spcAft>
                <a:spcPts val="0"/>
              </a:spcAft>
              <a:buNone/>
              <a:defRPr lang="en-US" sz="2000" b="1" kern="1200" baseline="0" dirty="0" smtClean="0">
                <a:solidFill>
                  <a:schemeClr val="bg2"/>
                </a:solidFill>
                <a:latin typeface="Arial" pitchFamily="34" charset="0"/>
                <a:ea typeface="+mn-ea"/>
                <a:cs typeface="Arial" pitchFamily="34" charset="0"/>
              </a:defRPr>
            </a:lvl1pPr>
            <a:lvl2pPr>
              <a:spcBef>
                <a:spcPts val="0"/>
              </a:spcBef>
              <a:spcAft>
                <a:spcPts val="0"/>
              </a:spcAft>
              <a:defRPr sz="2000">
                <a:latin typeface="+mj-lt"/>
              </a:defRPr>
            </a:lvl2pPr>
            <a:lvl3pPr>
              <a:spcBef>
                <a:spcPts val="0"/>
              </a:spcBef>
              <a:spcAft>
                <a:spcPts val="0"/>
              </a:spcAft>
              <a:defRPr sz="2000">
                <a:latin typeface="+mj-lt"/>
              </a:defRPr>
            </a:lvl3pPr>
            <a:lvl4pPr>
              <a:spcBef>
                <a:spcPts val="0"/>
              </a:spcBef>
              <a:spcAft>
                <a:spcPts val="0"/>
              </a:spcAft>
              <a:defRPr sz="2000">
                <a:latin typeface="+mj-lt"/>
              </a:defRPr>
            </a:lvl4pPr>
            <a:lvl5pPr>
              <a:spcBef>
                <a:spcPts val="0"/>
              </a:spcBef>
              <a:spcAft>
                <a:spcPts val="0"/>
              </a:spcAft>
              <a:defRPr sz="2000">
                <a:latin typeface="+mj-lt"/>
              </a:defRPr>
            </a:lvl5pPr>
            <a:lvl6pPr marL="1357048" indent="-277067">
              <a:spcBef>
                <a:spcPts val="0"/>
              </a:spcBef>
              <a:spcAft>
                <a:spcPts val="0"/>
              </a:spcAft>
              <a:buSzPct val="70000"/>
              <a:defRPr sz="2000">
                <a:latin typeface="+mj-lt"/>
              </a:defRPr>
            </a:lvl6pPr>
            <a:lvl7pPr marL="1628454" indent="-271405">
              <a:spcBef>
                <a:spcPts val="0"/>
              </a:spcBef>
              <a:spcAft>
                <a:spcPts val="0"/>
              </a:spcAft>
              <a:buSzPct val="70000"/>
              <a:buFont typeface="Arial" pitchFamily="34" charset="0"/>
              <a:buChar char="–"/>
              <a:defRPr sz="2000" baseline="0">
                <a:latin typeface="+mj-lt"/>
              </a:defRPr>
            </a:lvl7pPr>
            <a:lvl8pPr marL="1899864" indent="-271405">
              <a:spcBef>
                <a:spcPts val="0"/>
              </a:spcBef>
              <a:spcAft>
                <a:spcPts val="0"/>
              </a:spcAft>
              <a:buSzPct val="70000"/>
              <a:defRPr sz="2000" baseline="0">
                <a:latin typeface="+mj-lt"/>
              </a:defRPr>
            </a:lvl8pPr>
            <a:lvl9pPr marL="2165625" indent="-265756">
              <a:spcBef>
                <a:spcPts val="0"/>
              </a:spcBef>
              <a:spcAft>
                <a:spcPts val="0"/>
              </a:spcAft>
              <a:buSzPct val="70000"/>
              <a:buFont typeface="Arial" pitchFamily="34" charset="0"/>
              <a:buChar char="–"/>
              <a:defRPr sz="2000">
                <a:latin typeface="+mj-lt"/>
              </a:defRPr>
            </a:lvl9pPr>
          </a:lstStyle>
          <a:p>
            <a:pPr lvl="0"/>
            <a:r>
              <a:rPr lang="en-US"/>
              <a:t>Click to edit Master text styles</a:t>
            </a:r>
          </a:p>
        </p:txBody>
      </p:sp>
      <p:sp>
        <p:nvSpPr>
          <p:cNvPr id="49" name="Text Placeholder 41"/>
          <p:cNvSpPr>
            <a:spLocks noGrp="1"/>
          </p:cNvSpPr>
          <p:nvPr>
            <p:ph type="body" sz="quarter" idx="19"/>
          </p:nvPr>
        </p:nvSpPr>
        <p:spPr bwMode="gray">
          <a:xfrm>
            <a:off x="641106" y="1270795"/>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322528535"/>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9" name="Text Placeholder 4"/>
          <p:cNvSpPr>
            <a:spLocks noGrp="1"/>
          </p:cNvSpPr>
          <p:nvPr>
            <p:ph type="body" sz="quarter" idx="18"/>
          </p:nvPr>
        </p:nvSpPr>
        <p:spPr bwMode="gray">
          <a:xfrm>
            <a:off x="3249975" y="1972130"/>
            <a:ext cx="2723087" cy="1785104"/>
          </a:xfrm>
          <a:ln>
            <a:noFill/>
          </a:ln>
        </p:spPr>
        <p:txBody>
          <a:bodyPr/>
          <a:lstStyle>
            <a:lvl1pPr marL="0" marR="0" indent="0" algn="l" defTabSz="1085636" rtl="0" eaLnBrk="1" fontAlgn="base" latinLnBrk="0" hangingPunct="1">
              <a:lnSpc>
                <a:spcPct val="100000"/>
              </a:lnSpc>
              <a:spcBef>
                <a:spcPts val="0"/>
              </a:spcBef>
              <a:spcAft>
                <a:spcPts val="0"/>
              </a:spcAft>
              <a:buClr>
                <a:schemeClr val="tx2"/>
              </a:buClr>
              <a:buSzTx/>
              <a:buFont typeface="Arial" pitchFamily="34" charset="0"/>
              <a:buNone/>
              <a:tabLst/>
              <a:defRPr lang="en-US" sz="200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900">
                <a:latin typeface="Arial" pitchFamily="34" charset="0"/>
                <a:cs typeface="Arial" pitchFamily="34" charset="0"/>
              </a:defRPr>
            </a:lvl2pPr>
            <a:lvl3pPr>
              <a:spcBef>
                <a:spcPts val="0"/>
              </a:spcBef>
              <a:spcAft>
                <a:spcPts val="0"/>
              </a:spcAft>
              <a:defRPr sz="1900">
                <a:latin typeface="Arial" pitchFamily="34" charset="0"/>
                <a:cs typeface="Arial" pitchFamily="34" charset="0"/>
              </a:defRPr>
            </a:lvl3pPr>
            <a:lvl4pPr>
              <a:spcBef>
                <a:spcPts val="0"/>
              </a:spcBef>
              <a:spcAft>
                <a:spcPts val="0"/>
              </a:spcAft>
              <a:defRPr sz="1900">
                <a:latin typeface="Arial" pitchFamily="34" charset="0"/>
                <a:cs typeface="Arial" pitchFamily="34" charset="0"/>
              </a:defRPr>
            </a:lvl4pPr>
            <a:lvl5pPr>
              <a:spcBef>
                <a:spcPts val="0"/>
              </a:spcBef>
              <a:spcAft>
                <a:spcPts val="0"/>
              </a:spcAft>
              <a:defRPr sz="1900">
                <a:latin typeface="Arial" pitchFamily="34" charset="0"/>
                <a:cs typeface="Arial" pitchFamily="34" charset="0"/>
              </a:defRPr>
            </a:lvl5pPr>
            <a:lvl6pPr marL="1357048" indent="-277067">
              <a:spcBef>
                <a:spcPts val="0"/>
              </a:spcBef>
              <a:spcAft>
                <a:spcPts val="0"/>
              </a:spcAft>
              <a:buSzPct val="70000"/>
              <a:defRPr sz="2000">
                <a:latin typeface="+mj-lt"/>
              </a:defRPr>
            </a:lvl6pPr>
            <a:lvl7pPr marL="1628454" indent="-271405">
              <a:spcBef>
                <a:spcPts val="0"/>
              </a:spcBef>
              <a:spcAft>
                <a:spcPts val="0"/>
              </a:spcAft>
              <a:buSzPct val="70000"/>
              <a:buFont typeface="Arial" pitchFamily="34" charset="0"/>
              <a:buChar char="–"/>
              <a:defRPr sz="2000" baseline="0">
                <a:latin typeface="+mj-lt"/>
              </a:defRPr>
            </a:lvl7pPr>
            <a:lvl8pPr marL="1899864" indent="-271405">
              <a:spcBef>
                <a:spcPts val="0"/>
              </a:spcBef>
              <a:spcAft>
                <a:spcPts val="0"/>
              </a:spcAft>
              <a:buSzPct val="70000"/>
              <a:defRPr sz="2000" baseline="0">
                <a:latin typeface="+mj-lt"/>
              </a:defRPr>
            </a:lvl8pPr>
            <a:lvl9pPr marL="2165625" indent="-265756">
              <a:spcBef>
                <a:spcPts val="0"/>
              </a:spcBef>
              <a:spcAft>
                <a:spcPts val="0"/>
              </a:spcAft>
              <a:buSzPct val="70000"/>
              <a:buFont typeface="Arial" pitchFamily="34" charset="0"/>
              <a:buChar char="–"/>
              <a:defRPr sz="20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22"/>
          <p:cNvSpPr>
            <a:spLocks noGrp="1"/>
          </p:cNvSpPr>
          <p:nvPr>
            <p:ph type="pic" sz="quarter" idx="13"/>
          </p:nvPr>
        </p:nvSpPr>
        <p:spPr bwMode="gray">
          <a:xfrm>
            <a:off x="641154" y="1972178"/>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0" name="Title 1"/>
          <p:cNvSpPr>
            <a:spLocks noGrp="1"/>
          </p:cNvSpPr>
          <p:nvPr>
            <p:ph type="title"/>
          </p:nvPr>
        </p:nvSpPr>
        <p:spPr bwMode="gray">
          <a:xfrm>
            <a:off x="641153" y="727269"/>
            <a:ext cx="10964283" cy="600164"/>
          </a:xfrm>
          <a:noFill/>
          <a:ln w="9525">
            <a:noFill/>
            <a:miter lim="800000"/>
            <a:headEnd/>
            <a:tailEnd/>
          </a:ln>
        </p:spPr>
        <p:txBody>
          <a:bodyPr/>
          <a:lstStyle>
            <a:lvl1pPr algn="l">
              <a:defRPr lang="en-US" sz="39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42" name="Text Placeholder 4"/>
          <p:cNvSpPr>
            <a:spLocks noGrp="1"/>
          </p:cNvSpPr>
          <p:nvPr>
            <p:ph type="body" sz="quarter" idx="19"/>
          </p:nvPr>
        </p:nvSpPr>
        <p:spPr bwMode="gray">
          <a:xfrm>
            <a:off x="8888694" y="1972130"/>
            <a:ext cx="2723087" cy="1785104"/>
          </a:xfrm>
          <a:ln>
            <a:noFill/>
          </a:ln>
        </p:spPr>
        <p:txBody>
          <a:bodyPr/>
          <a:lstStyle>
            <a:lvl1pPr marL="0" marR="0" indent="0" algn="l" defTabSz="1085636" rtl="0" eaLnBrk="1" fontAlgn="base" latinLnBrk="0" hangingPunct="1">
              <a:lnSpc>
                <a:spcPct val="100000"/>
              </a:lnSpc>
              <a:spcBef>
                <a:spcPts val="0"/>
              </a:spcBef>
              <a:spcAft>
                <a:spcPts val="0"/>
              </a:spcAft>
              <a:buClr>
                <a:schemeClr val="tx2"/>
              </a:buClr>
              <a:buSzTx/>
              <a:buFont typeface="Arial" pitchFamily="34" charset="0"/>
              <a:buNone/>
              <a:tabLst/>
              <a:defRPr lang="en-US" sz="20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900" b="0" kern="1200" baseline="0" dirty="0" smtClean="0">
                <a:solidFill>
                  <a:schemeClr val="tx1"/>
                </a:solidFill>
                <a:latin typeface="Arial" pitchFamily="34" charset="0"/>
                <a:ea typeface="+mn-ea"/>
                <a:cs typeface="Arial" pitchFamily="34" charset="0"/>
              </a:defRPr>
            </a:lvl2pPr>
            <a:lvl3pPr>
              <a:spcBef>
                <a:spcPts val="0"/>
              </a:spcBef>
              <a:spcAft>
                <a:spcPts val="0"/>
              </a:spcAft>
              <a:defRPr sz="1900">
                <a:latin typeface="Arial" pitchFamily="34" charset="0"/>
                <a:cs typeface="Arial" pitchFamily="34" charset="0"/>
              </a:defRPr>
            </a:lvl3pPr>
            <a:lvl4pPr>
              <a:spcBef>
                <a:spcPts val="0"/>
              </a:spcBef>
              <a:spcAft>
                <a:spcPts val="0"/>
              </a:spcAft>
              <a:defRPr sz="1900">
                <a:latin typeface="Arial" pitchFamily="34" charset="0"/>
                <a:cs typeface="Arial" pitchFamily="34" charset="0"/>
              </a:defRPr>
            </a:lvl4pPr>
            <a:lvl5pPr>
              <a:spcBef>
                <a:spcPts val="0"/>
              </a:spcBef>
              <a:spcAft>
                <a:spcPts val="0"/>
              </a:spcAft>
              <a:defRPr sz="1900">
                <a:latin typeface="Arial" pitchFamily="34" charset="0"/>
                <a:cs typeface="Arial" pitchFamily="34" charset="0"/>
              </a:defRPr>
            </a:lvl5pPr>
            <a:lvl6pPr marL="1357048" indent="-277067">
              <a:spcBef>
                <a:spcPts val="0"/>
              </a:spcBef>
              <a:spcAft>
                <a:spcPts val="0"/>
              </a:spcAft>
              <a:buSzPct val="70000"/>
              <a:defRPr sz="2000">
                <a:latin typeface="+mj-lt"/>
              </a:defRPr>
            </a:lvl6pPr>
            <a:lvl7pPr marL="1628454" indent="-271405">
              <a:spcBef>
                <a:spcPts val="0"/>
              </a:spcBef>
              <a:spcAft>
                <a:spcPts val="0"/>
              </a:spcAft>
              <a:buSzPct val="70000"/>
              <a:buFont typeface="Arial" pitchFamily="34" charset="0"/>
              <a:buChar char="–"/>
              <a:defRPr sz="2000" baseline="0">
                <a:latin typeface="+mj-lt"/>
              </a:defRPr>
            </a:lvl7pPr>
            <a:lvl8pPr marL="1899864" indent="-271405">
              <a:spcBef>
                <a:spcPts val="0"/>
              </a:spcBef>
              <a:spcAft>
                <a:spcPts val="0"/>
              </a:spcAft>
              <a:buSzPct val="70000"/>
              <a:defRPr sz="2000" baseline="0">
                <a:latin typeface="+mj-lt"/>
              </a:defRPr>
            </a:lvl8pPr>
            <a:lvl9pPr marL="2165625" indent="-265756">
              <a:spcBef>
                <a:spcPts val="0"/>
              </a:spcBef>
              <a:spcAft>
                <a:spcPts val="0"/>
              </a:spcAft>
              <a:buSzPct val="70000"/>
              <a:buFont typeface="Arial" pitchFamily="34" charset="0"/>
              <a:buChar char="–"/>
              <a:defRPr sz="20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Picture Placeholder 22"/>
          <p:cNvSpPr>
            <a:spLocks noGrp="1"/>
          </p:cNvSpPr>
          <p:nvPr>
            <p:ph type="pic" sz="quarter" idx="20"/>
          </p:nvPr>
        </p:nvSpPr>
        <p:spPr bwMode="gray">
          <a:xfrm>
            <a:off x="6279864" y="1972178"/>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5" name="Text Placeholder 4"/>
          <p:cNvSpPr>
            <a:spLocks noGrp="1"/>
          </p:cNvSpPr>
          <p:nvPr>
            <p:ph type="body" sz="quarter" idx="21"/>
          </p:nvPr>
        </p:nvSpPr>
        <p:spPr bwMode="gray">
          <a:xfrm>
            <a:off x="3249975" y="4242802"/>
            <a:ext cx="2723087" cy="1785104"/>
          </a:xfrm>
          <a:ln>
            <a:noFill/>
          </a:ln>
        </p:spPr>
        <p:txBody>
          <a:bodyPr/>
          <a:lstStyle>
            <a:lvl1pPr marL="0" marR="0" indent="0" algn="l" defTabSz="1085636" rtl="0" eaLnBrk="1" fontAlgn="base" latinLnBrk="0" hangingPunct="1">
              <a:lnSpc>
                <a:spcPct val="100000"/>
              </a:lnSpc>
              <a:spcBef>
                <a:spcPts val="0"/>
              </a:spcBef>
              <a:spcAft>
                <a:spcPts val="0"/>
              </a:spcAft>
              <a:buClr>
                <a:schemeClr val="tx2"/>
              </a:buClr>
              <a:buSzTx/>
              <a:buFont typeface="Arial" pitchFamily="34" charset="0"/>
              <a:buNone/>
              <a:tabLst/>
              <a:defRPr lang="en-US" sz="20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900" b="0" kern="1200" baseline="0" dirty="0" smtClean="0">
                <a:solidFill>
                  <a:schemeClr val="tx1"/>
                </a:solidFill>
                <a:latin typeface="Arial" pitchFamily="34" charset="0"/>
                <a:ea typeface="+mn-ea"/>
                <a:cs typeface="Arial" pitchFamily="34" charset="0"/>
              </a:defRPr>
            </a:lvl2pPr>
            <a:lvl3pPr>
              <a:spcBef>
                <a:spcPts val="0"/>
              </a:spcBef>
              <a:spcAft>
                <a:spcPts val="0"/>
              </a:spcAft>
              <a:defRPr sz="1900">
                <a:latin typeface="Arial" pitchFamily="34" charset="0"/>
                <a:cs typeface="Arial" pitchFamily="34" charset="0"/>
              </a:defRPr>
            </a:lvl3pPr>
            <a:lvl4pPr>
              <a:spcBef>
                <a:spcPts val="0"/>
              </a:spcBef>
              <a:spcAft>
                <a:spcPts val="0"/>
              </a:spcAft>
              <a:defRPr sz="1900">
                <a:latin typeface="Arial" pitchFamily="34" charset="0"/>
                <a:cs typeface="Arial" pitchFamily="34" charset="0"/>
              </a:defRPr>
            </a:lvl4pPr>
            <a:lvl5pPr>
              <a:spcBef>
                <a:spcPts val="0"/>
              </a:spcBef>
              <a:spcAft>
                <a:spcPts val="0"/>
              </a:spcAft>
              <a:defRPr sz="1900">
                <a:latin typeface="Arial" pitchFamily="34" charset="0"/>
                <a:cs typeface="Arial" pitchFamily="34" charset="0"/>
              </a:defRPr>
            </a:lvl5pPr>
            <a:lvl6pPr marL="1357048" indent="-277067">
              <a:spcBef>
                <a:spcPts val="0"/>
              </a:spcBef>
              <a:spcAft>
                <a:spcPts val="0"/>
              </a:spcAft>
              <a:buSzPct val="70000"/>
              <a:defRPr sz="2000">
                <a:latin typeface="+mj-lt"/>
              </a:defRPr>
            </a:lvl6pPr>
            <a:lvl7pPr marL="1628454" indent="-271405">
              <a:spcBef>
                <a:spcPts val="0"/>
              </a:spcBef>
              <a:spcAft>
                <a:spcPts val="0"/>
              </a:spcAft>
              <a:buSzPct val="70000"/>
              <a:buFont typeface="Arial" pitchFamily="34" charset="0"/>
              <a:buChar char="–"/>
              <a:defRPr sz="2000" baseline="0">
                <a:latin typeface="+mj-lt"/>
              </a:defRPr>
            </a:lvl7pPr>
            <a:lvl8pPr marL="1899864" indent="-271405">
              <a:spcBef>
                <a:spcPts val="0"/>
              </a:spcBef>
              <a:spcAft>
                <a:spcPts val="0"/>
              </a:spcAft>
              <a:buSzPct val="70000"/>
              <a:defRPr sz="2000" baseline="0">
                <a:latin typeface="+mj-lt"/>
              </a:defRPr>
            </a:lvl8pPr>
            <a:lvl9pPr marL="2165625" indent="-265756">
              <a:spcBef>
                <a:spcPts val="0"/>
              </a:spcBef>
              <a:spcAft>
                <a:spcPts val="0"/>
              </a:spcAft>
              <a:buSzPct val="70000"/>
              <a:buFont typeface="Arial" pitchFamily="34" charset="0"/>
              <a:buChar char="–"/>
              <a:defRPr sz="20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Picture Placeholder 22"/>
          <p:cNvSpPr>
            <a:spLocks noGrp="1"/>
          </p:cNvSpPr>
          <p:nvPr>
            <p:ph type="pic" sz="quarter" idx="22"/>
          </p:nvPr>
        </p:nvSpPr>
        <p:spPr bwMode="gray">
          <a:xfrm>
            <a:off x="641154" y="4242829"/>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8" name="Text Placeholder 4"/>
          <p:cNvSpPr>
            <a:spLocks noGrp="1"/>
          </p:cNvSpPr>
          <p:nvPr>
            <p:ph type="body" sz="quarter" idx="23"/>
          </p:nvPr>
        </p:nvSpPr>
        <p:spPr bwMode="gray">
          <a:xfrm>
            <a:off x="8888694" y="4242802"/>
            <a:ext cx="2723087" cy="1785104"/>
          </a:xfrm>
          <a:ln>
            <a:noFill/>
          </a:ln>
        </p:spPr>
        <p:txBody>
          <a:bodyPr/>
          <a:lstStyle>
            <a:lvl1pPr marL="0" marR="0" indent="0" algn="l" defTabSz="1085636" rtl="0" eaLnBrk="1" fontAlgn="base" latinLnBrk="0" hangingPunct="1">
              <a:lnSpc>
                <a:spcPct val="100000"/>
              </a:lnSpc>
              <a:spcBef>
                <a:spcPts val="0"/>
              </a:spcBef>
              <a:spcAft>
                <a:spcPts val="0"/>
              </a:spcAft>
              <a:buClr>
                <a:schemeClr val="tx2"/>
              </a:buClr>
              <a:buSzTx/>
              <a:buFont typeface="Arial" pitchFamily="34" charset="0"/>
              <a:buNone/>
              <a:tabLst/>
              <a:defRPr lang="en-US" sz="20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900" b="0" kern="1200" baseline="0" dirty="0" smtClean="0">
                <a:solidFill>
                  <a:schemeClr val="tx1"/>
                </a:solidFill>
                <a:latin typeface="Arial" pitchFamily="34" charset="0"/>
                <a:ea typeface="+mn-ea"/>
                <a:cs typeface="Arial" pitchFamily="34" charset="0"/>
              </a:defRPr>
            </a:lvl2pPr>
            <a:lvl3pPr>
              <a:spcBef>
                <a:spcPts val="0"/>
              </a:spcBef>
              <a:spcAft>
                <a:spcPts val="0"/>
              </a:spcAft>
              <a:defRPr sz="1900">
                <a:latin typeface="Arial" pitchFamily="34" charset="0"/>
                <a:cs typeface="Arial" pitchFamily="34" charset="0"/>
              </a:defRPr>
            </a:lvl3pPr>
            <a:lvl4pPr>
              <a:spcBef>
                <a:spcPts val="0"/>
              </a:spcBef>
              <a:spcAft>
                <a:spcPts val="0"/>
              </a:spcAft>
              <a:defRPr sz="1900">
                <a:latin typeface="Arial" pitchFamily="34" charset="0"/>
                <a:cs typeface="Arial" pitchFamily="34" charset="0"/>
              </a:defRPr>
            </a:lvl4pPr>
            <a:lvl5pPr>
              <a:spcBef>
                <a:spcPts val="0"/>
              </a:spcBef>
              <a:spcAft>
                <a:spcPts val="0"/>
              </a:spcAft>
              <a:defRPr sz="1900">
                <a:latin typeface="Arial" pitchFamily="34" charset="0"/>
                <a:cs typeface="Arial" pitchFamily="34" charset="0"/>
              </a:defRPr>
            </a:lvl5pPr>
            <a:lvl6pPr marL="1357048" indent="-277067">
              <a:spcBef>
                <a:spcPts val="0"/>
              </a:spcBef>
              <a:spcAft>
                <a:spcPts val="0"/>
              </a:spcAft>
              <a:buSzPct val="70000"/>
              <a:defRPr sz="2000">
                <a:latin typeface="+mj-lt"/>
              </a:defRPr>
            </a:lvl6pPr>
            <a:lvl7pPr marL="1628454" indent="-271405">
              <a:spcBef>
                <a:spcPts val="0"/>
              </a:spcBef>
              <a:spcAft>
                <a:spcPts val="0"/>
              </a:spcAft>
              <a:buSzPct val="70000"/>
              <a:buFont typeface="Arial" pitchFamily="34" charset="0"/>
              <a:buChar char="–"/>
              <a:defRPr sz="2000" baseline="0">
                <a:latin typeface="+mj-lt"/>
              </a:defRPr>
            </a:lvl7pPr>
            <a:lvl8pPr marL="1899864" indent="-271405">
              <a:spcBef>
                <a:spcPts val="0"/>
              </a:spcBef>
              <a:spcAft>
                <a:spcPts val="0"/>
              </a:spcAft>
              <a:buSzPct val="70000"/>
              <a:defRPr sz="2000" baseline="0">
                <a:latin typeface="+mj-lt"/>
              </a:defRPr>
            </a:lvl8pPr>
            <a:lvl9pPr marL="2165625" indent="-265756">
              <a:spcBef>
                <a:spcPts val="0"/>
              </a:spcBef>
              <a:spcAft>
                <a:spcPts val="0"/>
              </a:spcAft>
              <a:buSzPct val="70000"/>
              <a:buFont typeface="Arial" pitchFamily="34" charset="0"/>
              <a:buChar char="–"/>
              <a:defRPr sz="20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Picture Placeholder 22"/>
          <p:cNvSpPr>
            <a:spLocks noGrp="1"/>
          </p:cNvSpPr>
          <p:nvPr>
            <p:ph type="pic" sz="quarter" idx="24"/>
          </p:nvPr>
        </p:nvSpPr>
        <p:spPr bwMode="gray">
          <a:xfrm>
            <a:off x="6279864" y="4242829"/>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51" name="Text Placeholder 41"/>
          <p:cNvSpPr>
            <a:spLocks noGrp="1"/>
          </p:cNvSpPr>
          <p:nvPr>
            <p:ph type="body" sz="quarter" idx="25"/>
          </p:nvPr>
        </p:nvSpPr>
        <p:spPr bwMode="gray">
          <a:xfrm>
            <a:off x="641106" y="1270787"/>
            <a:ext cx="10962167" cy="307777"/>
          </a:xfrm>
        </p:spPr>
        <p:txBody>
          <a:bodyPr/>
          <a:lstStyle>
            <a:lvl1pPr>
              <a:buNone/>
              <a:defRPr lang="en-US" sz="20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807420219"/>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41154" y="1972131"/>
            <a:ext cx="10964283" cy="4163390"/>
          </a:xfrm>
        </p:spPr>
        <p:txBody>
          <a:bodyPr>
            <a:noAutofit/>
          </a:bodyPr>
          <a:lstStyle>
            <a:lvl1pPr marL="0" indent="0">
              <a:buNone/>
              <a:defRPr>
                <a:latin typeface="Arial" pitchFamily="34" charset="0"/>
                <a:cs typeface="Arial" pitchFamily="34" charset="0"/>
              </a:defRPr>
            </a:lvl1pPr>
          </a:lstStyle>
          <a:p>
            <a:pPr lvl="0"/>
            <a:r>
              <a:rPr lang="en-US" noProof="0" dirty="0"/>
              <a:t>Click icon to add table</a:t>
            </a:r>
          </a:p>
        </p:txBody>
      </p:sp>
      <p:sp>
        <p:nvSpPr>
          <p:cNvPr id="4" name="Title 1"/>
          <p:cNvSpPr>
            <a:spLocks noGrp="1"/>
          </p:cNvSpPr>
          <p:nvPr>
            <p:ph type="title"/>
          </p:nvPr>
        </p:nvSpPr>
        <p:spPr bwMode="gray">
          <a:xfrm>
            <a:off x="641153" y="727269"/>
            <a:ext cx="10964283" cy="600164"/>
          </a:xfrm>
          <a:noFill/>
          <a:ln w="9525">
            <a:noFill/>
            <a:miter lim="800000"/>
            <a:headEnd/>
            <a:tailEnd/>
          </a:ln>
        </p:spPr>
        <p:txBody>
          <a:bodyPr/>
          <a:lstStyle>
            <a:lvl1pPr algn="l">
              <a:defRPr lang="en-US" sz="39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8" name="Text Placeholder 41"/>
          <p:cNvSpPr>
            <a:spLocks noGrp="1"/>
          </p:cNvSpPr>
          <p:nvPr>
            <p:ph type="body" sz="quarter" idx="13"/>
          </p:nvPr>
        </p:nvSpPr>
        <p:spPr bwMode="gray">
          <a:xfrm>
            <a:off x="641106" y="1270787"/>
            <a:ext cx="10962167" cy="307777"/>
          </a:xfrm>
        </p:spPr>
        <p:txBody>
          <a:bodyPr/>
          <a:lstStyle>
            <a:lvl1pPr>
              <a:buNone/>
              <a:defRPr lang="en-US" sz="20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349608456"/>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41154" y="1972179"/>
            <a:ext cx="10964283" cy="4163389"/>
          </a:xfrm>
        </p:spPr>
        <p:txBody>
          <a:bodyPr>
            <a:noAutofit/>
          </a:bodyPr>
          <a:lstStyle>
            <a:lvl1pPr marL="0" indent="0">
              <a:buNone/>
              <a:defRPr>
                <a:latin typeface="Arial" pitchFamily="34" charset="0"/>
                <a:cs typeface="Arial" pitchFamily="34" charset="0"/>
              </a:defRPr>
            </a:lvl1pPr>
          </a:lstStyle>
          <a:p>
            <a:pPr lvl="0"/>
            <a:r>
              <a:rPr lang="en-US" noProof="0" dirty="0"/>
              <a:t>Click icon to add chart</a:t>
            </a:r>
          </a:p>
        </p:txBody>
      </p:sp>
      <p:sp>
        <p:nvSpPr>
          <p:cNvPr id="4" name="Title 1"/>
          <p:cNvSpPr>
            <a:spLocks noGrp="1"/>
          </p:cNvSpPr>
          <p:nvPr>
            <p:ph type="title"/>
          </p:nvPr>
        </p:nvSpPr>
        <p:spPr bwMode="gray">
          <a:xfrm>
            <a:off x="641153" y="727269"/>
            <a:ext cx="10964283" cy="600164"/>
          </a:xfrm>
          <a:noFill/>
          <a:ln w="9525">
            <a:noFill/>
            <a:miter lim="800000"/>
            <a:headEnd/>
            <a:tailEnd/>
          </a:ln>
        </p:spPr>
        <p:txBody>
          <a:bodyPr/>
          <a:lstStyle>
            <a:lvl1pPr algn="l">
              <a:defRPr lang="en-US" sz="39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7" name="Text Placeholder 41"/>
          <p:cNvSpPr>
            <a:spLocks noGrp="1"/>
          </p:cNvSpPr>
          <p:nvPr>
            <p:ph type="body" sz="quarter" idx="13"/>
          </p:nvPr>
        </p:nvSpPr>
        <p:spPr bwMode="gray">
          <a:xfrm>
            <a:off x="641106" y="1270795"/>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564988292"/>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5" name="TextBox 4"/>
          <p:cNvSpPr txBox="1">
            <a:spLocks noChangeArrowheads="1"/>
          </p:cNvSpPr>
          <p:nvPr/>
        </p:nvSpPr>
        <p:spPr bwMode="gray">
          <a:xfrm>
            <a:off x="1821743" y="3371070"/>
            <a:ext cx="9002898" cy="2813591"/>
          </a:xfrm>
          <a:prstGeom prst="rect">
            <a:avLst/>
          </a:prstGeom>
          <a:noFill/>
          <a:ln w="9525">
            <a:noFill/>
            <a:miter lim="800000"/>
            <a:headEnd/>
            <a:tailEnd/>
          </a:ln>
        </p:spPr>
        <p:txBody>
          <a:bodyPr lIns="0" tIns="0" rIns="0" bIns="0">
            <a:spAutoFit/>
          </a:bodyPr>
          <a:lstStyle/>
          <a:p>
            <a:pPr algn="just" defTabSz="1085636" fontAlgn="auto">
              <a:spcBef>
                <a:spcPts val="715"/>
              </a:spcBef>
              <a:spcAft>
                <a:spcPts val="0"/>
              </a:spcAft>
              <a:defRPr/>
            </a:pPr>
            <a:r>
              <a:rPr lang="en-US" sz="1200" b="1" dirty="0">
                <a:solidFill>
                  <a:srgbClr val="6D6E71"/>
                </a:solidFill>
                <a:latin typeface="Arial"/>
              </a:rPr>
              <a:t>Disclaimer </a:t>
            </a:r>
          </a:p>
          <a:p>
            <a:pPr algn="just" defTabSz="1085636" fontAlgn="auto">
              <a:spcBef>
                <a:spcPts val="715"/>
              </a:spcBef>
              <a:spcAft>
                <a:spcPts val="0"/>
              </a:spcAft>
              <a:defRPr/>
            </a:pPr>
            <a:r>
              <a:rPr lang="en-US" sz="1100" dirty="0">
                <a:solidFill>
                  <a:srgbClr val="6D6E71"/>
                </a:solidFill>
                <a:latin typeface="Arial"/>
              </a:rPr>
              <a:t>Tech Mahindra Limited, herein referred to as Tech Mahindra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 Mahindra or its subsidiaries. Any unauthorized use, disclosure or public dissemination of information contained herein is prohibited. Unless specifically noted, Tech Mahindra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 Mahindra. Information contained in a presentation hosted or promoted by Tech Mahindra is provided “as is” without warranty of any kind, either expressed or implied, including any warranty of merchantability or fitness for a particular purpose. Tech Mahindra assumes no liability or responsibility for the contents of a presentation or the opinions expressed by the presenters. All expressions of opinion are subject to change without notice.</a:t>
            </a:r>
          </a:p>
        </p:txBody>
      </p:sp>
      <p:sp>
        <p:nvSpPr>
          <p:cNvPr id="2" name="Title 1"/>
          <p:cNvSpPr>
            <a:spLocks noGrp="1"/>
          </p:cNvSpPr>
          <p:nvPr>
            <p:ph type="title"/>
          </p:nvPr>
        </p:nvSpPr>
        <p:spPr bwMode="gray">
          <a:xfrm>
            <a:off x="1821751" y="1527667"/>
            <a:ext cx="8969807" cy="600164"/>
          </a:xfrm>
          <a:noFill/>
          <a:ln w="9525">
            <a:noFill/>
            <a:miter lim="800000"/>
            <a:headEnd/>
            <a:tailEnd/>
          </a:ln>
        </p:spPr>
        <p:txBody>
          <a:bodyPr/>
          <a:lstStyle>
            <a:lvl1pPr algn="l">
              <a:defRPr lang="en-US" sz="39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4" name="Text Placeholder 41"/>
          <p:cNvSpPr>
            <a:spLocks noGrp="1"/>
          </p:cNvSpPr>
          <p:nvPr>
            <p:ph type="body" sz="quarter" idx="14"/>
          </p:nvPr>
        </p:nvSpPr>
        <p:spPr bwMode="gray">
          <a:xfrm>
            <a:off x="1821778" y="2140705"/>
            <a:ext cx="8975995" cy="307777"/>
          </a:xfrm>
          <a:noFill/>
          <a:ln w="9525">
            <a:noFill/>
            <a:miter lim="800000"/>
            <a:headEnd/>
            <a:tailEnd/>
          </a:ln>
        </p:spPr>
        <p:txBody>
          <a:bodyPr/>
          <a:lstStyle>
            <a:lvl1pPr marL="0" indent="0" algn="l" defTabSz="1085636" rtl="0" eaLnBrk="1" fontAlgn="base" latinLnBrk="0" hangingPunct="1">
              <a:spcBef>
                <a:spcPts val="0"/>
              </a:spcBef>
              <a:spcAft>
                <a:spcPct val="0"/>
              </a:spcAft>
              <a:buClr>
                <a:schemeClr val="tx2"/>
              </a:buClr>
              <a:buFont typeface="Arial" pitchFamily="34" charset="0"/>
              <a:buNone/>
              <a:defRPr lang="en-US" sz="20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835941670"/>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Rectangle 1"/>
          <p:cNvSpPr/>
          <p:nvPr/>
        </p:nvSpPr>
        <p:spPr bwMode="gray">
          <a:xfrm>
            <a:off x="0" y="0"/>
            <a:ext cx="12187238" cy="6859588"/>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lIns="108565" tIns="54280" rIns="108565" bIns="54280" anchor="ctr"/>
          <a:lstStyle/>
          <a:p>
            <a:pPr algn="ctr" defTabSz="1085636" fontAlgn="auto">
              <a:spcBef>
                <a:spcPts val="0"/>
              </a:spcBef>
              <a:spcAft>
                <a:spcPts val="0"/>
              </a:spcAft>
              <a:defRPr/>
            </a:pPr>
            <a:endParaRPr lang="en-US" sz="2000" dirty="0">
              <a:solidFill>
                <a:prstClr val="black"/>
              </a:solidFill>
            </a:endParaRPr>
          </a:p>
        </p:txBody>
      </p:sp>
      <p:pic>
        <p:nvPicPr>
          <p:cNvPr id="3" name="Picture 10" descr="Mahindra Logo.png"/>
          <p:cNvPicPr>
            <a:picLocks noChangeAspect="1"/>
          </p:cNvPicPr>
          <p:nvPr/>
        </p:nvPicPr>
        <p:blipFill>
          <a:blip r:embed="rId2"/>
          <a:srcRect/>
          <a:stretch>
            <a:fillRect/>
          </a:stretch>
        </p:blipFill>
        <p:spPr bwMode="gray">
          <a:xfrm>
            <a:off x="2621578" y="2718477"/>
            <a:ext cx="7195971" cy="1491008"/>
          </a:xfrm>
          <a:prstGeom prst="rect">
            <a:avLst/>
          </a:prstGeom>
          <a:noFill/>
          <a:ln w="9525">
            <a:noFill/>
            <a:miter lim="800000"/>
            <a:headEnd/>
            <a:tailEnd/>
          </a:ln>
        </p:spPr>
      </p:pic>
    </p:spTree>
    <p:extLst>
      <p:ext uri="{BB962C8B-B14F-4D97-AF65-F5344CB8AC3E}">
        <p14:creationId xmlns:p14="http://schemas.microsoft.com/office/powerpoint/2010/main" val="423986014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6" y="1972134"/>
            <a:ext cx="5435592" cy="4163390"/>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49091" y="1972178"/>
            <a:ext cx="5126679" cy="1538883"/>
          </a:xfrm>
          <a:ln>
            <a:noFill/>
          </a:ln>
        </p:spPr>
        <p:txBody>
          <a:bodyPr wrap="square" lIns="0" tIns="0" rIns="0" bIns="0">
            <a:spAutoFit/>
          </a:bodyPr>
          <a:lstStyle>
            <a:lvl1pPr>
              <a:spcBef>
                <a:spcPts val="0"/>
              </a:spcBef>
              <a:spcAft>
                <a:spcPts val="0"/>
              </a:spcAft>
              <a:defRPr lang="en-US" sz="20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mn-lt"/>
                <a:ea typeface="+mn-ea"/>
                <a:cs typeface="Arial" pitchFamily="34" charset="0"/>
              </a:defRPr>
            </a:lvl2pPr>
            <a:lvl3pPr>
              <a:spcBef>
                <a:spcPts val="0"/>
              </a:spcBef>
              <a:spcAft>
                <a:spcPts val="0"/>
              </a:spcAft>
              <a:defRPr lang="en-US" sz="20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0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000" b="0" kern="1200" baseline="0" dirty="0" smtClean="0">
                <a:solidFill>
                  <a:schemeClr val="tx1"/>
                </a:solidFill>
                <a:latin typeface="Arial" pitchFamily="34" charset="0"/>
                <a:ea typeface="+mn-ea"/>
                <a:cs typeface="Arial" pitchFamily="34" charset="0"/>
              </a:defRPr>
            </a:lvl5pPr>
            <a:lvl6pPr marL="1358429" indent="-277348">
              <a:spcBef>
                <a:spcPts val="0"/>
              </a:spcBef>
              <a:spcAft>
                <a:spcPts val="0"/>
              </a:spcAft>
              <a:buSzPct val="70000"/>
              <a:defRPr lang="en-US" sz="2000" kern="1200" dirty="0" smtClean="0">
                <a:solidFill>
                  <a:schemeClr val="tx1"/>
                </a:solidFill>
                <a:latin typeface="Arial" pitchFamily="34" charset="0"/>
                <a:ea typeface="+mn-ea"/>
                <a:cs typeface="Arial" pitchFamily="34" charset="0"/>
              </a:defRPr>
            </a:lvl6pPr>
            <a:lvl7pPr marL="1630112" indent="-271682">
              <a:spcBef>
                <a:spcPts val="0"/>
              </a:spcBef>
              <a:spcAft>
                <a:spcPts val="0"/>
              </a:spcAft>
              <a:buSzPct val="70000"/>
              <a:buFont typeface="Arial" pitchFamily="34" charset="0"/>
              <a:buChar char="–"/>
              <a:defRPr sz="2000" baseline="0">
                <a:latin typeface="+mj-lt"/>
              </a:defRPr>
            </a:lvl7pPr>
            <a:lvl8pPr marL="1901798" indent="-271682">
              <a:spcBef>
                <a:spcPts val="0"/>
              </a:spcBef>
              <a:spcAft>
                <a:spcPts val="0"/>
              </a:spcAft>
              <a:buSzPct val="70000"/>
              <a:defRPr sz="2000" baseline="0">
                <a:latin typeface="+mj-lt"/>
              </a:defRPr>
            </a:lvl8pPr>
            <a:lvl9pPr marL="2167823" indent="-266024">
              <a:spcBef>
                <a:spcPts val="0"/>
              </a:spcBef>
              <a:spcAft>
                <a:spcPts val="0"/>
              </a:spcAft>
              <a:buSzPct val="70000"/>
              <a:buFont typeface="Arial" pitchFamily="34" charset="0"/>
              <a:buChar char="–"/>
              <a:defRPr sz="2000">
                <a:latin typeface="+mj-lt"/>
              </a:defRPr>
            </a:lvl9pPr>
          </a:lstStyle>
          <a:p>
            <a:pPr marL="345267" lvl="0" indent="-345267" algn="l" defTabSz="108674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79214" lvl="2" indent="-332063" algn="l" defTabSz="108674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1272" lvl="3" indent="-332063" algn="l" defTabSz="108674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50879" lvl="4" indent="-339607" algn="l" defTabSz="110938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5580" lvl="5" indent="-339607" algn="l" defTabSz="1086742"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142" y="727265"/>
            <a:ext cx="10964283"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6742"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06" y="1270791"/>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480444702"/>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cSld name="9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26" y="719313"/>
            <a:ext cx="10962166" cy="46166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000" b="1" kern="1200" dirty="0">
                <a:solidFill>
                  <a:schemeClr val="tx2"/>
                </a:solidFill>
                <a:latin typeface="Arial" pitchFamily="34" charset="0"/>
                <a:ea typeface="+mj-ea"/>
                <a:cs typeface="Arial" pitchFamily="34" charset="0"/>
              </a:defRPr>
            </a:lvl1pPr>
          </a:lstStyle>
          <a:p>
            <a:pPr lvl="0" algn="l" defTabSz="1086742"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6" y="1972178"/>
            <a:ext cx="10962167" cy="1538883"/>
          </a:xfrm>
        </p:spPr>
        <p:txBody>
          <a:bodyPr wrap="square">
            <a:spAutoFit/>
          </a:bodyPr>
          <a:lstStyle>
            <a:lvl1pPr algn="l" rtl="0" eaLnBrk="1" latinLnBrk="0" hangingPunct="1">
              <a:spcBef>
                <a:spcPts val="0"/>
              </a:spcBef>
              <a:spcAft>
                <a:spcPts val="0"/>
              </a:spcAft>
              <a:buClr>
                <a:schemeClr val="bg2"/>
              </a:buClr>
              <a:buSzPct val="120000"/>
              <a:defRPr lang="en-US" sz="20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0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5pPr>
            <a:lvl6pPr marL="1705580" indent="-339607">
              <a:spcBef>
                <a:spcPts val="0"/>
              </a:spcBef>
              <a:spcAft>
                <a:spcPts val="0"/>
              </a:spcAft>
              <a:buClr>
                <a:schemeClr val="tx2"/>
              </a:buClr>
              <a:buSzPct val="70000"/>
              <a:buFont typeface="Wingdings" pitchFamily="2" charset="2"/>
              <a:buChar char="§"/>
              <a:defRPr lang="en-US" sz="2000" kern="1200" dirty="0" smtClean="0">
                <a:solidFill>
                  <a:schemeClr val="tx1"/>
                </a:solidFill>
                <a:latin typeface="Arial" pitchFamily="34" charset="0"/>
                <a:ea typeface="+mn-ea"/>
                <a:cs typeface="Arial" pitchFamily="34" charset="0"/>
              </a:defRPr>
            </a:lvl6pPr>
            <a:lvl7pPr marL="2037639" indent="-324513">
              <a:spcBef>
                <a:spcPts val="0"/>
              </a:spcBef>
              <a:spcAft>
                <a:spcPts val="0"/>
              </a:spcAft>
              <a:buClr>
                <a:schemeClr val="tx2"/>
              </a:buClr>
              <a:buSzPct val="70000"/>
              <a:buFont typeface="Arial" pitchFamily="34" charset="0"/>
              <a:buChar char="–"/>
              <a:defRPr sz="2000" baseline="0">
                <a:solidFill>
                  <a:schemeClr val="tx1"/>
                </a:solidFill>
                <a:latin typeface="+mn-lt"/>
                <a:cs typeface="Arial" pitchFamily="34" charset="0"/>
              </a:defRPr>
            </a:lvl7pPr>
            <a:lvl8pPr marL="1901798" indent="-271682">
              <a:spcBef>
                <a:spcPts val="0"/>
              </a:spcBef>
              <a:spcAft>
                <a:spcPts val="0"/>
              </a:spcAft>
              <a:buSzPct val="70000"/>
              <a:defRPr sz="2000" baseline="0">
                <a:latin typeface="Arial" pitchFamily="34" charset="0"/>
                <a:cs typeface="Arial" pitchFamily="34" charset="0"/>
              </a:defRPr>
            </a:lvl8pPr>
            <a:lvl9pPr marL="2167823" indent="-266024">
              <a:spcBef>
                <a:spcPts val="0"/>
              </a:spcBef>
              <a:spcAft>
                <a:spcPts val="0"/>
              </a:spcAft>
              <a:buSzPct val="70000"/>
              <a:buFont typeface="Arial" pitchFamily="34" charset="0"/>
              <a:buChar char="–"/>
              <a:defRPr sz="2000">
                <a:latin typeface="Arial" pitchFamily="34" charset="0"/>
                <a:cs typeface="Arial" pitchFamily="34" charset="0"/>
              </a:defRPr>
            </a:lvl9pPr>
          </a:lstStyle>
          <a:p>
            <a:pPr marL="345267" lvl="0" indent="-345267" algn="l" defTabSz="108674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79214" lvl="2" indent="-332063" algn="l" defTabSz="108674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1272" lvl="3" indent="-332063" algn="l" defTabSz="108674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50879" lvl="4" indent="-339607" algn="l" defTabSz="110938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5580" lvl="5" indent="-339607" algn="l" defTabSz="1086742"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106" y="1146067"/>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84951402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userDrawn="1">
  <p:cSld name="12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42"/>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5783"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1" y="6630963"/>
            <a:ext cx="7205499" cy="169277"/>
          </a:xfrm>
          <a:prstGeom prst="rect">
            <a:avLst/>
          </a:prstGeom>
          <a:noFill/>
          <a:ln w="9525">
            <a:noFill/>
            <a:miter lim="800000"/>
            <a:headEnd/>
            <a:tailEnd/>
          </a:ln>
        </p:spPr>
        <p:txBody>
          <a:bodyPr wrap="none" lIns="0" tIns="0" rIns="0" bIns="0">
            <a:spAutoFit/>
          </a:bodyPr>
          <a:lstStyle/>
          <a:p>
            <a:pPr defTabSz="1085783"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90"/>
            <a:ext cx="299313" cy="184666"/>
          </a:xfrm>
          <a:prstGeom prst="rect">
            <a:avLst/>
          </a:prstGeom>
          <a:noFill/>
          <a:ln w="9525">
            <a:noFill/>
            <a:miter lim="800000"/>
            <a:headEnd/>
            <a:tailEnd/>
          </a:ln>
        </p:spPr>
        <p:txBody>
          <a:bodyPr wrap="none" lIns="0" tIns="0" rIns="0" bIns="0" anchor="ctr">
            <a:spAutoFit/>
          </a:bodyPr>
          <a:lstStyle/>
          <a:p>
            <a:pPr algn="r" defTabSz="1085783" fontAlgn="auto">
              <a:spcBef>
                <a:spcPts val="0"/>
              </a:spcBef>
              <a:spcAft>
                <a:spcPts val="0"/>
              </a:spcAft>
              <a:defRPr/>
            </a:pPr>
            <a:fld id="{6856ECDB-1CEE-4F69-ADCA-557460F2116E}" type="slidenum">
              <a:rPr lang="en-US" sz="1200">
                <a:solidFill>
                  <a:srgbClr val="6D6E71"/>
                </a:solidFill>
                <a:latin typeface="Arial"/>
              </a:rPr>
              <a:pPr algn="r" defTabSz="1085783"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10"/>
            <a:ext cx="3025650" cy="825691"/>
          </a:xfrm>
          <a:prstGeom prst="rect">
            <a:avLst/>
          </a:prstGeom>
        </p:spPr>
      </p:pic>
    </p:spTree>
    <p:extLst>
      <p:ext uri="{BB962C8B-B14F-4D97-AF65-F5344CB8AC3E}">
        <p14:creationId xmlns:p14="http://schemas.microsoft.com/office/powerpoint/2010/main" val="164423968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userDrawn="1">
  <p:cSld name="13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42"/>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5783"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1" y="6630963"/>
            <a:ext cx="7205499" cy="169277"/>
          </a:xfrm>
          <a:prstGeom prst="rect">
            <a:avLst/>
          </a:prstGeom>
          <a:noFill/>
          <a:ln w="9525">
            <a:noFill/>
            <a:miter lim="800000"/>
            <a:headEnd/>
            <a:tailEnd/>
          </a:ln>
        </p:spPr>
        <p:txBody>
          <a:bodyPr wrap="none" lIns="0" tIns="0" rIns="0" bIns="0">
            <a:spAutoFit/>
          </a:bodyPr>
          <a:lstStyle/>
          <a:p>
            <a:pPr defTabSz="1085783"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90"/>
            <a:ext cx="299313" cy="184666"/>
          </a:xfrm>
          <a:prstGeom prst="rect">
            <a:avLst/>
          </a:prstGeom>
          <a:noFill/>
          <a:ln w="9525">
            <a:noFill/>
            <a:miter lim="800000"/>
            <a:headEnd/>
            <a:tailEnd/>
          </a:ln>
        </p:spPr>
        <p:txBody>
          <a:bodyPr wrap="none" lIns="0" tIns="0" rIns="0" bIns="0" anchor="ctr">
            <a:spAutoFit/>
          </a:bodyPr>
          <a:lstStyle/>
          <a:p>
            <a:pPr algn="r" defTabSz="1085783" fontAlgn="auto">
              <a:spcBef>
                <a:spcPts val="0"/>
              </a:spcBef>
              <a:spcAft>
                <a:spcPts val="0"/>
              </a:spcAft>
              <a:defRPr/>
            </a:pPr>
            <a:fld id="{6856ECDB-1CEE-4F69-ADCA-557460F2116E}" type="slidenum">
              <a:rPr lang="en-US" sz="1200">
                <a:solidFill>
                  <a:srgbClr val="6D6E71"/>
                </a:solidFill>
                <a:latin typeface="Arial"/>
              </a:rPr>
              <a:pPr algn="r" defTabSz="1085783"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10"/>
            <a:ext cx="3025650" cy="825691"/>
          </a:xfrm>
          <a:prstGeom prst="rect">
            <a:avLst/>
          </a:prstGeom>
        </p:spPr>
      </p:pic>
    </p:spTree>
    <p:extLst>
      <p:ext uri="{BB962C8B-B14F-4D97-AF65-F5344CB8AC3E}">
        <p14:creationId xmlns:p14="http://schemas.microsoft.com/office/powerpoint/2010/main" val="56939526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userDrawn="1">
  <p:cSld name="14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42"/>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5783"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1" y="6630963"/>
            <a:ext cx="7205499" cy="169277"/>
          </a:xfrm>
          <a:prstGeom prst="rect">
            <a:avLst/>
          </a:prstGeom>
          <a:noFill/>
          <a:ln w="9525">
            <a:noFill/>
            <a:miter lim="800000"/>
            <a:headEnd/>
            <a:tailEnd/>
          </a:ln>
        </p:spPr>
        <p:txBody>
          <a:bodyPr wrap="none" lIns="0" tIns="0" rIns="0" bIns="0">
            <a:spAutoFit/>
          </a:bodyPr>
          <a:lstStyle/>
          <a:p>
            <a:pPr defTabSz="1085783"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90"/>
            <a:ext cx="299313" cy="184666"/>
          </a:xfrm>
          <a:prstGeom prst="rect">
            <a:avLst/>
          </a:prstGeom>
          <a:noFill/>
          <a:ln w="9525">
            <a:noFill/>
            <a:miter lim="800000"/>
            <a:headEnd/>
            <a:tailEnd/>
          </a:ln>
        </p:spPr>
        <p:txBody>
          <a:bodyPr wrap="none" lIns="0" tIns="0" rIns="0" bIns="0" anchor="ctr">
            <a:spAutoFit/>
          </a:bodyPr>
          <a:lstStyle/>
          <a:p>
            <a:pPr algn="r" defTabSz="1085783" fontAlgn="auto">
              <a:spcBef>
                <a:spcPts val="0"/>
              </a:spcBef>
              <a:spcAft>
                <a:spcPts val="0"/>
              </a:spcAft>
              <a:defRPr/>
            </a:pPr>
            <a:fld id="{6856ECDB-1CEE-4F69-ADCA-557460F2116E}" type="slidenum">
              <a:rPr lang="en-US" sz="1200">
                <a:solidFill>
                  <a:srgbClr val="6D6E71"/>
                </a:solidFill>
                <a:latin typeface="Arial"/>
              </a:rPr>
              <a:pPr algn="r" defTabSz="1085783"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10"/>
            <a:ext cx="3025650" cy="825691"/>
          </a:xfrm>
          <a:prstGeom prst="rect">
            <a:avLst/>
          </a:prstGeom>
        </p:spPr>
      </p:pic>
    </p:spTree>
    <p:extLst>
      <p:ext uri="{BB962C8B-B14F-4D97-AF65-F5344CB8AC3E}">
        <p14:creationId xmlns:p14="http://schemas.microsoft.com/office/powerpoint/2010/main" val="201382087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userDrawn="1">
  <p:cSld name="15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42"/>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5783"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1" y="6630963"/>
            <a:ext cx="7205499" cy="169277"/>
          </a:xfrm>
          <a:prstGeom prst="rect">
            <a:avLst/>
          </a:prstGeom>
          <a:noFill/>
          <a:ln w="9525">
            <a:noFill/>
            <a:miter lim="800000"/>
            <a:headEnd/>
            <a:tailEnd/>
          </a:ln>
        </p:spPr>
        <p:txBody>
          <a:bodyPr wrap="none" lIns="0" tIns="0" rIns="0" bIns="0">
            <a:spAutoFit/>
          </a:bodyPr>
          <a:lstStyle/>
          <a:p>
            <a:pPr defTabSz="1085783"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90"/>
            <a:ext cx="299313" cy="184666"/>
          </a:xfrm>
          <a:prstGeom prst="rect">
            <a:avLst/>
          </a:prstGeom>
          <a:noFill/>
          <a:ln w="9525">
            <a:noFill/>
            <a:miter lim="800000"/>
            <a:headEnd/>
            <a:tailEnd/>
          </a:ln>
        </p:spPr>
        <p:txBody>
          <a:bodyPr wrap="none" lIns="0" tIns="0" rIns="0" bIns="0" anchor="ctr">
            <a:spAutoFit/>
          </a:bodyPr>
          <a:lstStyle/>
          <a:p>
            <a:pPr algn="r" defTabSz="1085783" fontAlgn="auto">
              <a:spcBef>
                <a:spcPts val="0"/>
              </a:spcBef>
              <a:spcAft>
                <a:spcPts val="0"/>
              </a:spcAft>
              <a:defRPr/>
            </a:pPr>
            <a:fld id="{6856ECDB-1CEE-4F69-ADCA-557460F2116E}" type="slidenum">
              <a:rPr lang="en-US" sz="1200">
                <a:solidFill>
                  <a:srgbClr val="6D6E71"/>
                </a:solidFill>
                <a:latin typeface="Arial"/>
              </a:rPr>
              <a:pPr algn="r" defTabSz="1085783"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10"/>
            <a:ext cx="3025650" cy="825691"/>
          </a:xfrm>
          <a:prstGeom prst="rect">
            <a:avLst/>
          </a:prstGeom>
        </p:spPr>
      </p:pic>
    </p:spTree>
    <p:extLst>
      <p:ext uri="{BB962C8B-B14F-4D97-AF65-F5344CB8AC3E}">
        <p14:creationId xmlns:p14="http://schemas.microsoft.com/office/powerpoint/2010/main" val="282452671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userDrawn="1">
  <p:cSld name="16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42"/>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5783"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1" y="6630963"/>
            <a:ext cx="7205499" cy="169277"/>
          </a:xfrm>
          <a:prstGeom prst="rect">
            <a:avLst/>
          </a:prstGeom>
          <a:noFill/>
          <a:ln w="9525">
            <a:noFill/>
            <a:miter lim="800000"/>
            <a:headEnd/>
            <a:tailEnd/>
          </a:ln>
        </p:spPr>
        <p:txBody>
          <a:bodyPr wrap="none" lIns="0" tIns="0" rIns="0" bIns="0">
            <a:spAutoFit/>
          </a:bodyPr>
          <a:lstStyle/>
          <a:p>
            <a:pPr defTabSz="1085783"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90"/>
            <a:ext cx="299313" cy="184666"/>
          </a:xfrm>
          <a:prstGeom prst="rect">
            <a:avLst/>
          </a:prstGeom>
          <a:noFill/>
          <a:ln w="9525">
            <a:noFill/>
            <a:miter lim="800000"/>
            <a:headEnd/>
            <a:tailEnd/>
          </a:ln>
        </p:spPr>
        <p:txBody>
          <a:bodyPr wrap="none" lIns="0" tIns="0" rIns="0" bIns="0" anchor="ctr">
            <a:spAutoFit/>
          </a:bodyPr>
          <a:lstStyle/>
          <a:p>
            <a:pPr algn="r" defTabSz="1085783" fontAlgn="auto">
              <a:spcBef>
                <a:spcPts val="0"/>
              </a:spcBef>
              <a:spcAft>
                <a:spcPts val="0"/>
              </a:spcAft>
              <a:defRPr/>
            </a:pPr>
            <a:fld id="{6856ECDB-1CEE-4F69-ADCA-557460F2116E}" type="slidenum">
              <a:rPr lang="en-US" sz="1200">
                <a:solidFill>
                  <a:srgbClr val="6D6E71"/>
                </a:solidFill>
                <a:latin typeface="Arial"/>
              </a:rPr>
              <a:pPr algn="r" defTabSz="1085783"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10"/>
            <a:ext cx="3025650" cy="825691"/>
          </a:xfrm>
          <a:prstGeom prst="rect">
            <a:avLst/>
          </a:prstGeom>
        </p:spPr>
      </p:pic>
    </p:spTree>
    <p:extLst>
      <p:ext uri="{BB962C8B-B14F-4D97-AF65-F5344CB8AC3E}">
        <p14:creationId xmlns:p14="http://schemas.microsoft.com/office/powerpoint/2010/main" val="92115554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17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42"/>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5783"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1" y="6630963"/>
            <a:ext cx="7205499" cy="169277"/>
          </a:xfrm>
          <a:prstGeom prst="rect">
            <a:avLst/>
          </a:prstGeom>
          <a:noFill/>
          <a:ln w="9525">
            <a:noFill/>
            <a:miter lim="800000"/>
            <a:headEnd/>
            <a:tailEnd/>
          </a:ln>
        </p:spPr>
        <p:txBody>
          <a:bodyPr wrap="none" lIns="0" tIns="0" rIns="0" bIns="0">
            <a:spAutoFit/>
          </a:bodyPr>
          <a:lstStyle/>
          <a:p>
            <a:pPr defTabSz="1085783"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90"/>
            <a:ext cx="299313" cy="184666"/>
          </a:xfrm>
          <a:prstGeom prst="rect">
            <a:avLst/>
          </a:prstGeom>
          <a:noFill/>
          <a:ln w="9525">
            <a:noFill/>
            <a:miter lim="800000"/>
            <a:headEnd/>
            <a:tailEnd/>
          </a:ln>
        </p:spPr>
        <p:txBody>
          <a:bodyPr wrap="none" lIns="0" tIns="0" rIns="0" bIns="0" anchor="ctr">
            <a:spAutoFit/>
          </a:bodyPr>
          <a:lstStyle/>
          <a:p>
            <a:pPr algn="r" defTabSz="1085783" fontAlgn="auto">
              <a:spcBef>
                <a:spcPts val="0"/>
              </a:spcBef>
              <a:spcAft>
                <a:spcPts val="0"/>
              </a:spcAft>
              <a:defRPr/>
            </a:pPr>
            <a:fld id="{6856ECDB-1CEE-4F69-ADCA-557460F2116E}" type="slidenum">
              <a:rPr lang="en-US" sz="1200">
                <a:solidFill>
                  <a:srgbClr val="6D6E71"/>
                </a:solidFill>
                <a:latin typeface="Arial"/>
              </a:rPr>
              <a:pPr algn="r" defTabSz="1085783"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10"/>
            <a:ext cx="3025650" cy="825691"/>
          </a:xfrm>
          <a:prstGeom prst="rect">
            <a:avLst/>
          </a:prstGeom>
        </p:spPr>
      </p:pic>
    </p:spTree>
    <p:extLst>
      <p:ext uri="{BB962C8B-B14F-4D97-AF65-F5344CB8AC3E}">
        <p14:creationId xmlns:p14="http://schemas.microsoft.com/office/powerpoint/2010/main" val="156555180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userDrawn="1">
  <p:cSld name="18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6" y="719342"/>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5783"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1" y="6630963"/>
            <a:ext cx="7205499" cy="169277"/>
          </a:xfrm>
          <a:prstGeom prst="rect">
            <a:avLst/>
          </a:prstGeom>
          <a:noFill/>
          <a:ln w="9525">
            <a:noFill/>
            <a:miter lim="800000"/>
            <a:headEnd/>
            <a:tailEnd/>
          </a:ln>
        </p:spPr>
        <p:txBody>
          <a:bodyPr wrap="none" lIns="0" tIns="0" rIns="0" bIns="0">
            <a:spAutoFit/>
          </a:bodyPr>
          <a:lstStyle/>
          <a:p>
            <a:pPr defTabSz="1085783" fontAlgn="auto">
              <a:spcBef>
                <a:spcPts val="0"/>
              </a:spcBef>
              <a:spcAft>
                <a:spcPts val="0"/>
              </a:spcAft>
              <a:defRPr/>
            </a:pPr>
            <a:r>
              <a:rPr lang="en-US" sz="1100" dirty="0">
                <a:solidFill>
                  <a:srgbClr val="6D6E71"/>
                </a:solidFill>
                <a:latin typeface="Arial"/>
                <a:cs typeface="+mn-cs"/>
              </a:rPr>
              <a:t> The contents in this document are </a:t>
            </a:r>
            <a:r>
              <a:rPr lang="en-US" sz="1100" dirty="0">
                <a:solidFill>
                  <a:prstClr val="white">
                    <a:lumMod val="50000"/>
                  </a:prstClr>
                </a:solidFill>
                <a:latin typeface="Arial"/>
                <a:ea typeface="Times New Roman"/>
                <a:cs typeface="+mn-cs"/>
              </a:rPr>
              <a:t>Confidential &amp; Proprietary</a:t>
            </a:r>
            <a:r>
              <a:rPr lang="en-US" sz="1100" dirty="0">
                <a:solidFill>
                  <a:prstClr val="white">
                    <a:lumMod val="50000"/>
                  </a:prstClr>
                </a:solidFill>
                <a:latin typeface="Arial"/>
                <a:cs typeface="+mn-cs"/>
              </a:rPr>
              <a:t>. </a:t>
            </a:r>
            <a:r>
              <a:rPr lang="en-US" sz="1100" dirty="0">
                <a:solidFill>
                  <a:srgbClr val="6D6E71"/>
                </a:solidFill>
                <a:latin typeface="Arial"/>
                <a:cs typeface="+mn-cs"/>
              </a:rPr>
              <a:t>Copyright © 2015 Tech Mahindra. All rights reserved.</a:t>
            </a:r>
            <a:endParaRPr lang="en-US" sz="1100" dirty="0">
              <a:solidFill>
                <a:srgbClr val="6D6E71"/>
              </a:solidFill>
              <a:latin typeface="Arial"/>
            </a:endParaRPr>
          </a:p>
        </p:txBody>
      </p:sp>
      <p:sp>
        <p:nvSpPr>
          <p:cNvPr id="6" name="Slide Number Placeholder 5"/>
          <p:cNvSpPr txBox="1">
            <a:spLocks/>
          </p:cNvSpPr>
          <p:nvPr userDrawn="1"/>
        </p:nvSpPr>
        <p:spPr bwMode="auto">
          <a:xfrm>
            <a:off x="11668776" y="6600190"/>
            <a:ext cx="299313" cy="184666"/>
          </a:xfrm>
          <a:prstGeom prst="rect">
            <a:avLst/>
          </a:prstGeom>
          <a:noFill/>
          <a:ln w="9525">
            <a:noFill/>
            <a:miter lim="800000"/>
            <a:headEnd/>
            <a:tailEnd/>
          </a:ln>
        </p:spPr>
        <p:txBody>
          <a:bodyPr wrap="none" lIns="0" tIns="0" rIns="0" bIns="0" anchor="ctr">
            <a:spAutoFit/>
          </a:bodyPr>
          <a:lstStyle/>
          <a:p>
            <a:pPr algn="r" defTabSz="1085783" fontAlgn="auto">
              <a:spcBef>
                <a:spcPts val="0"/>
              </a:spcBef>
              <a:spcAft>
                <a:spcPts val="0"/>
              </a:spcAft>
              <a:defRPr/>
            </a:pPr>
            <a:fld id="{6856ECDB-1CEE-4F69-ADCA-557460F2116E}" type="slidenum">
              <a:rPr lang="en-US" sz="1200">
                <a:solidFill>
                  <a:srgbClr val="6D6E71"/>
                </a:solidFill>
                <a:latin typeface="Arial"/>
              </a:rPr>
              <a:pPr algn="r" defTabSz="1085783"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10"/>
            <a:ext cx="3025650" cy="825691"/>
          </a:xfrm>
          <a:prstGeom prst="rect">
            <a:avLst/>
          </a:prstGeom>
        </p:spPr>
      </p:pic>
    </p:spTree>
    <p:extLst>
      <p:ext uri="{BB962C8B-B14F-4D97-AF65-F5344CB8AC3E}">
        <p14:creationId xmlns:p14="http://schemas.microsoft.com/office/powerpoint/2010/main" val="133973893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435" y="1818043"/>
            <a:ext cx="9140429" cy="1692771"/>
          </a:xfrm>
        </p:spPr>
        <p:txBody>
          <a:bodyPr anchor="b"/>
          <a:lstStyle>
            <a:lvl1pPr algn="ctr">
              <a:defRPr sz="5500"/>
            </a:lvl1pPr>
          </a:lstStyle>
          <a:p>
            <a:r>
              <a:rPr lang="en-US"/>
              <a:t>Click to edit Master title style</a:t>
            </a:r>
          </a:p>
        </p:txBody>
      </p:sp>
      <p:sp>
        <p:nvSpPr>
          <p:cNvPr id="3" name="Subtitle 2"/>
          <p:cNvSpPr>
            <a:spLocks noGrp="1"/>
          </p:cNvSpPr>
          <p:nvPr>
            <p:ph type="subTitle" idx="1"/>
          </p:nvPr>
        </p:nvSpPr>
        <p:spPr>
          <a:xfrm>
            <a:off x="1523435" y="3602927"/>
            <a:ext cx="9140429" cy="307777"/>
          </a:xfrm>
        </p:spPr>
        <p:txBody>
          <a:bodyPr/>
          <a:lstStyle>
            <a:lvl1pPr marL="0" indent="0" algn="ctr">
              <a:buNone/>
              <a:defRPr sz="2000"/>
            </a:lvl1pPr>
            <a:lvl2pPr marL="407530" indent="0" algn="ctr">
              <a:buNone/>
              <a:defRPr sz="1900"/>
            </a:lvl2pPr>
            <a:lvl3pPr marL="815054" indent="0" algn="ctr">
              <a:buNone/>
              <a:defRPr sz="1500"/>
            </a:lvl3pPr>
            <a:lvl4pPr marL="1222588" indent="0" algn="ctr">
              <a:buNone/>
              <a:defRPr sz="1500"/>
            </a:lvl4pPr>
            <a:lvl5pPr marL="1630112" indent="0" algn="ctr">
              <a:buNone/>
              <a:defRPr sz="1500"/>
            </a:lvl5pPr>
            <a:lvl6pPr marL="2037639" indent="0" algn="ctr">
              <a:buNone/>
              <a:defRPr sz="1500"/>
            </a:lvl6pPr>
            <a:lvl7pPr marL="2445169" indent="0" algn="ctr">
              <a:buNone/>
              <a:defRPr sz="1500"/>
            </a:lvl7pPr>
            <a:lvl8pPr marL="2852696" indent="0" algn="ctr">
              <a:buNone/>
              <a:defRPr sz="1500"/>
            </a:lvl8pPr>
            <a:lvl9pPr marL="3260227" indent="0" algn="ctr">
              <a:buNone/>
              <a:defRPr sz="1500"/>
            </a:lvl9pPr>
          </a:lstStyle>
          <a:p>
            <a:r>
              <a:rPr lang="en-US"/>
              <a:t>Click to edit Master subtitle style</a:t>
            </a:r>
          </a:p>
        </p:txBody>
      </p:sp>
      <p:sp>
        <p:nvSpPr>
          <p:cNvPr id="4" name="Date Placeholder 3"/>
          <p:cNvSpPr>
            <a:spLocks noGrp="1"/>
          </p:cNvSpPr>
          <p:nvPr>
            <p:ph type="dt" sz="half" idx="10"/>
          </p:nvPr>
        </p:nvSpPr>
        <p:spPr>
          <a:xfrm>
            <a:off x="837884" y="6357834"/>
            <a:ext cx="2742129" cy="365210"/>
          </a:xfrm>
          <a:prstGeom prst="rect">
            <a:avLst/>
          </a:prstGeom>
        </p:spPr>
        <p:txBody>
          <a:bodyPr lIns="108677" tIns="54337" rIns="108677" bIns="54337"/>
          <a:lstStyle/>
          <a:p>
            <a:pPr defTabSz="1086742" fontAlgn="auto">
              <a:spcBef>
                <a:spcPts val="0"/>
              </a:spcBef>
              <a:spcAft>
                <a:spcPts val="0"/>
              </a:spcAft>
            </a:pPr>
            <a:fld id="{C02F9569-8E4D-41AE-9766-A3604F84ADF5}" type="datetimeFigureOut">
              <a:rPr lang="en-US" sz="2000" smtClean="0">
                <a:solidFill>
                  <a:prstClr val="black"/>
                </a:solidFill>
                <a:latin typeface="Arial"/>
                <a:cs typeface="+mn-cs"/>
              </a:rPr>
              <a:pPr defTabSz="1086742" fontAlgn="auto">
                <a:spcBef>
                  <a:spcPts val="0"/>
                </a:spcBef>
                <a:spcAft>
                  <a:spcPts val="0"/>
                </a:spcAft>
              </a:pPr>
              <a:t>10/28/2025</a:t>
            </a:fld>
            <a:endParaRPr lang="en-US" sz="2000" dirty="0">
              <a:solidFill>
                <a:prstClr val="black"/>
              </a:solidFill>
              <a:latin typeface="Arial"/>
              <a:cs typeface="+mn-cs"/>
            </a:endParaRPr>
          </a:p>
        </p:txBody>
      </p:sp>
      <p:sp>
        <p:nvSpPr>
          <p:cNvPr id="5" name="Footer Placeholder 4"/>
          <p:cNvSpPr>
            <a:spLocks noGrp="1"/>
          </p:cNvSpPr>
          <p:nvPr>
            <p:ph type="ftr" sz="quarter" idx="11"/>
          </p:nvPr>
        </p:nvSpPr>
        <p:spPr>
          <a:xfrm>
            <a:off x="4037041" y="6357834"/>
            <a:ext cx="4113193" cy="365210"/>
          </a:xfrm>
          <a:prstGeom prst="rect">
            <a:avLst/>
          </a:prstGeom>
        </p:spPr>
        <p:txBody>
          <a:bodyPr lIns="108677" tIns="54337" rIns="108677" bIns="54337"/>
          <a:lstStyle/>
          <a:p>
            <a:pPr defTabSz="1086742" fontAlgn="auto">
              <a:spcBef>
                <a:spcPts val="0"/>
              </a:spcBef>
              <a:spcAft>
                <a:spcPts val="0"/>
              </a:spcAft>
            </a:pPr>
            <a:endParaRPr lang="en-US" sz="2000" dirty="0">
              <a:solidFill>
                <a:prstClr val="black"/>
              </a:solidFill>
              <a:latin typeface="Arial"/>
              <a:cs typeface="+mn-cs"/>
            </a:endParaRPr>
          </a:p>
        </p:txBody>
      </p:sp>
      <p:sp>
        <p:nvSpPr>
          <p:cNvPr id="6" name="Slide Number Placeholder 5"/>
          <p:cNvSpPr>
            <a:spLocks noGrp="1"/>
          </p:cNvSpPr>
          <p:nvPr>
            <p:ph type="sldNum" sz="quarter" idx="12"/>
          </p:nvPr>
        </p:nvSpPr>
        <p:spPr>
          <a:xfrm>
            <a:off x="8607258" y="6357834"/>
            <a:ext cx="2742129" cy="365210"/>
          </a:xfrm>
          <a:prstGeom prst="rect">
            <a:avLst/>
          </a:prstGeom>
        </p:spPr>
        <p:txBody>
          <a:bodyPr lIns="108677" tIns="54337" rIns="108677" bIns="54337"/>
          <a:lstStyle/>
          <a:p>
            <a:pPr defTabSz="1086742" fontAlgn="auto">
              <a:spcBef>
                <a:spcPts val="0"/>
              </a:spcBef>
              <a:spcAft>
                <a:spcPts val="0"/>
              </a:spcAft>
            </a:pPr>
            <a:fld id="{1AC0DE63-F386-450A-9205-EAFF862E7C5E}" type="slidenum">
              <a:rPr lang="en-US" sz="2000" smtClean="0">
                <a:solidFill>
                  <a:prstClr val="black"/>
                </a:solidFill>
                <a:latin typeface="Arial"/>
                <a:cs typeface="+mn-cs"/>
              </a:rPr>
              <a:pPr defTabSz="1086742" fontAlgn="auto">
                <a:spcBef>
                  <a:spcPts val="0"/>
                </a:spcBef>
                <a:spcAft>
                  <a:spcPts val="0"/>
                </a:spcAft>
              </a:pPr>
              <a:t>‹#›</a:t>
            </a:fld>
            <a:endParaRPr lang="en-US" sz="2000" dirty="0">
              <a:solidFill>
                <a:prstClr val="black"/>
              </a:solidFill>
              <a:latin typeface="Arial"/>
              <a:cs typeface="+mn-cs"/>
            </a:endParaRPr>
          </a:p>
        </p:txBody>
      </p:sp>
      <p:pic>
        <p:nvPicPr>
          <p:cNvPr id="7"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0" y="0"/>
            <a:ext cx="12187238" cy="685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descr="ridge4.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1070" y="38"/>
            <a:ext cx="5289698" cy="1732252"/>
          </a:xfrm>
          <a:prstGeom prst="rect">
            <a:avLst/>
          </a:prstGeom>
        </p:spPr>
      </p:pic>
    </p:spTree>
    <p:extLst>
      <p:ext uri="{BB962C8B-B14F-4D97-AF65-F5344CB8AC3E}">
        <p14:creationId xmlns:p14="http://schemas.microsoft.com/office/powerpoint/2010/main" val="3053370200"/>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6" y="1972135"/>
            <a:ext cx="5435592" cy="4163390"/>
          </a:xfrm>
        </p:spPr>
        <p:txBody>
          <a:bodyPr>
            <a:noAutofit/>
          </a:bodyPr>
          <a:lstStyle>
            <a:lvl1pPr marL="0" indent="0">
              <a:buNone/>
              <a:defRPr>
                <a:latin typeface="Arial" pitchFamily="34" charset="0"/>
                <a:cs typeface="Arial" pitchFamily="34" charset="0"/>
              </a:defRPr>
            </a:lvl1pPr>
          </a:lstStyle>
          <a:p>
            <a:pPr lvl="0"/>
            <a:r>
              <a:rPr lang="en-US" noProof="0" dirty="0"/>
              <a:t>Click icon to add picture</a:t>
            </a:r>
          </a:p>
        </p:txBody>
      </p:sp>
      <p:sp>
        <p:nvSpPr>
          <p:cNvPr id="18" name="Text Placeholder 4"/>
          <p:cNvSpPr>
            <a:spLocks noGrp="1"/>
          </p:cNvSpPr>
          <p:nvPr>
            <p:ph type="body" sz="quarter" idx="19"/>
          </p:nvPr>
        </p:nvSpPr>
        <p:spPr bwMode="gray">
          <a:xfrm>
            <a:off x="6449102" y="1972271"/>
            <a:ext cx="5126679" cy="1461939"/>
          </a:xfrm>
          <a:ln>
            <a:noFill/>
          </a:ln>
        </p:spPr>
        <p:txBody>
          <a:bodyPr/>
          <a:lstStyle>
            <a:lvl1pPr>
              <a:spcBef>
                <a:spcPts val="0"/>
              </a:spcBef>
              <a:spcAft>
                <a:spcPts val="0"/>
              </a:spcAft>
              <a:defRPr lang="en-US" sz="19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900" b="0" kern="1200" baseline="0" dirty="0" smtClean="0">
                <a:solidFill>
                  <a:schemeClr val="tx1"/>
                </a:solidFill>
                <a:latin typeface="+mn-lt"/>
                <a:ea typeface="+mn-ea"/>
                <a:cs typeface="Arial" pitchFamily="34" charset="0"/>
              </a:defRPr>
            </a:lvl2pPr>
            <a:lvl3pPr>
              <a:spcBef>
                <a:spcPts val="0"/>
              </a:spcBef>
              <a:spcAft>
                <a:spcPts val="0"/>
              </a:spcAft>
              <a:defRPr lang="en-US" sz="19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9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900" b="0" kern="1200" baseline="0" dirty="0" smtClean="0">
                <a:solidFill>
                  <a:schemeClr val="tx1"/>
                </a:solidFill>
                <a:latin typeface="Arial" pitchFamily="34" charset="0"/>
                <a:ea typeface="+mn-ea"/>
                <a:cs typeface="Arial" pitchFamily="34" charset="0"/>
              </a:defRPr>
            </a:lvl5pPr>
            <a:lvl6pPr marL="1131977" indent="-231112">
              <a:spcBef>
                <a:spcPts val="0"/>
              </a:spcBef>
              <a:spcAft>
                <a:spcPts val="0"/>
              </a:spcAft>
              <a:buSzPct val="70000"/>
              <a:defRPr lang="en-US" sz="1900" kern="1200" dirty="0" smtClean="0">
                <a:solidFill>
                  <a:schemeClr val="tx1"/>
                </a:solidFill>
                <a:latin typeface="Arial" pitchFamily="34" charset="0"/>
                <a:ea typeface="+mn-ea"/>
                <a:cs typeface="Arial" pitchFamily="34" charset="0"/>
              </a:defRPr>
            </a:lvl6pPr>
            <a:lvl7pPr marL="1358373" indent="-226400">
              <a:spcBef>
                <a:spcPts val="0"/>
              </a:spcBef>
              <a:spcAft>
                <a:spcPts val="0"/>
              </a:spcAft>
              <a:buSzPct val="70000"/>
              <a:buFont typeface="Arial" pitchFamily="34" charset="0"/>
              <a:buChar char="–"/>
              <a:defRPr sz="1900" baseline="0">
                <a:latin typeface="+mj-lt"/>
              </a:defRPr>
            </a:lvl7pPr>
            <a:lvl8pPr marL="1584769" indent="-226400">
              <a:spcBef>
                <a:spcPts val="0"/>
              </a:spcBef>
              <a:spcAft>
                <a:spcPts val="0"/>
              </a:spcAft>
              <a:buSzPct val="70000"/>
              <a:defRPr sz="1900" baseline="0">
                <a:latin typeface="+mj-lt"/>
              </a:defRPr>
            </a:lvl8pPr>
            <a:lvl9pPr marL="1806445" indent="-221680">
              <a:spcBef>
                <a:spcPts val="0"/>
              </a:spcBef>
              <a:spcAft>
                <a:spcPts val="0"/>
              </a:spcAft>
              <a:buSzPct val="70000"/>
              <a:buFont typeface="Arial" pitchFamily="34" charset="0"/>
              <a:buChar char="–"/>
              <a:defRPr sz="19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p:cNvSpPr>
            <a:spLocks noGrp="1"/>
          </p:cNvSpPr>
          <p:nvPr>
            <p:ph type="title"/>
          </p:nvPr>
        </p:nvSpPr>
        <p:spPr bwMode="gray">
          <a:xfrm>
            <a:off x="641147" y="727277"/>
            <a:ext cx="10964283"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7" name="Text Placeholder 41"/>
          <p:cNvSpPr>
            <a:spLocks noGrp="1"/>
          </p:cNvSpPr>
          <p:nvPr>
            <p:ph type="body" sz="quarter" idx="13"/>
          </p:nvPr>
        </p:nvSpPr>
        <p:spPr bwMode="gray">
          <a:xfrm>
            <a:off x="641110" y="1270916"/>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065490431"/>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userDrawn="1">
  <p:cSld name="2_Agenda">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623" y="42"/>
            <a:ext cx="12176659" cy="2378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bwMode="gray">
          <a:xfrm>
            <a:off x="641142" y="727274"/>
            <a:ext cx="10964283"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05583"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06" y="1146067"/>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8" name="Picture 7"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10"/>
            <a:ext cx="3025650" cy="825691"/>
          </a:xfrm>
          <a:prstGeom prst="rect">
            <a:avLst/>
          </a:prstGeom>
        </p:spPr>
      </p:pic>
    </p:spTree>
    <p:extLst>
      <p:ext uri="{BB962C8B-B14F-4D97-AF65-F5344CB8AC3E}">
        <p14:creationId xmlns:p14="http://schemas.microsoft.com/office/powerpoint/2010/main" val="3716602541"/>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145" y="727265"/>
            <a:ext cx="10964283"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6742"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41106" y="1972157"/>
            <a:ext cx="10962167" cy="2308324"/>
          </a:xfrm>
        </p:spPr>
        <p:txBody>
          <a:bodyPr wrap="square">
            <a:spAutoFit/>
          </a:bodyPr>
          <a:lstStyle>
            <a:lvl1pPr>
              <a:spcBef>
                <a:spcPts val="0"/>
              </a:spcBef>
              <a:spcAft>
                <a:spcPts val="0"/>
              </a:spcAft>
              <a:defRPr lang="en-US" sz="30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30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30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30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3000" b="0" kern="1200" baseline="0" dirty="0" smtClean="0">
                <a:solidFill>
                  <a:schemeClr val="tx1"/>
                </a:solidFill>
                <a:latin typeface="Arial" pitchFamily="34" charset="0"/>
                <a:ea typeface="+mn-ea"/>
                <a:cs typeface="Arial" pitchFamily="34" charset="0"/>
              </a:defRPr>
            </a:lvl5pPr>
            <a:lvl6pPr marL="1705580" indent="-339607">
              <a:spcBef>
                <a:spcPts val="0"/>
              </a:spcBef>
              <a:spcAft>
                <a:spcPts val="0"/>
              </a:spcAft>
              <a:buClr>
                <a:schemeClr val="tx2"/>
              </a:buClr>
              <a:buSzPct val="70000"/>
              <a:buFont typeface="Wingdings" pitchFamily="2" charset="2"/>
              <a:buChar char="§"/>
              <a:defRPr lang="en-US" sz="3000" kern="1200" dirty="0" smtClean="0">
                <a:solidFill>
                  <a:schemeClr val="tx1"/>
                </a:solidFill>
                <a:latin typeface="Arial" pitchFamily="34" charset="0"/>
                <a:ea typeface="+mn-ea"/>
                <a:cs typeface="Arial" pitchFamily="34" charset="0"/>
              </a:defRPr>
            </a:lvl6pPr>
            <a:lvl7pPr marL="2037639" indent="-324513">
              <a:spcBef>
                <a:spcPts val="0"/>
              </a:spcBef>
              <a:spcAft>
                <a:spcPts val="0"/>
              </a:spcAft>
              <a:buClr>
                <a:schemeClr val="tx2"/>
              </a:buClr>
              <a:buSzPct val="70000"/>
              <a:buFont typeface="Arial" pitchFamily="34" charset="0"/>
              <a:buChar char="–"/>
              <a:defRPr sz="2000" baseline="0">
                <a:solidFill>
                  <a:schemeClr val="tx1"/>
                </a:solidFill>
                <a:latin typeface="+mn-lt"/>
                <a:cs typeface="Arial" pitchFamily="34" charset="0"/>
              </a:defRPr>
            </a:lvl7pPr>
            <a:lvl8pPr marL="1901798" indent="-271682">
              <a:spcBef>
                <a:spcPts val="0"/>
              </a:spcBef>
              <a:spcAft>
                <a:spcPts val="0"/>
              </a:spcAft>
              <a:buSzPct val="70000"/>
              <a:defRPr sz="2000" baseline="0">
                <a:latin typeface="Arial" pitchFamily="34" charset="0"/>
                <a:cs typeface="Arial" pitchFamily="34" charset="0"/>
              </a:defRPr>
            </a:lvl8pPr>
            <a:lvl9pPr marL="2167823" indent="-266024">
              <a:spcBef>
                <a:spcPts val="0"/>
              </a:spcBef>
              <a:spcAft>
                <a:spcPts val="0"/>
              </a:spcAft>
              <a:buSzPct val="70000"/>
              <a:buFont typeface="Arial" pitchFamily="34" charset="0"/>
              <a:buChar char="–"/>
              <a:defRPr sz="2000">
                <a:latin typeface="Arial" pitchFamily="34" charset="0"/>
                <a:cs typeface="Arial" pitchFamily="34" charset="0"/>
              </a:defRPr>
            </a:lvl9pPr>
          </a:lstStyle>
          <a:p>
            <a:pPr marL="345267" lvl="0" indent="-345267" algn="l" defTabSz="108674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79214" lvl="2" indent="-332063" algn="l" defTabSz="108674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1272" lvl="3" indent="-332063" algn="l" defTabSz="108674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50879" lvl="4" indent="-339607" algn="l" defTabSz="110938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5580" lvl="5" indent="-339607" algn="l" defTabSz="1086742" rtl="0" eaLnBrk="1" latinLnBrk="0" hangingPunct="1">
              <a:spcBef>
                <a:spcPts val="0"/>
              </a:spcBef>
              <a:spcAft>
                <a:spcPts val="0"/>
              </a:spcAft>
              <a:buClr>
                <a:schemeClr val="bg2"/>
              </a:buClr>
              <a:buSzPct val="60000"/>
              <a:buFont typeface="Wingdings" pitchFamily="2" charset="2"/>
              <a:buChar char="§"/>
            </a:pPr>
            <a:r>
              <a:rPr lang="en-US" dirty="0"/>
              <a:t>Fifth level</a:t>
            </a:r>
          </a:p>
        </p:txBody>
      </p:sp>
      <p:pic>
        <p:nvPicPr>
          <p:cNvPr id="5" name="Picture 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Tree>
    <p:extLst>
      <p:ext uri="{BB962C8B-B14F-4D97-AF65-F5344CB8AC3E}">
        <p14:creationId xmlns:p14="http://schemas.microsoft.com/office/powerpoint/2010/main" val="392971366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21751" y="1527673"/>
            <a:ext cx="8969807"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6742"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821779" y="3370295"/>
            <a:ext cx="9002897" cy="2813591"/>
          </a:xfrm>
          <a:prstGeom prst="rect">
            <a:avLst/>
          </a:prstGeom>
          <a:noFill/>
          <a:ln w="9525">
            <a:noFill/>
            <a:miter lim="800000"/>
            <a:headEnd/>
            <a:tailEnd/>
          </a:ln>
        </p:spPr>
        <p:txBody>
          <a:bodyPr wrap="square" lIns="0" tIns="0" rIns="0" bIns="0">
            <a:spAutoFit/>
          </a:bodyPr>
          <a:lstStyle/>
          <a:p>
            <a:pPr algn="just" defTabSz="1086742" fontAlgn="auto">
              <a:spcBef>
                <a:spcPts val="715"/>
              </a:spcBef>
              <a:spcAft>
                <a:spcPts val="0"/>
              </a:spcAft>
            </a:pPr>
            <a:r>
              <a:rPr lang="en-US" sz="1200" b="1" dirty="0">
                <a:solidFill>
                  <a:srgbClr val="6D6E71"/>
                </a:solidFill>
                <a:latin typeface="Arial"/>
              </a:rPr>
              <a:t>Disclaimer </a:t>
            </a:r>
          </a:p>
          <a:p>
            <a:pPr algn="just" defTabSz="1086742" fontAlgn="auto">
              <a:spcBef>
                <a:spcPts val="715"/>
              </a:spcBef>
              <a:spcAft>
                <a:spcPts val="0"/>
              </a:spcAft>
            </a:pPr>
            <a:r>
              <a:rPr lang="en-US" sz="1100" dirty="0">
                <a:solidFill>
                  <a:srgbClr val="6D6E71"/>
                </a:solidFill>
                <a:latin typeface="Arial"/>
              </a:rPr>
              <a:t>Tech Mahindra Limited, herein referred to as Tech Mahindra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 Mahindra or its subsidiaries. Any unauthorized use, disclosure or public dissemination of information contained herein is prohibited. Unless specifically noted, Tech Mahindra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 Mahindra. Information contained in a presentation hosted or promoted by Tech Mahindra is provided “as is” without warranty of any kind, either expressed or implied, including any warranty of merchantability or fitness for a particular purpose. Tech Mahindra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21765" y="2140702"/>
            <a:ext cx="8975995" cy="307777"/>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1086742" rtl="0" eaLnBrk="1" fontAlgn="base" latinLnBrk="0" hangingPunct="1">
              <a:spcBef>
                <a:spcPts val="0"/>
              </a:spcBef>
              <a:spcAft>
                <a:spcPct val="0"/>
              </a:spcAft>
              <a:buClr>
                <a:schemeClr val="tx2"/>
              </a:buClr>
              <a:buFont typeface="Arial" pitchFamily="34" charset="0"/>
              <a:buNone/>
              <a:defRPr lang="en-US" sz="20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358704423"/>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userDrawn="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2"/>
                </a:solidFill>
              </a:defRPr>
            </a:lvl1pPr>
          </a:lstStyle>
          <a:p>
            <a:r>
              <a:rPr lang="en-US" dirty="0"/>
              <a:t>Click to edit Master title style</a:t>
            </a:r>
          </a:p>
        </p:txBody>
      </p:sp>
      <p:sp>
        <p:nvSpPr>
          <p:cNvPr id="3" name="Text Placeholder 4"/>
          <p:cNvSpPr>
            <a:spLocks noGrp="1"/>
          </p:cNvSpPr>
          <p:nvPr>
            <p:ph type="body" sz="quarter" idx="10" hasCustomPrompt="1"/>
          </p:nvPr>
        </p:nvSpPr>
        <p:spPr>
          <a:xfrm>
            <a:off x="403759" y="1465882"/>
            <a:ext cx="11387826" cy="2046714"/>
          </a:xfrm>
        </p:spPr>
        <p:txBody>
          <a:bodyPr wrap="square">
            <a:spAutoFit/>
          </a:bodyPr>
          <a:lstStyle>
            <a:lvl1pPr>
              <a:spcBef>
                <a:spcPts val="0"/>
              </a:spcBef>
              <a:spcAft>
                <a:spcPts val="0"/>
              </a:spcAft>
              <a:defRPr sz="1900">
                <a:latin typeface="Arial" pitchFamily="34" charset="0"/>
                <a:cs typeface="Arial" pitchFamily="34" charset="0"/>
              </a:defRPr>
            </a:lvl1pPr>
            <a:lvl2pPr>
              <a:spcBef>
                <a:spcPts val="0"/>
              </a:spcBef>
              <a:spcAft>
                <a:spcPts val="0"/>
              </a:spcAft>
              <a:defRPr sz="1900">
                <a:latin typeface="Arial" pitchFamily="34" charset="0"/>
                <a:cs typeface="Arial" pitchFamily="34" charset="0"/>
              </a:defRPr>
            </a:lvl2pPr>
            <a:lvl3pPr>
              <a:spcBef>
                <a:spcPts val="0"/>
              </a:spcBef>
              <a:spcAft>
                <a:spcPts val="0"/>
              </a:spcAft>
              <a:defRPr sz="1900">
                <a:latin typeface="Arial" pitchFamily="34" charset="0"/>
                <a:cs typeface="Arial" pitchFamily="34" charset="0"/>
              </a:defRPr>
            </a:lvl3pPr>
            <a:lvl4pPr>
              <a:spcBef>
                <a:spcPts val="0"/>
              </a:spcBef>
              <a:spcAft>
                <a:spcPts val="0"/>
              </a:spcAft>
              <a:defRPr sz="1900">
                <a:latin typeface="Arial" pitchFamily="34" charset="0"/>
                <a:cs typeface="Arial" pitchFamily="34" charset="0"/>
              </a:defRPr>
            </a:lvl4pPr>
            <a:lvl5pPr>
              <a:spcBef>
                <a:spcPts val="0"/>
              </a:spcBef>
              <a:spcAft>
                <a:spcPts val="0"/>
              </a:spcAft>
              <a:defRPr sz="1900">
                <a:latin typeface="Arial" pitchFamily="34" charset="0"/>
                <a:cs typeface="Arial" pitchFamily="34" charset="0"/>
              </a:defRPr>
            </a:lvl5pPr>
            <a:lvl6pPr marL="1421262" indent="-282991">
              <a:spcBef>
                <a:spcPts val="0"/>
              </a:spcBef>
              <a:spcAft>
                <a:spcPts val="0"/>
              </a:spcAft>
              <a:buClr>
                <a:schemeClr val="tx2"/>
              </a:buClr>
              <a:buSzPct val="70000"/>
              <a:buFont typeface="Wingdings" pitchFamily="2" charset="2"/>
              <a:buChar char="§"/>
              <a:defRPr sz="1900">
                <a:latin typeface="Arial" pitchFamily="34" charset="0"/>
                <a:cs typeface="Arial" pitchFamily="34" charset="0"/>
              </a:defRPr>
            </a:lvl6pPr>
            <a:lvl7pPr marL="1697963" indent="-270417">
              <a:spcBef>
                <a:spcPts val="0"/>
              </a:spcBef>
              <a:spcAft>
                <a:spcPts val="0"/>
              </a:spcAft>
              <a:buClr>
                <a:srgbClr val="C00000"/>
              </a:buClr>
              <a:buSzPct val="70000"/>
              <a:buFont typeface="Arial" pitchFamily="34" charset="0"/>
              <a:buChar char="–"/>
              <a:defRPr sz="1900" baseline="0">
                <a:latin typeface="Arial" pitchFamily="34" charset="0"/>
                <a:cs typeface="Arial" pitchFamily="34" charset="0"/>
              </a:defRPr>
            </a:lvl7pPr>
            <a:lvl8pPr marL="1584769" indent="-226400">
              <a:spcBef>
                <a:spcPts val="0"/>
              </a:spcBef>
              <a:spcAft>
                <a:spcPts val="0"/>
              </a:spcAft>
              <a:buSzPct val="70000"/>
              <a:defRPr sz="1900" baseline="0">
                <a:latin typeface="Arial" pitchFamily="34" charset="0"/>
                <a:cs typeface="Arial" pitchFamily="34" charset="0"/>
              </a:defRPr>
            </a:lvl8pPr>
            <a:lvl9pPr marL="1806445" indent="-221680">
              <a:spcBef>
                <a:spcPts val="0"/>
              </a:spcBef>
              <a:spcAft>
                <a:spcPts val="0"/>
              </a:spcAft>
              <a:buSzPct val="70000"/>
              <a:buFont typeface="Arial" pitchFamily="34" charset="0"/>
              <a:buChar char="–"/>
              <a:defRPr sz="1900">
                <a:latin typeface="Arial" pitchFamily="34" charset="0"/>
                <a:cs typeface="Arial" pitchFamily="34" charset="0"/>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 </a:t>
            </a:r>
          </a:p>
        </p:txBody>
      </p:sp>
    </p:spTree>
    <p:extLst>
      <p:ext uri="{BB962C8B-B14F-4D97-AF65-F5344CB8AC3E}">
        <p14:creationId xmlns:p14="http://schemas.microsoft.com/office/powerpoint/2010/main" val="2134434649"/>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152" y="143"/>
            <a:ext cx="5289698" cy="1443544"/>
          </a:xfrm>
          <a:prstGeom prst="rect">
            <a:avLst/>
          </a:prstGeom>
        </p:spPr>
      </p:pic>
      <p:sp>
        <p:nvSpPr>
          <p:cNvPr id="10" name="Slide Number Placeholder 5"/>
          <p:cNvSpPr txBox="1">
            <a:spLocks/>
          </p:cNvSpPr>
          <p:nvPr userDrawn="1"/>
        </p:nvSpPr>
        <p:spPr bwMode="auto">
          <a:xfrm>
            <a:off x="11668807" y="6600299"/>
            <a:ext cx="299313" cy="184666"/>
          </a:xfrm>
          <a:prstGeom prst="rect">
            <a:avLst/>
          </a:prstGeom>
          <a:noFill/>
          <a:ln w="9525">
            <a:noFill/>
            <a:miter lim="800000"/>
            <a:headEnd/>
            <a:tailEnd/>
          </a:ln>
        </p:spPr>
        <p:txBody>
          <a:bodyPr wrap="none" lIns="0" tIns="0" rIns="0" bIns="0" anchor="ctr">
            <a:spAutoFit/>
          </a:bodyPr>
          <a:lstStyle/>
          <a:p>
            <a:pPr algn="r" defTabSz="1217070" fontAlgn="auto">
              <a:spcBef>
                <a:spcPts val="0"/>
              </a:spcBef>
              <a:spcAft>
                <a:spcPts val="0"/>
              </a:spcAft>
              <a:defRPr/>
            </a:pPr>
            <a:fld id="{6856ECDB-1CEE-4F69-ADCA-557460F2116E}" type="slidenum">
              <a:rPr lang="en-US" sz="1200">
                <a:solidFill>
                  <a:srgbClr val="6D6E71"/>
                </a:solidFill>
                <a:latin typeface="Arial"/>
              </a:rPr>
              <a:pPr algn="r" defTabSz="1217070" fontAlgn="auto">
                <a:spcBef>
                  <a:spcPts val="0"/>
                </a:spcBef>
                <a:spcAft>
                  <a:spcPts val="0"/>
                </a:spcAft>
                <a:defRPr/>
              </a:pPr>
              <a:t>‹#›</a:t>
            </a:fld>
            <a:endParaRPr lang="en-US" sz="1200" dirty="0">
              <a:solidFill>
                <a:srgbClr val="6D6E71"/>
              </a:solidFill>
              <a:latin typeface="Arial"/>
            </a:endParaRPr>
          </a:p>
        </p:txBody>
      </p:sp>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2317464802"/>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35404" y="4054708"/>
            <a:ext cx="7346195" cy="277063"/>
          </a:xfrm>
        </p:spPr>
        <p:txBody>
          <a:bodyPr anchor="b" anchorCtr="0">
            <a:noAutofit/>
          </a:bodyPr>
          <a:lstStyle>
            <a:lvl1pPr marL="0" indent="0" algn="l">
              <a:buNone/>
              <a:defRPr b="1">
                <a:solidFill>
                  <a:schemeClr val="tx2"/>
                </a:solidFill>
                <a:latin typeface="Arial" pitchFamily="34" charset="0"/>
                <a:cs typeface="Arial" pitchFamily="34" charset="0"/>
              </a:defRPr>
            </a:lvl1pPr>
            <a:lvl2pPr marL="608536" indent="0" algn="ctr">
              <a:buNone/>
              <a:defRPr>
                <a:solidFill>
                  <a:schemeClr val="tx1">
                    <a:tint val="75000"/>
                  </a:schemeClr>
                </a:solidFill>
              </a:defRPr>
            </a:lvl2pPr>
            <a:lvl3pPr marL="1217070" indent="0" algn="ctr">
              <a:buNone/>
              <a:defRPr>
                <a:solidFill>
                  <a:schemeClr val="tx1">
                    <a:tint val="75000"/>
                  </a:schemeClr>
                </a:solidFill>
              </a:defRPr>
            </a:lvl3pPr>
            <a:lvl4pPr marL="1825612" indent="0" algn="ctr">
              <a:buNone/>
              <a:defRPr>
                <a:solidFill>
                  <a:schemeClr val="tx1">
                    <a:tint val="75000"/>
                  </a:schemeClr>
                </a:solidFill>
              </a:defRPr>
            </a:lvl4pPr>
            <a:lvl5pPr marL="2434141" indent="0" algn="ctr">
              <a:buNone/>
              <a:defRPr>
                <a:solidFill>
                  <a:schemeClr val="tx1">
                    <a:tint val="75000"/>
                  </a:schemeClr>
                </a:solidFill>
              </a:defRPr>
            </a:lvl5pPr>
            <a:lvl6pPr marL="3042674" indent="0" algn="ctr">
              <a:buNone/>
              <a:defRPr>
                <a:solidFill>
                  <a:schemeClr val="tx1">
                    <a:tint val="75000"/>
                  </a:schemeClr>
                </a:solidFill>
              </a:defRPr>
            </a:lvl6pPr>
            <a:lvl7pPr marL="3651217" indent="0" algn="ctr">
              <a:buNone/>
              <a:defRPr>
                <a:solidFill>
                  <a:schemeClr val="tx1">
                    <a:tint val="75000"/>
                  </a:schemeClr>
                </a:solidFill>
              </a:defRPr>
            </a:lvl7pPr>
            <a:lvl8pPr marL="4259746" indent="0" algn="ctr">
              <a:buNone/>
              <a:defRPr>
                <a:solidFill>
                  <a:schemeClr val="tx1">
                    <a:tint val="75000"/>
                  </a:schemeClr>
                </a:solidFill>
              </a:defRPr>
            </a:lvl8pPr>
            <a:lvl9pPr marL="4868282"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35404" y="2185100"/>
            <a:ext cx="7346195" cy="1692771"/>
          </a:xfrm>
        </p:spPr>
        <p:txBody>
          <a:bodyPr wrap="square">
            <a:spAutoFit/>
          </a:bodyPr>
          <a:lstStyle>
            <a:lvl1pPr algn="l">
              <a:defRPr sz="5500" b="1">
                <a:solidFill>
                  <a:schemeClr val="bg2"/>
                </a:solidFill>
                <a:latin typeface="Arial" pitchFamily="34" charset="0"/>
                <a:cs typeface="Arial" pitchFamily="34" charset="0"/>
              </a:defRPr>
            </a:lvl1pPr>
          </a:lstStyle>
          <a:p>
            <a:r>
              <a:rPr lang="en-US" dirty="0"/>
              <a:t>Click to Edit Master Title Style</a:t>
            </a:r>
          </a:p>
        </p:txBody>
      </p:sp>
      <p:pic>
        <p:nvPicPr>
          <p:cNvPr id="12" name="Picture 11"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152" y="143"/>
            <a:ext cx="5289698" cy="1443544"/>
          </a:xfrm>
          <a:prstGeom prst="rect">
            <a:avLst/>
          </a:prstGeom>
        </p:spPr>
      </p:pic>
      <p:pic>
        <p:nvPicPr>
          <p:cNvPr id="8" name="Picture 7"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2115536249"/>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258" y="719346"/>
            <a:ext cx="10962166"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90" y="1972274"/>
            <a:ext cx="10962167" cy="1846659"/>
          </a:xfrm>
        </p:spPr>
        <p:txBody>
          <a:bodyPr wrap="square">
            <a:spAutoFit/>
          </a:bodyPr>
          <a:lstStyle>
            <a:lvl1pPr algn="l" rtl="0" eaLnBrk="1" latinLnBrk="0" hangingPunct="1">
              <a:spcBef>
                <a:spcPts val="0"/>
              </a:spcBef>
              <a:spcAft>
                <a:spcPts val="0"/>
              </a:spcAft>
              <a:buClr>
                <a:schemeClr val="bg2"/>
              </a:buClr>
              <a:buSzPct val="120000"/>
              <a:defRPr lang="en-US" sz="24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910125" indent="-380334">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2282003" indent="-363424">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29877" indent="-304275">
              <a:spcBef>
                <a:spcPts val="0"/>
              </a:spcBef>
              <a:spcAft>
                <a:spcPts val="0"/>
              </a:spcAft>
              <a:buSzPct val="70000"/>
              <a:defRPr sz="2400" baseline="0">
                <a:latin typeface="Arial" pitchFamily="34" charset="0"/>
                <a:cs typeface="Arial" pitchFamily="34" charset="0"/>
              </a:defRPr>
            </a:lvl8pPr>
            <a:lvl9pPr marL="2427804" indent="-297933">
              <a:spcBef>
                <a:spcPts val="0"/>
              </a:spcBef>
              <a:spcAft>
                <a:spcPts val="0"/>
              </a:spcAft>
              <a:buSzPct val="70000"/>
              <a:buFont typeface="Arial" pitchFamily="34" charset="0"/>
              <a:buChar char="–"/>
              <a:defRPr sz="2400">
                <a:latin typeface="Arial" pitchFamily="34" charset="0"/>
                <a:cs typeface="Arial" pitchFamily="34" charset="0"/>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3122501093"/>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258" y="719346"/>
            <a:ext cx="10962166"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90" y="1972274"/>
            <a:ext cx="10962167" cy="1846659"/>
          </a:xfrm>
        </p:spPr>
        <p:txBody>
          <a:bodyPr wrap="square">
            <a:spAutoFit/>
          </a:bodyPr>
          <a:lstStyle>
            <a:lvl1pPr algn="l" rtl="0" eaLnBrk="1" latinLnBrk="0" hangingPunct="1">
              <a:spcBef>
                <a:spcPts val="0"/>
              </a:spcBef>
              <a:spcAft>
                <a:spcPts val="0"/>
              </a:spcAft>
              <a:buClr>
                <a:schemeClr val="bg2"/>
              </a:buClr>
              <a:buSzPct val="120000"/>
              <a:defRPr lang="en-US" sz="24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910125" indent="-380334">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2282003" indent="-363424">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29877" indent="-304275">
              <a:spcBef>
                <a:spcPts val="0"/>
              </a:spcBef>
              <a:spcAft>
                <a:spcPts val="0"/>
              </a:spcAft>
              <a:buSzPct val="70000"/>
              <a:defRPr sz="2400" baseline="0">
                <a:latin typeface="Arial" pitchFamily="34" charset="0"/>
                <a:cs typeface="Arial" pitchFamily="34" charset="0"/>
              </a:defRPr>
            </a:lvl8pPr>
            <a:lvl9pPr marL="2427804" indent="-297933">
              <a:spcBef>
                <a:spcPts val="0"/>
              </a:spcBef>
              <a:spcAft>
                <a:spcPts val="0"/>
              </a:spcAft>
              <a:buSzPct val="70000"/>
              <a:buFont typeface="Arial" pitchFamily="34" charset="0"/>
              <a:buChar char="–"/>
              <a:defRPr sz="2400">
                <a:latin typeface="Arial" pitchFamily="34" charset="0"/>
                <a:cs typeface="Arial" pitchFamily="34" charset="0"/>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userDrawn="1">
            <p:ph type="body" sz="quarter" idx="13"/>
          </p:nvPr>
        </p:nvSpPr>
        <p:spPr bwMode="gray">
          <a:xfrm>
            <a:off x="641190" y="1271050"/>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3050023"/>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41190" y="1972269"/>
            <a:ext cx="10962167" cy="2462213"/>
          </a:xfrm>
        </p:spPr>
        <p:txBody>
          <a:bodyPr wrap="square">
            <a:spAutoFit/>
          </a:bodyPr>
          <a:lstStyle>
            <a:lvl1pPr>
              <a:spcBef>
                <a:spcPts val="0"/>
              </a:spcBef>
              <a:spcAft>
                <a:spcPts val="0"/>
              </a:spcAft>
              <a:defRPr lang="en-US" sz="32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32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32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32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3200" b="0" kern="1200" baseline="0" dirty="0" smtClean="0">
                <a:solidFill>
                  <a:schemeClr val="tx1"/>
                </a:solidFill>
                <a:latin typeface="Arial" pitchFamily="34" charset="0"/>
                <a:ea typeface="+mn-ea"/>
                <a:cs typeface="Arial" pitchFamily="34" charset="0"/>
              </a:defRPr>
            </a:lvl5pPr>
            <a:lvl6pPr marL="1910125" indent="-380334">
              <a:spcBef>
                <a:spcPts val="0"/>
              </a:spcBef>
              <a:spcAft>
                <a:spcPts val="0"/>
              </a:spcAft>
              <a:buClr>
                <a:schemeClr val="tx2"/>
              </a:buClr>
              <a:buSzPct val="70000"/>
              <a:buFont typeface="Wingdings" pitchFamily="2" charset="2"/>
              <a:buChar char="§"/>
              <a:defRPr lang="en-US" sz="3200" kern="1200" dirty="0" smtClean="0">
                <a:solidFill>
                  <a:schemeClr val="tx1"/>
                </a:solidFill>
                <a:latin typeface="Arial" pitchFamily="34" charset="0"/>
                <a:ea typeface="+mn-ea"/>
                <a:cs typeface="Arial" pitchFamily="34" charset="0"/>
              </a:defRPr>
            </a:lvl6pPr>
            <a:lvl7pPr marL="2282003" indent="-363424">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29877" indent="-304275">
              <a:spcBef>
                <a:spcPts val="0"/>
              </a:spcBef>
              <a:spcAft>
                <a:spcPts val="0"/>
              </a:spcAft>
              <a:buSzPct val="70000"/>
              <a:defRPr sz="2400" baseline="0">
                <a:latin typeface="Arial" pitchFamily="34" charset="0"/>
                <a:cs typeface="Arial" pitchFamily="34" charset="0"/>
              </a:defRPr>
            </a:lvl8pPr>
            <a:lvl9pPr marL="2427804" indent="-297933">
              <a:spcBef>
                <a:spcPts val="0"/>
              </a:spcBef>
              <a:spcAft>
                <a:spcPts val="0"/>
              </a:spcAft>
              <a:buSzPct val="70000"/>
              <a:buFont typeface="Arial" pitchFamily="34" charset="0"/>
              <a:buChar char="–"/>
              <a:defRPr sz="2400">
                <a:latin typeface="Arial" pitchFamily="34" charset="0"/>
                <a:cs typeface="Arial" pitchFamily="34" charset="0"/>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3334221218"/>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6" y="1972187"/>
            <a:ext cx="5435592" cy="4163389"/>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49183" y="1972298"/>
            <a:ext cx="5126679"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90" y="1271050"/>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484960378"/>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52283" y="3975985"/>
            <a:ext cx="7363123" cy="369332"/>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1217070" rtl="0" eaLnBrk="1" fontAlgn="base" latinLnBrk="0" hangingPunct="1">
              <a:spcBef>
                <a:spcPts val="0"/>
              </a:spcBef>
              <a:spcAft>
                <a:spcPct val="0"/>
              </a:spcAft>
              <a:buClr>
                <a:schemeClr val="tx2"/>
              </a:buClr>
              <a:buFont typeface="Arial" pitchFamily="34" charset="0"/>
              <a:buNone/>
              <a:defRPr lang="en-US" sz="2400" b="1" kern="1200" baseline="0" dirty="0">
                <a:solidFill>
                  <a:schemeClr val="tx2"/>
                </a:solidFill>
                <a:latin typeface="Arial" pitchFamily="34" charset="0"/>
                <a:ea typeface="+mn-ea"/>
                <a:cs typeface="Arial" pitchFamily="34" charset="0"/>
              </a:defRPr>
            </a:lvl1pPr>
            <a:lvl2pPr marL="608536" indent="0" algn="ctr">
              <a:buNone/>
              <a:defRPr>
                <a:solidFill>
                  <a:schemeClr val="tx1">
                    <a:tint val="75000"/>
                  </a:schemeClr>
                </a:solidFill>
              </a:defRPr>
            </a:lvl2pPr>
            <a:lvl3pPr marL="1217070" indent="0" algn="ctr">
              <a:buNone/>
              <a:defRPr>
                <a:solidFill>
                  <a:schemeClr val="tx1">
                    <a:tint val="75000"/>
                  </a:schemeClr>
                </a:solidFill>
              </a:defRPr>
            </a:lvl3pPr>
            <a:lvl4pPr marL="1825612" indent="0" algn="ctr">
              <a:buNone/>
              <a:defRPr>
                <a:solidFill>
                  <a:schemeClr val="tx1">
                    <a:tint val="75000"/>
                  </a:schemeClr>
                </a:solidFill>
              </a:defRPr>
            </a:lvl4pPr>
            <a:lvl5pPr marL="2434141" indent="0" algn="ctr">
              <a:buNone/>
              <a:defRPr>
                <a:solidFill>
                  <a:schemeClr val="tx1">
                    <a:tint val="75000"/>
                  </a:schemeClr>
                </a:solidFill>
              </a:defRPr>
            </a:lvl5pPr>
            <a:lvl6pPr marL="3042674" indent="0" algn="ctr">
              <a:buNone/>
              <a:defRPr>
                <a:solidFill>
                  <a:schemeClr val="tx1">
                    <a:tint val="75000"/>
                  </a:schemeClr>
                </a:solidFill>
              </a:defRPr>
            </a:lvl6pPr>
            <a:lvl7pPr marL="3651217" indent="0" algn="ctr">
              <a:buNone/>
              <a:defRPr>
                <a:solidFill>
                  <a:schemeClr val="tx1">
                    <a:tint val="75000"/>
                  </a:schemeClr>
                </a:solidFill>
              </a:defRPr>
            </a:lvl7pPr>
            <a:lvl8pPr marL="4259746" indent="0" algn="ctr">
              <a:buNone/>
              <a:defRPr>
                <a:solidFill>
                  <a:schemeClr val="tx1">
                    <a:tint val="75000"/>
                  </a:schemeClr>
                </a:solidFill>
              </a:defRPr>
            </a:lvl8pPr>
            <a:lvl9pPr marL="4868282"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52283" y="2200980"/>
            <a:ext cx="7363123" cy="1692771"/>
          </a:xfrm>
          <a:noFill/>
          <a:ln w="9525">
            <a:noFill/>
            <a:miter lim="800000"/>
            <a:headEnd/>
            <a:tailEnd/>
          </a:ln>
        </p:spPr>
        <p:txBody>
          <a:bodyPr vert="horz" wrap="square" lIns="0" tIns="0" rIns="0" bIns="0" numCol="1" anchor="t" anchorCtr="0" compatLnSpc="1">
            <a:prstTxWarp prst="textNoShape">
              <a:avLst/>
            </a:prstTxWarp>
            <a:spAutoFit/>
          </a:bodyPr>
          <a:lstStyle>
            <a:lvl1pPr algn="l" defTabSz="1217070" rtl="0" eaLnBrk="1" latinLnBrk="0" hangingPunct="1">
              <a:spcBef>
                <a:spcPct val="0"/>
              </a:spcBef>
              <a:buNone/>
              <a:defRPr lang="en-US" sz="55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152" y="143"/>
            <a:ext cx="5289698" cy="1443544"/>
          </a:xfrm>
          <a:prstGeom prst="rect">
            <a:avLst/>
          </a:prstGeom>
        </p:spPr>
      </p:pic>
      <p:pic>
        <p:nvPicPr>
          <p:cNvPr id="6" name="Picture 5"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3561707082"/>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Divider Slide 2">
    <p:spTree>
      <p:nvGrpSpPr>
        <p:cNvPr id="1" name=""/>
        <p:cNvGrpSpPr/>
        <p:nvPr/>
      </p:nvGrpSpPr>
      <p:grpSpPr>
        <a:xfrm>
          <a:off x="0" y="0"/>
          <a:ext cx="0" cy="0"/>
          <a:chOff x="0" y="0"/>
          <a:chExt cx="0" cy="0"/>
        </a:xfrm>
      </p:grpSpPr>
      <p:sp>
        <p:nvSpPr>
          <p:cNvPr id="12" name="Picture Placeholder 22"/>
          <p:cNvSpPr>
            <a:spLocks noGrp="1"/>
          </p:cNvSpPr>
          <p:nvPr>
            <p:ph type="pic" sz="quarter" idx="13"/>
          </p:nvPr>
        </p:nvSpPr>
        <p:spPr bwMode="gray">
          <a:xfrm>
            <a:off x="641104" y="1972161"/>
            <a:ext cx="5467330" cy="4176092"/>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2" name="Subtitle 2"/>
          <p:cNvSpPr>
            <a:spLocks noGrp="1"/>
          </p:cNvSpPr>
          <p:nvPr>
            <p:ph type="subTitle" idx="1" hasCustomPrompt="1"/>
          </p:nvPr>
        </p:nvSpPr>
        <p:spPr bwMode="gray">
          <a:xfrm>
            <a:off x="6565459" y="4204803"/>
            <a:ext cx="5039929" cy="369332"/>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1217070" rtl="0" eaLnBrk="1" fontAlgn="base" latinLnBrk="0" hangingPunct="1">
              <a:spcBef>
                <a:spcPts val="0"/>
              </a:spcBef>
              <a:spcAft>
                <a:spcPct val="0"/>
              </a:spcAft>
              <a:buClr>
                <a:schemeClr val="tx2"/>
              </a:buClr>
              <a:buFont typeface="Arial" pitchFamily="34" charset="0"/>
              <a:buNone/>
              <a:defRPr lang="en-US" sz="2400" b="1" kern="1200" baseline="0" dirty="0">
                <a:solidFill>
                  <a:schemeClr val="tx2"/>
                </a:solidFill>
                <a:latin typeface="Arial" pitchFamily="34" charset="0"/>
                <a:ea typeface="+mn-ea"/>
                <a:cs typeface="Arial" pitchFamily="34" charset="0"/>
              </a:defRPr>
            </a:lvl1pPr>
            <a:lvl2pPr marL="608536" indent="0" algn="ctr">
              <a:buNone/>
              <a:defRPr>
                <a:solidFill>
                  <a:schemeClr val="tx1">
                    <a:tint val="75000"/>
                  </a:schemeClr>
                </a:solidFill>
              </a:defRPr>
            </a:lvl2pPr>
            <a:lvl3pPr marL="1217070" indent="0" algn="ctr">
              <a:buNone/>
              <a:defRPr>
                <a:solidFill>
                  <a:schemeClr val="tx1">
                    <a:tint val="75000"/>
                  </a:schemeClr>
                </a:solidFill>
              </a:defRPr>
            </a:lvl3pPr>
            <a:lvl4pPr marL="1825612" indent="0" algn="ctr">
              <a:buNone/>
              <a:defRPr>
                <a:solidFill>
                  <a:schemeClr val="tx1">
                    <a:tint val="75000"/>
                  </a:schemeClr>
                </a:solidFill>
              </a:defRPr>
            </a:lvl4pPr>
            <a:lvl5pPr marL="2434141" indent="0" algn="ctr">
              <a:buNone/>
              <a:defRPr>
                <a:solidFill>
                  <a:schemeClr val="tx1">
                    <a:tint val="75000"/>
                  </a:schemeClr>
                </a:solidFill>
              </a:defRPr>
            </a:lvl5pPr>
            <a:lvl6pPr marL="3042674" indent="0" algn="ctr">
              <a:buNone/>
              <a:defRPr>
                <a:solidFill>
                  <a:schemeClr val="tx1">
                    <a:tint val="75000"/>
                  </a:schemeClr>
                </a:solidFill>
              </a:defRPr>
            </a:lvl6pPr>
            <a:lvl7pPr marL="3651217" indent="0" algn="ctr">
              <a:buNone/>
              <a:defRPr>
                <a:solidFill>
                  <a:schemeClr val="tx1">
                    <a:tint val="75000"/>
                  </a:schemeClr>
                </a:solidFill>
              </a:defRPr>
            </a:lvl7pPr>
            <a:lvl8pPr marL="4259746" indent="0" algn="ctr">
              <a:buNone/>
              <a:defRPr>
                <a:solidFill>
                  <a:schemeClr val="tx1">
                    <a:tint val="75000"/>
                  </a:schemeClr>
                </a:solidFill>
              </a:defRPr>
            </a:lvl8pPr>
            <a:lvl9pPr marL="4868282" indent="0" algn="ctr">
              <a:buNone/>
              <a:defRPr>
                <a:solidFill>
                  <a:schemeClr val="tx1">
                    <a:tint val="75000"/>
                  </a:schemeClr>
                </a:solidFill>
              </a:defRPr>
            </a:lvl9pPr>
          </a:lstStyle>
          <a:p>
            <a:r>
              <a:rPr lang="en-US" dirty="0"/>
              <a:t>Click to Edit Master Subtitle Style</a:t>
            </a:r>
          </a:p>
        </p:txBody>
      </p:sp>
      <p:sp>
        <p:nvSpPr>
          <p:cNvPr id="23" name="Title 8"/>
          <p:cNvSpPr>
            <a:spLocks noGrp="1"/>
          </p:cNvSpPr>
          <p:nvPr>
            <p:ph type="title" hasCustomPrompt="1"/>
          </p:nvPr>
        </p:nvSpPr>
        <p:spPr bwMode="gray">
          <a:xfrm>
            <a:off x="6565460" y="1972202"/>
            <a:ext cx="5039929" cy="2539157"/>
          </a:xfrm>
          <a:noFill/>
          <a:ln w="9525">
            <a:noFill/>
            <a:miter lim="800000"/>
            <a:headEnd/>
            <a:tailEnd/>
          </a:ln>
        </p:spPr>
        <p:txBody>
          <a:bodyPr vert="horz" wrap="square" lIns="0" tIns="0" rIns="0" bIns="0" numCol="1" anchor="t" anchorCtr="0" compatLnSpc="1">
            <a:prstTxWarp prst="textNoShape">
              <a:avLst/>
            </a:prstTxWarp>
            <a:spAutoFit/>
          </a:bodyPr>
          <a:lstStyle>
            <a:lvl1pPr algn="l" defTabSz="1217070" rtl="0" eaLnBrk="1" latinLnBrk="0" hangingPunct="1">
              <a:spcBef>
                <a:spcPct val="0"/>
              </a:spcBef>
              <a:buNone/>
              <a:defRPr lang="en-US" sz="55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152" y="143"/>
            <a:ext cx="5289698" cy="1443544"/>
          </a:xfrm>
          <a:prstGeom prst="rect">
            <a:avLst/>
          </a:prstGeom>
        </p:spPr>
      </p:pic>
      <p:pic>
        <p:nvPicPr>
          <p:cNvPr id="13" name="Picture 12"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7849754" y="476792"/>
            <a:ext cx="3739904" cy="656707"/>
          </a:xfrm>
          <a:prstGeom prst="rect">
            <a:avLst/>
          </a:prstGeom>
        </p:spPr>
      </p:pic>
    </p:spTree>
    <p:extLst>
      <p:ext uri="{BB962C8B-B14F-4D97-AF65-F5344CB8AC3E}">
        <p14:creationId xmlns:p14="http://schemas.microsoft.com/office/powerpoint/2010/main" val="1891680908"/>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641141" y="2467699"/>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
          <p:cNvSpPr>
            <a:spLocks noGrp="1"/>
          </p:cNvSpPr>
          <p:nvPr>
            <p:ph type="body" sz="quarter" idx="11" hasCustomPrompt="1"/>
          </p:nvPr>
        </p:nvSpPr>
        <p:spPr bwMode="gray">
          <a:xfrm>
            <a:off x="6362359" y="2467699"/>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ext Placeholder 4"/>
          <p:cNvSpPr>
            <a:spLocks noGrp="1"/>
          </p:cNvSpPr>
          <p:nvPr>
            <p:ph type="body" sz="quarter" idx="12" hasCustomPrompt="1"/>
          </p:nvPr>
        </p:nvSpPr>
        <p:spPr bwMode="gray">
          <a:xfrm>
            <a:off x="641141" y="1889158"/>
            <a:ext cx="5243050" cy="369332"/>
          </a:xfrm>
          <a:noFill/>
          <a:ln>
            <a:noFill/>
          </a:ln>
        </p:spPr>
        <p:txBody>
          <a:bodyPr wrap="square" lIns="0" tIns="0" rIns="0" bIns="0" anchor="b" anchorCtr="0">
            <a:spAutoFit/>
          </a:bodyPr>
          <a:lstStyle>
            <a:lvl1pPr marL="0" indent="0">
              <a:spcBef>
                <a:spcPts val="0"/>
              </a:spcBef>
              <a:spcAft>
                <a:spcPts val="0"/>
              </a:spcAft>
              <a:buNone/>
              <a:defRPr sz="2400" b="1">
                <a:solidFill>
                  <a:schemeClr val="bg2"/>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dirty="0"/>
              <a:t>Heading 1</a:t>
            </a:r>
          </a:p>
        </p:txBody>
      </p:sp>
      <p:sp>
        <p:nvSpPr>
          <p:cNvPr id="6" name="Text Placeholder 4"/>
          <p:cNvSpPr>
            <a:spLocks noGrp="1"/>
          </p:cNvSpPr>
          <p:nvPr>
            <p:ph type="body" sz="quarter" idx="13" hasCustomPrompt="1"/>
          </p:nvPr>
        </p:nvSpPr>
        <p:spPr bwMode="gray">
          <a:xfrm>
            <a:off x="6362359" y="1889158"/>
            <a:ext cx="5243050" cy="369332"/>
          </a:xfrm>
          <a:noFill/>
          <a:ln>
            <a:noFill/>
          </a:ln>
        </p:spPr>
        <p:txBody>
          <a:bodyPr wrap="square" lIns="0" tIns="0" rIns="0" bIns="0" anchor="b" anchorCtr="0">
            <a:spAutoFit/>
          </a:bodyPr>
          <a:lstStyle>
            <a:lvl1pPr marL="0" indent="0">
              <a:spcBef>
                <a:spcPts val="0"/>
              </a:spcBef>
              <a:spcAft>
                <a:spcPts val="0"/>
              </a:spcAft>
              <a:buNone/>
              <a:defRPr sz="2400" b="1">
                <a:solidFill>
                  <a:schemeClr val="bg2"/>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dirty="0"/>
              <a:t>Heading 2</a:t>
            </a:r>
          </a:p>
        </p:txBody>
      </p:sp>
      <p:cxnSp>
        <p:nvCxnSpPr>
          <p:cNvPr id="8" name="Straight Connector 7"/>
          <p:cNvCxnSpPr/>
          <p:nvPr userDrawn="1"/>
        </p:nvCxnSpPr>
        <p:spPr bwMode="gray">
          <a:xfrm>
            <a:off x="641205" y="2345511"/>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bwMode="gray">
          <a:xfrm>
            <a:off x="6362420" y="2345511"/>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15" name="Text Placeholder 41"/>
          <p:cNvSpPr>
            <a:spLocks noGrp="1"/>
          </p:cNvSpPr>
          <p:nvPr>
            <p:ph type="body" sz="quarter" idx="14"/>
          </p:nvPr>
        </p:nvSpPr>
        <p:spPr bwMode="gray">
          <a:xfrm>
            <a:off x="641190" y="1271050"/>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629009526"/>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1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17" name="Text Placeholder 4"/>
          <p:cNvSpPr>
            <a:spLocks noGrp="1"/>
          </p:cNvSpPr>
          <p:nvPr>
            <p:ph type="body" sz="quarter" idx="10" hasCustomPrompt="1"/>
          </p:nvPr>
        </p:nvSpPr>
        <p:spPr bwMode="gray">
          <a:xfrm>
            <a:off x="641141" y="2467699"/>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18" name="Text Placeholder 4"/>
          <p:cNvSpPr>
            <a:spLocks noGrp="1"/>
          </p:cNvSpPr>
          <p:nvPr>
            <p:ph type="body" sz="quarter" idx="11" hasCustomPrompt="1"/>
          </p:nvPr>
        </p:nvSpPr>
        <p:spPr bwMode="gray">
          <a:xfrm>
            <a:off x="6362359" y="2467699"/>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1" name="Text Placeholder 4"/>
          <p:cNvSpPr>
            <a:spLocks noGrp="1"/>
          </p:cNvSpPr>
          <p:nvPr>
            <p:ph type="body" sz="quarter" idx="12" hasCustomPrompt="1"/>
          </p:nvPr>
        </p:nvSpPr>
        <p:spPr bwMode="gray">
          <a:xfrm>
            <a:off x="641141" y="1889158"/>
            <a:ext cx="5243050" cy="369332"/>
          </a:xfrm>
          <a:noFill/>
          <a:ln>
            <a:noFill/>
          </a:ln>
        </p:spPr>
        <p:txBody>
          <a:bodyPr wrap="square" lIns="0" tIns="0" rIns="0" bIns="0" anchor="b" anchorCtr="0">
            <a:spAutoFit/>
          </a:bodyPr>
          <a:lstStyle>
            <a:lvl1pPr marL="0" indent="0">
              <a:spcBef>
                <a:spcPts val="0"/>
              </a:spcBef>
              <a:spcAft>
                <a:spcPts val="0"/>
              </a:spcAft>
              <a:buNone/>
              <a:defRPr sz="2400" b="1">
                <a:solidFill>
                  <a:schemeClr val="bg2"/>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dirty="0"/>
              <a:t>Heading 1</a:t>
            </a:r>
          </a:p>
        </p:txBody>
      </p:sp>
      <p:sp>
        <p:nvSpPr>
          <p:cNvPr id="32" name="Text Placeholder 4"/>
          <p:cNvSpPr>
            <a:spLocks noGrp="1"/>
          </p:cNvSpPr>
          <p:nvPr>
            <p:ph type="body" sz="quarter" idx="13" hasCustomPrompt="1"/>
          </p:nvPr>
        </p:nvSpPr>
        <p:spPr bwMode="gray">
          <a:xfrm>
            <a:off x="6362359" y="1889158"/>
            <a:ext cx="5243050" cy="369332"/>
          </a:xfrm>
          <a:noFill/>
          <a:ln>
            <a:noFill/>
          </a:ln>
        </p:spPr>
        <p:txBody>
          <a:bodyPr wrap="square" lIns="0" tIns="0" rIns="0" bIns="0" anchor="b" anchorCtr="0">
            <a:spAutoFit/>
          </a:bodyPr>
          <a:lstStyle>
            <a:lvl1pPr marL="0" indent="0">
              <a:spcBef>
                <a:spcPts val="0"/>
              </a:spcBef>
              <a:spcAft>
                <a:spcPts val="0"/>
              </a:spcAft>
              <a:buNone/>
              <a:tabLst/>
              <a:defRPr sz="2400" b="1">
                <a:solidFill>
                  <a:schemeClr val="bg2"/>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dirty="0"/>
              <a:t>Heading 2</a:t>
            </a:r>
          </a:p>
        </p:txBody>
      </p:sp>
      <p:cxnSp>
        <p:nvCxnSpPr>
          <p:cNvPr id="33" name="Straight Connector 32"/>
          <p:cNvCxnSpPr/>
          <p:nvPr userDrawn="1"/>
        </p:nvCxnSpPr>
        <p:spPr bwMode="gray">
          <a:xfrm>
            <a:off x="641205" y="2345511"/>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bwMode="gray">
          <a:xfrm>
            <a:off x="6362420" y="2345511"/>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641141" y="4704553"/>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6" name="Text Placeholder 4"/>
          <p:cNvSpPr>
            <a:spLocks noGrp="1"/>
          </p:cNvSpPr>
          <p:nvPr>
            <p:ph type="body" sz="quarter" idx="16" hasCustomPrompt="1"/>
          </p:nvPr>
        </p:nvSpPr>
        <p:spPr bwMode="gray">
          <a:xfrm>
            <a:off x="6362359" y="4704553"/>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7" name="Text Placeholder 4"/>
          <p:cNvSpPr>
            <a:spLocks noGrp="1"/>
          </p:cNvSpPr>
          <p:nvPr>
            <p:ph type="body" sz="quarter" idx="17" hasCustomPrompt="1"/>
          </p:nvPr>
        </p:nvSpPr>
        <p:spPr bwMode="gray">
          <a:xfrm>
            <a:off x="641141" y="4126156"/>
            <a:ext cx="5243050" cy="369332"/>
          </a:xfrm>
          <a:noFill/>
          <a:ln>
            <a:noFill/>
          </a:ln>
        </p:spPr>
        <p:txBody>
          <a:bodyPr wrap="square" lIns="0" tIns="0" rIns="0" bIns="0" anchor="b" anchorCtr="0">
            <a:spAutoFit/>
          </a:bodyPr>
          <a:lstStyle>
            <a:lvl1pPr>
              <a:spcBef>
                <a:spcPts val="0"/>
              </a:spcBef>
              <a:spcAft>
                <a:spcPts val="0"/>
              </a:spcAft>
              <a:buNone/>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lvl="0" indent="0" algn="l" defTabSz="1217070" rtl="0" eaLnBrk="1" fontAlgn="base" latinLnBrk="0" hangingPunct="1">
              <a:spcBef>
                <a:spcPts val="0"/>
              </a:spcBef>
              <a:spcAft>
                <a:spcPts val="0"/>
              </a:spcAft>
              <a:buClr>
                <a:schemeClr val="bg2"/>
              </a:buClr>
              <a:tabLst/>
            </a:pPr>
            <a:r>
              <a:rPr lang="en-US" dirty="0"/>
              <a:t>Heading 3</a:t>
            </a:r>
          </a:p>
        </p:txBody>
      </p:sp>
      <p:sp>
        <p:nvSpPr>
          <p:cNvPr id="38" name="Text Placeholder 4"/>
          <p:cNvSpPr>
            <a:spLocks noGrp="1"/>
          </p:cNvSpPr>
          <p:nvPr>
            <p:ph type="body" sz="quarter" idx="18" hasCustomPrompt="1"/>
          </p:nvPr>
        </p:nvSpPr>
        <p:spPr bwMode="gray">
          <a:xfrm>
            <a:off x="6362359" y="4126156"/>
            <a:ext cx="5243050" cy="369332"/>
          </a:xfrm>
          <a:noFill/>
          <a:ln>
            <a:noFill/>
          </a:ln>
        </p:spPr>
        <p:txBody>
          <a:bodyPr wrap="square" lIns="0" tIns="0" rIns="0" bIns="0" anchor="b" anchorCtr="0">
            <a:spAutoFit/>
          </a:bodyPr>
          <a:lstStyle>
            <a:lvl1pPr>
              <a:spcBef>
                <a:spcPts val="0"/>
              </a:spcBef>
              <a:spcAft>
                <a:spcPts val="0"/>
              </a:spcAft>
              <a:buNone/>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lvl="0" indent="0" algn="l" defTabSz="1217070" rtl="0" eaLnBrk="1" fontAlgn="base" latinLnBrk="0" hangingPunct="1">
              <a:spcBef>
                <a:spcPts val="0"/>
              </a:spcBef>
              <a:spcAft>
                <a:spcPts val="0"/>
              </a:spcAft>
              <a:buClr>
                <a:schemeClr val="bg2"/>
              </a:buClr>
              <a:tabLst/>
            </a:pPr>
            <a:r>
              <a:rPr lang="en-US" dirty="0"/>
              <a:t>Heading 4</a:t>
            </a:r>
          </a:p>
        </p:txBody>
      </p:sp>
      <p:cxnSp>
        <p:nvCxnSpPr>
          <p:cNvPr id="39" name="Straight Connector 38"/>
          <p:cNvCxnSpPr/>
          <p:nvPr userDrawn="1"/>
        </p:nvCxnSpPr>
        <p:spPr bwMode="gray">
          <a:xfrm>
            <a:off x="641205" y="4582349"/>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gray">
          <a:xfrm>
            <a:off x="6362420" y="4582349"/>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641190" y="1271050"/>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44395860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3250175" y="1972231"/>
            <a:ext cx="2723087" cy="1908215"/>
          </a:xfrm>
          <a:ln>
            <a:noFill/>
          </a:ln>
        </p:spPr>
        <p:txBody>
          <a:bodyPr wrap="square" lIns="0" tIns="0" rIns="0" bIns="0">
            <a:spAutoFit/>
          </a:bodyPr>
          <a:lstStyle>
            <a:lvl1pPr marL="0" marR="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2000">
                <a:latin typeface="Arial" pitchFamily="34" charset="0"/>
                <a:cs typeface="Arial" pitchFamily="34" charset="0"/>
              </a:defRPr>
            </a:lvl2pPr>
            <a:lvl3pPr>
              <a:spcBef>
                <a:spcPts val="0"/>
              </a:spcBef>
              <a:spcAft>
                <a:spcPts val="0"/>
              </a:spcAft>
              <a:defRPr sz="2000">
                <a:latin typeface="Arial" pitchFamily="34" charset="0"/>
                <a:cs typeface="Arial" pitchFamily="34" charset="0"/>
              </a:defRPr>
            </a:lvl3pPr>
            <a:lvl4pPr>
              <a:spcBef>
                <a:spcPts val="0"/>
              </a:spcBef>
              <a:spcAft>
                <a:spcPts val="0"/>
              </a:spcAft>
              <a:defRPr sz="2000">
                <a:latin typeface="Arial" pitchFamily="34" charset="0"/>
                <a:cs typeface="Arial" pitchFamily="34" charset="0"/>
              </a:defRPr>
            </a:lvl4pPr>
            <a:lvl5pPr>
              <a:spcBef>
                <a:spcPts val="0"/>
              </a:spcBef>
              <a:spcAft>
                <a:spcPts val="0"/>
              </a:spcAft>
              <a:defRPr sz="2000">
                <a:latin typeface="Arial" pitchFamily="34" charset="0"/>
                <a:cs typeface="Arial" pitchFamily="34" charset="0"/>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marR="0" lvl="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1</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16" name="Picture Placeholder 22"/>
          <p:cNvSpPr>
            <a:spLocks noGrp="1"/>
          </p:cNvSpPr>
          <p:nvPr>
            <p:ph type="pic" sz="quarter" idx="13"/>
          </p:nvPr>
        </p:nvSpPr>
        <p:spPr bwMode="gray">
          <a:xfrm>
            <a:off x="641278" y="1972294"/>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0"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42" name="Text Placeholder 4"/>
          <p:cNvSpPr>
            <a:spLocks noGrp="1"/>
          </p:cNvSpPr>
          <p:nvPr>
            <p:ph type="body" sz="quarter" idx="19" hasCustomPrompt="1"/>
          </p:nvPr>
        </p:nvSpPr>
        <p:spPr bwMode="gray">
          <a:xfrm>
            <a:off x="8888917" y="1972231"/>
            <a:ext cx="2723087" cy="1908215"/>
          </a:xfrm>
          <a:ln>
            <a:noFill/>
          </a:ln>
        </p:spPr>
        <p:txBody>
          <a:bodyPr wrap="square" lIns="0" tIns="0" rIns="0" bIns="0">
            <a:spAutoFit/>
          </a:bodyPr>
          <a:lstStyle>
            <a:lvl1pPr marL="0" marR="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Arial" pitchFamily="34" charset="0"/>
                <a:ea typeface="+mn-ea"/>
                <a:cs typeface="Arial" pitchFamily="34" charset="0"/>
              </a:defRPr>
            </a:lvl2pPr>
            <a:lvl3pPr>
              <a:spcBef>
                <a:spcPts val="0"/>
              </a:spcBef>
              <a:spcAft>
                <a:spcPts val="0"/>
              </a:spcAft>
              <a:defRPr sz="2000">
                <a:latin typeface="Arial" pitchFamily="34" charset="0"/>
                <a:cs typeface="Arial" pitchFamily="34" charset="0"/>
              </a:defRPr>
            </a:lvl3pPr>
            <a:lvl4pPr>
              <a:spcBef>
                <a:spcPts val="0"/>
              </a:spcBef>
              <a:spcAft>
                <a:spcPts val="0"/>
              </a:spcAft>
              <a:defRPr sz="2000">
                <a:latin typeface="Arial" pitchFamily="34" charset="0"/>
                <a:cs typeface="Arial" pitchFamily="34" charset="0"/>
              </a:defRPr>
            </a:lvl4pPr>
            <a:lvl5pPr>
              <a:spcBef>
                <a:spcPts val="0"/>
              </a:spcBef>
              <a:spcAft>
                <a:spcPts val="0"/>
              </a:spcAft>
              <a:defRPr sz="2000">
                <a:latin typeface="Arial" pitchFamily="34" charset="0"/>
                <a:cs typeface="Arial" pitchFamily="34" charset="0"/>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marR="0" lvl="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2</a:t>
            </a:r>
          </a:p>
          <a:p>
            <a:pPr marL="380334" lvl="1" indent="-380334" algn="l" defTabSz="121707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3" name="Picture Placeholder 22"/>
          <p:cNvSpPr>
            <a:spLocks noGrp="1"/>
          </p:cNvSpPr>
          <p:nvPr>
            <p:ph type="pic" sz="quarter" idx="20"/>
          </p:nvPr>
        </p:nvSpPr>
        <p:spPr bwMode="gray">
          <a:xfrm>
            <a:off x="6279965" y="1972294"/>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5" name="Text Placeholder 4"/>
          <p:cNvSpPr>
            <a:spLocks noGrp="1"/>
          </p:cNvSpPr>
          <p:nvPr>
            <p:ph type="body" sz="quarter" idx="21" hasCustomPrompt="1"/>
          </p:nvPr>
        </p:nvSpPr>
        <p:spPr bwMode="gray">
          <a:xfrm>
            <a:off x="3250175" y="4243126"/>
            <a:ext cx="2723087" cy="1908215"/>
          </a:xfrm>
          <a:ln>
            <a:noFill/>
          </a:ln>
        </p:spPr>
        <p:txBody>
          <a:bodyPr wrap="square" lIns="0" tIns="0" rIns="0" bIns="0">
            <a:spAutoFit/>
          </a:bodyPr>
          <a:lstStyle>
            <a:lvl1pPr marL="0" marR="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Arial" pitchFamily="34" charset="0"/>
                <a:ea typeface="+mn-ea"/>
                <a:cs typeface="Arial" pitchFamily="34" charset="0"/>
              </a:defRPr>
            </a:lvl2pPr>
            <a:lvl3pPr>
              <a:spcBef>
                <a:spcPts val="0"/>
              </a:spcBef>
              <a:spcAft>
                <a:spcPts val="0"/>
              </a:spcAft>
              <a:defRPr sz="2000">
                <a:latin typeface="Arial" pitchFamily="34" charset="0"/>
                <a:cs typeface="Arial" pitchFamily="34" charset="0"/>
              </a:defRPr>
            </a:lvl3pPr>
            <a:lvl4pPr>
              <a:spcBef>
                <a:spcPts val="0"/>
              </a:spcBef>
              <a:spcAft>
                <a:spcPts val="0"/>
              </a:spcAft>
              <a:defRPr sz="2000">
                <a:latin typeface="Arial" pitchFamily="34" charset="0"/>
                <a:cs typeface="Arial" pitchFamily="34" charset="0"/>
              </a:defRPr>
            </a:lvl4pPr>
            <a:lvl5pPr>
              <a:spcBef>
                <a:spcPts val="0"/>
              </a:spcBef>
              <a:spcAft>
                <a:spcPts val="0"/>
              </a:spcAft>
              <a:defRPr sz="2000">
                <a:latin typeface="Arial" pitchFamily="34" charset="0"/>
                <a:cs typeface="Arial" pitchFamily="34" charset="0"/>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marR="0" lvl="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3</a:t>
            </a:r>
          </a:p>
          <a:p>
            <a:pPr marL="380334" lvl="1" indent="-380334" algn="l" defTabSz="121707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6" name="Picture Placeholder 22"/>
          <p:cNvSpPr>
            <a:spLocks noGrp="1"/>
          </p:cNvSpPr>
          <p:nvPr>
            <p:ph type="pic" sz="quarter" idx="22"/>
          </p:nvPr>
        </p:nvSpPr>
        <p:spPr bwMode="gray">
          <a:xfrm>
            <a:off x="641278" y="4243296"/>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8" name="Text Placeholder 4"/>
          <p:cNvSpPr>
            <a:spLocks noGrp="1"/>
          </p:cNvSpPr>
          <p:nvPr>
            <p:ph type="body" sz="quarter" idx="23" hasCustomPrompt="1"/>
          </p:nvPr>
        </p:nvSpPr>
        <p:spPr bwMode="gray">
          <a:xfrm>
            <a:off x="8888917" y="4243126"/>
            <a:ext cx="2723087" cy="1908215"/>
          </a:xfrm>
          <a:ln>
            <a:noFill/>
          </a:ln>
        </p:spPr>
        <p:txBody>
          <a:bodyPr wrap="square" lIns="0" tIns="0" rIns="0" bIns="0">
            <a:spAutoFit/>
          </a:bodyPr>
          <a:lstStyle>
            <a:lvl1pPr marL="0" marR="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Arial" pitchFamily="34" charset="0"/>
                <a:ea typeface="+mn-ea"/>
                <a:cs typeface="Arial" pitchFamily="34" charset="0"/>
              </a:defRPr>
            </a:lvl2pPr>
            <a:lvl3pPr>
              <a:spcBef>
                <a:spcPts val="0"/>
              </a:spcBef>
              <a:spcAft>
                <a:spcPts val="0"/>
              </a:spcAft>
              <a:defRPr sz="2000">
                <a:latin typeface="Arial" pitchFamily="34" charset="0"/>
                <a:cs typeface="Arial" pitchFamily="34" charset="0"/>
              </a:defRPr>
            </a:lvl3pPr>
            <a:lvl4pPr>
              <a:spcBef>
                <a:spcPts val="0"/>
              </a:spcBef>
              <a:spcAft>
                <a:spcPts val="0"/>
              </a:spcAft>
              <a:defRPr sz="2000">
                <a:latin typeface="Arial" pitchFamily="34" charset="0"/>
                <a:cs typeface="Arial" pitchFamily="34" charset="0"/>
              </a:defRPr>
            </a:lvl4pPr>
            <a:lvl5pPr>
              <a:spcBef>
                <a:spcPts val="0"/>
              </a:spcBef>
              <a:spcAft>
                <a:spcPts val="0"/>
              </a:spcAft>
              <a:defRPr sz="2000">
                <a:latin typeface="Arial" pitchFamily="34" charset="0"/>
                <a:cs typeface="Arial" pitchFamily="34" charset="0"/>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marR="0" lvl="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4</a:t>
            </a:r>
          </a:p>
          <a:p>
            <a:pPr marL="380334" lvl="1" indent="-380334" algn="l" defTabSz="121707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9" name="Picture Placeholder 22"/>
          <p:cNvSpPr>
            <a:spLocks noGrp="1"/>
          </p:cNvSpPr>
          <p:nvPr>
            <p:ph type="pic" sz="quarter" idx="24"/>
          </p:nvPr>
        </p:nvSpPr>
        <p:spPr bwMode="gray">
          <a:xfrm>
            <a:off x="6279965" y="4243296"/>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51" name="Text Placeholder 41"/>
          <p:cNvSpPr>
            <a:spLocks noGrp="1"/>
          </p:cNvSpPr>
          <p:nvPr>
            <p:ph type="body" sz="quarter" idx="25"/>
          </p:nvPr>
        </p:nvSpPr>
        <p:spPr bwMode="gray">
          <a:xfrm>
            <a:off x="641190" y="1271050"/>
            <a:ext cx="10962167" cy="369332"/>
          </a:xfrm>
        </p:spPr>
        <p:txBody>
          <a:bodyPr/>
          <a:lstStyle>
            <a:lvl1pPr>
              <a:buNone/>
              <a:defRPr lang="en-US" sz="2400" b="1" kern="1200" baseline="0" dirty="0" smtClean="0">
                <a:solidFill>
                  <a:schemeClr val="bg2"/>
                </a:solidFill>
                <a:latin typeface="Arial" pitchFamily="34" charset="0"/>
                <a:ea typeface="+mn-ea"/>
                <a:cs typeface="Arial" pitchFamily="34" charset="0"/>
              </a:defRPr>
            </a:lvl1pPr>
          </a:lstStyle>
          <a:p>
            <a:pPr marL="0" lvl="0" indent="0" algn="l" defTabSz="1217070"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3135016870"/>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41138" y="1972137"/>
            <a:ext cx="10964283" cy="4163390"/>
          </a:xfrm>
        </p:spPr>
        <p:txBody>
          <a:bodyPr>
            <a:noAutofit/>
          </a:bodyPr>
          <a:lstStyle>
            <a:lvl1pPr marL="0" indent="0">
              <a:buNone/>
              <a:defRPr>
                <a:latin typeface="Arial" pitchFamily="34" charset="0"/>
                <a:cs typeface="Arial" pitchFamily="34" charset="0"/>
              </a:defRPr>
            </a:lvl1pPr>
          </a:lstStyle>
          <a:p>
            <a:r>
              <a:rPr lang="en-US" dirty="0"/>
              <a:t>Click icon to add table</a:t>
            </a:r>
          </a:p>
        </p:txBody>
      </p:sp>
      <p:sp>
        <p:nvSpPr>
          <p:cNvPr id="4"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8" name="Text Placeholder 41"/>
          <p:cNvSpPr>
            <a:spLocks noGrp="1"/>
          </p:cNvSpPr>
          <p:nvPr>
            <p:ph type="body" sz="quarter" idx="13"/>
          </p:nvPr>
        </p:nvSpPr>
        <p:spPr bwMode="gray">
          <a:xfrm>
            <a:off x="641190" y="1271050"/>
            <a:ext cx="10962167" cy="369332"/>
          </a:xfrm>
        </p:spPr>
        <p:txBody>
          <a:bodyPr/>
          <a:lstStyle>
            <a:lvl1pPr>
              <a:buNone/>
              <a:defRPr lang="en-US" sz="2400" b="1" kern="1200" baseline="0" dirty="0" smtClean="0">
                <a:solidFill>
                  <a:schemeClr val="bg2"/>
                </a:solidFill>
                <a:latin typeface="Arial" pitchFamily="34" charset="0"/>
                <a:ea typeface="+mn-ea"/>
                <a:cs typeface="Arial" pitchFamily="34" charset="0"/>
              </a:defRPr>
            </a:lvl1pPr>
          </a:lstStyle>
          <a:p>
            <a:pPr marL="0" lvl="0" indent="0" algn="l" defTabSz="1217070"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839639976"/>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41138" y="1972187"/>
            <a:ext cx="10964283" cy="4163389"/>
          </a:xfrm>
        </p:spPr>
        <p:txBody>
          <a:bodyPr>
            <a:noAutofit/>
          </a:bodyPr>
          <a:lstStyle>
            <a:lvl1pPr marL="0" indent="0">
              <a:buNone/>
              <a:defRPr>
                <a:latin typeface="Arial" pitchFamily="34" charset="0"/>
                <a:cs typeface="Arial" pitchFamily="34" charset="0"/>
              </a:defRPr>
            </a:lvl1pPr>
          </a:lstStyle>
          <a:p>
            <a:r>
              <a:rPr lang="en-US" dirty="0"/>
              <a:t>Click icon to add chart</a:t>
            </a:r>
          </a:p>
        </p:txBody>
      </p:sp>
      <p:sp>
        <p:nvSpPr>
          <p:cNvPr id="4"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90" y="1271050"/>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102542741"/>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21768" y="1527674"/>
            <a:ext cx="8969807"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821903" y="3370315"/>
            <a:ext cx="9002897" cy="3241913"/>
          </a:xfrm>
          <a:prstGeom prst="rect">
            <a:avLst/>
          </a:prstGeom>
          <a:noFill/>
          <a:ln w="9525">
            <a:noFill/>
            <a:miter lim="800000"/>
            <a:headEnd/>
            <a:tailEnd/>
          </a:ln>
        </p:spPr>
        <p:txBody>
          <a:bodyPr wrap="square" lIns="0" tIns="0" rIns="0" bIns="0">
            <a:spAutoFit/>
          </a:bodyPr>
          <a:lstStyle/>
          <a:p>
            <a:pPr algn="just" defTabSz="1217070" fontAlgn="auto">
              <a:spcBef>
                <a:spcPts val="800"/>
              </a:spcBef>
              <a:spcAft>
                <a:spcPts val="0"/>
              </a:spcAft>
            </a:pPr>
            <a:r>
              <a:rPr lang="en-US" sz="1200" b="1" dirty="0">
                <a:solidFill>
                  <a:srgbClr val="6D6E71"/>
                </a:solidFill>
                <a:latin typeface="Arial"/>
              </a:rPr>
              <a:t>Disclaimer </a:t>
            </a:r>
          </a:p>
          <a:p>
            <a:pPr algn="just" defTabSz="1217070" fontAlgn="auto">
              <a:spcBef>
                <a:spcPts val="800"/>
              </a:spcBef>
              <a:spcAft>
                <a:spcPts val="0"/>
              </a:spcAft>
            </a:pPr>
            <a:r>
              <a:rPr lang="en-US" sz="1200" dirty="0">
                <a:solidFill>
                  <a:srgbClr val="6D6E71"/>
                </a:solidFill>
                <a:latin typeface="Arial"/>
              </a:rPr>
              <a:t>Tech Mahindra Limited, herein referred to as Tech Mahindra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 Mahindra or its subsidiaries. Any unauthorized use, disclosure or public dissemination of information contained herein is prohibited. Unless specifically noted, Tech Mahindra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 Mahindra. Information contained in a presentation hosted or promoted by Tech Mahindra is provided “as is” without warranty of any kind, either expressed or implied, including any warranty of merchantability or fitness for a particular purpose. Tech Mahindra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21821" y="2140969"/>
            <a:ext cx="8975995" cy="369332"/>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1217070" rtl="0" eaLnBrk="1" fontAlgn="base" latinLnBrk="0" hangingPunct="1">
              <a:spcBef>
                <a:spcPts val="0"/>
              </a:spcBef>
              <a:spcAft>
                <a:spcPct val="0"/>
              </a:spcAft>
              <a:buClr>
                <a:schemeClr val="tx2"/>
              </a:buClr>
              <a:buFont typeface="Arial" pitchFamily="34" charset="0"/>
              <a:buNone/>
              <a:defRPr lang="en-US" sz="24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703171777"/>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Rectangle 2"/>
          <p:cNvSpPr/>
          <p:nvPr userDrawn="1"/>
        </p:nvSpPr>
        <p:spPr bwMode="gray">
          <a:xfrm>
            <a:off x="80" y="0"/>
            <a:ext cx="12187238" cy="6859588"/>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lIns="121705" tIns="60850" rIns="121705" bIns="60850" rtlCol="0" anchor="ctr"/>
          <a:lstStyle/>
          <a:p>
            <a:pPr algn="ctr" defTabSz="1217070" fontAlgn="auto">
              <a:spcBef>
                <a:spcPts val="0"/>
              </a:spcBef>
              <a:spcAft>
                <a:spcPts val="0"/>
              </a:spcAft>
            </a:pPr>
            <a:endParaRPr lang="en-US" sz="2400" dirty="0">
              <a:solidFill>
                <a:prstClr val="black"/>
              </a:solidFill>
            </a:endParaRPr>
          </a:p>
        </p:txBody>
      </p:sp>
      <p:pic>
        <p:nvPicPr>
          <p:cNvPr id="4" name="Picture 3" descr="Mahindra Logo.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2620658" y="2717918"/>
            <a:ext cx="7196320" cy="1491368"/>
          </a:xfrm>
          <a:prstGeom prst="rect">
            <a:avLst/>
          </a:prstGeom>
        </p:spPr>
      </p:pic>
    </p:spTree>
    <p:extLst>
      <p:ext uri="{BB962C8B-B14F-4D97-AF65-F5344CB8AC3E}">
        <p14:creationId xmlns:p14="http://schemas.microsoft.com/office/powerpoint/2010/main" val="761297612"/>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Rectangle 3"/>
          <p:cNvSpPr/>
          <p:nvPr userDrawn="1"/>
        </p:nvSpPr>
        <p:spPr>
          <a:xfrm>
            <a:off x="0" y="6677203"/>
            <a:ext cx="9749790" cy="1826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21705" tIns="60850" rIns="121705" bIns="60850" anchor="ctr"/>
          <a:lstStyle/>
          <a:p>
            <a:pPr algn="ctr" defTabSz="1217070" fontAlgn="auto">
              <a:spcBef>
                <a:spcPts val="0"/>
              </a:spcBef>
              <a:spcAft>
                <a:spcPts val="0"/>
              </a:spcAft>
              <a:defRPr/>
            </a:pPr>
            <a:endParaRPr lang="en-US" sz="2400" dirty="0">
              <a:solidFill>
                <a:prstClr val="white"/>
              </a:solidFill>
            </a:endParaRPr>
          </a:p>
        </p:txBody>
      </p:sp>
      <p:sp>
        <p:nvSpPr>
          <p:cNvPr id="3" name="Subtitle 2"/>
          <p:cNvSpPr>
            <a:spLocks noGrp="1"/>
          </p:cNvSpPr>
          <p:nvPr>
            <p:ph type="subTitle" idx="1"/>
          </p:nvPr>
        </p:nvSpPr>
        <p:spPr>
          <a:xfrm>
            <a:off x="4875106" y="2896314"/>
            <a:ext cx="6093618" cy="1962605"/>
          </a:xfrm>
        </p:spPr>
        <p:txBody>
          <a:bodyPr>
            <a:noAutofit/>
          </a:bodyPr>
          <a:lstStyle>
            <a:lvl1pPr marL="300046" indent="-300046" algn="r">
              <a:buFont typeface="Arial" pitchFamily="34" charset="0"/>
              <a:buNone/>
              <a:defRPr sz="2700">
                <a:solidFill>
                  <a:schemeClr val="tx1"/>
                </a:solidFill>
              </a:defRPr>
            </a:lvl1pPr>
            <a:lvl2pPr marL="608536" indent="0" algn="ctr">
              <a:buNone/>
              <a:defRPr>
                <a:solidFill>
                  <a:schemeClr val="tx1">
                    <a:tint val="75000"/>
                  </a:schemeClr>
                </a:solidFill>
              </a:defRPr>
            </a:lvl2pPr>
            <a:lvl3pPr marL="1217070" indent="0" algn="ctr">
              <a:buNone/>
              <a:defRPr>
                <a:solidFill>
                  <a:schemeClr val="tx1">
                    <a:tint val="75000"/>
                  </a:schemeClr>
                </a:solidFill>
              </a:defRPr>
            </a:lvl3pPr>
            <a:lvl4pPr marL="1825612" indent="0" algn="ctr">
              <a:buNone/>
              <a:defRPr>
                <a:solidFill>
                  <a:schemeClr val="tx1">
                    <a:tint val="75000"/>
                  </a:schemeClr>
                </a:solidFill>
              </a:defRPr>
            </a:lvl4pPr>
            <a:lvl5pPr marL="2434141" indent="0" algn="ctr">
              <a:buNone/>
              <a:defRPr>
                <a:solidFill>
                  <a:schemeClr val="tx1">
                    <a:tint val="75000"/>
                  </a:schemeClr>
                </a:solidFill>
              </a:defRPr>
            </a:lvl5pPr>
            <a:lvl6pPr marL="3042674" indent="0" algn="ctr">
              <a:buNone/>
              <a:defRPr>
                <a:solidFill>
                  <a:schemeClr val="tx1">
                    <a:tint val="75000"/>
                  </a:schemeClr>
                </a:solidFill>
              </a:defRPr>
            </a:lvl6pPr>
            <a:lvl7pPr marL="3651217" indent="0" algn="ctr">
              <a:buNone/>
              <a:defRPr>
                <a:solidFill>
                  <a:schemeClr val="tx1">
                    <a:tint val="75000"/>
                  </a:schemeClr>
                </a:solidFill>
              </a:defRPr>
            </a:lvl7pPr>
            <a:lvl8pPr marL="4259746" indent="0" algn="ctr">
              <a:buNone/>
              <a:defRPr>
                <a:solidFill>
                  <a:schemeClr val="tx1">
                    <a:tint val="75000"/>
                  </a:schemeClr>
                </a:solidFill>
              </a:defRPr>
            </a:lvl8pPr>
            <a:lvl9pPr marL="4868282"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p:nvPr>
        </p:nvSpPr>
        <p:spPr>
          <a:xfrm>
            <a:off x="1218724" y="2215455"/>
            <a:ext cx="9749790" cy="661720"/>
          </a:xfrm>
        </p:spPr>
        <p:txBody>
          <a:bodyPr/>
          <a:lstStyle>
            <a:lvl1pPr algn="r">
              <a:defRPr sz="4300">
                <a:solidFill>
                  <a:schemeClr val="tx2"/>
                </a:solidFill>
              </a:defRPr>
            </a:lvl1pPr>
          </a:lstStyle>
          <a:p>
            <a:r>
              <a:rPr lang="en-US" dirty="0"/>
              <a:t>Click to edit Master title style</a:t>
            </a:r>
          </a:p>
        </p:txBody>
      </p:sp>
    </p:spTree>
    <p:extLst>
      <p:ext uri="{BB962C8B-B14F-4D97-AF65-F5344CB8AC3E}">
        <p14:creationId xmlns:p14="http://schemas.microsoft.com/office/powerpoint/2010/main" val="3839809258"/>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26623" y="76380"/>
            <a:ext cx="10968516" cy="661720"/>
          </a:xfrm>
        </p:spPr>
        <p:txBody>
          <a:bodyPr/>
          <a:lstStyle/>
          <a:p>
            <a:r>
              <a:rPr lang="en-US"/>
              <a:t>Click to edit Master title style</a:t>
            </a:r>
            <a:endParaRPr lang="en-US" dirty="0"/>
          </a:p>
        </p:txBody>
      </p:sp>
    </p:spTree>
    <p:extLst>
      <p:ext uri="{BB962C8B-B14F-4D97-AF65-F5344CB8AC3E}">
        <p14:creationId xmlns:p14="http://schemas.microsoft.com/office/powerpoint/2010/main" val="3412157774"/>
      </p:ext>
    </p:extLst>
  </p:cSld>
  <p:clrMapOvr>
    <a:masterClrMapping/>
  </p:clrMapOvr>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33618221"/>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_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2"/>
                </a:solidFill>
              </a:defRPr>
            </a:lvl1pPr>
          </a:lstStyle>
          <a:p>
            <a:r>
              <a:rPr lang="en-US"/>
              <a:t>Click to edit Master title style</a:t>
            </a:r>
            <a:endParaRPr lang="en-US" dirty="0"/>
          </a:p>
        </p:txBody>
      </p:sp>
      <p:sp>
        <p:nvSpPr>
          <p:cNvPr id="3" name="Text Placeholder 4"/>
          <p:cNvSpPr>
            <a:spLocks noGrp="1"/>
          </p:cNvSpPr>
          <p:nvPr>
            <p:ph type="body" sz="quarter" idx="10"/>
          </p:nvPr>
        </p:nvSpPr>
        <p:spPr>
          <a:xfrm>
            <a:off x="609450" y="686131"/>
            <a:ext cx="10968516" cy="1277273"/>
          </a:xfrm>
        </p:spPr>
        <p:txBody>
          <a:bodyPr/>
          <a:lstStyle>
            <a:lvl1pPr>
              <a:spcBef>
                <a:spcPts val="0"/>
              </a:spcBef>
              <a:spcAft>
                <a:spcPts val="0"/>
              </a:spcAft>
              <a:buNone/>
              <a:defRPr sz="2400">
                <a:latin typeface="Arial" pitchFamily="34" charset="0"/>
                <a:cs typeface="Arial" pitchFamily="34" charset="0"/>
              </a:defRPr>
            </a:lvl1pPr>
            <a:lvl2pPr>
              <a:spcBef>
                <a:spcPts val="0"/>
              </a:spcBef>
              <a:spcAft>
                <a:spcPts val="0"/>
              </a:spcAft>
              <a:defRPr sz="3200">
                <a:latin typeface="Arial" pitchFamily="34" charset="0"/>
                <a:cs typeface="Arial" pitchFamily="34" charset="0"/>
              </a:defRPr>
            </a:lvl2pPr>
            <a:lvl3pPr>
              <a:spcBef>
                <a:spcPts val="0"/>
              </a:spcBef>
              <a:spcAft>
                <a:spcPts val="0"/>
              </a:spcAft>
              <a:defRPr sz="2700">
                <a:latin typeface="Arial" pitchFamily="34" charset="0"/>
                <a:cs typeface="Arial" pitchFamily="34" charset="0"/>
              </a:defRPr>
            </a:lvl3pPr>
            <a:lvl4pPr>
              <a:spcBef>
                <a:spcPts val="0"/>
              </a:spcBef>
              <a:spcAft>
                <a:spcPts val="0"/>
              </a:spcAft>
              <a:defRPr sz="2700">
                <a:latin typeface="Arial" pitchFamily="34" charset="0"/>
                <a:cs typeface="Arial" pitchFamily="34" charset="0"/>
              </a:defRPr>
            </a:lvl4pPr>
            <a:lvl5pPr>
              <a:spcBef>
                <a:spcPts val="0"/>
              </a:spcBef>
              <a:spcAft>
                <a:spcPts val="0"/>
              </a:spcAft>
              <a:defRPr sz="2700">
                <a:latin typeface="Arial" pitchFamily="34" charset="0"/>
                <a:cs typeface="Arial" pitchFamily="34" charset="0"/>
              </a:defRPr>
            </a:lvl5pPr>
            <a:lvl6pPr marL="1910125" indent="-380334">
              <a:spcBef>
                <a:spcPts val="0"/>
              </a:spcBef>
              <a:spcAft>
                <a:spcPts val="0"/>
              </a:spcAft>
              <a:buClr>
                <a:schemeClr val="tx2"/>
              </a:buClr>
              <a:buSzPct val="70000"/>
              <a:buFont typeface="Wingdings" pitchFamily="2" charset="2"/>
              <a:buChar char="§"/>
              <a:defRPr sz="2400">
                <a:latin typeface="Arial" pitchFamily="34" charset="0"/>
                <a:cs typeface="Arial" pitchFamily="34" charset="0"/>
              </a:defRPr>
            </a:lvl6pPr>
            <a:lvl7pPr marL="2282003" indent="-363424">
              <a:spcBef>
                <a:spcPts val="0"/>
              </a:spcBef>
              <a:spcAft>
                <a:spcPts val="0"/>
              </a:spcAft>
              <a:buClr>
                <a:srgbClr val="C00000"/>
              </a:buClr>
              <a:buSzPct val="70000"/>
              <a:buFont typeface="Arial" pitchFamily="34" charset="0"/>
              <a:buChar char="–"/>
              <a:defRPr sz="2400" baseline="0">
                <a:latin typeface="Arial" pitchFamily="34" charset="0"/>
                <a:cs typeface="Arial" pitchFamily="34" charset="0"/>
              </a:defRPr>
            </a:lvl7pPr>
            <a:lvl8pPr marL="2129877" indent="-304275">
              <a:spcBef>
                <a:spcPts val="0"/>
              </a:spcBef>
              <a:spcAft>
                <a:spcPts val="0"/>
              </a:spcAft>
              <a:buSzPct val="70000"/>
              <a:defRPr sz="2400" baseline="0">
                <a:latin typeface="Arial" pitchFamily="34" charset="0"/>
                <a:cs typeface="Arial" pitchFamily="34" charset="0"/>
              </a:defRPr>
            </a:lvl8pPr>
            <a:lvl9pPr marL="2427804" indent="-297933">
              <a:spcBef>
                <a:spcPts val="0"/>
              </a:spcBef>
              <a:spcAft>
                <a:spcPts val="0"/>
              </a:spcAft>
              <a:buSzPct val="70000"/>
              <a:buFont typeface="Arial" pitchFamily="34" charset="0"/>
              <a:buChar char="–"/>
              <a:defRPr sz="2400">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20852085"/>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1_Content 2">
    <p:spTree>
      <p:nvGrpSpPr>
        <p:cNvPr id="1" name=""/>
        <p:cNvGrpSpPr/>
        <p:nvPr/>
      </p:nvGrpSpPr>
      <p:grpSpPr>
        <a:xfrm>
          <a:off x="0" y="0"/>
          <a:ext cx="0" cy="0"/>
          <a:chOff x="0" y="0"/>
          <a:chExt cx="0" cy="0"/>
        </a:xfrm>
      </p:grpSpPr>
      <p:sp>
        <p:nvSpPr>
          <p:cNvPr id="2" name="Title 1"/>
          <p:cNvSpPr>
            <a:spLocks noGrp="1"/>
          </p:cNvSpPr>
          <p:nvPr>
            <p:ph type="title"/>
          </p:nvPr>
        </p:nvSpPr>
        <p:spPr>
          <a:xfrm>
            <a:off x="609450" y="76366"/>
            <a:ext cx="8531067" cy="661720"/>
          </a:xfrm>
        </p:spPr>
        <p:txBody>
          <a:bodyPr/>
          <a:lstStyle>
            <a:lvl1pPr algn="l">
              <a:defRPr/>
            </a:lvl1pPr>
          </a:lstStyle>
          <a:p>
            <a:r>
              <a:rPr lang="en-US"/>
              <a:t>Click to edit Master title style</a:t>
            </a:r>
            <a:endParaRPr lang="en-US" dirty="0"/>
          </a:p>
        </p:txBody>
      </p:sp>
      <p:sp>
        <p:nvSpPr>
          <p:cNvPr id="3" name="Text Placeholder 4"/>
          <p:cNvSpPr>
            <a:spLocks noGrp="1"/>
          </p:cNvSpPr>
          <p:nvPr>
            <p:ph type="body" sz="quarter" idx="10"/>
          </p:nvPr>
        </p:nvSpPr>
        <p:spPr>
          <a:xfrm>
            <a:off x="403942" y="960705"/>
            <a:ext cx="5558621" cy="5305067"/>
          </a:xfrm>
          <a:ln>
            <a:solidFill>
              <a:schemeClr val="bg2"/>
            </a:solidFill>
          </a:ln>
        </p:spPr>
        <p:txBody>
          <a:bodyPr lIns="121705" tIns="730241" rIns="121705" bIns="121705">
            <a:noAutofit/>
          </a:bodyPr>
          <a:lstStyle>
            <a:lvl1pPr>
              <a:spcBef>
                <a:spcPts val="0"/>
              </a:spcBef>
              <a:spcAft>
                <a:spcPts val="0"/>
              </a:spcAft>
              <a:defRPr sz="2400">
                <a:latin typeface="Arial" pitchFamily="34" charset="0"/>
                <a:cs typeface="Arial" pitchFamily="34" charset="0"/>
              </a:defRPr>
            </a:lvl1pPr>
            <a:lvl2pPr>
              <a:spcBef>
                <a:spcPts val="0"/>
              </a:spcBef>
              <a:spcAft>
                <a:spcPts val="0"/>
              </a:spcAft>
              <a:defRPr sz="2400">
                <a:latin typeface="Arial" pitchFamily="34" charset="0"/>
                <a:cs typeface="Arial" pitchFamily="34" charset="0"/>
              </a:defRPr>
            </a:lvl2pPr>
            <a:lvl3pPr>
              <a:spcBef>
                <a:spcPts val="0"/>
              </a:spcBef>
              <a:spcAft>
                <a:spcPts val="0"/>
              </a:spcAft>
              <a:defRPr sz="2400">
                <a:latin typeface="Arial" pitchFamily="34" charset="0"/>
                <a:cs typeface="Arial" pitchFamily="34" charset="0"/>
              </a:defRPr>
            </a:lvl3pPr>
            <a:lvl4pPr>
              <a:spcBef>
                <a:spcPts val="0"/>
              </a:spcBef>
              <a:spcAft>
                <a:spcPts val="0"/>
              </a:spcAft>
              <a:defRPr sz="2400">
                <a:latin typeface="Arial" pitchFamily="34" charset="0"/>
                <a:cs typeface="Arial" pitchFamily="34" charset="0"/>
              </a:defRPr>
            </a:lvl4pPr>
            <a:lvl5pPr>
              <a:spcBef>
                <a:spcPts val="0"/>
              </a:spcBef>
              <a:spcAft>
                <a:spcPts val="0"/>
              </a:spcAft>
              <a:defRPr sz="2400">
                <a:latin typeface="Arial" pitchFamily="34" charset="0"/>
                <a:cs typeface="Arial" pitchFamily="34" charset="0"/>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4"/>
          <p:cNvSpPr>
            <a:spLocks noGrp="1"/>
          </p:cNvSpPr>
          <p:nvPr>
            <p:ph type="body" sz="quarter" idx="11"/>
          </p:nvPr>
        </p:nvSpPr>
        <p:spPr>
          <a:xfrm>
            <a:off x="6195516" y="960705"/>
            <a:ext cx="5558621" cy="5305067"/>
          </a:xfrm>
          <a:ln>
            <a:solidFill>
              <a:schemeClr val="bg2"/>
            </a:solidFill>
          </a:ln>
        </p:spPr>
        <p:txBody>
          <a:bodyPr lIns="121705" tIns="730241" rIns="121705" bIns="121705">
            <a:noAutofit/>
          </a:bodyPr>
          <a:lstStyle>
            <a:lvl1pPr>
              <a:spcBef>
                <a:spcPts val="0"/>
              </a:spcBef>
              <a:spcAft>
                <a:spcPts val="0"/>
              </a:spcAft>
              <a:defRPr sz="2400">
                <a:latin typeface="Arial" pitchFamily="34" charset="0"/>
                <a:cs typeface="Arial" pitchFamily="34" charset="0"/>
              </a:defRPr>
            </a:lvl1pPr>
            <a:lvl2pPr>
              <a:spcBef>
                <a:spcPts val="0"/>
              </a:spcBef>
              <a:spcAft>
                <a:spcPts val="0"/>
              </a:spcAft>
              <a:defRPr sz="2400">
                <a:latin typeface="Arial" pitchFamily="34" charset="0"/>
                <a:cs typeface="Arial" pitchFamily="34" charset="0"/>
              </a:defRPr>
            </a:lvl2pPr>
            <a:lvl3pPr>
              <a:spcBef>
                <a:spcPts val="0"/>
              </a:spcBef>
              <a:spcAft>
                <a:spcPts val="0"/>
              </a:spcAft>
              <a:defRPr sz="2400">
                <a:latin typeface="Arial" pitchFamily="34" charset="0"/>
                <a:cs typeface="Arial" pitchFamily="34" charset="0"/>
              </a:defRPr>
            </a:lvl3pPr>
            <a:lvl4pPr>
              <a:spcBef>
                <a:spcPts val="0"/>
              </a:spcBef>
              <a:spcAft>
                <a:spcPts val="0"/>
              </a:spcAft>
              <a:defRPr sz="2400">
                <a:latin typeface="Arial" pitchFamily="34" charset="0"/>
                <a:cs typeface="Arial" pitchFamily="34" charset="0"/>
              </a:defRPr>
            </a:lvl4pPr>
            <a:lvl5pPr>
              <a:spcBef>
                <a:spcPts val="0"/>
              </a:spcBef>
              <a:spcAft>
                <a:spcPts val="0"/>
              </a:spcAft>
              <a:defRPr sz="2400">
                <a:latin typeface="Arial" pitchFamily="34" charset="0"/>
                <a:cs typeface="Arial" pitchFamily="34" charset="0"/>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2"/>
          </p:nvPr>
        </p:nvSpPr>
        <p:spPr>
          <a:xfrm>
            <a:off x="403942" y="960809"/>
            <a:ext cx="5558621" cy="615119"/>
          </a:xfrm>
          <a:solidFill>
            <a:schemeClr val="bg2"/>
          </a:solidFill>
          <a:ln>
            <a:noFill/>
          </a:ln>
        </p:spPr>
        <p:txBody>
          <a:bodyPr lIns="121705" tIns="121705" rIns="121705" bIns="121705"/>
          <a:lstStyle>
            <a:lvl1pPr>
              <a:spcBef>
                <a:spcPts val="0"/>
              </a:spcBef>
              <a:spcAft>
                <a:spcPts val="0"/>
              </a:spcAft>
              <a:defRPr sz="2400" b="1">
                <a:solidFill>
                  <a:schemeClr val="bg1"/>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a:t>Click to edit Master text styles</a:t>
            </a:r>
          </a:p>
        </p:txBody>
      </p:sp>
      <p:sp>
        <p:nvSpPr>
          <p:cNvPr id="6" name="Text Placeholder 4"/>
          <p:cNvSpPr>
            <a:spLocks noGrp="1"/>
          </p:cNvSpPr>
          <p:nvPr>
            <p:ph type="body" sz="quarter" idx="13"/>
          </p:nvPr>
        </p:nvSpPr>
        <p:spPr>
          <a:xfrm>
            <a:off x="6195516" y="960809"/>
            <a:ext cx="5558621" cy="615119"/>
          </a:xfrm>
          <a:solidFill>
            <a:schemeClr val="bg2"/>
          </a:solidFill>
          <a:ln>
            <a:noFill/>
          </a:ln>
        </p:spPr>
        <p:txBody>
          <a:bodyPr lIns="121705" tIns="121705" rIns="121705" bIns="121705"/>
          <a:lstStyle>
            <a:lvl1pPr>
              <a:spcBef>
                <a:spcPts val="0"/>
              </a:spcBef>
              <a:spcAft>
                <a:spcPts val="0"/>
              </a:spcAft>
              <a:defRPr sz="2400" b="1">
                <a:solidFill>
                  <a:schemeClr val="bg1"/>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a:t>Click to edit Master text styles</a:t>
            </a:r>
          </a:p>
        </p:txBody>
      </p:sp>
    </p:spTree>
    <p:extLst>
      <p:ext uri="{BB962C8B-B14F-4D97-AF65-F5344CB8AC3E}">
        <p14:creationId xmlns:p14="http://schemas.microsoft.com/office/powerpoint/2010/main" val="1169820587"/>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2_Content 4">
    <p:spTree>
      <p:nvGrpSpPr>
        <p:cNvPr id="1" name=""/>
        <p:cNvGrpSpPr/>
        <p:nvPr/>
      </p:nvGrpSpPr>
      <p:grpSpPr>
        <a:xfrm>
          <a:off x="0" y="0"/>
          <a:ext cx="0" cy="0"/>
          <a:chOff x="0" y="0"/>
          <a:chExt cx="0" cy="0"/>
        </a:xfrm>
      </p:grpSpPr>
      <p:sp>
        <p:nvSpPr>
          <p:cNvPr id="11" name="Text Placeholder 4"/>
          <p:cNvSpPr>
            <a:spLocks noGrp="1"/>
          </p:cNvSpPr>
          <p:nvPr>
            <p:ph type="body" sz="quarter" idx="10"/>
          </p:nvPr>
        </p:nvSpPr>
        <p:spPr>
          <a:xfrm>
            <a:off x="403942" y="762184"/>
            <a:ext cx="5558621" cy="2562012"/>
          </a:xfrm>
          <a:ln>
            <a:solidFill>
              <a:schemeClr val="bg2"/>
            </a:solidFill>
          </a:ln>
        </p:spPr>
        <p:txBody>
          <a:bodyPr lIns="121705" tIns="730241" rIns="121705" bIns="121705">
            <a:noAutofit/>
          </a:bodyPr>
          <a:lstStyle>
            <a:lvl1pPr>
              <a:spcBef>
                <a:spcPts val="0"/>
              </a:spcBef>
              <a:spcAft>
                <a:spcPts val="0"/>
              </a:spcAft>
              <a:defRPr sz="2400">
                <a:latin typeface="Arial" pitchFamily="34" charset="0"/>
                <a:cs typeface="Arial" pitchFamily="34" charset="0"/>
              </a:defRPr>
            </a:lvl1pPr>
            <a:lvl2pPr>
              <a:spcBef>
                <a:spcPts val="0"/>
              </a:spcBef>
              <a:spcAft>
                <a:spcPts val="0"/>
              </a:spcAft>
              <a:defRPr sz="2400">
                <a:latin typeface="Arial" pitchFamily="34" charset="0"/>
                <a:cs typeface="Arial" pitchFamily="34" charset="0"/>
              </a:defRPr>
            </a:lvl2pPr>
            <a:lvl3pPr>
              <a:spcBef>
                <a:spcPts val="0"/>
              </a:spcBef>
              <a:spcAft>
                <a:spcPts val="0"/>
              </a:spcAft>
              <a:defRPr sz="2400">
                <a:latin typeface="Arial" pitchFamily="34" charset="0"/>
                <a:cs typeface="Arial" pitchFamily="34" charset="0"/>
              </a:defRPr>
            </a:lvl3pPr>
            <a:lvl4pPr>
              <a:spcBef>
                <a:spcPts val="0"/>
              </a:spcBef>
              <a:spcAft>
                <a:spcPts val="0"/>
              </a:spcAft>
              <a:defRPr sz="2400">
                <a:latin typeface="Arial" pitchFamily="34" charset="0"/>
                <a:cs typeface="Arial" pitchFamily="34" charset="0"/>
              </a:defRPr>
            </a:lvl4pPr>
            <a:lvl5pPr>
              <a:spcBef>
                <a:spcPts val="0"/>
              </a:spcBef>
              <a:spcAft>
                <a:spcPts val="0"/>
              </a:spcAft>
              <a:defRPr sz="2400">
                <a:latin typeface="Arial" pitchFamily="34" charset="0"/>
                <a:cs typeface="Arial" pitchFamily="34" charset="0"/>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4"/>
          <p:cNvSpPr>
            <a:spLocks noGrp="1"/>
          </p:cNvSpPr>
          <p:nvPr>
            <p:ph type="body" sz="quarter" idx="11"/>
          </p:nvPr>
        </p:nvSpPr>
        <p:spPr>
          <a:xfrm>
            <a:off x="6195516" y="762184"/>
            <a:ext cx="5558621" cy="2562012"/>
          </a:xfrm>
          <a:ln>
            <a:solidFill>
              <a:schemeClr val="bg2"/>
            </a:solidFill>
          </a:ln>
        </p:spPr>
        <p:txBody>
          <a:bodyPr lIns="121705" tIns="730241" rIns="121705" bIns="121705">
            <a:noAutofit/>
          </a:bodyPr>
          <a:lstStyle>
            <a:lvl1pPr>
              <a:spcBef>
                <a:spcPts val="0"/>
              </a:spcBef>
              <a:spcAft>
                <a:spcPts val="0"/>
              </a:spcAft>
              <a:defRPr sz="2400">
                <a:latin typeface="Arial" pitchFamily="34" charset="0"/>
                <a:cs typeface="Arial" pitchFamily="34" charset="0"/>
              </a:defRPr>
            </a:lvl1pPr>
            <a:lvl2pPr>
              <a:spcBef>
                <a:spcPts val="0"/>
              </a:spcBef>
              <a:spcAft>
                <a:spcPts val="0"/>
              </a:spcAft>
              <a:defRPr sz="2400">
                <a:latin typeface="Arial" pitchFamily="34" charset="0"/>
                <a:cs typeface="Arial" pitchFamily="34" charset="0"/>
              </a:defRPr>
            </a:lvl2pPr>
            <a:lvl3pPr>
              <a:spcBef>
                <a:spcPts val="0"/>
              </a:spcBef>
              <a:spcAft>
                <a:spcPts val="0"/>
              </a:spcAft>
              <a:defRPr sz="2400">
                <a:latin typeface="Arial" pitchFamily="34" charset="0"/>
                <a:cs typeface="Arial" pitchFamily="34" charset="0"/>
              </a:defRPr>
            </a:lvl3pPr>
            <a:lvl4pPr>
              <a:spcBef>
                <a:spcPts val="0"/>
              </a:spcBef>
              <a:spcAft>
                <a:spcPts val="0"/>
              </a:spcAft>
              <a:defRPr sz="2400">
                <a:latin typeface="Arial" pitchFamily="34" charset="0"/>
                <a:cs typeface="Arial" pitchFamily="34" charset="0"/>
              </a:defRPr>
            </a:lvl4pPr>
            <a:lvl5pPr>
              <a:spcBef>
                <a:spcPts val="0"/>
              </a:spcBef>
              <a:spcAft>
                <a:spcPts val="0"/>
              </a:spcAft>
              <a:defRPr sz="2400">
                <a:latin typeface="Arial" pitchFamily="34" charset="0"/>
                <a:cs typeface="Arial" pitchFamily="34" charset="0"/>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4"/>
          <p:cNvSpPr>
            <a:spLocks noGrp="1"/>
          </p:cNvSpPr>
          <p:nvPr>
            <p:ph type="body" sz="quarter" idx="12"/>
          </p:nvPr>
        </p:nvSpPr>
        <p:spPr>
          <a:xfrm>
            <a:off x="403942" y="762204"/>
            <a:ext cx="5558621" cy="615119"/>
          </a:xfrm>
          <a:solidFill>
            <a:schemeClr val="bg2"/>
          </a:solidFill>
          <a:ln>
            <a:noFill/>
          </a:ln>
        </p:spPr>
        <p:txBody>
          <a:bodyPr lIns="121705" tIns="121705" rIns="121705" bIns="121705"/>
          <a:lstStyle>
            <a:lvl1pPr>
              <a:spcBef>
                <a:spcPts val="0"/>
              </a:spcBef>
              <a:spcAft>
                <a:spcPts val="0"/>
              </a:spcAft>
              <a:defRPr sz="2400" b="1">
                <a:solidFill>
                  <a:schemeClr val="bg1"/>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a:t>Click to edit Master text styles</a:t>
            </a:r>
          </a:p>
        </p:txBody>
      </p:sp>
      <p:sp>
        <p:nvSpPr>
          <p:cNvPr id="14" name="Text Placeholder 4"/>
          <p:cNvSpPr>
            <a:spLocks noGrp="1"/>
          </p:cNvSpPr>
          <p:nvPr>
            <p:ph type="body" sz="quarter" idx="13"/>
          </p:nvPr>
        </p:nvSpPr>
        <p:spPr>
          <a:xfrm>
            <a:off x="6195516" y="762204"/>
            <a:ext cx="5558621" cy="615119"/>
          </a:xfrm>
          <a:solidFill>
            <a:schemeClr val="bg2"/>
          </a:solidFill>
          <a:ln>
            <a:noFill/>
          </a:ln>
        </p:spPr>
        <p:txBody>
          <a:bodyPr lIns="121705" tIns="121705" rIns="121705" bIns="121705"/>
          <a:lstStyle>
            <a:lvl1pPr>
              <a:spcBef>
                <a:spcPts val="0"/>
              </a:spcBef>
              <a:spcAft>
                <a:spcPts val="0"/>
              </a:spcAft>
              <a:defRPr sz="2400" b="1">
                <a:solidFill>
                  <a:schemeClr val="bg1"/>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a:t>Click to edit Master text styles</a:t>
            </a:r>
          </a:p>
        </p:txBody>
      </p:sp>
      <p:sp>
        <p:nvSpPr>
          <p:cNvPr id="15" name="Text Placeholder 4"/>
          <p:cNvSpPr>
            <a:spLocks noGrp="1"/>
          </p:cNvSpPr>
          <p:nvPr>
            <p:ph type="body" sz="quarter" idx="14"/>
          </p:nvPr>
        </p:nvSpPr>
        <p:spPr>
          <a:xfrm>
            <a:off x="403942" y="3582386"/>
            <a:ext cx="5558621" cy="2562012"/>
          </a:xfrm>
          <a:ln>
            <a:solidFill>
              <a:schemeClr val="bg2"/>
            </a:solidFill>
          </a:ln>
        </p:spPr>
        <p:txBody>
          <a:bodyPr lIns="121705" tIns="730241" rIns="121705" bIns="121705">
            <a:noAutofit/>
          </a:bodyPr>
          <a:lstStyle>
            <a:lvl1pPr>
              <a:spcBef>
                <a:spcPts val="0"/>
              </a:spcBef>
              <a:spcAft>
                <a:spcPts val="0"/>
              </a:spcAft>
              <a:defRPr sz="2400">
                <a:latin typeface="Arial" pitchFamily="34" charset="0"/>
                <a:cs typeface="Arial" pitchFamily="34" charset="0"/>
              </a:defRPr>
            </a:lvl1pPr>
            <a:lvl2pPr>
              <a:spcBef>
                <a:spcPts val="0"/>
              </a:spcBef>
              <a:spcAft>
                <a:spcPts val="0"/>
              </a:spcAft>
              <a:defRPr sz="2400">
                <a:latin typeface="Arial" pitchFamily="34" charset="0"/>
                <a:cs typeface="Arial" pitchFamily="34" charset="0"/>
              </a:defRPr>
            </a:lvl2pPr>
            <a:lvl3pPr>
              <a:spcBef>
                <a:spcPts val="0"/>
              </a:spcBef>
              <a:spcAft>
                <a:spcPts val="0"/>
              </a:spcAft>
              <a:defRPr sz="2400">
                <a:latin typeface="Arial" pitchFamily="34" charset="0"/>
                <a:cs typeface="Arial" pitchFamily="34" charset="0"/>
              </a:defRPr>
            </a:lvl3pPr>
            <a:lvl4pPr>
              <a:spcBef>
                <a:spcPts val="0"/>
              </a:spcBef>
              <a:spcAft>
                <a:spcPts val="0"/>
              </a:spcAft>
              <a:defRPr sz="2400">
                <a:latin typeface="Arial" pitchFamily="34" charset="0"/>
                <a:cs typeface="Arial" pitchFamily="34" charset="0"/>
              </a:defRPr>
            </a:lvl4pPr>
            <a:lvl5pPr>
              <a:spcBef>
                <a:spcPts val="0"/>
              </a:spcBef>
              <a:spcAft>
                <a:spcPts val="0"/>
              </a:spcAft>
              <a:defRPr sz="2400">
                <a:latin typeface="Arial" pitchFamily="34" charset="0"/>
                <a:cs typeface="Arial" pitchFamily="34" charset="0"/>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4"/>
          <p:cNvSpPr>
            <a:spLocks noGrp="1"/>
          </p:cNvSpPr>
          <p:nvPr>
            <p:ph type="body" sz="quarter" idx="15"/>
          </p:nvPr>
        </p:nvSpPr>
        <p:spPr>
          <a:xfrm>
            <a:off x="6195516" y="3582386"/>
            <a:ext cx="5558621" cy="2562012"/>
          </a:xfrm>
          <a:ln>
            <a:solidFill>
              <a:schemeClr val="bg2"/>
            </a:solidFill>
          </a:ln>
        </p:spPr>
        <p:txBody>
          <a:bodyPr lIns="121705" tIns="730241" rIns="121705" bIns="121705">
            <a:noAutofit/>
          </a:bodyPr>
          <a:lstStyle>
            <a:lvl1pPr>
              <a:spcBef>
                <a:spcPts val="0"/>
              </a:spcBef>
              <a:spcAft>
                <a:spcPts val="0"/>
              </a:spcAft>
              <a:defRPr sz="2400">
                <a:latin typeface="Arial" pitchFamily="34" charset="0"/>
                <a:cs typeface="Arial" pitchFamily="34" charset="0"/>
              </a:defRPr>
            </a:lvl1pPr>
            <a:lvl2pPr>
              <a:spcBef>
                <a:spcPts val="0"/>
              </a:spcBef>
              <a:spcAft>
                <a:spcPts val="0"/>
              </a:spcAft>
              <a:defRPr sz="2400">
                <a:latin typeface="Arial" pitchFamily="34" charset="0"/>
                <a:cs typeface="Arial" pitchFamily="34" charset="0"/>
              </a:defRPr>
            </a:lvl2pPr>
            <a:lvl3pPr>
              <a:spcBef>
                <a:spcPts val="0"/>
              </a:spcBef>
              <a:spcAft>
                <a:spcPts val="0"/>
              </a:spcAft>
              <a:defRPr sz="2400">
                <a:latin typeface="Arial" pitchFamily="34" charset="0"/>
                <a:cs typeface="Arial" pitchFamily="34" charset="0"/>
              </a:defRPr>
            </a:lvl3pPr>
            <a:lvl4pPr>
              <a:spcBef>
                <a:spcPts val="0"/>
              </a:spcBef>
              <a:spcAft>
                <a:spcPts val="0"/>
              </a:spcAft>
              <a:defRPr sz="2400">
                <a:latin typeface="Arial" pitchFamily="34" charset="0"/>
                <a:cs typeface="Arial" pitchFamily="34" charset="0"/>
              </a:defRPr>
            </a:lvl4pPr>
            <a:lvl5pPr>
              <a:spcBef>
                <a:spcPts val="0"/>
              </a:spcBef>
              <a:spcAft>
                <a:spcPts val="0"/>
              </a:spcAft>
              <a:defRPr sz="2400">
                <a:latin typeface="Arial" pitchFamily="34" charset="0"/>
                <a:cs typeface="Arial" pitchFamily="34" charset="0"/>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4"/>
          <p:cNvSpPr>
            <a:spLocks noGrp="1"/>
          </p:cNvSpPr>
          <p:nvPr>
            <p:ph type="body" sz="quarter" idx="16"/>
          </p:nvPr>
        </p:nvSpPr>
        <p:spPr>
          <a:xfrm>
            <a:off x="403942" y="3582259"/>
            <a:ext cx="5558621" cy="615119"/>
          </a:xfrm>
          <a:solidFill>
            <a:schemeClr val="bg2"/>
          </a:solidFill>
          <a:ln>
            <a:noFill/>
          </a:ln>
        </p:spPr>
        <p:txBody>
          <a:bodyPr lIns="121705" tIns="121705" rIns="121705" bIns="121705"/>
          <a:lstStyle>
            <a:lvl1pPr>
              <a:spcBef>
                <a:spcPts val="0"/>
              </a:spcBef>
              <a:spcAft>
                <a:spcPts val="0"/>
              </a:spcAft>
              <a:defRPr sz="2400" b="1">
                <a:solidFill>
                  <a:schemeClr val="bg1"/>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a:t>Click to edit Master text styles</a:t>
            </a:r>
          </a:p>
        </p:txBody>
      </p:sp>
      <p:sp>
        <p:nvSpPr>
          <p:cNvPr id="18" name="Text Placeholder 4"/>
          <p:cNvSpPr>
            <a:spLocks noGrp="1"/>
          </p:cNvSpPr>
          <p:nvPr>
            <p:ph type="body" sz="quarter" idx="17"/>
          </p:nvPr>
        </p:nvSpPr>
        <p:spPr>
          <a:xfrm>
            <a:off x="6195516" y="3582259"/>
            <a:ext cx="5558621" cy="615119"/>
          </a:xfrm>
          <a:solidFill>
            <a:schemeClr val="bg2"/>
          </a:solidFill>
          <a:ln>
            <a:noFill/>
          </a:ln>
        </p:spPr>
        <p:txBody>
          <a:bodyPr lIns="121705" tIns="121705" rIns="121705" bIns="121705"/>
          <a:lstStyle>
            <a:lvl1pPr>
              <a:spcBef>
                <a:spcPts val="0"/>
              </a:spcBef>
              <a:spcAft>
                <a:spcPts val="0"/>
              </a:spcAft>
              <a:defRPr sz="2400" b="1">
                <a:solidFill>
                  <a:schemeClr val="bg1"/>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a:t>Click to edit Master text styles</a:t>
            </a:r>
          </a:p>
        </p:txBody>
      </p:sp>
      <p:sp>
        <p:nvSpPr>
          <p:cNvPr id="19" name="Title 1"/>
          <p:cNvSpPr txBox="1">
            <a:spLocks/>
          </p:cNvSpPr>
          <p:nvPr userDrawn="1"/>
        </p:nvSpPr>
        <p:spPr bwMode="auto">
          <a:xfrm>
            <a:off x="609450" y="76255"/>
            <a:ext cx="8531067" cy="492443"/>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a:defRPr/>
            </a:lvl1pPr>
          </a:lstStyle>
          <a:p>
            <a:pPr defTabSz="1217070" eaLnBrk="0" hangingPunct="0">
              <a:defRPr/>
            </a:pPr>
            <a:r>
              <a:rPr lang="en-US" sz="3200" b="1" dirty="0">
                <a:solidFill>
                  <a:srgbClr val="C0504D"/>
                </a:solidFill>
                <a:latin typeface="Arial"/>
                <a:cs typeface="Arial" charset="0"/>
              </a:rPr>
              <a:t>Click to edit Master title style</a:t>
            </a:r>
          </a:p>
        </p:txBody>
      </p:sp>
    </p:spTree>
    <p:extLst>
      <p:ext uri="{BB962C8B-B14F-4D97-AF65-F5344CB8AC3E}">
        <p14:creationId xmlns:p14="http://schemas.microsoft.com/office/powerpoint/2010/main" val="2093899931"/>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1_Thank you">
    <p:spTree>
      <p:nvGrpSpPr>
        <p:cNvPr id="1" name=""/>
        <p:cNvGrpSpPr/>
        <p:nvPr/>
      </p:nvGrpSpPr>
      <p:grpSpPr>
        <a:xfrm>
          <a:off x="0" y="0"/>
          <a:ext cx="0" cy="0"/>
          <a:chOff x="0" y="0"/>
          <a:chExt cx="0" cy="0"/>
        </a:xfrm>
      </p:grpSpPr>
      <p:sp>
        <p:nvSpPr>
          <p:cNvPr id="3" name="TextBox 2"/>
          <p:cNvSpPr txBox="1">
            <a:spLocks noChangeArrowheads="1"/>
          </p:cNvSpPr>
          <p:nvPr userDrawn="1"/>
        </p:nvSpPr>
        <p:spPr bwMode="gray">
          <a:xfrm>
            <a:off x="1218812" y="3441565"/>
            <a:ext cx="3764080" cy="369332"/>
          </a:xfrm>
          <a:prstGeom prst="rect">
            <a:avLst/>
          </a:prstGeom>
          <a:noFill/>
          <a:ln w="9525">
            <a:noFill/>
            <a:miter lim="800000"/>
            <a:headEnd/>
            <a:tailEnd/>
          </a:ln>
        </p:spPr>
        <p:txBody>
          <a:bodyPr lIns="0" tIns="0" rIns="0" bIns="0" anchor="b">
            <a:spAutoFit/>
          </a:bodyPr>
          <a:lstStyle/>
          <a:p>
            <a:pPr defTabSz="1217070" fontAlgn="auto">
              <a:spcBef>
                <a:spcPts val="0"/>
              </a:spcBef>
              <a:spcAft>
                <a:spcPts val="0"/>
              </a:spcAft>
              <a:defRPr/>
            </a:pPr>
            <a:r>
              <a:rPr lang="en-US" sz="2400" b="1" dirty="0">
                <a:solidFill>
                  <a:srgbClr val="625756"/>
                </a:solidFill>
                <a:latin typeface="Arial"/>
                <a:cs typeface="Arial" charset="0"/>
              </a:rPr>
              <a:t>mahindrasatyam.com</a:t>
            </a:r>
          </a:p>
        </p:txBody>
      </p:sp>
      <p:sp>
        <p:nvSpPr>
          <p:cNvPr id="4" name="TextBox 3"/>
          <p:cNvSpPr txBox="1">
            <a:spLocks noChangeArrowheads="1"/>
          </p:cNvSpPr>
          <p:nvPr userDrawn="1"/>
        </p:nvSpPr>
        <p:spPr bwMode="gray">
          <a:xfrm>
            <a:off x="1218724" y="4234990"/>
            <a:ext cx="9749790" cy="1579920"/>
          </a:xfrm>
          <a:prstGeom prst="rect">
            <a:avLst/>
          </a:prstGeom>
          <a:noFill/>
          <a:ln w="9525">
            <a:noFill/>
            <a:miter lim="800000"/>
            <a:headEnd/>
            <a:tailEnd/>
          </a:ln>
        </p:spPr>
        <p:txBody>
          <a:bodyPr lIns="0" tIns="0" rIns="0" bIns="0">
            <a:spAutoFit/>
          </a:bodyPr>
          <a:lstStyle/>
          <a:p>
            <a:pPr algn="just" defTabSz="1217070" fontAlgn="auto">
              <a:spcBef>
                <a:spcPts val="800"/>
              </a:spcBef>
              <a:spcAft>
                <a:spcPts val="0"/>
              </a:spcAft>
              <a:defRPr/>
            </a:pPr>
            <a:r>
              <a:rPr lang="en-US" sz="1200" b="1" dirty="0">
                <a:solidFill>
                  <a:srgbClr val="625756"/>
                </a:solidFill>
                <a:latin typeface="Arial"/>
                <a:cs typeface="Arial" charset="0"/>
              </a:rPr>
              <a:t>Safe Harbor</a:t>
            </a:r>
          </a:p>
          <a:p>
            <a:pPr algn="just" defTabSz="1217070" fontAlgn="auto">
              <a:spcBef>
                <a:spcPts val="800"/>
              </a:spcBef>
              <a:spcAft>
                <a:spcPts val="0"/>
              </a:spcAft>
              <a:defRPr/>
            </a:pPr>
            <a:r>
              <a:rPr lang="en-US" sz="1200" dirty="0">
                <a:solidFill>
                  <a:srgbClr val="625756"/>
                </a:solidFill>
                <a:latin typeface="Arial"/>
                <a:cs typeface="Arial" charset="0"/>
              </a:rPr>
              <a:t>This document contains forward-looking statements within the meaning of section 27A of Securities Act of 1933, as amended, and section 21E of the Securities Exchange Act of 1934, as amended. The forward-looking statements contained herein are subject to certain risks and uncertainties that could cause actual results to differ materially from those reflected in the forward-looking statements. Satyam undertakes no duty to update any forward-looking statements. For a discussion of the risks associated with our business, please see the discussions under the heading “Risk Factors” in our report on Form 6-K concerning the quarter ended September 30, 2008, furnished to the Securities and Exchange Commission on 07 November, 2008, and the other reports filed with the Securities and Exchange Commission from time to time. These filings are available at http://www.sec.gov</a:t>
            </a:r>
            <a:endParaRPr lang="en-US" sz="1200" b="1" dirty="0">
              <a:solidFill>
                <a:srgbClr val="625756"/>
              </a:solidFill>
              <a:latin typeface="Arial"/>
              <a:cs typeface="Arial" charset="0"/>
            </a:endParaRPr>
          </a:p>
        </p:txBody>
      </p:sp>
      <p:sp>
        <p:nvSpPr>
          <p:cNvPr id="2" name="Title 1"/>
          <p:cNvSpPr>
            <a:spLocks noGrp="1"/>
          </p:cNvSpPr>
          <p:nvPr>
            <p:ph type="title"/>
          </p:nvPr>
        </p:nvSpPr>
        <p:spPr>
          <a:xfrm>
            <a:off x="1218724" y="1368317"/>
            <a:ext cx="9749790" cy="661720"/>
          </a:xfrm>
        </p:spPr>
        <p:txBody>
          <a:bodyPr/>
          <a:lstStyle>
            <a:lvl1pPr algn="l">
              <a:defRPr/>
            </a:lvl1pPr>
          </a:lstStyle>
          <a:p>
            <a:r>
              <a:rPr lang="en-US" dirty="0"/>
              <a:t>Click to edit Master title style</a:t>
            </a:r>
          </a:p>
        </p:txBody>
      </p:sp>
    </p:spTree>
    <p:extLst>
      <p:ext uri="{BB962C8B-B14F-4D97-AF65-F5344CB8AC3E}">
        <p14:creationId xmlns:p14="http://schemas.microsoft.com/office/powerpoint/2010/main" val="901412105"/>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userDrawn="1">
  <p:cSld name="2_Content slide">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8" name="TextBox 7"/>
          <p:cNvSpPr txBox="1"/>
          <p:nvPr userDrawn="1"/>
        </p:nvSpPr>
        <p:spPr>
          <a:xfrm>
            <a:off x="11633354" y="6592339"/>
            <a:ext cx="395689" cy="184666"/>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algn="ctr" defTabSz="1217070">
              <a:buFont typeface="Arial" pitchFamily="34" charset="0"/>
              <a:buNone/>
            </a:pPr>
            <a:fld id="{E9F1ABD7-E364-42D4-BB33-F145D32B102C}" type="slidenum">
              <a:rPr lang="en-US" sz="1200" b="1">
                <a:solidFill>
                  <a:srgbClr val="C00000"/>
                </a:solidFill>
                <a:latin typeface="Arial"/>
                <a:cs typeface="Arial" charset="0"/>
              </a:rPr>
              <a:pPr algn="ctr" defTabSz="1217070">
                <a:buFont typeface="Arial" pitchFamily="34" charset="0"/>
                <a:buNone/>
              </a:pPr>
              <a:t>‹#›</a:t>
            </a:fld>
            <a:endParaRPr lang="en-US" sz="1200" b="1" dirty="0">
              <a:solidFill>
                <a:srgbClr val="C00000"/>
              </a:solidFill>
              <a:latin typeface="Arial"/>
              <a:cs typeface="Arial" charset="0"/>
            </a:endParaRPr>
          </a:p>
        </p:txBody>
      </p:sp>
    </p:spTree>
    <p:extLst>
      <p:ext uri="{BB962C8B-B14F-4D97-AF65-F5344CB8AC3E}">
        <p14:creationId xmlns:p14="http://schemas.microsoft.com/office/powerpoint/2010/main" val="3096486594"/>
      </p:ext>
    </p:extLst>
  </p:cSld>
  <p:clrMapOvr>
    <a:masterClrMapping/>
  </p:clrMapOvr>
  <p:hf hdr="0" ftr="0" dt="0"/>
</p:sldLayout>
</file>

<file path=ppt/slideLayouts/slideLayout180.xml><?xml version="1.0" encoding="utf-8"?>
<p:sldLayout xmlns:a="http://schemas.openxmlformats.org/drawingml/2006/main" xmlns:r="http://schemas.openxmlformats.org/officeDocument/2006/relationships" xmlns:p="http://schemas.openxmlformats.org/presentationml/2006/main" userDrawn="1">
  <p:cSld name="3_Content slide">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8" name="TextBox 7"/>
          <p:cNvSpPr txBox="1"/>
          <p:nvPr userDrawn="1"/>
        </p:nvSpPr>
        <p:spPr>
          <a:xfrm>
            <a:off x="11633354" y="6592339"/>
            <a:ext cx="395689" cy="184666"/>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algn="ctr" defTabSz="1217070">
              <a:buFont typeface="Arial" pitchFamily="34" charset="0"/>
              <a:buNone/>
            </a:pPr>
            <a:fld id="{E9F1ABD7-E364-42D4-BB33-F145D32B102C}" type="slidenum">
              <a:rPr lang="en-US" sz="1200" b="1">
                <a:solidFill>
                  <a:srgbClr val="C00000"/>
                </a:solidFill>
                <a:latin typeface="Arial"/>
                <a:cs typeface="Arial" charset="0"/>
              </a:rPr>
              <a:pPr algn="ctr" defTabSz="1217070">
                <a:buFont typeface="Arial" pitchFamily="34" charset="0"/>
                <a:buNone/>
              </a:pPr>
              <a:t>‹#›</a:t>
            </a:fld>
            <a:endParaRPr lang="en-US" sz="1200" b="1" dirty="0">
              <a:solidFill>
                <a:srgbClr val="C00000"/>
              </a:solidFill>
              <a:latin typeface="Arial"/>
              <a:cs typeface="Arial" charset="0"/>
            </a:endParaRPr>
          </a:p>
        </p:txBody>
      </p:sp>
    </p:spTree>
    <p:extLst>
      <p:ext uri="{BB962C8B-B14F-4D97-AF65-F5344CB8AC3E}">
        <p14:creationId xmlns:p14="http://schemas.microsoft.com/office/powerpoint/2010/main" val="2219005822"/>
      </p:ext>
    </p:extLst>
  </p:cSld>
  <p:clrMapOvr>
    <a:masterClrMapping/>
  </p:clrMapOvr>
  <p:hf hdr="0" ftr="0" dt="0"/>
</p:sldLayout>
</file>

<file path=ppt/slideLayouts/slideLayout181.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99" y="143"/>
            <a:ext cx="5289698" cy="1443544"/>
          </a:xfrm>
          <a:prstGeom prst="rect">
            <a:avLst/>
          </a:prstGeom>
        </p:spPr>
      </p:pic>
      <p:sp>
        <p:nvSpPr>
          <p:cNvPr id="10" name="Slide Number Placeholder 5"/>
          <p:cNvSpPr txBox="1">
            <a:spLocks/>
          </p:cNvSpPr>
          <p:nvPr userDrawn="1"/>
        </p:nvSpPr>
        <p:spPr bwMode="auto">
          <a:xfrm>
            <a:off x="11668807" y="6600299"/>
            <a:ext cx="299313" cy="184666"/>
          </a:xfrm>
          <a:prstGeom prst="rect">
            <a:avLst/>
          </a:prstGeom>
          <a:noFill/>
          <a:ln w="9525">
            <a:noFill/>
            <a:miter lim="800000"/>
            <a:headEnd/>
            <a:tailEnd/>
          </a:ln>
        </p:spPr>
        <p:txBody>
          <a:bodyPr wrap="none" lIns="0" tIns="0" rIns="0" bIns="0" anchor="ctr">
            <a:spAutoFit/>
          </a:bodyPr>
          <a:lstStyle/>
          <a:p>
            <a:pPr algn="r" defTabSz="1217070" fontAlgn="auto">
              <a:spcBef>
                <a:spcPts val="0"/>
              </a:spcBef>
              <a:spcAft>
                <a:spcPts val="0"/>
              </a:spcAft>
              <a:defRPr/>
            </a:pPr>
            <a:fld id="{6856ECDB-1CEE-4F69-ADCA-557460F2116E}" type="slidenum">
              <a:rPr lang="en-US" sz="1200">
                <a:solidFill>
                  <a:srgbClr val="6D6E71"/>
                </a:solidFill>
                <a:latin typeface="Arial"/>
              </a:rPr>
              <a:pPr algn="r" defTabSz="1217070" fontAlgn="auto">
                <a:spcBef>
                  <a:spcPts val="0"/>
                </a:spcBef>
                <a:spcAft>
                  <a:spcPts val="0"/>
                </a:spcAft>
                <a:defRPr/>
              </a:pPr>
              <a:t>‹#›</a:t>
            </a:fld>
            <a:endParaRPr lang="en-US" sz="1200" dirty="0">
              <a:solidFill>
                <a:srgbClr val="6D6E71"/>
              </a:solidFill>
              <a:latin typeface="Arial"/>
            </a:endParaRPr>
          </a:p>
        </p:txBody>
      </p:sp>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
        <p:nvSpPr>
          <p:cNvPr id="6" name="Rectangle 19"/>
          <p:cNvSpPr>
            <a:spLocks noChangeArrowheads="1"/>
          </p:cNvSpPr>
          <p:nvPr userDrawn="1"/>
        </p:nvSpPr>
        <p:spPr bwMode="gray">
          <a:xfrm>
            <a:off x="80" y="2150454"/>
            <a:ext cx="12187238" cy="2499304"/>
          </a:xfrm>
          <a:prstGeom prst="rect">
            <a:avLst/>
          </a:prstGeom>
          <a:solidFill>
            <a:schemeClr val="tx1">
              <a:lumMod val="65000"/>
              <a:lumOff val="35000"/>
            </a:schemeClr>
          </a:solidFill>
          <a:ln w="9525">
            <a:noFill/>
            <a:miter lim="800000"/>
            <a:headEnd/>
            <a:tailEnd/>
          </a:ln>
          <a:effectLst/>
        </p:spPr>
        <p:txBody>
          <a:bodyPr wrap="none" lIns="121693" tIns="60849" rIns="121693" bIns="60849" anchor="ctr"/>
          <a:lstStyle/>
          <a:p>
            <a:pPr defTabSz="1216951" fontAlgn="auto">
              <a:spcBef>
                <a:spcPts val="0"/>
              </a:spcBef>
              <a:spcAft>
                <a:spcPts val="0"/>
              </a:spcAft>
            </a:pPr>
            <a:endParaRPr lang="en-US" sz="2400" dirty="0">
              <a:solidFill>
                <a:prstClr val="black"/>
              </a:solidFill>
              <a:latin typeface="Arial"/>
              <a:cs typeface="+mn-cs"/>
            </a:endParaRPr>
          </a:p>
        </p:txBody>
      </p:sp>
      <p:sp>
        <p:nvSpPr>
          <p:cNvPr id="8" name="Freeform 20"/>
          <p:cNvSpPr>
            <a:spLocks/>
          </p:cNvSpPr>
          <p:nvPr userDrawn="1"/>
        </p:nvSpPr>
        <p:spPr bwMode="gray">
          <a:xfrm>
            <a:off x="-12631" y="2138858"/>
            <a:ext cx="10981211" cy="2272238"/>
          </a:xfrm>
          <a:custGeom>
            <a:avLst/>
            <a:gdLst/>
            <a:ahLst/>
            <a:cxnLst>
              <a:cxn ang="0">
                <a:pos x="0" y="0"/>
              </a:cxn>
              <a:cxn ang="0">
                <a:pos x="5049" y="2"/>
              </a:cxn>
              <a:cxn ang="0">
                <a:pos x="5048" y="1458"/>
              </a:cxn>
              <a:cxn ang="0">
                <a:pos x="0" y="1471"/>
              </a:cxn>
              <a:cxn ang="0">
                <a:pos x="0" y="0"/>
              </a:cxn>
            </a:cxnLst>
            <a:rect l="0" t="0" r="r" b="b"/>
            <a:pathLst>
              <a:path w="5049" h="1471">
                <a:moveTo>
                  <a:pt x="0" y="0"/>
                </a:moveTo>
                <a:lnTo>
                  <a:pt x="5049" y="2"/>
                </a:lnTo>
                <a:lnTo>
                  <a:pt x="5048" y="1458"/>
                </a:lnTo>
                <a:lnTo>
                  <a:pt x="0" y="1471"/>
                </a:lnTo>
                <a:lnTo>
                  <a:pt x="0" y="0"/>
                </a:lnTo>
                <a:close/>
              </a:path>
            </a:pathLst>
          </a:custGeom>
          <a:solidFill>
            <a:srgbClr val="DC4128"/>
          </a:solidFill>
          <a:ln w="25400" cap="flat" cmpd="sng" algn="ctr">
            <a:noFill/>
            <a:prstDash val="solid"/>
          </a:ln>
          <a:effectLst/>
        </p:spPr>
        <p:txBody>
          <a:bodyPr lIns="121693" tIns="60849" rIns="121693" bIns="60849" anchor="ctr"/>
          <a:lstStyle/>
          <a:p>
            <a:pPr algn="ctr" defTabSz="1216832" fontAlgn="auto">
              <a:spcBef>
                <a:spcPts val="0"/>
              </a:spcBef>
              <a:spcAft>
                <a:spcPts val="0"/>
              </a:spcAft>
              <a:defRPr/>
            </a:pPr>
            <a:endParaRPr lang="en-US" sz="5500" b="1" kern="0" dirty="0">
              <a:solidFill>
                <a:sysClr val="window" lastClr="FFFFFF"/>
              </a:solidFill>
              <a:latin typeface="Arial"/>
              <a:cs typeface="+mn-cs"/>
            </a:endParaRPr>
          </a:p>
        </p:txBody>
      </p:sp>
      <p:sp>
        <p:nvSpPr>
          <p:cNvPr id="9" name="AutoShape 21"/>
          <p:cNvSpPr>
            <a:spLocks noChangeArrowheads="1"/>
          </p:cNvSpPr>
          <p:nvPr userDrawn="1"/>
        </p:nvSpPr>
        <p:spPr bwMode="gray">
          <a:xfrm>
            <a:off x="10257614" y="5944976"/>
            <a:ext cx="812483" cy="533524"/>
          </a:xfrm>
          <a:prstGeom prst="hexagon">
            <a:avLst>
              <a:gd name="adj" fmla="val 28571"/>
              <a:gd name="vf" fmla="val 115470"/>
            </a:avLst>
          </a:prstGeom>
          <a:solidFill>
            <a:schemeClr val="tx1">
              <a:lumMod val="65000"/>
              <a:lumOff val="35000"/>
            </a:schemeClr>
          </a:solidFill>
          <a:ln w="9525">
            <a:noFill/>
            <a:miter lim="800000"/>
            <a:headEnd/>
            <a:tailEnd/>
          </a:ln>
          <a:effectLst/>
        </p:spPr>
        <p:txBody>
          <a:bodyPr wrap="none" lIns="121693" tIns="60849" rIns="121693" bIns="60849" anchor="ctr"/>
          <a:lstStyle/>
          <a:p>
            <a:pPr defTabSz="1216951" fontAlgn="auto">
              <a:spcBef>
                <a:spcPts val="0"/>
              </a:spcBef>
              <a:spcAft>
                <a:spcPts val="0"/>
              </a:spcAft>
            </a:pPr>
            <a:endParaRPr lang="en-US" sz="2400" dirty="0">
              <a:solidFill>
                <a:prstClr val="black"/>
              </a:solidFill>
              <a:latin typeface="Arial"/>
              <a:cs typeface="+mn-cs"/>
            </a:endParaRPr>
          </a:p>
        </p:txBody>
      </p:sp>
      <p:sp>
        <p:nvSpPr>
          <p:cNvPr id="11" name="AutoShape 22"/>
          <p:cNvSpPr>
            <a:spLocks noChangeArrowheads="1"/>
          </p:cNvSpPr>
          <p:nvPr userDrawn="1"/>
        </p:nvSpPr>
        <p:spPr bwMode="gray">
          <a:xfrm>
            <a:off x="10968537" y="5640105"/>
            <a:ext cx="812483" cy="533524"/>
          </a:xfrm>
          <a:prstGeom prst="hexagon">
            <a:avLst>
              <a:gd name="adj" fmla="val 28571"/>
              <a:gd name="vf" fmla="val 115470"/>
            </a:avLst>
          </a:prstGeom>
          <a:solidFill>
            <a:srgbClr val="C00000"/>
          </a:solidFill>
          <a:ln w="9525">
            <a:noFill/>
            <a:miter lim="800000"/>
            <a:headEnd/>
            <a:tailEnd/>
          </a:ln>
          <a:effectLst/>
        </p:spPr>
        <p:txBody>
          <a:bodyPr wrap="none" lIns="121693" tIns="60849" rIns="121693" bIns="60849" anchor="ctr"/>
          <a:lstStyle/>
          <a:p>
            <a:pPr defTabSz="1216951" fontAlgn="auto">
              <a:spcBef>
                <a:spcPts val="0"/>
              </a:spcBef>
              <a:spcAft>
                <a:spcPts val="0"/>
              </a:spcAft>
            </a:pPr>
            <a:endParaRPr lang="en-US" sz="2400" dirty="0">
              <a:solidFill>
                <a:prstClr val="black"/>
              </a:solidFill>
              <a:latin typeface="Arial"/>
              <a:cs typeface="+mn-cs"/>
            </a:endParaRPr>
          </a:p>
        </p:txBody>
      </p:sp>
      <p:sp>
        <p:nvSpPr>
          <p:cNvPr id="12" name="AutoShape 23"/>
          <p:cNvSpPr>
            <a:spLocks noChangeArrowheads="1"/>
          </p:cNvSpPr>
          <p:nvPr userDrawn="1"/>
        </p:nvSpPr>
        <p:spPr bwMode="gray">
          <a:xfrm>
            <a:off x="10955842" y="6230793"/>
            <a:ext cx="812483" cy="533524"/>
          </a:xfrm>
          <a:prstGeom prst="hexagon">
            <a:avLst>
              <a:gd name="adj" fmla="val 28571"/>
              <a:gd name="vf" fmla="val 115470"/>
            </a:avLst>
          </a:prstGeom>
          <a:solidFill>
            <a:schemeClr val="tx2">
              <a:lumMod val="60000"/>
              <a:lumOff val="40000"/>
            </a:schemeClr>
          </a:solidFill>
          <a:ln w="9525">
            <a:noFill/>
            <a:miter lim="800000"/>
            <a:headEnd/>
            <a:tailEnd/>
          </a:ln>
          <a:effectLst/>
        </p:spPr>
        <p:txBody>
          <a:bodyPr wrap="none" lIns="121693" tIns="60849" rIns="121693" bIns="60849" anchor="ctr"/>
          <a:lstStyle/>
          <a:p>
            <a:pPr defTabSz="1216951" fontAlgn="auto">
              <a:spcBef>
                <a:spcPts val="0"/>
              </a:spcBef>
              <a:spcAft>
                <a:spcPts val="0"/>
              </a:spcAft>
            </a:pPr>
            <a:endParaRPr lang="en-US" sz="2400" dirty="0">
              <a:solidFill>
                <a:prstClr val="black"/>
              </a:solidFill>
              <a:latin typeface="Arial"/>
              <a:cs typeface="+mn-cs"/>
            </a:endParaRPr>
          </a:p>
        </p:txBody>
      </p:sp>
      <p:sp>
        <p:nvSpPr>
          <p:cNvPr id="13" name="Title 8"/>
          <p:cNvSpPr>
            <a:spLocks noGrp="1"/>
          </p:cNvSpPr>
          <p:nvPr>
            <p:ph type="title" hasCustomPrompt="1"/>
          </p:nvPr>
        </p:nvSpPr>
        <p:spPr>
          <a:xfrm>
            <a:off x="4773352" y="2591628"/>
            <a:ext cx="5992059" cy="492443"/>
          </a:xfrm>
        </p:spPr>
        <p:txBody>
          <a:bodyPr wrap="square">
            <a:spAutoFit/>
          </a:bodyPr>
          <a:lstStyle>
            <a:lvl1pPr algn="l">
              <a:defRPr sz="3200">
                <a:solidFill>
                  <a:schemeClr val="bg1"/>
                </a:solidFill>
              </a:defRPr>
            </a:lvl1pPr>
          </a:lstStyle>
          <a:p>
            <a:r>
              <a:rPr lang="en-US" dirty="0"/>
              <a:t>Click to Edit Master Title Style</a:t>
            </a:r>
          </a:p>
        </p:txBody>
      </p:sp>
      <p:sp>
        <p:nvSpPr>
          <p:cNvPr id="14" name="Subtitle 2"/>
          <p:cNvSpPr>
            <a:spLocks noGrp="1"/>
          </p:cNvSpPr>
          <p:nvPr>
            <p:ph type="subTitle" idx="1" hasCustomPrompt="1"/>
          </p:nvPr>
        </p:nvSpPr>
        <p:spPr>
          <a:xfrm>
            <a:off x="4773438" y="3810882"/>
            <a:ext cx="6093619" cy="381088"/>
          </a:xfrm>
        </p:spPr>
        <p:txBody>
          <a:bodyPr anchor="b" anchorCtr="0">
            <a:noAutofit/>
          </a:bodyPr>
          <a:lstStyle>
            <a:lvl1pPr marL="0" indent="0" algn="l">
              <a:buNone/>
              <a:defRPr>
                <a:solidFill>
                  <a:schemeClr val="bg1">
                    <a:lumMod val="95000"/>
                  </a:schemeClr>
                </a:solidFill>
              </a:defRPr>
            </a:lvl1pPr>
            <a:lvl2pPr marL="608473" indent="0" algn="ctr">
              <a:buNone/>
              <a:defRPr>
                <a:solidFill>
                  <a:schemeClr val="tx1">
                    <a:tint val="75000"/>
                  </a:schemeClr>
                </a:solidFill>
              </a:defRPr>
            </a:lvl2pPr>
            <a:lvl3pPr marL="1216951" indent="0" algn="ctr">
              <a:buNone/>
              <a:defRPr>
                <a:solidFill>
                  <a:schemeClr val="tx1">
                    <a:tint val="75000"/>
                  </a:schemeClr>
                </a:solidFill>
              </a:defRPr>
            </a:lvl3pPr>
            <a:lvl4pPr marL="1825425" indent="0" algn="ctr">
              <a:buNone/>
              <a:defRPr>
                <a:solidFill>
                  <a:schemeClr val="tx1">
                    <a:tint val="75000"/>
                  </a:schemeClr>
                </a:solidFill>
              </a:defRPr>
            </a:lvl4pPr>
            <a:lvl5pPr marL="2433898" indent="0" algn="ctr">
              <a:buNone/>
              <a:defRPr>
                <a:solidFill>
                  <a:schemeClr val="tx1">
                    <a:tint val="75000"/>
                  </a:schemeClr>
                </a:solidFill>
              </a:defRPr>
            </a:lvl5pPr>
            <a:lvl6pPr marL="3042374" indent="0" algn="ctr">
              <a:buNone/>
              <a:defRPr>
                <a:solidFill>
                  <a:schemeClr val="tx1">
                    <a:tint val="75000"/>
                  </a:schemeClr>
                </a:solidFill>
              </a:defRPr>
            </a:lvl6pPr>
            <a:lvl7pPr marL="3650853" indent="0" algn="ctr">
              <a:buNone/>
              <a:defRPr>
                <a:solidFill>
                  <a:schemeClr val="tx1">
                    <a:tint val="75000"/>
                  </a:schemeClr>
                </a:solidFill>
              </a:defRPr>
            </a:lvl7pPr>
            <a:lvl8pPr marL="4259326" indent="0" algn="ctr">
              <a:buNone/>
              <a:defRPr>
                <a:solidFill>
                  <a:schemeClr val="tx1">
                    <a:tint val="75000"/>
                  </a:schemeClr>
                </a:solidFill>
              </a:defRPr>
            </a:lvl8pPr>
            <a:lvl9pPr marL="4867793" indent="0" algn="ctr">
              <a:buNone/>
              <a:defRPr>
                <a:solidFill>
                  <a:schemeClr val="tx1">
                    <a:tint val="75000"/>
                  </a:schemeClr>
                </a:solidFill>
              </a:defRPr>
            </a:lvl9pPr>
          </a:lstStyle>
          <a:p>
            <a:r>
              <a:rPr lang="en-US" dirty="0"/>
              <a:t>Click to Edit Master Subtitle Style</a:t>
            </a:r>
          </a:p>
        </p:txBody>
      </p:sp>
      <p:sp>
        <p:nvSpPr>
          <p:cNvPr id="16" name="Rectangle 15"/>
          <p:cNvSpPr/>
          <p:nvPr userDrawn="1"/>
        </p:nvSpPr>
        <p:spPr>
          <a:xfrm>
            <a:off x="71" y="4395877"/>
            <a:ext cx="10968516" cy="267285"/>
          </a:xfrm>
          <a:prstGeom prst="rect">
            <a:avLst/>
          </a:prstGeom>
          <a:solidFill>
            <a:srgbClr val="DC4128">
              <a:alpha val="42000"/>
            </a:srgbClr>
          </a:solidFill>
          <a:ln w="25400" cap="flat" cmpd="sng" algn="ctr">
            <a:noFill/>
            <a:prstDash val="solid"/>
          </a:ln>
          <a:effectLst/>
        </p:spPr>
        <p:txBody>
          <a:bodyPr lIns="121693" tIns="60849" rIns="121693" bIns="60849" anchor="ctr"/>
          <a:lstStyle/>
          <a:p>
            <a:pPr algn="ctr" defTabSz="1216832" fontAlgn="auto">
              <a:spcBef>
                <a:spcPts val="0"/>
              </a:spcBef>
              <a:spcAft>
                <a:spcPts val="0"/>
              </a:spcAft>
              <a:defRPr/>
            </a:pPr>
            <a:endParaRPr lang="en-US" sz="5500" b="1" kern="0" dirty="0">
              <a:solidFill>
                <a:sysClr val="window" lastClr="FFFFFF"/>
              </a:solidFill>
              <a:latin typeface="Arial"/>
              <a:cs typeface="+mn-cs"/>
            </a:endParaRPr>
          </a:p>
        </p:txBody>
      </p:sp>
      <p:sp>
        <p:nvSpPr>
          <p:cNvPr id="17" name="Rectangle 16"/>
          <p:cNvSpPr/>
          <p:nvPr userDrawn="1"/>
        </p:nvSpPr>
        <p:spPr>
          <a:xfrm>
            <a:off x="1421865" y="4725689"/>
            <a:ext cx="9635767" cy="248806"/>
          </a:xfrm>
          <a:prstGeom prst="rect">
            <a:avLst/>
          </a:prstGeom>
          <a:solidFill>
            <a:schemeClr val="tx1">
              <a:lumMod val="50000"/>
              <a:lumOff val="50000"/>
              <a:alpha val="73000"/>
            </a:schemeClr>
          </a:solidFill>
          <a:ln w="9525">
            <a:noFill/>
            <a:round/>
            <a:headEnd/>
            <a:tailEnd/>
          </a:ln>
          <a:effectLst/>
        </p:spPr>
        <p:txBody>
          <a:bodyPr lIns="121693" tIns="60849" rIns="121693" bIns="60849"/>
          <a:lstStyle/>
          <a:p>
            <a:pPr defTabSz="1216951" fontAlgn="auto">
              <a:spcBef>
                <a:spcPts val="0"/>
              </a:spcBef>
              <a:spcAft>
                <a:spcPts val="0"/>
              </a:spcAft>
            </a:pPr>
            <a:endParaRPr lang="en-US" sz="2400" dirty="0">
              <a:solidFill>
                <a:prstClr val="black"/>
              </a:solidFill>
              <a:latin typeface="Arial"/>
              <a:cs typeface="+mn-cs"/>
            </a:endParaRPr>
          </a:p>
        </p:txBody>
      </p:sp>
      <p:pic>
        <p:nvPicPr>
          <p:cNvPr id="18" name="Picture 2" descr="http://t2.gstatic.com/images?q=tbn:ANd9GcR0TWeJIUFg0FLy1cDQBvvkSj-ibtmFGu1LV2ktVx__qvihgstr"/>
          <p:cNvPicPr>
            <a:picLocks noChangeAspect="1" noChangeArrowheads="1"/>
          </p:cNvPicPr>
          <p:nvPr userDrawn="1"/>
        </p:nvPicPr>
        <p:blipFill>
          <a:blip r:embed="rId4" cstate="print"/>
          <a:srcRect/>
          <a:stretch>
            <a:fillRect/>
          </a:stretch>
        </p:blipFill>
        <p:spPr bwMode="auto">
          <a:xfrm>
            <a:off x="-18320" y="2136730"/>
            <a:ext cx="4579448" cy="2515589"/>
          </a:xfrm>
          <a:prstGeom prst="rect">
            <a:avLst/>
          </a:prstGeom>
          <a:noFill/>
        </p:spPr>
      </p:pic>
    </p:spTree>
    <p:extLst>
      <p:ext uri="{BB962C8B-B14F-4D97-AF65-F5344CB8AC3E}">
        <p14:creationId xmlns:p14="http://schemas.microsoft.com/office/powerpoint/2010/main" val="985924260"/>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4" name="Oval 3"/>
          <p:cNvSpPr/>
          <p:nvPr userDrawn="1"/>
        </p:nvSpPr>
        <p:spPr>
          <a:xfrm>
            <a:off x="11781000" y="6580123"/>
            <a:ext cx="372386" cy="279465"/>
          </a:xfrm>
          <a:prstGeom prst="ellipse">
            <a:avLst/>
          </a:prstGeom>
          <a:solidFill>
            <a:srgbClr val="BE3A3A"/>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705" tIns="60850" rIns="121705" bIns="60850" rtlCol="0" anchor="ctr"/>
          <a:lstStyle/>
          <a:p>
            <a:pPr algn="ctr" defTabSz="1217070"/>
            <a:endParaRPr lang="en-US" sz="2400" dirty="0">
              <a:solidFill>
                <a:prstClr val="white"/>
              </a:solidFill>
            </a:endParaRPr>
          </a:p>
        </p:txBody>
      </p:sp>
      <p:sp>
        <p:nvSpPr>
          <p:cNvPr id="5" name="Slide Number Placeholder 5"/>
          <p:cNvSpPr txBox="1">
            <a:spLocks/>
          </p:cNvSpPr>
          <p:nvPr userDrawn="1"/>
        </p:nvSpPr>
        <p:spPr bwMode="auto">
          <a:xfrm>
            <a:off x="11848712" y="6538732"/>
            <a:ext cx="230202" cy="338554"/>
          </a:xfrm>
          <a:prstGeom prst="rect">
            <a:avLst/>
          </a:prstGeom>
          <a:noFill/>
          <a:ln w="9525">
            <a:noFill/>
            <a:miter lim="800000"/>
            <a:headEnd/>
            <a:tailEnd/>
          </a:ln>
        </p:spPr>
        <p:txBody>
          <a:bodyPr wrap="square" lIns="0" tIns="0" rIns="0" bIns="0" anchor="ctr">
            <a:spAutoFit/>
          </a:bodyPr>
          <a:lstStyle/>
          <a:p>
            <a:pPr algn="ctr" defTabSz="1217070" fontAlgn="auto">
              <a:spcBef>
                <a:spcPts val="0"/>
              </a:spcBef>
              <a:spcAft>
                <a:spcPts val="0"/>
              </a:spcAft>
              <a:defRPr/>
            </a:pPr>
            <a:fld id="{9EAA32C4-B930-479A-ACEC-DBA1A5739484}" type="slidenum">
              <a:rPr lang="en-US" sz="1100" b="1">
                <a:solidFill>
                  <a:prstClr val="white"/>
                </a:solidFill>
                <a:latin typeface="Calibri" pitchFamily="34" charset="0"/>
                <a:cs typeface="+mn-cs"/>
              </a:rPr>
              <a:pPr algn="ctr" defTabSz="1217070" fontAlgn="auto">
                <a:spcBef>
                  <a:spcPts val="0"/>
                </a:spcBef>
                <a:spcAft>
                  <a:spcPts val="0"/>
                </a:spcAft>
                <a:defRPr/>
              </a:pPr>
              <a:t>‹#›</a:t>
            </a:fld>
            <a:endParaRPr lang="en-US" sz="1100" b="1" dirty="0">
              <a:solidFill>
                <a:prstClr val="white"/>
              </a:solidFill>
              <a:latin typeface="Calibri" pitchFamily="34" charset="0"/>
              <a:cs typeface="+mn-cs"/>
            </a:endParaRPr>
          </a:p>
        </p:txBody>
      </p:sp>
    </p:spTree>
    <p:extLst>
      <p:ext uri="{BB962C8B-B14F-4D97-AF65-F5344CB8AC3E}">
        <p14:creationId xmlns:p14="http://schemas.microsoft.com/office/powerpoint/2010/main" val="3640842806"/>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userDrawn="1">
  <p:cSld name="4_Title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1821830" y="4582336"/>
            <a:ext cx="7119799" cy="277063"/>
          </a:xfrm>
        </p:spPr>
        <p:txBody>
          <a:bodyPr anchor="b" anchorCtr="0">
            <a:noAutofit/>
          </a:bodyPr>
          <a:lstStyle>
            <a:lvl1pPr marL="0" indent="0" algn="l">
              <a:buNone/>
              <a:defRPr>
                <a:solidFill>
                  <a:schemeClr val="bg2"/>
                </a:solidFill>
              </a:defRPr>
            </a:lvl1pPr>
            <a:lvl2pPr marL="608536" indent="0" algn="ctr">
              <a:buNone/>
              <a:defRPr>
                <a:solidFill>
                  <a:schemeClr val="tx1">
                    <a:tint val="75000"/>
                  </a:schemeClr>
                </a:solidFill>
              </a:defRPr>
            </a:lvl2pPr>
            <a:lvl3pPr marL="1217070" indent="0" algn="ctr">
              <a:buNone/>
              <a:defRPr>
                <a:solidFill>
                  <a:schemeClr val="tx1">
                    <a:tint val="75000"/>
                  </a:schemeClr>
                </a:solidFill>
              </a:defRPr>
            </a:lvl3pPr>
            <a:lvl4pPr marL="1825612" indent="0" algn="ctr">
              <a:buNone/>
              <a:defRPr>
                <a:solidFill>
                  <a:schemeClr val="tx1">
                    <a:tint val="75000"/>
                  </a:schemeClr>
                </a:solidFill>
              </a:defRPr>
            </a:lvl4pPr>
            <a:lvl5pPr marL="2434141" indent="0" algn="ctr">
              <a:buNone/>
              <a:defRPr>
                <a:solidFill>
                  <a:schemeClr val="tx1">
                    <a:tint val="75000"/>
                  </a:schemeClr>
                </a:solidFill>
              </a:defRPr>
            </a:lvl5pPr>
            <a:lvl6pPr marL="3042674" indent="0" algn="ctr">
              <a:buNone/>
              <a:defRPr>
                <a:solidFill>
                  <a:schemeClr val="tx1">
                    <a:tint val="75000"/>
                  </a:schemeClr>
                </a:solidFill>
              </a:defRPr>
            </a:lvl6pPr>
            <a:lvl7pPr marL="3651217" indent="0" algn="ctr">
              <a:buNone/>
              <a:defRPr>
                <a:solidFill>
                  <a:schemeClr val="tx1">
                    <a:tint val="75000"/>
                  </a:schemeClr>
                </a:solidFill>
              </a:defRPr>
            </a:lvl7pPr>
            <a:lvl8pPr marL="4259746" indent="0" algn="ctr">
              <a:buNone/>
              <a:defRPr>
                <a:solidFill>
                  <a:schemeClr val="tx1">
                    <a:tint val="75000"/>
                  </a:schemeClr>
                </a:solidFill>
              </a:defRPr>
            </a:lvl8pPr>
            <a:lvl9pPr marL="4868282"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a:xfrm>
            <a:off x="1821830" y="2215129"/>
            <a:ext cx="7119799" cy="1692771"/>
          </a:xfrm>
        </p:spPr>
        <p:txBody>
          <a:bodyPr wrap="square">
            <a:spAutoFit/>
          </a:bodyPr>
          <a:lstStyle>
            <a:lvl1pPr algn="l">
              <a:defRPr sz="5500">
                <a:solidFill>
                  <a:schemeClr val="tx2"/>
                </a:solidFill>
              </a:defRPr>
            </a:lvl1pPr>
          </a:lstStyle>
          <a:p>
            <a:r>
              <a:rPr lang="en-US" dirty="0"/>
              <a:t>Click to Edit Master Title Style</a:t>
            </a:r>
          </a:p>
        </p:txBody>
      </p:sp>
      <p:sp>
        <p:nvSpPr>
          <p:cNvPr id="8" name="Slide Number Placeholder 5"/>
          <p:cNvSpPr txBox="1">
            <a:spLocks/>
          </p:cNvSpPr>
          <p:nvPr userDrawn="1"/>
        </p:nvSpPr>
        <p:spPr bwMode="auto">
          <a:xfrm>
            <a:off x="11413317" y="6596013"/>
            <a:ext cx="374077" cy="230832"/>
          </a:xfrm>
          <a:prstGeom prst="rect">
            <a:avLst/>
          </a:prstGeom>
          <a:noFill/>
          <a:ln w="9525">
            <a:noFill/>
            <a:miter lim="800000"/>
            <a:headEnd/>
            <a:tailEnd/>
          </a:ln>
        </p:spPr>
        <p:txBody>
          <a:bodyPr wrap="none" lIns="0" tIns="0" rIns="0" bIns="0" anchor="ctr">
            <a:spAutoFit/>
          </a:bodyPr>
          <a:lstStyle/>
          <a:p>
            <a:pPr algn="r" defTabSz="1217070" fontAlgn="auto">
              <a:spcBef>
                <a:spcPts val="0"/>
              </a:spcBef>
              <a:spcAft>
                <a:spcPts val="0"/>
              </a:spcAft>
              <a:defRPr/>
            </a:pPr>
            <a:fld id="{6856ECDB-1CEE-4F69-ADCA-557460F2116E}" type="slidenum">
              <a:rPr lang="en-US" sz="1500">
                <a:solidFill>
                  <a:prstClr val="white"/>
                </a:solidFill>
                <a:latin typeface="Arial"/>
                <a:cs typeface="+mn-cs"/>
              </a:rPr>
              <a:pPr algn="r" defTabSz="1217070" fontAlgn="auto">
                <a:spcBef>
                  <a:spcPts val="0"/>
                </a:spcBef>
                <a:spcAft>
                  <a:spcPts val="0"/>
                </a:spcAft>
                <a:defRPr/>
              </a:pPr>
              <a:t>‹#›</a:t>
            </a:fld>
            <a:endParaRPr lang="en-US" sz="1500" dirty="0">
              <a:solidFill>
                <a:prstClr val="white"/>
              </a:solidFill>
              <a:latin typeface="Arial"/>
              <a:cs typeface="+mn-cs"/>
            </a:endParaRPr>
          </a:p>
        </p:txBody>
      </p:sp>
      <p:sp>
        <p:nvSpPr>
          <p:cNvPr id="11" name="Slide Number Placeholder 5"/>
          <p:cNvSpPr txBox="1">
            <a:spLocks/>
          </p:cNvSpPr>
          <p:nvPr userDrawn="1"/>
        </p:nvSpPr>
        <p:spPr bwMode="auto">
          <a:xfrm>
            <a:off x="11413317" y="6596013"/>
            <a:ext cx="374077" cy="230832"/>
          </a:xfrm>
          <a:prstGeom prst="rect">
            <a:avLst/>
          </a:prstGeom>
          <a:noFill/>
          <a:ln w="9525">
            <a:noFill/>
            <a:miter lim="800000"/>
            <a:headEnd/>
            <a:tailEnd/>
          </a:ln>
        </p:spPr>
        <p:txBody>
          <a:bodyPr wrap="none" lIns="0" tIns="0" rIns="0" bIns="0" anchor="ctr">
            <a:spAutoFit/>
          </a:bodyPr>
          <a:lstStyle/>
          <a:p>
            <a:pPr algn="r" defTabSz="1217070" fontAlgn="auto">
              <a:spcBef>
                <a:spcPts val="0"/>
              </a:spcBef>
              <a:spcAft>
                <a:spcPts val="0"/>
              </a:spcAft>
              <a:defRPr/>
            </a:pPr>
            <a:fld id="{6856ECDB-1CEE-4F69-ADCA-557460F2116E}" type="slidenum">
              <a:rPr lang="en-US" sz="1500">
                <a:solidFill>
                  <a:prstClr val="black"/>
                </a:solidFill>
                <a:latin typeface="Arial"/>
                <a:cs typeface="+mn-cs"/>
              </a:rPr>
              <a:pPr algn="r" defTabSz="1217070" fontAlgn="auto">
                <a:spcBef>
                  <a:spcPts val="0"/>
                </a:spcBef>
                <a:spcAft>
                  <a:spcPts val="0"/>
                </a:spcAft>
                <a:defRPr/>
              </a:pPr>
              <a:t>‹#›</a:t>
            </a:fld>
            <a:endParaRPr lang="en-US" sz="1500" dirty="0">
              <a:solidFill>
                <a:prstClr val="black"/>
              </a:solidFill>
              <a:latin typeface="Arial"/>
              <a:cs typeface="+mn-cs"/>
            </a:endParaRPr>
          </a:p>
        </p:txBody>
      </p:sp>
    </p:spTree>
    <p:extLst>
      <p:ext uri="{BB962C8B-B14F-4D97-AF65-F5344CB8AC3E}">
        <p14:creationId xmlns:p14="http://schemas.microsoft.com/office/powerpoint/2010/main" val="2449278591"/>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148" y="31"/>
            <a:ext cx="5289698" cy="1443544"/>
          </a:xfrm>
          <a:prstGeom prst="rect">
            <a:avLst/>
          </a:prstGeom>
        </p:spPr>
      </p:pic>
      <p:sp>
        <p:nvSpPr>
          <p:cNvPr id="10" name="Slide Number Placeholder 5"/>
          <p:cNvSpPr txBox="1">
            <a:spLocks/>
          </p:cNvSpPr>
          <p:nvPr userDrawn="1"/>
        </p:nvSpPr>
        <p:spPr bwMode="auto">
          <a:xfrm>
            <a:off x="11668807" y="6600299"/>
            <a:ext cx="299313" cy="184666"/>
          </a:xfrm>
          <a:prstGeom prst="rect">
            <a:avLst/>
          </a:prstGeom>
          <a:noFill/>
          <a:ln w="9525">
            <a:noFill/>
            <a:miter lim="800000"/>
            <a:headEnd/>
            <a:tailEnd/>
          </a:ln>
        </p:spPr>
        <p:txBody>
          <a:bodyPr wrap="none" lIns="0" tIns="0" rIns="0" bIns="0" anchor="ctr">
            <a:spAutoFit/>
          </a:bodyPr>
          <a:lstStyle/>
          <a:p>
            <a:pPr algn="r" defTabSz="1217070" fontAlgn="auto">
              <a:spcBef>
                <a:spcPts val="0"/>
              </a:spcBef>
              <a:spcAft>
                <a:spcPts val="0"/>
              </a:spcAft>
              <a:defRPr/>
            </a:pPr>
            <a:fld id="{6856ECDB-1CEE-4F69-ADCA-557460F2116E}" type="slidenum">
              <a:rPr lang="en-US" sz="1200">
                <a:solidFill>
                  <a:srgbClr val="6D6E71"/>
                </a:solidFill>
                <a:latin typeface="Arial"/>
              </a:rPr>
              <a:pPr algn="r" defTabSz="1217070" fontAlgn="auto">
                <a:spcBef>
                  <a:spcPts val="0"/>
                </a:spcBef>
                <a:spcAft>
                  <a:spcPts val="0"/>
                </a:spcAft>
                <a:defRPr/>
              </a:pPr>
              <a:t>‹#›</a:t>
            </a:fld>
            <a:endParaRPr lang="en-US" sz="1200" dirty="0">
              <a:solidFill>
                <a:srgbClr val="6D6E71"/>
              </a:solidFill>
              <a:latin typeface="Arial"/>
            </a:endParaRPr>
          </a:p>
        </p:txBody>
      </p:sp>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4221920974"/>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1_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35404" y="4054708"/>
            <a:ext cx="7346195" cy="277063"/>
          </a:xfrm>
        </p:spPr>
        <p:txBody>
          <a:bodyPr anchor="b" anchorCtr="0">
            <a:noAutofit/>
          </a:bodyPr>
          <a:lstStyle>
            <a:lvl1pPr marL="0" indent="0" algn="l">
              <a:buNone/>
              <a:defRPr b="1">
                <a:solidFill>
                  <a:schemeClr val="tx2"/>
                </a:solidFill>
                <a:latin typeface="Arial" pitchFamily="34" charset="0"/>
                <a:cs typeface="Arial" pitchFamily="34" charset="0"/>
              </a:defRPr>
            </a:lvl1pPr>
            <a:lvl2pPr marL="608536" indent="0" algn="ctr">
              <a:buNone/>
              <a:defRPr>
                <a:solidFill>
                  <a:schemeClr val="tx1">
                    <a:tint val="75000"/>
                  </a:schemeClr>
                </a:solidFill>
              </a:defRPr>
            </a:lvl2pPr>
            <a:lvl3pPr marL="1217070" indent="0" algn="ctr">
              <a:buNone/>
              <a:defRPr>
                <a:solidFill>
                  <a:schemeClr val="tx1">
                    <a:tint val="75000"/>
                  </a:schemeClr>
                </a:solidFill>
              </a:defRPr>
            </a:lvl3pPr>
            <a:lvl4pPr marL="1825612" indent="0" algn="ctr">
              <a:buNone/>
              <a:defRPr>
                <a:solidFill>
                  <a:schemeClr val="tx1">
                    <a:tint val="75000"/>
                  </a:schemeClr>
                </a:solidFill>
              </a:defRPr>
            </a:lvl4pPr>
            <a:lvl5pPr marL="2434141" indent="0" algn="ctr">
              <a:buNone/>
              <a:defRPr>
                <a:solidFill>
                  <a:schemeClr val="tx1">
                    <a:tint val="75000"/>
                  </a:schemeClr>
                </a:solidFill>
              </a:defRPr>
            </a:lvl5pPr>
            <a:lvl6pPr marL="3042674" indent="0" algn="ctr">
              <a:buNone/>
              <a:defRPr>
                <a:solidFill>
                  <a:schemeClr val="tx1">
                    <a:tint val="75000"/>
                  </a:schemeClr>
                </a:solidFill>
              </a:defRPr>
            </a:lvl6pPr>
            <a:lvl7pPr marL="3651217" indent="0" algn="ctr">
              <a:buNone/>
              <a:defRPr>
                <a:solidFill>
                  <a:schemeClr val="tx1">
                    <a:tint val="75000"/>
                  </a:schemeClr>
                </a:solidFill>
              </a:defRPr>
            </a:lvl7pPr>
            <a:lvl8pPr marL="4259746" indent="0" algn="ctr">
              <a:buNone/>
              <a:defRPr>
                <a:solidFill>
                  <a:schemeClr val="tx1">
                    <a:tint val="75000"/>
                  </a:schemeClr>
                </a:solidFill>
              </a:defRPr>
            </a:lvl8pPr>
            <a:lvl9pPr marL="4868282"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35404" y="2184987"/>
            <a:ext cx="7346195" cy="1692771"/>
          </a:xfrm>
        </p:spPr>
        <p:txBody>
          <a:bodyPr wrap="square">
            <a:spAutoFit/>
          </a:bodyPr>
          <a:lstStyle>
            <a:lvl1pPr algn="l">
              <a:defRPr sz="5500" b="1">
                <a:solidFill>
                  <a:schemeClr val="bg2"/>
                </a:solidFill>
                <a:latin typeface="Arial" pitchFamily="34" charset="0"/>
                <a:cs typeface="Arial" pitchFamily="34" charset="0"/>
              </a:defRPr>
            </a:lvl1pPr>
          </a:lstStyle>
          <a:p>
            <a:r>
              <a:rPr lang="en-US" dirty="0"/>
              <a:t>Click to Edit Master Title Style</a:t>
            </a:r>
          </a:p>
        </p:txBody>
      </p:sp>
      <p:pic>
        <p:nvPicPr>
          <p:cNvPr id="12" name="Picture 11"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148" y="31"/>
            <a:ext cx="5289698" cy="1443544"/>
          </a:xfrm>
          <a:prstGeom prst="rect">
            <a:avLst/>
          </a:prstGeom>
        </p:spPr>
      </p:pic>
      <p:pic>
        <p:nvPicPr>
          <p:cNvPr id="8" name="Picture 7"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3881254002"/>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4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226" y="719346"/>
            <a:ext cx="10962166"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90" y="1972162"/>
            <a:ext cx="10962167" cy="1846659"/>
          </a:xfrm>
        </p:spPr>
        <p:txBody>
          <a:bodyPr wrap="square">
            <a:spAutoFit/>
          </a:bodyPr>
          <a:lstStyle>
            <a:lvl1pPr algn="l" rtl="0" eaLnBrk="1" latinLnBrk="0" hangingPunct="1">
              <a:spcBef>
                <a:spcPts val="0"/>
              </a:spcBef>
              <a:spcAft>
                <a:spcPts val="0"/>
              </a:spcAft>
              <a:buClr>
                <a:schemeClr val="bg2"/>
              </a:buClr>
              <a:buSzPct val="120000"/>
              <a:defRPr lang="en-US" sz="24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910125" indent="-380334">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2282003" indent="-363424">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29877" indent="-304275">
              <a:spcBef>
                <a:spcPts val="0"/>
              </a:spcBef>
              <a:spcAft>
                <a:spcPts val="0"/>
              </a:spcAft>
              <a:buSzPct val="70000"/>
              <a:defRPr sz="2400" baseline="0">
                <a:latin typeface="Arial" pitchFamily="34" charset="0"/>
                <a:cs typeface="Arial" pitchFamily="34" charset="0"/>
              </a:defRPr>
            </a:lvl8pPr>
            <a:lvl9pPr marL="2427804" indent="-297933">
              <a:spcBef>
                <a:spcPts val="0"/>
              </a:spcBef>
              <a:spcAft>
                <a:spcPts val="0"/>
              </a:spcAft>
              <a:buSzPct val="70000"/>
              <a:buFont typeface="Arial" pitchFamily="34" charset="0"/>
              <a:buChar char="–"/>
              <a:defRPr sz="2400">
                <a:latin typeface="Arial" pitchFamily="34" charset="0"/>
                <a:cs typeface="Arial" pitchFamily="34" charset="0"/>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pic>
        <p:nvPicPr>
          <p:cNvPr id="4" name="Picture 3" descr="Mahindra Logo.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2838722388"/>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1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226" y="719346"/>
            <a:ext cx="10962166"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90" y="1972162"/>
            <a:ext cx="10962167" cy="1846659"/>
          </a:xfrm>
        </p:spPr>
        <p:txBody>
          <a:bodyPr wrap="square">
            <a:spAutoFit/>
          </a:bodyPr>
          <a:lstStyle>
            <a:lvl1pPr algn="l" rtl="0" eaLnBrk="1" latinLnBrk="0" hangingPunct="1">
              <a:spcBef>
                <a:spcPts val="0"/>
              </a:spcBef>
              <a:spcAft>
                <a:spcPts val="0"/>
              </a:spcAft>
              <a:buClr>
                <a:schemeClr val="bg2"/>
              </a:buClr>
              <a:buSzPct val="120000"/>
              <a:defRPr lang="en-US" sz="24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910125" indent="-380334">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2282003" indent="-363424">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29877" indent="-304275">
              <a:spcBef>
                <a:spcPts val="0"/>
              </a:spcBef>
              <a:spcAft>
                <a:spcPts val="0"/>
              </a:spcAft>
              <a:buSzPct val="70000"/>
              <a:defRPr sz="2400" baseline="0">
                <a:latin typeface="Arial" pitchFamily="34" charset="0"/>
                <a:cs typeface="Arial" pitchFamily="34" charset="0"/>
              </a:defRPr>
            </a:lvl8pPr>
            <a:lvl9pPr marL="2427804" indent="-297933">
              <a:spcBef>
                <a:spcPts val="0"/>
              </a:spcBef>
              <a:spcAft>
                <a:spcPts val="0"/>
              </a:spcAft>
              <a:buSzPct val="70000"/>
              <a:buFont typeface="Arial" pitchFamily="34" charset="0"/>
              <a:buChar char="–"/>
              <a:defRPr sz="2400">
                <a:latin typeface="Arial" pitchFamily="34" charset="0"/>
                <a:cs typeface="Arial" pitchFamily="34" charset="0"/>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userDrawn="1">
            <p:ph type="body" sz="quarter" idx="13"/>
          </p:nvPr>
        </p:nvSpPr>
        <p:spPr bwMode="gray">
          <a:xfrm>
            <a:off x="641190" y="1270822"/>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5" name="Picture 4" descr="Mahindra Logo.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3257915246"/>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1_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41190" y="1972163"/>
            <a:ext cx="10962167" cy="2462213"/>
          </a:xfrm>
        </p:spPr>
        <p:txBody>
          <a:bodyPr wrap="square">
            <a:spAutoFit/>
          </a:bodyPr>
          <a:lstStyle>
            <a:lvl1pPr>
              <a:spcBef>
                <a:spcPts val="0"/>
              </a:spcBef>
              <a:spcAft>
                <a:spcPts val="0"/>
              </a:spcAft>
              <a:defRPr lang="en-US" sz="32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32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32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32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3200" b="0" kern="1200" baseline="0" dirty="0" smtClean="0">
                <a:solidFill>
                  <a:schemeClr val="tx1"/>
                </a:solidFill>
                <a:latin typeface="Arial" pitchFamily="34" charset="0"/>
                <a:ea typeface="+mn-ea"/>
                <a:cs typeface="Arial" pitchFamily="34" charset="0"/>
              </a:defRPr>
            </a:lvl5pPr>
            <a:lvl6pPr marL="1910125" indent="-380334">
              <a:spcBef>
                <a:spcPts val="0"/>
              </a:spcBef>
              <a:spcAft>
                <a:spcPts val="0"/>
              </a:spcAft>
              <a:buClr>
                <a:schemeClr val="tx2"/>
              </a:buClr>
              <a:buSzPct val="70000"/>
              <a:buFont typeface="Wingdings" pitchFamily="2" charset="2"/>
              <a:buChar char="§"/>
              <a:defRPr lang="en-US" sz="3200" kern="1200" dirty="0" smtClean="0">
                <a:solidFill>
                  <a:schemeClr val="tx1"/>
                </a:solidFill>
                <a:latin typeface="Arial" pitchFamily="34" charset="0"/>
                <a:ea typeface="+mn-ea"/>
                <a:cs typeface="Arial" pitchFamily="34" charset="0"/>
              </a:defRPr>
            </a:lvl6pPr>
            <a:lvl7pPr marL="2282003" indent="-363424">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29877" indent="-304275">
              <a:spcBef>
                <a:spcPts val="0"/>
              </a:spcBef>
              <a:spcAft>
                <a:spcPts val="0"/>
              </a:spcAft>
              <a:buSzPct val="70000"/>
              <a:defRPr sz="2400" baseline="0">
                <a:latin typeface="Arial" pitchFamily="34" charset="0"/>
                <a:cs typeface="Arial" pitchFamily="34" charset="0"/>
              </a:defRPr>
            </a:lvl8pPr>
            <a:lvl9pPr marL="2427804" indent="-297933">
              <a:spcBef>
                <a:spcPts val="0"/>
              </a:spcBef>
              <a:spcAft>
                <a:spcPts val="0"/>
              </a:spcAft>
              <a:buSzPct val="70000"/>
              <a:buFont typeface="Arial" pitchFamily="34" charset="0"/>
              <a:buChar char="–"/>
              <a:defRPr sz="2400">
                <a:latin typeface="Arial" pitchFamily="34" charset="0"/>
                <a:cs typeface="Arial" pitchFamily="34" charset="0"/>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pic>
        <p:nvPicPr>
          <p:cNvPr id="5" name="Picture 4" descr="Mahindra Logo.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2504195394"/>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6" y="1972187"/>
            <a:ext cx="5435592" cy="4163389"/>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49183" y="1972182"/>
            <a:ext cx="5126679"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90" y="1270822"/>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6" name="Picture 5" descr="Mahindra Logo.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2901651020"/>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1_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52283" y="3975867"/>
            <a:ext cx="7363123" cy="369332"/>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1217070" rtl="0" eaLnBrk="1" fontAlgn="base" latinLnBrk="0" hangingPunct="1">
              <a:spcBef>
                <a:spcPts val="0"/>
              </a:spcBef>
              <a:spcAft>
                <a:spcPct val="0"/>
              </a:spcAft>
              <a:buClr>
                <a:schemeClr val="tx2"/>
              </a:buClr>
              <a:buFont typeface="Arial" pitchFamily="34" charset="0"/>
              <a:buNone/>
              <a:defRPr lang="en-US" sz="2400" b="1" kern="1200" baseline="0" dirty="0">
                <a:solidFill>
                  <a:schemeClr val="tx2"/>
                </a:solidFill>
                <a:latin typeface="Arial" pitchFamily="34" charset="0"/>
                <a:ea typeface="+mn-ea"/>
                <a:cs typeface="Arial" pitchFamily="34" charset="0"/>
              </a:defRPr>
            </a:lvl1pPr>
            <a:lvl2pPr marL="608536" indent="0" algn="ctr">
              <a:buNone/>
              <a:defRPr>
                <a:solidFill>
                  <a:schemeClr val="tx1">
                    <a:tint val="75000"/>
                  </a:schemeClr>
                </a:solidFill>
              </a:defRPr>
            </a:lvl2pPr>
            <a:lvl3pPr marL="1217070" indent="0" algn="ctr">
              <a:buNone/>
              <a:defRPr>
                <a:solidFill>
                  <a:schemeClr val="tx1">
                    <a:tint val="75000"/>
                  </a:schemeClr>
                </a:solidFill>
              </a:defRPr>
            </a:lvl3pPr>
            <a:lvl4pPr marL="1825612" indent="0" algn="ctr">
              <a:buNone/>
              <a:defRPr>
                <a:solidFill>
                  <a:schemeClr val="tx1">
                    <a:tint val="75000"/>
                  </a:schemeClr>
                </a:solidFill>
              </a:defRPr>
            </a:lvl4pPr>
            <a:lvl5pPr marL="2434141" indent="0" algn="ctr">
              <a:buNone/>
              <a:defRPr>
                <a:solidFill>
                  <a:schemeClr val="tx1">
                    <a:tint val="75000"/>
                  </a:schemeClr>
                </a:solidFill>
              </a:defRPr>
            </a:lvl5pPr>
            <a:lvl6pPr marL="3042674" indent="0" algn="ctr">
              <a:buNone/>
              <a:defRPr>
                <a:solidFill>
                  <a:schemeClr val="tx1">
                    <a:tint val="75000"/>
                  </a:schemeClr>
                </a:solidFill>
              </a:defRPr>
            </a:lvl6pPr>
            <a:lvl7pPr marL="3651217" indent="0" algn="ctr">
              <a:buNone/>
              <a:defRPr>
                <a:solidFill>
                  <a:schemeClr val="tx1">
                    <a:tint val="75000"/>
                  </a:schemeClr>
                </a:solidFill>
              </a:defRPr>
            </a:lvl7pPr>
            <a:lvl8pPr marL="4259746" indent="0" algn="ctr">
              <a:buNone/>
              <a:defRPr>
                <a:solidFill>
                  <a:schemeClr val="tx1">
                    <a:tint val="75000"/>
                  </a:schemeClr>
                </a:solidFill>
              </a:defRPr>
            </a:lvl8pPr>
            <a:lvl9pPr marL="4868282"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52283" y="2200864"/>
            <a:ext cx="7363123" cy="1692771"/>
          </a:xfrm>
          <a:noFill/>
          <a:ln w="9525">
            <a:noFill/>
            <a:miter lim="800000"/>
            <a:headEnd/>
            <a:tailEnd/>
          </a:ln>
        </p:spPr>
        <p:txBody>
          <a:bodyPr vert="horz" wrap="square" lIns="0" tIns="0" rIns="0" bIns="0" numCol="1" anchor="t" anchorCtr="0" compatLnSpc="1">
            <a:prstTxWarp prst="textNoShape">
              <a:avLst/>
            </a:prstTxWarp>
            <a:spAutoFit/>
          </a:bodyPr>
          <a:lstStyle>
            <a:lvl1pPr algn="l" defTabSz="1217070" rtl="0" eaLnBrk="1" latinLnBrk="0" hangingPunct="1">
              <a:spcBef>
                <a:spcPct val="0"/>
              </a:spcBef>
              <a:buNone/>
              <a:defRPr lang="en-US" sz="55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148" y="31"/>
            <a:ext cx="5289698" cy="1443544"/>
          </a:xfrm>
          <a:prstGeom prst="rect">
            <a:avLst/>
          </a:prstGeom>
        </p:spPr>
      </p:pic>
      <p:pic>
        <p:nvPicPr>
          <p:cNvPr id="6" name="Picture 5"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2488652044"/>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1_Divider Slide 2">
    <p:spTree>
      <p:nvGrpSpPr>
        <p:cNvPr id="1" name=""/>
        <p:cNvGrpSpPr/>
        <p:nvPr/>
      </p:nvGrpSpPr>
      <p:grpSpPr>
        <a:xfrm>
          <a:off x="0" y="0"/>
          <a:ext cx="0" cy="0"/>
          <a:chOff x="0" y="0"/>
          <a:chExt cx="0" cy="0"/>
        </a:xfrm>
      </p:grpSpPr>
      <p:sp>
        <p:nvSpPr>
          <p:cNvPr id="12" name="Picture Placeholder 22"/>
          <p:cNvSpPr>
            <a:spLocks noGrp="1"/>
          </p:cNvSpPr>
          <p:nvPr>
            <p:ph type="pic" sz="quarter" idx="13"/>
          </p:nvPr>
        </p:nvSpPr>
        <p:spPr bwMode="gray">
          <a:xfrm>
            <a:off x="641104" y="1972161"/>
            <a:ext cx="5467330" cy="4176092"/>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2" name="Subtitle 2"/>
          <p:cNvSpPr>
            <a:spLocks noGrp="1"/>
          </p:cNvSpPr>
          <p:nvPr>
            <p:ph type="subTitle" idx="1" hasCustomPrompt="1"/>
          </p:nvPr>
        </p:nvSpPr>
        <p:spPr bwMode="gray">
          <a:xfrm>
            <a:off x="6565459" y="4204575"/>
            <a:ext cx="5039929" cy="369332"/>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1217070" rtl="0" eaLnBrk="1" fontAlgn="base" latinLnBrk="0" hangingPunct="1">
              <a:spcBef>
                <a:spcPts val="0"/>
              </a:spcBef>
              <a:spcAft>
                <a:spcPct val="0"/>
              </a:spcAft>
              <a:buClr>
                <a:schemeClr val="tx2"/>
              </a:buClr>
              <a:buFont typeface="Arial" pitchFamily="34" charset="0"/>
              <a:buNone/>
              <a:defRPr lang="en-US" sz="2400" b="1" kern="1200" baseline="0" dirty="0">
                <a:solidFill>
                  <a:schemeClr val="tx2"/>
                </a:solidFill>
                <a:latin typeface="Arial" pitchFamily="34" charset="0"/>
                <a:ea typeface="+mn-ea"/>
                <a:cs typeface="Arial" pitchFamily="34" charset="0"/>
              </a:defRPr>
            </a:lvl1pPr>
            <a:lvl2pPr marL="608536" indent="0" algn="ctr">
              <a:buNone/>
              <a:defRPr>
                <a:solidFill>
                  <a:schemeClr val="tx1">
                    <a:tint val="75000"/>
                  </a:schemeClr>
                </a:solidFill>
              </a:defRPr>
            </a:lvl2pPr>
            <a:lvl3pPr marL="1217070" indent="0" algn="ctr">
              <a:buNone/>
              <a:defRPr>
                <a:solidFill>
                  <a:schemeClr val="tx1">
                    <a:tint val="75000"/>
                  </a:schemeClr>
                </a:solidFill>
              </a:defRPr>
            </a:lvl3pPr>
            <a:lvl4pPr marL="1825612" indent="0" algn="ctr">
              <a:buNone/>
              <a:defRPr>
                <a:solidFill>
                  <a:schemeClr val="tx1">
                    <a:tint val="75000"/>
                  </a:schemeClr>
                </a:solidFill>
              </a:defRPr>
            </a:lvl4pPr>
            <a:lvl5pPr marL="2434141" indent="0" algn="ctr">
              <a:buNone/>
              <a:defRPr>
                <a:solidFill>
                  <a:schemeClr val="tx1">
                    <a:tint val="75000"/>
                  </a:schemeClr>
                </a:solidFill>
              </a:defRPr>
            </a:lvl5pPr>
            <a:lvl6pPr marL="3042674" indent="0" algn="ctr">
              <a:buNone/>
              <a:defRPr>
                <a:solidFill>
                  <a:schemeClr val="tx1">
                    <a:tint val="75000"/>
                  </a:schemeClr>
                </a:solidFill>
              </a:defRPr>
            </a:lvl6pPr>
            <a:lvl7pPr marL="3651217" indent="0" algn="ctr">
              <a:buNone/>
              <a:defRPr>
                <a:solidFill>
                  <a:schemeClr val="tx1">
                    <a:tint val="75000"/>
                  </a:schemeClr>
                </a:solidFill>
              </a:defRPr>
            </a:lvl7pPr>
            <a:lvl8pPr marL="4259746" indent="0" algn="ctr">
              <a:buNone/>
              <a:defRPr>
                <a:solidFill>
                  <a:schemeClr val="tx1">
                    <a:tint val="75000"/>
                  </a:schemeClr>
                </a:solidFill>
              </a:defRPr>
            </a:lvl8pPr>
            <a:lvl9pPr marL="4868282" indent="0" algn="ctr">
              <a:buNone/>
              <a:defRPr>
                <a:solidFill>
                  <a:schemeClr val="tx1">
                    <a:tint val="75000"/>
                  </a:schemeClr>
                </a:solidFill>
              </a:defRPr>
            </a:lvl9pPr>
          </a:lstStyle>
          <a:p>
            <a:r>
              <a:rPr lang="en-US" dirty="0"/>
              <a:t>Click to Edit Master Subtitle Style</a:t>
            </a:r>
          </a:p>
        </p:txBody>
      </p:sp>
      <p:sp>
        <p:nvSpPr>
          <p:cNvPr id="23" name="Title 8"/>
          <p:cNvSpPr>
            <a:spLocks noGrp="1"/>
          </p:cNvSpPr>
          <p:nvPr>
            <p:ph type="title" hasCustomPrompt="1"/>
          </p:nvPr>
        </p:nvSpPr>
        <p:spPr bwMode="gray">
          <a:xfrm>
            <a:off x="6565460" y="1972154"/>
            <a:ext cx="5039929" cy="2539157"/>
          </a:xfrm>
          <a:noFill/>
          <a:ln w="9525">
            <a:noFill/>
            <a:miter lim="800000"/>
            <a:headEnd/>
            <a:tailEnd/>
          </a:ln>
        </p:spPr>
        <p:txBody>
          <a:bodyPr vert="horz" wrap="square" lIns="0" tIns="0" rIns="0" bIns="0" numCol="1" anchor="t" anchorCtr="0" compatLnSpc="1">
            <a:prstTxWarp prst="textNoShape">
              <a:avLst/>
            </a:prstTxWarp>
            <a:spAutoFit/>
          </a:bodyPr>
          <a:lstStyle>
            <a:lvl1pPr algn="l" defTabSz="1217070" rtl="0" eaLnBrk="1" latinLnBrk="0" hangingPunct="1">
              <a:spcBef>
                <a:spcPct val="0"/>
              </a:spcBef>
              <a:buNone/>
              <a:defRPr lang="en-US" sz="55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148" y="31"/>
            <a:ext cx="5289698" cy="1443544"/>
          </a:xfrm>
          <a:prstGeom prst="rect">
            <a:avLst/>
          </a:prstGeom>
        </p:spPr>
      </p:pic>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2954503676"/>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2_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641141" y="2467699"/>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
          <p:cNvSpPr>
            <a:spLocks noGrp="1"/>
          </p:cNvSpPr>
          <p:nvPr>
            <p:ph type="body" sz="quarter" idx="11" hasCustomPrompt="1"/>
          </p:nvPr>
        </p:nvSpPr>
        <p:spPr bwMode="gray">
          <a:xfrm>
            <a:off x="6362359" y="2467699"/>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ext Placeholder 4"/>
          <p:cNvSpPr>
            <a:spLocks noGrp="1"/>
          </p:cNvSpPr>
          <p:nvPr>
            <p:ph type="body" sz="quarter" idx="12" hasCustomPrompt="1"/>
          </p:nvPr>
        </p:nvSpPr>
        <p:spPr bwMode="gray">
          <a:xfrm>
            <a:off x="641141" y="1889050"/>
            <a:ext cx="5243050" cy="369332"/>
          </a:xfrm>
          <a:noFill/>
          <a:ln>
            <a:noFill/>
          </a:ln>
        </p:spPr>
        <p:txBody>
          <a:bodyPr wrap="square" lIns="0" tIns="0" rIns="0" bIns="0" anchor="b" anchorCtr="0">
            <a:spAutoFit/>
          </a:bodyPr>
          <a:lstStyle>
            <a:lvl1pPr marL="0" indent="0">
              <a:spcBef>
                <a:spcPts val="0"/>
              </a:spcBef>
              <a:spcAft>
                <a:spcPts val="0"/>
              </a:spcAft>
              <a:buNone/>
              <a:defRPr sz="2400" b="1">
                <a:solidFill>
                  <a:schemeClr val="bg2"/>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dirty="0"/>
              <a:t>Heading 1</a:t>
            </a:r>
          </a:p>
        </p:txBody>
      </p:sp>
      <p:sp>
        <p:nvSpPr>
          <p:cNvPr id="6" name="Text Placeholder 4"/>
          <p:cNvSpPr>
            <a:spLocks noGrp="1"/>
          </p:cNvSpPr>
          <p:nvPr>
            <p:ph type="body" sz="quarter" idx="13" hasCustomPrompt="1"/>
          </p:nvPr>
        </p:nvSpPr>
        <p:spPr bwMode="gray">
          <a:xfrm>
            <a:off x="6362359" y="1889050"/>
            <a:ext cx="5243050" cy="369332"/>
          </a:xfrm>
          <a:noFill/>
          <a:ln>
            <a:noFill/>
          </a:ln>
        </p:spPr>
        <p:txBody>
          <a:bodyPr wrap="square" lIns="0" tIns="0" rIns="0" bIns="0" anchor="b" anchorCtr="0">
            <a:spAutoFit/>
          </a:bodyPr>
          <a:lstStyle>
            <a:lvl1pPr marL="0" indent="0">
              <a:spcBef>
                <a:spcPts val="0"/>
              </a:spcBef>
              <a:spcAft>
                <a:spcPts val="0"/>
              </a:spcAft>
              <a:buNone/>
              <a:defRPr sz="2400" b="1">
                <a:solidFill>
                  <a:schemeClr val="bg2"/>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dirty="0"/>
              <a:t>Heading 2</a:t>
            </a:r>
          </a:p>
        </p:txBody>
      </p:sp>
      <p:cxnSp>
        <p:nvCxnSpPr>
          <p:cNvPr id="8" name="Straight Connector 7"/>
          <p:cNvCxnSpPr/>
          <p:nvPr userDrawn="1"/>
        </p:nvCxnSpPr>
        <p:spPr bwMode="gray">
          <a:xfrm>
            <a:off x="641205" y="2345511"/>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bwMode="gray">
          <a:xfrm>
            <a:off x="6362420" y="2345511"/>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15" name="Text Placeholder 41"/>
          <p:cNvSpPr>
            <a:spLocks noGrp="1"/>
          </p:cNvSpPr>
          <p:nvPr>
            <p:ph type="body" sz="quarter" idx="14"/>
          </p:nvPr>
        </p:nvSpPr>
        <p:spPr bwMode="gray">
          <a:xfrm>
            <a:off x="641190" y="1270822"/>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11" name="Picture 10" descr="Mahindra Logo.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2589666861"/>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3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17" name="Text Placeholder 4"/>
          <p:cNvSpPr>
            <a:spLocks noGrp="1"/>
          </p:cNvSpPr>
          <p:nvPr>
            <p:ph type="body" sz="quarter" idx="10" hasCustomPrompt="1"/>
          </p:nvPr>
        </p:nvSpPr>
        <p:spPr bwMode="gray">
          <a:xfrm>
            <a:off x="641141" y="2467699"/>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18" name="Text Placeholder 4"/>
          <p:cNvSpPr>
            <a:spLocks noGrp="1"/>
          </p:cNvSpPr>
          <p:nvPr>
            <p:ph type="body" sz="quarter" idx="11" hasCustomPrompt="1"/>
          </p:nvPr>
        </p:nvSpPr>
        <p:spPr bwMode="gray">
          <a:xfrm>
            <a:off x="6362359" y="2467699"/>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1" name="Text Placeholder 4"/>
          <p:cNvSpPr>
            <a:spLocks noGrp="1"/>
          </p:cNvSpPr>
          <p:nvPr>
            <p:ph type="body" sz="quarter" idx="12" hasCustomPrompt="1"/>
          </p:nvPr>
        </p:nvSpPr>
        <p:spPr bwMode="gray">
          <a:xfrm>
            <a:off x="641141" y="1889050"/>
            <a:ext cx="5243050" cy="369332"/>
          </a:xfrm>
          <a:noFill/>
          <a:ln>
            <a:noFill/>
          </a:ln>
        </p:spPr>
        <p:txBody>
          <a:bodyPr wrap="square" lIns="0" tIns="0" rIns="0" bIns="0" anchor="b" anchorCtr="0">
            <a:spAutoFit/>
          </a:bodyPr>
          <a:lstStyle>
            <a:lvl1pPr marL="0" indent="0">
              <a:spcBef>
                <a:spcPts val="0"/>
              </a:spcBef>
              <a:spcAft>
                <a:spcPts val="0"/>
              </a:spcAft>
              <a:buNone/>
              <a:defRPr sz="2400" b="1">
                <a:solidFill>
                  <a:schemeClr val="bg2"/>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dirty="0"/>
              <a:t>Heading 1</a:t>
            </a:r>
          </a:p>
        </p:txBody>
      </p:sp>
      <p:sp>
        <p:nvSpPr>
          <p:cNvPr id="32" name="Text Placeholder 4"/>
          <p:cNvSpPr>
            <a:spLocks noGrp="1"/>
          </p:cNvSpPr>
          <p:nvPr>
            <p:ph type="body" sz="quarter" idx="13" hasCustomPrompt="1"/>
          </p:nvPr>
        </p:nvSpPr>
        <p:spPr bwMode="gray">
          <a:xfrm>
            <a:off x="6362359" y="1889050"/>
            <a:ext cx="5243050" cy="369332"/>
          </a:xfrm>
          <a:noFill/>
          <a:ln>
            <a:noFill/>
          </a:ln>
        </p:spPr>
        <p:txBody>
          <a:bodyPr wrap="square" lIns="0" tIns="0" rIns="0" bIns="0" anchor="b" anchorCtr="0">
            <a:spAutoFit/>
          </a:bodyPr>
          <a:lstStyle>
            <a:lvl1pPr marL="0" indent="0">
              <a:spcBef>
                <a:spcPts val="0"/>
              </a:spcBef>
              <a:spcAft>
                <a:spcPts val="0"/>
              </a:spcAft>
              <a:buNone/>
              <a:tabLst/>
              <a:defRPr sz="2400" b="1">
                <a:solidFill>
                  <a:schemeClr val="bg2"/>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dirty="0"/>
              <a:t>Heading 2</a:t>
            </a:r>
          </a:p>
        </p:txBody>
      </p:sp>
      <p:cxnSp>
        <p:nvCxnSpPr>
          <p:cNvPr id="33" name="Straight Connector 32"/>
          <p:cNvCxnSpPr/>
          <p:nvPr userDrawn="1"/>
        </p:nvCxnSpPr>
        <p:spPr bwMode="gray">
          <a:xfrm>
            <a:off x="641205" y="2345511"/>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bwMode="gray">
          <a:xfrm>
            <a:off x="6362420" y="2345511"/>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641141" y="4704553"/>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6" name="Text Placeholder 4"/>
          <p:cNvSpPr>
            <a:spLocks noGrp="1"/>
          </p:cNvSpPr>
          <p:nvPr>
            <p:ph type="body" sz="quarter" idx="16" hasCustomPrompt="1"/>
          </p:nvPr>
        </p:nvSpPr>
        <p:spPr bwMode="gray">
          <a:xfrm>
            <a:off x="6362359" y="4704553"/>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7" name="Text Placeholder 4"/>
          <p:cNvSpPr>
            <a:spLocks noGrp="1"/>
          </p:cNvSpPr>
          <p:nvPr>
            <p:ph type="body" sz="quarter" idx="17" hasCustomPrompt="1"/>
          </p:nvPr>
        </p:nvSpPr>
        <p:spPr bwMode="gray">
          <a:xfrm>
            <a:off x="641141" y="4125932"/>
            <a:ext cx="5243050" cy="369332"/>
          </a:xfrm>
          <a:noFill/>
          <a:ln>
            <a:noFill/>
          </a:ln>
        </p:spPr>
        <p:txBody>
          <a:bodyPr wrap="square" lIns="0" tIns="0" rIns="0" bIns="0" anchor="b" anchorCtr="0">
            <a:spAutoFit/>
          </a:bodyPr>
          <a:lstStyle>
            <a:lvl1pPr>
              <a:spcBef>
                <a:spcPts val="0"/>
              </a:spcBef>
              <a:spcAft>
                <a:spcPts val="0"/>
              </a:spcAft>
              <a:buNone/>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lvl="0" indent="0" algn="l" defTabSz="1217070" rtl="0" eaLnBrk="1" fontAlgn="base" latinLnBrk="0" hangingPunct="1">
              <a:spcBef>
                <a:spcPts val="0"/>
              </a:spcBef>
              <a:spcAft>
                <a:spcPts val="0"/>
              </a:spcAft>
              <a:buClr>
                <a:schemeClr val="bg2"/>
              </a:buClr>
              <a:tabLst/>
            </a:pPr>
            <a:r>
              <a:rPr lang="en-US" dirty="0"/>
              <a:t>Heading 3</a:t>
            </a:r>
          </a:p>
        </p:txBody>
      </p:sp>
      <p:sp>
        <p:nvSpPr>
          <p:cNvPr id="38" name="Text Placeholder 4"/>
          <p:cNvSpPr>
            <a:spLocks noGrp="1"/>
          </p:cNvSpPr>
          <p:nvPr>
            <p:ph type="body" sz="quarter" idx="18" hasCustomPrompt="1"/>
          </p:nvPr>
        </p:nvSpPr>
        <p:spPr bwMode="gray">
          <a:xfrm>
            <a:off x="6362359" y="4125932"/>
            <a:ext cx="5243050" cy="369332"/>
          </a:xfrm>
          <a:noFill/>
          <a:ln>
            <a:noFill/>
          </a:ln>
        </p:spPr>
        <p:txBody>
          <a:bodyPr wrap="square" lIns="0" tIns="0" rIns="0" bIns="0" anchor="b" anchorCtr="0">
            <a:spAutoFit/>
          </a:bodyPr>
          <a:lstStyle>
            <a:lvl1pPr>
              <a:spcBef>
                <a:spcPts val="0"/>
              </a:spcBef>
              <a:spcAft>
                <a:spcPts val="0"/>
              </a:spcAft>
              <a:buNone/>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lvl="0" indent="0" algn="l" defTabSz="1217070" rtl="0" eaLnBrk="1" fontAlgn="base" latinLnBrk="0" hangingPunct="1">
              <a:spcBef>
                <a:spcPts val="0"/>
              </a:spcBef>
              <a:spcAft>
                <a:spcPts val="0"/>
              </a:spcAft>
              <a:buClr>
                <a:schemeClr val="bg2"/>
              </a:buClr>
              <a:tabLst/>
            </a:pPr>
            <a:r>
              <a:rPr lang="en-US" dirty="0"/>
              <a:t>Heading 4</a:t>
            </a:r>
          </a:p>
        </p:txBody>
      </p:sp>
      <p:cxnSp>
        <p:nvCxnSpPr>
          <p:cNvPr id="39" name="Straight Connector 38"/>
          <p:cNvCxnSpPr/>
          <p:nvPr userDrawn="1"/>
        </p:nvCxnSpPr>
        <p:spPr bwMode="gray">
          <a:xfrm>
            <a:off x="641205" y="4582349"/>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gray">
          <a:xfrm>
            <a:off x="6362420" y="4582349"/>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641190" y="1270822"/>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16" name="Picture 15" descr="Mahindra Logo.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3124927787"/>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4_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3250048" y="1972171"/>
            <a:ext cx="2723087" cy="1908215"/>
          </a:xfrm>
          <a:ln>
            <a:noFill/>
          </a:ln>
        </p:spPr>
        <p:txBody>
          <a:bodyPr wrap="square" lIns="0" tIns="0" rIns="0" bIns="0">
            <a:spAutoFit/>
          </a:bodyPr>
          <a:lstStyle>
            <a:lvl1pPr marL="0" marR="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2000">
                <a:latin typeface="Arial" pitchFamily="34" charset="0"/>
                <a:cs typeface="Arial" pitchFamily="34" charset="0"/>
              </a:defRPr>
            </a:lvl2pPr>
            <a:lvl3pPr>
              <a:spcBef>
                <a:spcPts val="0"/>
              </a:spcBef>
              <a:spcAft>
                <a:spcPts val="0"/>
              </a:spcAft>
              <a:defRPr sz="2000">
                <a:latin typeface="Arial" pitchFamily="34" charset="0"/>
                <a:cs typeface="Arial" pitchFamily="34" charset="0"/>
              </a:defRPr>
            </a:lvl3pPr>
            <a:lvl4pPr>
              <a:spcBef>
                <a:spcPts val="0"/>
              </a:spcBef>
              <a:spcAft>
                <a:spcPts val="0"/>
              </a:spcAft>
              <a:defRPr sz="2000">
                <a:latin typeface="Arial" pitchFamily="34" charset="0"/>
                <a:cs typeface="Arial" pitchFamily="34" charset="0"/>
              </a:defRPr>
            </a:lvl4pPr>
            <a:lvl5pPr>
              <a:spcBef>
                <a:spcPts val="0"/>
              </a:spcBef>
              <a:spcAft>
                <a:spcPts val="0"/>
              </a:spcAft>
              <a:defRPr sz="2000">
                <a:latin typeface="Arial" pitchFamily="34" charset="0"/>
                <a:cs typeface="Arial" pitchFamily="34" charset="0"/>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marR="0" lvl="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1</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16" name="Picture Placeholder 22"/>
          <p:cNvSpPr>
            <a:spLocks noGrp="1"/>
          </p:cNvSpPr>
          <p:nvPr>
            <p:ph type="pic" sz="quarter" idx="13"/>
          </p:nvPr>
        </p:nvSpPr>
        <p:spPr bwMode="gray">
          <a:xfrm>
            <a:off x="641271" y="1972186"/>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0"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42" name="Text Placeholder 4"/>
          <p:cNvSpPr>
            <a:spLocks noGrp="1"/>
          </p:cNvSpPr>
          <p:nvPr>
            <p:ph type="body" sz="quarter" idx="19" hasCustomPrompt="1"/>
          </p:nvPr>
        </p:nvSpPr>
        <p:spPr bwMode="gray">
          <a:xfrm>
            <a:off x="8888762" y="1972171"/>
            <a:ext cx="2723087" cy="1908215"/>
          </a:xfrm>
          <a:ln>
            <a:noFill/>
          </a:ln>
        </p:spPr>
        <p:txBody>
          <a:bodyPr wrap="square" lIns="0" tIns="0" rIns="0" bIns="0">
            <a:spAutoFit/>
          </a:bodyPr>
          <a:lstStyle>
            <a:lvl1pPr marL="0" marR="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Arial" pitchFamily="34" charset="0"/>
                <a:ea typeface="+mn-ea"/>
                <a:cs typeface="Arial" pitchFamily="34" charset="0"/>
              </a:defRPr>
            </a:lvl2pPr>
            <a:lvl3pPr>
              <a:spcBef>
                <a:spcPts val="0"/>
              </a:spcBef>
              <a:spcAft>
                <a:spcPts val="0"/>
              </a:spcAft>
              <a:defRPr sz="2000">
                <a:latin typeface="Arial" pitchFamily="34" charset="0"/>
                <a:cs typeface="Arial" pitchFamily="34" charset="0"/>
              </a:defRPr>
            </a:lvl3pPr>
            <a:lvl4pPr>
              <a:spcBef>
                <a:spcPts val="0"/>
              </a:spcBef>
              <a:spcAft>
                <a:spcPts val="0"/>
              </a:spcAft>
              <a:defRPr sz="2000">
                <a:latin typeface="Arial" pitchFamily="34" charset="0"/>
                <a:cs typeface="Arial" pitchFamily="34" charset="0"/>
              </a:defRPr>
            </a:lvl4pPr>
            <a:lvl5pPr>
              <a:spcBef>
                <a:spcPts val="0"/>
              </a:spcBef>
              <a:spcAft>
                <a:spcPts val="0"/>
              </a:spcAft>
              <a:defRPr sz="2000">
                <a:latin typeface="Arial" pitchFamily="34" charset="0"/>
                <a:cs typeface="Arial" pitchFamily="34" charset="0"/>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marR="0" lvl="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2</a:t>
            </a:r>
          </a:p>
          <a:p>
            <a:pPr marL="380334" lvl="1" indent="-380334" algn="l" defTabSz="121707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3" name="Picture Placeholder 22"/>
          <p:cNvSpPr>
            <a:spLocks noGrp="1"/>
          </p:cNvSpPr>
          <p:nvPr>
            <p:ph type="pic" sz="quarter" idx="20"/>
          </p:nvPr>
        </p:nvSpPr>
        <p:spPr bwMode="gray">
          <a:xfrm>
            <a:off x="6279965" y="1972186"/>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5" name="Text Placeholder 4"/>
          <p:cNvSpPr>
            <a:spLocks noGrp="1"/>
          </p:cNvSpPr>
          <p:nvPr>
            <p:ph type="body" sz="quarter" idx="21" hasCustomPrompt="1"/>
          </p:nvPr>
        </p:nvSpPr>
        <p:spPr bwMode="gray">
          <a:xfrm>
            <a:off x="3250048" y="4243010"/>
            <a:ext cx="2723087" cy="1908215"/>
          </a:xfrm>
          <a:ln>
            <a:noFill/>
          </a:ln>
        </p:spPr>
        <p:txBody>
          <a:bodyPr wrap="square" lIns="0" tIns="0" rIns="0" bIns="0">
            <a:spAutoFit/>
          </a:bodyPr>
          <a:lstStyle>
            <a:lvl1pPr marL="0" marR="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Arial" pitchFamily="34" charset="0"/>
                <a:ea typeface="+mn-ea"/>
                <a:cs typeface="Arial" pitchFamily="34" charset="0"/>
              </a:defRPr>
            </a:lvl2pPr>
            <a:lvl3pPr>
              <a:spcBef>
                <a:spcPts val="0"/>
              </a:spcBef>
              <a:spcAft>
                <a:spcPts val="0"/>
              </a:spcAft>
              <a:defRPr sz="2000">
                <a:latin typeface="Arial" pitchFamily="34" charset="0"/>
                <a:cs typeface="Arial" pitchFamily="34" charset="0"/>
              </a:defRPr>
            </a:lvl3pPr>
            <a:lvl4pPr>
              <a:spcBef>
                <a:spcPts val="0"/>
              </a:spcBef>
              <a:spcAft>
                <a:spcPts val="0"/>
              </a:spcAft>
              <a:defRPr sz="2000">
                <a:latin typeface="Arial" pitchFamily="34" charset="0"/>
                <a:cs typeface="Arial" pitchFamily="34" charset="0"/>
              </a:defRPr>
            </a:lvl4pPr>
            <a:lvl5pPr>
              <a:spcBef>
                <a:spcPts val="0"/>
              </a:spcBef>
              <a:spcAft>
                <a:spcPts val="0"/>
              </a:spcAft>
              <a:defRPr sz="2000">
                <a:latin typeface="Arial" pitchFamily="34" charset="0"/>
                <a:cs typeface="Arial" pitchFamily="34" charset="0"/>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marR="0" lvl="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3</a:t>
            </a:r>
          </a:p>
          <a:p>
            <a:pPr marL="380334" lvl="1" indent="-380334" algn="l" defTabSz="121707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6" name="Picture Placeholder 22"/>
          <p:cNvSpPr>
            <a:spLocks noGrp="1"/>
          </p:cNvSpPr>
          <p:nvPr>
            <p:ph type="pic" sz="quarter" idx="22"/>
          </p:nvPr>
        </p:nvSpPr>
        <p:spPr bwMode="gray">
          <a:xfrm>
            <a:off x="641271" y="4243068"/>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8" name="Text Placeholder 4"/>
          <p:cNvSpPr>
            <a:spLocks noGrp="1"/>
          </p:cNvSpPr>
          <p:nvPr>
            <p:ph type="body" sz="quarter" idx="23" hasCustomPrompt="1"/>
          </p:nvPr>
        </p:nvSpPr>
        <p:spPr bwMode="gray">
          <a:xfrm>
            <a:off x="8888762" y="4243010"/>
            <a:ext cx="2723087" cy="1908215"/>
          </a:xfrm>
          <a:ln>
            <a:noFill/>
          </a:ln>
        </p:spPr>
        <p:txBody>
          <a:bodyPr wrap="square" lIns="0" tIns="0" rIns="0" bIns="0">
            <a:spAutoFit/>
          </a:bodyPr>
          <a:lstStyle>
            <a:lvl1pPr marL="0" marR="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Arial" pitchFamily="34" charset="0"/>
                <a:ea typeface="+mn-ea"/>
                <a:cs typeface="Arial" pitchFamily="34" charset="0"/>
              </a:defRPr>
            </a:lvl2pPr>
            <a:lvl3pPr>
              <a:spcBef>
                <a:spcPts val="0"/>
              </a:spcBef>
              <a:spcAft>
                <a:spcPts val="0"/>
              </a:spcAft>
              <a:defRPr sz="2000">
                <a:latin typeface="Arial" pitchFamily="34" charset="0"/>
                <a:cs typeface="Arial" pitchFamily="34" charset="0"/>
              </a:defRPr>
            </a:lvl3pPr>
            <a:lvl4pPr>
              <a:spcBef>
                <a:spcPts val="0"/>
              </a:spcBef>
              <a:spcAft>
                <a:spcPts val="0"/>
              </a:spcAft>
              <a:defRPr sz="2000">
                <a:latin typeface="Arial" pitchFamily="34" charset="0"/>
                <a:cs typeface="Arial" pitchFamily="34" charset="0"/>
              </a:defRPr>
            </a:lvl4pPr>
            <a:lvl5pPr>
              <a:spcBef>
                <a:spcPts val="0"/>
              </a:spcBef>
              <a:spcAft>
                <a:spcPts val="0"/>
              </a:spcAft>
              <a:defRPr sz="2000">
                <a:latin typeface="Arial" pitchFamily="34" charset="0"/>
                <a:cs typeface="Arial" pitchFamily="34" charset="0"/>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marR="0" lvl="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4</a:t>
            </a:r>
          </a:p>
          <a:p>
            <a:pPr marL="380334" lvl="1" indent="-380334" algn="l" defTabSz="121707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9" name="Picture Placeholder 22"/>
          <p:cNvSpPr>
            <a:spLocks noGrp="1"/>
          </p:cNvSpPr>
          <p:nvPr>
            <p:ph type="pic" sz="quarter" idx="24"/>
          </p:nvPr>
        </p:nvSpPr>
        <p:spPr bwMode="gray">
          <a:xfrm>
            <a:off x="6279965" y="4243068"/>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51" name="Text Placeholder 41"/>
          <p:cNvSpPr>
            <a:spLocks noGrp="1"/>
          </p:cNvSpPr>
          <p:nvPr>
            <p:ph type="body" sz="quarter" idx="25"/>
          </p:nvPr>
        </p:nvSpPr>
        <p:spPr bwMode="gray">
          <a:xfrm>
            <a:off x="641190" y="1270822"/>
            <a:ext cx="10962167" cy="369332"/>
          </a:xfrm>
        </p:spPr>
        <p:txBody>
          <a:bodyPr/>
          <a:lstStyle>
            <a:lvl1pPr>
              <a:buNone/>
              <a:defRPr lang="en-US" sz="2400" b="1" kern="1200" baseline="0" dirty="0" smtClean="0">
                <a:solidFill>
                  <a:schemeClr val="bg2"/>
                </a:solidFill>
                <a:latin typeface="Arial" pitchFamily="34" charset="0"/>
                <a:ea typeface="+mn-ea"/>
                <a:cs typeface="Arial" pitchFamily="34" charset="0"/>
              </a:defRPr>
            </a:lvl1pPr>
          </a:lstStyle>
          <a:p>
            <a:pPr marL="0" lvl="0" indent="0" algn="l" defTabSz="1217070" rtl="0" eaLnBrk="1" fontAlgn="base" latinLnBrk="0" hangingPunct="1">
              <a:spcBef>
                <a:spcPts val="0"/>
              </a:spcBef>
              <a:spcAft>
                <a:spcPts val="0"/>
              </a:spcAft>
              <a:buClr>
                <a:schemeClr val="bg2"/>
              </a:buClr>
              <a:tabLst/>
            </a:pPr>
            <a:r>
              <a:rPr lang="en-US"/>
              <a:t>Click to edit Master text styles</a:t>
            </a:r>
          </a:p>
        </p:txBody>
      </p:sp>
      <p:pic>
        <p:nvPicPr>
          <p:cNvPr id="12" name="Picture 11" descr="Mahindra Logo.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969709595"/>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1_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41138" y="1972137"/>
            <a:ext cx="10964283" cy="4163390"/>
          </a:xfrm>
        </p:spPr>
        <p:txBody>
          <a:bodyPr>
            <a:noAutofit/>
          </a:bodyPr>
          <a:lstStyle>
            <a:lvl1pPr marL="0" indent="0">
              <a:buNone/>
              <a:defRPr>
                <a:latin typeface="Arial" pitchFamily="34" charset="0"/>
                <a:cs typeface="Arial" pitchFamily="34" charset="0"/>
              </a:defRPr>
            </a:lvl1pPr>
          </a:lstStyle>
          <a:p>
            <a:r>
              <a:rPr lang="en-US" dirty="0"/>
              <a:t>Click icon to add table</a:t>
            </a:r>
          </a:p>
        </p:txBody>
      </p:sp>
      <p:sp>
        <p:nvSpPr>
          <p:cNvPr id="4"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8" name="Text Placeholder 41"/>
          <p:cNvSpPr>
            <a:spLocks noGrp="1"/>
          </p:cNvSpPr>
          <p:nvPr>
            <p:ph type="body" sz="quarter" idx="13"/>
          </p:nvPr>
        </p:nvSpPr>
        <p:spPr bwMode="gray">
          <a:xfrm>
            <a:off x="641190" y="1270822"/>
            <a:ext cx="10962167" cy="369332"/>
          </a:xfrm>
        </p:spPr>
        <p:txBody>
          <a:bodyPr/>
          <a:lstStyle>
            <a:lvl1pPr>
              <a:buNone/>
              <a:defRPr lang="en-US" sz="2400" b="1" kern="1200" baseline="0" dirty="0" smtClean="0">
                <a:solidFill>
                  <a:schemeClr val="bg2"/>
                </a:solidFill>
                <a:latin typeface="Arial" pitchFamily="34" charset="0"/>
                <a:ea typeface="+mn-ea"/>
                <a:cs typeface="Arial" pitchFamily="34" charset="0"/>
              </a:defRPr>
            </a:lvl1pPr>
          </a:lstStyle>
          <a:p>
            <a:pPr marL="0" lvl="0" indent="0" algn="l" defTabSz="1217070" rtl="0" eaLnBrk="1" fontAlgn="base" latinLnBrk="0" hangingPunct="1">
              <a:spcBef>
                <a:spcPts val="0"/>
              </a:spcBef>
              <a:spcAft>
                <a:spcPts val="0"/>
              </a:spcAft>
              <a:buClr>
                <a:schemeClr val="bg2"/>
              </a:buClr>
              <a:tabLst/>
            </a:pPr>
            <a:r>
              <a:rPr lang="en-US"/>
              <a:t>Click to edit Master text styles</a:t>
            </a:r>
          </a:p>
        </p:txBody>
      </p:sp>
      <p:pic>
        <p:nvPicPr>
          <p:cNvPr id="5" name="Picture 4" descr="Mahindra Logo.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2746621980"/>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1_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41138" y="1972187"/>
            <a:ext cx="10964283" cy="4163389"/>
          </a:xfrm>
        </p:spPr>
        <p:txBody>
          <a:bodyPr>
            <a:noAutofit/>
          </a:bodyPr>
          <a:lstStyle>
            <a:lvl1pPr marL="0" indent="0">
              <a:buNone/>
              <a:defRPr>
                <a:latin typeface="Arial" pitchFamily="34" charset="0"/>
                <a:cs typeface="Arial" pitchFamily="34" charset="0"/>
              </a:defRPr>
            </a:lvl1pPr>
          </a:lstStyle>
          <a:p>
            <a:r>
              <a:rPr lang="en-US" dirty="0"/>
              <a:t>Click icon to add chart</a:t>
            </a:r>
          </a:p>
        </p:txBody>
      </p:sp>
      <p:sp>
        <p:nvSpPr>
          <p:cNvPr id="4"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90" y="1270822"/>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6" name="Picture 5" descr="Mahindra Logo.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985253949"/>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2_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21768" y="1527674"/>
            <a:ext cx="8969807"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821822" y="3370315"/>
            <a:ext cx="9002897" cy="3241913"/>
          </a:xfrm>
          <a:prstGeom prst="rect">
            <a:avLst/>
          </a:prstGeom>
          <a:noFill/>
          <a:ln w="9525">
            <a:noFill/>
            <a:miter lim="800000"/>
            <a:headEnd/>
            <a:tailEnd/>
          </a:ln>
        </p:spPr>
        <p:txBody>
          <a:bodyPr wrap="square" lIns="0" tIns="0" rIns="0" bIns="0">
            <a:spAutoFit/>
          </a:bodyPr>
          <a:lstStyle/>
          <a:p>
            <a:pPr algn="just" defTabSz="1217070" fontAlgn="auto">
              <a:spcBef>
                <a:spcPts val="800"/>
              </a:spcBef>
              <a:spcAft>
                <a:spcPts val="0"/>
              </a:spcAft>
            </a:pPr>
            <a:r>
              <a:rPr lang="en-US" sz="1200" b="1" dirty="0">
                <a:solidFill>
                  <a:srgbClr val="6D6E71"/>
                </a:solidFill>
                <a:latin typeface="Arial"/>
              </a:rPr>
              <a:t>Disclaimer </a:t>
            </a:r>
          </a:p>
          <a:p>
            <a:pPr algn="just" defTabSz="1217070" fontAlgn="auto">
              <a:spcBef>
                <a:spcPts val="800"/>
              </a:spcBef>
              <a:spcAft>
                <a:spcPts val="0"/>
              </a:spcAft>
            </a:pPr>
            <a:r>
              <a:rPr lang="en-US" sz="1200" dirty="0">
                <a:solidFill>
                  <a:srgbClr val="6D6E71"/>
                </a:solidFill>
                <a:latin typeface="Arial"/>
              </a:rPr>
              <a:t>Tech Mahindra Limited, herein referred to as Tech Mahindra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 Mahindra or its subsidiaries. Any unauthorized use, disclosure or public dissemination of information contained herein is prohibited. Unless specifically noted, Tech Mahindra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 Mahindra. Information contained in a presentation hosted or promoted by Tech Mahindra is provided “as is” without warranty of any kind, either expressed or implied, including any warranty of merchantability or fitness for a particular purpose. Tech Mahindra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21762" y="2140741"/>
            <a:ext cx="8975995" cy="369332"/>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1217070" rtl="0" eaLnBrk="1" fontAlgn="base" latinLnBrk="0" hangingPunct="1">
              <a:spcBef>
                <a:spcPts val="0"/>
              </a:spcBef>
              <a:spcAft>
                <a:spcPct val="0"/>
              </a:spcAft>
              <a:buClr>
                <a:schemeClr val="tx2"/>
              </a:buClr>
              <a:buFont typeface="Arial" pitchFamily="34" charset="0"/>
              <a:buNone/>
              <a:defRPr lang="en-US" sz="24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pic>
        <p:nvPicPr>
          <p:cNvPr id="5" name="Picture 4" descr="Mahindra Logo.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981304315"/>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Rectangle 2"/>
          <p:cNvSpPr/>
          <p:nvPr userDrawn="1"/>
        </p:nvSpPr>
        <p:spPr bwMode="gray">
          <a:xfrm>
            <a:off x="80" y="0"/>
            <a:ext cx="12187238" cy="6859588"/>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lIns="121705" tIns="60850" rIns="121705" bIns="60850" rtlCol="0" anchor="ctr"/>
          <a:lstStyle/>
          <a:p>
            <a:pPr algn="ctr" defTabSz="1217070" fontAlgn="auto">
              <a:spcBef>
                <a:spcPts val="0"/>
              </a:spcBef>
              <a:spcAft>
                <a:spcPts val="0"/>
              </a:spcAft>
            </a:pPr>
            <a:endParaRPr lang="en-US" sz="2400" dirty="0">
              <a:solidFill>
                <a:prstClr val="black"/>
              </a:solidFill>
            </a:endParaRPr>
          </a:p>
        </p:txBody>
      </p:sp>
      <p:pic>
        <p:nvPicPr>
          <p:cNvPr id="4" name="Picture 3" descr="Mahindra Logo.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2620658" y="2717918"/>
            <a:ext cx="7196320" cy="1491368"/>
          </a:xfrm>
          <a:prstGeom prst="rect">
            <a:avLst/>
          </a:prstGeom>
        </p:spPr>
      </p:pic>
    </p:spTree>
    <p:extLst>
      <p:ext uri="{BB962C8B-B14F-4D97-AF65-F5344CB8AC3E}">
        <p14:creationId xmlns:p14="http://schemas.microsoft.com/office/powerpoint/2010/main" val="2979684103"/>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152" y="31"/>
            <a:ext cx="5289698" cy="1443544"/>
          </a:xfrm>
          <a:prstGeom prst="rect">
            <a:avLst/>
          </a:prstGeom>
        </p:spPr>
      </p:pic>
      <p:sp>
        <p:nvSpPr>
          <p:cNvPr id="10" name="Slide Number Placeholder 5"/>
          <p:cNvSpPr txBox="1">
            <a:spLocks/>
          </p:cNvSpPr>
          <p:nvPr userDrawn="1"/>
        </p:nvSpPr>
        <p:spPr bwMode="auto">
          <a:xfrm>
            <a:off x="11668807" y="6600299"/>
            <a:ext cx="299313" cy="184666"/>
          </a:xfrm>
          <a:prstGeom prst="rect">
            <a:avLst/>
          </a:prstGeom>
          <a:noFill/>
          <a:ln w="9525">
            <a:noFill/>
            <a:miter lim="800000"/>
            <a:headEnd/>
            <a:tailEnd/>
          </a:ln>
        </p:spPr>
        <p:txBody>
          <a:bodyPr wrap="none" lIns="0" tIns="0" rIns="0" bIns="0" anchor="ctr">
            <a:spAutoFit/>
          </a:bodyPr>
          <a:lstStyle/>
          <a:p>
            <a:pPr algn="r" defTabSz="1217070" fontAlgn="auto">
              <a:spcBef>
                <a:spcPts val="0"/>
              </a:spcBef>
              <a:spcAft>
                <a:spcPts val="0"/>
              </a:spcAft>
              <a:defRPr/>
            </a:pPr>
            <a:fld id="{6856ECDB-1CEE-4F69-ADCA-557460F2116E}" type="slidenum">
              <a:rPr lang="en-US" sz="1200">
                <a:solidFill>
                  <a:srgbClr val="6D6E71"/>
                </a:solidFill>
                <a:latin typeface="Arial"/>
              </a:rPr>
              <a:pPr algn="r" defTabSz="1217070" fontAlgn="auto">
                <a:spcBef>
                  <a:spcPts val="0"/>
                </a:spcBef>
                <a:spcAft>
                  <a:spcPts val="0"/>
                </a:spcAft>
                <a:defRPr/>
              </a:pPr>
              <a:t>‹#›</a:t>
            </a:fld>
            <a:endParaRPr lang="en-US" sz="1200" dirty="0">
              <a:solidFill>
                <a:srgbClr val="6D6E71"/>
              </a:solidFill>
              <a:latin typeface="Arial"/>
            </a:endParaRPr>
          </a:p>
        </p:txBody>
      </p:sp>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3344607168"/>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2_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35404" y="4054708"/>
            <a:ext cx="7346195" cy="277063"/>
          </a:xfrm>
        </p:spPr>
        <p:txBody>
          <a:bodyPr anchor="b" anchorCtr="0">
            <a:noAutofit/>
          </a:bodyPr>
          <a:lstStyle>
            <a:lvl1pPr marL="0" indent="0" algn="l">
              <a:buNone/>
              <a:defRPr b="1">
                <a:solidFill>
                  <a:schemeClr val="tx2"/>
                </a:solidFill>
                <a:latin typeface="Arial" pitchFamily="34" charset="0"/>
                <a:cs typeface="Arial" pitchFamily="34" charset="0"/>
              </a:defRPr>
            </a:lvl1pPr>
            <a:lvl2pPr marL="608536" indent="0" algn="ctr">
              <a:buNone/>
              <a:defRPr>
                <a:solidFill>
                  <a:schemeClr val="tx1">
                    <a:tint val="75000"/>
                  </a:schemeClr>
                </a:solidFill>
              </a:defRPr>
            </a:lvl2pPr>
            <a:lvl3pPr marL="1217070" indent="0" algn="ctr">
              <a:buNone/>
              <a:defRPr>
                <a:solidFill>
                  <a:schemeClr val="tx1">
                    <a:tint val="75000"/>
                  </a:schemeClr>
                </a:solidFill>
              </a:defRPr>
            </a:lvl3pPr>
            <a:lvl4pPr marL="1825612" indent="0" algn="ctr">
              <a:buNone/>
              <a:defRPr>
                <a:solidFill>
                  <a:schemeClr val="tx1">
                    <a:tint val="75000"/>
                  </a:schemeClr>
                </a:solidFill>
              </a:defRPr>
            </a:lvl4pPr>
            <a:lvl5pPr marL="2434141" indent="0" algn="ctr">
              <a:buNone/>
              <a:defRPr>
                <a:solidFill>
                  <a:schemeClr val="tx1">
                    <a:tint val="75000"/>
                  </a:schemeClr>
                </a:solidFill>
              </a:defRPr>
            </a:lvl5pPr>
            <a:lvl6pPr marL="3042674" indent="0" algn="ctr">
              <a:buNone/>
              <a:defRPr>
                <a:solidFill>
                  <a:schemeClr val="tx1">
                    <a:tint val="75000"/>
                  </a:schemeClr>
                </a:solidFill>
              </a:defRPr>
            </a:lvl6pPr>
            <a:lvl7pPr marL="3651217" indent="0" algn="ctr">
              <a:buNone/>
              <a:defRPr>
                <a:solidFill>
                  <a:schemeClr val="tx1">
                    <a:tint val="75000"/>
                  </a:schemeClr>
                </a:solidFill>
              </a:defRPr>
            </a:lvl7pPr>
            <a:lvl8pPr marL="4259746" indent="0" algn="ctr">
              <a:buNone/>
              <a:defRPr>
                <a:solidFill>
                  <a:schemeClr val="tx1">
                    <a:tint val="75000"/>
                  </a:schemeClr>
                </a:solidFill>
              </a:defRPr>
            </a:lvl8pPr>
            <a:lvl9pPr marL="4868282"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35404" y="2184987"/>
            <a:ext cx="7346195" cy="1692771"/>
          </a:xfrm>
        </p:spPr>
        <p:txBody>
          <a:bodyPr wrap="square">
            <a:spAutoFit/>
          </a:bodyPr>
          <a:lstStyle>
            <a:lvl1pPr algn="l">
              <a:defRPr sz="5500" b="1">
                <a:solidFill>
                  <a:schemeClr val="bg2"/>
                </a:solidFill>
                <a:latin typeface="Arial" pitchFamily="34" charset="0"/>
                <a:cs typeface="Arial" pitchFamily="34" charset="0"/>
              </a:defRPr>
            </a:lvl1pPr>
          </a:lstStyle>
          <a:p>
            <a:r>
              <a:rPr lang="en-US" dirty="0"/>
              <a:t>Click to Edit Master Title Style</a:t>
            </a:r>
          </a:p>
        </p:txBody>
      </p:sp>
      <p:pic>
        <p:nvPicPr>
          <p:cNvPr id="12" name="Picture 11"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152" y="31"/>
            <a:ext cx="5289698" cy="1443544"/>
          </a:xfrm>
          <a:prstGeom prst="rect">
            <a:avLst/>
          </a:prstGeom>
        </p:spPr>
      </p:pic>
      <p:pic>
        <p:nvPicPr>
          <p:cNvPr id="8" name="Picture 7"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3132376663"/>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5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226" y="719346"/>
            <a:ext cx="10962166"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90" y="1972162"/>
            <a:ext cx="10962167" cy="1846659"/>
          </a:xfrm>
        </p:spPr>
        <p:txBody>
          <a:bodyPr wrap="square">
            <a:spAutoFit/>
          </a:bodyPr>
          <a:lstStyle>
            <a:lvl1pPr algn="l" rtl="0" eaLnBrk="1" latinLnBrk="0" hangingPunct="1">
              <a:spcBef>
                <a:spcPts val="0"/>
              </a:spcBef>
              <a:spcAft>
                <a:spcPts val="0"/>
              </a:spcAft>
              <a:buClr>
                <a:schemeClr val="bg2"/>
              </a:buClr>
              <a:buSzPct val="120000"/>
              <a:defRPr lang="en-US" sz="24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910125" indent="-380334">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2282003" indent="-363424">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29877" indent="-304275">
              <a:spcBef>
                <a:spcPts val="0"/>
              </a:spcBef>
              <a:spcAft>
                <a:spcPts val="0"/>
              </a:spcAft>
              <a:buSzPct val="70000"/>
              <a:defRPr sz="2400" baseline="0">
                <a:latin typeface="Arial" pitchFamily="34" charset="0"/>
                <a:cs typeface="Arial" pitchFamily="34" charset="0"/>
              </a:defRPr>
            </a:lvl8pPr>
            <a:lvl9pPr marL="2427804" indent="-297933">
              <a:spcBef>
                <a:spcPts val="0"/>
              </a:spcBef>
              <a:spcAft>
                <a:spcPts val="0"/>
              </a:spcAft>
              <a:buSzPct val="70000"/>
              <a:buFont typeface="Arial" pitchFamily="34" charset="0"/>
              <a:buChar char="–"/>
              <a:defRPr sz="2400">
                <a:latin typeface="Arial" pitchFamily="34" charset="0"/>
                <a:cs typeface="Arial" pitchFamily="34" charset="0"/>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3895179883"/>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2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226" y="719346"/>
            <a:ext cx="10962166"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90" y="1972162"/>
            <a:ext cx="10962167" cy="1846659"/>
          </a:xfrm>
        </p:spPr>
        <p:txBody>
          <a:bodyPr wrap="square">
            <a:spAutoFit/>
          </a:bodyPr>
          <a:lstStyle>
            <a:lvl1pPr algn="l" rtl="0" eaLnBrk="1" latinLnBrk="0" hangingPunct="1">
              <a:spcBef>
                <a:spcPts val="0"/>
              </a:spcBef>
              <a:spcAft>
                <a:spcPts val="0"/>
              </a:spcAft>
              <a:buClr>
                <a:schemeClr val="bg2"/>
              </a:buClr>
              <a:buSzPct val="120000"/>
              <a:defRPr lang="en-US" sz="24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910125" indent="-380334">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2282003" indent="-363424">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29877" indent="-304275">
              <a:spcBef>
                <a:spcPts val="0"/>
              </a:spcBef>
              <a:spcAft>
                <a:spcPts val="0"/>
              </a:spcAft>
              <a:buSzPct val="70000"/>
              <a:defRPr sz="2400" baseline="0">
                <a:latin typeface="Arial" pitchFamily="34" charset="0"/>
                <a:cs typeface="Arial" pitchFamily="34" charset="0"/>
              </a:defRPr>
            </a:lvl8pPr>
            <a:lvl9pPr marL="2427804" indent="-297933">
              <a:spcBef>
                <a:spcPts val="0"/>
              </a:spcBef>
              <a:spcAft>
                <a:spcPts val="0"/>
              </a:spcAft>
              <a:buSzPct val="70000"/>
              <a:buFont typeface="Arial" pitchFamily="34" charset="0"/>
              <a:buChar char="–"/>
              <a:defRPr sz="2400">
                <a:latin typeface="Arial" pitchFamily="34" charset="0"/>
                <a:cs typeface="Arial" pitchFamily="34" charset="0"/>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userDrawn="1">
            <p:ph type="body" sz="quarter" idx="13"/>
          </p:nvPr>
        </p:nvSpPr>
        <p:spPr bwMode="gray">
          <a:xfrm>
            <a:off x="641190" y="1270822"/>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311937457"/>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2_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41190" y="1972163"/>
            <a:ext cx="10962167" cy="2462213"/>
          </a:xfrm>
        </p:spPr>
        <p:txBody>
          <a:bodyPr wrap="square">
            <a:spAutoFit/>
          </a:bodyPr>
          <a:lstStyle>
            <a:lvl1pPr>
              <a:spcBef>
                <a:spcPts val="0"/>
              </a:spcBef>
              <a:spcAft>
                <a:spcPts val="0"/>
              </a:spcAft>
              <a:defRPr lang="en-US" sz="32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32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32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32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3200" b="0" kern="1200" baseline="0" dirty="0" smtClean="0">
                <a:solidFill>
                  <a:schemeClr val="tx1"/>
                </a:solidFill>
                <a:latin typeface="Arial" pitchFamily="34" charset="0"/>
                <a:ea typeface="+mn-ea"/>
                <a:cs typeface="Arial" pitchFamily="34" charset="0"/>
              </a:defRPr>
            </a:lvl5pPr>
            <a:lvl6pPr marL="1910125" indent="-380334">
              <a:spcBef>
                <a:spcPts val="0"/>
              </a:spcBef>
              <a:spcAft>
                <a:spcPts val="0"/>
              </a:spcAft>
              <a:buClr>
                <a:schemeClr val="tx2"/>
              </a:buClr>
              <a:buSzPct val="70000"/>
              <a:buFont typeface="Wingdings" pitchFamily="2" charset="2"/>
              <a:buChar char="§"/>
              <a:defRPr lang="en-US" sz="3200" kern="1200" dirty="0" smtClean="0">
                <a:solidFill>
                  <a:schemeClr val="tx1"/>
                </a:solidFill>
                <a:latin typeface="Arial" pitchFamily="34" charset="0"/>
                <a:ea typeface="+mn-ea"/>
                <a:cs typeface="Arial" pitchFamily="34" charset="0"/>
              </a:defRPr>
            </a:lvl6pPr>
            <a:lvl7pPr marL="2282003" indent="-363424">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29877" indent="-304275">
              <a:spcBef>
                <a:spcPts val="0"/>
              </a:spcBef>
              <a:spcAft>
                <a:spcPts val="0"/>
              </a:spcAft>
              <a:buSzPct val="70000"/>
              <a:defRPr sz="2400" baseline="0">
                <a:latin typeface="Arial" pitchFamily="34" charset="0"/>
                <a:cs typeface="Arial" pitchFamily="34" charset="0"/>
              </a:defRPr>
            </a:lvl8pPr>
            <a:lvl9pPr marL="2427804" indent="-297933">
              <a:spcBef>
                <a:spcPts val="0"/>
              </a:spcBef>
              <a:spcAft>
                <a:spcPts val="0"/>
              </a:spcAft>
              <a:buSzPct val="70000"/>
              <a:buFont typeface="Arial" pitchFamily="34" charset="0"/>
              <a:buChar char="–"/>
              <a:defRPr sz="2400">
                <a:latin typeface="Arial" pitchFamily="34" charset="0"/>
                <a:cs typeface="Arial" pitchFamily="34" charset="0"/>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2164780331"/>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6" y="1972187"/>
            <a:ext cx="5435592" cy="4163389"/>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49183" y="1972182"/>
            <a:ext cx="5126679"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90" y="1270822"/>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80181734"/>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2_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52283" y="3975875"/>
            <a:ext cx="7363123" cy="369332"/>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1217070" rtl="0" eaLnBrk="1" fontAlgn="base" latinLnBrk="0" hangingPunct="1">
              <a:spcBef>
                <a:spcPts val="0"/>
              </a:spcBef>
              <a:spcAft>
                <a:spcPct val="0"/>
              </a:spcAft>
              <a:buClr>
                <a:schemeClr val="tx2"/>
              </a:buClr>
              <a:buFont typeface="Arial" pitchFamily="34" charset="0"/>
              <a:buNone/>
              <a:defRPr lang="en-US" sz="2400" b="1" kern="1200" baseline="0" dirty="0">
                <a:solidFill>
                  <a:schemeClr val="tx2"/>
                </a:solidFill>
                <a:latin typeface="Arial" pitchFamily="34" charset="0"/>
                <a:ea typeface="+mn-ea"/>
                <a:cs typeface="Arial" pitchFamily="34" charset="0"/>
              </a:defRPr>
            </a:lvl1pPr>
            <a:lvl2pPr marL="608536" indent="0" algn="ctr">
              <a:buNone/>
              <a:defRPr>
                <a:solidFill>
                  <a:schemeClr val="tx1">
                    <a:tint val="75000"/>
                  </a:schemeClr>
                </a:solidFill>
              </a:defRPr>
            </a:lvl2pPr>
            <a:lvl3pPr marL="1217070" indent="0" algn="ctr">
              <a:buNone/>
              <a:defRPr>
                <a:solidFill>
                  <a:schemeClr val="tx1">
                    <a:tint val="75000"/>
                  </a:schemeClr>
                </a:solidFill>
              </a:defRPr>
            </a:lvl3pPr>
            <a:lvl4pPr marL="1825612" indent="0" algn="ctr">
              <a:buNone/>
              <a:defRPr>
                <a:solidFill>
                  <a:schemeClr val="tx1">
                    <a:tint val="75000"/>
                  </a:schemeClr>
                </a:solidFill>
              </a:defRPr>
            </a:lvl4pPr>
            <a:lvl5pPr marL="2434141" indent="0" algn="ctr">
              <a:buNone/>
              <a:defRPr>
                <a:solidFill>
                  <a:schemeClr val="tx1">
                    <a:tint val="75000"/>
                  </a:schemeClr>
                </a:solidFill>
              </a:defRPr>
            </a:lvl5pPr>
            <a:lvl6pPr marL="3042674" indent="0" algn="ctr">
              <a:buNone/>
              <a:defRPr>
                <a:solidFill>
                  <a:schemeClr val="tx1">
                    <a:tint val="75000"/>
                  </a:schemeClr>
                </a:solidFill>
              </a:defRPr>
            </a:lvl6pPr>
            <a:lvl7pPr marL="3651217" indent="0" algn="ctr">
              <a:buNone/>
              <a:defRPr>
                <a:solidFill>
                  <a:schemeClr val="tx1">
                    <a:tint val="75000"/>
                  </a:schemeClr>
                </a:solidFill>
              </a:defRPr>
            </a:lvl7pPr>
            <a:lvl8pPr marL="4259746" indent="0" algn="ctr">
              <a:buNone/>
              <a:defRPr>
                <a:solidFill>
                  <a:schemeClr val="tx1">
                    <a:tint val="75000"/>
                  </a:schemeClr>
                </a:solidFill>
              </a:defRPr>
            </a:lvl8pPr>
            <a:lvl9pPr marL="4868282"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52283" y="2200864"/>
            <a:ext cx="7363123" cy="1692771"/>
          </a:xfrm>
          <a:noFill/>
          <a:ln w="9525">
            <a:noFill/>
            <a:miter lim="800000"/>
            <a:headEnd/>
            <a:tailEnd/>
          </a:ln>
        </p:spPr>
        <p:txBody>
          <a:bodyPr vert="horz" wrap="square" lIns="0" tIns="0" rIns="0" bIns="0" numCol="1" anchor="t" anchorCtr="0" compatLnSpc="1">
            <a:prstTxWarp prst="textNoShape">
              <a:avLst/>
            </a:prstTxWarp>
            <a:spAutoFit/>
          </a:bodyPr>
          <a:lstStyle>
            <a:lvl1pPr algn="l" defTabSz="1217070" rtl="0" eaLnBrk="1" latinLnBrk="0" hangingPunct="1">
              <a:spcBef>
                <a:spcPct val="0"/>
              </a:spcBef>
              <a:buNone/>
              <a:defRPr lang="en-US" sz="55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152" y="31"/>
            <a:ext cx="5289698" cy="1443544"/>
          </a:xfrm>
          <a:prstGeom prst="rect">
            <a:avLst/>
          </a:prstGeom>
        </p:spPr>
      </p:pic>
      <p:pic>
        <p:nvPicPr>
          <p:cNvPr id="6" name="Picture 5"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3762844054"/>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2_Divider Slide 2">
    <p:spTree>
      <p:nvGrpSpPr>
        <p:cNvPr id="1" name=""/>
        <p:cNvGrpSpPr/>
        <p:nvPr/>
      </p:nvGrpSpPr>
      <p:grpSpPr>
        <a:xfrm>
          <a:off x="0" y="0"/>
          <a:ext cx="0" cy="0"/>
          <a:chOff x="0" y="0"/>
          <a:chExt cx="0" cy="0"/>
        </a:xfrm>
      </p:grpSpPr>
      <p:sp>
        <p:nvSpPr>
          <p:cNvPr id="12" name="Picture Placeholder 22"/>
          <p:cNvSpPr>
            <a:spLocks noGrp="1"/>
          </p:cNvSpPr>
          <p:nvPr>
            <p:ph type="pic" sz="quarter" idx="13"/>
          </p:nvPr>
        </p:nvSpPr>
        <p:spPr bwMode="gray">
          <a:xfrm>
            <a:off x="641104" y="1972161"/>
            <a:ext cx="5467330" cy="4176092"/>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2" name="Subtitle 2"/>
          <p:cNvSpPr>
            <a:spLocks noGrp="1"/>
          </p:cNvSpPr>
          <p:nvPr>
            <p:ph type="subTitle" idx="1" hasCustomPrompt="1"/>
          </p:nvPr>
        </p:nvSpPr>
        <p:spPr bwMode="gray">
          <a:xfrm>
            <a:off x="6565459" y="4204575"/>
            <a:ext cx="5039929" cy="369332"/>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1217070" rtl="0" eaLnBrk="1" fontAlgn="base" latinLnBrk="0" hangingPunct="1">
              <a:spcBef>
                <a:spcPts val="0"/>
              </a:spcBef>
              <a:spcAft>
                <a:spcPct val="0"/>
              </a:spcAft>
              <a:buClr>
                <a:schemeClr val="tx2"/>
              </a:buClr>
              <a:buFont typeface="Arial" pitchFamily="34" charset="0"/>
              <a:buNone/>
              <a:defRPr lang="en-US" sz="2400" b="1" kern="1200" baseline="0" dirty="0">
                <a:solidFill>
                  <a:schemeClr val="tx2"/>
                </a:solidFill>
                <a:latin typeface="Arial" pitchFamily="34" charset="0"/>
                <a:ea typeface="+mn-ea"/>
                <a:cs typeface="Arial" pitchFamily="34" charset="0"/>
              </a:defRPr>
            </a:lvl1pPr>
            <a:lvl2pPr marL="608536" indent="0" algn="ctr">
              <a:buNone/>
              <a:defRPr>
                <a:solidFill>
                  <a:schemeClr val="tx1">
                    <a:tint val="75000"/>
                  </a:schemeClr>
                </a:solidFill>
              </a:defRPr>
            </a:lvl2pPr>
            <a:lvl3pPr marL="1217070" indent="0" algn="ctr">
              <a:buNone/>
              <a:defRPr>
                <a:solidFill>
                  <a:schemeClr val="tx1">
                    <a:tint val="75000"/>
                  </a:schemeClr>
                </a:solidFill>
              </a:defRPr>
            </a:lvl3pPr>
            <a:lvl4pPr marL="1825612" indent="0" algn="ctr">
              <a:buNone/>
              <a:defRPr>
                <a:solidFill>
                  <a:schemeClr val="tx1">
                    <a:tint val="75000"/>
                  </a:schemeClr>
                </a:solidFill>
              </a:defRPr>
            </a:lvl4pPr>
            <a:lvl5pPr marL="2434141" indent="0" algn="ctr">
              <a:buNone/>
              <a:defRPr>
                <a:solidFill>
                  <a:schemeClr val="tx1">
                    <a:tint val="75000"/>
                  </a:schemeClr>
                </a:solidFill>
              </a:defRPr>
            </a:lvl5pPr>
            <a:lvl6pPr marL="3042674" indent="0" algn="ctr">
              <a:buNone/>
              <a:defRPr>
                <a:solidFill>
                  <a:schemeClr val="tx1">
                    <a:tint val="75000"/>
                  </a:schemeClr>
                </a:solidFill>
              </a:defRPr>
            </a:lvl6pPr>
            <a:lvl7pPr marL="3651217" indent="0" algn="ctr">
              <a:buNone/>
              <a:defRPr>
                <a:solidFill>
                  <a:schemeClr val="tx1">
                    <a:tint val="75000"/>
                  </a:schemeClr>
                </a:solidFill>
              </a:defRPr>
            </a:lvl7pPr>
            <a:lvl8pPr marL="4259746" indent="0" algn="ctr">
              <a:buNone/>
              <a:defRPr>
                <a:solidFill>
                  <a:schemeClr val="tx1">
                    <a:tint val="75000"/>
                  </a:schemeClr>
                </a:solidFill>
              </a:defRPr>
            </a:lvl8pPr>
            <a:lvl9pPr marL="4868282" indent="0" algn="ctr">
              <a:buNone/>
              <a:defRPr>
                <a:solidFill>
                  <a:schemeClr val="tx1">
                    <a:tint val="75000"/>
                  </a:schemeClr>
                </a:solidFill>
              </a:defRPr>
            </a:lvl9pPr>
          </a:lstStyle>
          <a:p>
            <a:r>
              <a:rPr lang="en-US" dirty="0"/>
              <a:t>Click to Edit Master Subtitle Style</a:t>
            </a:r>
          </a:p>
        </p:txBody>
      </p:sp>
      <p:sp>
        <p:nvSpPr>
          <p:cNvPr id="23" name="Title 8"/>
          <p:cNvSpPr>
            <a:spLocks noGrp="1"/>
          </p:cNvSpPr>
          <p:nvPr>
            <p:ph type="title" hasCustomPrompt="1"/>
          </p:nvPr>
        </p:nvSpPr>
        <p:spPr bwMode="gray">
          <a:xfrm>
            <a:off x="6565460" y="1972154"/>
            <a:ext cx="5039929" cy="2539157"/>
          </a:xfrm>
          <a:noFill/>
          <a:ln w="9525">
            <a:noFill/>
            <a:miter lim="800000"/>
            <a:headEnd/>
            <a:tailEnd/>
          </a:ln>
        </p:spPr>
        <p:txBody>
          <a:bodyPr vert="horz" wrap="square" lIns="0" tIns="0" rIns="0" bIns="0" numCol="1" anchor="t" anchorCtr="0" compatLnSpc="1">
            <a:prstTxWarp prst="textNoShape">
              <a:avLst/>
            </a:prstTxWarp>
            <a:spAutoFit/>
          </a:bodyPr>
          <a:lstStyle>
            <a:lvl1pPr algn="l" defTabSz="1217070" rtl="0" eaLnBrk="1" latinLnBrk="0" hangingPunct="1">
              <a:spcBef>
                <a:spcPct val="0"/>
              </a:spcBef>
              <a:buNone/>
              <a:defRPr lang="en-US" sz="55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152" y="31"/>
            <a:ext cx="5289698" cy="1443544"/>
          </a:xfrm>
          <a:prstGeom prst="rect">
            <a:avLst/>
          </a:prstGeom>
        </p:spPr>
      </p:pic>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785713747"/>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3_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641141" y="2467699"/>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
          <p:cNvSpPr>
            <a:spLocks noGrp="1"/>
          </p:cNvSpPr>
          <p:nvPr>
            <p:ph type="body" sz="quarter" idx="11" hasCustomPrompt="1"/>
          </p:nvPr>
        </p:nvSpPr>
        <p:spPr bwMode="gray">
          <a:xfrm>
            <a:off x="6362359" y="2467699"/>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ext Placeholder 4"/>
          <p:cNvSpPr>
            <a:spLocks noGrp="1"/>
          </p:cNvSpPr>
          <p:nvPr>
            <p:ph type="body" sz="quarter" idx="12" hasCustomPrompt="1"/>
          </p:nvPr>
        </p:nvSpPr>
        <p:spPr bwMode="gray">
          <a:xfrm>
            <a:off x="641141" y="1889050"/>
            <a:ext cx="5243050" cy="369332"/>
          </a:xfrm>
          <a:noFill/>
          <a:ln>
            <a:noFill/>
          </a:ln>
        </p:spPr>
        <p:txBody>
          <a:bodyPr wrap="square" lIns="0" tIns="0" rIns="0" bIns="0" anchor="b" anchorCtr="0">
            <a:spAutoFit/>
          </a:bodyPr>
          <a:lstStyle>
            <a:lvl1pPr marL="0" indent="0">
              <a:spcBef>
                <a:spcPts val="0"/>
              </a:spcBef>
              <a:spcAft>
                <a:spcPts val="0"/>
              </a:spcAft>
              <a:buNone/>
              <a:defRPr sz="2400" b="1">
                <a:solidFill>
                  <a:schemeClr val="bg2"/>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dirty="0"/>
              <a:t>Heading 1</a:t>
            </a:r>
          </a:p>
        </p:txBody>
      </p:sp>
      <p:sp>
        <p:nvSpPr>
          <p:cNvPr id="6" name="Text Placeholder 4"/>
          <p:cNvSpPr>
            <a:spLocks noGrp="1"/>
          </p:cNvSpPr>
          <p:nvPr>
            <p:ph type="body" sz="quarter" idx="13" hasCustomPrompt="1"/>
          </p:nvPr>
        </p:nvSpPr>
        <p:spPr bwMode="gray">
          <a:xfrm>
            <a:off x="6362359" y="1889050"/>
            <a:ext cx="5243050" cy="369332"/>
          </a:xfrm>
          <a:noFill/>
          <a:ln>
            <a:noFill/>
          </a:ln>
        </p:spPr>
        <p:txBody>
          <a:bodyPr wrap="square" lIns="0" tIns="0" rIns="0" bIns="0" anchor="b" anchorCtr="0">
            <a:spAutoFit/>
          </a:bodyPr>
          <a:lstStyle>
            <a:lvl1pPr marL="0" indent="0">
              <a:spcBef>
                <a:spcPts val="0"/>
              </a:spcBef>
              <a:spcAft>
                <a:spcPts val="0"/>
              </a:spcAft>
              <a:buNone/>
              <a:defRPr sz="2400" b="1">
                <a:solidFill>
                  <a:schemeClr val="bg2"/>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dirty="0"/>
              <a:t>Heading 2</a:t>
            </a:r>
          </a:p>
        </p:txBody>
      </p:sp>
      <p:cxnSp>
        <p:nvCxnSpPr>
          <p:cNvPr id="8" name="Straight Connector 7"/>
          <p:cNvCxnSpPr/>
          <p:nvPr userDrawn="1"/>
        </p:nvCxnSpPr>
        <p:spPr bwMode="gray">
          <a:xfrm>
            <a:off x="641205" y="2345511"/>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bwMode="gray">
          <a:xfrm>
            <a:off x="6362420" y="2345511"/>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15" name="Text Placeholder 41"/>
          <p:cNvSpPr>
            <a:spLocks noGrp="1"/>
          </p:cNvSpPr>
          <p:nvPr>
            <p:ph type="body" sz="quarter" idx="14"/>
          </p:nvPr>
        </p:nvSpPr>
        <p:spPr bwMode="gray">
          <a:xfrm>
            <a:off x="641190" y="1270822"/>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341447653"/>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5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17" name="Text Placeholder 4"/>
          <p:cNvSpPr>
            <a:spLocks noGrp="1"/>
          </p:cNvSpPr>
          <p:nvPr>
            <p:ph type="body" sz="quarter" idx="10" hasCustomPrompt="1"/>
          </p:nvPr>
        </p:nvSpPr>
        <p:spPr bwMode="gray">
          <a:xfrm>
            <a:off x="641141" y="2467699"/>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18" name="Text Placeholder 4"/>
          <p:cNvSpPr>
            <a:spLocks noGrp="1"/>
          </p:cNvSpPr>
          <p:nvPr>
            <p:ph type="body" sz="quarter" idx="11" hasCustomPrompt="1"/>
          </p:nvPr>
        </p:nvSpPr>
        <p:spPr bwMode="gray">
          <a:xfrm>
            <a:off x="6362359" y="2467699"/>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1" name="Text Placeholder 4"/>
          <p:cNvSpPr>
            <a:spLocks noGrp="1"/>
          </p:cNvSpPr>
          <p:nvPr>
            <p:ph type="body" sz="quarter" idx="12" hasCustomPrompt="1"/>
          </p:nvPr>
        </p:nvSpPr>
        <p:spPr bwMode="gray">
          <a:xfrm>
            <a:off x="641141" y="1889050"/>
            <a:ext cx="5243050" cy="369332"/>
          </a:xfrm>
          <a:noFill/>
          <a:ln>
            <a:noFill/>
          </a:ln>
        </p:spPr>
        <p:txBody>
          <a:bodyPr wrap="square" lIns="0" tIns="0" rIns="0" bIns="0" anchor="b" anchorCtr="0">
            <a:spAutoFit/>
          </a:bodyPr>
          <a:lstStyle>
            <a:lvl1pPr marL="0" indent="0">
              <a:spcBef>
                <a:spcPts val="0"/>
              </a:spcBef>
              <a:spcAft>
                <a:spcPts val="0"/>
              </a:spcAft>
              <a:buNone/>
              <a:defRPr sz="2400" b="1">
                <a:solidFill>
                  <a:schemeClr val="bg2"/>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dirty="0"/>
              <a:t>Heading 1</a:t>
            </a:r>
          </a:p>
        </p:txBody>
      </p:sp>
      <p:sp>
        <p:nvSpPr>
          <p:cNvPr id="32" name="Text Placeholder 4"/>
          <p:cNvSpPr>
            <a:spLocks noGrp="1"/>
          </p:cNvSpPr>
          <p:nvPr>
            <p:ph type="body" sz="quarter" idx="13" hasCustomPrompt="1"/>
          </p:nvPr>
        </p:nvSpPr>
        <p:spPr bwMode="gray">
          <a:xfrm>
            <a:off x="6362359" y="1889050"/>
            <a:ext cx="5243050" cy="369332"/>
          </a:xfrm>
          <a:noFill/>
          <a:ln>
            <a:noFill/>
          </a:ln>
        </p:spPr>
        <p:txBody>
          <a:bodyPr wrap="square" lIns="0" tIns="0" rIns="0" bIns="0" anchor="b" anchorCtr="0">
            <a:spAutoFit/>
          </a:bodyPr>
          <a:lstStyle>
            <a:lvl1pPr marL="0" indent="0">
              <a:spcBef>
                <a:spcPts val="0"/>
              </a:spcBef>
              <a:spcAft>
                <a:spcPts val="0"/>
              </a:spcAft>
              <a:buNone/>
              <a:tabLst/>
              <a:defRPr sz="2400" b="1">
                <a:solidFill>
                  <a:schemeClr val="bg2"/>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dirty="0"/>
              <a:t>Heading 2</a:t>
            </a:r>
          </a:p>
        </p:txBody>
      </p:sp>
      <p:cxnSp>
        <p:nvCxnSpPr>
          <p:cNvPr id="33" name="Straight Connector 32"/>
          <p:cNvCxnSpPr/>
          <p:nvPr userDrawn="1"/>
        </p:nvCxnSpPr>
        <p:spPr bwMode="gray">
          <a:xfrm>
            <a:off x="641205" y="2345511"/>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bwMode="gray">
          <a:xfrm>
            <a:off x="6362420" y="2345511"/>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641141" y="4704553"/>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6" name="Text Placeholder 4"/>
          <p:cNvSpPr>
            <a:spLocks noGrp="1"/>
          </p:cNvSpPr>
          <p:nvPr>
            <p:ph type="body" sz="quarter" idx="16" hasCustomPrompt="1"/>
          </p:nvPr>
        </p:nvSpPr>
        <p:spPr bwMode="gray">
          <a:xfrm>
            <a:off x="6362359" y="4704553"/>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7" name="Text Placeholder 4"/>
          <p:cNvSpPr>
            <a:spLocks noGrp="1"/>
          </p:cNvSpPr>
          <p:nvPr>
            <p:ph type="body" sz="quarter" idx="17" hasCustomPrompt="1"/>
          </p:nvPr>
        </p:nvSpPr>
        <p:spPr bwMode="gray">
          <a:xfrm>
            <a:off x="641141" y="4125932"/>
            <a:ext cx="5243050" cy="369332"/>
          </a:xfrm>
          <a:noFill/>
          <a:ln>
            <a:noFill/>
          </a:ln>
        </p:spPr>
        <p:txBody>
          <a:bodyPr wrap="square" lIns="0" tIns="0" rIns="0" bIns="0" anchor="b" anchorCtr="0">
            <a:spAutoFit/>
          </a:bodyPr>
          <a:lstStyle>
            <a:lvl1pPr>
              <a:spcBef>
                <a:spcPts val="0"/>
              </a:spcBef>
              <a:spcAft>
                <a:spcPts val="0"/>
              </a:spcAft>
              <a:buNone/>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lvl="0" indent="0" algn="l" defTabSz="1217070" rtl="0" eaLnBrk="1" fontAlgn="base" latinLnBrk="0" hangingPunct="1">
              <a:spcBef>
                <a:spcPts val="0"/>
              </a:spcBef>
              <a:spcAft>
                <a:spcPts val="0"/>
              </a:spcAft>
              <a:buClr>
                <a:schemeClr val="bg2"/>
              </a:buClr>
              <a:tabLst/>
            </a:pPr>
            <a:r>
              <a:rPr lang="en-US" dirty="0"/>
              <a:t>Heading 3</a:t>
            </a:r>
          </a:p>
        </p:txBody>
      </p:sp>
      <p:sp>
        <p:nvSpPr>
          <p:cNvPr id="38" name="Text Placeholder 4"/>
          <p:cNvSpPr>
            <a:spLocks noGrp="1"/>
          </p:cNvSpPr>
          <p:nvPr>
            <p:ph type="body" sz="quarter" idx="18" hasCustomPrompt="1"/>
          </p:nvPr>
        </p:nvSpPr>
        <p:spPr bwMode="gray">
          <a:xfrm>
            <a:off x="6362359" y="4125932"/>
            <a:ext cx="5243050" cy="369332"/>
          </a:xfrm>
          <a:noFill/>
          <a:ln>
            <a:noFill/>
          </a:ln>
        </p:spPr>
        <p:txBody>
          <a:bodyPr wrap="square" lIns="0" tIns="0" rIns="0" bIns="0" anchor="b" anchorCtr="0">
            <a:spAutoFit/>
          </a:bodyPr>
          <a:lstStyle>
            <a:lvl1pPr>
              <a:spcBef>
                <a:spcPts val="0"/>
              </a:spcBef>
              <a:spcAft>
                <a:spcPts val="0"/>
              </a:spcAft>
              <a:buNone/>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lvl="0" indent="0" algn="l" defTabSz="1217070" rtl="0" eaLnBrk="1" fontAlgn="base" latinLnBrk="0" hangingPunct="1">
              <a:spcBef>
                <a:spcPts val="0"/>
              </a:spcBef>
              <a:spcAft>
                <a:spcPts val="0"/>
              </a:spcAft>
              <a:buClr>
                <a:schemeClr val="bg2"/>
              </a:buClr>
              <a:tabLst/>
            </a:pPr>
            <a:r>
              <a:rPr lang="en-US" dirty="0"/>
              <a:t>Heading 4</a:t>
            </a:r>
          </a:p>
        </p:txBody>
      </p:sp>
      <p:cxnSp>
        <p:nvCxnSpPr>
          <p:cNvPr id="39" name="Straight Connector 38"/>
          <p:cNvCxnSpPr/>
          <p:nvPr userDrawn="1"/>
        </p:nvCxnSpPr>
        <p:spPr bwMode="gray">
          <a:xfrm>
            <a:off x="641205" y="4582349"/>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gray">
          <a:xfrm>
            <a:off x="6362420" y="4582349"/>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641190" y="1270822"/>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675207784"/>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6_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3250048" y="1972171"/>
            <a:ext cx="2723087" cy="1908215"/>
          </a:xfrm>
          <a:ln>
            <a:noFill/>
          </a:ln>
        </p:spPr>
        <p:txBody>
          <a:bodyPr wrap="square" lIns="0" tIns="0" rIns="0" bIns="0">
            <a:spAutoFit/>
          </a:bodyPr>
          <a:lstStyle>
            <a:lvl1pPr marL="0" marR="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2000">
                <a:latin typeface="Arial" pitchFamily="34" charset="0"/>
                <a:cs typeface="Arial" pitchFamily="34" charset="0"/>
              </a:defRPr>
            </a:lvl2pPr>
            <a:lvl3pPr>
              <a:spcBef>
                <a:spcPts val="0"/>
              </a:spcBef>
              <a:spcAft>
                <a:spcPts val="0"/>
              </a:spcAft>
              <a:defRPr sz="2000">
                <a:latin typeface="Arial" pitchFamily="34" charset="0"/>
                <a:cs typeface="Arial" pitchFamily="34" charset="0"/>
              </a:defRPr>
            </a:lvl3pPr>
            <a:lvl4pPr>
              <a:spcBef>
                <a:spcPts val="0"/>
              </a:spcBef>
              <a:spcAft>
                <a:spcPts val="0"/>
              </a:spcAft>
              <a:defRPr sz="2000">
                <a:latin typeface="Arial" pitchFamily="34" charset="0"/>
                <a:cs typeface="Arial" pitchFamily="34" charset="0"/>
              </a:defRPr>
            </a:lvl4pPr>
            <a:lvl5pPr>
              <a:spcBef>
                <a:spcPts val="0"/>
              </a:spcBef>
              <a:spcAft>
                <a:spcPts val="0"/>
              </a:spcAft>
              <a:defRPr sz="2000">
                <a:latin typeface="Arial" pitchFamily="34" charset="0"/>
                <a:cs typeface="Arial" pitchFamily="34" charset="0"/>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marR="0" lvl="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1</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16" name="Picture Placeholder 22"/>
          <p:cNvSpPr>
            <a:spLocks noGrp="1"/>
          </p:cNvSpPr>
          <p:nvPr>
            <p:ph type="pic" sz="quarter" idx="13"/>
          </p:nvPr>
        </p:nvSpPr>
        <p:spPr bwMode="gray">
          <a:xfrm>
            <a:off x="641271" y="1972186"/>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0"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42" name="Text Placeholder 4"/>
          <p:cNvSpPr>
            <a:spLocks noGrp="1"/>
          </p:cNvSpPr>
          <p:nvPr>
            <p:ph type="body" sz="quarter" idx="19" hasCustomPrompt="1"/>
          </p:nvPr>
        </p:nvSpPr>
        <p:spPr bwMode="gray">
          <a:xfrm>
            <a:off x="8888762" y="1972171"/>
            <a:ext cx="2723087" cy="1908215"/>
          </a:xfrm>
          <a:ln>
            <a:noFill/>
          </a:ln>
        </p:spPr>
        <p:txBody>
          <a:bodyPr wrap="square" lIns="0" tIns="0" rIns="0" bIns="0">
            <a:spAutoFit/>
          </a:bodyPr>
          <a:lstStyle>
            <a:lvl1pPr marL="0" marR="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Arial" pitchFamily="34" charset="0"/>
                <a:ea typeface="+mn-ea"/>
                <a:cs typeface="Arial" pitchFamily="34" charset="0"/>
              </a:defRPr>
            </a:lvl2pPr>
            <a:lvl3pPr>
              <a:spcBef>
                <a:spcPts val="0"/>
              </a:spcBef>
              <a:spcAft>
                <a:spcPts val="0"/>
              </a:spcAft>
              <a:defRPr sz="2000">
                <a:latin typeface="Arial" pitchFamily="34" charset="0"/>
                <a:cs typeface="Arial" pitchFamily="34" charset="0"/>
              </a:defRPr>
            </a:lvl3pPr>
            <a:lvl4pPr>
              <a:spcBef>
                <a:spcPts val="0"/>
              </a:spcBef>
              <a:spcAft>
                <a:spcPts val="0"/>
              </a:spcAft>
              <a:defRPr sz="2000">
                <a:latin typeface="Arial" pitchFamily="34" charset="0"/>
                <a:cs typeface="Arial" pitchFamily="34" charset="0"/>
              </a:defRPr>
            </a:lvl4pPr>
            <a:lvl5pPr>
              <a:spcBef>
                <a:spcPts val="0"/>
              </a:spcBef>
              <a:spcAft>
                <a:spcPts val="0"/>
              </a:spcAft>
              <a:defRPr sz="2000">
                <a:latin typeface="Arial" pitchFamily="34" charset="0"/>
                <a:cs typeface="Arial" pitchFamily="34" charset="0"/>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marR="0" lvl="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2</a:t>
            </a:r>
          </a:p>
          <a:p>
            <a:pPr marL="380334" lvl="1" indent="-380334" algn="l" defTabSz="121707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3" name="Picture Placeholder 22"/>
          <p:cNvSpPr>
            <a:spLocks noGrp="1"/>
          </p:cNvSpPr>
          <p:nvPr>
            <p:ph type="pic" sz="quarter" idx="20"/>
          </p:nvPr>
        </p:nvSpPr>
        <p:spPr bwMode="gray">
          <a:xfrm>
            <a:off x="6279965" y="1972186"/>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5" name="Text Placeholder 4"/>
          <p:cNvSpPr>
            <a:spLocks noGrp="1"/>
          </p:cNvSpPr>
          <p:nvPr>
            <p:ph type="body" sz="quarter" idx="21" hasCustomPrompt="1"/>
          </p:nvPr>
        </p:nvSpPr>
        <p:spPr bwMode="gray">
          <a:xfrm>
            <a:off x="3250048" y="4243010"/>
            <a:ext cx="2723087" cy="1908215"/>
          </a:xfrm>
          <a:ln>
            <a:noFill/>
          </a:ln>
        </p:spPr>
        <p:txBody>
          <a:bodyPr wrap="square" lIns="0" tIns="0" rIns="0" bIns="0">
            <a:spAutoFit/>
          </a:bodyPr>
          <a:lstStyle>
            <a:lvl1pPr marL="0" marR="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Arial" pitchFamily="34" charset="0"/>
                <a:ea typeface="+mn-ea"/>
                <a:cs typeface="Arial" pitchFamily="34" charset="0"/>
              </a:defRPr>
            </a:lvl2pPr>
            <a:lvl3pPr>
              <a:spcBef>
                <a:spcPts val="0"/>
              </a:spcBef>
              <a:spcAft>
                <a:spcPts val="0"/>
              </a:spcAft>
              <a:defRPr sz="2000">
                <a:latin typeface="Arial" pitchFamily="34" charset="0"/>
                <a:cs typeface="Arial" pitchFamily="34" charset="0"/>
              </a:defRPr>
            </a:lvl3pPr>
            <a:lvl4pPr>
              <a:spcBef>
                <a:spcPts val="0"/>
              </a:spcBef>
              <a:spcAft>
                <a:spcPts val="0"/>
              </a:spcAft>
              <a:defRPr sz="2000">
                <a:latin typeface="Arial" pitchFamily="34" charset="0"/>
                <a:cs typeface="Arial" pitchFamily="34" charset="0"/>
              </a:defRPr>
            </a:lvl4pPr>
            <a:lvl5pPr>
              <a:spcBef>
                <a:spcPts val="0"/>
              </a:spcBef>
              <a:spcAft>
                <a:spcPts val="0"/>
              </a:spcAft>
              <a:defRPr sz="2000">
                <a:latin typeface="Arial" pitchFamily="34" charset="0"/>
                <a:cs typeface="Arial" pitchFamily="34" charset="0"/>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marR="0" lvl="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3</a:t>
            </a:r>
          </a:p>
          <a:p>
            <a:pPr marL="380334" lvl="1" indent="-380334" algn="l" defTabSz="121707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6" name="Picture Placeholder 22"/>
          <p:cNvSpPr>
            <a:spLocks noGrp="1"/>
          </p:cNvSpPr>
          <p:nvPr>
            <p:ph type="pic" sz="quarter" idx="22"/>
          </p:nvPr>
        </p:nvSpPr>
        <p:spPr bwMode="gray">
          <a:xfrm>
            <a:off x="641271" y="4243068"/>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8" name="Text Placeholder 4"/>
          <p:cNvSpPr>
            <a:spLocks noGrp="1"/>
          </p:cNvSpPr>
          <p:nvPr>
            <p:ph type="body" sz="quarter" idx="23" hasCustomPrompt="1"/>
          </p:nvPr>
        </p:nvSpPr>
        <p:spPr bwMode="gray">
          <a:xfrm>
            <a:off x="8888762" y="4243010"/>
            <a:ext cx="2723087" cy="1908215"/>
          </a:xfrm>
          <a:ln>
            <a:noFill/>
          </a:ln>
        </p:spPr>
        <p:txBody>
          <a:bodyPr wrap="square" lIns="0" tIns="0" rIns="0" bIns="0">
            <a:spAutoFit/>
          </a:bodyPr>
          <a:lstStyle>
            <a:lvl1pPr marL="0" marR="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Arial" pitchFamily="34" charset="0"/>
                <a:ea typeface="+mn-ea"/>
                <a:cs typeface="Arial" pitchFamily="34" charset="0"/>
              </a:defRPr>
            </a:lvl2pPr>
            <a:lvl3pPr>
              <a:spcBef>
                <a:spcPts val="0"/>
              </a:spcBef>
              <a:spcAft>
                <a:spcPts val="0"/>
              </a:spcAft>
              <a:defRPr sz="2000">
                <a:latin typeface="Arial" pitchFamily="34" charset="0"/>
                <a:cs typeface="Arial" pitchFamily="34" charset="0"/>
              </a:defRPr>
            </a:lvl3pPr>
            <a:lvl4pPr>
              <a:spcBef>
                <a:spcPts val="0"/>
              </a:spcBef>
              <a:spcAft>
                <a:spcPts val="0"/>
              </a:spcAft>
              <a:defRPr sz="2000">
                <a:latin typeface="Arial" pitchFamily="34" charset="0"/>
                <a:cs typeface="Arial" pitchFamily="34" charset="0"/>
              </a:defRPr>
            </a:lvl4pPr>
            <a:lvl5pPr>
              <a:spcBef>
                <a:spcPts val="0"/>
              </a:spcBef>
              <a:spcAft>
                <a:spcPts val="0"/>
              </a:spcAft>
              <a:defRPr sz="2000">
                <a:latin typeface="Arial" pitchFamily="34" charset="0"/>
                <a:cs typeface="Arial" pitchFamily="34" charset="0"/>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marR="0" lvl="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4</a:t>
            </a:r>
          </a:p>
          <a:p>
            <a:pPr marL="380334" lvl="1" indent="-380334" algn="l" defTabSz="121707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9" name="Picture Placeholder 22"/>
          <p:cNvSpPr>
            <a:spLocks noGrp="1"/>
          </p:cNvSpPr>
          <p:nvPr>
            <p:ph type="pic" sz="quarter" idx="24"/>
          </p:nvPr>
        </p:nvSpPr>
        <p:spPr bwMode="gray">
          <a:xfrm>
            <a:off x="6279965" y="4243068"/>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51" name="Text Placeholder 41"/>
          <p:cNvSpPr>
            <a:spLocks noGrp="1"/>
          </p:cNvSpPr>
          <p:nvPr>
            <p:ph type="body" sz="quarter" idx="25"/>
          </p:nvPr>
        </p:nvSpPr>
        <p:spPr bwMode="gray">
          <a:xfrm>
            <a:off x="641190" y="1270822"/>
            <a:ext cx="10962167" cy="369332"/>
          </a:xfrm>
        </p:spPr>
        <p:txBody>
          <a:bodyPr/>
          <a:lstStyle>
            <a:lvl1pPr>
              <a:buNone/>
              <a:defRPr lang="en-US" sz="2400" b="1" kern="1200" baseline="0" dirty="0" smtClean="0">
                <a:solidFill>
                  <a:schemeClr val="bg2"/>
                </a:solidFill>
                <a:latin typeface="Arial" pitchFamily="34" charset="0"/>
                <a:ea typeface="+mn-ea"/>
                <a:cs typeface="Arial" pitchFamily="34" charset="0"/>
              </a:defRPr>
            </a:lvl1pPr>
          </a:lstStyle>
          <a:p>
            <a:pPr marL="0" lvl="0" indent="0" algn="l" defTabSz="1217070"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2081705770"/>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2_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41138" y="1972137"/>
            <a:ext cx="10964283" cy="4163390"/>
          </a:xfrm>
        </p:spPr>
        <p:txBody>
          <a:bodyPr>
            <a:noAutofit/>
          </a:bodyPr>
          <a:lstStyle>
            <a:lvl1pPr marL="0" indent="0">
              <a:buNone/>
              <a:defRPr>
                <a:latin typeface="Arial" pitchFamily="34" charset="0"/>
                <a:cs typeface="Arial" pitchFamily="34" charset="0"/>
              </a:defRPr>
            </a:lvl1pPr>
          </a:lstStyle>
          <a:p>
            <a:r>
              <a:rPr lang="en-US" dirty="0"/>
              <a:t>Click icon to add table</a:t>
            </a:r>
          </a:p>
        </p:txBody>
      </p:sp>
      <p:sp>
        <p:nvSpPr>
          <p:cNvPr id="4"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8" name="Text Placeholder 41"/>
          <p:cNvSpPr>
            <a:spLocks noGrp="1"/>
          </p:cNvSpPr>
          <p:nvPr>
            <p:ph type="body" sz="quarter" idx="13"/>
          </p:nvPr>
        </p:nvSpPr>
        <p:spPr bwMode="gray">
          <a:xfrm>
            <a:off x="641190" y="1270822"/>
            <a:ext cx="10962167" cy="369332"/>
          </a:xfrm>
        </p:spPr>
        <p:txBody>
          <a:bodyPr/>
          <a:lstStyle>
            <a:lvl1pPr>
              <a:buNone/>
              <a:defRPr lang="en-US" sz="2400" b="1" kern="1200" baseline="0" dirty="0" smtClean="0">
                <a:solidFill>
                  <a:schemeClr val="bg2"/>
                </a:solidFill>
                <a:latin typeface="Arial" pitchFamily="34" charset="0"/>
                <a:ea typeface="+mn-ea"/>
                <a:cs typeface="Arial" pitchFamily="34" charset="0"/>
              </a:defRPr>
            </a:lvl1pPr>
          </a:lstStyle>
          <a:p>
            <a:pPr marL="0" lvl="0" indent="0" algn="l" defTabSz="1217070"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56122874"/>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2_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41138" y="1972187"/>
            <a:ext cx="10964283" cy="4163389"/>
          </a:xfrm>
        </p:spPr>
        <p:txBody>
          <a:bodyPr>
            <a:noAutofit/>
          </a:bodyPr>
          <a:lstStyle>
            <a:lvl1pPr marL="0" indent="0">
              <a:buNone/>
              <a:defRPr>
                <a:latin typeface="Arial" pitchFamily="34" charset="0"/>
                <a:cs typeface="Arial" pitchFamily="34" charset="0"/>
              </a:defRPr>
            </a:lvl1pPr>
          </a:lstStyle>
          <a:p>
            <a:r>
              <a:rPr lang="en-US" dirty="0"/>
              <a:t>Click icon to add chart</a:t>
            </a:r>
          </a:p>
        </p:txBody>
      </p:sp>
      <p:sp>
        <p:nvSpPr>
          <p:cNvPr id="4"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90" y="1270822"/>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654899465"/>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3_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21768" y="1527674"/>
            <a:ext cx="8969807"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821822" y="3370315"/>
            <a:ext cx="9002897" cy="3241913"/>
          </a:xfrm>
          <a:prstGeom prst="rect">
            <a:avLst/>
          </a:prstGeom>
          <a:noFill/>
          <a:ln w="9525">
            <a:noFill/>
            <a:miter lim="800000"/>
            <a:headEnd/>
            <a:tailEnd/>
          </a:ln>
        </p:spPr>
        <p:txBody>
          <a:bodyPr wrap="square" lIns="0" tIns="0" rIns="0" bIns="0">
            <a:spAutoFit/>
          </a:bodyPr>
          <a:lstStyle/>
          <a:p>
            <a:pPr algn="just" defTabSz="1217070" fontAlgn="auto">
              <a:spcBef>
                <a:spcPts val="800"/>
              </a:spcBef>
              <a:spcAft>
                <a:spcPts val="0"/>
              </a:spcAft>
            </a:pPr>
            <a:r>
              <a:rPr lang="en-US" sz="1200" b="1" dirty="0">
                <a:solidFill>
                  <a:srgbClr val="6D6E71"/>
                </a:solidFill>
                <a:latin typeface="Arial"/>
              </a:rPr>
              <a:t>Disclaimer </a:t>
            </a:r>
          </a:p>
          <a:p>
            <a:pPr algn="just" defTabSz="1217070" fontAlgn="auto">
              <a:spcBef>
                <a:spcPts val="800"/>
              </a:spcBef>
              <a:spcAft>
                <a:spcPts val="0"/>
              </a:spcAft>
            </a:pPr>
            <a:r>
              <a:rPr lang="en-US" sz="1200" dirty="0">
                <a:solidFill>
                  <a:srgbClr val="6D6E71"/>
                </a:solidFill>
                <a:latin typeface="Arial"/>
              </a:rPr>
              <a:t>Tech Mahindra Limited, herein referred to as Tech Mahindra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 Mahindra or its subsidiaries. Any unauthorized use, disclosure or public dissemination of information contained herein is prohibited. Unless specifically noted, Tech Mahindra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 Mahindra. Information contained in a presentation hosted or promoted by Tech Mahindra is provided “as is” without warranty of any kind, either expressed or implied, including any warranty of merchantability or fitness for a particular purpose. Tech Mahindra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21785" y="2140741"/>
            <a:ext cx="8975995" cy="369332"/>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1217070" rtl="0" eaLnBrk="1" fontAlgn="base" latinLnBrk="0" hangingPunct="1">
              <a:spcBef>
                <a:spcPts val="0"/>
              </a:spcBef>
              <a:spcAft>
                <a:spcPct val="0"/>
              </a:spcAft>
              <a:buClr>
                <a:schemeClr val="tx2"/>
              </a:buClr>
              <a:buFont typeface="Arial" pitchFamily="34" charset="0"/>
              <a:buNone/>
              <a:defRPr lang="en-US" sz="24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51321581"/>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3" name="Rectangle 2"/>
          <p:cNvSpPr/>
          <p:nvPr userDrawn="1"/>
        </p:nvSpPr>
        <p:spPr bwMode="gray">
          <a:xfrm>
            <a:off x="80" y="0"/>
            <a:ext cx="12187238" cy="6859588"/>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lIns="121705" tIns="60850" rIns="121705" bIns="60850" rtlCol="0" anchor="ctr"/>
          <a:lstStyle/>
          <a:p>
            <a:pPr algn="ctr" defTabSz="1217070" fontAlgn="auto">
              <a:spcBef>
                <a:spcPts val="0"/>
              </a:spcBef>
              <a:spcAft>
                <a:spcPts val="0"/>
              </a:spcAft>
            </a:pPr>
            <a:endParaRPr lang="en-US" sz="2400" dirty="0">
              <a:solidFill>
                <a:prstClr val="black"/>
              </a:solidFill>
            </a:endParaRPr>
          </a:p>
        </p:txBody>
      </p:sp>
      <p:pic>
        <p:nvPicPr>
          <p:cNvPr id="4" name="Picture 3" descr="Mahindra Logo.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2620658" y="2717918"/>
            <a:ext cx="7196320" cy="1491368"/>
          </a:xfrm>
          <a:prstGeom prst="rect">
            <a:avLst/>
          </a:prstGeom>
        </p:spPr>
      </p:pic>
    </p:spTree>
    <p:extLst>
      <p:ext uri="{BB962C8B-B14F-4D97-AF65-F5344CB8AC3E}">
        <p14:creationId xmlns:p14="http://schemas.microsoft.com/office/powerpoint/2010/main" val="2115871293"/>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3_Agenda">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10735" y="154"/>
            <a:ext cx="12176659" cy="2378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90" y="1271106"/>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8" name="Picture 7"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6"/>
            <a:ext cx="3025650" cy="825691"/>
          </a:xfrm>
          <a:prstGeom prst="rect">
            <a:avLst/>
          </a:prstGeom>
        </p:spPr>
      </p:pic>
    </p:spTree>
    <p:extLst>
      <p:ext uri="{BB962C8B-B14F-4D97-AF65-F5344CB8AC3E}">
        <p14:creationId xmlns:p14="http://schemas.microsoft.com/office/powerpoint/2010/main" val="3753784445"/>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20" name="TextBox 20"/>
          <p:cNvSpPr txBox="1">
            <a:spLocks noChangeArrowheads="1"/>
          </p:cNvSpPr>
          <p:nvPr userDrawn="1"/>
        </p:nvSpPr>
        <p:spPr bwMode="gray">
          <a:xfrm>
            <a:off x="641100" y="6631483"/>
            <a:ext cx="3323026" cy="169277"/>
          </a:xfrm>
          <a:prstGeom prst="rect">
            <a:avLst/>
          </a:prstGeom>
          <a:noFill/>
          <a:ln w="9525">
            <a:noFill/>
            <a:miter lim="800000"/>
            <a:headEnd/>
            <a:tailEnd/>
          </a:ln>
        </p:spPr>
        <p:txBody>
          <a:bodyPr wrap="none" lIns="0" tIns="0" rIns="0" bIns="0">
            <a:spAutoFit/>
          </a:bodyPr>
          <a:lstStyle/>
          <a:p>
            <a:pPr defTabSz="1217070" fontAlgn="auto">
              <a:spcBef>
                <a:spcPts val="0"/>
              </a:spcBef>
              <a:spcAft>
                <a:spcPts val="0"/>
              </a:spcAft>
              <a:defRPr/>
            </a:pPr>
            <a:r>
              <a:rPr lang="en-US" sz="1100" dirty="0">
                <a:solidFill>
                  <a:srgbClr val="6D6E71"/>
                </a:solidFill>
                <a:latin typeface="Arial"/>
              </a:rPr>
              <a:t>Copyright © 2013 Tech Mahindra. All rights reserved.</a:t>
            </a:r>
          </a:p>
        </p:txBody>
      </p:sp>
    </p:spTree>
    <p:extLst>
      <p:ext uri="{BB962C8B-B14F-4D97-AF65-F5344CB8AC3E}">
        <p14:creationId xmlns:p14="http://schemas.microsoft.com/office/powerpoint/2010/main" val="357388375"/>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4_Agenda">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10735" y="154"/>
            <a:ext cx="12176659" cy="2378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90" y="1271106"/>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8" name="Picture 7"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6"/>
            <a:ext cx="3025650" cy="825691"/>
          </a:xfrm>
          <a:prstGeom prst="rect">
            <a:avLst/>
          </a:prstGeom>
        </p:spPr>
      </p:pic>
    </p:spTree>
    <p:extLst>
      <p:ext uri="{BB962C8B-B14F-4D97-AF65-F5344CB8AC3E}">
        <p14:creationId xmlns:p14="http://schemas.microsoft.com/office/powerpoint/2010/main" val="4024671094"/>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3" name="Rectangle 2"/>
          <p:cNvSpPr/>
          <p:nvPr userDrawn="1"/>
        </p:nvSpPr>
        <p:spPr bwMode="gray">
          <a:xfrm>
            <a:off x="80" y="0"/>
            <a:ext cx="12187238" cy="6859588"/>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lIns="121705" tIns="60850" rIns="121705" bIns="60850" rtlCol="0" anchor="ctr"/>
          <a:lstStyle/>
          <a:p>
            <a:pPr algn="ctr" defTabSz="1217070" fontAlgn="auto">
              <a:spcBef>
                <a:spcPts val="0"/>
              </a:spcBef>
              <a:spcAft>
                <a:spcPts val="0"/>
              </a:spcAft>
            </a:pPr>
            <a:endParaRPr lang="en-US" sz="2400" dirty="0">
              <a:solidFill>
                <a:prstClr val="black"/>
              </a:solidFill>
            </a:endParaRPr>
          </a:p>
        </p:txBody>
      </p:sp>
      <p:pic>
        <p:nvPicPr>
          <p:cNvPr id="4" name="Picture 3" descr="Mahindra Logo.png"/>
          <p:cNvPicPr>
            <a:picLocks noChangeAspect="1"/>
          </p:cNvPicPr>
          <p:nvPr userDrawn="1"/>
        </p:nvPicPr>
        <p:blipFill>
          <a:blip r:embed="rId2" cstate="email"/>
          <a:stretch>
            <a:fillRect/>
          </a:stretch>
        </p:blipFill>
        <p:spPr bwMode="gray">
          <a:xfrm>
            <a:off x="2484998" y="2717918"/>
            <a:ext cx="7468025" cy="1491368"/>
          </a:xfrm>
          <a:prstGeom prst="rect">
            <a:avLst/>
          </a:prstGeom>
        </p:spPr>
      </p:pic>
    </p:spTree>
    <p:extLst>
      <p:ext uri="{BB962C8B-B14F-4D97-AF65-F5344CB8AC3E}">
        <p14:creationId xmlns:p14="http://schemas.microsoft.com/office/powerpoint/2010/main" val="1816024615"/>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148" y="31"/>
            <a:ext cx="5289698" cy="1443544"/>
          </a:xfrm>
          <a:prstGeom prst="rect">
            <a:avLst/>
          </a:prstGeom>
        </p:spPr>
      </p:pic>
      <p:sp>
        <p:nvSpPr>
          <p:cNvPr id="10" name="Slide Number Placeholder 5"/>
          <p:cNvSpPr txBox="1">
            <a:spLocks/>
          </p:cNvSpPr>
          <p:nvPr userDrawn="1"/>
        </p:nvSpPr>
        <p:spPr bwMode="auto">
          <a:xfrm>
            <a:off x="11668807" y="6600299"/>
            <a:ext cx="299313" cy="184666"/>
          </a:xfrm>
          <a:prstGeom prst="rect">
            <a:avLst/>
          </a:prstGeom>
          <a:noFill/>
          <a:ln w="9525">
            <a:noFill/>
            <a:miter lim="800000"/>
            <a:headEnd/>
            <a:tailEnd/>
          </a:ln>
        </p:spPr>
        <p:txBody>
          <a:bodyPr wrap="none" lIns="0" tIns="0" rIns="0" bIns="0" anchor="ctr">
            <a:spAutoFit/>
          </a:bodyPr>
          <a:lstStyle/>
          <a:p>
            <a:pPr algn="r" defTabSz="1217070" fontAlgn="auto">
              <a:spcBef>
                <a:spcPts val="0"/>
              </a:spcBef>
              <a:spcAft>
                <a:spcPts val="0"/>
              </a:spcAft>
              <a:defRPr/>
            </a:pPr>
            <a:fld id="{6856ECDB-1CEE-4F69-ADCA-557460F2116E}" type="slidenum">
              <a:rPr lang="en-US" sz="1200">
                <a:solidFill>
                  <a:srgbClr val="6D6E71"/>
                </a:solidFill>
                <a:latin typeface="Arial"/>
              </a:rPr>
              <a:pPr algn="r" defTabSz="1217070" fontAlgn="auto">
                <a:spcBef>
                  <a:spcPts val="0"/>
                </a:spcBef>
                <a:spcAft>
                  <a:spcPts val="0"/>
                </a:spcAft>
                <a:defRPr/>
              </a:pPr>
              <a:t>‹#›</a:t>
            </a:fld>
            <a:endParaRPr lang="en-US" sz="1200" dirty="0">
              <a:solidFill>
                <a:srgbClr val="6D6E71"/>
              </a:solidFill>
              <a:latin typeface="Arial"/>
            </a:endParaRPr>
          </a:p>
        </p:txBody>
      </p:sp>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4023779225"/>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3_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35404" y="4054708"/>
            <a:ext cx="7346195" cy="277063"/>
          </a:xfrm>
        </p:spPr>
        <p:txBody>
          <a:bodyPr anchor="b" anchorCtr="0">
            <a:noAutofit/>
          </a:bodyPr>
          <a:lstStyle>
            <a:lvl1pPr marL="0" indent="0" algn="l">
              <a:buNone/>
              <a:defRPr b="1">
                <a:solidFill>
                  <a:schemeClr val="tx2"/>
                </a:solidFill>
                <a:latin typeface="Arial" pitchFamily="34" charset="0"/>
                <a:cs typeface="Arial" pitchFamily="34" charset="0"/>
              </a:defRPr>
            </a:lvl1pPr>
            <a:lvl2pPr marL="608536" indent="0" algn="ctr">
              <a:buNone/>
              <a:defRPr>
                <a:solidFill>
                  <a:schemeClr val="tx1">
                    <a:tint val="75000"/>
                  </a:schemeClr>
                </a:solidFill>
              </a:defRPr>
            </a:lvl2pPr>
            <a:lvl3pPr marL="1217070" indent="0" algn="ctr">
              <a:buNone/>
              <a:defRPr>
                <a:solidFill>
                  <a:schemeClr val="tx1">
                    <a:tint val="75000"/>
                  </a:schemeClr>
                </a:solidFill>
              </a:defRPr>
            </a:lvl3pPr>
            <a:lvl4pPr marL="1825612" indent="0" algn="ctr">
              <a:buNone/>
              <a:defRPr>
                <a:solidFill>
                  <a:schemeClr val="tx1">
                    <a:tint val="75000"/>
                  </a:schemeClr>
                </a:solidFill>
              </a:defRPr>
            </a:lvl4pPr>
            <a:lvl5pPr marL="2434141" indent="0" algn="ctr">
              <a:buNone/>
              <a:defRPr>
                <a:solidFill>
                  <a:schemeClr val="tx1">
                    <a:tint val="75000"/>
                  </a:schemeClr>
                </a:solidFill>
              </a:defRPr>
            </a:lvl5pPr>
            <a:lvl6pPr marL="3042674" indent="0" algn="ctr">
              <a:buNone/>
              <a:defRPr>
                <a:solidFill>
                  <a:schemeClr val="tx1">
                    <a:tint val="75000"/>
                  </a:schemeClr>
                </a:solidFill>
              </a:defRPr>
            </a:lvl6pPr>
            <a:lvl7pPr marL="3651217" indent="0" algn="ctr">
              <a:buNone/>
              <a:defRPr>
                <a:solidFill>
                  <a:schemeClr val="tx1">
                    <a:tint val="75000"/>
                  </a:schemeClr>
                </a:solidFill>
              </a:defRPr>
            </a:lvl7pPr>
            <a:lvl8pPr marL="4259746" indent="0" algn="ctr">
              <a:buNone/>
              <a:defRPr>
                <a:solidFill>
                  <a:schemeClr val="tx1">
                    <a:tint val="75000"/>
                  </a:schemeClr>
                </a:solidFill>
              </a:defRPr>
            </a:lvl8pPr>
            <a:lvl9pPr marL="4868282"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35404" y="2184980"/>
            <a:ext cx="7346195" cy="1692771"/>
          </a:xfrm>
        </p:spPr>
        <p:txBody>
          <a:bodyPr wrap="square">
            <a:spAutoFit/>
          </a:bodyPr>
          <a:lstStyle>
            <a:lvl1pPr algn="l">
              <a:defRPr sz="5500" b="1">
                <a:solidFill>
                  <a:schemeClr val="bg2"/>
                </a:solidFill>
                <a:latin typeface="Arial" pitchFamily="34" charset="0"/>
                <a:cs typeface="Arial" pitchFamily="34" charset="0"/>
              </a:defRPr>
            </a:lvl1pPr>
          </a:lstStyle>
          <a:p>
            <a:r>
              <a:rPr lang="en-US" dirty="0"/>
              <a:t>Click to Edit Master Title Style</a:t>
            </a:r>
          </a:p>
        </p:txBody>
      </p:sp>
      <p:pic>
        <p:nvPicPr>
          <p:cNvPr id="12" name="Picture 11"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148" y="31"/>
            <a:ext cx="5289698" cy="1443544"/>
          </a:xfrm>
          <a:prstGeom prst="rect">
            <a:avLst/>
          </a:prstGeom>
        </p:spPr>
      </p:pic>
      <p:pic>
        <p:nvPicPr>
          <p:cNvPr id="8" name="Picture 7"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2406332363"/>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6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226" y="719346"/>
            <a:ext cx="10962166"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90" y="1972154"/>
            <a:ext cx="10962167" cy="1846659"/>
          </a:xfrm>
        </p:spPr>
        <p:txBody>
          <a:bodyPr wrap="square">
            <a:spAutoFit/>
          </a:bodyPr>
          <a:lstStyle>
            <a:lvl1pPr algn="l" rtl="0" eaLnBrk="1" latinLnBrk="0" hangingPunct="1">
              <a:spcBef>
                <a:spcPts val="0"/>
              </a:spcBef>
              <a:spcAft>
                <a:spcPts val="0"/>
              </a:spcAft>
              <a:buClr>
                <a:schemeClr val="bg2"/>
              </a:buClr>
              <a:buSzPct val="120000"/>
              <a:defRPr lang="en-US" sz="24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910125" indent="-380334">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2282003" indent="-363424">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29877" indent="-304275">
              <a:spcBef>
                <a:spcPts val="0"/>
              </a:spcBef>
              <a:spcAft>
                <a:spcPts val="0"/>
              </a:spcAft>
              <a:buSzPct val="70000"/>
              <a:defRPr sz="2400" baseline="0">
                <a:latin typeface="Arial" pitchFamily="34" charset="0"/>
                <a:cs typeface="Arial" pitchFamily="34" charset="0"/>
              </a:defRPr>
            </a:lvl8pPr>
            <a:lvl9pPr marL="2427804" indent="-297933">
              <a:spcBef>
                <a:spcPts val="0"/>
              </a:spcBef>
              <a:spcAft>
                <a:spcPts val="0"/>
              </a:spcAft>
              <a:buSzPct val="70000"/>
              <a:buFont typeface="Arial" pitchFamily="34" charset="0"/>
              <a:buChar char="–"/>
              <a:defRPr sz="2400">
                <a:latin typeface="Arial" pitchFamily="34" charset="0"/>
                <a:cs typeface="Arial" pitchFamily="34" charset="0"/>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545292086"/>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3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226" y="719346"/>
            <a:ext cx="10962166"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90" y="1972154"/>
            <a:ext cx="10962167" cy="1846659"/>
          </a:xfrm>
        </p:spPr>
        <p:txBody>
          <a:bodyPr wrap="square">
            <a:spAutoFit/>
          </a:bodyPr>
          <a:lstStyle>
            <a:lvl1pPr algn="l" rtl="0" eaLnBrk="1" latinLnBrk="0" hangingPunct="1">
              <a:spcBef>
                <a:spcPts val="0"/>
              </a:spcBef>
              <a:spcAft>
                <a:spcPts val="0"/>
              </a:spcAft>
              <a:buClr>
                <a:schemeClr val="bg2"/>
              </a:buClr>
              <a:buSzPct val="120000"/>
              <a:defRPr lang="en-US" sz="24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910125" indent="-380334">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2282003" indent="-363424">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29877" indent="-304275">
              <a:spcBef>
                <a:spcPts val="0"/>
              </a:spcBef>
              <a:spcAft>
                <a:spcPts val="0"/>
              </a:spcAft>
              <a:buSzPct val="70000"/>
              <a:defRPr sz="2400" baseline="0">
                <a:latin typeface="Arial" pitchFamily="34" charset="0"/>
                <a:cs typeface="Arial" pitchFamily="34" charset="0"/>
              </a:defRPr>
            </a:lvl8pPr>
            <a:lvl9pPr marL="2427804" indent="-297933">
              <a:spcBef>
                <a:spcPts val="0"/>
              </a:spcBef>
              <a:spcAft>
                <a:spcPts val="0"/>
              </a:spcAft>
              <a:buSzPct val="70000"/>
              <a:buFont typeface="Arial" pitchFamily="34" charset="0"/>
              <a:buChar char="–"/>
              <a:defRPr sz="2400">
                <a:latin typeface="Arial" pitchFamily="34" charset="0"/>
                <a:cs typeface="Arial" pitchFamily="34" charset="0"/>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userDrawn="1">
            <p:ph type="body" sz="quarter" idx="13"/>
          </p:nvPr>
        </p:nvSpPr>
        <p:spPr bwMode="gray">
          <a:xfrm>
            <a:off x="641190" y="1270806"/>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118845094"/>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3_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41190" y="1972151"/>
            <a:ext cx="10962167" cy="2462213"/>
          </a:xfrm>
        </p:spPr>
        <p:txBody>
          <a:bodyPr wrap="square">
            <a:spAutoFit/>
          </a:bodyPr>
          <a:lstStyle>
            <a:lvl1pPr>
              <a:spcBef>
                <a:spcPts val="0"/>
              </a:spcBef>
              <a:spcAft>
                <a:spcPts val="0"/>
              </a:spcAft>
              <a:defRPr lang="en-US" sz="32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32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32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32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3200" b="0" kern="1200" baseline="0" dirty="0" smtClean="0">
                <a:solidFill>
                  <a:schemeClr val="tx1"/>
                </a:solidFill>
                <a:latin typeface="Arial" pitchFamily="34" charset="0"/>
                <a:ea typeface="+mn-ea"/>
                <a:cs typeface="Arial" pitchFamily="34" charset="0"/>
              </a:defRPr>
            </a:lvl5pPr>
            <a:lvl6pPr marL="1910125" indent="-380334">
              <a:spcBef>
                <a:spcPts val="0"/>
              </a:spcBef>
              <a:spcAft>
                <a:spcPts val="0"/>
              </a:spcAft>
              <a:buClr>
                <a:schemeClr val="tx2"/>
              </a:buClr>
              <a:buSzPct val="70000"/>
              <a:buFont typeface="Wingdings" pitchFamily="2" charset="2"/>
              <a:buChar char="§"/>
              <a:defRPr lang="en-US" sz="3200" kern="1200" dirty="0" smtClean="0">
                <a:solidFill>
                  <a:schemeClr val="tx1"/>
                </a:solidFill>
                <a:latin typeface="Arial" pitchFamily="34" charset="0"/>
                <a:ea typeface="+mn-ea"/>
                <a:cs typeface="Arial" pitchFamily="34" charset="0"/>
              </a:defRPr>
            </a:lvl6pPr>
            <a:lvl7pPr marL="2282003" indent="-363424">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29877" indent="-304275">
              <a:spcBef>
                <a:spcPts val="0"/>
              </a:spcBef>
              <a:spcAft>
                <a:spcPts val="0"/>
              </a:spcAft>
              <a:buSzPct val="70000"/>
              <a:defRPr sz="2400" baseline="0">
                <a:latin typeface="Arial" pitchFamily="34" charset="0"/>
                <a:cs typeface="Arial" pitchFamily="34" charset="0"/>
              </a:defRPr>
            </a:lvl8pPr>
            <a:lvl9pPr marL="2427804" indent="-297933">
              <a:spcBef>
                <a:spcPts val="0"/>
              </a:spcBef>
              <a:spcAft>
                <a:spcPts val="0"/>
              </a:spcAft>
              <a:buSzPct val="70000"/>
              <a:buFont typeface="Arial" pitchFamily="34" charset="0"/>
              <a:buChar char="–"/>
              <a:defRPr sz="2400">
                <a:latin typeface="Arial" pitchFamily="34" charset="0"/>
                <a:cs typeface="Arial" pitchFamily="34" charset="0"/>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2398967976"/>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5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6" y="1972187"/>
            <a:ext cx="5435592" cy="4163389"/>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49183" y="1972182"/>
            <a:ext cx="5126679"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90" y="1270806"/>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036661948"/>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3_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52283" y="3975867"/>
            <a:ext cx="7363123" cy="369332"/>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1217070" rtl="0" eaLnBrk="1" fontAlgn="base" latinLnBrk="0" hangingPunct="1">
              <a:spcBef>
                <a:spcPts val="0"/>
              </a:spcBef>
              <a:spcAft>
                <a:spcPct val="0"/>
              </a:spcAft>
              <a:buClr>
                <a:schemeClr val="tx2"/>
              </a:buClr>
              <a:buFont typeface="Arial" pitchFamily="34" charset="0"/>
              <a:buNone/>
              <a:defRPr lang="en-US" sz="2400" b="1" kern="1200" baseline="0" dirty="0">
                <a:solidFill>
                  <a:schemeClr val="tx2"/>
                </a:solidFill>
                <a:latin typeface="Arial" pitchFamily="34" charset="0"/>
                <a:ea typeface="+mn-ea"/>
                <a:cs typeface="Arial" pitchFamily="34" charset="0"/>
              </a:defRPr>
            </a:lvl1pPr>
            <a:lvl2pPr marL="608536" indent="0" algn="ctr">
              <a:buNone/>
              <a:defRPr>
                <a:solidFill>
                  <a:schemeClr val="tx1">
                    <a:tint val="75000"/>
                  </a:schemeClr>
                </a:solidFill>
              </a:defRPr>
            </a:lvl2pPr>
            <a:lvl3pPr marL="1217070" indent="0" algn="ctr">
              <a:buNone/>
              <a:defRPr>
                <a:solidFill>
                  <a:schemeClr val="tx1">
                    <a:tint val="75000"/>
                  </a:schemeClr>
                </a:solidFill>
              </a:defRPr>
            </a:lvl3pPr>
            <a:lvl4pPr marL="1825612" indent="0" algn="ctr">
              <a:buNone/>
              <a:defRPr>
                <a:solidFill>
                  <a:schemeClr val="tx1">
                    <a:tint val="75000"/>
                  </a:schemeClr>
                </a:solidFill>
              </a:defRPr>
            </a:lvl4pPr>
            <a:lvl5pPr marL="2434141" indent="0" algn="ctr">
              <a:buNone/>
              <a:defRPr>
                <a:solidFill>
                  <a:schemeClr val="tx1">
                    <a:tint val="75000"/>
                  </a:schemeClr>
                </a:solidFill>
              </a:defRPr>
            </a:lvl5pPr>
            <a:lvl6pPr marL="3042674" indent="0" algn="ctr">
              <a:buNone/>
              <a:defRPr>
                <a:solidFill>
                  <a:schemeClr val="tx1">
                    <a:tint val="75000"/>
                  </a:schemeClr>
                </a:solidFill>
              </a:defRPr>
            </a:lvl6pPr>
            <a:lvl7pPr marL="3651217" indent="0" algn="ctr">
              <a:buNone/>
              <a:defRPr>
                <a:solidFill>
                  <a:schemeClr val="tx1">
                    <a:tint val="75000"/>
                  </a:schemeClr>
                </a:solidFill>
              </a:defRPr>
            </a:lvl7pPr>
            <a:lvl8pPr marL="4259746" indent="0" algn="ctr">
              <a:buNone/>
              <a:defRPr>
                <a:solidFill>
                  <a:schemeClr val="tx1">
                    <a:tint val="75000"/>
                  </a:schemeClr>
                </a:solidFill>
              </a:defRPr>
            </a:lvl8pPr>
            <a:lvl9pPr marL="4868282"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52283" y="2200857"/>
            <a:ext cx="7363123" cy="1692771"/>
          </a:xfrm>
          <a:noFill/>
          <a:ln w="9525">
            <a:noFill/>
            <a:miter lim="800000"/>
            <a:headEnd/>
            <a:tailEnd/>
          </a:ln>
        </p:spPr>
        <p:txBody>
          <a:bodyPr vert="horz" wrap="square" lIns="0" tIns="0" rIns="0" bIns="0" numCol="1" anchor="t" anchorCtr="0" compatLnSpc="1">
            <a:prstTxWarp prst="textNoShape">
              <a:avLst/>
            </a:prstTxWarp>
            <a:spAutoFit/>
          </a:bodyPr>
          <a:lstStyle>
            <a:lvl1pPr algn="l" defTabSz="1217070" rtl="0" eaLnBrk="1" latinLnBrk="0" hangingPunct="1">
              <a:spcBef>
                <a:spcPct val="0"/>
              </a:spcBef>
              <a:buNone/>
              <a:defRPr lang="en-US" sz="55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148" y="31"/>
            <a:ext cx="5289698" cy="1443544"/>
          </a:xfrm>
          <a:prstGeom prst="rect">
            <a:avLst/>
          </a:prstGeom>
        </p:spPr>
      </p:pic>
      <p:pic>
        <p:nvPicPr>
          <p:cNvPr id="6" name="Picture 5"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2053519833"/>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3_Divider Slide 2">
    <p:spTree>
      <p:nvGrpSpPr>
        <p:cNvPr id="1" name=""/>
        <p:cNvGrpSpPr/>
        <p:nvPr/>
      </p:nvGrpSpPr>
      <p:grpSpPr>
        <a:xfrm>
          <a:off x="0" y="0"/>
          <a:ext cx="0" cy="0"/>
          <a:chOff x="0" y="0"/>
          <a:chExt cx="0" cy="0"/>
        </a:xfrm>
      </p:grpSpPr>
      <p:sp>
        <p:nvSpPr>
          <p:cNvPr id="12" name="Picture Placeholder 22"/>
          <p:cNvSpPr>
            <a:spLocks noGrp="1"/>
          </p:cNvSpPr>
          <p:nvPr>
            <p:ph type="pic" sz="quarter" idx="13"/>
          </p:nvPr>
        </p:nvSpPr>
        <p:spPr bwMode="gray">
          <a:xfrm>
            <a:off x="641104" y="1972161"/>
            <a:ext cx="5467330" cy="4176092"/>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2" name="Subtitle 2"/>
          <p:cNvSpPr>
            <a:spLocks noGrp="1"/>
          </p:cNvSpPr>
          <p:nvPr>
            <p:ph type="subTitle" idx="1" hasCustomPrompt="1"/>
          </p:nvPr>
        </p:nvSpPr>
        <p:spPr bwMode="gray">
          <a:xfrm>
            <a:off x="6565459" y="4204563"/>
            <a:ext cx="5039929" cy="369332"/>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1217070" rtl="0" eaLnBrk="1" fontAlgn="base" latinLnBrk="0" hangingPunct="1">
              <a:spcBef>
                <a:spcPts val="0"/>
              </a:spcBef>
              <a:spcAft>
                <a:spcPct val="0"/>
              </a:spcAft>
              <a:buClr>
                <a:schemeClr val="tx2"/>
              </a:buClr>
              <a:buFont typeface="Arial" pitchFamily="34" charset="0"/>
              <a:buNone/>
              <a:defRPr lang="en-US" sz="2400" b="1" kern="1200" baseline="0" dirty="0">
                <a:solidFill>
                  <a:schemeClr val="tx2"/>
                </a:solidFill>
                <a:latin typeface="Arial" pitchFamily="34" charset="0"/>
                <a:ea typeface="+mn-ea"/>
                <a:cs typeface="Arial" pitchFamily="34" charset="0"/>
              </a:defRPr>
            </a:lvl1pPr>
            <a:lvl2pPr marL="608536" indent="0" algn="ctr">
              <a:buNone/>
              <a:defRPr>
                <a:solidFill>
                  <a:schemeClr val="tx1">
                    <a:tint val="75000"/>
                  </a:schemeClr>
                </a:solidFill>
              </a:defRPr>
            </a:lvl2pPr>
            <a:lvl3pPr marL="1217070" indent="0" algn="ctr">
              <a:buNone/>
              <a:defRPr>
                <a:solidFill>
                  <a:schemeClr val="tx1">
                    <a:tint val="75000"/>
                  </a:schemeClr>
                </a:solidFill>
              </a:defRPr>
            </a:lvl3pPr>
            <a:lvl4pPr marL="1825612" indent="0" algn="ctr">
              <a:buNone/>
              <a:defRPr>
                <a:solidFill>
                  <a:schemeClr val="tx1">
                    <a:tint val="75000"/>
                  </a:schemeClr>
                </a:solidFill>
              </a:defRPr>
            </a:lvl4pPr>
            <a:lvl5pPr marL="2434141" indent="0" algn="ctr">
              <a:buNone/>
              <a:defRPr>
                <a:solidFill>
                  <a:schemeClr val="tx1">
                    <a:tint val="75000"/>
                  </a:schemeClr>
                </a:solidFill>
              </a:defRPr>
            </a:lvl5pPr>
            <a:lvl6pPr marL="3042674" indent="0" algn="ctr">
              <a:buNone/>
              <a:defRPr>
                <a:solidFill>
                  <a:schemeClr val="tx1">
                    <a:tint val="75000"/>
                  </a:schemeClr>
                </a:solidFill>
              </a:defRPr>
            </a:lvl6pPr>
            <a:lvl7pPr marL="3651217" indent="0" algn="ctr">
              <a:buNone/>
              <a:defRPr>
                <a:solidFill>
                  <a:schemeClr val="tx1">
                    <a:tint val="75000"/>
                  </a:schemeClr>
                </a:solidFill>
              </a:defRPr>
            </a:lvl7pPr>
            <a:lvl8pPr marL="4259746" indent="0" algn="ctr">
              <a:buNone/>
              <a:defRPr>
                <a:solidFill>
                  <a:schemeClr val="tx1">
                    <a:tint val="75000"/>
                  </a:schemeClr>
                </a:solidFill>
              </a:defRPr>
            </a:lvl8pPr>
            <a:lvl9pPr marL="4868282" indent="0" algn="ctr">
              <a:buNone/>
              <a:defRPr>
                <a:solidFill>
                  <a:schemeClr val="tx1">
                    <a:tint val="75000"/>
                  </a:schemeClr>
                </a:solidFill>
              </a:defRPr>
            </a:lvl9pPr>
          </a:lstStyle>
          <a:p>
            <a:r>
              <a:rPr lang="en-US" dirty="0"/>
              <a:t>Click to Edit Master Subtitle Style</a:t>
            </a:r>
          </a:p>
        </p:txBody>
      </p:sp>
      <p:sp>
        <p:nvSpPr>
          <p:cNvPr id="23" name="Title 8"/>
          <p:cNvSpPr>
            <a:spLocks noGrp="1"/>
          </p:cNvSpPr>
          <p:nvPr>
            <p:ph type="title" hasCustomPrompt="1"/>
          </p:nvPr>
        </p:nvSpPr>
        <p:spPr bwMode="gray">
          <a:xfrm>
            <a:off x="6565460" y="1972150"/>
            <a:ext cx="5039929" cy="2539157"/>
          </a:xfrm>
          <a:noFill/>
          <a:ln w="9525">
            <a:noFill/>
            <a:miter lim="800000"/>
            <a:headEnd/>
            <a:tailEnd/>
          </a:ln>
        </p:spPr>
        <p:txBody>
          <a:bodyPr vert="horz" wrap="square" lIns="0" tIns="0" rIns="0" bIns="0" numCol="1" anchor="t" anchorCtr="0" compatLnSpc="1">
            <a:prstTxWarp prst="textNoShape">
              <a:avLst/>
            </a:prstTxWarp>
            <a:spAutoFit/>
          </a:bodyPr>
          <a:lstStyle>
            <a:lvl1pPr algn="l" defTabSz="1217070" rtl="0" eaLnBrk="1" latinLnBrk="0" hangingPunct="1">
              <a:spcBef>
                <a:spcPct val="0"/>
              </a:spcBef>
              <a:buNone/>
              <a:defRPr lang="en-US" sz="55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148" y="31"/>
            <a:ext cx="5289698" cy="1443544"/>
          </a:xfrm>
          <a:prstGeom prst="rect">
            <a:avLst/>
          </a:prstGeom>
        </p:spPr>
      </p:pic>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3190813531"/>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4_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641141" y="2467699"/>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
          <p:cNvSpPr>
            <a:spLocks noGrp="1"/>
          </p:cNvSpPr>
          <p:nvPr>
            <p:ph type="body" sz="quarter" idx="11" hasCustomPrompt="1"/>
          </p:nvPr>
        </p:nvSpPr>
        <p:spPr bwMode="gray">
          <a:xfrm>
            <a:off x="6362359" y="2467699"/>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ext Placeholder 4"/>
          <p:cNvSpPr>
            <a:spLocks noGrp="1"/>
          </p:cNvSpPr>
          <p:nvPr>
            <p:ph type="body" sz="quarter" idx="12" hasCustomPrompt="1"/>
          </p:nvPr>
        </p:nvSpPr>
        <p:spPr bwMode="gray">
          <a:xfrm>
            <a:off x="641141" y="1889046"/>
            <a:ext cx="5243050" cy="369332"/>
          </a:xfrm>
          <a:noFill/>
          <a:ln>
            <a:noFill/>
          </a:ln>
        </p:spPr>
        <p:txBody>
          <a:bodyPr wrap="square" lIns="0" tIns="0" rIns="0" bIns="0" anchor="b" anchorCtr="0">
            <a:spAutoFit/>
          </a:bodyPr>
          <a:lstStyle>
            <a:lvl1pPr marL="0" indent="0">
              <a:spcBef>
                <a:spcPts val="0"/>
              </a:spcBef>
              <a:spcAft>
                <a:spcPts val="0"/>
              </a:spcAft>
              <a:buNone/>
              <a:defRPr sz="2400" b="1">
                <a:solidFill>
                  <a:schemeClr val="bg2"/>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dirty="0"/>
              <a:t>Heading 1</a:t>
            </a:r>
          </a:p>
        </p:txBody>
      </p:sp>
      <p:sp>
        <p:nvSpPr>
          <p:cNvPr id="6" name="Text Placeholder 4"/>
          <p:cNvSpPr>
            <a:spLocks noGrp="1"/>
          </p:cNvSpPr>
          <p:nvPr>
            <p:ph type="body" sz="quarter" idx="13" hasCustomPrompt="1"/>
          </p:nvPr>
        </p:nvSpPr>
        <p:spPr bwMode="gray">
          <a:xfrm>
            <a:off x="6362359" y="1889046"/>
            <a:ext cx="5243050" cy="369332"/>
          </a:xfrm>
          <a:noFill/>
          <a:ln>
            <a:noFill/>
          </a:ln>
        </p:spPr>
        <p:txBody>
          <a:bodyPr wrap="square" lIns="0" tIns="0" rIns="0" bIns="0" anchor="b" anchorCtr="0">
            <a:spAutoFit/>
          </a:bodyPr>
          <a:lstStyle>
            <a:lvl1pPr marL="0" indent="0">
              <a:spcBef>
                <a:spcPts val="0"/>
              </a:spcBef>
              <a:spcAft>
                <a:spcPts val="0"/>
              </a:spcAft>
              <a:buNone/>
              <a:defRPr sz="2400" b="1">
                <a:solidFill>
                  <a:schemeClr val="bg2"/>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dirty="0"/>
              <a:t>Heading 2</a:t>
            </a:r>
          </a:p>
        </p:txBody>
      </p:sp>
      <p:cxnSp>
        <p:nvCxnSpPr>
          <p:cNvPr id="8" name="Straight Connector 7"/>
          <p:cNvCxnSpPr/>
          <p:nvPr userDrawn="1"/>
        </p:nvCxnSpPr>
        <p:spPr bwMode="gray">
          <a:xfrm>
            <a:off x="641205" y="2345511"/>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bwMode="gray">
          <a:xfrm>
            <a:off x="6362420" y="2345511"/>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15" name="Text Placeholder 41"/>
          <p:cNvSpPr>
            <a:spLocks noGrp="1"/>
          </p:cNvSpPr>
          <p:nvPr>
            <p:ph type="body" sz="quarter" idx="14"/>
          </p:nvPr>
        </p:nvSpPr>
        <p:spPr bwMode="gray">
          <a:xfrm>
            <a:off x="641190" y="1270806"/>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745776348"/>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7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17" name="Text Placeholder 4"/>
          <p:cNvSpPr>
            <a:spLocks noGrp="1"/>
          </p:cNvSpPr>
          <p:nvPr>
            <p:ph type="body" sz="quarter" idx="10" hasCustomPrompt="1"/>
          </p:nvPr>
        </p:nvSpPr>
        <p:spPr bwMode="gray">
          <a:xfrm>
            <a:off x="641141" y="2467699"/>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18" name="Text Placeholder 4"/>
          <p:cNvSpPr>
            <a:spLocks noGrp="1"/>
          </p:cNvSpPr>
          <p:nvPr>
            <p:ph type="body" sz="quarter" idx="11" hasCustomPrompt="1"/>
          </p:nvPr>
        </p:nvSpPr>
        <p:spPr bwMode="gray">
          <a:xfrm>
            <a:off x="6362359" y="2467699"/>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1" name="Text Placeholder 4"/>
          <p:cNvSpPr>
            <a:spLocks noGrp="1"/>
          </p:cNvSpPr>
          <p:nvPr>
            <p:ph type="body" sz="quarter" idx="12" hasCustomPrompt="1"/>
          </p:nvPr>
        </p:nvSpPr>
        <p:spPr bwMode="gray">
          <a:xfrm>
            <a:off x="641141" y="1889046"/>
            <a:ext cx="5243050" cy="369332"/>
          </a:xfrm>
          <a:noFill/>
          <a:ln>
            <a:noFill/>
          </a:ln>
        </p:spPr>
        <p:txBody>
          <a:bodyPr wrap="square" lIns="0" tIns="0" rIns="0" bIns="0" anchor="b" anchorCtr="0">
            <a:spAutoFit/>
          </a:bodyPr>
          <a:lstStyle>
            <a:lvl1pPr marL="0" indent="0">
              <a:spcBef>
                <a:spcPts val="0"/>
              </a:spcBef>
              <a:spcAft>
                <a:spcPts val="0"/>
              </a:spcAft>
              <a:buNone/>
              <a:defRPr sz="2400" b="1">
                <a:solidFill>
                  <a:schemeClr val="bg2"/>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dirty="0"/>
              <a:t>Heading 1</a:t>
            </a:r>
          </a:p>
        </p:txBody>
      </p:sp>
      <p:sp>
        <p:nvSpPr>
          <p:cNvPr id="32" name="Text Placeholder 4"/>
          <p:cNvSpPr>
            <a:spLocks noGrp="1"/>
          </p:cNvSpPr>
          <p:nvPr>
            <p:ph type="body" sz="quarter" idx="13" hasCustomPrompt="1"/>
          </p:nvPr>
        </p:nvSpPr>
        <p:spPr bwMode="gray">
          <a:xfrm>
            <a:off x="6362359" y="1889046"/>
            <a:ext cx="5243050" cy="369332"/>
          </a:xfrm>
          <a:noFill/>
          <a:ln>
            <a:noFill/>
          </a:ln>
        </p:spPr>
        <p:txBody>
          <a:bodyPr wrap="square" lIns="0" tIns="0" rIns="0" bIns="0" anchor="b" anchorCtr="0">
            <a:spAutoFit/>
          </a:bodyPr>
          <a:lstStyle>
            <a:lvl1pPr marL="0" indent="0">
              <a:spcBef>
                <a:spcPts val="0"/>
              </a:spcBef>
              <a:spcAft>
                <a:spcPts val="0"/>
              </a:spcAft>
              <a:buNone/>
              <a:tabLst/>
              <a:defRPr sz="2400" b="1">
                <a:solidFill>
                  <a:schemeClr val="bg2"/>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dirty="0"/>
              <a:t>Heading 2</a:t>
            </a:r>
          </a:p>
        </p:txBody>
      </p:sp>
      <p:cxnSp>
        <p:nvCxnSpPr>
          <p:cNvPr id="33" name="Straight Connector 32"/>
          <p:cNvCxnSpPr/>
          <p:nvPr userDrawn="1"/>
        </p:nvCxnSpPr>
        <p:spPr bwMode="gray">
          <a:xfrm>
            <a:off x="641205" y="2345511"/>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bwMode="gray">
          <a:xfrm>
            <a:off x="6362420" y="2345511"/>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641141" y="4704553"/>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6" name="Text Placeholder 4"/>
          <p:cNvSpPr>
            <a:spLocks noGrp="1"/>
          </p:cNvSpPr>
          <p:nvPr>
            <p:ph type="body" sz="quarter" idx="16" hasCustomPrompt="1"/>
          </p:nvPr>
        </p:nvSpPr>
        <p:spPr bwMode="gray">
          <a:xfrm>
            <a:off x="6362359" y="4704553"/>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7" name="Text Placeholder 4"/>
          <p:cNvSpPr>
            <a:spLocks noGrp="1"/>
          </p:cNvSpPr>
          <p:nvPr>
            <p:ph type="body" sz="quarter" idx="17" hasCustomPrompt="1"/>
          </p:nvPr>
        </p:nvSpPr>
        <p:spPr bwMode="gray">
          <a:xfrm>
            <a:off x="641141" y="4125916"/>
            <a:ext cx="5243050" cy="369332"/>
          </a:xfrm>
          <a:noFill/>
          <a:ln>
            <a:noFill/>
          </a:ln>
        </p:spPr>
        <p:txBody>
          <a:bodyPr wrap="square" lIns="0" tIns="0" rIns="0" bIns="0" anchor="b" anchorCtr="0">
            <a:spAutoFit/>
          </a:bodyPr>
          <a:lstStyle>
            <a:lvl1pPr>
              <a:spcBef>
                <a:spcPts val="0"/>
              </a:spcBef>
              <a:spcAft>
                <a:spcPts val="0"/>
              </a:spcAft>
              <a:buNone/>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lvl="0" indent="0" algn="l" defTabSz="1217070" rtl="0" eaLnBrk="1" fontAlgn="base" latinLnBrk="0" hangingPunct="1">
              <a:spcBef>
                <a:spcPts val="0"/>
              </a:spcBef>
              <a:spcAft>
                <a:spcPts val="0"/>
              </a:spcAft>
              <a:buClr>
                <a:schemeClr val="bg2"/>
              </a:buClr>
              <a:tabLst/>
            </a:pPr>
            <a:r>
              <a:rPr lang="en-US" dirty="0"/>
              <a:t>Heading 3</a:t>
            </a:r>
          </a:p>
        </p:txBody>
      </p:sp>
      <p:sp>
        <p:nvSpPr>
          <p:cNvPr id="38" name="Text Placeholder 4"/>
          <p:cNvSpPr>
            <a:spLocks noGrp="1"/>
          </p:cNvSpPr>
          <p:nvPr>
            <p:ph type="body" sz="quarter" idx="18" hasCustomPrompt="1"/>
          </p:nvPr>
        </p:nvSpPr>
        <p:spPr bwMode="gray">
          <a:xfrm>
            <a:off x="6362359" y="4125916"/>
            <a:ext cx="5243050" cy="369332"/>
          </a:xfrm>
          <a:noFill/>
          <a:ln>
            <a:noFill/>
          </a:ln>
        </p:spPr>
        <p:txBody>
          <a:bodyPr wrap="square" lIns="0" tIns="0" rIns="0" bIns="0" anchor="b" anchorCtr="0">
            <a:spAutoFit/>
          </a:bodyPr>
          <a:lstStyle>
            <a:lvl1pPr>
              <a:spcBef>
                <a:spcPts val="0"/>
              </a:spcBef>
              <a:spcAft>
                <a:spcPts val="0"/>
              </a:spcAft>
              <a:buNone/>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lvl="0" indent="0" algn="l" defTabSz="1217070" rtl="0" eaLnBrk="1" fontAlgn="base" latinLnBrk="0" hangingPunct="1">
              <a:spcBef>
                <a:spcPts val="0"/>
              </a:spcBef>
              <a:spcAft>
                <a:spcPts val="0"/>
              </a:spcAft>
              <a:buClr>
                <a:schemeClr val="bg2"/>
              </a:buClr>
              <a:tabLst/>
            </a:pPr>
            <a:r>
              <a:rPr lang="en-US" dirty="0"/>
              <a:t>Heading 4</a:t>
            </a:r>
          </a:p>
        </p:txBody>
      </p:sp>
      <p:cxnSp>
        <p:nvCxnSpPr>
          <p:cNvPr id="39" name="Straight Connector 38"/>
          <p:cNvCxnSpPr/>
          <p:nvPr userDrawn="1"/>
        </p:nvCxnSpPr>
        <p:spPr bwMode="gray">
          <a:xfrm>
            <a:off x="641205" y="4582349"/>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gray">
          <a:xfrm>
            <a:off x="6362420" y="4582349"/>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641190" y="1270806"/>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829573418"/>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8_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3250039" y="1972167"/>
            <a:ext cx="2723087" cy="1908215"/>
          </a:xfrm>
          <a:ln>
            <a:noFill/>
          </a:ln>
        </p:spPr>
        <p:txBody>
          <a:bodyPr wrap="square" lIns="0" tIns="0" rIns="0" bIns="0">
            <a:spAutoFit/>
          </a:bodyPr>
          <a:lstStyle>
            <a:lvl1pPr marL="0" marR="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2000">
                <a:latin typeface="Arial" pitchFamily="34" charset="0"/>
                <a:cs typeface="Arial" pitchFamily="34" charset="0"/>
              </a:defRPr>
            </a:lvl2pPr>
            <a:lvl3pPr>
              <a:spcBef>
                <a:spcPts val="0"/>
              </a:spcBef>
              <a:spcAft>
                <a:spcPts val="0"/>
              </a:spcAft>
              <a:defRPr sz="2000">
                <a:latin typeface="Arial" pitchFamily="34" charset="0"/>
                <a:cs typeface="Arial" pitchFamily="34" charset="0"/>
              </a:defRPr>
            </a:lvl3pPr>
            <a:lvl4pPr>
              <a:spcBef>
                <a:spcPts val="0"/>
              </a:spcBef>
              <a:spcAft>
                <a:spcPts val="0"/>
              </a:spcAft>
              <a:defRPr sz="2000">
                <a:latin typeface="Arial" pitchFamily="34" charset="0"/>
                <a:cs typeface="Arial" pitchFamily="34" charset="0"/>
              </a:defRPr>
            </a:lvl4pPr>
            <a:lvl5pPr>
              <a:spcBef>
                <a:spcPts val="0"/>
              </a:spcBef>
              <a:spcAft>
                <a:spcPts val="0"/>
              </a:spcAft>
              <a:defRPr sz="2000">
                <a:latin typeface="Arial" pitchFamily="34" charset="0"/>
                <a:cs typeface="Arial" pitchFamily="34" charset="0"/>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marR="0" lvl="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1</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16" name="Picture Placeholder 22"/>
          <p:cNvSpPr>
            <a:spLocks noGrp="1"/>
          </p:cNvSpPr>
          <p:nvPr>
            <p:ph type="pic" sz="quarter" idx="13"/>
          </p:nvPr>
        </p:nvSpPr>
        <p:spPr bwMode="gray">
          <a:xfrm>
            <a:off x="641271" y="1972178"/>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0"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42" name="Text Placeholder 4"/>
          <p:cNvSpPr>
            <a:spLocks noGrp="1"/>
          </p:cNvSpPr>
          <p:nvPr>
            <p:ph type="body" sz="quarter" idx="19" hasCustomPrompt="1"/>
          </p:nvPr>
        </p:nvSpPr>
        <p:spPr bwMode="gray">
          <a:xfrm>
            <a:off x="8888754" y="1972167"/>
            <a:ext cx="2723087" cy="1908215"/>
          </a:xfrm>
          <a:ln>
            <a:noFill/>
          </a:ln>
        </p:spPr>
        <p:txBody>
          <a:bodyPr wrap="square" lIns="0" tIns="0" rIns="0" bIns="0">
            <a:spAutoFit/>
          </a:bodyPr>
          <a:lstStyle>
            <a:lvl1pPr marL="0" marR="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Arial" pitchFamily="34" charset="0"/>
                <a:ea typeface="+mn-ea"/>
                <a:cs typeface="Arial" pitchFamily="34" charset="0"/>
              </a:defRPr>
            </a:lvl2pPr>
            <a:lvl3pPr>
              <a:spcBef>
                <a:spcPts val="0"/>
              </a:spcBef>
              <a:spcAft>
                <a:spcPts val="0"/>
              </a:spcAft>
              <a:defRPr sz="2000">
                <a:latin typeface="Arial" pitchFamily="34" charset="0"/>
                <a:cs typeface="Arial" pitchFamily="34" charset="0"/>
              </a:defRPr>
            </a:lvl3pPr>
            <a:lvl4pPr>
              <a:spcBef>
                <a:spcPts val="0"/>
              </a:spcBef>
              <a:spcAft>
                <a:spcPts val="0"/>
              </a:spcAft>
              <a:defRPr sz="2000">
                <a:latin typeface="Arial" pitchFamily="34" charset="0"/>
                <a:cs typeface="Arial" pitchFamily="34" charset="0"/>
              </a:defRPr>
            </a:lvl4pPr>
            <a:lvl5pPr>
              <a:spcBef>
                <a:spcPts val="0"/>
              </a:spcBef>
              <a:spcAft>
                <a:spcPts val="0"/>
              </a:spcAft>
              <a:defRPr sz="2000">
                <a:latin typeface="Arial" pitchFamily="34" charset="0"/>
                <a:cs typeface="Arial" pitchFamily="34" charset="0"/>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marR="0" lvl="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2</a:t>
            </a:r>
          </a:p>
          <a:p>
            <a:pPr marL="380334" lvl="1" indent="-380334" algn="l" defTabSz="121707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3" name="Picture Placeholder 22"/>
          <p:cNvSpPr>
            <a:spLocks noGrp="1"/>
          </p:cNvSpPr>
          <p:nvPr>
            <p:ph type="pic" sz="quarter" idx="20"/>
          </p:nvPr>
        </p:nvSpPr>
        <p:spPr bwMode="gray">
          <a:xfrm>
            <a:off x="6279965" y="1972178"/>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5" name="Text Placeholder 4"/>
          <p:cNvSpPr>
            <a:spLocks noGrp="1"/>
          </p:cNvSpPr>
          <p:nvPr>
            <p:ph type="body" sz="quarter" idx="21" hasCustomPrompt="1"/>
          </p:nvPr>
        </p:nvSpPr>
        <p:spPr bwMode="gray">
          <a:xfrm>
            <a:off x="3250039" y="4243002"/>
            <a:ext cx="2723087" cy="1908215"/>
          </a:xfrm>
          <a:ln>
            <a:noFill/>
          </a:ln>
        </p:spPr>
        <p:txBody>
          <a:bodyPr wrap="square" lIns="0" tIns="0" rIns="0" bIns="0">
            <a:spAutoFit/>
          </a:bodyPr>
          <a:lstStyle>
            <a:lvl1pPr marL="0" marR="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Arial" pitchFamily="34" charset="0"/>
                <a:ea typeface="+mn-ea"/>
                <a:cs typeface="Arial" pitchFamily="34" charset="0"/>
              </a:defRPr>
            </a:lvl2pPr>
            <a:lvl3pPr>
              <a:spcBef>
                <a:spcPts val="0"/>
              </a:spcBef>
              <a:spcAft>
                <a:spcPts val="0"/>
              </a:spcAft>
              <a:defRPr sz="2000">
                <a:latin typeface="Arial" pitchFamily="34" charset="0"/>
                <a:cs typeface="Arial" pitchFamily="34" charset="0"/>
              </a:defRPr>
            </a:lvl3pPr>
            <a:lvl4pPr>
              <a:spcBef>
                <a:spcPts val="0"/>
              </a:spcBef>
              <a:spcAft>
                <a:spcPts val="0"/>
              </a:spcAft>
              <a:defRPr sz="2000">
                <a:latin typeface="Arial" pitchFamily="34" charset="0"/>
                <a:cs typeface="Arial" pitchFamily="34" charset="0"/>
              </a:defRPr>
            </a:lvl4pPr>
            <a:lvl5pPr>
              <a:spcBef>
                <a:spcPts val="0"/>
              </a:spcBef>
              <a:spcAft>
                <a:spcPts val="0"/>
              </a:spcAft>
              <a:defRPr sz="2000">
                <a:latin typeface="Arial" pitchFamily="34" charset="0"/>
                <a:cs typeface="Arial" pitchFamily="34" charset="0"/>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marR="0" lvl="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3</a:t>
            </a:r>
          </a:p>
          <a:p>
            <a:pPr marL="380334" lvl="1" indent="-380334" algn="l" defTabSz="121707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6" name="Picture Placeholder 22"/>
          <p:cNvSpPr>
            <a:spLocks noGrp="1"/>
          </p:cNvSpPr>
          <p:nvPr>
            <p:ph type="pic" sz="quarter" idx="22"/>
          </p:nvPr>
        </p:nvSpPr>
        <p:spPr bwMode="gray">
          <a:xfrm>
            <a:off x="641271" y="4243052"/>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8" name="Text Placeholder 4"/>
          <p:cNvSpPr>
            <a:spLocks noGrp="1"/>
          </p:cNvSpPr>
          <p:nvPr>
            <p:ph type="body" sz="quarter" idx="23" hasCustomPrompt="1"/>
          </p:nvPr>
        </p:nvSpPr>
        <p:spPr bwMode="gray">
          <a:xfrm>
            <a:off x="8888754" y="4243002"/>
            <a:ext cx="2723087" cy="1908215"/>
          </a:xfrm>
          <a:ln>
            <a:noFill/>
          </a:ln>
        </p:spPr>
        <p:txBody>
          <a:bodyPr wrap="square" lIns="0" tIns="0" rIns="0" bIns="0">
            <a:spAutoFit/>
          </a:bodyPr>
          <a:lstStyle>
            <a:lvl1pPr marL="0" marR="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Arial" pitchFamily="34" charset="0"/>
                <a:ea typeface="+mn-ea"/>
                <a:cs typeface="Arial" pitchFamily="34" charset="0"/>
              </a:defRPr>
            </a:lvl2pPr>
            <a:lvl3pPr>
              <a:spcBef>
                <a:spcPts val="0"/>
              </a:spcBef>
              <a:spcAft>
                <a:spcPts val="0"/>
              </a:spcAft>
              <a:defRPr sz="2000">
                <a:latin typeface="Arial" pitchFamily="34" charset="0"/>
                <a:cs typeface="Arial" pitchFamily="34" charset="0"/>
              </a:defRPr>
            </a:lvl3pPr>
            <a:lvl4pPr>
              <a:spcBef>
                <a:spcPts val="0"/>
              </a:spcBef>
              <a:spcAft>
                <a:spcPts val="0"/>
              </a:spcAft>
              <a:defRPr sz="2000">
                <a:latin typeface="Arial" pitchFamily="34" charset="0"/>
                <a:cs typeface="Arial" pitchFamily="34" charset="0"/>
              </a:defRPr>
            </a:lvl4pPr>
            <a:lvl5pPr>
              <a:spcBef>
                <a:spcPts val="0"/>
              </a:spcBef>
              <a:spcAft>
                <a:spcPts val="0"/>
              </a:spcAft>
              <a:defRPr sz="2000">
                <a:latin typeface="Arial" pitchFamily="34" charset="0"/>
                <a:cs typeface="Arial" pitchFamily="34" charset="0"/>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marR="0" lvl="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4</a:t>
            </a:r>
          </a:p>
          <a:p>
            <a:pPr marL="380334" lvl="1" indent="-380334" algn="l" defTabSz="121707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9" name="Picture Placeholder 22"/>
          <p:cNvSpPr>
            <a:spLocks noGrp="1"/>
          </p:cNvSpPr>
          <p:nvPr>
            <p:ph type="pic" sz="quarter" idx="24"/>
          </p:nvPr>
        </p:nvSpPr>
        <p:spPr bwMode="gray">
          <a:xfrm>
            <a:off x="6279965" y="4243052"/>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51" name="Text Placeholder 41"/>
          <p:cNvSpPr>
            <a:spLocks noGrp="1"/>
          </p:cNvSpPr>
          <p:nvPr>
            <p:ph type="body" sz="quarter" idx="25"/>
          </p:nvPr>
        </p:nvSpPr>
        <p:spPr bwMode="gray">
          <a:xfrm>
            <a:off x="641190" y="1270806"/>
            <a:ext cx="10962167" cy="369332"/>
          </a:xfrm>
        </p:spPr>
        <p:txBody>
          <a:bodyPr/>
          <a:lstStyle>
            <a:lvl1pPr>
              <a:buNone/>
              <a:defRPr lang="en-US" sz="2400" b="1" kern="1200" baseline="0" dirty="0" smtClean="0">
                <a:solidFill>
                  <a:schemeClr val="bg2"/>
                </a:solidFill>
                <a:latin typeface="Arial" pitchFamily="34" charset="0"/>
                <a:ea typeface="+mn-ea"/>
                <a:cs typeface="Arial" pitchFamily="34" charset="0"/>
              </a:defRPr>
            </a:lvl1pPr>
          </a:lstStyle>
          <a:p>
            <a:pPr marL="0" lvl="0" indent="0" algn="l" defTabSz="1217070"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924455721"/>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3_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41138" y="1972137"/>
            <a:ext cx="10964283" cy="4163390"/>
          </a:xfrm>
        </p:spPr>
        <p:txBody>
          <a:bodyPr>
            <a:noAutofit/>
          </a:bodyPr>
          <a:lstStyle>
            <a:lvl1pPr marL="0" indent="0">
              <a:buNone/>
              <a:defRPr>
                <a:latin typeface="Arial" pitchFamily="34" charset="0"/>
                <a:cs typeface="Arial" pitchFamily="34" charset="0"/>
              </a:defRPr>
            </a:lvl1pPr>
          </a:lstStyle>
          <a:p>
            <a:r>
              <a:rPr lang="en-US" dirty="0"/>
              <a:t>Click icon to add table</a:t>
            </a:r>
          </a:p>
        </p:txBody>
      </p:sp>
      <p:sp>
        <p:nvSpPr>
          <p:cNvPr id="4"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8" name="Text Placeholder 41"/>
          <p:cNvSpPr>
            <a:spLocks noGrp="1"/>
          </p:cNvSpPr>
          <p:nvPr>
            <p:ph type="body" sz="quarter" idx="13"/>
          </p:nvPr>
        </p:nvSpPr>
        <p:spPr bwMode="gray">
          <a:xfrm>
            <a:off x="641190" y="1270806"/>
            <a:ext cx="10962167" cy="369332"/>
          </a:xfrm>
        </p:spPr>
        <p:txBody>
          <a:bodyPr/>
          <a:lstStyle>
            <a:lvl1pPr>
              <a:buNone/>
              <a:defRPr lang="en-US" sz="2400" b="1" kern="1200" baseline="0" dirty="0" smtClean="0">
                <a:solidFill>
                  <a:schemeClr val="bg2"/>
                </a:solidFill>
                <a:latin typeface="Arial" pitchFamily="34" charset="0"/>
                <a:ea typeface="+mn-ea"/>
                <a:cs typeface="Arial" pitchFamily="34" charset="0"/>
              </a:defRPr>
            </a:lvl1pPr>
          </a:lstStyle>
          <a:p>
            <a:pPr marL="0" lvl="0" indent="0" algn="l" defTabSz="1217070"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3186855519"/>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3_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41138" y="1972187"/>
            <a:ext cx="10964283" cy="4163389"/>
          </a:xfrm>
        </p:spPr>
        <p:txBody>
          <a:bodyPr>
            <a:noAutofit/>
          </a:bodyPr>
          <a:lstStyle>
            <a:lvl1pPr marL="0" indent="0">
              <a:buNone/>
              <a:defRPr>
                <a:latin typeface="Arial" pitchFamily="34" charset="0"/>
                <a:cs typeface="Arial" pitchFamily="34" charset="0"/>
              </a:defRPr>
            </a:lvl1pPr>
          </a:lstStyle>
          <a:p>
            <a:r>
              <a:rPr lang="en-US" dirty="0"/>
              <a:t>Click icon to add chart</a:t>
            </a:r>
          </a:p>
        </p:txBody>
      </p:sp>
      <p:sp>
        <p:nvSpPr>
          <p:cNvPr id="4"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90" y="1270806"/>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523574166"/>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4_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21768" y="1527674"/>
            <a:ext cx="8969807"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821822" y="3370315"/>
            <a:ext cx="9002897" cy="3241913"/>
          </a:xfrm>
          <a:prstGeom prst="rect">
            <a:avLst/>
          </a:prstGeom>
          <a:noFill/>
          <a:ln w="9525">
            <a:noFill/>
            <a:miter lim="800000"/>
            <a:headEnd/>
            <a:tailEnd/>
          </a:ln>
        </p:spPr>
        <p:txBody>
          <a:bodyPr wrap="square" lIns="0" tIns="0" rIns="0" bIns="0">
            <a:spAutoFit/>
          </a:bodyPr>
          <a:lstStyle/>
          <a:p>
            <a:pPr algn="just" defTabSz="1217070" fontAlgn="auto">
              <a:spcBef>
                <a:spcPts val="800"/>
              </a:spcBef>
              <a:spcAft>
                <a:spcPts val="0"/>
              </a:spcAft>
            </a:pPr>
            <a:r>
              <a:rPr lang="en-US" sz="1200" b="1" dirty="0">
                <a:solidFill>
                  <a:srgbClr val="6D6E71"/>
                </a:solidFill>
                <a:latin typeface="Arial"/>
              </a:rPr>
              <a:t>Disclaimer </a:t>
            </a:r>
          </a:p>
          <a:p>
            <a:pPr algn="just" defTabSz="1217070" fontAlgn="auto">
              <a:spcBef>
                <a:spcPts val="800"/>
              </a:spcBef>
              <a:spcAft>
                <a:spcPts val="0"/>
              </a:spcAft>
            </a:pPr>
            <a:r>
              <a:rPr lang="en-US" sz="1200" dirty="0">
                <a:solidFill>
                  <a:srgbClr val="6D6E71"/>
                </a:solidFill>
                <a:latin typeface="Arial"/>
              </a:rPr>
              <a:t>Tech Mahindra Limited, herein referred to as Tech Mahindra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 Mahindra or its subsidiaries. Any unauthorized use, disclosure or public dissemination of information contained herein is prohibited. Unless specifically noted, Tech Mahindra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 Mahindra. Information contained in a presentation hosted or promoted by Tech Mahindra is provided “as is” without warranty of any kind, either expressed or implied, including any warranty of merchantability or fitness for a particular purpose. Tech Mahindra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21762" y="2140725"/>
            <a:ext cx="8975995" cy="369332"/>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1217070" rtl="0" eaLnBrk="1" fontAlgn="base" latinLnBrk="0" hangingPunct="1">
              <a:spcBef>
                <a:spcPts val="0"/>
              </a:spcBef>
              <a:spcAft>
                <a:spcPct val="0"/>
              </a:spcAft>
              <a:buClr>
                <a:schemeClr val="tx2"/>
              </a:buClr>
              <a:buFont typeface="Arial" pitchFamily="34" charset="0"/>
              <a:buNone/>
              <a:defRPr lang="en-US" sz="24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281516351"/>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3" name="Rectangle 2"/>
          <p:cNvSpPr/>
          <p:nvPr userDrawn="1"/>
        </p:nvSpPr>
        <p:spPr bwMode="gray">
          <a:xfrm>
            <a:off x="80" y="0"/>
            <a:ext cx="12187238" cy="6859588"/>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lIns="121705" tIns="60850" rIns="121705" bIns="60850" rtlCol="0" anchor="ctr"/>
          <a:lstStyle/>
          <a:p>
            <a:pPr algn="ctr" defTabSz="1217070" fontAlgn="auto">
              <a:spcBef>
                <a:spcPts val="0"/>
              </a:spcBef>
              <a:spcAft>
                <a:spcPts val="0"/>
              </a:spcAft>
            </a:pPr>
            <a:endParaRPr lang="en-US" sz="2400" dirty="0">
              <a:solidFill>
                <a:prstClr val="black"/>
              </a:solidFill>
            </a:endParaRPr>
          </a:p>
        </p:txBody>
      </p:sp>
      <p:pic>
        <p:nvPicPr>
          <p:cNvPr id="4" name="Picture 3" descr="Mahindra Logo.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2620658" y="2717918"/>
            <a:ext cx="7196320" cy="1491368"/>
          </a:xfrm>
          <a:prstGeom prst="rect">
            <a:avLst/>
          </a:prstGeom>
        </p:spPr>
      </p:pic>
    </p:spTree>
    <p:extLst>
      <p:ext uri="{BB962C8B-B14F-4D97-AF65-F5344CB8AC3E}">
        <p14:creationId xmlns:p14="http://schemas.microsoft.com/office/powerpoint/2010/main" val="851934202"/>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152" y="43"/>
            <a:ext cx="5289698" cy="1443544"/>
          </a:xfrm>
          <a:prstGeom prst="rect">
            <a:avLst/>
          </a:prstGeom>
        </p:spPr>
      </p:pic>
      <p:sp>
        <p:nvSpPr>
          <p:cNvPr id="10" name="Slide Number Placeholder 5"/>
          <p:cNvSpPr txBox="1">
            <a:spLocks/>
          </p:cNvSpPr>
          <p:nvPr userDrawn="1"/>
        </p:nvSpPr>
        <p:spPr bwMode="auto">
          <a:xfrm>
            <a:off x="11668807" y="6600299"/>
            <a:ext cx="299313" cy="184666"/>
          </a:xfrm>
          <a:prstGeom prst="rect">
            <a:avLst/>
          </a:prstGeom>
          <a:noFill/>
          <a:ln w="9525">
            <a:noFill/>
            <a:miter lim="800000"/>
            <a:headEnd/>
            <a:tailEnd/>
          </a:ln>
        </p:spPr>
        <p:txBody>
          <a:bodyPr wrap="none" lIns="0" tIns="0" rIns="0" bIns="0" anchor="ctr">
            <a:spAutoFit/>
          </a:bodyPr>
          <a:lstStyle/>
          <a:p>
            <a:pPr algn="r" defTabSz="1217070" fontAlgn="auto">
              <a:spcBef>
                <a:spcPts val="0"/>
              </a:spcBef>
              <a:spcAft>
                <a:spcPts val="0"/>
              </a:spcAft>
              <a:defRPr/>
            </a:pPr>
            <a:fld id="{6856ECDB-1CEE-4F69-ADCA-557460F2116E}" type="slidenum">
              <a:rPr lang="en-US" sz="1200">
                <a:solidFill>
                  <a:srgbClr val="6D6E71"/>
                </a:solidFill>
                <a:latin typeface="Arial"/>
              </a:rPr>
              <a:pPr algn="r" defTabSz="1217070" fontAlgn="auto">
                <a:spcBef>
                  <a:spcPts val="0"/>
                </a:spcBef>
                <a:spcAft>
                  <a:spcPts val="0"/>
                </a:spcAft>
                <a:defRPr/>
              </a:pPr>
              <a:t>‹#›</a:t>
            </a:fld>
            <a:endParaRPr lang="en-US" sz="1200" dirty="0">
              <a:solidFill>
                <a:srgbClr val="6D6E71"/>
              </a:solidFill>
              <a:latin typeface="Arial"/>
            </a:endParaRPr>
          </a:p>
        </p:txBody>
      </p:sp>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152401585"/>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4_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35404" y="4054708"/>
            <a:ext cx="7346195" cy="277063"/>
          </a:xfrm>
        </p:spPr>
        <p:txBody>
          <a:bodyPr anchor="b" anchorCtr="0">
            <a:noAutofit/>
          </a:bodyPr>
          <a:lstStyle>
            <a:lvl1pPr marL="0" indent="0" algn="l">
              <a:buNone/>
              <a:defRPr b="1">
                <a:solidFill>
                  <a:schemeClr val="tx2"/>
                </a:solidFill>
                <a:latin typeface="Arial" pitchFamily="34" charset="0"/>
                <a:cs typeface="Arial" pitchFamily="34" charset="0"/>
              </a:defRPr>
            </a:lvl1pPr>
            <a:lvl2pPr marL="608536" indent="0" algn="ctr">
              <a:buNone/>
              <a:defRPr>
                <a:solidFill>
                  <a:schemeClr val="tx1">
                    <a:tint val="75000"/>
                  </a:schemeClr>
                </a:solidFill>
              </a:defRPr>
            </a:lvl2pPr>
            <a:lvl3pPr marL="1217070" indent="0" algn="ctr">
              <a:buNone/>
              <a:defRPr>
                <a:solidFill>
                  <a:schemeClr val="tx1">
                    <a:tint val="75000"/>
                  </a:schemeClr>
                </a:solidFill>
              </a:defRPr>
            </a:lvl3pPr>
            <a:lvl4pPr marL="1825612" indent="0" algn="ctr">
              <a:buNone/>
              <a:defRPr>
                <a:solidFill>
                  <a:schemeClr val="tx1">
                    <a:tint val="75000"/>
                  </a:schemeClr>
                </a:solidFill>
              </a:defRPr>
            </a:lvl4pPr>
            <a:lvl5pPr marL="2434141" indent="0" algn="ctr">
              <a:buNone/>
              <a:defRPr>
                <a:solidFill>
                  <a:schemeClr val="tx1">
                    <a:tint val="75000"/>
                  </a:schemeClr>
                </a:solidFill>
              </a:defRPr>
            </a:lvl5pPr>
            <a:lvl6pPr marL="3042674" indent="0" algn="ctr">
              <a:buNone/>
              <a:defRPr>
                <a:solidFill>
                  <a:schemeClr val="tx1">
                    <a:tint val="75000"/>
                  </a:schemeClr>
                </a:solidFill>
              </a:defRPr>
            </a:lvl6pPr>
            <a:lvl7pPr marL="3651217" indent="0" algn="ctr">
              <a:buNone/>
              <a:defRPr>
                <a:solidFill>
                  <a:schemeClr val="tx1">
                    <a:tint val="75000"/>
                  </a:schemeClr>
                </a:solidFill>
              </a:defRPr>
            </a:lvl7pPr>
            <a:lvl8pPr marL="4259746" indent="0" algn="ctr">
              <a:buNone/>
              <a:defRPr>
                <a:solidFill>
                  <a:schemeClr val="tx1">
                    <a:tint val="75000"/>
                  </a:schemeClr>
                </a:solidFill>
              </a:defRPr>
            </a:lvl8pPr>
            <a:lvl9pPr marL="4868282"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35404" y="2184986"/>
            <a:ext cx="7346195" cy="1692771"/>
          </a:xfrm>
        </p:spPr>
        <p:txBody>
          <a:bodyPr wrap="square">
            <a:spAutoFit/>
          </a:bodyPr>
          <a:lstStyle>
            <a:lvl1pPr algn="l">
              <a:defRPr sz="5500" b="1">
                <a:solidFill>
                  <a:schemeClr val="bg2"/>
                </a:solidFill>
                <a:latin typeface="Arial" pitchFamily="34" charset="0"/>
                <a:cs typeface="Arial" pitchFamily="34" charset="0"/>
              </a:defRPr>
            </a:lvl1pPr>
          </a:lstStyle>
          <a:p>
            <a:r>
              <a:rPr lang="en-US" dirty="0"/>
              <a:t>Click to Edit Master Title Style</a:t>
            </a:r>
          </a:p>
        </p:txBody>
      </p:sp>
      <p:pic>
        <p:nvPicPr>
          <p:cNvPr id="12" name="Picture 11"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152" y="43"/>
            <a:ext cx="5289698" cy="1443544"/>
          </a:xfrm>
          <a:prstGeom prst="rect">
            <a:avLst/>
          </a:prstGeom>
        </p:spPr>
      </p:pic>
      <p:pic>
        <p:nvPicPr>
          <p:cNvPr id="8" name="Picture 7"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1741782531"/>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7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242" y="719346"/>
            <a:ext cx="10962166"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90" y="1972170"/>
            <a:ext cx="10962167" cy="1846659"/>
          </a:xfrm>
        </p:spPr>
        <p:txBody>
          <a:bodyPr wrap="square">
            <a:spAutoFit/>
          </a:bodyPr>
          <a:lstStyle>
            <a:lvl1pPr algn="l" rtl="0" eaLnBrk="1" latinLnBrk="0" hangingPunct="1">
              <a:spcBef>
                <a:spcPts val="0"/>
              </a:spcBef>
              <a:spcAft>
                <a:spcPts val="0"/>
              </a:spcAft>
              <a:buClr>
                <a:schemeClr val="bg2"/>
              </a:buClr>
              <a:buSzPct val="120000"/>
              <a:defRPr lang="en-US" sz="24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910125" indent="-380334">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2282003" indent="-363424">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29877" indent="-304275">
              <a:spcBef>
                <a:spcPts val="0"/>
              </a:spcBef>
              <a:spcAft>
                <a:spcPts val="0"/>
              </a:spcAft>
              <a:buSzPct val="70000"/>
              <a:defRPr sz="2400" baseline="0">
                <a:latin typeface="Arial" pitchFamily="34" charset="0"/>
                <a:cs typeface="Arial" pitchFamily="34" charset="0"/>
              </a:defRPr>
            </a:lvl8pPr>
            <a:lvl9pPr marL="2427804" indent="-297933">
              <a:spcBef>
                <a:spcPts val="0"/>
              </a:spcBef>
              <a:spcAft>
                <a:spcPts val="0"/>
              </a:spcAft>
              <a:buSzPct val="70000"/>
              <a:buFont typeface="Arial" pitchFamily="34" charset="0"/>
              <a:buChar char="–"/>
              <a:defRPr sz="2400">
                <a:latin typeface="Arial" pitchFamily="34" charset="0"/>
                <a:cs typeface="Arial" pitchFamily="34" charset="0"/>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2984399727"/>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4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242" y="719346"/>
            <a:ext cx="10962166"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90" y="1972170"/>
            <a:ext cx="10962167" cy="1846659"/>
          </a:xfrm>
        </p:spPr>
        <p:txBody>
          <a:bodyPr wrap="square">
            <a:spAutoFit/>
          </a:bodyPr>
          <a:lstStyle>
            <a:lvl1pPr algn="l" rtl="0" eaLnBrk="1" latinLnBrk="0" hangingPunct="1">
              <a:spcBef>
                <a:spcPts val="0"/>
              </a:spcBef>
              <a:spcAft>
                <a:spcPts val="0"/>
              </a:spcAft>
              <a:buClr>
                <a:schemeClr val="bg2"/>
              </a:buClr>
              <a:buSzPct val="120000"/>
              <a:defRPr lang="en-US" sz="24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910125" indent="-380334">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2282003" indent="-363424">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29877" indent="-304275">
              <a:spcBef>
                <a:spcPts val="0"/>
              </a:spcBef>
              <a:spcAft>
                <a:spcPts val="0"/>
              </a:spcAft>
              <a:buSzPct val="70000"/>
              <a:defRPr sz="2400" baseline="0">
                <a:latin typeface="Arial" pitchFamily="34" charset="0"/>
                <a:cs typeface="Arial" pitchFamily="34" charset="0"/>
              </a:defRPr>
            </a:lvl8pPr>
            <a:lvl9pPr marL="2427804" indent="-297933">
              <a:spcBef>
                <a:spcPts val="0"/>
              </a:spcBef>
              <a:spcAft>
                <a:spcPts val="0"/>
              </a:spcAft>
              <a:buSzPct val="70000"/>
              <a:buFont typeface="Arial" pitchFamily="34" charset="0"/>
              <a:buChar char="–"/>
              <a:defRPr sz="2400">
                <a:latin typeface="Arial" pitchFamily="34" charset="0"/>
                <a:cs typeface="Arial" pitchFamily="34" charset="0"/>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userDrawn="1">
            <p:ph type="body" sz="quarter" idx="13"/>
          </p:nvPr>
        </p:nvSpPr>
        <p:spPr bwMode="gray">
          <a:xfrm>
            <a:off x="641190" y="1270818"/>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7465864"/>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4_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41190" y="1972167"/>
            <a:ext cx="10962167" cy="2462213"/>
          </a:xfrm>
        </p:spPr>
        <p:txBody>
          <a:bodyPr wrap="square">
            <a:spAutoFit/>
          </a:bodyPr>
          <a:lstStyle>
            <a:lvl1pPr>
              <a:spcBef>
                <a:spcPts val="0"/>
              </a:spcBef>
              <a:spcAft>
                <a:spcPts val="0"/>
              </a:spcAft>
              <a:defRPr lang="en-US" sz="32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32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32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32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3200" b="0" kern="1200" baseline="0" dirty="0" smtClean="0">
                <a:solidFill>
                  <a:schemeClr val="tx1"/>
                </a:solidFill>
                <a:latin typeface="Arial" pitchFamily="34" charset="0"/>
                <a:ea typeface="+mn-ea"/>
                <a:cs typeface="Arial" pitchFamily="34" charset="0"/>
              </a:defRPr>
            </a:lvl5pPr>
            <a:lvl6pPr marL="1910125" indent="-380334">
              <a:spcBef>
                <a:spcPts val="0"/>
              </a:spcBef>
              <a:spcAft>
                <a:spcPts val="0"/>
              </a:spcAft>
              <a:buClr>
                <a:schemeClr val="tx2"/>
              </a:buClr>
              <a:buSzPct val="70000"/>
              <a:buFont typeface="Wingdings" pitchFamily="2" charset="2"/>
              <a:buChar char="§"/>
              <a:defRPr lang="en-US" sz="3200" kern="1200" dirty="0" smtClean="0">
                <a:solidFill>
                  <a:schemeClr val="tx1"/>
                </a:solidFill>
                <a:latin typeface="Arial" pitchFamily="34" charset="0"/>
                <a:ea typeface="+mn-ea"/>
                <a:cs typeface="Arial" pitchFamily="34" charset="0"/>
              </a:defRPr>
            </a:lvl6pPr>
            <a:lvl7pPr marL="2282003" indent="-363424">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29877" indent="-304275">
              <a:spcBef>
                <a:spcPts val="0"/>
              </a:spcBef>
              <a:spcAft>
                <a:spcPts val="0"/>
              </a:spcAft>
              <a:buSzPct val="70000"/>
              <a:defRPr sz="2400" baseline="0">
                <a:latin typeface="Arial" pitchFamily="34" charset="0"/>
                <a:cs typeface="Arial" pitchFamily="34" charset="0"/>
              </a:defRPr>
            </a:lvl8pPr>
            <a:lvl9pPr marL="2427804" indent="-297933">
              <a:spcBef>
                <a:spcPts val="0"/>
              </a:spcBef>
              <a:spcAft>
                <a:spcPts val="0"/>
              </a:spcAft>
              <a:buSzPct val="70000"/>
              <a:buFont typeface="Arial" pitchFamily="34" charset="0"/>
              <a:buChar char="–"/>
              <a:defRPr sz="2400">
                <a:latin typeface="Arial" pitchFamily="34" charset="0"/>
                <a:cs typeface="Arial" pitchFamily="34" charset="0"/>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2709396446"/>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6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6" y="1972187"/>
            <a:ext cx="5435592" cy="4163389"/>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49183" y="1972182"/>
            <a:ext cx="5126679"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90" y="1270818"/>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353919350"/>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4_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52283" y="3975875"/>
            <a:ext cx="7363123" cy="369332"/>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1217070" rtl="0" eaLnBrk="1" fontAlgn="base" latinLnBrk="0" hangingPunct="1">
              <a:spcBef>
                <a:spcPts val="0"/>
              </a:spcBef>
              <a:spcAft>
                <a:spcPct val="0"/>
              </a:spcAft>
              <a:buClr>
                <a:schemeClr val="tx2"/>
              </a:buClr>
              <a:buFont typeface="Arial" pitchFamily="34" charset="0"/>
              <a:buNone/>
              <a:defRPr lang="en-US" sz="2400" b="1" kern="1200" baseline="0" dirty="0">
                <a:solidFill>
                  <a:schemeClr val="tx2"/>
                </a:solidFill>
                <a:latin typeface="Arial" pitchFamily="34" charset="0"/>
                <a:ea typeface="+mn-ea"/>
                <a:cs typeface="Arial" pitchFamily="34" charset="0"/>
              </a:defRPr>
            </a:lvl1pPr>
            <a:lvl2pPr marL="608536" indent="0" algn="ctr">
              <a:buNone/>
              <a:defRPr>
                <a:solidFill>
                  <a:schemeClr val="tx1">
                    <a:tint val="75000"/>
                  </a:schemeClr>
                </a:solidFill>
              </a:defRPr>
            </a:lvl2pPr>
            <a:lvl3pPr marL="1217070" indent="0" algn="ctr">
              <a:buNone/>
              <a:defRPr>
                <a:solidFill>
                  <a:schemeClr val="tx1">
                    <a:tint val="75000"/>
                  </a:schemeClr>
                </a:solidFill>
              </a:defRPr>
            </a:lvl3pPr>
            <a:lvl4pPr marL="1825612" indent="0" algn="ctr">
              <a:buNone/>
              <a:defRPr>
                <a:solidFill>
                  <a:schemeClr val="tx1">
                    <a:tint val="75000"/>
                  </a:schemeClr>
                </a:solidFill>
              </a:defRPr>
            </a:lvl4pPr>
            <a:lvl5pPr marL="2434141" indent="0" algn="ctr">
              <a:buNone/>
              <a:defRPr>
                <a:solidFill>
                  <a:schemeClr val="tx1">
                    <a:tint val="75000"/>
                  </a:schemeClr>
                </a:solidFill>
              </a:defRPr>
            </a:lvl5pPr>
            <a:lvl6pPr marL="3042674" indent="0" algn="ctr">
              <a:buNone/>
              <a:defRPr>
                <a:solidFill>
                  <a:schemeClr val="tx1">
                    <a:tint val="75000"/>
                  </a:schemeClr>
                </a:solidFill>
              </a:defRPr>
            </a:lvl6pPr>
            <a:lvl7pPr marL="3651217" indent="0" algn="ctr">
              <a:buNone/>
              <a:defRPr>
                <a:solidFill>
                  <a:schemeClr val="tx1">
                    <a:tint val="75000"/>
                  </a:schemeClr>
                </a:solidFill>
              </a:defRPr>
            </a:lvl7pPr>
            <a:lvl8pPr marL="4259746" indent="0" algn="ctr">
              <a:buNone/>
              <a:defRPr>
                <a:solidFill>
                  <a:schemeClr val="tx1">
                    <a:tint val="75000"/>
                  </a:schemeClr>
                </a:solidFill>
              </a:defRPr>
            </a:lvl8pPr>
            <a:lvl9pPr marL="4868282"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52283" y="2200864"/>
            <a:ext cx="7363123" cy="1692771"/>
          </a:xfrm>
          <a:noFill/>
          <a:ln w="9525">
            <a:noFill/>
            <a:miter lim="800000"/>
            <a:headEnd/>
            <a:tailEnd/>
          </a:ln>
        </p:spPr>
        <p:txBody>
          <a:bodyPr vert="horz" wrap="square" lIns="0" tIns="0" rIns="0" bIns="0" numCol="1" anchor="t" anchorCtr="0" compatLnSpc="1">
            <a:prstTxWarp prst="textNoShape">
              <a:avLst/>
            </a:prstTxWarp>
            <a:spAutoFit/>
          </a:bodyPr>
          <a:lstStyle>
            <a:lvl1pPr algn="l" defTabSz="1217070" rtl="0" eaLnBrk="1" latinLnBrk="0" hangingPunct="1">
              <a:spcBef>
                <a:spcPct val="0"/>
              </a:spcBef>
              <a:buNone/>
              <a:defRPr lang="en-US" sz="55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152" y="43"/>
            <a:ext cx="5289698" cy="1443544"/>
          </a:xfrm>
          <a:prstGeom prst="rect">
            <a:avLst/>
          </a:prstGeom>
        </p:spPr>
      </p:pic>
      <p:pic>
        <p:nvPicPr>
          <p:cNvPr id="6" name="Picture 5"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4058469306"/>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4_Divider Slide 2">
    <p:spTree>
      <p:nvGrpSpPr>
        <p:cNvPr id="1" name=""/>
        <p:cNvGrpSpPr/>
        <p:nvPr/>
      </p:nvGrpSpPr>
      <p:grpSpPr>
        <a:xfrm>
          <a:off x="0" y="0"/>
          <a:ext cx="0" cy="0"/>
          <a:chOff x="0" y="0"/>
          <a:chExt cx="0" cy="0"/>
        </a:xfrm>
      </p:grpSpPr>
      <p:sp>
        <p:nvSpPr>
          <p:cNvPr id="12" name="Picture Placeholder 22"/>
          <p:cNvSpPr>
            <a:spLocks noGrp="1"/>
          </p:cNvSpPr>
          <p:nvPr>
            <p:ph type="pic" sz="quarter" idx="13"/>
          </p:nvPr>
        </p:nvSpPr>
        <p:spPr bwMode="gray">
          <a:xfrm>
            <a:off x="641104" y="1972161"/>
            <a:ext cx="5467330" cy="4176092"/>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2" name="Subtitle 2"/>
          <p:cNvSpPr>
            <a:spLocks noGrp="1"/>
          </p:cNvSpPr>
          <p:nvPr>
            <p:ph type="subTitle" idx="1" hasCustomPrompt="1"/>
          </p:nvPr>
        </p:nvSpPr>
        <p:spPr bwMode="gray">
          <a:xfrm>
            <a:off x="6565459" y="4204575"/>
            <a:ext cx="5039929" cy="369332"/>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1217070" rtl="0" eaLnBrk="1" fontAlgn="base" latinLnBrk="0" hangingPunct="1">
              <a:spcBef>
                <a:spcPts val="0"/>
              </a:spcBef>
              <a:spcAft>
                <a:spcPct val="0"/>
              </a:spcAft>
              <a:buClr>
                <a:schemeClr val="tx2"/>
              </a:buClr>
              <a:buFont typeface="Arial" pitchFamily="34" charset="0"/>
              <a:buNone/>
              <a:defRPr lang="en-US" sz="2400" b="1" kern="1200" baseline="0" dirty="0">
                <a:solidFill>
                  <a:schemeClr val="tx2"/>
                </a:solidFill>
                <a:latin typeface="Arial" pitchFamily="34" charset="0"/>
                <a:ea typeface="+mn-ea"/>
                <a:cs typeface="Arial" pitchFamily="34" charset="0"/>
              </a:defRPr>
            </a:lvl1pPr>
            <a:lvl2pPr marL="608536" indent="0" algn="ctr">
              <a:buNone/>
              <a:defRPr>
                <a:solidFill>
                  <a:schemeClr val="tx1">
                    <a:tint val="75000"/>
                  </a:schemeClr>
                </a:solidFill>
              </a:defRPr>
            </a:lvl2pPr>
            <a:lvl3pPr marL="1217070" indent="0" algn="ctr">
              <a:buNone/>
              <a:defRPr>
                <a:solidFill>
                  <a:schemeClr val="tx1">
                    <a:tint val="75000"/>
                  </a:schemeClr>
                </a:solidFill>
              </a:defRPr>
            </a:lvl3pPr>
            <a:lvl4pPr marL="1825612" indent="0" algn="ctr">
              <a:buNone/>
              <a:defRPr>
                <a:solidFill>
                  <a:schemeClr val="tx1">
                    <a:tint val="75000"/>
                  </a:schemeClr>
                </a:solidFill>
              </a:defRPr>
            </a:lvl4pPr>
            <a:lvl5pPr marL="2434141" indent="0" algn="ctr">
              <a:buNone/>
              <a:defRPr>
                <a:solidFill>
                  <a:schemeClr val="tx1">
                    <a:tint val="75000"/>
                  </a:schemeClr>
                </a:solidFill>
              </a:defRPr>
            </a:lvl5pPr>
            <a:lvl6pPr marL="3042674" indent="0" algn="ctr">
              <a:buNone/>
              <a:defRPr>
                <a:solidFill>
                  <a:schemeClr val="tx1">
                    <a:tint val="75000"/>
                  </a:schemeClr>
                </a:solidFill>
              </a:defRPr>
            </a:lvl6pPr>
            <a:lvl7pPr marL="3651217" indent="0" algn="ctr">
              <a:buNone/>
              <a:defRPr>
                <a:solidFill>
                  <a:schemeClr val="tx1">
                    <a:tint val="75000"/>
                  </a:schemeClr>
                </a:solidFill>
              </a:defRPr>
            </a:lvl7pPr>
            <a:lvl8pPr marL="4259746" indent="0" algn="ctr">
              <a:buNone/>
              <a:defRPr>
                <a:solidFill>
                  <a:schemeClr val="tx1">
                    <a:tint val="75000"/>
                  </a:schemeClr>
                </a:solidFill>
              </a:defRPr>
            </a:lvl8pPr>
            <a:lvl9pPr marL="4868282" indent="0" algn="ctr">
              <a:buNone/>
              <a:defRPr>
                <a:solidFill>
                  <a:schemeClr val="tx1">
                    <a:tint val="75000"/>
                  </a:schemeClr>
                </a:solidFill>
              </a:defRPr>
            </a:lvl9pPr>
          </a:lstStyle>
          <a:p>
            <a:r>
              <a:rPr lang="en-US" dirty="0"/>
              <a:t>Click to Edit Master Subtitle Style</a:t>
            </a:r>
          </a:p>
        </p:txBody>
      </p:sp>
      <p:sp>
        <p:nvSpPr>
          <p:cNvPr id="23" name="Title 8"/>
          <p:cNvSpPr>
            <a:spLocks noGrp="1"/>
          </p:cNvSpPr>
          <p:nvPr>
            <p:ph type="title" hasCustomPrompt="1"/>
          </p:nvPr>
        </p:nvSpPr>
        <p:spPr bwMode="gray">
          <a:xfrm>
            <a:off x="6565460" y="1972154"/>
            <a:ext cx="5039929" cy="2539157"/>
          </a:xfrm>
          <a:noFill/>
          <a:ln w="9525">
            <a:noFill/>
            <a:miter lim="800000"/>
            <a:headEnd/>
            <a:tailEnd/>
          </a:ln>
        </p:spPr>
        <p:txBody>
          <a:bodyPr vert="horz" wrap="square" lIns="0" tIns="0" rIns="0" bIns="0" numCol="1" anchor="t" anchorCtr="0" compatLnSpc="1">
            <a:prstTxWarp prst="textNoShape">
              <a:avLst/>
            </a:prstTxWarp>
            <a:spAutoFit/>
          </a:bodyPr>
          <a:lstStyle>
            <a:lvl1pPr algn="l" defTabSz="1217070" rtl="0" eaLnBrk="1" latinLnBrk="0" hangingPunct="1">
              <a:spcBef>
                <a:spcPct val="0"/>
              </a:spcBef>
              <a:buNone/>
              <a:defRPr lang="en-US" sz="55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152" y="43"/>
            <a:ext cx="5289698" cy="1443544"/>
          </a:xfrm>
          <a:prstGeom prst="rect">
            <a:avLst/>
          </a:prstGeom>
        </p:spPr>
      </p:pic>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3996177070"/>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5_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641141" y="2467699"/>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
          <p:cNvSpPr>
            <a:spLocks noGrp="1"/>
          </p:cNvSpPr>
          <p:nvPr>
            <p:ph type="body" sz="quarter" idx="11" hasCustomPrompt="1"/>
          </p:nvPr>
        </p:nvSpPr>
        <p:spPr bwMode="gray">
          <a:xfrm>
            <a:off x="6362359" y="2467699"/>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ext Placeholder 4"/>
          <p:cNvSpPr>
            <a:spLocks noGrp="1"/>
          </p:cNvSpPr>
          <p:nvPr>
            <p:ph type="body" sz="quarter" idx="12" hasCustomPrompt="1"/>
          </p:nvPr>
        </p:nvSpPr>
        <p:spPr bwMode="gray">
          <a:xfrm>
            <a:off x="641141" y="1889054"/>
            <a:ext cx="5243050" cy="369332"/>
          </a:xfrm>
          <a:noFill/>
          <a:ln>
            <a:noFill/>
          </a:ln>
        </p:spPr>
        <p:txBody>
          <a:bodyPr wrap="square" lIns="0" tIns="0" rIns="0" bIns="0" anchor="b" anchorCtr="0">
            <a:spAutoFit/>
          </a:bodyPr>
          <a:lstStyle>
            <a:lvl1pPr marL="0" indent="0">
              <a:spcBef>
                <a:spcPts val="0"/>
              </a:spcBef>
              <a:spcAft>
                <a:spcPts val="0"/>
              </a:spcAft>
              <a:buNone/>
              <a:defRPr sz="2400" b="1">
                <a:solidFill>
                  <a:schemeClr val="bg2"/>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dirty="0"/>
              <a:t>Heading 1</a:t>
            </a:r>
          </a:p>
        </p:txBody>
      </p:sp>
      <p:sp>
        <p:nvSpPr>
          <p:cNvPr id="6" name="Text Placeholder 4"/>
          <p:cNvSpPr>
            <a:spLocks noGrp="1"/>
          </p:cNvSpPr>
          <p:nvPr>
            <p:ph type="body" sz="quarter" idx="13" hasCustomPrompt="1"/>
          </p:nvPr>
        </p:nvSpPr>
        <p:spPr bwMode="gray">
          <a:xfrm>
            <a:off x="6362359" y="1889054"/>
            <a:ext cx="5243050" cy="369332"/>
          </a:xfrm>
          <a:noFill/>
          <a:ln>
            <a:noFill/>
          </a:ln>
        </p:spPr>
        <p:txBody>
          <a:bodyPr wrap="square" lIns="0" tIns="0" rIns="0" bIns="0" anchor="b" anchorCtr="0">
            <a:spAutoFit/>
          </a:bodyPr>
          <a:lstStyle>
            <a:lvl1pPr marL="0" indent="0">
              <a:spcBef>
                <a:spcPts val="0"/>
              </a:spcBef>
              <a:spcAft>
                <a:spcPts val="0"/>
              </a:spcAft>
              <a:buNone/>
              <a:defRPr sz="2400" b="1">
                <a:solidFill>
                  <a:schemeClr val="bg2"/>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dirty="0"/>
              <a:t>Heading 2</a:t>
            </a:r>
          </a:p>
        </p:txBody>
      </p:sp>
      <p:cxnSp>
        <p:nvCxnSpPr>
          <p:cNvPr id="8" name="Straight Connector 7"/>
          <p:cNvCxnSpPr/>
          <p:nvPr userDrawn="1"/>
        </p:nvCxnSpPr>
        <p:spPr bwMode="gray">
          <a:xfrm>
            <a:off x="641205" y="2345511"/>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bwMode="gray">
          <a:xfrm>
            <a:off x="6362420" y="2345511"/>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15" name="Text Placeholder 41"/>
          <p:cNvSpPr>
            <a:spLocks noGrp="1"/>
          </p:cNvSpPr>
          <p:nvPr>
            <p:ph type="body" sz="quarter" idx="14"/>
          </p:nvPr>
        </p:nvSpPr>
        <p:spPr bwMode="gray">
          <a:xfrm>
            <a:off x="641190" y="1270818"/>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056616934"/>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9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17" name="Text Placeholder 4"/>
          <p:cNvSpPr>
            <a:spLocks noGrp="1"/>
          </p:cNvSpPr>
          <p:nvPr>
            <p:ph type="body" sz="quarter" idx="10" hasCustomPrompt="1"/>
          </p:nvPr>
        </p:nvSpPr>
        <p:spPr bwMode="gray">
          <a:xfrm>
            <a:off x="641141" y="2467699"/>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18" name="Text Placeholder 4"/>
          <p:cNvSpPr>
            <a:spLocks noGrp="1"/>
          </p:cNvSpPr>
          <p:nvPr>
            <p:ph type="body" sz="quarter" idx="11" hasCustomPrompt="1"/>
          </p:nvPr>
        </p:nvSpPr>
        <p:spPr bwMode="gray">
          <a:xfrm>
            <a:off x="6362359" y="2467699"/>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1" name="Text Placeholder 4"/>
          <p:cNvSpPr>
            <a:spLocks noGrp="1"/>
          </p:cNvSpPr>
          <p:nvPr>
            <p:ph type="body" sz="quarter" idx="12" hasCustomPrompt="1"/>
          </p:nvPr>
        </p:nvSpPr>
        <p:spPr bwMode="gray">
          <a:xfrm>
            <a:off x="641141" y="1889054"/>
            <a:ext cx="5243050" cy="369332"/>
          </a:xfrm>
          <a:noFill/>
          <a:ln>
            <a:noFill/>
          </a:ln>
        </p:spPr>
        <p:txBody>
          <a:bodyPr wrap="square" lIns="0" tIns="0" rIns="0" bIns="0" anchor="b" anchorCtr="0">
            <a:spAutoFit/>
          </a:bodyPr>
          <a:lstStyle>
            <a:lvl1pPr marL="0" indent="0">
              <a:spcBef>
                <a:spcPts val="0"/>
              </a:spcBef>
              <a:spcAft>
                <a:spcPts val="0"/>
              </a:spcAft>
              <a:buNone/>
              <a:defRPr sz="2400" b="1">
                <a:solidFill>
                  <a:schemeClr val="bg2"/>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dirty="0"/>
              <a:t>Heading 1</a:t>
            </a:r>
          </a:p>
        </p:txBody>
      </p:sp>
      <p:sp>
        <p:nvSpPr>
          <p:cNvPr id="32" name="Text Placeholder 4"/>
          <p:cNvSpPr>
            <a:spLocks noGrp="1"/>
          </p:cNvSpPr>
          <p:nvPr>
            <p:ph type="body" sz="quarter" idx="13" hasCustomPrompt="1"/>
          </p:nvPr>
        </p:nvSpPr>
        <p:spPr bwMode="gray">
          <a:xfrm>
            <a:off x="6362359" y="1889054"/>
            <a:ext cx="5243050" cy="369332"/>
          </a:xfrm>
          <a:noFill/>
          <a:ln>
            <a:noFill/>
          </a:ln>
        </p:spPr>
        <p:txBody>
          <a:bodyPr wrap="square" lIns="0" tIns="0" rIns="0" bIns="0" anchor="b" anchorCtr="0">
            <a:spAutoFit/>
          </a:bodyPr>
          <a:lstStyle>
            <a:lvl1pPr marL="0" indent="0">
              <a:spcBef>
                <a:spcPts val="0"/>
              </a:spcBef>
              <a:spcAft>
                <a:spcPts val="0"/>
              </a:spcAft>
              <a:buNone/>
              <a:tabLst/>
              <a:defRPr sz="2400" b="1">
                <a:solidFill>
                  <a:schemeClr val="bg2"/>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dirty="0"/>
              <a:t>Heading 2</a:t>
            </a:r>
          </a:p>
        </p:txBody>
      </p:sp>
      <p:cxnSp>
        <p:nvCxnSpPr>
          <p:cNvPr id="33" name="Straight Connector 32"/>
          <p:cNvCxnSpPr/>
          <p:nvPr userDrawn="1"/>
        </p:nvCxnSpPr>
        <p:spPr bwMode="gray">
          <a:xfrm>
            <a:off x="641205" y="2345511"/>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bwMode="gray">
          <a:xfrm>
            <a:off x="6362420" y="2345511"/>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641141" y="4704553"/>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6" name="Text Placeholder 4"/>
          <p:cNvSpPr>
            <a:spLocks noGrp="1"/>
          </p:cNvSpPr>
          <p:nvPr>
            <p:ph type="body" sz="quarter" idx="16" hasCustomPrompt="1"/>
          </p:nvPr>
        </p:nvSpPr>
        <p:spPr bwMode="gray">
          <a:xfrm>
            <a:off x="6362359" y="4704553"/>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7" name="Text Placeholder 4"/>
          <p:cNvSpPr>
            <a:spLocks noGrp="1"/>
          </p:cNvSpPr>
          <p:nvPr>
            <p:ph type="body" sz="quarter" idx="17" hasCustomPrompt="1"/>
          </p:nvPr>
        </p:nvSpPr>
        <p:spPr bwMode="gray">
          <a:xfrm>
            <a:off x="641141" y="4125928"/>
            <a:ext cx="5243050" cy="369332"/>
          </a:xfrm>
          <a:noFill/>
          <a:ln>
            <a:noFill/>
          </a:ln>
        </p:spPr>
        <p:txBody>
          <a:bodyPr wrap="square" lIns="0" tIns="0" rIns="0" bIns="0" anchor="b" anchorCtr="0">
            <a:spAutoFit/>
          </a:bodyPr>
          <a:lstStyle>
            <a:lvl1pPr>
              <a:spcBef>
                <a:spcPts val="0"/>
              </a:spcBef>
              <a:spcAft>
                <a:spcPts val="0"/>
              </a:spcAft>
              <a:buNone/>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lvl="0" indent="0" algn="l" defTabSz="1217070" rtl="0" eaLnBrk="1" fontAlgn="base" latinLnBrk="0" hangingPunct="1">
              <a:spcBef>
                <a:spcPts val="0"/>
              </a:spcBef>
              <a:spcAft>
                <a:spcPts val="0"/>
              </a:spcAft>
              <a:buClr>
                <a:schemeClr val="bg2"/>
              </a:buClr>
              <a:tabLst/>
            </a:pPr>
            <a:r>
              <a:rPr lang="en-US" dirty="0"/>
              <a:t>Heading 3</a:t>
            </a:r>
          </a:p>
        </p:txBody>
      </p:sp>
      <p:sp>
        <p:nvSpPr>
          <p:cNvPr id="38" name="Text Placeholder 4"/>
          <p:cNvSpPr>
            <a:spLocks noGrp="1"/>
          </p:cNvSpPr>
          <p:nvPr>
            <p:ph type="body" sz="quarter" idx="18" hasCustomPrompt="1"/>
          </p:nvPr>
        </p:nvSpPr>
        <p:spPr bwMode="gray">
          <a:xfrm>
            <a:off x="6362359" y="4125928"/>
            <a:ext cx="5243050" cy="369332"/>
          </a:xfrm>
          <a:noFill/>
          <a:ln>
            <a:noFill/>
          </a:ln>
        </p:spPr>
        <p:txBody>
          <a:bodyPr wrap="square" lIns="0" tIns="0" rIns="0" bIns="0" anchor="b" anchorCtr="0">
            <a:spAutoFit/>
          </a:bodyPr>
          <a:lstStyle>
            <a:lvl1pPr>
              <a:spcBef>
                <a:spcPts val="0"/>
              </a:spcBef>
              <a:spcAft>
                <a:spcPts val="0"/>
              </a:spcAft>
              <a:buNone/>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lvl="0" indent="0" algn="l" defTabSz="1217070" rtl="0" eaLnBrk="1" fontAlgn="base" latinLnBrk="0" hangingPunct="1">
              <a:spcBef>
                <a:spcPts val="0"/>
              </a:spcBef>
              <a:spcAft>
                <a:spcPts val="0"/>
              </a:spcAft>
              <a:buClr>
                <a:schemeClr val="bg2"/>
              </a:buClr>
              <a:tabLst/>
            </a:pPr>
            <a:r>
              <a:rPr lang="en-US" dirty="0"/>
              <a:t>Heading 4</a:t>
            </a:r>
          </a:p>
        </p:txBody>
      </p:sp>
      <p:cxnSp>
        <p:nvCxnSpPr>
          <p:cNvPr id="39" name="Straight Connector 38"/>
          <p:cNvCxnSpPr/>
          <p:nvPr userDrawn="1"/>
        </p:nvCxnSpPr>
        <p:spPr bwMode="gray">
          <a:xfrm>
            <a:off x="641205" y="4582349"/>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gray">
          <a:xfrm>
            <a:off x="6362420" y="4582349"/>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641190" y="1270818"/>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153137454"/>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10_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3250048" y="1972180"/>
            <a:ext cx="2723087" cy="1908215"/>
          </a:xfrm>
          <a:ln>
            <a:noFill/>
          </a:ln>
        </p:spPr>
        <p:txBody>
          <a:bodyPr wrap="square" lIns="0" tIns="0" rIns="0" bIns="0">
            <a:spAutoFit/>
          </a:bodyPr>
          <a:lstStyle>
            <a:lvl1pPr marL="0" marR="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2000">
                <a:latin typeface="Arial" pitchFamily="34" charset="0"/>
                <a:cs typeface="Arial" pitchFamily="34" charset="0"/>
              </a:defRPr>
            </a:lvl2pPr>
            <a:lvl3pPr>
              <a:spcBef>
                <a:spcPts val="0"/>
              </a:spcBef>
              <a:spcAft>
                <a:spcPts val="0"/>
              </a:spcAft>
              <a:defRPr sz="2000">
                <a:latin typeface="Arial" pitchFamily="34" charset="0"/>
                <a:cs typeface="Arial" pitchFamily="34" charset="0"/>
              </a:defRPr>
            </a:lvl3pPr>
            <a:lvl4pPr>
              <a:spcBef>
                <a:spcPts val="0"/>
              </a:spcBef>
              <a:spcAft>
                <a:spcPts val="0"/>
              </a:spcAft>
              <a:defRPr sz="2000">
                <a:latin typeface="Arial" pitchFamily="34" charset="0"/>
                <a:cs typeface="Arial" pitchFamily="34" charset="0"/>
              </a:defRPr>
            </a:lvl4pPr>
            <a:lvl5pPr>
              <a:spcBef>
                <a:spcPts val="0"/>
              </a:spcBef>
              <a:spcAft>
                <a:spcPts val="0"/>
              </a:spcAft>
              <a:defRPr sz="2000">
                <a:latin typeface="Arial" pitchFamily="34" charset="0"/>
                <a:cs typeface="Arial" pitchFamily="34" charset="0"/>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marR="0" lvl="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1</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16" name="Picture Placeholder 22"/>
          <p:cNvSpPr>
            <a:spLocks noGrp="1"/>
          </p:cNvSpPr>
          <p:nvPr>
            <p:ph type="pic" sz="quarter" idx="13"/>
          </p:nvPr>
        </p:nvSpPr>
        <p:spPr bwMode="gray">
          <a:xfrm>
            <a:off x="641271" y="1972198"/>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0"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42" name="Text Placeholder 4"/>
          <p:cNvSpPr>
            <a:spLocks noGrp="1"/>
          </p:cNvSpPr>
          <p:nvPr>
            <p:ph type="body" sz="quarter" idx="19" hasCustomPrompt="1"/>
          </p:nvPr>
        </p:nvSpPr>
        <p:spPr bwMode="gray">
          <a:xfrm>
            <a:off x="8888762" y="1972180"/>
            <a:ext cx="2723087" cy="1908215"/>
          </a:xfrm>
          <a:ln>
            <a:noFill/>
          </a:ln>
        </p:spPr>
        <p:txBody>
          <a:bodyPr wrap="square" lIns="0" tIns="0" rIns="0" bIns="0">
            <a:spAutoFit/>
          </a:bodyPr>
          <a:lstStyle>
            <a:lvl1pPr marL="0" marR="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Arial" pitchFamily="34" charset="0"/>
                <a:ea typeface="+mn-ea"/>
                <a:cs typeface="Arial" pitchFamily="34" charset="0"/>
              </a:defRPr>
            </a:lvl2pPr>
            <a:lvl3pPr>
              <a:spcBef>
                <a:spcPts val="0"/>
              </a:spcBef>
              <a:spcAft>
                <a:spcPts val="0"/>
              </a:spcAft>
              <a:defRPr sz="2000">
                <a:latin typeface="Arial" pitchFamily="34" charset="0"/>
                <a:cs typeface="Arial" pitchFamily="34" charset="0"/>
              </a:defRPr>
            </a:lvl3pPr>
            <a:lvl4pPr>
              <a:spcBef>
                <a:spcPts val="0"/>
              </a:spcBef>
              <a:spcAft>
                <a:spcPts val="0"/>
              </a:spcAft>
              <a:defRPr sz="2000">
                <a:latin typeface="Arial" pitchFamily="34" charset="0"/>
                <a:cs typeface="Arial" pitchFamily="34" charset="0"/>
              </a:defRPr>
            </a:lvl4pPr>
            <a:lvl5pPr>
              <a:spcBef>
                <a:spcPts val="0"/>
              </a:spcBef>
              <a:spcAft>
                <a:spcPts val="0"/>
              </a:spcAft>
              <a:defRPr sz="2000">
                <a:latin typeface="Arial" pitchFamily="34" charset="0"/>
                <a:cs typeface="Arial" pitchFamily="34" charset="0"/>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marR="0" lvl="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2</a:t>
            </a:r>
          </a:p>
          <a:p>
            <a:pPr marL="380334" lvl="1" indent="-380334" algn="l" defTabSz="121707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3" name="Picture Placeholder 22"/>
          <p:cNvSpPr>
            <a:spLocks noGrp="1"/>
          </p:cNvSpPr>
          <p:nvPr>
            <p:ph type="pic" sz="quarter" idx="20"/>
          </p:nvPr>
        </p:nvSpPr>
        <p:spPr bwMode="gray">
          <a:xfrm>
            <a:off x="6279965" y="1972198"/>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5" name="Text Placeholder 4"/>
          <p:cNvSpPr>
            <a:spLocks noGrp="1"/>
          </p:cNvSpPr>
          <p:nvPr>
            <p:ph type="body" sz="quarter" idx="21" hasCustomPrompt="1"/>
          </p:nvPr>
        </p:nvSpPr>
        <p:spPr bwMode="gray">
          <a:xfrm>
            <a:off x="3250048" y="4243010"/>
            <a:ext cx="2723087" cy="1908215"/>
          </a:xfrm>
          <a:ln>
            <a:noFill/>
          </a:ln>
        </p:spPr>
        <p:txBody>
          <a:bodyPr wrap="square" lIns="0" tIns="0" rIns="0" bIns="0">
            <a:spAutoFit/>
          </a:bodyPr>
          <a:lstStyle>
            <a:lvl1pPr marL="0" marR="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Arial" pitchFamily="34" charset="0"/>
                <a:ea typeface="+mn-ea"/>
                <a:cs typeface="Arial" pitchFamily="34" charset="0"/>
              </a:defRPr>
            </a:lvl2pPr>
            <a:lvl3pPr>
              <a:spcBef>
                <a:spcPts val="0"/>
              </a:spcBef>
              <a:spcAft>
                <a:spcPts val="0"/>
              </a:spcAft>
              <a:defRPr sz="2000">
                <a:latin typeface="Arial" pitchFamily="34" charset="0"/>
                <a:cs typeface="Arial" pitchFamily="34" charset="0"/>
              </a:defRPr>
            </a:lvl3pPr>
            <a:lvl4pPr>
              <a:spcBef>
                <a:spcPts val="0"/>
              </a:spcBef>
              <a:spcAft>
                <a:spcPts val="0"/>
              </a:spcAft>
              <a:defRPr sz="2000">
                <a:latin typeface="Arial" pitchFamily="34" charset="0"/>
                <a:cs typeface="Arial" pitchFamily="34" charset="0"/>
              </a:defRPr>
            </a:lvl4pPr>
            <a:lvl5pPr>
              <a:spcBef>
                <a:spcPts val="0"/>
              </a:spcBef>
              <a:spcAft>
                <a:spcPts val="0"/>
              </a:spcAft>
              <a:defRPr sz="2000">
                <a:latin typeface="Arial" pitchFamily="34" charset="0"/>
                <a:cs typeface="Arial" pitchFamily="34" charset="0"/>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marR="0" lvl="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3</a:t>
            </a:r>
          </a:p>
          <a:p>
            <a:pPr marL="380334" lvl="1" indent="-380334" algn="l" defTabSz="121707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6" name="Picture Placeholder 22"/>
          <p:cNvSpPr>
            <a:spLocks noGrp="1"/>
          </p:cNvSpPr>
          <p:nvPr>
            <p:ph type="pic" sz="quarter" idx="22"/>
          </p:nvPr>
        </p:nvSpPr>
        <p:spPr bwMode="gray">
          <a:xfrm>
            <a:off x="641271" y="4243064"/>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8" name="Text Placeholder 4"/>
          <p:cNvSpPr>
            <a:spLocks noGrp="1"/>
          </p:cNvSpPr>
          <p:nvPr>
            <p:ph type="body" sz="quarter" idx="23" hasCustomPrompt="1"/>
          </p:nvPr>
        </p:nvSpPr>
        <p:spPr bwMode="gray">
          <a:xfrm>
            <a:off x="8888762" y="4243010"/>
            <a:ext cx="2723087" cy="1908215"/>
          </a:xfrm>
          <a:ln>
            <a:noFill/>
          </a:ln>
        </p:spPr>
        <p:txBody>
          <a:bodyPr wrap="square" lIns="0" tIns="0" rIns="0" bIns="0">
            <a:spAutoFit/>
          </a:bodyPr>
          <a:lstStyle>
            <a:lvl1pPr marL="0" marR="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Arial" pitchFamily="34" charset="0"/>
                <a:ea typeface="+mn-ea"/>
                <a:cs typeface="Arial" pitchFamily="34" charset="0"/>
              </a:defRPr>
            </a:lvl2pPr>
            <a:lvl3pPr>
              <a:spcBef>
                <a:spcPts val="0"/>
              </a:spcBef>
              <a:spcAft>
                <a:spcPts val="0"/>
              </a:spcAft>
              <a:defRPr sz="2000">
                <a:latin typeface="Arial" pitchFamily="34" charset="0"/>
                <a:cs typeface="Arial" pitchFamily="34" charset="0"/>
              </a:defRPr>
            </a:lvl3pPr>
            <a:lvl4pPr>
              <a:spcBef>
                <a:spcPts val="0"/>
              </a:spcBef>
              <a:spcAft>
                <a:spcPts val="0"/>
              </a:spcAft>
              <a:defRPr sz="2000">
                <a:latin typeface="Arial" pitchFamily="34" charset="0"/>
                <a:cs typeface="Arial" pitchFamily="34" charset="0"/>
              </a:defRPr>
            </a:lvl4pPr>
            <a:lvl5pPr>
              <a:spcBef>
                <a:spcPts val="0"/>
              </a:spcBef>
              <a:spcAft>
                <a:spcPts val="0"/>
              </a:spcAft>
              <a:defRPr sz="2000">
                <a:latin typeface="Arial" pitchFamily="34" charset="0"/>
                <a:cs typeface="Arial" pitchFamily="34" charset="0"/>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marR="0" lvl="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4</a:t>
            </a:r>
          </a:p>
          <a:p>
            <a:pPr marL="380334" lvl="1" indent="-380334" algn="l" defTabSz="121707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9" name="Picture Placeholder 22"/>
          <p:cNvSpPr>
            <a:spLocks noGrp="1"/>
          </p:cNvSpPr>
          <p:nvPr>
            <p:ph type="pic" sz="quarter" idx="24"/>
          </p:nvPr>
        </p:nvSpPr>
        <p:spPr bwMode="gray">
          <a:xfrm>
            <a:off x="6279965" y="4243064"/>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51" name="Text Placeholder 41"/>
          <p:cNvSpPr>
            <a:spLocks noGrp="1"/>
          </p:cNvSpPr>
          <p:nvPr>
            <p:ph type="body" sz="quarter" idx="25"/>
          </p:nvPr>
        </p:nvSpPr>
        <p:spPr bwMode="gray">
          <a:xfrm>
            <a:off x="641190" y="1270818"/>
            <a:ext cx="10962167" cy="369332"/>
          </a:xfrm>
        </p:spPr>
        <p:txBody>
          <a:bodyPr/>
          <a:lstStyle>
            <a:lvl1pPr>
              <a:buNone/>
              <a:defRPr lang="en-US" sz="2400" b="1" kern="1200" baseline="0" dirty="0" smtClean="0">
                <a:solidFill>
                  <a:schemeClr val="bg2"/>
                </a:solidFill>
                <a:latin typeface="Arial" pitchFamily="34" charset="0"/>
                <a:ea typeface="+mn-ea"/>
                <a:cs typeface="Arial" pitchFamily="34" charset="0"/>
              </a:defRPr>
            </a:lvl1pPr>
          </a:lstStyle>
          <a:p>
            <a:pPr marL="0" lvl="0" indent="0" algn="l" defTabSz="1217070"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3795233680"/>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4_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41138" y="1972137"/>
            <a:ext cx="10964283" cy="4163390"/>
          </a:xfrm>
        </p:spPr>
        <p:txBody>
          <a:bodyPr>
            <a:noAutofit/>
          </a:bodyPr>
          <a:lstStyle>
            <a:lvl1pPr marL="0" indent="0">
              <a:buNone/>
              <a:defRPr>
                <a:latin typeface="Arial" pitchFamily="34" charset="0"/>
                <a:cs typeface="Arial" pitchFamily="34" charset="0"/>
              </a:defRPr>
            </a:lvl1pPr>
          </a:lstStyle>
          <a:p>
            <a:r>
              <a:rPr lang="en-US" dirty="0"/>
              <a:t>Click icon to add table</a:t>
            </a:r>
          </a:p>
        </p:txBody>
      </p:sp>
      <p:sp>
        <p:nvSpPr>
          <p:cNvPr id="4"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8" name="Text Placeholder 41"/>
          <p:cNvSpPr>
            <a:spLocks noGrp="1"/>
          </p:cNvSpPr>
          <p:nvPr>
            <p:ph type="body" sz="quarter" idx="13"/>
          </p:nvPr>
        </p:nvSpPr>
        <p:spPr bwMode="gray">
          <a:xfrm>
            <a:off x="641190" y="1270818"/>
            <a:ext cx="10962167" cy="369332"/>
          </a:xfrm>
        </p:spPr>
        <p:txBody>
          <a:bodyPr/>
          <a:lstStyle>
            <a:lvl1pPr>
              <a:buNone/>
              <a:defRPr lang="en-US" sz="2400" b="1" kern="1200" baseline="0" dirty="0" smtClean="0">
                <a:solidFill>
                  <a:schemeClr val="bg2"/>
                </a:solidFill>
                <a:latin typeface="Arial" pitchFamily="34" charset="0"/>
                <a:ea typeface="+mn-ea"/>
                <a:cs typeface="Arial" pitchFamily="34" charset="0"/>
              </a:defRPr>
            </a:lvl1pPr>
          </a:lstStyle>
          <a:p>
            <a:pPr marL="0" lvl="0" indent="0" algn="l" defTabSz="1217070"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4127369674"/>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4_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41138" y="1972187"/>
            <a:ext cx="10964283" cy="4163389"/>
          </a:xfrm>
        </p:spPr>
        <p:txBody>
          <a:bodyPr>
            <a:noAutofit/>
          </a:bodyPr>
          <a:lstStyle>
            <a:lvl1pPr marL="0" indent="0">
              <a:buNone/>
              <a:defRPr>
                <a:latin typeface="Arial" pitchFamily="34" charset="0"/>
                <a:cs typeface="Arial" pitchFamily="34" charset="0"/>
              </a:defRPr>
            </a:lvl1pPr>
          </a:lstStyle>
          <a:p>
            <a:r>
              <a:rPr lang="en-US" dirty="0"/>
              <a:t>Click icon to add chart</a:t>
            </a:r>
          </a:p>
        </p:txBody>
      </p:sp>
      <p:sp>
        <p:nvSpPr>
          <p:cNvPr id="4"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90" y="1270818"/>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022413982"/>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5_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21768" y="1527674"/>
            <a:ext cx="8969807"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821854" y="3370315"/>
            <a:ext cx="9002897" cy="3241913"/>
          </a:xfrm>
          <a:prstGeom prst="rect">
            <a:avLst/>
          </a:prstGeom>
          <a:noFill/>
          <a:ln w="9525">
            <a:noFill/>
            <a:miter lim="800000"/>
            <a:headEnd/>
            <a:tailEnd/>
          </a:ln>
        </p:spPr>
        <p:txBody>
          <a:bodyPr wrap="square" lIns="0" tIns="0" rIns="0" bIns="0">
            <a:spAutoFit/>
          </a:bodyPr>
          <a:lstStyle/>
          <a:p>
            <a:pPr algn="just" defTabSz="1217070" fontAlgn="auto">
              <a:spcBef>
                <a:spcPts val="800"/>
              </a:spcBef>
              <a:spcAft>
                <a:spcPts val="0"/>
              </a:spcAft>
            </a:pPr>
            <a:r>
              <a:rPr lang="en-US" sz="1200" b="1" dirty="0">
                <a:solidFill>
                  <a:srgbClr val="6D6E71"/>
                </a:solidFill>
                <a:latin typeface="Arial"/>
              </a:rPr>
              <a:t>Disclaimer </a:t>
            </a:r>
          </a:p>
          <a:p>
            <a:pPr algn="just" defTabSz="1217070" fontAlgn="auto">
              <a:spcBef>
                <a:spcPts val="800"/>
              </a:spcBef>
              <a:spcAft>
                <a:spcPts val="0"/>
              </a:spcAft>
            </a:pPr>
            <a:r>
              <a:rPr lang="en-US" sz="1200" dirty="0">
                <a:solidFill>
                  <a:srgbClr val="6D6E71"/>
                </a:solidFill>
                <a:latin typeface="Arial"/>
              </a:rPr>
              <a:t>Tech Mahindra Limited, herein referred to as Tech Mahindra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 Mahindra or its subsidiaries. Any unauthorized use, disclosure or public dissemination of information contained herein is prohibited. Unless specifically noted, Tech Mahindra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 Mahindra. Information contained in a presentation hosted or promoted by Tech Mahindra is provided “as is” without warranty of any kind, either expressed or implied, including any warranty of merchantability or fitness for a particular purpose. Tech Mahindra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21794" y="2140737"/>
            <a:ext cx="8975995" cy="369332"/>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1217070" rtl="0" eaLnBrk="1" fontAlgn="base" latinLnBrk="0" hangingPunct="1">
              <a:spcBef>
                <a:spcPts val="0"/>
              </a:spcBef>
              <a:spcAft>
                <a:spcPct val="0"/>
              </a:spcAft>
              <a:buClr>
                <a:schemeClr val="tx2"/>
              </a:buClr>
              <a:buFont typeface="Arial" pitchFamily="34" charset="0"/>
              <a:buNone/>
              <a:defRPr lang="en-US" sz="24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53753910"/>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3" name="Rectangle 2"/>
          <p:cNvSpPr/>
          <p:nvPr userDrawn="1"/>
        </p:nvSpPr>
        <p:spPr bwMode="gray">
          <a:xfrm>
            <a:off x="80" y="0"/>
            <a:ext cx="12187238" cy="6859588"/>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lIns="121705" tIns="60850" rIns="121705" bIns="60850" rtlCol="0" anchor="ctr"/>
          <a:lstStyle/>
          <a:p>
            <a:pPr algn="ctr" defTabSz="1217070" fontAlgn="auto">
              <a:spcBef>
                <a:spcPts val="0"/>
              </a:spcBef>
              <a:spcAft>
                <a:spcPts val="0"/>
              </a:spcAft>
            </a:pPr>
            <a:endParaRPr lang="en-US" sz="2400" dirty="0">
              <a:solidFill>
                <a:prstClr val="black"/>
              </a:solidFill>
            </a:endParaRPr>
          </a:p>
        </p:txBody>
      </p:sp>
      <p:pic>
        <p:nvPicPr>
          <p:cNvPr id="4" name="Picture 3" descr="Mahindra Logo.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2620658" y="2717918"/>
            <a:ext cx="7196320" cy="1491368"/>
          </a:xfrm>
          <a:prstGeom prst="rect">
            <a:avLst/>
          </a:prstGeom>
        </p:spPr>
      </p:pic>
    </p:spTree>
    <p:extLst>
      <p:ext uri="{BB962C8B-B14F-4D97-AF65-F5344CB8AC3E}">
        <p14:creationId xmlns:p14="http://schemas.microsoft.com/office/powerpoint/2010/main" val="2678949395"/>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152" y="35"/>
            <a:ext cx="5289698" cy="1443544"/>
          </a:xfrm>
          <a:prstGeom prst="rect">
            <a:avLst/>
          </a:prstGeom>
        </p:spPr>
      </p:pic>
      <p:sp>
        <p:nvSpPr>
          <p:cNvPr id="10" name="Slide Number Placeholder 5"/>
          <p:cNvSpPr txBox="1">
            <a:spLocks/>
          </p:cNvSpPr>
          <p:nvPr userDrawn="1"/>
        </p:nvSpPr>
        <p:spPr bwMode="auto">
          <a:xfrm>
            <a:off x="11668807" y="6600299"/>
            <a:ext cx="299313" cy="184666"/>
          </a:xfrm>
          <a:prstGeom prst="rect">
            <a:avLst/>
          </a:prstGeom>
          <a:noFill/>
          <a:ln w="9525">
            <a:noFill/>
            <a:miter lim="800000"/>
            <a:headEnd/>
            <a:tailEnd/>
          </a:ln>
        </p:spPr>
        <p:txBody>
          <a:bodyPr wrap="none" lIns="0" tIns="0" rIns="0" bIns="0" anchor="ctr">
            <a:spAutoFit/>
          </a:bodyPr>
          <a:lstStyle/>
          <a:p>
            <a:pPr algn="r" defTabSz="1217070" fontAlgn="auto">
              <a:spcBef>
                <a:spcPts val="0"/>
              </a:spcBef>
              <a:spcAft>
                <a:spcPts val="0"/>
              </a:spcAft>
              <a:defRPr/>
            </a:pPr>
            <a:fld id="{6856ECDB-1CEE-4F69-ADCA-557460F2116E}" type="slidenum">
              <a:rPr lang="en-US" sz="1200">
                <a:solidFill>
                  <a:srgbClr val="6D6E71"/>
                </a:solidFill>
                <a:latin typeface="Arial"/>
              </a:rPr>
              <a:pPr algn="r" defTabSz="1217070" fontAlgn="auto">
                <a:spcBef>
                  <a:spcPts val="0"/>
                </a:spcBef>
                <a:spcAft>
                  <a:spcPts val="0"/>
                </a:spcAft>
                <a:defRPr/>
              </a:pPr>
              <a:t>‹#›</a:t>
            </a:fld>
            <a:endParaRPr lang="en-US" sz="1200" dirty="0">
              <a:solidFill>
                <a:srgbClr val="6D6E71"/>
              </a:solidFill>
              <a:latin typeface="Arial"/>
            </a:endParaRPr>
          </a:p>
        </p:txBody>
      </p:sp>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2452277053"/>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5_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35404" y="4054708"/>
            <a:ext cx="7346195" cy="277063"/>
          </a:xfrm>
        </p:spPr>
        <p:txBody>
          <a:bodyPr anchor="b" anchorCtr="0">
            <a:noAutofit/>
          </a:bodyPr>
          <a:lstStyle>
            <a:lvl1pPr marL="0" indent="0" algn="l">
              <a:buNone/>
              <a:defRPr b="1">
                <a:solidFill>
                  <a:schemeClr val="tx2"/>
                </a:solidFill>
                <a:latin typeface="Arial" pitchFamily="34" charset="0"/>
                <a:cs typeface="Arial" pitchFamily="34" charset="0"/>
              </a:defRPr>
            </a:lvl1pPr>
            <a:lvl2pPr marL="608536" indent="0" algn="ctr">
              <a:buNone/>
              <a:defRPr>
                <a:solidFill>
                  <a:schemeClr val="tx1">
                    <a:tint val="75000"/>
                  </a:schemeClr>
                </a:solidFill>
              </a:defRPr>
            </a:lvl2pPr>
            <a:lvl3pPr marL="1217070" indent="0" algn="ctr">
              <a:buNone/>
              <a:defRPr>
                <a:solidFill>
                  <a:schemeClr val="tx1">
                    <a:tint val="75000"/>
                  </a:schemeClr>
                </a:solidFill>
              </a:defRPr>
            </a:lvl3pPr>
            <a:lvl4pPr marL="1825612" indent="0" algn="ctr">
              <a:buNone/>
              <a:defRPr>
                <a:solidFill>
                  <a:schemeClr val="tx1">
                    <a:tint val="75000"/>
                  </a:schemeClr>
                </a:solidFill>
              </a:defRPr>
            </a:lvl4pPr>
            <a:lvl5pPr marL="2434141" indent="0" algn="ctr">
              <a:buNone/>
              <a:defRPr>
                <a:solidFill>
                  <a:schemeClr val="tx1">
                    <a:tint val="75000"/>
                  </a:schemeClr>
                </a:solidFill>
              </a:defRPr>
            </a:lvl5pPr>
            <a:lvl6pPr marL="3042674" indent="0" algn="ctr">
              <a:buNone/>
              <a:defRPr>
                <a:solidFill>
                  <a:schemeClr val="tx1">
                    <a:tint val="75000"/>
                  </a:schemeClr>
                </a:solidFill>
              </a:defRPr>
            </a:lvl6pPr>
            <a:lvl7pPr marL="3651217" indent="0" algn="ctr">
              <a:buNone/>
              <a:defRPr>
                <a:solidFill>
                  <a:schemeClr val="tx1">
                    <a:tint val="75000"/>
                  </a:schemeClr>
                </a:solidFill>
              </a:defRPr>
            </a:lvl7pPr>
            <a:lvl8pPr marL="4259746" indent="0" algn="ctr">
              <a:buNone/>
              <a:defRPr>
                <a:solidFill>
                  <a:schemeClr val="tx1">
                    <a:tint val="75000"/>
                  </a:schemeClr>
                </a:solidFill>
              </a:defRPr>
            </a:lvl8pPr>
            <a:lvl9pPr marL="4868282"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35404" y="2184988"/>
            <a:ext cx="7346195" cy="1692771"/>
          </a:xfrm>
        </p:spPr>
        <p:txBody>
          <a:bodyPr wrap="square">
            <a:spAutoFit/>
          </a:bodyPr>
          <a:lstStyle>
            <a:lvl1pPr algn="l">
              <a:defRPr sz="5500" b="1">
                <a:solidFill>
                  <a:schemeClr val="bg2"/>
                </a:solidFill>
                <a:latin typeface="Arial" pitchFamily="34" charset="0"/>
                <a:cs typeface="Arial" pitchFamily="34" charset="0"/>
              </a:defRPr>
            </a:lvl1pPr>
          </a:lstStyle>
          <a:p>
            <a:r>
              <a:rPr lang="en-US" dirty="0"/>
              <a:t>Click to Edit Master Title Style</a:t>
            </a:r>
          </a:p>
        </p:txBody>
      </p:sp>
      <p:pic>
        <p:nvPicPr>
          <p:cNvPr id="12" name="Picture 11"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152" y="35"/>
            <a:ext cx="5289698" cy="1443544"/>
          </a:xfrm>
          <a:prstGeom prst="rect">
            <a:avLst/>
          </a:prstGeom>
        </p:spPr>
      </p:pic>
      <p:pic>
        <p:nvPicPr>
          <p:cNvPr id="8" name="Picture 7"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2558383159"/>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8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226" y="719346"/>
            <a:ext cx="10962166"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90" y="1972166"/>
            <a:ext cx="10962167" cy="1846659"/>
          </a:xfrm>
        </p:spPr>
        <p:txBody>
          <a:bodyPr wrap="square">
            <a:spAutoFit/>
          </a:bodyPr>
          <a:lstStyle>
            <a:lvl1pPr algn="l" rtl="0" eaLnBrk="1" latinLnBrk="0" hangingPunct="1">
              <a:spcBef>
                <a:spcPts val="0"/>
              </a:spcBef>
              <a:spcAft>
                <a:spcPts val="0"/>
              </a:spcAft>
              <a:buClr>
                <a:schemeClr val="bg2"/>
              </a:buClr>
              <a:buSzPct val="120000"/>
              <a:defRPr lang="en-US" sz="24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910125" indent="-380334">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2282003" indent="-363424">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29877" indent="-304275">
              <a:spcBef>
                <a:spcPts val="0"/>
              </a:spcBef>
              <a:spcAft>
                <a:spcPts val="0"/>
              </a:spcAft>
              <a:buSzPct val="70000"/>
              <a:defRPr sz="2400" baseline="0">
                <a:latin typeface="Arial" pitchFamily="34" charset="0"/>
                <a:cs typeface="Arial" pitchFamily="34" charset="0"/>
              </a:defRPr>
            </a:lvl8pPr>
            <a:lvl9pPr marL="2427804" indent="-297933">
              <a:spcBef>
                <a:spcPts val="0"/>
              </a:spcBef>
              <a:spcAft>
                <a:spcPts val="0"/>
              </a:spcAft>
              <a:buSzPct val="70000"/>
              <a:buFont typeface="Arial" pitchFamily="34" charset="0"/>
              <a:buChar char="–"/>
              <a:defRPr sz="2400">
                <a:latin typeface="Arial" pitchFamily="34" charset="0"/>
                <a:cs typeface="Arial" pitchFamily="34" charset="0"/>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1433407887"/>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5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226" y="719346"/>
            <a:ext cx="10962166"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90" y="1972166"/>
            <a:ext cx="10962167" cy="1846659"/>
          </a:xfrm>
        </p:spPr>
        <p:txBody>
          <a:bodyPr wrap="square">
            <a:spAutoFit/>
          </a:bodyPr>
          <a:lstStyle>
            <a:lvl1pPr algn="l" rtl="0" eaLnBrk="1" latinLnBrk="0" hangingPunct="1">
              <a:spcBef>
                <a:spcPts val="0"/>
              </a:spcBef>
              <a:spcAft>
                <a:spcPts val="0"/>
              </a:spcAft>
              <a:buClr>
                <a:schemeClr val="bg2"/>
              </a:buClr>
              <a:buSzPct val="120000"/>
              <a:defRPr lang="en-US" sz="24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910125" indent="-380334">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2282003" indent="-363424">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29877" indent="-304275">
              <a:spcBef>
                <a:spcPts val="0"/>
              </a:spcBef>
              <a:spcAft>
                <a:spcPts val="0"/>
              </a:spcAft>
              <a:buSzPct val="70000"/>
              <a:defRPr sz="2400" baseline="0">
                <a:latin typeface="Arial" pitchFamily="34" charset="0"/>
                <a:cs typeface="Arial" pitchFamily="34" charset="0"/>
              </a:defRPr>
            </a:lvl8pPr>
            <a:lvl9pPr marL="2427804" indent="-297933">
              <a:spcBef>
                <a:spcPts val="0"/>
              </a:spcBef>
              <a:spcAft>
                <a:spcPts val="0"/>
              </a:spcAft>
              <a:buSzPct val="70000"/>
              <a:buFont typeface="Arial" pitchFamily="34" charset="0"/>
              <a:buChar char="–"/>
              <a:defRPr sz="2400">
                <a:latin typeface="Arial" pitchFamily="34" charset="0"/>
                <a:cs typeface="Arial" pitchFamily="34" charset="0"/>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userDrawn="1">
            <p:ph type="body" sz="quarter" idx="13"/>
          </p:nvPr>
        </p:nvSpPr>
        <p:spPr bwMode="gray">
          <a:xfrm>
            <a:off x="641190" y="1270822"/>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640370872"/>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5_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41190" y="1972167"/>
            <a:ext cx="10962167" cy="2462213"/>
          </a:xfrm>
        </p:spPr>
        <p:txBody>
          <a:bodyPr wrap="square">
            <a:spAutoFit/>
          </a:bodyPr>
          <a:lstStyle>
            <a:lvl1pPr>
              <a:spcBef>
                <a:spcPts val="0"/>
              </a:spcBef>
              <a:spcAft>
                <a:spcPts val="0"/>
              </a:spcAft>
              <a:defRPr lang="en-US" sz="32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32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32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32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3200" b="0" kern="1200" baseline="0" dirty="0" smtClean="0">
                <a:solidFill>
                  <a:schemeClr val="tx1"/>
                </a:solidFill>
                <a:latin typeface="Arial" pitchFamily="34" charset="0"/>
                <a:ea typeface="+mn-ea"/>
                <a:cs typeface="Arial" pitchFamily="34" charset="0"/>
              </a:defRPr>
            </a:lvl5pPr>
            <a:lvl6pPr marL="1910125" indent="-380334">
              <a:spcBef>
                <a:spcPts val="0"/>
              </a:spcBef>
              <a:spcAft>
                <a:spcPts val="0"/>
              </a:spcAft>
              <a:buClr>
                <a:schemeClr val="tx2"/>
              </a:buClr>
              <a:buSzPct val="70000"/>
              <a:buFont typeface="Wingdings" pitchFamily="2" charset="2"/>
              <a:buChar char="§"/>
              <a:defRPr lang="en-US" sz="3200" kern="1200" dirty="0" smtClean="0">
                <a:solidFill>
                  <a:schemeClr val="tx1"/>
                </a:solidFill>
                <a:latin typeface="Arial" pitchFamily="34" charset="0"/>
                <a:ea typeface="+mn-ea"/>
                <a:cs typeface="Arial" pitchFamily="34" charset="0"/>
              </a:defRPr>
            </a:lvl6pPr>
            <a:lvl7pPr marL="2282003" indent="-363424">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29877" indent="-304275">
              <a:spcBef>
                <a:spcPts val="0"/>
              </a:spcBef>
              <a:spcAft>
                <a:spcPts val="0"/>
              </a:spcAft>
              <a:buSzPct val="70000"/>
              <a:defRPr sz="2400" baseline="0">
                <a:latin typeface="Arial" pitchFamily="34" charset="0"/>
                <a:cs typeface="Arial" pitchFamily="34" charset="0"/>
              </a:defRPr>
            </a:lvl8pPr>
            <a:lvl9pPr marL="2427804" indent="-297933">
              <a:spcBef>
                <a:spcPts val="0"/>
              </a:spcBef>
              <a:spcAft>
                <a:spcPts val="0"/>
              </a:spcAft>
              <a:buSzPct val="70000"/>
              <a:buFont typeface="Arial" pitchFamily="34" charset="0"/>
              <a:buChar char="–"/>
              <a:defRPr sz="2400">
                <a:latin typeface="Arial" pitchFamily="34" charset="0"/>
                <a:cs typeface="Arial" pitchFamily="34" charset="0"/>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1625183588"/>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7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6" y="1972187"/>
            <a:ext cx="5435592" cy="4163389"/>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49183" y="1972182"/>
            <a:ext cx="5126679"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90" y="1270822"/>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48732329"/>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5_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52283" y="3975875"/>
            <a:ext cx="7363123" cy="369332"/>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1217070" rtl="0" eaLnBrk="1" fontAlgn="base" latinLnBrk="0" hangingPunct="1">
              <a:spcBef>
                <a:spcPts val="0"/>
              </a:spcBef>
              <a:spcAft>
                <a:spcPct val="0"/>
              </a:spcAft>
              <a:buClr>
                <a:schemeClr val="tx2"/>
              </a:buClr>
              <a:buFont typeface="Arial" pitchFamily="34" charset="0"/>
              <a:buNone/>
              <a:defRPr lang="en-US" sz="2400" b="1" kern="1200" baseline="0" dirty="0">
                <a:solidFill>
                  <a:schemeClr val="tx2"/>
                </a:solidFill>
                <a:latin typeface="Arial" pitchFamily="34" charset="0"/>
                <a:ea typeface="+mn-ea"/>
                <a:cs typeface="Arial" pitchFamily="34" charset="0"/>
              </a:defRPr>
            </a:lvl1pPr>
            <a:lvl2pPr marL="608536" indent="0" algn="ctr">
              <a:buNone/>
              <a:defRPr>
                <a:solidFill>
                  <a:schemeClr val="tx1">
                    <a:tint val="75000"/>
                  </a:schemeClr>
                </a:solidFill>
              </a:defRPr>
            </a:lvl2pPr>
            <a:lvl3pPr marL="1217070" indent="0" algn="ctr">
              <a:buNone/>
              <a:defRPr>
                <a:solidFill>
                  <a:schemeClr val="tx1">
                    <a:tint val="75000"/>
                  </a:schemeClr>
                </a:solidFill>
              </a:defRPr>
            </a:lvl3pPr>
            <a:lvl4pPr marL="1825612" indent="0" algn="ctr">
              <a:buNone/>
              <a:defRPr>
                <a:solidFill>
                  <a:schemeClr val="tx1">
                    <a:tint val="75000"/>
                  </a:schemeClr>
                </a:solidFill>
              </a:defRPr>
            </a:lvl4pPr>
            <a:lvl5pPr marL="2434141" indent="0" algn="ctr">
              <a:buNone/>
              <a:defRPr>
                <a:solidFill>
                  <a:schemeClr val="tx1">
                    <a:tint val="75000"/>
                  </a:schemeClr>
                </a:solidFill>
              </a:defRPr>
            </a:lvl5pPr>
            <a:lvl6pPr marL="3042674" indent="0" algn="ctr">
              <a:buNone/>
              <a:defRPr>
                <a:solidFill>
                  <a:schemeClr val="tx1">
                    <a:tint val="75000"/>
                  </a:schemeClr>
                </a:solidFill>
              </a:defRPr>
            </a:lvl6pPr>
            <a:lvl7pPr marL="3651217" indent="0" algn="ctr">
              <a:buNone/>
              <a:defRPr>
                <a:solidFill>
                  <a:schemeClr val="tx1">
                    <a:tint val="75000"/>
                  </a:schemeClr>
                </a:solidFill>
              </a:defRPr>
            </a:lvl7pPr>
            <a:lvl8pPr marL="4259746" indent="0" algn="ctr">
              <a:buNone/>
              <a:defRPr>
                <a:solidFill>
                  <a:schemeClr val="tx1">
                    <a:tint val="75000"/>
                  </a:schemeClr>
                </a:solidFill>
              </a:defRPr>
            </a:lvl8pPr>
            <a:lvl9pPr marL="4868282"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52283" y="2200865"/>
            <a:ext cx="7363123" cy="1692771"/>
          </a:xfrm>
          <a:noFill/>
          <a:ln w="9525">
            <a:noFill/>
            <a:miter lim="800000"/>
            <a:headEnd/>
            <a:tailEnd/>
          </a:ln>
        </p:spPr>
        <p:txBody>
          <a:bodyPr vert="horz" wrap="square" lIns="0" tIns="0" rIns="0" bIns="0" numCol="1" anchor="t" anchorCtr="0" compatLnSpc="1">
            <a:prstTxWarp prst="textNoShape">
              <a:avLst/>
            </a:prstTxWarp>
            <a:spAutoFit/>
          </a:bodyPr>
          <a:lstStyle>
            <a:lvl1pPr algn="l" defTabSz="1217070" rtl="0" eaLnBrk="1" latinLnBrk="0" hangingPunct="1">
              <a:spcBef>
                <a:spcPct val="0"/>
              </a:spcBef>
              <a:buNone/>
              <a:defRPr lang="en-US" sz="55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152" y="35"/>
            <a:ext cx="5289698" cy="1443544"/>
          </a:xfrm>
          <a:prstGeom prst="rect">
            <a:avLst/>
          </a:prstGeom>
        </p:spPr>
      </p:pic>
      <p:pic>
        <p:nvPicPr>
          <p:cNvPr id="6" name="Picture 5"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1290156101"/>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5_Divider Slide 2">
    <p:spTree>
      <p:nvGrpSpPr>
        <p:cNvPr id="1" name=""/>
        <p:cNvGrpSpPr/>
        <p:nvPr/>
      </p:nvGrpSpPr>
      <p:grpSpPr>
        <a:xfrm>
          <a:off x="0" y="0"/>
          <a:ext cx="0" cy="0"/>
          <a:chOff x="0" y="0"/>
          <a:chExt cx="0" cy="0"/>
        </a:xfrm>
      </p:grpSpPr>
      <p:sp>
        <p:nvSpPr>
          <p:cNvPr id="12" name="Picture Placeholder 22"/>
          <p:cNvSpPr>
            <a:spLocks noGrp="1"/>
          </p:cNvSpPr>
          <p:nvPr>
            <p:ph type="pic" sz="quarter" idx="13"/>
          </p:nvPr>
        </p:nvSpPr>
        <p:spPr bwMode="gray">
          <a:xfrm>
            <a:off x="641104" y="1972161"/>
            <a:ext cx="5467330" cy="4176092"/>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2" name="Subtitle 2"/>
          <p:cNvSpPr>
            <a:spLocks noGrp="1"/>
          </p:cNvSpPr>
          <p:nvPr>
            <p:ph type="subTitle" idx="1" hasCustomPrompt="1"/>
          </p:nvPr>
        </p:nvSpPr>
        <p:spPr bwMode="gray">
          <a:xfrm>
            <a:off x="6565459" y="4204579"/>
            <a:ext cx="5039929" cy="369332"/>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1217070" rtl="0" eaLnBrk="1" fontAlgn="base" latinLnBrk="0" hangingPunct="1">
              <a:spcBef>
                <a:spcPts val="0"/>
              </a:spcBef>
              <a:spcAft>
                <a:spcPct val="0"/>
              </a:spcAft>
              <a:buClr>
                <a:schemeClr val="tx2"/>
              </a:buClr>
              <a:buFont typeface="Arial" pitchFamily="34" charset="0"/>
              <a:buNone/>
              <a:defRPr lang="en-US" sz="2400" b="1" kern="1200" baseline="0" dirty="0">
                <a:solidFill>
                  <a:schemeClr val="tx2"/>
                </a:solidFill>
                <a:latin typeface="Arial" pitchFamily="34" charset="0"/>
                <a:ea typeface="+mn-ea"/>
                <a:cs typeface="Arial" pitchFamily="34" charset="0"/>
              </a:defRPr>
            </a:lvl1pPr>
            <a:lvl2pPr marL="608536" indent="0" algn="ctr">
              <a:buNone/>
              <a:defRPr>
                <a:solidFill>
                  <a:schemeClr val="tx1">
                    <a:tint val="75000"/>
                  </a:schemeClr>
                </a:solidFill>
              </a:defRPr>
            </a:lvl2pPr>
            <a:lvl3pPr marL="1217070" indent="0" algn="ctr">
              <a:buNone/>
              <a:defRPr>
                <a:solidFill>
                  <a:schemeClr val="tx1">
                    <a:tint val="75000"/>
                  </a:schemeClr>
                </a:solidFill>
              </a:defRPr>
            </a:lvl3pPr>
            <a:lvl4pPr marL="1825612" indent="0" algn="ctr">
              <a:buNone/>
              <a:defRPr>
                <a:solidFill>
                  <a:schemeClr val="tx1">
                    <a:tint val="75000"/>
                  </a:schemeClr>
                </a:solidFill>
              </a:defRPr>
            </a:lvl4pPr>
            <a:lvl5pPr marL="2434141" indent="0" algn="ctr">
              <a:buNone/>
              <a:defRPr>
                <a:solidFill>
                  <a:schemeClr val="tx1">
                    <a:tint val="75000"/>
                  </a:schemeClr>
                </a:solidFill>
              </a:defRPr>
            </a:lvl5pPr>
            <a:lvl6pPr marL="3042674" indent="0" algn="ctr">
              <a:buNone/>
              <a:defRPr>
                <a:solidFill>
                  <a:schemeClr val="tx1">
                    <a:tint val="75000"/>
                  </a:schemeClr>
                </a:solidFill>
              </a:defRPr>
            </a:lvl6pPr>
            <a:lvl7pPr marL="3651217" indent="0" algn="ctr">
              <a:buNone/>
              <a:defRPr>
                <a:solidFill>
                  <a:schemeClr val="tx1">
                    <a:tint val="75000"/>
                  </a:schemeClr>
                </a:solidFill>
              </a:defRPr>
            </a:lvl7pPr>
            <a:lvl8pPr marL="4259746" indent="0" algn="ctr">
              <a:buNone/>
              <a:defRPr>
                <a:solidFill>
                  <a:schemeClr val="tx1">
                    <a:tint val="75000"/>
                  </a:schemeClr>
                </a:solidFill>
              </a:defRPr>
            </a:lvl8pPr>
            <a:lvl9pPr marL="4868282" indent="0" algn="ctr">
              <a:buNone/>
              <a:defRPr>
                <a:solidFill>
                  <a:schemeClr val="tx1">
                    <a:tint val="75000"/>
                  </a:schemeClr>
                </a:solidFill>
              </a:defRPr>
            </a:lvl9pPr>
          </a:lstStyle>
          <a:p>
            <a:r>
              <a:rPr lang="en-US" dirty="0"/>
              <a:t>Click to Edit Master Subtitle Style</a:t>
            </a:r>
          </a:p>
        </p:txBody>
      </p:sp>
      <p:sp>
        <p:nvSpPr>
          <p:cNvPr id="23" name="Title 8"/>
          <p:cNvSpPr>
            <a:spLocks noGrp="1"/>
          </p:cNvSpPr>
          <p:nvPr>
            <p:ph type="title" hasCustomPrompt="1"/>
          </p:nvPr>
        </p:nvSpPr>
        <p:spPr bwMode="gray">
          <a:xfrm>
            <a:off x="6565460" y="1972154"/>
            <a:ext cx="5039929" cy="2539157"/>
          </a:xfrm>
          <a:noFill/>
          <a:ln w="9525">
            <a:noFill/>
            <a:miter lim="800000"/>
            <a:headEnd/>
            <a:tailEnd/>
          </a:ln>
        </p:spPr>
        <p:txBody>
          <a:bodyPr vert="horz" wrap="square" lIns="0" tIns="0" rIns="0" bIns="0" numCol="1" anchor="t" anchorCtr="0" compatLnSpc="1">
            <a:prstTxWarp prst="textNoShape">
              <a:avLst/>
            </a:prstTxWarp>
            <a:spAutoFit/>
          </a:bodyPr>
          <a:lstStyle>
            <a:lvl1pPr algn="l" defTabSz="1217070" rtl="0" eaLnBrk="1" latinLnBrk="0" hangingPunct="1">
              <a:spcBef>
                <a:spcPct val="0"/>
              </a:spcBef>
              <a:buNone/>
              <a:defRPr lang="en-US" sz="55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152" y="35"/>
            <a:ext cx="5289698" cy="1443544"/>
          </a:xfrm>
          <a:prstGeom prst="rect">
            <a:avLst/>
          </a:prstGeom>
        </p:spPr>
      </p:pic>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656" y="476792"/>
            <a:ext cx="3168812" cy="656707"/>
          </a:xfrm>
          <a:prstGeom prst="rect">
            <a:avLst/>
          </a:prstGeom>
        </p:spPr>
      </p:pic>
    </p:spTree>
    <p:extLst>
      <p:ext uri="{BB962C8B-B14F-4D97-AF65-F5344CB8AC3E}">
        <p14:creationId xmlns:p14="http://schemas.microsoft.com/office/powerpoint/2010/main" val="3588380422"/>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6_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641141" y="2467699"/>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
          <p:cNvSpPr>
            <a:spLocks noGrp="1"/>
          </p:cNvSpPr>
          <p:nvPr>
            <p:ph type="body" sz="quarter" idx="11" hasCustomPrompt="1"/>
          </p:nvPr>
        </p:nvSpPr>
        <p:spPr bwMode="gray">
          <a:xfrm>
            <a:off x="6362359" y="2467699"/>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ext Placeholder 4"/>
          <p:cNvSpPr>
            <a:spLocks noGrp="1"/>
          </p:cNvSpPr>
          <p:nvPr>
            <p:ph type="body" sz="quarter" idx="12" hasCustomPrompt="1"/>
          </p:nvPr>
        </p:nvSpPr>
        <p:spPr bwMode="gray">
          <a:xfrm>
            <a:off x="641141" y="1889054"/>
            <a:ext cx="5243050" cy="369332"/>
          </a:xfrm>
          <a:noFill/>
          <a:ln>
            <a:noFill/>
          </a:ln>
        </p:spPr>
        <p:txBody>
          <a:bodyPr wrap="square" lIns="0" tIns="0" rIns="0" bIns="0" anchor="b" anchorCtr="0">
            <a:spAutoFit/>
          </a:bodyPr>
          <a:lstStyle>
            <a:lvl1pPr marL="0" indent="0">
              <a:spcBef>
                <a:spcPts val="0"/>
              </a:spcBef>
              <a:spcAft>
                <a:spcPts val="0"/>
              </a:spcAft>
              <a:buNone/>
              <a:defRPr sz="2400" b="1">
                <a:solidFill>
                  <a:schemeClr val="bg2"/>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dirty="0"/>
              <a:t>Heading 1</a:t>
            </a:r>
          </a:p>
        </p:txBody>
      </p:sp>
      <p:sp>
        <p:nvSpPr>
          <p:cNvPr id="6" name="Text Placeholder 4"/>
          <p:cNvSpPr>
            <a:spLocks noGrp="1"/>
          </p:cNvSpPr>
          <p:nvPr>
            <p:ph type="body" sz="quarter" idx="13" hasCustomPrompt="1"/>
          </p:nvPr>
        </p:nvSpPr>
        <p:spPr bwMode="gray">
          <a:xfrm>
            <a:off x="6362359" y="1889054"/>
            <a:ext cx="5243050" cy="369332"/>
          </a:xfrm>
          <a:noFill/>
          <a:ln>
            <a:noFill/>
          </a:ln>
        </p:spPr>
        <p:txBody>
          <a:bodyPr wrap="square" lIns="0" tIns="0" rIns="0" bIns="0" anchor="b" anchorCtr="0">
            <a:spAutoFit/>
          </a:bodyPr>
          <a:lstStyle>
            <a:lvl1pPr marL="0" indent="0">
              <a:spcBef>
                <a:spcPts val="0"/>
              </a:spcBef>
              <a:spcAft>
                <a:spcPts val="0"/>
              </a:spcAft>
              <a:buNone/>
              <a:defRPr sz="2400" b="1">
                <a:solidFill>
                  <a:schemeClr val="bg2"/>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dirty="0"/>
              <a:t>Heading 2</a:t>
            </a:r>
          </a:p>
        </p:txBody>
      </p:sp>
      <p:cxnSp>
        <p:nvCxnSpPr>
          <p:cNvPr id="8" name="Straight Connector 7"/>
          <p:cNvCxnSpPr/>
          <p:nvPr userDrawn="1"/>
        </p:nvCxnSpPr>
        <p:spPr bwMode="gray">
          <a:xfrm>
            <a:off x="641205" y="2345511"/>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bwMode="gray">
          <a:xfrm>
            <a:off x="6362420" y="2345511"/>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15" name="Text Placeholder 41"/>
          <p:cNvSpPr>
            <a:spLocks noGrp="1"/>
          </p:cNvSpPr>
          <p:nvPr>
            <p:ph type="body" sz="quarter" idx="14"/>
          </p:nvPr>
        </p:nvSpPr>
        <p:spPr bwMode="gray">
          <a:xfrm>
            <a:off x="641190" y="1270822"/>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061500803"/>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11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17" name="Text Placeholder 4"/>
          <p:cNvSpPr>
            <a:spLocks noGrp="1"/>
          </p:cNvSpPr>
          <p:nvPr>
            <p:ph type="body" sz="quarter" idx="10" hasCustomPrompt="1"/>
          </p:nvPr>
        </p:nvSpPr>
        <p:spPr bwMode="gray">
          <a:xfrm>
            <a:off x="641141" y="2467699"/>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18" name="Text Placeholder 4"/>
          <p:cNvSpPr>
            <a:spLocks noGrp="1"/>
          </p:cNvSpPr>
          <p:nvPr>
            <p:ph type="body" sz="quarter" idx="11" hasCustomPrompt="1"/>
          </p:nvPr>
        </p:nvSpPr>
        <p:spPr bwMode="gray">
          <a:xfrm>
            <a:off x="6362359" y="2467699"/>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1" name="Text Placeholder 4"/>
          <p:cNvSpPr>
            <a:spLocks noGrp="1"/>
          </p:cNvSpPr>
          <p:nvPr>
            <p:ph type="body" sz="quarter" idx="12" hasCustomPrompt="1"/>
          </p:nvPr>
        </p:nvSpPr>
        <p:spPr bwMode="gray">
          <a:xfrm>
            <a:off x="641141" y="1889054"/>
            <a:ext cx="5243050" cy="369332"/>
          </a:xfrm>
          <a:noFill/>
          <a:ln>
            <a:noFill/>
          </a:ln>
        </p:spPr>
        <p:txBody>
          <a:bodyPr wrap="square" lIns="0" tIns="0" rIns="0" bIns="0" anchor="b" anchorCtr="0">
            <a:spAutoFit/>
          </a:bodyPr>
          <a:lstStyle>
            <a:lvl1pPr marL="0" indent="0">
              <a:spcBef>
                <a:spcPts val="0"/>
              </a:spcBef>
              <a:spcAft>
                <a:spcPts val="0"/>
              </a:spcAft>
              <a:buNone/>
              <a:defRPr sz="2400" b="1">
                <a:solidFill>
                  <a:schemeClr val="bg2"/>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dirty="0"/>
              <a:t>Heading 1</a:t>
            </a:r>
          </a:p>
        </p:txBody>
      </p:sp>
      <p:sp>
        <p:nvSpPr>
          <p:cNvPr id="32" name="Text Placeholder 4"/>
          <p:cNvSpPr>
            <a:spLocks noGrp="1"/>
          </p:cNvSpPr>
          <p:nvPr>
            <p:ph type="body" sz="quarter" idx="13" hasCustomPrompt="1"/>
          </p:nvPr>
        </p:nvSpPr>
        <p:spPr bwMode="gray">
          <a:xfrm>
            <a:off x="6362359" y="1889054"/>
            <a:ext cx="5243050" cy="369332"/>
          </a:xfrm>
          <a:noFill/>
          <a:ln>
            <a:noFill/>
          </a:ln>
        </p:spPr>
        <p:txBody>
          <a:bodyPr wrap="square" lIns="0" tIns="0" rIns="0" bIns="0" anchor="b" anchorCtr="0">
            <a:spAutoFit/>
          </a:bodyPr>
          <a:lstStyle>
            <a:lvl1pPr marL="0" indent="0">
              <a:spcBef>
                <a:spcPts val="0"/>
              </a:spcBef>
              <a:spcAft>
                <a:spcPts val="0"/>
              </a:spcAft>
              <a:buNone/>
              <a:tabLst/>
              <a:defRPr sz="2400" b="1">
                <a:solidFill>
                  <a:schemeClr val="bg2"/>
                </a:solidFill>
                <a:latin typeface="Arial" pitchFamily="34" charset="0"/>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lvl="0"/>
            <a:r>
              <a:rPr lang="en-US" dirty="0"/>
              <a:t>Heading 2</a:t>
            </a:r>
          </a:p>
        </p:txBody>
      </p:sp>
      <p:cxnSp>
        <p:nvCxnSpPr>
          <p:cNvPr id="33" name="Straight Connector 32"/>
          <p:cNvCxnSpPr/>
          <p:nvPr userDrawn="1"/>
        </p:nvCxnSpPr>
        <p:spPr bwMode="gray">
          <a:xfrm>
            <a:off x="641205" y="2345511"/>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bwMode="gray">
          <a:xfrm>
            <a:off x="6362420" y="2345511"/>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641141" y="4704553"/>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6" name="Text Placeholder 4"/>
          <p:cNvSpPr>
            <a:spLocks noGrp="1"/>
          </p:cNvSpPr>
          <p:nvPr>
            <p:ph type="body" sz="quarter" idx="16" hasCustomPrompt="1"/>
          </p:nvPr>
        </p:nvSpPr>
        <p:spPr bwMode="gray">
          <a:xfrm>
            <a:off x="6362359" y="4704553"/>
            <a:ext cx="5243050" cy="1846659"/>
          </a:xfrm>
          <a:ln>
            <a:noFill/>
          </a:ln>
        </p:spPr>
        <p:txBody>
          <a:bodyPr wrap="square" lIns="0" tIns="0" rIns="0" bIns="0">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400" b="0" kern="1200" baseline="0" dirty="0" smtClean="0">
                <a:solidFill>
                  <a:schemeClr val="tx1"/>
                </a:solidFill>
                <a:latin typeface="+mn-lt"/>
                <a:ea typeface="+mn-ea"/>
                <a:cs typeface="Arial" pitchFamily="34" charset="0"/>
              </a:defRPr>
            </a:lvl2pPr>
            <a:lvl3pPr>
              <a:spcBef>
                <a:spcPts val="0"/>
              </a:spcBef>
              <a:spcAft>
                <a:spcPts val="0"/>
              </a:spcAft>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400" b="0" kern="1200" baseline="0" dirty="0" smtClean="0">
                <a:solidFill>
                  <a:schemeClr val="tx1"/>
                </a:solidFill>
                <a:latin typeface="Arial" pitchFamily="34" charset="0"/>
                <a:ea typeface="+mn-ea"/>
                <a:cs typeface="Arial" pitchFamily="34" charset="0"/>
              </a:defRPr>
            </a:lvl5pPr>
            <a:lvl6pPr marL="1521333" indent="-310618">
              <a:spcBef>
                <a:spcPts val="0"/>
              </a:spcBef>
              <a:spcAft>
                <a:spcPts val="0"/>
              </a:spcAft>
              <a:buSzPct val="70000"/>
              <a:defRPr lang="en-US" sz="2400" kern="1200" dirty="0" smtClean="0">
                <a:solidFill>
                  <a:schemeClr val="tx1"/>
                </a:solidFill>
                <a:latin typeface="Arial" pitchFamily="34" charset="0"/>
                <a:ea typeface="+mn-ea"/>
                <a:cs typeface="Arial" pitchFamily="34" charset="0"/>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386675" lvl="0" indent="-386675" algn="l" defTabSz="1217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0668" lvl="2" indent="-371877" algn="l" defTabSz="1217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2543" lvl="3" indent="-371877" algn="l" defTabSz="1217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2881" lvl="4" indent="-380334" algn="l" defTabSz="12424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0125" lvl="5" indent="-380334" algn="l" defTabSz="1217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7" name="Text Placeholder 4"/>
          <p:cNvSpPr>
            <a:spLocks noGrp="1"/>
          </p:cNvSpPr>
          <p:nvPr>
            <p:ph type="body" sz="quarter" idx="17" hasCustomPrompt="1"/>
          </p:nvPr>
        </p:nvSpPr>
        <p:spPr bwMode="gray">
          <a:xfrm>
            <a:off x="641141" y="4125932"/>
            <a:ext cx="5243050" cy="369332"/>
          </a:xfrm>
          <a:noFill/>
          <a:ln>
            <a:noFill/>
          </a:ln>
        </p:spPr>
        <p:txBody>
          <a:bodyPr wrap="square" lIns="0" tIns="0" rIns="0" bIns="0" anchor="b" anchorCtr="0">
            <a:spAutoFit/>
          </a:bodyPr>
          <a:lstStyle>
            <a:lvl1pPr>
              <a:spcBef>
                <a:spcPts val="0"/>
              </a:spcBef>
              <a:spcAft>
                <a:spcPts val="0"/>
              </a:spcAft>
              <a:buNone/>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lvl="0" indent="0" algn="l" defTabSz="1217070" rtl="0" eaLnBrk="1" fontAlgn="base" latinLnBrk="0" hangingPunct="1">
              <a:spcBef>
                <a:spcPts val="0"/>
              </a:spcBef>
              <a:spcAft>
                <a:spcPts val="0"/>
              </a:spcAft>
              <a:buClr>
                <a:schemeClr val="bg2"/>
              </a:buClr>
              <a:tabLst/>
            </a:pPr>
            <a:r>
              <a:rPr lang="en-US" dirty="0"/>
              <a:t>Heading 3</a:t>
            </a:r>
          </a:p>
        </p:txBody>
      </p:sp>
      <p:sp>
        <p:nvSpPr>
          <p:cNvPr id="38" name="Text Placeholder 4"/>
          <p:cNvSpPr>
            <a:spLocks noGrp="1"/>
          </p:cNvSpPr>
          <p:nvPr>
            <p:ph type="body" sz="quarter" idx="18" hasCustomPrompt="1"/>
          </p:nvPr>
        </p:nvSpPr>
        <p:spPr bwMode="gray">
          <a:xfrm>
            <a:off x="6362359" y="4125932"/>
            <a:ext cx="5243050" cy="369332"/>
          </a:xfrm>
          <a:noFill/>
          <a:ln>
            <a:noFill/>
          </a:ln>
        </p:spPr>
        <p:txBody>
          <a:bodyPr wrap="square" lIns="0" tIns="0" rIns="0" bIns="0" anchor="b" anchorCtr="0">
            <a:spAutoFit/>
          </a:bodyPr>
          <a:lstStyle>
            <a:lvl1pPr>
              <a:spcBef>
                <a:spcPts val="0"/>
              </a:spcBef>
              <a:spcAft>
                <a:spcPts val="0"/>
              </a:spcAft>
              <a:buNone/>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sz="2400">
                <a:latin typeface="+mj-lt"/>
              </a:defRPr>
            </a:lvl2pPr>
            <a:lvl3pPr>
              <a:spcBef>
                <a:spcPts val="0"/>
              </a:spcBef>
              <a:spcAft>
                <a:spcPts val="0"/>
              </a:spcAft>
              <a:defRPr sz="2400">
                <a:latin typeface="+mj-lt"/>
              </a:defRPr>
            </a:lvl3pPr>
            <a:lvl4pPr>
              <a:spcBef>
                <a:spcPts val="0"/>
              </a:spcBef>
              <a:spcAft>
                <a:spcPts val="0"/>
              </a:spcAft>
              <a:defRPr sz="2400">
                <a:latin typeface="+mj-lt"/>
              </a:defRPr>
            </a:lvl4pPr>
            <a:lvl5pPr>
              <a:spcBef>
                <a:spcPts val="0"/>
              </a:spcBef>
              <a:spcAft>
                <a:spcPts val="0"/>
              </a:spcAft>
              <a:defRPr sz="2400">
                <a:latin typeface="+mj-lt"/>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lvl="0" indent="0" algn="l" defTabSz="1217070" rtl="0" eaLnBrk="1" fontAlgn="base" latinLnBrk="0" hangingPunct="1">
              <a:spcBef>
                <a:spcPts val="0"/>
              </a:spcBef>
              <a:spcAft>
                <a:spcPts val="0"/>
              </a:spcAft>
              <a:buClr>
                <a:schemeClr val="bg2"/>
              </a:buClr>
              <a:tabLst/>
            </a:pPr>
            <a:r>
              <a:rPr lang="en-US" dirty="0"/>
              <a:t>Heading 4</a:t>
            </a:r>
          </a:p>
        </p:txBody>
      </p:sp>
      <p:cxnSp>
        <p:nvCxnSpPr>
          <p:cNvPr id="39" name="Straight Connector 38"/>
          <p:cNvCxnSpPr/>
          <p:nvPr userDrawn="1"/>
        </p:nvCxnSpPr>
        <p:spPr bwMode="gray">
          <a:xfrm>
            <a:off x="641205" y="4582349"/>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gray">
          <a:xfrm>
            <a:off x="6362420" y="4582349"/>
            <a:ext cx="5206833" cy="238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641190" y="1270822"/>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397577426"/>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12_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3250051" y="1972180"/>
            <a:ext cx="2723087" cy="1908215"/>
          </a:xfrm>
          <a:ln>
            <a:noFill/>
          </a:ln>
        </p:spPr>
        <p:txBody>
          <a:bodyPr wrap="square" lIns="0" tIns="0" rIns="0" bIns="0">
            <a:spAutoFit/>
          </a:bodyPr>
          <a:lstStyle>
            <a:lvl1pPr marL="0" marR="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2000">
                <a:latin typeface="Arial" pitchFamily="34" charset="0"/>
                <a:cs typeface="Arial" pitchFamily="34" charset="0"/>
              </a:defRPr>
            </a:lvl2pPr>
            <a:lvl3pPr>
              <a:spcBef>
                <a:spcPts val="0"/>
              </a:spcBef>
              <a:spcAft>
                <a:spcPts val="0"/>
              </a:spcAft>
              <a:defRPr sz="2000">
                <a:latin typeface="Arial" pitchFamily="34" charset="0"/>
                <a:cs typeface="Arial" pitchFamily="34" charset="0"/>
              </a:defRPr>
            </a:lvl3pPr>
            <a:lvl4pPr>
              <a:spcBef>
                <a:spcPts val="0"/>
              </a:spcBef>
              <a:spcAft>
                <a:spcPts val="0"/>
              </a:spcAft>
              <a:defRPr sz="2000">
                <a:latin typeface="Arial" pitchFamily="34" charset="0"/>
                <a:cs typeface="Arial" pitchFamily="34" charset="0"/>
              </a:defRPr>
            </a:lvl4pPr>
            <a:lvl5pPr>
              <a:spcBef>
                <a:spcPts val="0"/>
              </a:spcBef>
              <a:spcAft>
                <a:spcPts val="0"/>
              </a:spcAft>
              <a:defRPr sz="2000">
                <a:latin typeface="Arial" pitchFamily="34" charset="0"/>
                <a:cs typeface="Arial" pitchFamily="34" charset="0"/>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marR="0" lvl="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1</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16" name="Picture Placeholder 22"/>
          <p:cNvSpPr>
            <a:spLocks noGrp="1"/>
          </p:cNvSpPr>
          <p:nvPr>
            <p:ph type="pic" sz="quarter" idx="13"/>
          </p:nvPr>
        </p:nvSpPr>
        <p:spPr bwMode="gray">
          <a:xfrm>
            <a:off x="641271" y="1972198"/>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0"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42" name="Text Placeholder 4"/>
          <p:cNvSpPr>
            <a:spLocks noGrp="1"/>
          </p:cNvSpPr>
          <p:nvPr>
            <p:ph type="body" sz="quarter" idx="19" hasCustomPrompt="1"/>
          </p:nvPr>
        </p:nvSpPr>
        <p:spPr bwMode="gray">
          <a:xfrm>
            <a:off x="8888765" y="1972180"/>
            <a:ext cx="2723087" cy="1908215"/>
          </a:xfrm>
          <a:ln>
            <a:noFill/>
          </a:ln>
        </p:spPr>
        <p:txBody>
          <a:bodyPr wrap="square" lIns="0" tIns="0" rIns="0" bIns="0">
            <a:spAutoFit/>
          </a:bodyPr>
          <a:lstStyle>
            <a:lvl1pPr marL="0" marR="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Arial" pitchFamily="34" charset="0"/>
                <a:ea typeface="+mn-ea"/>
                <a:cs typeface="Arial" pitchFamily="34" charset="0"/>
              </a:defRPr>
            </a:lvl2pPr>
            <a:lvl3pPr>
              <a:spcBef>
                <a:spcPts val="0"/>
              </a:spcBef>
              <a:spcAft>
                <a:spcPts val="0"/>
              </a:spcAft>
              <a:defRPr sz="2000">
                <a:latin typeface="Arial" pitchFamily="34" charset="0"/>
                <a:cs typeface="Arial" pitchFamily="34" charset="0"/>
              </a:defRPr>
            </a:lvl3pPr>
            <a:lvl4pPr>
              <a:spcBef>
                <a:spcPts val="0"/>
              </a:spcBef>
              <a:spcAft>
                <a:spcPts val="0"/>
              </a:spcAft>
              <a:defRPr sz="2000">
                <a:latin typeface="Arial" pitchFamily="34" charset="0"/>
                <a:cs typeface="Arial" pitchFamily="34" charset="0"/>
              </a:defRPr>
            </a:lvl4pPr>
            <a:lvl5pPr>
              <a:spcBef>
                <a:spcPts val="0"/>
              </a:spcBef>
              <a:spcAft>
                <a:spcPts val="0"/>
              </a:spcAft>
              <a:defRPr sz="2000">
                <a:latin typeface="Arial" pitchFamily="34" charset="0"/>
                <a:cs typeface="Arial" pitchFamily="34" charset="0"/>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marR="0" lvl="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2</a:t>
            </a:r>
          </a:p>
          <a:p>
            <a:pPr marL="380334" lvl="1" indent="-380334" algn="l" defTabSz="121707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3" name="Picture Placeholder 22"/>
          <p:cNvSpPr>
            <a:spLocks noGrp="1"/>
          </p:cNvSpPr>
          <p:nvPr>
            <p:ph type="pic" sz="quarter" idx="20"/>
          </p:nvPr>
        </p:nvSpPr>
        <p:spPr bwMode="gray">
          <a:xfrm>
            <a:off x="6279965" y="1972198"/>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5" name="Text Placeholder 4"/>
          <p:cNvSpPr>
            <a:spLocks noGrp="1"/>
          </p:cNvSpPr>
          <p:nvPr>
            <p:ph type="body" sz="quarter" idx="21" hasCustomPrompt="1"/>
          </p:nvPr>
        </p:nvSpPr>
        <p:spPr bwMode="gray">
          <a:xfrm>
            <a:off x="3250051" y="4243010"/>
            <a:ext cx="2723087" cy="1908215"/>
          </a:xfrm>
          <a:ln>
            <a:noFill/>
          </a:ln>
        </p:spPr>
        <p:txBody>
          <a:bodyPr wrap="square" lIns="0" tIns="0" rIns="0" bIns="0">
            <a:spAutoFit/>
          </a:bodyPr>
          <a:lstStyle>
            <a:lvl1pPr marL="0" marR="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Arial" pitchFamily="34" charset="0"/>
                <a:ea typeface="+mn-ea"/>
                <a:cs typeface="Arial" pitchFamily="34" charset="0"/>
              </a:defRPr>
            </a:lvl2pPr>
            <a:lvl3pPr>
              <a:spcBef>
                <a:spcPts val="0"/>
              </a:spcBef>
              <a:spcAft>
                <a:spcPts val="0"/>
              </a:spcAft>
              <a:defRPr sz="2000">
                <a:latin typeface="Arial" pitchFamily="34" charset="0"/>
                <a:cs typeface="Arial" pitchFamily="34" charset="0"/>
              </a:defRPr>
            </a:lvl3pPr>
            <a:lvl4pPr>
              <a:spcBef>
                <a:spcPts val="0"/>
              </a:spcBef>
              <a:spcAft>
                <a:spcPts val="0"/>
              </a:spcAft>
              <a:defRPr sz="2000">
                <a:latin typeface="Arial" pitchFamily="34" charset="0"/>
                <a:cs typeface="Arial" pitchFamily="34" charset="0"/>
              </a:defRPr>
            </a:lvl4pPr>
            <a:lvl5pPr>
              <a:spcBef>
                <a:spcPts val="0"/>
              </a:spcBef>
              <a:spcAft>
                <a:spcPts val="0"/>
              </a:spcAft>
              <a:defRPr sz="2000">
                <a:latin typeface="Arial" pitchFamily="34" charset="0"/>
                <a:cs typeface="Arial" pitchFamily="34" charset="0"/>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marR="0" lvl="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3</a:t>
            </a:r>
          </a:p>
          <a:p>
            <a:pPr marL="380334" lvl="1" indent="-380334" algn="l" defTabSz="121707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6" name="Picture Placeholder 22"/>
          <p:cNvSpPr>
            <a:spLocks noGrp="1"/>
          </p:cNvSpPr>
          <p:nvPr>
            <p:ph type="pic" sz="quarter" idx="22"/>
          </p:nvPr>
        </p:nvSpPr>
        <p:spPr bwMode="gray">
          <a:xfrm>
            <a:off x="641271" y="4243068"/>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8" name="Text Placeholder 4"/>
          <p:cNvSpPr>
            <a:spLocks noGrp="1"/>
          </p:cNvSpPr>
          <p:nvPr>
            <p:ph type="body" sz="quarter" idx="23" hasCustomPrompt="1"/>
          </p:nvPr>
        </p:nvSpPr>
        <p:spPr bwMode="gray">
          <a:xfrm>
            <a:off x="8888765" y="4243010"/>
            <a:ext cx="2723087" cy="1908215"/>
          </a:xfrm>
          <a:ln>
            <a:noFill/>
          </a:ln>
        </p:spPr>
        <p:txBody>
          <a:bodyPr wrap="square" lIns="0" tIns="0" rIns="0" bIns="0">
            <a:spAutoFit/>
          </a:bodyPr>
          <a:lstStyle>
            <a:lvl1pPr marL="0" marR="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lang="en-US" sz="24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Arial" pitchFamily="34" charset="0"/>
                <a:ea typeface="+mn-ea"/>
                <a:cs typeface="Arial" pitchFamily="34" charset="0"/>
              </a:defRPr>
            </a:lvl2pPr>
            <a:lvl3pPr>
              <a:spcBef>
                <a:spcPts val="0"/>
              </a:spcBef>
              <a:spcAft>
                <a:spcPts val="0"/>
              </a:spcAft>
              <a:defRPr sz="2000">
                <a:latin typeface="Arial" pitchFamily="34" charset="0"/>
                <a:cs typeface="Arial" pitchFamily="34" charset="0"/>
              </a:defRPr>
            </a:lvl3pPr>
            <a:lvl4pPr>
              <a:spcBef>
                <a:spcPts val="0"/>
              </a:spcBef>
              <a:spcAft>
                <a:spcPts val="0"/>
              </a:spcAft>
              <a:defRPr sz="2000">
                <a:latin typeface="Arial" pitchFamily="34" charset="0"/>
                <a:cs typeface="Arial" pitchFamily="34" charset="0"/>
              </a:defRPr>
            </a:lvl4pPr>
            <a:lvl5pPr>
              <a:spcBef>
                <a:spcPts val="0"/>
              </a:spcBef>
              <a:spcAft>
                <a:spcPts val="0"/>
              </a:spcAft>
              <a:defRPr sz="2000">
                <a:latin typeface="Arial" pitchFamily="34" charset="0"/>
                <a:cs typeface="Arial" pitchFamily="34" charset="0"/>
              </a:defRPr>
            </a:lvl5pPr>
            <a:lvl6pPr marL="1521333" indent="-310618">
              <a:spcBef>
                <a:spcPts val="0"/>
              </a:spcBef>
              <a:spcAft>
                <a:spcPts val="0"/>
              </a:spcAft>
              <a:buSzPct val="70000"/>
              <a:defRPr sz="2400">
                <a:latin typeface="+mj-lt"/>
              </a:defRPr>
            </a:lvl6pPr>
            <a:lvl7pPr marL="1825612" indent="-304275">
              <a:spcBef>
                <a:spcPts val="0"/>
              </a:spcBef>
              <a:spcAft>
                <a:spcPts val="0"/>
              </a:spcAft>
              <a:buSzPct val="70000"/>
              <a:buFont typeface="Arial" pitchFamily="34" charset="0"/>
              <a:buChar char="–"/>
              <a:defRPr sz="2400" baseline="0">
                <a:latin typeface="+mj-lt"/>
              </a:defRPr>
            </a:lvl7pPr>
            <a:lvl8pPr marL="2129877" indent="-304275">
              <a:spcBef>
                <a:spcPts val="0"/>
              </a:spcBef>
              <a:spcAft>
                <a:spcPts val="0"/>
              </a:spcAft>
              <a:buSzPct val="70000"/>
              <a:defRPr sz="2400" baseline="0">
                <a:latin typeface="+mj-lt"/>
              </a:defRPr>
            </a:lvl8pPr>
            <a:lvl9pPr marL="2427804" indent="-297933">
              <a:spcBef>
                <a:spcPts val="0"/>
              </a:spcBef>
              <a:spcAft>
                <a:spcPts val="0"/>
              </a:spcAft>
              <a:buSzPct val="70000"/>
              <a:buFont typeface="Arial" pitchFamily="34" charset="0"/>
              <a:buChar char="–"/>
              <a:defRPr sz="2400">
                <a:latin typeface="+mj-lt"/>
              </a:defRPr>
            </a:lvl9pPr>
          </a:lstStyle>
          <a:p>
            <a:pPr marL="0" marR="0" lvl="0" indent="0" algn="l" defTabSz="1217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4</a:t>
            </a:r>
          </a:p>
          <a:p>
            <a:pPr marL="380334" lvl="1" indent="-380334" algn="l" defTabSz="121707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9" name="Picture Placeholder 22"/>
          <p:cNvSpPr>
            <a:spLocks noGrp="1"/>
          </p:cNvSpPr>
          <p:nvPr>
            <p:ph type="pic" sz="quarter" idx="24"/>
          </p:nvPr>
        </p:nvSpPr>
        <p:spPr bwMode="gray">
          <a:xfrm>
            <a:off x="6279965" y="4243068"/>
            <a:ext cx="2304150" cy="1892737"/>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51" name="Text Placeholder 41"/>
          <p:cNvSpPr>
            <a:spLocks noGrp="1"/>
          </p:cNvSpPr>
          <p:nvPr>
            <p:ph type="body" sz="quarter" idx="25"/>
          </p:nvPr>
        </p:nvSpPr>
        <p:spPr bwMode="gray">
          <a:xfrm>
            <a:off x="641190" y="1270822"/>
            <a:ext cx="10962167" cy="369332"/>
          </a:xfrm>
        </p:spPr>
        <p:txBody>
          <a:bodyPr/>
          <a:lstStyle>
            <a:lvl1pPr>
              <a:buNone/>
              <a:defRPr lang="en-US" sz="2400" b="1" kern="1200" baseline="0" dirty="0" smtClean="0">
                <a:solidFill>
                  <a:schemeClr val="bg2"/>
                </a:solidFill>
                <a:latin typeface="Arial" pitchFamily="34" charset="0"/>
                <a:ea typeface="+mn-ea"/>
                <a:cs typeface="Arial" pitchFamily="34" charset="0"/>
              </a:defRPr>
            </a:lvl1pPr>
          </a:lstStyle>
          <a:p>
            <a:pPr marL="0" lvl="0" indent="0" algn="l" defTabSz="1217070"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2972142531"/>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5_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41138" y="1972137"/>
            <a:ext cx="10964283" cy="4163390"/>
          </a:xfrm>
        </p:spPr>
        <p:txBody>
          <a:bodyPr>
            <a:noAutofit/>
          </a:bodyPr>
          <a:lstStyle>
            <a:lvl1pPr marL="0" indent="0">
              <a:buNone/>
              <a:defRPr>
                <a:latin typeface="Arial" pitchFamily="34" charset="0"/>
                <a:cs typeface="Arial" pitchFamily="34" charset="0"/>
              </a:defRPr>
            </a:lvl1pPr>
          </a:lstStyle>
          <a:p>
            <a:r>
              <a:rPr lang="en-US" dirty="0"/>
              <a:t>Click icon to add table</a:t>
            </a:r>
          </a:p>
        </p:txBody>
      </p:sp>
      <p:sp>
        <p:nvSpPr>
          <p:cNvPr id="4"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8" name="Text Placeholder 41"/>
          <p:cNvSpPr>
            <a:spLocks noGrp="1"/>
          </p:cNvSpPr>
          <p:nvPr>
            <p:ph type="body" sz="quarter" idx="13"/>
          </p:nvPr>
        </p:nvSpPr>
        <p:spPr bwMode="gray">
          <a:xfrm>
            <a:off x="641190" y="1270822"/>
            <a:ext cx="10962167" cy="369332"/>
          </a:xfrm>
        </p:spPr>
        <p:txBody>
          <a:bodyPr/>
          <a:lstStyle>
            <a:lvl1pPr>
              <a:buNone/>
              <a:defRPr lang="en-US" sz="2400" b="1" kern="1200" baseline="0" dirty="0" smtClean="0">
                <a:solidFill>
                  <a:schemeClr val="bg2"/>
                </a:solidFill>
                <a:latin typeface="Arial" pitchFamily="34" charset="0"/>
                <a:ea typeface="+mn-ea"/>
                <a:cs typeface="Arial" pitchFamily="34" charset="0"/>
              </a:defRPr>
            </a:lvl1pPr>
          </a:lstStyle>
          <a:p>
            <a:pPr marL="0" lvl="0" indent="0" algn="l" defTabSz="1217070"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1670775439"/>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5_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41138" y="1972187"/>
            <a:ext cx="10964283" cy="4163389"/>
          </a:xfrm>
        </p:spPr>
        <p:txBody>
          <a:bodyPr>
            <a:noAutofit/>
          </a:bodyPr>
          <a:lstStyle>
            <a:lvl1pPr marL="0" indent="0">
              <a:buNone/>
              <a:defRPr>
                <a:latin typeface="Arial" pitchFamily="34" charset="0"/>
                <a:cs typeface="Arial" pitchFamily="34" charset="0"/>
              </a:defRPr>
            </a:lvl1pPr>
          </a:lstStyle>
          <a:p>
            <a:r>
              <a:rPr lang="en-US" dirty="0"/>
              <a:t>Click icon to add chart</a:t>
            </a:r>
          </a:p>
        </p:txBody>
      </p:sp>
      <p:sp>
        <p:nvSpPr>
          <p:cNvPr id="4"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90" y="1270822"/>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6849501"/>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6_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21768" y="1527674"/>
            <a:ext cx="8969807"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821822" y="3370315"/>
            <a:ext cx="9002897" cy="3241913"/>
          </a:xfrm>
          <a:prstGeom prst="rect">
            <a:avLst/>
          </a:prstGeom>
          <a:noFill/>
          <a:ln w="9525">
            <a:noFill/>
            <a:miter lim="800000"/>
            <a:headEnd/>
            <a:tailEnd/>
          </a:ln>
        </p:spPr>
        <p:txBody>
          <a:bodyPr wrap="square" lIns="0" tIns="0" rIns="0" bIns="0">
            <a:spAutoFit/>
          </a:bodyPr>
          <a:lstStyle/>
          <a:p>
            <a:pPr algn="just" defTabSz="1217070" fontAlgn="auto">
              <a:spcBef>
                <a:spcPts val="800"/>
              </a:spcBef>
              <a:spcAft>
                <a:spcPts val="0"/>
              </a:spcAft>
            </a:pPr>
            <a:r>
              <a:rPr lang="en-US" sz="1200" b="1" dirty="0">
                <a:solidFill>
                  <a:srgbClr val="6D6E71"/>
                </a:solidFill>
                <a:latin typeface="Arial"/>
              </a:rPr>
              <a:t>Disclaimer </a:t>
            </a:r>
          </a:p>
          <a:p>
            <a:pPr algn="just" defTabSz="1217070" fontAlgn="auto">
              <a:spcBef>
                <a:spcPts val="800"/>
              </a:spcBef>
              <a:spcAft>
                <a:spcPts val="0"/>
              </a:spcAft>
            </a:pPr>
            <a:r>
              <a:rPr lang="en-US" sz="1200" dirty="0">
                <a:solidFill>
                  <a:srgbClr val="6D6E71"/>
                </a:solidFill>
                <a:latin typeface="Arial"/>
              </a:rPr>
              <a:t>Tech Mahindra Limited, herein referred to as Tech Mahindra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 Mahindra or its subsidiaries. Any unauthorized use, disclosure or public dissemination of information contained herein is prohibited. Unless specifically noted, Tech Mahindra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 Mahindra. Information contained in a presentation hosted or promoted by Tech Mahindra is provided “as is” without warranty of any kind, either expressed or implied, including any warranty of merchantability or fitness for a particular purpose. Tech Mahindra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21794" y="2140741"/>
            <a:ext cx="8975995" cy="369332"/>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1217070" rtl="0" eaLnBrk="1" fontAlgn="base" latinLnBrk="0" hangingPunct="1">
              <a:spcBef>
                <a:spcPts val="0"/>
              </a:spcBef>
              <a:spcAft>
                <a:spcPct val="0"/>
              </a:spcAft>
              <a:buClr>
                <a:schemeClr val="tx2"/>
              </a:buClr>
              <a:buFont typeface="Arial" pitchFamily="34" charset="0"/>
              <a:buNone/>
              <a:defRPr lang="en-US" sz="24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872879616"/>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3" name="Rectangle 2"/>
          <p:cNvSpPr/>
          <p:nvPr userDrawn="1"/>
        </p:nvSpPr>
        <p:spPr bwMode="gray">
          <a:xfrm>
            <a:off x="80" y="0"/>
            <a:ext cx="12187238" cy="6859588"/>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lIns="121705" tIns="60850" rIns="121705" bIns="60850" rtlCol="0" anchor="ctr"/>
          <a:lstStyle/>
          <a:p>
            <a:pPr algn="ctr" defTabSz="1217070" fontAlgn="auto">
              <a:spcBef>
                <a:spcPts val="0"/>
              </a:spcBef>
              <a:spcAft>
                <a:spcPts val="0"/>
              </a:spcAft>
            </a:pPr>
            <a:endParaRPr lang="en-US" sz="2400" dirty="0">
              <a:solidFill>
                <a:prstClr val="black"/>
              </a:solidFill>
            </a:endParaRPr>
          </a:p>
        </p:txBody>
      </p:sp>
      <p:pic>
        <p:nvPicPr>
          <p:cNvPr id="4" name="Picture 3" descr="Mahindra Logo.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2620658" y="2717918"/>
            <a:ext cx="7196320" cy="1491368"/>
          </a:xfrm>
          <a:prstGeom prst="rect">
            <a:avLst/>
          </a:prstGeom>
        </p:spPr>
      </p:pic>
    </p:spTree>
    <p:extLst>
      <p:ext uri="{BB962C8B-B14F-4D97-AF65-F5344CB8AC3E}">
        <p14:creationId xmlns:p14="http://schemas.microsoft.com/office/powerpoint/2010/main" val="508077501"/>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8_Agenda">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10735" y="152"/>
            <a:ext cx="12176659" cy="2378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90" y="1271098"/>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8" name="Picture 7"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6"/>
            <a:ext cx="3025650" cy="825691"/>
          </a:xfrm>
          <a:prstGeom prst="rect">
            <a:avLst/>
          </a:prstGeom>
        </p:spPr>
      </p:pic>
    </p:spTree>
    <p:extLst>
      <p:ext uri="{BB962C8B-B14F-4D97-AF65-F5344CB8AC3E}">
        <p14:creationId xmlns:p14="http://schemas.microsoft.com/office/powerpoint/2010/main" val="2752003994"/>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sp>
        <p:nvSpPr>
          <p:cNvPr id="20" name="TextBox 20"/>
          <p:cNvSpPr txBox="1">
            <a:spLocks noChangeArrowheads="1"/>
          </p:cNvSpPr>
          <p:nvPr userDrawn="1"/>
        </p:nvSpPr>
        <p:spPr bwMode="gray">
          <a:xfrm>
            <a:off x="641100" y="6631479"/>
            <a:ext cx="3323026" cy="169277"/>
          </a:xfrm>
          <a:prstGeom prst="rect">
            <a:avLst/>
          </a:prstGeom>
          <a:noFill/>
          <a:ln w="9525">
            <a:noFill/>
            <a:miter lim="800000"/>
            <a:headEnd/>
            <a:tailEnd/>
          </a:ln>
        </p:spPr>
        <p:txBody>
          <a:bodyPr wrap="none" lIns="0" tIns="0" rIns="0" bIns="0">
            <a:spAutoFit/>
          </a:bodyPr>
          <a:lstStyle/>
          <a:p>
            <a:pPr defTabSz="1217070" fontAlgn="auto">
              <a:spcBef>
                <a:spcPts val="0"/>
              </a:spcBef>
              <a:spcAft>
                <a:spcPts val="0"/>
              </a:spcAft>
              <a:defRPr/>
            </a:pPr>
            <a:r>
              <a:rPr lang="en-US" sz="1100" dirty="0">
                <a:solidFill>
                  <a:srgbClr val="6D6E71"/>
                </a:solidFill>
                <a:latin typeface="Arial"/>
              </a:rPr>
              <a:t>Copyright © 2013 Tech Mahindra. All rights reserved.</a:t>
            </a:r>
          </a:p>
        </p:txBody>
      </p:sp>
    </p:spTree>
    <p:extLst>
      <p:ext uri="{BB962C8B-B14F-4D97-AF65-F5344CB8AC3E}">
        <p14:creationId xmlns:p14="http://schemas.microsoft.com/office/powerpoint/2010/main" val="1983285732"/>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9_Agenda">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10735" y="152"/>
            <a:ext cx="12176659" cy="2378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bwMode="gray">
          <a:xfrm>
            <a:off x="641138" y="727296"/>
            <a:ext cx="10964283" cy="66172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300" b="1" kern="1200" dirty="0">
                <a:solidFill>
                  <a:schemeClr val="tx2"/>
                </a:solidFill>
                <a:latin typeface="Arial" pitchFamily="34" charset="0"/>
                <a:ea typeface="+mj-ea"/>
                <a:cs typeface="Arial" pitchFamily="34" charset="0"/>
              </a:defRPr>
            </a:lvl1pPr>
          </a:lstStyle>
          <a:p>
            <a:pPr lvl="0" algn="l" defTabSz="121707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90" y="1271098"/>
            <a:ext cx="10962167" cy="369332"/>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8" name="Picture 7"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6"/>
            <a:ext cx="3025650" cy="825691"/>
          </a:xfrm>
          <a:prstGeom prst="rect">
            <a:avLst/>
          </a:prstGeom>
        </p:spPr>
      </p:pic>
    </p:spTree>
    <p:extLst>
      <p:ext uri="{BB962C8B-B14F-4D97-AF65-F5344CB8AC3E}">
        <p14:creationId xmlns:p14="http://schemas.microsoft.com/office/powerpoint/2010/main" val="425316683"/>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3" name="Rectangle 2"/>
          <p:cNvSpPr/>
          <p:nvPr userDrawn="1"/>
        </p:nvSpPr>
        <p:spPr bwMode="gray">
          <a:xfrm>
            <a:off x="80" y="0"/>
            <a:ext cx="12187238" cy="6859588"/>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lIns="121705" tIns="60850" rIns="121705" bIns="60850" rtlCol="0" anchor="ctr"/>
          <a:lstStyle/>
          <a:p>
            <a:pPr algn="ctr" defTabSz="1217070" fontAlgn="auto">
              <a:spcBef>
                <a:spcPts val="0"/>
              </a:spcBef>
              <a:spcAft>
                <a:spcPts val="0"/>
              </a:spcAft>
            </a:pPr>
            <a:endParaRPr lang="en-US" sz="2400" dirty="0">
              <a:solidFill>
                <a:prstClr val="black"/>
              </a:solidFill>
            </a:endParaRPr>
          </a:p>
        </p:txBody>
      </p:sp>
      <p:pic>
        <p:nvPicPr>
          <p:cNvPr id="4" name="Picture 3" descr="Mahindra Logo.png"/>
          <p:cNvPicPr>
            <a:picLocks noChangeAspect="1"/>
          </p:cNvPicPr>
          <p:nvPr userDrawn="1"/>
        </p:nvPicPr>
        <p:blipFill>
          <a:blip r:embed="rId2" cstate="email"/>
          <a:stretch>
            <a:fillRect/>
          </a:stretch>
        </p:blipFill>
        <p:spPr bwMode="gray">
          <a:xfrm>
            <a:off x="2484998" y="2717918"/>
            <a:ext cx="7468025" cy="1491368"/>
          </a:xfrm>
          <a:prstGeom prst="rect">
            <a:avLst/>
          </a:prstGeom>
        </p:spPr>
      </p:pic>
    </p:spTree>
    <p:extLst>
      <p:ext uri="{BB962C8B-B14F-4D97-AF65-F5344CB8AC3E}">
        <p14:creationId xmlns:p14="http://schemas.microsoft.com/office/powerpoint/2010/main" val="3893797940"/>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userDrawn="1">
  <p:cSld name="2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18" y="719362"/>
            <a:ext cx="10962166"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114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6" y="1972160"/>
            <a:ext cx="10962167" cy="1461939"/>
          </a:xfrm>
        </p:spPr>
        <p:txBody>
          <a:bodyPr wrap="square">
            <a:spAutoFit/>
          </a:bodyPr>
          <a:lstStyle>
            <a:lvl1pPr algn="l" rtl="0" eaLnBrk="1" latinLnBrk="0" hangingPunct="1">
              <a:spcBef>
                <a:spcPts val="0"/>
              </a:spcBef>
              <a:spcAft>
                <a:spcPts val="0"/>
              </a:spcAft>
              <a:buClr>
                <a:schemeClr val="bg2"/>
              </a:buClr>
              <a:buSzPct val="120000"/>
              <a:defRPr lang="en-US" sz="19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9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9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9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900" b="0" kern="1200" baseline="0" dirty="0" smtClean="0">
                <a:solidFill>
                  <a:schemeClr val="tx1"/>
                </a:solidFill>
                <a:latin typeface="Arial" pitchFamily="34" charset="0"/>
                <a:ea typeface="+mn-ea"/>
                <a:cs typeface="Arial" pitchFamily="34" charset="0"/>
              </a:defRPr>
            </a:lvl5pPr>
            <a:lvl6pPr marL="1429975" indent="-284734">
              <a:spcBef>
                <a:spcPts val="0"/>
              </a:spcBef>
              <a:spcAft>
                <a:spcPts val="0"/>
              </a:spcAft>
              <a:buClr>
                <a:schemeClr val="tx2"/>
              </a:buClr>
              <a:buSzPct val="70000"/>
              <a:buFont typeface="Wingdings" pitchFamily="2" charset="2"/>
              <a:buChar char="§"/>
              <a:defRPr lang="en-US" sz="1900" kern="1200" dirty="0" smtClean="0">
                <a:solidFill>
                  <a:schemeClr val="tx1"/>
                </a:solidFill>
                <a:latin typeface="Arial" pitchFamily="34" charset="0"/>
                <a:ea typeface="+mn-ea"/>
                <a:cs typeface="Arial" pitchFamily="34" charset="0"/>
              </a:defRPr>
            </a:lvl6pPr>
            <a:lvl7pPr marL="1708374" indent="-272080">
              <a:spcBef>
                <a:spcPts val="0"/>
              </a:spcBef>
              <a:spcAft>
                <a:spcPts val="0"/>
              </a:spcAft>
              <a:buClr>
                <a:schemeClr val="tx2"/>
              </a:buClr>
              <a:buSzPct val="70000"/>
              <a:buFont typeface="Arial" pitchFamily="34" charset="0"/>
              <a:buChar char="–"/>
              <a:defRPr sz="1900" baseline="0">
                <a:solidFill>
                  <a:schemeClr val="tx1"/>
                </a:solidFill>
                <a:latin typeface="+mn-lt"/>
                <a:cs typeface="Arial" pitchFamily="34" charset="0"/>
              </a:defRPr>
            </a:lvl7pPr>
            <a:lvl8pPr marL="1594484" indent="-227796">
              <a:spcBef>
                <a:spcPts val="0"/>
              </a:spcBef>
              <a:spcAft>
                <a:spcPts val="0"/>
              </a:spcAft>
              <a:buSzPct val="70000"/>
              <a:defRPr sz="1900" baseline="0">
                <a:latin typeface="Arial" pitchFamily="34" charset="0"/>
                <a:cs typeface="Arial" pitchFamily="34" charset="0"/>
              </a:defRPr>
            </a:lvl8pPr>
            <a:lvl9pPr marL="1817531" indent="-223046">
              <a:spcBef>
                <a:spcPts val="0"/>
              </a:spcBef>
              <a:spcAft>
                <a:spcPts val="0"/>
              </a:spcAft>
              <a:buSzPct val="70000"/>
              <a:buFont typeface="Arial" pitchFamily="34" charset="0"/>
              <a:buChar char="–"/>
              <a:defRPr sz="1900">
                <a:latin typeface="Arial" pitchFamily="34" charset="0"/>
                <a:cs typeface="Arial" pitchFamily="34" charset="0"/>
              </a:defRPr>
            </a:lvl9pPr>
          </a:lstStyle>
          <a:p>
            <a:pPr marL="289480" lvl="0" indent="-289480" algn="l" defTabSz="91114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69463" lvl="2" indent="-278406" algn="l" defTabSz="91114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47863" lvl="3" indent="-278406" algn="l" defTabSz="91114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2592" lvl="4" indent="-284734" algn="l" defTabSz="930110"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29975" lvl="5" indent="-284734" algn="l" defTabSz="91114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userDrawn="1">
            <p:ph type="body" sz="quarter" idx="13"/>
          </p:nvPr>
        </p:nvSpPr>
        <p:spPr bwMode="gray">
          <a:xfrm>
            <a:off x="641106" y="1270754"/>
            <a:ext cx="10962167" cy="292388"/>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387696182"/>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stretch>
            <a:fillRect/>
          </a:stretch>
        </p:blipFill>
        <p:spPr bwMode="ltGray">
          <a:xfrm>
            <a:off x="1070" y="20"/>
            <a:ext cx="5289698" cy="1443544"/>
          </a:xfrm>
          <a:prstGeom prst="rect">
            <a:avLst/>
          </a:prstGeom>
        </p:spPr>
      </p:pic>
      <p:sp>
        <p:nvSpPr>
          <p:cNvPr id="10" name="Slide Number Placeholder 5"/>
          <p:cNvSpPr txBox="1">
            <a:spLocks/>
          </p:cNvSpPr>
          <p:nvPr userDrawn="1"/>
        </p:nvSpPr>
        <p:spPr bwMode="auto">
          <a:xfrm>
            <a:off x="11687536" y="6607894"/>
            <a:ext cx="280525" cy="169277"/>
          </a:xfrm>
          <a:prstGeom prst="rect">
            <a:avLst/>
          </a:prstGeom>
          <a:noFill/>
          <a:ln w="9525">
            <a:noFill/>
            <a:miter lim="800000"/>
            <a:headEnd/>
            <a:tailEnd/>
          </a:ln>
        </p:spPr>
        <p:txBody>
          <a:bodyPr wrap="none" lIns="0" tIns="0" rIns="0" bIns="0" anchor="ctr">
            <a:spAutoFit/>
          </a:bodyPr>
          <a:lstStyle/>
          <a:p>
            <a:pPr algn="r" defTabSz="911140" fontAlgn="auto">
              <a:spcBef>
                <a:spcPts val="0"/>
              </a:spcBef>
              <a:spcAft>
                <a:spcPts val="0"/>
              </a:spcAft>
              <a:defRPr/>
            </a:pPr>
            <a:fld id="{6856ECDB-1CEE-4F69-ADCA-557460F2116E}" type="slidenum">
              <a:rPr lang="en-US" sz="1100" smtClean="0">
                <a:solidFill>
                  <a:srgbClr val="6D6E71"/>
                </a:solidFill>
                <a:latin typeface="Arial"/>
              </a:rPr>
              <a:pPr algn="r" defTabSz="911140" fontAlgn="auto">
                <a:spcBef>
                  <a:spcPts val="0"/>
                </a:spcBef>
                <a:spcAft>
                  <a:spcPts val="0"/>
                </a:spcAft>
                <a:defRPr/>
              </a:pPr>
              <a:t>‹#›</a:t>
            </a:fld>
            <a:endParaRPr lang="en-US" sz="1100" dirty="0">
              <a:solidFill>
                <a:srgbClr val="6D6E71"/>
              </a:solidFill>
              <a:latin typeface="Arial"/>
            </a:endParaRPr>
          </a:p>
        </p:txBody>
      </p:sp>
      <p:pic>
        <p:nvPicPr>
          <p:cNvPr id="7" name="Picture 6" descr="Mahindra Logo.png"/>
          <p:cNvPicPr>
            <a:picLocks noChangeAspect="1"/>
          </p:cNvPicPr>
          <p:nvPr userDrawn="1"/>
        </p:nvPicPr>
        <p:blipFill>
          <a:blip r:embed="rId3" cstate="email"/>
          <a:stretch>
            <a:fillRect/>
          </a:stretch>
        </p:blipFill>
        <p:spPr bwMode="gray">
          <a:xfrm>
            <a:off x="8436570" y="476784"/>
            <a:ext cx="3168812" cy="656705"/>
          </a:xfrm>
          <a:prstGeom prst="rect">
            <a:avLst/>
          </a:prstGeom>
        </p:spPr>
      </p:pic>
    </p:spTree>
    <p:extLst>
      <p:ext uri="{BB962C8B-B14F-4D97-AF65-F5344CB8AC3E}">
        <p14:creationId xmlns:p14="http://schemas.microsoft.com/office/powerpoint/2010/main" val="2509369563"/>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p:cSld name="2_Title Slide">
    <p:spTree>
      <p:nvGrpSpPr>
        <p:cNvPr id="1" name=""/>
        <p:cNvGrpSpPr/>
        <p:nvPr/>
      </p:nvGrpSpPr>
      <p:grpSpPr>
        <a:xfrm>
          <a:off x="0" y="0"/>
          <a:ext cx="0" cy="0"/>
          <a:chOff x="0" y="0"/>
          <a:chExt cx="0" cy="0"/>
        </a:xfrm>
      </p:grpSpPr>
      <p:pic>
        <p:nvPicPr>
          <p:cNvPr id="6" name="Picture 2"/>
          <p:cNvPicPr>
            <a:picLocks noChangeAspect="1" noChangeArrowheads="1"/>
          </p:cNvPicPr>
          <p:nvPr userDrawn="1"/>
        </p:nvPicPr>
        <p:blipFill rotWithShape="1">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b="1650"/>
          <a:stretch/>
        </p:blipFill>
        <p:spPr bwMode="auto">
          <a:xfrm>
            <a:off x="0" y="-1"/>
            <a:ext cx="12187238" cy="68595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41741787"/>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userDrawn="1">
  <p:cSld name="8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2" y="719341"/>
            <a:ext cx="10962166"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05091"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9" y="6630974"/>
            <a:ext cx="5278689" cy="123111"/>
          </a:xfrm>
          <a:prstGeom prst="rect">
            <a:avLst/>
          </a:prstGeom>
          <a:noFill/>
          <a:ln w="9525">
            <a:noFill/>
            <a:miter lim="800000"/>
            <a:headEnd/>
            <a:tailEnd/>
          </a:ln>
        </p:spPr>
        <p:txBody>
          <a:bodyPr wrap="none" lIns="0" tIns="0" rIns="0" bIns="0">
            <a:spAutoFit/>
          </a:bodyPr>
          <a:lstStyle/>
          <a:p>
            <a:pPr defTabSz="905091">
              <a:defRPr/>
            </a:pPr>
            <a:r>
              <a:rPr lang="en-US" sz="800" dirty="0">
                <a:solidFill>
                  <a:srgbClr val="6D6E71"/>
                </a:solidFill>
              </a:rPr>
              <a:t> The contents in this document are </a:t>
            </a:r>
            <a:r>
              <a:rPr lang="en-US" sz="800" dirty="0">
                <a:solidFill>
                  <a:prstClr val="white">
                    <a:lumMod val="50000"/>
                  </a:prstClr>
                </a:solidFill>
                <a:ea typeface="Times New Roman"/>
              </a:rPr>
              <a:t>Confidential &amp; Proprietary</a:t>
            </a:r>
            <a:r>
              <a:rPr lang="en-US" sz="800" dirty="0">
                <a:solidFill>
                  <a:prstClr val="white">
                    <a:lumMod val="50000"/>
                  </a:prstClr>
                </a:solidFill>
              </a:rPr>
              <a:t>. </a:t>
            </a:r>
            <a:r>
              <a:rPr lang="en-US" sz="800" dirty="0">
                <a:solidFill>
                  <a:srgbClr val="6D6E71"/>
                </a:solidFill>
              </a:rPr>
              <a:t>Copyright © 2015 Tech Mahindra. All rights reserved.</a:t>
            </a:r>
          </a:p>
        </p:txBody>
      </p:sp>
      <p:sp>
        <p:nvSpPr>
          <p:cNvPr id="6" name="Slide Number Placeholder 5"/>
          <p:cNvSpPr txBox="1">
            <a:spLocks/>
          </p:cNvSpPr>
          <p:nvPr userDrawn="1"/>
        </p:nvSpPr>
        <p:spPr bwMode="auto">
          <a:xfrm>
            <a:off x="11687543" y="6607906"/>
            <a:ext cx="280525" cy="169277"/>
          </a:xfrm>
          <a:prstGeom prst="rect">
            <a:avLst/>
          </a:prstGeom>
          <a:noFill/>
          <a:ln w="9525">
            <a:noFill/>
            <a:miter lim="800000"/>
            <a:headEnd/>
            <a:tailEnd/>
          </a:ln>
        </p:spPr>
        <p:txBody>
          <a:bodyPr wrap="none" lIns="0" tIns="0" rIns="0" bIns="0" anchor="ctr">
            <a:spAutoFit/>
          </a:bodyPr>
          <a:lstStyle/>
          <a:p>
            <a:pPr algn="r" defTabSz="905091">
              <a:defRPr/>
            </a:pPr>
            <a:fld id="{6856ECDB-1CEE-4F69-ADCA-557460F2116E}" type="slidenum">
              <a:rPr lang="en-US" sz="1100">
                <a:solidFill>
                  <a:srgbClr val="6D6E71"/>
                </a:solidFill>
              </a:rPr>
              <a:pPr algn="r" defTabSz="905091">
                <a:defRPr/>
              </a:pPr>
              <a:t>‹#›</a:t>
            </a:fld>
            <a:endParaRPr lang="en-US" sz="1100" dirty="0">
              <a:solidFill>
                <a:srgbClr val="6D6E71"/>
              </a:solidFil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4" y="3"/>
            <a:ext cx="3025650" cy="825691"/>
          </a:xfrm>
          <a:prstGeom prst="rect">
            <a:avLst/>
          </a:prstGeom>
        </p:spPr>
      </p:pic>
    </p:spTree>
    <p:extLst>
      <p:ext uri="{BB962C8B-B14F-4D97-AF65-F5344CB8AC3E}">
        <p14:creationId xmlns:p14="http://schemas.microsoft.com/office/powerpoint/2010/main" val="139063823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71.xml><?xml version="1.0" encoding="utf-8"?>
<p:sldLayout xmlns:a="http://schemas.openxmlformats.org/drawingml/2006/main" xmlns:r="http://schemas.openxmlformats.org/officeDocument/2006/relationships" xmlns:p="http://schemas.openxmlformats.org/presentationml/2006/main" userDrawn="1">
  <p:cSld name="Text Two Columns Slide">
    <p:spTree>
      <p:nvGrpSpPr>
        <p:cNvPr id="1" name=""/>
        <p:cNvGrpSpPr/>
        <p:nvPr/>
      </p:nvGrpSpPr>
      <p:grpSpPr>
        <a:xfrm>
          <a:off x="0" y="0"/>
          <a:ext cx="0" cy="0"/>
          <a:chOff x="0" y="0"/>
          <a:chExt cx="0" cy="0"/>
        </a:xfrm>
      </p:grpSpPr>
      <p:sp>
        <p:nvSpPr>
          <p:cNvPr id="11" name="Text Placeholder 7"/>
          <p:cNvSpPr>
            <a:spLocks noGrp="1"/>
          </p:cNvSpPr>
          <p:nvPr>
            <p:ph type="body" sz="quarter" idx="13" hasCustomPrompt="1"/>
          </p:nvPr>
        </p:nvSpPr>
        <p:spPr>
          <a:xfrm>
            <a:off x="616906" y="1504641"/>
            <a:ext cx="9500288" cy="1169551"/>
          </a:xfrm>
        </p:spPr>
        <p:txBody>
          <a:bodyPr numCol="2" spcCol="179776"/>
          <a:lstStyle>
            <a:lvl1pPr>
              <a:spcAft>
                <a:spcPts val="0"/>
              </a:spcAft>
              <a:defRPr b="1" spc="0" baseline="0">
                <a:solidFill>
                  <a:schemeClr val="tx2"/>
                </a:solidFill>
              </a:defRPr>
            </a:lvl1pPr>
            <a:lvl2pPr marL="0">
              <a:spcBef>
                <a:spcPts val="0"/>
              </a:spcBef>
              <a:defRPr spc="0" baseline="0">
                <a:solidFill>
                  <a:schemeClr val="bg2"/>
                </a:solidFill>
              </a:defRPr>
            </a:lvl2pPr>
            <a:lvl3pPr marL="256825">
              <a:defRPr spc="0" baseline="0">
                <a:solidFill>
                  <a:schemeClr val="bg2"/>
                </a:solidFill>
              </a:defRPr>
            </a:lvl3pPr>
            <a:lvl4pPr marL="513652">
              <a:defRPr spc="0">
                <a:solidFill>
                  <a:schemeClr val="bg2"/>
                </a:solidFill>
              </a:defRPr>
            </a:lvl4pPr>
            <a:lvl5pPr marL="770476">
              <a:defRPr spc="0">
                <a:solidFill>
                  <a:schemeClr val="bg2"/>
                </a:solidFill>
              </a:defRPr>
            </a:lvl5pPr>
            <a:lvl6pPr>
              <a:defRPr spc="0">
                <a:solidFill>
                  <a:schemeClr val="bg2"/>
                </a:solidFill>
              </a:defRPr>
            </a:lvl6pPr>
          </a:lstStyle>
          <a:p>
            <a:pPr lvl="0"/>
            <a:r>
              <a:rPr lang="en-US" dirty="0"/>
              <a:t>Subheading style</a:t>
            </a:r>
          </a:p>
          <a:p>
            <a:pPr lvl="1"/>
            <a:r>
              <a:rPr lang="en-US" dirty="0"/>
              <a:t>First level</a:t>
            </a:r>
          </a:p>
          <a:p>
            <a:pPr lvl="2"/>
            <a:r>
              <a:rPr lang="en-US" dirty="0"/>
              <a:t>Second level</a:t>
            </a:r>
          </a:p>
          <a:p>
            <a:pPr lvl="3"/>
            <a:r>
              <a:rPr lang="en-US" dirty="0"/>
              <a:t>Third level</a:t>
            </a:r>
          </a:p>
          <a:p>
            <a:pPr lvl="4"/>
            <a:r>
              <a:rPr lang="en-US" dirty="0"/>
              <a:t>Fourth level</a:t>
            </a:r>
          </a:p>
          <a:p>
            <a:pPr lvl="5"/>
            <a:r>
              <a:rPr lang="en-US" dirty="0"/>
              <a:t>Fifth level</a:t>
            </a:r>
            <a:endParaRPr lang="en-AU" dirty="0"/>
          </a:p>
        </p:txBody>
      </p:sp>
      <p:sp>
        <p:nvSpPr>
          <p:cNvPr id="2" name="Footer Placeholder 1"/>
          <p:cNvSpPr>
            <a:spLocks noGrp="1"/>
          </p:cNvSpPr>
          <p:nvPr>
            <p:ph type="ftr" sz="quarter" idx="14"/>
          </p:nvPr>
        </p:nvSpPr>
        <p:spPr>
          <a:xfrm>
            <a:off x="7245304" y="6298994"/>
            <a:ext cx="3859292" cy="90021"/>
          </a:xfrm>
          <a:prstGeom prst="rect">
            <a:avLst/>
          </a:prstGeom>
        </p:spPr>
        <p:txBody>
          <a:bodyPr lIns="91337" tIns="45667" rIns="91337" bIns="45667"/>
          <a:lstStyle/>
          <a:p>
            <a:pPr defTabSz="913383"/>
            <a:r>
              <a:rPr lang="en-AU" sz="1900" dirty="0">
                <a:solidFill>
                  <a:prstClr val="black"/>
                </a:solidFill>
              </a:rPr>
              <a:t>Smart Cities  |  Jon </a:t>
            </a:r>
            <a:r>
              <a:rPr lang="en-AU" sz="1900" dirty="0" err="1">
                <a:solidFill>
                  <a:prstClr val="black"/>
                </a:solidFill>
              </a:rPr>
              <a:t>Goudge</a:t>
            </a:r>
            <a:r>
              <a:rPr lang="en-AU" sz="1900" dirty="0">
                <a:solidFill>
                  <a:prstClr val="black"/>
                </a:solidFill>
              </a:rPr>
              <a:t>  |  Date Feb 2014 </a:t>
            </a:r>
          </a:p>
        </p:txBody>
      </p:sp>
      <p:sp>
        <p:nvSpPr>
          <p:cNvPr id="3" name="Slide Number Placeholder 2"/>
          <p:cNvSpPr>
            <a:spLocks noGrp="1"/>
          </p:cNvSpPr>
          <p:nvPr>
            <p:ph type="sldNum" sz="quarter" idx="15"/>
          </p:nvPr>
        </p:nvSpPr>
        <p:spPr>
          <a:xfrm>
            <a:off x="11192409" y="6298994"/>
            <a:ext cx="479813" cy="90021"/>
          </a:xfrm>
          <a:prstGeom prst="rect">
            <a:avLst/>
          </a:prstGeom>
        </p:spPr>
        <p:txBody>
          <a:bodyPr lIns="91337" tIns="45667" rIns="91337" bIns="45667"/>
          <a:lstStyle/>
          <a:p>
            <a:pPr defTabSz="913383"/>
            <a:r>
              <a:rPr lang="en-AU" sz="1900">
                <a:solidFill>
                  <a:prstClr val="black"/>
                </a:solidFill>
              </a:rPr>
              <a:t>Page </a:t>
            </a:r>
            <a:fld id="{D5E6A87D-7597-4496-9773-1BD29EAF26C5}" type="slidenum">
              <a:rPr lang="en-AU" sz="1900" smtClean="0">
                <a:solidFill>
                  <a:prstClr val="black"/>
                </a:solidFill>
              </a:rPr>
              <a:pPr defTabSz="913383"/>
              <a:t>‹#›</a:t>
            </a:fld>
            <a:endParaRPr lang="en-AU" sz="1900" dirty="0">
              <a:solidFill>
                <a:prstClr val="black"/>
              </a:solidFill>
            </a:endParaRPr>
          </a:p>
        </p:txBody>
      </p:sp>
      <p:sp>
        <p:nvSpPr>
          <p:cNvPr id="4" name="Title 3"/>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4183045584"/>
      </p:ext>
    </p:extLst>
  </p:cSld>
  <p:clrMapOvr>
    <a:masterClrMapping/>
  </p:clrMapOvr>
  <mc:AlternateContent xmlns:mc="http://schemas.openxmlformats.org/markup-compatibility/2006" xmlns:p14="http://schemas.microsoft.com/office/powerpoint/2010/main">
    <mc:Choice Requires="p14">
      <p:transition spd="slow" p14:dur="1500" advClick="0" advTm="5000">
        <p:fade/>
      </p:transition>
    </mc:Choice>
    <mc:Fallback xmlns="">
      <p:transition spd="slow" advClick="0" advTm="5000">
        <p:fade/>
      </p:transition>
    </mc:Fallback>
  </mc:AlternateContent>
</p:sldLayout>
</file>

<file path=ppt/slideLayouts/slideLayout272.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6" y="1972134"/>
            <a:ext cx="5435592" cy="4163390"/>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49086" y="1972167"/>
            <a:ext cx="5126679" cy="1538883"/>
          </a:xfrm>
          <a:ln>
            <a:noFill/>
          </a:ln>
        </p:spPr>
        <p:txBody>
          <a:bodyPr wrap="square" lIns="0" tIns="0" rIns="0" bIns="0">
            <a:spAutoFit/>
          </a:bodyPr>
          <a:lstStyle>
            <a:lvl1pPr>
              <a:spcBef>
                <a:spcPts val="0"/>
              </a:spcBef>
              <a:spcAft>
                <a:spcPts val="0"/>
              </a:spcAft>
              <a:defRPr lang="en-US" sz="20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000" b="0" kern="1200" baseline="0" dirty="0" smtClean="0">
                <a:solidFill>
                  <a:schemeClr val="tx1"/>
                </a:solidFill>
                <a:latin typeface="+mn-lt"/>
                <a:ea typeface="+mn-ea"/>
                <a:cs typeface="Arial" pitchFamily="34" charset="0"/>
              </a:defRPr>
            </a:lvl2pPr>
            <a:lvl3pPr>
              <a:spcBef>
                <a:spcPts val="0"/>
              </a:spcBef>
              <a:spcAft>
                <a:spcPts val="0"/>
              </a:spcAft>
              <a:defRPr lang="en-US" sz="20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0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000" b="0" kern="1200" baseline="0" dirty="0" smtClean="0">
                <a:solidFill>
                  <a:schemeClr val="tx1"/>
                </a:solidFill>
                <a:latin typeface="Arial" pitchFamily="34" charset="0"/>
                <a:ea typeface="+mn-ea"/>
                <a:cs typeface="Arial" pitchFamily="34" charset="0"/>
              </a:defRPr>
            </a:lvl5pPr>
            <a:lvl6pPr marL="1358832" indent="-277430">
              <a:spcBef>
                <a:spcPts val="0"/>
              </a:spcBef>
              <a:spcAft>
                <a:spcPts val="0"/>
              </a:spcAft>
              <a:buSzPct val="70000"/>
              <a:defRPr lang="en-US" sz="2000" kern="1200" dirty="0" smtClean="0">
                <a:solidFill>
                  <a:schemeClr val="tx1"/>
                </a:solidFill>
                <a:latin typeface="Arial" pitchFamily="34" charset="0"/>
                <a:ea typeface="+mn-ea"/>
                <a:cs typeface="Arial" pitchFamily="34" charset="0"/>
              </a:defRPr>
            </a:lvl6pPr>
            <a:lvl7pPr marL="1630597" indent="-271763">
              <a:spcBef>
                <a:spcPts val="0"/>
              </a:spcBef>
              <a:spcAft>
                <a:spcPts val="0"/>
              </a:spcAft>
              <a:buSzPct val="70000"/>
              <a:buFont typeface="Arial" pitchFamily="34" charset="0"/>
              <a:buChar char="–"/>
              <a:defRPr sz="2000" baseline="0">
                <a:latin typeface="+mj-lt"/>
              </a:defRPr>
            </a:lvl7pPr>
            <a:lvl8pPr marL="1902365" indent="-271763">
              <a:spcBef>
                <a:spcPts val="0"/>
              </a:spcBef>
              <a:spcAft>
                <a:spcPts val="0"/>
              </a:spcAft>
              <a:buSzPct val="70000"/>
              <a:defRPr sz="2000" baseline="0">
                <a:latin typeface="+mj-lt"/>
              </a:defRPr>
            </a:lvl8pPr>
            <a:lvl9pPr marL="2168469" indent="-266106">
              <a:spcBef>
                <a:spcPts val="0"/>
              </a:spcBef>
              <a:spcAft>
                <a:spcPts val="0"/>
              </a:spcAft>
              <a:buSzPct val="70000"/>
              <a:buFont typeface="Arial" pitchFamily="34" charset="0"/>
              <a:buChar char="–"/>
              <a:defRPr sz="2000">
                <a:latin typeface="+mj-lt"/>
              </a:defRPr>
            </a:lvl9pPr>
          </a:lstStyle>
          <a:p>
            <a:pPr marL="345372" lvl="0" indent="-345372" algn="l" defTabSz="1087066"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79415" lvl="2" indent="-332155" algn="l" defTabSz="1087066"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1576" lvl="3" indent="-332155" algn="l" defTabSz="1087066"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51285" lvl="4" indent="-339709" algn="l" defTabSz="110971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6087" lvl="5" indent="-339709" algn="l" defTabSz="1087066"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135" y="727257"/>
            <a:ext cx="10964283"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7066"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06" y="1270783"/>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410338646"/>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p:cSld name="9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18" y="719315"/>
            <a:ext cx="10962166" cy="46166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000" b="1" kern="1200" dirty="0">
                <a:solidFill>
                  <a:schemeClr val="tx2"/>
                </a:solidFill>
                <a:latin typeface="Arial" pitchFamily="34" charset="0"/>
                <a:ea typeface="+mj-ea"/>
                <a:cs typeface="Arial" pitchFamily="34" charset="0"/>
              </a:defRPr>
            </a:lvl1pPr>
          </a:lstStyle>
          <a:p>
            <a:pPr lvl="0" algn="l" defTabSz="1087066"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6" y="1972167"/>
            <a:ext cx="10962167" cy="1538883"/>
          </a:xfrm>
        </p:spPr>
        <p:txBody>
          <a:bodyPr wrap="square">
            <a:spAutoFit/>
          </a:bodyPr>
          <a:lstStyle>
            <a:lvl1pPr algn="l" rtl="0" eaLnBrk="1" latinLnBrk="0" hangingPunct="1">
              <a:spcBef>
                <a:spcPts val="0"/>
              </a:spcBef>
              <a:spcAft>
                <a:spcPts val="0"/>
              </a:spcAft>
              <a:buClr>
                <a:schemeClr val="bg2"/>
              </a:buClr>
              <a:buSzPct val="120000"/>
              <a:defRPr lang="en-US" sz="20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0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5pPr>
            <a:lvl6pPr marL="1706087" indent="-339709">
              <a:spcBef>
                <a:spcPts val="0"/>
              </a:spcBef>
              <a:spcAft>
                <a:spcPts val="0"/>
              </a:spcAft>
              <a:buClr>
                <a:schemeClr val="tx2"/>
              </a:buClr>
              <a:buSzPct val="70000"/>
              <a:buFont typeface="Wingdings" pitchFamily="2" charset="2"/>
              <a:buChar char="§"/>
              <a:defRPr lang="en-US" sz="2000" kern="1200" dirty="0" smtClean="0">
                <a:solidFill>
                  <a:schemeClr val="tx1"/>
                </a:solidFill>
                <a:latin typeface="Arial" pitchFamily="34" charset="0"/>
                <a:ea typeface="+mn-ea"/>
                <a:cs typeface="Arial" pitchFamily="34" charset="0"/>
              </a:defRPr>
            </a:lvl6pPr>
            <a:lvl7pPr marL="2038247" indent="-324608">
              <a:spcBef>
                <a:spcPts val="0"/>
              </a:spcBef>
              <a:spcAft>
                <a:spcPts val="0"/>
              </a:spcAft>
              <a:buClr>
                <a:schemeClr val="tx2"/>
              </a:buClr>
              <a:buSzPct val="70000"/>
              <a:buFont typeface="Arial" pitchFamily="34" charset="0"/>
              <a:buChar char="–"/>
              <a:defRPr sz="2000" baseline="0">
                <a:solidFill>
                  <a:schemeClr val="tx1"/>
                </a:solidFill>
                <a:latin typeface="+mn-lt"/>
                <a:cs typeface="Arial" pitchFamily="34" charset="0"/>
              </a:defRPr>
            </a:lvl7pPr>
            <a:lvl8pPr marL="1902365" indent="-271763">
              <a:spcBef>
                <a:spcPts val="0"/>
              </a:spcBef>
              <a:spcAft>
                <a:spcPts val="0"/>
              </a:spcAft>
              <a:buSzPct val="70000"/>
              <a:defRPr sz="2000" baseline="0">
                <a:latin typeface="Arial" pitchFamily="34" charset="0"/>
                <a:cs typeface="Arial" pitchFamily="34" charset="0"/>
              </a:defRPr>
            </a:lvl8pPr>
            <a:lvl9pPr marL="2168469" indent="-266106">
              <a:spcBef>
                <a:spcPts val="0"/>
              </a:spcBef>
              <a:spcAft>
                <a:spcPts val="0"/>
              </a:spcAft>
              <a:buSzPct val="70000"/>
              <a:buFont typeface="Arial" pitchFamily="34" charset="0"/>
              <a:buChar char="–"/>
              <a:defRPr sz="2000">
                <a:latin typeface="Arial" pitchFamily="34" charset="0"/>
                <a:cs typeface="Arial" pitchFamily="34" charset="0"/>
              </a:defRPr>
            </a:lvl9pPr>
          </a:lstStyle>
          <a:p>
            <a:pPr marL="345372" lvl="0" indent="-345372" algn="l" defTabSz="1087066"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79415" lvl="2" indent="-332155" algn="l" defTabSz="1087066"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1576" lvl="3" indent="-332155" algn="l" defTabSz="1087066"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51285" lvl="4" indent="-339709" algn="l" defTabSz="110971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6087" lvl="5" indent="-339709" algn="l" defTabSz="1087066"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106" y="1146059"/>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06399013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74.xml><?xml version="1.0" encoding="utf-8"?>
<p:sldLayout xmlns:a="http://schemas.openxmlformats.org/drawingml/2006/main" xmlns:r="http://schemas.openxmlformats.org/officeDocument/2006/relationships" xmlns:p="http://schemas.openxmlformats.org/presentationml/2006/main" userDrawn="1">
  <p:cSld name="12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18" y="719342"/>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6106"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1" y="6630974"/>
            <a:ext cx="7205499" cy="169277"/>
          </a:xfrm>
          <a:prstGeom prst="rect">
            <a:avLst/>
          </a:prstGeom>
          <a:noFill/>
          <a:ln w="9525">
            <a:noFill/>
            <a:miter lim="800000"/>
            <a:headEnd/>
            <a:tailEnd/>
          </a:ln>
        </p:spPr>
        <p:txBody>
          <a:bodyPr wrap="none" lIns="0" tIns="0" rIns="0" bIns="0">
            <a:spAutoFit/>
          </a:bodyPr>
          <a:lstStyle/>
          <a:p>
            <a:pPr defTabSz="1086106" fontAlgn="auto">
              <a:spcBef>
                <a:spcPts val="0"/>
              </a:spcBef>
              <a:spcAft>
                <a:spcPts val="0"/>
              </a:spcAft>
              <a:defRPr/>
            </a:pPr>
            <a:r>
              <a:rPr lang="en-US" sz="1100" dirty="0">
                <a:solidFill>
                  <a:srgbClr val="6D6E71"/>
                </a:solidFill>
                <a:latin typeface="Arial"/>
              </a:rPr>
              <a:t> The contents in this document are </a:t>
            </a:r>
            <a:r>
              <a:rPr lang="en-US" sz="1100" dirty="0">
                <a:solidFill>
                  <a:prstClr val="white">
                    <a:lumMod val="50000"/>
                  </a:prstClr>
                </a:solidFill>
                <a:latin typeface="Arial"/>
                <a:ea typeface="Times New Roman"/>
              </a:rPr>
              <a:t>Confidential &amp; Proprietary</a:t>
            </a:r>
            <a:r>
              <a:rPr lang="en-US" sz="1100" dirty="0">
                <a:solidFill>
                  <a:prstClr val="white">
                    <a:lumMod val="50000"/>
                  </a:prstClr>
                </a:solidFill>
                <a:latin typeface="Arial"/>
              </a:rPr>
              <a:t>. </a:t>
            </a:r>
            <a:r>
              <a:rPr lang="en-US" sz="1100" dirty="0">
                <a:solidFill>
                  <a:srgbClr val="6D6E71"/>
                </a:solidFill>
                <a:latin typeface="Arial"/>
              </a:rPr>
              <a:t>Copyright © 2015 Tech Mahindra. All rights reserved.</a:t>
            </a:r>
          </a:p>
        </p:txBody>
      </p:sp>
      <p:sp>
        <p:nvSpPr>
          <p:cNvPr id="6" name="Slide Number Placeholder 5"/>
          <p:cNvSpPr txBox="1">
            <a:spLocks/>
          </p:cNvSpPr>
          <p:nvPr userDrawn="1"/>
        </p:nvSpPr>
        <p:spPr bwMode="auto">
          <a:xfrm>
            <a:off x="11668770" y="6600194"/>
            <a:ext cx="299313" cy="184666"/>
          </a:xfrm>
          <a:prstGeom prst="rect">
            <a:avLst/>
          </a:prstGeom>
          <a:noFill/>
          <a:ln w="9525">
            <a:noFill/>
            <a:miter lim="800000"/>
            <a:headEnd/>
            <a:tailEnd/>
          </a:ln>
        </p:spPr>
        <p:txBody>
          <a:bodyPr wrap="none" lIns="0" tIns="0" rIns="0" bIns="0" anchor="ctr">
            <a:spAutoFit/>
          </a:bodyPr>
          <a:lstStyle/>
          <a:p>
            <a:pPr algn="r" defTabSz="1086106" fontAlgn="auto">
              <a:spcBef>
                <a:spcPts val="0"/>
              </a:spcBef>
              <a:spcAft>
                <a:spcPts val="0"/>
              </a:spcAft>
              <a:defRPr/>
            </a:pPr>
            <a:fld id="{6856ECDB-1CEE-4F69-ADCA-557460F2116E}" type="slidenum">
              <a:rPr lang="en-US" sz="1200">
                <a:solidFill>
                  <a:srgbClr val="6D6E71"/>
                </a:solidFill>
                <a:latin typeface="Arial"/>
              </a:rPr>
              <a:pPr algn="r" defTabSz="1086106"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11"/>
            <a:ext cx="3025650" cy="825691"/>
          </a:xfrm>
          <a:prstGeom prst="rect">
            <a:avLst/>
          </a:prstGeom>
        </p:spPr>
      </p:pic>
    </p:spTree>
    <p:extLst>
      <p:ext uri="{BB962C8B-B14F-4D97-AF65-F5344CB8AC3E}">
        <p14:creationId xmlns:p14="http://schemas.microsoft.com/office/powerpoint/2010/main" val="216560211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75.xml><?xml version="1.0" encoding="utf-8"?>
<p:sldLayout xmlns:a="http://schemas.openxmlformats.org/drawingml/2006/main" xmlns:r="http://schemas.openxmlformats.org/officeDocument/2006/relationships" xmlns:p="http://schemas.openxmlformats.org/presentationml/2006/main" userDrawn="1">
  <p:cSld name="13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18" y="719342"/>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6106"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1" y="6630974"/>
            <a:ext cx="7205499" cy="169277"/>
          </a:xfrm>
          <a:prstGeom prst="rect">
            <a:avLst/>
          </a:prstGeom>
          <a:noFill/>
          <a:ln w="9525">
            <a:noFill/>
            <a:miter lim="800000"/>
            <a:headEnd/>
            <a:tailEnd/>
          </a:ln>
        </p:spPr>
        <p:txBody>
          <a:bodyPr wrap="none" lIns="0" tIns="0" rIns="0" bIns="0">
            <a:spAutoFit/>
          </a:bodyPr>
          <a:lstStyle/>
          <a:p>
            <a:pPr defTabSz="1086106" fontAlgn="auto">
              <a:spcBef>
                <a:spcPts val="0"/>
              </a:spcBef>
              <a:spcAft>
                <a:spcPts val="0"/>
              </a:spcAft>
              <a:defRPr/>
            </a:pPr>
            <a:r>
              <a:rPr lang="en-US" sz="1100" dirty="0">
                <a:solidFill>
                  <a:srgbClr val="6D6E71"/>
                </a:solidFill>
                <a:latin typeface="Arial"/>
              </a:rPr>
              <a:t> The contents in this document are </a:t>
            </a:r>
            <a:r>
              <a:rPr lang="en-US" sz="1100" dirty="0">
                <a:solidFill>
                  <a:prstClr val="white">
                    <a:lumMod val="50000"/>
                  </a:prstClr>
                </a:solidFill>
                <a:latin typeface="Arial"/>
                <a:ea typeface="Times New Roman"/>
              </a:rPr>
              <a:t>Confidential &amp; Proprietary</a:t>
            </a:r>
            <a:r>
              <a:rPr lang="en-US" sz="1100" dirty="0">
                <a:solidFill>
                  <a:prstClr val="white">
                    <a:lumMod val="50000"/>
                  </a:prstClr>
                </a:solidFill>
                <a:latin typeface="Arial"/>
              </a:rPr>
              <a:t>. </a:t>
            </a:r>
            <a:r>
              <a:rPr lang="en-US" sz="1100" dirty="0">
                <a:solidFill>
                  <a:srgbClr val="6D6E71"/>
                </a:solidFill>
                <a:latin typeface="Arial"/>
              </a:rPr>
              <a:t>Copyright © 2015 Tech Mahindra. All rights reserved.</a:t>
            </a:r>
          </a:p>
        </p:txBody>
      </p:sp>
      <p:sp>
        <p:nvSpPr>
          <p:cNvPr id="6" name="Slide Number Placeholder 5"/>
          <p:cNvSpPr txBox="1">
            <a:spLocks/>
          </p:cNvSpPr>
          <p:nvPr userDrawn="1"/>
        </p:nvSpPr>
        <p:spPr bwMode="auto">
          <a:xfrm>
            <a:off x="11668770" y="6600194"/>
            <a:ext cx="299313" cy="184666"/>
          </a:xfrm>
          <a:prstGeom prst="rect">
            <a:avLst/>
          </a:prstGeom>
          <a:noFill/>
          <a:ln w="9525">
            <a:noFill/>
            <a:miter lim="800000"/>
            <a:headEnd/>
            <a:tailEnd/>
          </a:ln>
        </p:spPr>
        <p:txBody>
          <a:bodyPr wrap="none" lIns="0" tIns="0" rIns="0" bIns="0" anchor="ctr">
            <a:spAutoFit/>
          </a:bodyPr>
          <a:lstStyle/>
          <a:p>
            <a:pPr algn="r" defTabSz="1086106" fontAlgn="auto">
              <a:spcBef>
                <a:spcPts val="0"/>
              </a:spcBef>
              <a:spcAft>
                <a:spcPts val="0"/>
              </a:spcAft>
              <a:defRPr/>
            </a:pPr>
            <a:fld id="{6856ECDB-1CEE-4F69-ADCA-557460F2116E}" type="slidenum">
              <a:rPr lang="en-US" sz="1200">
                <a:solidFill>
                  <a:srgbClr val="6D6E71"/>
                </a:solidFill>
                <a:latin typeface="Arial"/>
              </a:rPr>
              <a:pPr algn="r" defTabSz="1086106"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11"/>
            <a:ext cx="3025650" cy="825691"/>
          </a:xfrm>
          <a:prstGeom prst="rect">
            <a:avLst/>
          </a:prstGeom>
        </p:spPr>
      </p:pic>
    </p:spTree>
    <p:extLst>
      <p:ext uri="{BB962C8B-B14F-4D97-AF65-F5344CB8AC3E}">
        <p14:creationId xmlns:p14="http://schemas.microsoft.com/office/powerpoint/2010/main" val="304393917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76.xml><?xml version="1.0" encoding="utf-8"?>
<p:sldLayout xmlns:a="http://schemas.openxmlformats.org/drawingml/2006/main" xmlns:r="http://schemas.openxmlformats.org/officeDocument/2006/relationships" xmlns:p="http://schemas.openxmlformats.org/presentationml/2006/main" userDrawn="1">
  <p:cSld name="14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18" y="719342"/>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6106"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1" y="6630974"/>
            <a:ext cx="7205499" cy="169277"/>
          </a:xfrm>
          <a:prstGeom prst="rect">
            <a:avLst/>
          </a:prstGeom>
          <a:noFill/>
          <a:ln w="9525">
            <a:noFill/>
            <a:miter lim="800000"/>
            <a:headEnd/>
            <a:tailEnd/>
          </a:ln>
        </p:spPr>
        <p:txBody>
          <a:bodyPr wrap="none" lIns="0" tIns="0" rIns="0" bIns="0">
            <a:spAutoFit/>
          </a:bodyPr>
          <a:lstStyle/>
          <a:p>
            <a:pPr defTabSz="1086106" fontAlgn="auto">
              <a:spcBef>
                <a:spcPts val="0"/>
              </a:spcBef>
              <a:spcAft>
                <a:spcPts val="0"/>
              </a:spcAft>
              <a:defRPr/>
            </a:pPr>
            <a:r>
              <a:rPr lang="en-US" sz="1100" dirty="0">
                <a:solidFill>
                  <a:srgbClr val="6D6E71"/>
                </a:solidFill>
                <a:latin typeface="Arial"/>
              </a:rPr>
              <a:t> The contents in this document are </a:t>
            </a:r>
            <a:r>
              <a:rPr lang="en-US" sz="1100" dirty="0">
                <a:solidFill>
                  <a:prstClr val="white">
                    <a:lumMod val="50000"/>
                  </a:prstClr>
                </a:solidFill>
                <a:latin typeface="Arial"/>
                <a:ea typeface="Times New Roman"/>
              </a:rPr>
              <a:t>Confidential &amp; Proprietary</a:t>
            </a:r>
            <a:r>
              <a:rPr lang="en-US" sz="1100" dirty="0">
                <a:solidFill>
                  <a:prstClr val="white">
                    <a:lumMod val="50000"/>
                  </a:prstClr>
                </a:solidFill>
                <a:latin typeface="Arial"/>
              </a:rPr>
              <a:t>. </a:t>
            </a:r>
            <a:r>
              <a:rPr lang="en-US" sz="1100" dirty="0">
                <a:solidFill>
                  <a:srgbClr val="6D6E71"/>
                </a:solidFill>
                <a:latin typeface="Arial"/>
              </a:rPr>
              <a:t>Copyright © 2015 Tech Mahindra. All rights reserved.</a:t>
            </a:r>
          </a:p>
        </p:txBody>
      </p:sp>
      <p:sp>
        <p:nvSpPr>
          <p:cNvPr id="6" name="Slide Number Placeholder 5"/>
          <p:cNvSpPr txBox="1">
            <a:spLocks/>
          </p:cNvSpPr>
          <p:nvPr userDrawn="1"/>
        </p:nvSpPr>
        <p:spPr bwMode="auto">
          <a:xfrm>
            <a:off x="11668770" y="6600194"/>
            <a:ext cx="299313" cy="184666"/>
          </a:xfrm>
          <a:prstGeom prst="rect">
            <a:avLst/>
          </a:prstGeom>
          <a:noFill/>
          <a:ln w="9525">
            <a:noFill/>
            <a:miter lim="800000"/>
            <a:headEnd/>
            <a:tailEnd/>
          </a:ln>
        </p:spPr>
        <p:txBody>
          <a:bodyPr wrap="none" lIns="0" tIns="0" rIns="0" bIns="0" anchor="ctr">
            <a:spAutoFit/>
          </a:bodyPr>
          <a:lstStyle/>
          <a:p>
            <a:pPr algn="r" defTabSz="1086106" fontAlgn="auto">
              <a:spcBef>
                <a:spcPts val="0"/>
              </a:spcBef>
              <a:spcAft>
                <a:spcPts val="0"/>
              </a:spcAft>
              <a:defRPr/>
            </a:pPr>
            <a:fld id="{6856ECDB-1CEE-4F69-ADCA-557460F2116E}" type="slidenum">
              <a:rPr lang="en-US" sz="1200">
                <a:solidFill>
                  <a:srgbClr val="6D6E71"/>
                </a:solidFill>
                <a:latin typeface="Arial"/>
              </a:rPr>
              <a:pPr algn="r" defTabSz="1086106"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11"/>
            <a:ext cx="3025650" cy="825691"/>
          </a:xfrm>
          <a:prstGeom prst="rect">
            <a:avLst/>
          </a:prstGeom>
        </p:spPr>
      </p:pic>
    </p:spTree>
    <p:extLst>
      <p:ext uri="{BB962C8B-B14F-4D97-AF65-F5344CB8AC3E}">
        <p14:creationId xmlns:p14="http://schemas.microsoft.com/office/powerpoint/2010/main" val="242542006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77.xml><?xml version="1.0" encoding="utf-8"?>
<p:sldLayout xmlns:a="http://schemas.openxmlformats.org/drawingml/2006/main" xmlns:r="http://schemas.openxmlformats.org/officeDocument/2006/relationships" xmlns:p="http://schemas.openxmlformats.org/presentationml/2006/main" userDrawn="1">
  <p:cSld name="15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18" y="719342"/>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6106"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1" y="6630974"/>
            <a:ext cx="7205499" cy="169277"/>
          </a:xfrm>
          <a:prstGeom prst="rect">
            <a:avLst/>
          </a:prstGeom>
          <a:noFill/>
          <a:ln w="9525">
            <a:noFill/>
            <a:miter lim="800000"/>
            <a:headEnd/>
            <a:tailEnd/>
          </a:ln>
        </p:spPr>
        <p:txBody>
          <a:bodyPr wrap="none" lIns="0" tIns="0" rIns="0" bIns="0">
            <a:spAutoFit/>
          </a:bodyPr>
          <a:lstStyle/>
          <a:p>
            <a:pPr defTabSz="1086106" fontAlgn="auto">
              <a:spcBef>
                <a:spcPts val="0"/>
              </a:spcBef>
              <a:spcAft>
                <a:spcPts val="0"/>
              </a:spcAft>
              <a:defRPr/>
            </a:pPr>
            <a:r>
              <a:rPr lang="en-US" sz="1100" dirty="0">
                <a:solidFill>
                  <a:srgbClr val="6D6E71"/>
                </a:solidFill>
                <a:latin typeface="Arial"/>
              </a:rPr>
              <a:t> The contents in this document are </a:t>
            </a:r>
            <a:r>
              <a:rPr lang="en-US" sz="1100" dirty="0">
                <a:solidFill>
                  <a:prstClr val="white">
                    <a:lumMod val="50000"/>
                  </a:prstClr>
                </a:solidFill>
                <a:latin typeface="Arial"/>
                <a:ea typeface="Times New Roman"/>
              </a:rPr>
              <a:t>Confidential &amp; Proprietary</a:t>
            </a:r>
            <a:r>
              <a:rPr lang="en-US" sz="1100" dirty="0">
                <a:solidFill>
                  <a:prstClr val="white">
                    <a:lumMod val="50000"/>
                  </a:prstClr>
                </a:solidFill>
                <a:latin typeface="Arial"/>
              </a:rPr>
              <a:t>. </a:t>
            </a:r>
            <a:r>
              <a:rPr lang="en-US" sz="1100" dirty="0">
                <a:solidFill>
                  <a:srgbClr val="6D6E71"/>
                </a:solidFill>
                <a:latin typeface="Arial"/>
              </a:rPr>
              <a:t>Copyright © 2015 Tech Mahindra. All rights reserved.</a:t>
            </a:r>
          </a:p>
        </p:txBody>
      </p:sp>
      <p:sp>
        <p:nvSpPr>
          <p:cNvPr id="6" name="Slide Number Placeholder 5"/>
          <p:cNvSpPr txBox="1">
            <a:spLocks/>
          </p:cNvSpPr>
          <p:nvPr userDrawn="1"/>
        </p:nvSpPr>
        <p:spPr bwMode="auto">
          <a:xfrm>
            <a:off x="11668770" y="6600194"/>
            <a:ext cx="299313" cy="184666"/>
          </a:xfrm>
          <a:prstGeom prst="rect">
            <a:avLst/>
          </a:prstGeom>
          <a:noFill/>
          <a:ln w="9525">
            <a:noFill/>
            <a:miter lim="800000"/>
            <a:headEnd/>
            <a:tailEnd/>
          </a:ln>
        </p:spPr>
        <p:txBody>
          <a:bodyPr wrap="none" lIns="0" tIns="0" rIns="0" bIns="0" anchor="ctr">
            <a:spAutoFit/>
          </a:bodyPr>
          <a:lstStyle/>
          <a:p>
            <a:pPr algn="r" defTabSz="1086106" fontAlgn="auto">
              <a:spcBef>
                <a:spcPts val="0"/>
              </a:spcBef>
              <a:spcAft>
                <a:spcPts val="0"/>
              </a:spcAft>
              <a:defRPr/>
            </a:pPr>
            <a:fld id="{6856ECDB-1CEE-4F69-ADCA-557460F2116E}" type="slidenum">
              <a:rPr lang="en-US" sz="1200">
                <a:solidFill>
                  <a:srgbClr val="6D6E71"/>
                </a:solidFill>
                <a:latin typeface="Arial"/>
              </a:rPr>
              <a:pPr algn="r" defTabSz="1086106"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11"/>
            <a:ext cx="3025650" cy="825691"/>
          </a:xfrm>
          <a:prstGeom prst="rect">
            <a:avLst/>
          </a:prstGeom>
        </p:spPr>
      </p:pic>
    </p:spTree>
    <p:extLst>
      <p:ext uri="{BB962C8B-B14F-4D97-AF65-F5344CB8AC3E}">
        <p14:creationId xmlns:p14="http://schemas.microsoft.com/office/powerpoint/2010/main" val="85171849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78.xml><?xml version="1.0" encoding="utf-8"?>
<p:sldLayout xmlns:a="http://schemas.openxmlformats.org/drawingml/2006/main" xmlns:r="http://schemas.openxmlformats.org/officeDocument/2006/relationships" xmlns:p="http://schemas.openxmlformats.org/presentationml/2006/main" userDrawn="1">
  <p:cSld name="16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18" y="719342"/>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6106"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1" y="6630974"/>
            <a:ext cx="7205499" cy="169277"/>
          </a:xfrm>
          <a:prstGeom prst="rect">
            <a:avLst/>
          </a:prstGeom>
          <a:noFill/>
          <a:ln w="9525">
            <a:noFill/>
            <a:miter lim="800000"/>
            <a:headEnd/>
            <a:tailEnd/>
          </a:ln>
        </p:spPr>
        <p:txBody>
          <a:bodyPr wrap="none" lIns="0" tIns="0" rIns="0" bIns="0">
            <a:spAutoFit/>
          </a:bodyPr>
          <a:lstStyle/>
          <a:p>
            <a:pPr defTabSz="1086106" fontAlgn="auto">
              <a:spcBef>
                <a:spcPts val="0"/>
              </a:spcBef>
              <a:spcAft>
                <a:spcPts val="0"/>
              </a:spcAft>
              <a:defRPr/>
            </a:pPr>
            <a:r>
              <a:rPr lang="en-US" sz="1100" dirty="0">
                <a:solidFill>
                  <a:srgbClr val="6D6E71"/>
                </a:solidFill>
                <a:latin typeface="Arial"/>
              </a:rPr>
              <a:t> The contents in this document are </a:t>
            </a:r>
            <a:r>
              <a:rPr lang="en-US" sz="1100" dirty="0">
                <a:solidFill>
                  <a:prstClr val="white">
                    <a:lumMod val="50000"/>
                  </a:prstClr>
                </a:solidFill>
                <a:latin typeface="Arial"/>
                <a:ea typeface="Times New Roman"/>
              </a:rPr>
              <a:t>Confidential &amp; Proprietary</a:t>
            </a:r>
            <a:r>
              <a:rPr lang="en-US" sz="1100" dirty="0">
                <a:solidFill>
                  <a:prstClr val="white">
                    <a:lumMod val="50000"/>
                  </a:prstClr>
                </a:solidFill>
                <a:latin typeface="Arial"/>
              </a:rPr>
              <a:t>. </a:t>
            </a:r>
            <a:r>
              <a:rPr lang="en-US" sz="1100" dirty="0">
                <a:solidFill>
                  <a:srgbClr val="6D6E71"/>
                </a:solidFill>
                <a:latin typeface="Arial"/>
              </a:rPr>
              <a:t>Copyright © 2015 Tech Mahindra. All rights reserved.</a:t>
            </a:r>
          </a:p>
        </p:txBody>
      </p:sp>
      <p:sp>
        <p:nvSpPr>
          <p:cNvPr id="6" name="Slide Number Placeholder 5"/>
          <p:cNvSpPr txBox="1">
            <a:spLocks/>
          </p:cNvSpPr>
          <p:nvPr userDrawn="1"/>
        </p:nvSpPr>
        <p:spPr bwMode="auto">
          <a:xfrm>
            <a:off x="11668770" y="6600194"/>
            <a:ext cx="299313" cy="184666"/>
          </a:xfrm>
          <a:prstGeom prst="rect">
            <a:avLst/>
          </a:prstGeom>
          <a:noFill/>
          <a:ln w="9525">
            <a:noFill/>
            <a:miter lim="800000"/>
            <a:headEnd/>
            <a:tailEnd/>
          </a:ln>
        </p:spPr>
        <p:txBody>
          <a:bodyPr wrap="none" lIns="0" tIns="0" rIns="0" bIns="0" anchor="ctr">
            <a:spAutoFit/>
          </a:bodyPr>
          <a:lstStyle/>
          <a:p>
            <a:pPr algn="r" defTabSz="1086106" fontAlgn="auto">
              <a:spcBef>
                <a:spcPts val="0"/>
              </a:spcBef>
              <a:spcAft>
                <a:spcPts val="0"/>
              </a:spcAft>
              <a:defRPr/>
            </a:pPr>
            <a:fld id="{6856ECDB-1CEE-4F69-ADCA-557460F2116E}" type="slidenum">
              <a:rPr lang="en-US" sz="1200">
                <a:solidFill>
                  <a:srgbClr val="6D6E71"/>
                </a:solidFill>
                <a:latin typeface="Arial"/>
              </a:rPr>
              <a:pPr algn="r" defTabSz="1086106"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11"/>
            <a:ext cx="3025650" cy="825691"/>
          </a:xfrm>
          <a:prstGeom prst="rect">
            <a:avLst/>
          </a:prstGeom>
        </p:spPr>
      </p:pic>
    </p:spTree>
    <p:extLst>
      <p:ext uri="{BB962C8B-B14F-4D97-AF65-F5344CB8AC3E}">
        <p14:creationId xmlns:p14="http://schemas.microsoft.com/office/powerpoint/2010/main" val="289756822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79.xml><?xml version="1.0" encoding="utf-8"?>
<p:sldLayout xmlns:a="http://schemas.openxmlformats.org/drawingml/2006/main" xmlns:r="http://schemas.openxmlformats.org/officeDocument/2006/relationships" xmlns:p="http://schemas.openxmlformats.org/presentationml/2006/main" userDrawn="1">
  <p:cSld name="17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18" y="719342"/>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6106"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1" y="6630974"/>
            <a:ext cx="7205499" cy="169277"/>
          </a:xfrm>
          <a:prstGeom prst="rect">
            <a:avLst/>
          </a:prstGeom>
          <a:noFill/>
          <a:ln w="9525">
            <a:noFill/>
            <a:miter lim="800000"/>
            <a:headEnd/>
            <a:tailEnd/>
          </a:ln>
        </p:spPr>
        <p:txBody>
          <a:bodyPr wrap="none" lIns="0" tIns="0" rIns="0" bIns="0">
            <a:spAutoFit/>
          </a:bodyPr>
          <a:lstStyle/>
          <a:p>
            <a:pPr defTabSz="1086106" fontAlgn="auto">
              <a:spcBef>
                <a:spcPts val="0"/>
              </a:spcBef>
              <a:spcAft>
                <a:spcPts val="0"/>
              </a:spcAft>
              <a:defRPr/>
            </a:pPr>
            <a:r>
              <a:rPr lang="en-US" sz="1100" dirty="0">
                <a:solidFill>
                  <a:srgbClr val="6D6E71"/>
                </a:solidFill>
                <a:latin typeface="Arial"/>
              </a:rPr>
              <a:t> The contents in this document are </a:t>
            </a:r>
            <a:r>
              <a:rPr lang="en-US" sz="1100" dirty="0">
                <a:solidFill>
                  <a:prstClr val="white">
                    <a:lumMod val="50000"/>
                  </a:prstClr>
                </a:solidFill>
                <a:latin typeface="Arial"/>
                <a:ea typeface="Times New Roman"/>
              </a:rPr>
              <a:t>Confidential &amp; Proprietary</a:t>
            </a:r>
            <a:r>
              <a:rPr lang="en-US" sz="1100" dirty="0">
                <a:solidFill>
                  <a:prstClr val="white">
                    <a:lumMod val="50000"/>
                  </a:prstClr>
                </a:solidFill>
                <a:latin typeface="Arial"/>
              </a:rPr>
              <a:t>. </a:t>
            </a:r>
            <a:r>
              <a:rPr lang="en-US" sz="1100" dirty="0">
                <a:solidFill>
                  <a:srgbClr val="6D6E71"/>
                </a:solidFill>
                <a:latin typeface="Arial"/>
              </a:rPr>
              <a:t>Copyright © 2015 Tech Mahindra. All rights reserved.</a:t>
            </a:r>
          </a:p>
        </p:txBody>
      </p:sp>
      <p:sp>
        <p:nvSpPr>
          <p:cNvPr id="6" name="Slide Number Placeholder 5"/>
          <p:cNvSpPr txBox="1">
            <a:spLocks/>
          </p:cNvSpPr>
          <p:nvPr userDrawn="1"/>
        </p:nvSpPr>
        <p:spPr bwMode="auto">
          <a:xfrm>
            <a:off x="11668770" y="6600194"/>
            <a:ext cx="299313" cy="184666"/>
          </a:xfrm>
          <a:prstGeom prst="rect">
            <a:avLst/>
          </a:prstGeom>
          <a:noFill/>
          <a:ln w="9525">
            <a:noFill/>
            <a:miter lim="800000"/>
            <a:headEnd/>
            <a:tailEnd/>
          </a:ln>
        </p:spPr>
        <p:txBody>
          <a:bodyPr wrap="none" lIns="0" tIns="0" rIns="0" bIns="0" anchor="ctr">
            <a:spAutoFit/>
          </a:bodyPr>
          <a:lstStyle/>
          <a:p>
            <a:pPr algn="r" defTabSz="1086106" fontAlgn="auto">
              <a:spcBef>
                <a:spcPts val="0"/>
              </a:spcBef>
              <a:spcAft>
                <a:spcPts val="0"/>
              </a:spcAft>
              <a:defRPr/>
            </a:pPr>
            <a:fld id="{6856ECDB-1CEE-4F69-ADCA-557460F2116E}" type="slidenum">
              <a:rPr lang="en-US" sz="1200">
                <a:solidFill>
                  <a:srgbClr val="6D6E71"/>
                </a:solidFill>
                <a:latin typeface="Arial"/>
              </a:rPr>
              <a:pPr algn="r" defTabSz="1086106"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11"/>
            <a:ext cx="3025650" cy="825691"/>
          </a:xfrm>
          <a:prstGeom prst="rect">
            <a:avLst/>
          </a:prstGeom>
        </p:spPr>
      </p:pic>
    </p:spTree>
    <p:extLst>
      <p:ext uri="{BB962C8B-B14F-4D97-AF65-F5344CB8AC3E}">
        <p14:creationId xmlns:p14="http://schemas.microsoft.com/office/powerpoint/2010/main" val="168295152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80.xml><?xml version="1.0" encoding="utf-8"?>
<p:sldLayout xmlns:a="http://schemas.openxmlformats.org/drawingml/2006/main" xmlns:r="http://schemas.openxmlformats.org/officeDocument/2006/relationships" xmlns:p="http://schemas.openxmlformats.org/presentationml/2006/main" userDrawn="1">
  <p:cSld name="18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18" y="719342"/>
            <a:ext cx="10962166"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6106"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1" y="6630974"/>
            <a:ext cx="7205499" cy="169277"/>
          </a:xfrm>
          <a:prstGeom prst="rect">
            <a:avLst/>
          </a:prstGeom>
          <a:noFill/>
          <a:ln w="9525">
            <a:noFill/>
            <a:miter lim="800000"/>
            <a:headEnd/>
            <a:tailEnd/>
          </a:ln>
        </p:spPr>
        <p:txBody>
          <a:bodyPr wrap="none" lIns="0" tIns="0" rIns="0" bIns="0">
            <a:spAutoFit/>
          </a:bodyPr>
          <a:lstStyle/>
          <a:p>
            <a:pPr defTabSz="1086106" fontAlgn="auto">
              <a:spcBef>
                <a:spcPts val="0"/>
              </a:spcBef>
              <a:spcAft>
                <a:spcPts val="0"/>
              </a:spcAft>
              <a:defRPr/>
            </a:pPr>
            <a:r>
              <a:rPr lang="en-US" sz="1100" dirty="0">
                <a:solidFill>
                  <a:srgbClr val="6D6E71"/>
                </a:solidFill>
                <a:latin typeface="Arial"/>
              </a:rPr>
              <a:t> The contents in this document are </a:t>
            </a:r>
            <a:r>
              <a:rPr lang="en-US" sz="1100" dirty="0">
                <a:solidFill>
                  <a:prstClr val="white">
                    <a:lumMod val="50000"/>
                  </a:prstClr>
                </a:solidFill>
                <a:latin typeface="Arial"/>
                <a:ea typeface="Times New Roman"/>
              </a:rPr>
              <a:t>Confidential &amp; Proprietary</a:t>
            </a:r>
            <a:r>
              <a:rPr lang="en-US" sz="1100" dirty="0">
                <a:solidFill>
                  <a:prstClr val="white">
                    <a:lumMod val="50000"/>
                  </a:prstClr>
                </a:solidFill>
                <a:latin typeface="Arial"/>
              </a:rPr>
              <a:t>. </a:t>
            </a:r>
            <a:r>
              <a:rPr lang="en-US" sz="1100" dirty="0">
                <a:solidFill>
                  <a:srgbClr val="6D6E71"/>
                </a:solidFill>
                <a:latin typeface="Arial"/>
              </a:rPr>
              <a:t>Copyright © 2015 Tech Mahindra. All rights reserved.</a:t>
            </a:r>
          </a:p>
        </p:txBody>
      </p:sp>
      <p:sp>
        <p:nvSpPr>
          <p:cNvPr id="6" name="Slide Number Placeholder 5"/>
          <p:cNvSpPr txBox="1">
            <a:spLocks/>
          </p:cNvSpPr>
          <p:nvPr userDrawn="1"/>
        </p:nvSpPr>
        <p:spPr bwMode="auto">
          <a:xfrm>
            <a:off x="11668770" y="6600194"/>
            <a:ext cx="299313" cy="184666"/>
          </a:xfrm>
          <a:prstGeom prst="rect">
            <a:avLst/>
          </a:prstGeom>
          <a:noFill/>
          <a:ln w="9525">
            <a:noFill/>
            <a:miter lim="800000"/>
            <a:headEnd/>
            <a:tailEnd/>
          </a:ln>
        </p:spPr>
        <p:txBody>
          <a:bodyPr wrap="none" lIns="0" tIns="0" rIns="0" bIns="0" anchor="ctr">
            <a:spAutoFit/>
          </a:bodyPr>
          <a:lstStyle/>
          <a:p>
            <a:pPr algn="r" defTabSz="1086106" fontAlgn="auto">
              <a:spcBef>
                <a:spcPts val="0"/>
              </a:spcBef>
              <a:spcAft>
                <a:spcPts val="0"/>
              </a:spcAft>
              <a:defRPr/>
            </a:pPr>
            <a:fld id="{6856ECDB-1CEE-4F69-ADCA-557460F2116E}" type="slidenum">
              <a:rPr lang="en-US" sz="1200">
                <a:solidFill>
                  <a:srgbClr val="6D6E71"/>
                </a:solidFill>
                <a:latin typeface="Arial"/>
              </a:rPr>
              <a:pPr algn="r" defTabSz="1086106"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11"/>
            <a:ext cx="3025650" cy="825691"/>
          </a:xfrm>
          <a:prstGeom prst="rect">
            <a:avLst/>
          </a:prstGeom>
        </p:spPr>
      </p:pic>
    </p:spTree>
    <p:extLst>
      <p:ext uri="{BB962C8B-B14F-4D97-AF65-F5344CB8AC3E}">
        <p14:creationId xmlns:p14="http://schemas.microsoft.com/office/powerpoint/2010/main" val="164167064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81.xml><?xml version="1.0" encoding="utf-8"?>
<p:sldLayout xmlns:a="http://schemas.openxmlformats.org/drawingml/2006/main" xmlns:r="http://schemas.openxmlformats.org/officeDocument/2006/relationships" xmlns:p="http://schemas.openxmlformats.org/presentationml/2006/main" userDrawn="1">
  <p:cSld name="8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18" y="719345"/>
            <a:ext cx="10962166"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05050" rtl="0" eaLnBrk="1" fontAlgn="base" latinLnBrk="0" hangingPunct="1">
              <a:spcBef>
                <a:spcPct val="0"/>
              </a:spcBef>
              <a:spcAft>
                <a:spcPct val="0"/>
              </a:spcAft>
              <a:buNone/>
            </a:pPr>
            <a:r>
              <a:rPr lang="en-US"/>
              <a:t>Click to edit Master title style</a:t>
            </a:r>
            <a:endParaRPr lang="en-US" dirty="0"/>
          </a:p>
        </p:txBody>
      </p:sp>
      <p:pic>
        <p:nvPicPr>
          <p:cNvPr id="7" name="Picture 6" descr="Ridge.pd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613" y="11"/>
            <a:ext cx="3025650" cy="825691"/>
          </a:xfrm>
          <a:prstGeom prst="rect">
            <a:avLst/>
          </a:prstGeom>
        </p:spPr>
      </p:pic>
    </p:spTree>
    <p:extLst>
      <p:ext uri="{BB962C8B-B14F-4D97-AF65-F5344CB8AC3E}">
        <p14:creationId xmlns:p14="http://schemas.microsoft.com/office/powerpoint/2010/main" val="269039914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8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430" y="1818044"/>
            <a:ext cx="9140429" cy="1692771"/>
          </a:xfrm>
        </p:spPr>
        <p:txBody>
          <a:bodyPr anchor="b"/>
          <a:lstStyle>
            <a:lvl1pPr algn="ctr">
              <a:defRPr sz="5500"/>
            </a:lvl1pPr>
          </a:lstStyle>
          <a:p>
            <a:r>
              <a:rPr lang="en-US"/>
              <a:t>Click to edit Master title style</a:t>
            </a:r>
          </a:p>
        </p:txBody>
      </p:sp>
      <p:sp>
        <p:nvSpPr>
          <p:cNvPr id="3" name="Subtitle 2"/>
          <p:cNvSpPr>
            <a:spLocks noGrp="1"/>
          </p:cNvSpPr>
          <p:nvPr>
            <p:ph type="subTitle" idx="1"/>
          </p:nvPr>
        </p:nvSpPr>
        <p:spPr>
          <a:xfrm>
            <a:off x="1523430" y="3602916"/>
            <a:ext cx="9140429" cy="307777"/>
          </a:xfrm>
        </p:spPr>
        <p:txBody>
          <a:bodyPr/>
          <a:lstStyle>
            <a:lvl1pPr marL="0" indent="0" algn="ctr">
              <a:buNone/>
              <a:defRPr sz="2000"/>
            </a:lvl1pPr>
            <a:lvl2pPr marL="407649" indent="0" algn="ctr">
              <a:buNone/>
              <a:defRPr sz="1900"/>
            </a:lvl2pPr>
            <a:lvl3pPr marL="815298" indent="0" algn="ctr">
              <a:buNone/>
              <a:defRPr sz="1500"/>
            </a:lvl3pPr>
            <a:lvl4pPr marL="1222948" indent="0" algn="ctr">
              <a:buNone/>
              <a:defRPr sz="1500"/>
            </a:lvl4pPr>
            <a:lvl5pPr marL="1630597" indent="0" algn="ctr">
              <a:buNone/>
              <a:defRPr sz="1500"/>
            </a:lvl5pPr>
            <a:lvl6pPr marL="2038247" indent="0" algn="ctr">
              <a:buNone/>
              <a:defRPr sz="1500"/>
            </a:lvl6pPr>
            <a:lvl7pPr marL="2445896" indent="0" algn="ctr">
              <a:buNone/>
              <a:defRPr sz="1500"/>
            </a:lvl7pPr>
            <a:lvl8pPr marL="2853544" indent="0" algn="ctr">
              <a:buNone/>
              <a:defRPr sz="1500"/>
            </a:lvl8pPr>
            <a:lvl9pPr marL="3261196" indent="0" algn="ctr">
              <a:buNone/>
              <a:defRPr sz="1500"/>
            </a:lvl9pPr>
          </a:lstStyle>
          <a:p>
            <a:r>
              <a:rPr lang="en-US"/>
              <a:t>Click to edit Master subtitle style</a:t>
            </a:r>
          </a:p>
        </p:txBody>
      </p:sp>
      <p:sp>
        <p:nvSpPr>
          <p:cNvPr id="4" name="Date Placeholder 3"/>
          <p:cNvSpPr>
            <a:spLocks noGrp="1"/>
          </p:cNvSpPr>
          <p:nvPr>
            <p:ph type="dt" sz="half" idx="10"/>
          </p:nvPr>
        </p:nvSpPr>
        <p:spPr>
          <a:xfrm>
            <a:off x="837875" y="6357844"/>
            <a:ext cx="2742129" cy="365210"/>
          </a:xfrm>
          <a:prstGeom prst="rect">
            <a:avLst/>
          </a:prstGeom>
        </p:spPr>
        <p:txBody>
          <a:bodyPr lIns="108708" tIns="54354" rIns="108708" bIns="54354"/>
          <a:lstStyle/>
          <a:p>
            <a:pPr defTabSz="1087066" fontAlgn="auto">
              <a:spcBef>
                <a:spcPts val="0"/>
              </a:spcBef>
              <a:spcAft>
                <a:spcPts val="0"/>
              </a:spcAft>
            </a:pPr>
            <a:fld id="{C02F9569-8E4D-41AE-9766-A3604F84ADF5}" type="datetimeFigureOut">
              <a:rPr lang="en-US" sz="2000" smtClean="0">
                <a:solidFill>
                  <a:prstClr val="black"/>
                </a:solidFill>
                <a:latin typeface="Arial"/>
              </a:rPr>
              <a:pPr defTabSz="1087066" fontAlgn="auto">
                <a:spcBef>
                  <a:spcPts val="0"/>
                </a:spcBef>
                <a:spcAft>
                  <a:spcPts val="0"/>
                </a:spcAft>
              </a:pPr>
              <a:t>10/28/2025</a:t>
            </a:fld>
            <a:endParaRPr lang="en-US" sz="2000" dirty="0">
              <a:solidFill>
                <a:prstClr val="black"/>
              </a:solidFill>
              <a:latin typeface="Arial"/>
            </a:endParaRPr>
          </a:p>
        </p:txBody>
      </p:sp>
      <p:sp>
        <p:nvSpPr>
          <p:cNvPr id="5" name="Footer Placeholder 4"/>
          <p:cNvSpPr>
            <a:spLocks noGrp="1"/>
          </p:cNvSpPr>
          <p:nvPr>
            <p:ph type="ftr" sz="quarter" idx="11"/>
          </p:nvPr>
        </p:nvSpPr>
        <p:spPr>
          <a:xfrm>
            <a:off x="4037032" y="6357844"/>
            <a:ext cx="4113193" cy="365210"/>
          </a:xfrm>
          <a:prstGeom prst="rect">
            <a:avLst/>
          </a:prstGeom>
        </p:spPr>
        <p:txBody>
          <a:bodyPr lIns="108708" tIns="54354" rIns="108708" bIns="54354"/>
          <a:lstStyle/>
          <a:p>
            <a:pPr defTabSz="1087066" fontAlgn="auto">
              <a:spcBef>
                <a:spcPts val="0"/>
              </a:spcBef>
              <a:spcAft>
                <a:spcPts val="0"/>
              </a:spcAft>
            </a:pPr>
            <a:endParaRPr lang="en-US" sz="2000" dirty="0">
              <a:solidFill>
                <a:prstClr val="black"/>
              </a:solidFill>
              <a:latin typeface="Arial"/>
            </a:endParaRPr>
          </a:p>
        </p:txBody>
      </p:sp>
      <p:sp>
        <p:nvSpPr>
          <p:cNvPr id="6" name="Slide Number Placeholder 5"/>
          <p:cNvSpPr>
            <a:spLocks noGrp="1"/>
          </p:cNvSpPr>
          <p:nvPr>
            <p:ph type="sldNum" sz="quarter" idx="12"/>
          </p:nvPr>
        </p:nvSpPr>
        <p:spPr>
          <a:xfrm>
            <a:off x="8607258" y="6357844"/>
            <a:ext cx="2742129" cy="365210"/>
          </a:xfrm>
          <a:prstGeom prst="rect">
            <a:avLst/>
          </a:prstGeom>
        </p:spPr>
        <p:txBody>
          <a:bodyPr lIns="108708" tIns="54354" rIns="108708" bIns="54354"/>
          <a:lstStyle/>
          <a:p>
            <a:pPr defTabSz="1087066" fontAlgn="auto">
              <a:spcBef>
                <a:spcPts val="0"/>
              </a:spcBef>
              <a:spcAft>
                <a:spcPts val="0"/>
              </a:spcAft>
            </a:pPr>
            <a:fld id="{1AC0DE63-F386-450A-9205-EAFF862E7C5E}" type="slidenum">
              <a:rPr lang="en-US" sz="2000" smtClean="0">
                <a:solidFill>
                  <a:prstClr val="black"/>
                </a:solidFill>
                <a:latin typeface="Arial"/>
              </a:rPr>
              <a:pPr defTabSz="1087066" fontAlgn="auto">
                <a:spcBef>
                  <a:spcPts val="0"/>
                </a:spcBef>
                <a:spcAft>
                  <a:spcPts val="0"/>
                </a:spcAft>
              </a:pPr>
              <a:t>‹#›</a:t>
            </a:fld>
            <a:endParaRPr lang="en-US" sz="2000" dirty="0">
              <a:solidFill>
                <a:prstClr val="black"/>
              </a:solidFill>
              <a:latin typeface="Arial"/>
            </a:endParaRPr>
          </a:p>
        </p:txBody>
      </p:sp>
      <p:pic>
        <p:nvPicPr>
          <p:cNvPr id="7"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0" y="0"/>
            <a:ext cx="12187238" cy="685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descr="ridge4.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1070" y="28"/>
            <a:ext cx="5289698" cy="1732252"/>
          </a:xfrm>
          <a:prstGeom prst="rect">
            <a:avLst/>
          </a:prstGeom>
        </p:spPr>
      </p:pic>
    </p:spTree>
    <p:extLst>
      <p:ext uri="{BB962C8B-B14F-4D97-AF65-F5344CB8AC3E}">
        <p14:creationId xmlns:p14="http://schemas.microsoft.com/office/powerpoint/2010/main" val="1938720120"/>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6" y="1972135"/>
            <a:ext cx="5435592" cy="4163390"/>
          </a:xfrm>
        </p:spPr>
        <p:txBody>
          <a:bodyPr>
            <a:noAutofit/>
          </a:bodyPr>
          <a:lstStyle>
            <a:lvl1pPr marL="0" indent="0">
              <a:buNone/>
              <a:defRPr>
                <a:latin typeface="Arial" pitchFamily="34" charset="0"/>
                <a:cs typeface="Arial" pitchFamily="34" charset="0"/>
              </a:defRPr>
            </a:lvl1pPr>
          </a:lstStyle>
          <a:p>
            <a:pPr lvl="0"/>
            <a:r>
              <a:rPr lang="en-US" noProof="0" dirty="0"/>
              <a:t>Click icon to add picture</a:t>
            </a:r>
          </a:p>
        </p:txBody>
      </p:sp>
      <p:sp>
        <p:nvSpPr>
          <p:cNvPr id="18" name="Text Placeholder 4"/>
          <p:cNvSpPr>
            <a:spLocks noGrp="1"/>
          </p:cNvSpPr>
          <p:nvPr>
            <p:ph type="body" sz="quarter" idx="19"/>
          </p:nvPr>
        </p:nvSpPr>
        <p:spPr bwMode="gray">
          <a:xfrm>
            <a:off x="6449091" y="1972267"/>
            <a:ext cx="5126679" cy="1461939"/>
          </a:xfrm>
          <a:ln>
            <a:noFill/>
          </a:ln>
        </p:spPr>
        <p:txBody>
          <a:bodyPr/>
          <a:lstStyle>
            <a:lvl1pPr>
              <a:spcBef>
                <a:spcPts val="0"/>
              </a:spcBef>
              <a:spcAft>
                <a:spcPts val="0"/>
              </a:spcAft>
              <a:defRPr lang="en-US" sz="19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900" b="0" kern="1200" baseline="0" dirty="0" smtClean="0">
                <a:solidFill>
                  <a:schemeClr val="tx1"/>
                </a:solidFill>
                <a:latin typeface="+mn-lt"/>
                <a:ea typeface="+mn-ea"/>
                <a:cs typeface="Arial" pitchFamily="34" charset="0"/>
              </a:defRPr>
            </a:lvl2pPr>
            <a:lvl3pPr>
              <a:spcBef>
                <a:spcPts val="0"/>
              </a:spcBef>
              <a:spcAft>
                <a:spcPts val="0"/>
              </a:spcAft>
              <a:defRPr lang="en-US" sz="19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9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900" b="0" kern="1200" baseline="0" dirty="0" smtClean="0">
                <a:solidFill>
                  <a:schemeClr val="tx1"/>
                </a:solidFill>
                <a:latin typeface="Arial" pitchFamily="34" charset="0"/>
                <a:ea typeface="+mn-ea"/>
                <a:cs typeface="Arial" pitchFamily="34" charset="0"/>
              </a:defRPr>
            </a:lvl5pPr>
            <a:lvl6pPr marL="1132313" indent="-231177">
              <a:spcBef>
                <a:spcPts val="0"/>
              </a:spcBef>
              <a:spcAft>
                <a:spcPts val="0"/>
              </a:spcAft>
              <a:buSzPct val="70000"/>
              <a:defRPr lang="en-US" sz="1900" kern="1200" dirty="0" smtClean="0">
                <a:solidFill>
                  <a:schemeClr val="tx1"/>
                </a:solidFill>
                <a:latin typeface="Arial" pitchFamily="34" charset="0"/>
                <a:ea typeface="+mn-ea"/>
                <a:cs typeface="Arial" pitchFamily="34" charset="0"/>
              </a:defRPr>
            </a:lvl6pPr>
            <a:lvl7pPr marL="1358776" indent="-226465">
              <a:spcBef>
                <a:spcPts val="0"/>
              </a:spcBef>
              <a:spcAft>
                <a:spcPts val="0"/>
              </a:spcAft>
              <a:buSzPct val="70000"/>
              <a:buFont typeface="Arial" pitchFamily="34" charset="0"/>
              <a:buChar char="–"/>
              <a:defRPr sz="1900" baseline="0">
                <a:latin typeface="+mj-lt"/>
              </a:defRPr>
            </a:lvl7pPr>
            <a:lvl8pPr marL="1585238" indent="-226465">
              <a:spcBef>
                <a:spcPts val="0"/>
              </a:spcBef>
              <a:spcAft>
                <a:spcPts val="0"/>
              </a:spcAft>
              <a:buSzPct val="70000"/>
              <a:defRPr sz="1900" baseline="0">
                <a:latin typeface="+mj-lt"/>
              </a:defRPr>
            </a:lvl8pPr>
            <a:lvl9pPr marL="1806984" indent="-221746">
              <a:spcBef>
                <a:spcPts val="0"/>
              </a:spcBef>
              <a:spcAft>
                <a:spcPts val="0"/>
              </a:spcAft>
              <a:buSzPct val="70000"/>
              <a:buFont typeface="Arial" pitchFamily="34" charset="0"/>
              <a:buChar char="–"/>
              <a:defRPr sz="19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p:cNvSpPr>
            <a:spLocks noGrp="1"/>
          </p:cNvSpPr>
          <p:nvPr>
            <p:ph type="title"/>
          </p:nvPr>
        </p:nvSpPr>
        <p:spPr bwMode="gray">
          <a:xfrm>
            <a:off x="641138" y="727273"/>
            <a:ext cx="10964283"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7" name="Text Placeholder 41"/>
          <p:cNvSpPr>
            <a:spLocks noGrp="1"/>
          </p:cNvSpPr>
          <p:nvPr>
            <p:ph type="body" sz="quarter" idx="13"/>
          </p:nvPr>
        </p:nvSpPr>
        <p:spPr bwMode="gray">
          <a:xfrm>
            <a:off x="641110" y="1270908"/>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154774251"/>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18" y="719340"/>
            <a:ext cx="10962166"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05849"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6" y="1972140"/>
            <a:ext cx="10962167" cy="1461939"/>
          </a:xfrm>
        </p:spPr>
        <p:txBody>
          <a:bodyPr wrap="square">
            <a:spAutoFit/>
          </a:bodyPr>
          <a:lstStyle>
            <a:lvl1pPr algn="l" rtl="0" eaLnBrk="1" latinLnBrk="0" hangingPunct="1">
              <a:spcBef>
                <a:spcPts val="0"/>
              </a:spcBef>
              <a:spcAft>
                <a:spcPts val="0"/>
              </a:spcAft>
              <a:buClr>
                <a:schemeClr val="bg2"/>
              </a:buClr>
              <a:buSzPct val="120000"/>
              <a:defRPr lang="en-US" sz="19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9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9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9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900" b="0" kern="1200" baseline="0" dirty="0" smtClean="0">
                <a:solidFill>
                  <a:schemeClr val="tx1"/>
                </a:solidFill>
                <a:latin typeface="Arial" pitchFamily="34" charset="0"/>
                <a:ea typeface="+mn-ea"/>
                <a:cs typeface="Arial" pitchFamily="34" charset="0"/>
              </a:defRPr>
            </a:lvl5pPr>
            <a:lvl6pPr marL="1421683" indent="-283075">
              <a:spcBef>
                <a:spcPts val="0"/>
              </a:spcBef>
              <a:spcAft>
                <a:spcPts val="0"/>
              </a:spcAft>
              <a:buClr>
                <a:schemeClr val="tx2"/>
              </a:buClr>
              <a:buSzPct val="70000"/>
              <a:buFont typeface="Wingdings" pitchFamily="2" charset="2"/>
              <a:buChar char="§"/>
              <a:defRPr lang="en-US" sz="1900" kern="1200" dirty="0" smtClean="0">
                <a:solidFill>
                  <a:schemeClr val="tx1"/>
                </a:solidFill>
                <a:latin typeface="Arial" pitchFamily="34" charset="0"/>
                <a:ea typeface="+mn-ea"/>
                <a:cs typeface="Arial" pitchFamily="34" charset="0"/>
              </a:defRPr>
            </a:lvl6pPr>
            <a:lvl7pPr marL="1698473" indent="-270497">
              <a:spcBef>
                <a:spcPts val="0"/>
              </a:spcBef>
              <a:spcAft>
                <a:spcPts val="0"/>
              </a:spcAft>
              <a:buClr>
                <a:schemeClr val="tx2"/>
              </a:buClr>
              <a:buSzPct val="70000"/>
              <a:buFont typeface="Arial" pitchFamily="34" charset="0"/>
              <a:buChar char="–"/>
              <a:defRPr sz="1900" baseline="0">
                <a:solidFill>
                  <a:schemeClr val="tx1"/>
                </a:solidFill>
                <a:latin typeface="+mn-lt"/>
                <a:cs typeface="Arial" pitchFamily="34" charset="0"/>
              </a:defRPr>
            </a:lvl7pPr>
            <a:lvl8pPr marL="1585238" indent="-226465">
              <a:spcBef>
                <a:spcPts val="0"/>
              </a:spcBef>
              <a:spcAft>
                <a:spcPts val="0"/>
              </a:spcAft>
              <a:buSzPct val="70000"/>
              <a:defRPr sz="1900" baseline="0">
                <a:latin typeface="Arial" pitchFamily="34" charset="0"/>
                <a:cs typeface="Arial" pitchFamily="34" charset="0"/>
              </a:defRPr>
            </a:lvl8pPr>
            <a:lvl9pPr marL="1806984" indent="-221746">
              <a:spcBef>
                <a:spcPts val="0"/>
              </a:spcBef>
              <a:spcAft>
                <a:spcPts val="0"/>
              </a:spcAft>
              <a:buSzPct val="70000"/>
              <a:buFont typeface="Arial" pitchFamily="34" charset="0"/>
              <a:buChar char="–"/>
              <a:defRPr sz="1900">
                <a:latin typeface="Arial" pitchFamily="34" charset="0"/>
                <a:cs typeface="Arial" pitchFamily="34" charset="0"/>
              </a:defRPr>
            </a:lvl9pPr>
          </a:lstStyle>
          <a:p>
            <a:pPr marL="287796" lvl="0" indent="-287796" algn="l" defTabSz="905849"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66157" lvl="2" indent="-276789" algn="l" defTabSz="905849"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42946" lvl="3" indent="-276789" algn="l" defTabSz="905849"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26023" lvl="4" indent="-283075" algn="l" defTabSz="92472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21683" lvl="5" indent="-283075" algn="l" defTabSz="905849"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106" y="1146059"/>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606090966"/>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userDrawn="1">
  <p:cSld name="2_Agenda">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614" y="47"/>
            <a:ext cx="12176659" cy="2378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bwMode="gray">
          <a:xfrm>
            <a:off x="641135" y="727279"/>
            <a:ext cx="10964283"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05849"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06" y="1146059"/>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8" name="Picture 7"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3" y="11"/>
            <a:ext cx="3025650" cy="825691"/>
          </a:xfrm>
          <a:prstGeom prst="rect">
            <a:avLst/>
          </a:prstGeom>
        </p:spPr>
      </p:pic>
    </p:spTree>
    <p:extLst>
      <p:ext uri="{BB962C8B-B14F-4D97-AF65-F5344CB8AC3E}">
        <p14:creationId xmlns:p14="http://schemas.microsoft.com/office/powerpoint/2010/main" val="1468859804"/>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137" y="727257"/>
            <a:ext cx="10964283"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7066"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41106" y="1972149"/>
            <a:ext cx="10962167" cy="2308324"/>
          </a:xfrm>
        </p:spPr>
        <p:txBody>
          <a:bodyPr wrap="square">
            <a:spAutoFit/>
          </a:bodyPr>
          <a:lstStyle>
            <a:lvl1pPr>
              <a:spcBef>
                <a:spcPts val="0"/>
              </a:spcBef>
              <a:spcAft>
                <a:spcPts val="0"/>
              </a:spcAft>
              <a:defRPr lang="en-US" sz="30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30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30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30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3000" b="0" kern="1200" baseline="0" dirty="0" smtClean="0">
                <a:solidFill>
                  <a:schemeClr val="tx1"/>
                </a:solidFill>
                <a:latin typeface="Arial" pitchFamily="34" charset="0"/>
                <a:ea typeface="+mn-ea"/>
                <a:cs typeface="Arial" pitchFamily="34" charset="0"/>
              </a:defRPr>
            </a:lvl5pPr>
            <a:lvl6pPr marL="1706087" indent="-339709">
              <a:spcBef>
                <a:spcPts val="0"/>
              </a:spcBef>
              <a:spcAft>
                <a:spcPts val="0"/>
              </a:spcAft>
              <a:buClr>
                <a:schemeClr val="tx2"/>
              </a:buClr>
              <a:buSzPct val="70000"/>
              <a:buFont typeface="Wingdings" pitchFamily="2" charset="2"/>
              <a:buChar char="§"/>
              <a:defRPr lang="en-US" sz="3000" kern="1200" dirty="0" smtClean="0">
                <a:solidFill>
                  <a:schemeClr val="tx1"/>
                </a:solidFill>
                <a:latin typeface="Arial" pitchFamily="34" charset="0"/>
                <a:ea typeface="+mn-ea"/>
                <a:cs typeface="Arial" pitchFamily="34" charset="0"/>
              </a:defRPr>
            </a:lvl6pPr>
            <a:lvl7pPr marL="2038247" indent="-324608">
              <a:spcBef>
                <a:spcPts val="0"/>
              </a:spcBef>
              <a:spcAft>
                <a:spcPts val="0"/>
              </a:spcAft>
              <a:buClr>
                <a:schemeClr val="tx2"/>
              </a:buClr>
              <a:buSzPct val="70000"/>
              <a:buFont typeface="Arial" pitchFamily="34" charset="0"/>
              <a:buChar char="–"/>
              <a:defRPr sz="2000" baseline="0">
                <a:solidFill>
                  <a:schemeClr val="tx1"/>
                </a:solidFill>
                <a:latin typeface="+mn-lt"/>
                <a:cs typeface="Arial" pitchFamily="34" charset="0"/>
              </a:defRPr>
            </a:lvl7pPr>
            <a:lvl8pPr marL="1902365" indent="-271763">
              <a:spcBef>
                <a:spcPts val="0"/>
              </a:spcBef>
              <a:spcAft>
                <a:spcPts val="0"/>
              </a:spcAft>
              <a:buSzPct val="70000"/>
              <a:defRPr sz="2000" baseline="0">
                <a:latin typeface="Arial" pitchFamily="34" charset="0"/>
                <a:cs typeface="Arial" pitchFamily="34" charset="0"/>
              </a:defRPr>
            </a:lvl8pPr>
            <a:lvl9pPr marL="2168469" indent="-266106">
              <a:spcBef>
                <a:spcPts val="0"/>
              </a:spcBef>
              <a:spcAft>
                <a:spcPts val="0"/>
              </a:spcAft>
              <a:buSzPct val="70000"/>
              <a:buFont typeface="Arial" pitchFamily="34" charset="0"/>
              <a:buChar char="–"/>
              <a:defRPr sz="2000">
                <a:latin typeface="Arial" pitchFamily="34" charset="0"/>
                <a:cs typeface="Arial" pitchFamily="34" charset="0"/>
              </a:defRPr>
            </a:lvl9pPr>
          </a:lstStyle>
          <a:p>
            <a:pPr marL="345372" lvl="0" indent="-345372" algn="l" defTabSz="1087066"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79415" lvl="2" indent="-332155" algn="l" defTabSz="1087066"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1576" lvl="3" indent="-332155" algn="l" defTabSz="1087066"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51285" lvl="4" indent="-339709" algn="l" defTabSz="110971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6087" lvl="5" indent="-339709" algn="l" defTabSz="1087066" rtl="0" eaLnBrk="1" latinLnBrk="0" hangingPunct="1">
              <a:spcBef>
                <a:spcPts val="0"/>
              </a:spcBef>
              <a:spcAft>
                <a:spcPts val="0"/>
              </a:spcAft>
              <a:buClr>
                <a:schemeClr val="bg2"/>
              </a:buClr>
              <a:buSzPct val="60000"/>
              <a:buFont typeface="Wingdings" pitchFamily="2" charset="2"/>
              <a:buChar char="§"/>
            </a:pPr>
            <a:r>
              <a:rPr lang="en-US" dirty="0"/>
              <a:t>Fifth level</a:t>
            </a:r>
          </a:p>
        </p:txBody>
      </p:sp>
      <p:pic>
        <p:nvPicPr>
          <p:cNvPr id="5" name="Picture 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Tree>
    <p:extLst>
      <p:ext uri="{BB962C8B-B14F-4D97-AF65-F5344CB8AC3E}">
        <p14:creationId xmlns:p14="http://schemas.microsoft.com/office/powerpoint/2010/main" val="57970330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87.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21746" y="1527666"/>
            <a:ext cx="8969807" cy="60016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00" b="1" kern="1200" dirty="0">
                <a:solidFill>
                  <a:schemeClr val="tx2"/>
                </a:solidFill>
                <a:latin typeface="Arial" pitchFamily="34" charset="0"/>
                <a:ea typeface="+mj-ea"/>
                <a:cs typeface="Arial" pitchFamily="34" charset="0"/>
              </a:defRPr>
            </a:lvl1pPr>
          </a:lstStyle>
          <a:p>
            <a:pPr lvl="0" algn="l" defTabSz="1087066"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821770" y="3370295"/>
            <a:ext cx="9002897" cy="2813591"/>
          </a:xfrm>
          <a:prstGeom prst="rect">
            <a:avLst/>
          </a:prstGeom>
          <a:noFill/>
          <a:ln w="9525">
            <a:noFill/>
            <a:miter lim="800000"/>
            <a:headEnd/>
            <a:tailEnd/>
          </a:ln>
        </p:spPr>
        <p:txBody>
          <a:bodyPr wrap="square" lIns="0" tIns="0" rIns="0" bIns="0">
            <a:spAutoFit/>
          </a:bodyPr>
          <a:lstStyle/>
          <a:p>
            <a:pPr algn="just" defTabSz="1087066" fontAlgn="auto">
              <a:spcBef>
                <a:spcPts val="715"/>
              </a:spcBef>
              <a:spcAft>
                <a:spcPts val="0"/>
              </a:spcAft>
            </a:pPr>
            <a:r>
              <a:rPr lang="en-US" sz="1200" b="1" dirty="0">
                <a:solidFill>
                  <a:srgbClr val="6D6E71"/>
                </a:solidFill>
                <a:latin typeface="Arial"/>
              </a:rPr>
              <a:t>Disclaimer </a:t>
            </a:r>
          </a:p>
          <a:p>
            <a:pPr algn="just" defTabSz="1087066" fontAlgn="auto">
              <a:spcBef>
                <a:spcPts val="715"/>
              </a:spcBef>
              <a:spcAft>
                <a:spcPts val="0"/>
              </a:spcAft>
            </a:pPr>
            <a:r>
              <a:rPr lang="en-US" sz="1100" dirty="0">
                <a:solidFill>
                  <a:srgbClr val="6D6E71"/>
                </a:solidFill>
                <a:latin typeface="Arial"/>
              </a:rPr>
              <a:t>Tech Mahindra Limited, herein referred to as Tech Mahindra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 Mahindra or its subsidiaries. Any unauthorized use, disclosure or public dissemination of information contained herein is prohibited. Unless specifically noted, Tech Mahindra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 Mahindra. Information contained in a presentation hosted or promoted by Tech Mahindra is provided “as is” without warranty of any kind, either expressed or implied, including any warranty of merchantability or fitness for a particular purpose. Tech Mahindra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21757" y="2140701"/>
            <a:ext cx="8975995" cy="307777"/>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1087066" rtl="0" eaLnBrk="1" fontAlgn="base" latinLnBrk="0" hangingPunct="1">
              <a:spcBef>
                <a:spcPts val="0"/>
              </a:spcBef>
              <a:spcAft>
                <a:spcPct val="0"/>
              </a:spcAft>
              <a:buClr>
                <a:schemeClr val="tx2"/>
              </a:buClr>
              <a:buFont typeface="Arial" pitchFamily="34" charset="0"/>
              <a:buNone/>
              <a:defRPr lang="en-US" sz="20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172491377"/>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userDrawn="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2"/>
                </a:solidFill>
              </a:defRPr>
            </a:lvl1pPr>
          </a:lstStyle>
          <a:p>
            <a:r>
              <a:rPr lang="en-US" dirty="0"/>
              <a:t>Click to edit Master title style</a:t>
            </a:r>
          </a:p>
        </p:txBody>
      </p:sp>
      <p:sp>
        <p:nvSpPr>
          <p:cNvPr id="3" name="Text Placeholder 4"/>
          <p:cNvSpPr>
            <a:spLocks noGrp="1"/>
          </p:cNvSpPr>
          <p:nvPr>
            <p:ph type="body" sz="quarter" idx="10" hasCustomPrompt="1"/>
          </p:nvPr>
        </p:nvSpPr>
        <p:spPr>
          <a:xfrm>
            <a:off x="403752" y="1465882"/>
            <a:ext cx="11387826" cy="2046714"/>
          </a:xfrm>
        </p:spPr>
        <p:txBody>
          <a:bodyPr wrap="square">
            <a:spAutoFit/>
          </a:bodyPr>
          <a:lstStyle>
            <a:lvl1pPr>
              <a:spcBef>
                <a:spcPts val="0"/>
              </a:spcBef>
              <a:spcAft>
                <a:spcPts val="0"/>
              </a:spcAft>
              <a:defRPr sz="1900">
                <a:latin typeface="Arial" pitchFamily="34" charset="0"/>
                <a:cs typeface="Arial" pitchFamily="34" charset="0"/>
              </a:defRPr>
            </a:lvl1pPr>
            <a:lvl2pPr>
              <a:spcBef>
                <a:spcPts val="0"/>
              </a:spcBef>
              <a:spcAft>
                <a:spcPts val="0"/>
              </a:spcAft>
              <a:defRPr sz="1900">
                <a:latin typeface="Arial" pitchFamily="34" charset="0"/>
                <a:cs typeface="Arial" pitchFamily="34" charset="0"/>
              </a:defRPr>
            </a:lvl2pPr>
            <a:lvl3pPr>
              <a:spcBef>
                <a:spcPts val="0"/>
              </a:spcBef>
              <a:spcAft>
                <a:spcPts val="0"/>
              </a:spcAft>
              <a:defRPr sz="1900">
                <a:latin typeface="Arial" pitchFamily="34" charset="0"/>
                <a:cs typeface="Arial" pitchFamily="34" charset="0"/>
              </a:defRPr>
            </a:lvl3pPr>
            <a:lvl4pPr>
              <a:spcBef>
                <a:spcPts val="0"/>
              </a:spcBef>
              <a:spcAft>
                <a:spcPts val="0"/>
              </a:spcAft>
              <a:defRPr sz="1900">
                <a:latin typeface="Arial" pitchFamily="34" charset="0"/>
                <a:cs typeface="Arial" pitchFamily="34" charset="0"/>
              </a:defRPr>
            </a:lvl4pPr>
            <a:lvl5pPr>
              <a:spcBef>
                <a:spcPts val="0"/>
              </a:spcBef>
              <a:spcAft>
                <a:spcPts val="0"/>
              </a:spcAft>
              <a:defRPr sz="1900">
                <a:latin typeface="Arial" pitchFamily="34" charset="0"/>
                <a:cs typeface="Arial" pitchFamily="34" charset="0"/>
              </a:defRPr>
            </a:lvl5pPr>
            <a:lvl6pPr marL="1421683" indent="-283075">
              <a:spcBef>
                <a:spcPts val="0"/>
              </a:spcBef>
              <a:spcAft>
                <a:spcPts val="0"/>
              </a:spcAft>
              <a:buClr>
                <a:schemeClr val="tx2"/>
              </a:buClr>
              <a:buSzPct val="70000"/>
              <a:buFont typeface="Wingdings" pitchFamily="2" charset="2"/>
              <a:buChar char="§"/>
              <a:defRPr sz="1900">
                <a:latin typeface="Arial" pitchFamily="34" charset="0"/>
                <a:cs typeface="Arial" pitchFamily="34" charset="0"/>
              </a:defRPr>
            </a:lvl6pPr>
            <a:lvl7pPr marL="1698473" indent="-270497">
              <a:spcBef>
                <a:spcPts val="0"/>
              </a:spcBef>
              <a:spcAft>
                <a:spcPts val="0"/>
              </a:spcAft>
              <a:buClr>
                <a:srgbClr val="C00000"/>
              </a:buClr>
              <a:buSzPct val="70000"/>
              <a:buFont typeface="Arial" pitchFamily="34" charset="0"/>
              <a:buChar char="–"/>
              <a:defRPr sz="1900" baseline="0">
                <a:latin typeface="Arial" pitchFamily="34" charset="0"/>
                <a:cs typeface="Arial" pitchFamily="34" charset="0"/>
              </a:defRPr>
            </a:lvl7pPr>
            <a:lvl8pPr marL="1585238" indent="-226465">
              <a:spcBef>
                <a:spcPts val="0"/>
              </a:spcBef>
              <a:spcAft>
                <a:spcPts val="0"/>
              </a:spcAft>
              <a:buSzPct val="70000"/>
              <a:defRPr sz="1900" baseline="0">
                <a:latin typeface="Arial" pitchFamily="34" charset="0"/>
                <a:cs typeface="Arial" pitchFamily="34" charset="0"/>
              </a:defRPr>
            </a:lvl8pPr>
            <a:lvl9pPr marL="1806984" indent="-221746">
              <a:spcBef>
                <a:spcPts val="0"/>
              </a:spcBef>
              <a:spcAft>
                <a:spcPts val="0"/>
              </a:spcAft>
              <a:buSzPct val="70000"/>
              <a:buFont typeface="Arial" pitchFamily="34" charset="0"/>
              <a:buChar char="–"/>
              <a:defRPr sz="1900">
                <a:latin typeface="Arial" pitchFamily="34" charset="0"/>
                <a:cs typeface="Arial" pitchFamily="34" charset="0"/>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 </a:t>
            </a:r>
          </a:p>
        </p:txBody>
      </p:sp>
    </p:spTree>
    <p:extLst>
      <p:ext uri="{BB962C8B-B14F-4D97-AF65-F5344CB8AC3E}">
        <p14:creationId xmlns:p14="http://schemas.microsoft.com/office/powerpoint/2010/main" val="2772518968"/>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2141643"/>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1" y="0"/>
            <a:ext cx="12187239" cy="6859588"/>
          </a:xfrm>
          <a:prstGeom prst="rect">
            <a:avLst/>
          </a:prstGeom>
        </p:spPr>
      </p:pic>
      <p:pic>
        <p:nvPicPr>
          <p:cNvPr id="3" name="Picture 2" descr="Ridge.pdf"/>
          <p:cNvPicPr>
            <a:picLocks noChangeAspect="1"/>
          </p:cNvPicPr>
          <p:nvPr userDrawn="1"/>
        </p:nvPicPr>
        <p:blipFill>
          <a:blip r:embed="rId3" cstate="email"/>
          <a:stretch>
            <a:fillRect/>
          </a:stretch>
        </p:blipFill>
        <p:spPr bwMode="ltGray">
          <a:xfrm>
            <a:off x="613" y="43"/>
            <a:ext cx="3025650" cy="825692"/>
          </a:xfrm>
          <a:prstGeom prst="rect">
            <a:avLst/>
          </a:prstGeom>
        </p:spPr>
      </p:pic>
    </p:spTree>
    <p:extLst>
      <p:ext uri="{BB962C8B-B14F-4D97-AF65-F5344CB8AC3E}">
        <p14:creationId xmlns:p14="http://schemas.microsoft.com/office/powerpoint/2010/main" val="14865178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91.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2" y="1972174"/>
            <a:ext cx="5435592" cy="4163389"/>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49086" y="1972181"/>
            <a:ext cx="5126679" cy="1769715"/>
          </a:xfrm>
          <a:ln>
            <a:noFill/>
          </a:ln>
        </p:spPr>
        <p:txBody>
          <a:bodyPr wrap="square" lIns="0" tIns="0" rIns="0" bIns="0">
            <a:spAutoFit/>
          </a:bodyPr>
          <a:lstStyle>
            <a:lvl1pPr>
              <a:spcBef>
                <a:spcPts val="0"/>
              </a:spcBef>
              <a:spcAft>
                <a:spcPts val="0"/>
              </a:spcAft>
              <a:defRPr lang="en-US" sz="23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300" b="0" kern="1200" baseline="0" dirty="0" smtClean="0">
                <a:solidFill>
                  <a:schemeClr val="tx1"/>
                </a:solidFill>
                <a:latin typeface="+mn-lt"/>
                <a:ea typeface="+mn-ea"/>
                <a:cs typeface="Arial" pitchFamily="34" charset="0"/>
              </a:defRPr>
            </a:lvl2pPr>
            <a:lvl3pPr>
              <a:spcBef>
                <a:spcPts val="0"/>
              </a:spcBef>
              <a:spcAft>
                <a:spcPts val="0"/>
              </a:spcAft>
              <a:defRPr lang="en-US" sz="23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3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300" b="0" kern="1200" baseline="0" dirty="0" smtClean="0">
                <a:solidFill>
                  <a:schemeClr val="tx1"/>
                </a:solidFill>
                <a:latin typeface="Arial" pitchFamily="34" charset="0"/>
                <a:ea typeface="+mn-ea"/>
                <a:cs typeface="Arial" pitchFamily="34" charset="0"/>
              </a:defRPr>
            </a:lvl5pPr>
            <a:lvl6pPr marL="1458579" indent="-297789">
              <a:spcBef>
                <a:spcPts val="0"/>
              </a:spcBef>
              <a:spcAft>
                <a:spcPts val="0"/>
              </a:spcAft>
              <a:buSzPct val="70000"/>
              <a:defRPr lang="en-US" sz="2300" kern="1200" dirty="0" smtClean="0">
                <a:solidFill>
                  <a:schemeClr val="tx1"/>
                </a:solidFill>
                <a:latin typeface="Arial" pitchFamily="34" charset="0"/>
                <a:ea typeface="+mn-ea"/>
                <a:cs typeface="Arial" pitchFamily="34" charset="0"/>
              </a:defRPr>
            </a:lvl6pPr>
            <a:lvl7pPr marL="1750301" indent="-291714">
              <a:spcBef>
                <a:spcPts val="0"/>
              </a:spcBef>
              <a:spcAft>
                <a:spcPts val="0"/>
              </a:spcAft>
              <a:buSzPct val="70000"/>
              <a:buFont typeface="Arial" pitchFamily="34" charset="0"/>
              <a:buChar char="–"/>
              <a:defRPr sz="2300" baseline="0">
                <a:latin typeface="+mj-lt"/>
              </a:defRPr>
            </a:lvl7pPr>
            <a:lvl8pPr marL="2042018" indent="-291714">
              <a:spcBef>
                <a:spcPts val="0"/>
              </a:spcBef>
              <a:spcAft>
                <a:spcPts val="0"/>
              </a:spcAft>
              <a:buSzPct val="70000"/>
              <a:defRPr sz="2300" baseline="0">
                <a:latin typeface="+mj-lt"/>
              </a:defRPr>
            </a:lvl8pPr>
            <a:lvl9pPr marL="2327649" indent="-285643">
              <a:spcBef>
                <a:spcPts val="0"/>
              </a:spcBef>
              <a:spcAft>
                <a:spcPts val="0"/>
              </a:spcAft>
              <a:buSzPct val="70000"/>
              <a:buFont typeface="Arial" pitchFamily="34" charset="0"/>
              <a:buChar char="–"/>
              <a:defRPr sz="2300">
                <a:latin typeface="+mj-lt"/>
              </a:defRPr>
            </a:lvl9pPr>
          </a:lstStyle>
          <a:p>
            <a:pPr marL="370727" lvl="0" indent="-370727" algn="l" defTabSz="1166869"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9290" lvl="2" indent="-356541" algn="l" defTabSz="1166869"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5837" lvl="3" indent="-356541" algn="l" defTabSz="1166869"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50481" lvl="4" indent="-364640" algn="l" defTabSz="1191180"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1337" lvl="5" indent="-364640" algn="l" defTabSz="1166869"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170" y="727249"/>
            <a:ext cx="10964283"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6869"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06" y="1270795"/>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3257603"/>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p:cSld name="7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10" y="719278"/>
            <a:ext cx="10962166" cy="47705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100" b="1" kern="1200" dirty="0">
                <a:solidFill>
                  <a:schemeClr val="tx2"/>
                </a:solidFill>
                <a:latin typeface="Arial" pitchFamily="34" charset="0"/>
                <a:ea typeface="+mj-ea"/>
                <a:cs typeface="Arial" pitchFamily="34" charset="0"/>
              </a:defRPr>
            </a:lvl1pPr>
          </a:lstStyle>
          <a:p>
            <a:pPr lvl="0" algn="l" defTabSz="1166869"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6" y="1972181"/>
            <a:ext cx="10962167" cy="1769715"/>
          </a:xfrm>
        </p:spPr>
        <p:txBody>
          <a:bodyPr wrap="square">
            <a:spAutoFit/>
          </a:bodyPr>
          <a:lstStyle>
            <a:lvl1pPr algn="l" rtl="0" eaLnBrk="1" latinLnBrk="0" hangingPunct="1">
              <a:spcBef>
                <a:spcPts val="0"/>
              </a:spcBef>
              <a:spcAft>
                <a:spcPts val="0"/>
              </a:spcAft>
              <a:buClr>
                <a:schemeClr val="bg2"/>
              </a:buClr>
              <a:buSzPct val="120000"/>
              <a:defRPr lang="en-US" sz="23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3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5pPr>
            <a:lvl6pPr marL="1831337" indent="-364640">
              <a:spcBef>
                <a:spcPts val="0"/>
              </a:spcBef>
              <a:spcAft>
                <a:spcPts val="0"/>
              </a:spcAft>
              <a:buClr>
                <a:schemeClr val="tx2"/>
              </a:buClr>
              <a:buSzPct val="70000"/>
              <a:buFont typeface="Wingdings" pitchFamily="2" charset="2"/>
              <a:buChar char="§"/>
              <a:defRPr lang="en-US" sz="2300" kern="1200" dirty="0" smtClean="0">
                <a:solidFill>
                  <a:schemeClr val="tx1"/>
                </a:solidFill>
                <a:latin typeface="Arial" pitchFamily="34" charset="0"/>
                <a:ea typeface="+mn-ea"/>
                <a:cs typeface="Arial" pitchFamily="34" charset="0"/>
              </a:defRPr>
            </a:lvl6pPr>
            <a:lvl7pPr marL="2187871" indent="-348445">
              <a:spcBef>
                <a:spcPts val="0"/>
              </a:spcBef>
              <a:spcAft>
                <a:spcPts val="0"/>
              </a:spcAft>
              <a:buClr>
                <a:schemeClr val="tx2"/>
              </a:buClr>
              <a:buSzPct val="70000"/>
              <a:buFont typeface="Arial" pitchFamily="34" charset="0"/>
              <a:buChar char="–"/>
              <a:defRPr sz="2300" baseline="0">
                <a:solidFill>
                  <a:schemeClr val="tx1"/>
                </a:solidFill>
                <a:latin typeface="+mn-lt"/>
                <a:cs typeface="Arial" pitchFamily="34" charset="0"/>
              </a:defRPr>
            </a:lvl7pPr>
            <a:lvl8pPr marL="2042018" indent="-291714">
              <a:spcBef>
                <a:spcPts val="0"/>
              </a:spcBef>
              <a:spcAft>
                <a:spcPts val="0"/>
              </a:spcAft>
              <a:buSzPct val="70000"/>
              <a:defRPr sz="2300" baseline="0">
                <a:latin typeface="Arial" pitchFamily="34" charset="0"/>
                <a:cs typeface="Arial" pitchFamily="34" charset="0"/>
              </a:defRPr>
            </a:lvl8pPr>
            <a:lvl9pPr marL="2327649" indent="-285643">
              <a:spcBef>
                <a:spcPts val="0"/>
              </a:spcBef>
              <a:spcAft>
                <a:spcPts val="0"/>
              </a:spcAft>
              <a:buSzPct val="70000"/>
              <a:buFont typeface="Arial" pitchFamily="34" charset="0"/>
              <a:buChar char="–"/>
              <a:defRPr sz="2300">
                <a:latin typeface="Arial" pitchFamily="34" charset="0"/>
                <a:cs typeface="Arial" pitchFamily="34" charset="0"/>
              </a:defRPr>
            </a:lvl9pPr>
          </a:lstStyle>
          <a:p>
            <a:pPr marL="370727" lvl="0" indent="-370727" algn="l" defTabSz="1166869"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9290" lvl="2" indent="-356541" algn="l" defTabSz="1166869"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5837" lvl="3" indent="-356541" algn="l" defTabSz="1166869"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50481" lvl="4" indent="-364640" algn="l" defTabSz="1191180"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1337" lvl="5" indent="-364640" algn="l" defTabSz="1166869"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106" y="1146081"/>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77727893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93.xml><?xml version="1.0" encoding="utf-8"?>
<p:sldLayout xmlns:a="http://schemas.openxmlformats.org/drawingml/2006/main" xmlns:r="http://schemas.openxmlformats.org/officeDocument/2006/relationships" xmlns:p="http://schemas.openxmlformats.org/presentationml/2006/main">
  <p:cSld name="8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10" y="719278"/>
            <a:ext cx="10962166" cy="47705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100" b="1" kern="1200" dirty="0">
                <a:solidFill>
                  <a:schemeClr val="tx2"/>
                </a:solidFill>
                <a:latin typeface="Arial" pitchFamily="34" charset="0"/>
                <a:ea typeface="+mj-ea"/>
                <a:cs typeface="Arial" pitchFamily="34" charset="0"/>
              </a:defRPr>
            </a:lvl1pPr>
          </a:lstStyle>
          <a:p>
            <a:pPr lvl="0" algn="l" defTabSz="1166869"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6" y="1972181"/>
            <a:ext cx="10962167" cy="1769715"/>
          </a:xfrm>
        </p:spPr>
        <p:txBody>
          <a:bodyPr wrap="square">
            <a:spAutoFit/>
          </a:bodyPr>
          <a:lstStyle>
            <a:lvl1pPr algn="l" rtl="0" eaLnBrk="1" latinLnBrk="0" hangingPunct="1">
              <a:spcBef>
                <a:spcPts val="0"/>
              </a:spcBef>
              <a:spcAft>
                <a:spcPts val="0"/>
              </a:spcAft>
              <a:buClr>
                <a:schemeClr val="bg2"/>
              </a:buClr>
              <a:buSzPct val="120000"/>
              <a:defRPr lang="en-US" sz="23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3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5pPr>
            <a:lvl6pPr marL="1831337" indent="-364640">
              <a:spcBef>
                <a:spcPts val="0"/>
              </a:spcBef>
              <a:spcAft>
                <a:spcPts val="0"/>
              </a:spcAft>
              <a:buClr>
                <a:schemeClr val="tx2"/>
              </a:buClr>
              <a:buSzPct val="70000"/>
              <a:buFont typeface="Wingdings" pitchFamily="2" charset="2"/>
              <a:buChar char="§"/>
              <a:defRPr lang="en-US" sz="2300" kern="1200" dirty="0" smtClean="0">
                <a:solidFill>
                  <a:schemeClr val="tx1"/>
                </a:solidFill>
                <a:latin typeface="Arial" pitchFamily="34" charset="0"/>
                <a:ea typeface="+mn-ea"/>
                <a:cs typeface="Arial" pitchFamily="34" charset="0"/>
              </a:defRPr>
            </a:lvl6pPr>
            <a:lvl7pPr marL="2187871" indent="-348445">
              <a:spcBef>
                <a:spcPts val="0"/>
              </a:spcBef>
              <a:spcAft>
                <a:spcPts val="0"/>
              </a:spcAft>
              <a:buClr>
                <a:schemeClr val="tx2"/>
              </a:buClr>
              <a:buSzPct val="70000"/>
              <a:buFont typeface="Arial" pitchFamily="34" charset="0"/>
              <a:buChar char="–"/>
              <a:defRPr sz="2300" baseline="0">
                <a:solidFill>
                  <a:schemeClr val="tx1"/>
                </a:solidFill>
                <a:latin typeface="+mn-lt"/>
                <a:cs typeface="Arial" pitchFamily="34" charset="0"/>
              </a:defRPr>
            </a:lvl7pPr>
            <a:lvl8pPr marL="2042018" indent="-291714">
              <a:spcBef>
                <a:spcPts val="0"/>
              </a:spcBef>
              <a:spcAft>
                <a:spcPts val="0"/>
              </a:spcAft>
              <a:buSzPct val="70000"/>
              <a:defRPr sz="2300" baseline="0">
                <a:latin typeface="Arial" pitchFamily="34" charset="0"/>
                <a:cs typeface="Arial" pitchFamily="34" charset="0"/>
              </a:defRPr>
            </a:lvl8pPr>
            <a:lvl9pPr marL="2327649" indent="-285643">
              <a:spcBef>
                <a:spcPts val="0"/>
              </a:spcBef>
              <a:spcAft>
                <a:spcPts val="0"/>
              </a:spcAft>
              <a:buSzPct val="70000"/>
              <a:buFont typeface="Arial" pitchFamily="34" charset="0"/>
              <a:buChar char="–"/>
              <a:defRPr sz="2300">
                <a:latin typeface="Arial" pitchFamily="34" charset="0"/>
                <a:cs typeface="Arial" pitchFamily="34" charset="0"/>
              </a:defRPr>
            </a:lvl9pPr>
          </a:lstStyle>
          <a:p>
            <a:pPr marL="370727" lvl="0" indent="-370727" algn="l" defTabSz="1166869"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9290" lvl="2" indent="-356541" algn="l" defTabSz="1166869"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5837" lvl="3" indent="-356541" algn="l" defTabSz="1166869"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50481" lvl="4" indent="-364640" algn="l" defTabSz="1191180"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1337" lvl="5" indent="-364640" algn="l" defTabSz="1166869"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106" y="1146081"/>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1091145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94.xml><?xml version="1.0" encoding="utf-8"?>
<p:sldLayout xmlns:a="http://schemas.openxmlformats.org/drawingml/2006/main" xmlns:r="http://schemas.openxmlformats.org/officeDocument/2006/relationships" xmlns:p="http://schemas.openxmlformats.org/presentationml/2006/main">
  <p:cSld name="9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10" y="719278"/>
            <a:ext cx="10962166" cy="47705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100" b="1" kern="1200" dirty="0">
                <a:solidFill>
                  <a:schemeClr val="tx2"/>
                </a:solidFill>
                <a:latin typeface="Arial" pitchFamily="34" charset="0"/>
                <a:ea typeface="+mj-ea"/>
                <a:cs typeface="Arial" pitchFamily="34" charset="0"/>
              </a:defRPr>
            </a:lvl1pPr>
          </a:lstStyle>
          <a:p>
            <a:pPr lvl="0" algn="l" defTabSz="1166869"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6" y="1972181"/>
            <a:ext cx="10962167" cy="1769715"/>
          </a:xfrm>
        </p:spPr>
        <p:txBody>
          <a:bodyPr wrap="square">
            <a:spAutoFit/>
          </a:bodyPr>
          <a:lstStyle>
            <a:lvl1pPr algn="l" rtl="0" eaLnBrk="1" latinLnBrk="0" hangingPunct="1">
              <a:spcBef>
                <a:spcPts val="0"/>
              </a:spcBef>
              <a:spcAft>
                <a:spcPts val="0"/>
              </a:spcAft>
              <a:buClr>
                <a:schemeClr val="bg2"/>
              </a:buClr>
              <a:buSzPct val="120000"/>
              <a:defRPr lang="en-US" sz="23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3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5pPr>
            <a:lvl6pPr marL="1831337" indent="-364640">
              <a:spcBef>
                <a:spcPts val="0"/>
              </a:spcBef>
              <a:spcAft>
                <a:spcPts val="0"/>
              </a:spcAft>
              <a:buClr>
                <a:schemeClr val="tx2"/>
              </a:buClr>
              <a:buSzPct val="70000"/>
              <a:buFont typeface="Wingdings" pitchFamily="2" charset="2"/>
              <a:buChar char="§"/>
              <a:defRPr lang="en-US" sz="2300" kern="1200" dirty="0" smtClean="0">
                <a:solidFill>
                  <a:schemeClr val="tx1"/>
                </a:solidFill>
                <a:latin typeface="Arial" pitchFamily="34" charset="0"/>
                <a:ea typeface="+mn-ea"/>
                <a:cs typeface="Arial" pitchFamily="34" charset="0"/>
              </a:defRPr>
            </a:lvl6pPr>
            <a:lvl7pPr marL="2187871" indent="-348445">
              <a:spcBef>
                <a:spcPts val="0"/>
              </a:spcBef>
              <a:spcAft>
                <a:spcPts val="0"/>
              </a:spcAft>
              <a:buClr>
                <a:schemeClr val="tx2"/>
              </a:buClr>
              <a:buSzPct val="70000"/>
              <a:buFont typeface="Arial" pitchFamily="34" charset="0"/>
              <a:buChar char="–"/>
              <a:defRPr sz="2300" baseline="0">
                <a:solidFill>
                  <a:schemeClr val="tx1"/>
                </a:solidFill>
                <a:latin typeface="+mn-lt"/>
                <a:cs typeface="Arial" pitchFamily="34" charset="0"/>
              </a:defRPr>
            </a:lvl7pPr>
            <a:lvl8pPr marL="2042018" indent="-291714">
              <a:spcBef>
                <a:spcPts val="0"/>
              </a:spcBef>
              <a:spcAft>
                <a:spcPts val="0"/>
              </a:spcAft>
              <a:buSzPct val="70000"/>
              <a:defRPr sz="2300" baseline="0">
                <a:latin typeface="Arial" pitchFamily="34" charset="0"/>
                <a:cs typeface="Arial" pitchFamily="34" charset="0"/>
              </a:defRPr>
            </a:lvl8pPr>
            <a:lvl9pPr marL="2327649" indent="-285643">
              <a:spcBef>
                <a:spcPts val="0"/>
              </a:spcBef>
              <a:spcAft>
                <a:spcPts val="0"/>
              </a:spcAft>
              <a:buSzPct val="70000"/>
              <a:buFont typeface="Arial" pitchFamily="34" charset="0"/>
              <a:buChar char="–"/>
              <a:defRPr sz="2300">
                <a:latin typeface="Arial" pitchFamily="34" charset="0"/>
                <a:cs typeface="Arial" pitchFamily="34" charset="0"/>
              </a:defRPr>
            </a:lvl9pPr>
          </a:lstStyle>
          <a:p>
            <a:pPr marL="370727" lvl="0" indent="-370727" algn="l" defTabSz="1166869"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9290" lvl="2" indent="-356541" algn="l" defTabSz="1166869"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5837" lvl="3" indent="-356541" algn="l" defTabSz="1166869"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50481" lvl="4" indent="-364640" algn="l" defTabSz="1191180"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1337" lvl="5" indent="-364640" algn="l" defTabSz="1166869"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106" y="1146081"/>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81634229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95.xml><?xml version="1.0" encoding="utf-8"?>
<p:sldLayout xmlns:a="http://schemas.openxmlformats.org/drawingml/2006/main" xmlns:r="http://schemas.openxmlformats.org/officeDocument/2006/relationships" xmlns:p="http://schemas.openxmlformats.org/presentationml/2006/main" userDrawn="1">
  <p:cSld name="12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10" y="719345"/>
            <a:ext cx="10962166"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837"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06" y="6630951"/>
            <a:ext cx="7810664" cy="184666"/>
          </a:xfrm>
          <a:prstGeom prst="rect">
            <a:avLst/>
          </a:prstGeom>
          <a:noFill/>
          <a:ln w="9525">
            <a:noFill/>
            <a:miter lim="800000"/>
            <a:headEnd/>
            <a:tailEnd/>
          </a:ln>
        </p:spPr>
        <p:txBody>
          <a:bodyPr wrap="none" lIns="0" tIns="0" rIns="0" bIns="0">
            <a:spAutoFit/>
          </a:bodyPr>
          <a:lstStyle/>
          <a:p>
            <a:pPr defTabSz="1165837" fontAlgn="auto">
              <a:spcBef>
                <a:spcPts val="0"/>
              </a:spcBef>
              <a:spcAft>
                <a:spcPts val="0"/>
              </a:spcAft>
              <a:defRPr/>
            </a:pPr>
            <a:r>
              <a:rPr lang="en-US" sz="1200" dirty="0">
                <a:solidFill>
                  <a:srgbClr val="6D6E71"/>
                </a:solidFill>
                <a:latin typeface="Arial"/>
              </a:rPr>
              <a:t> The contents in this document are </a:t>
            </a:r>
            <a:r>
              <a:rPr lang="en-US" sz="1200" dirty="0">
                <a:solidFill>
                  <a:prstClr val="white">
                    <a:lumMod val="50000"/>
                  </a:prstClr>
                </a:solidFill>
                <a:latin typeface="Arial"/>
                <a:ea typeface="Times New Roman"/>
              </a:rPr>
              <a:t>Confidential &amp; Proprietary</a:t>
            </a:r>
            <a:r>
              <a:rPr lang="en-US" sz="1200" dirty="0">
                <a:solidFill>
                  <a:prstClr val="white">
                    <a:lumMod val="50000"/>
                  </a:prstClr>
                </a:solidFill>
                <a:latin typeface="Arial"/>
              </a:rPr>
              <a:t>. </a:t>
            </a:r>
            <a:r>
              <a:rPr lang="en-US" sz="1200" dirty="0">
                <a:solidFill>
                  <a:srgbClr val="6D6E71"/>
                </a:solidFill>
                <a:latin typeface="Arial"/>
              </a:rPr>
              <a:t>Copyright © 2016 Tech Mahindra. All rights reserved.</a:t>
            </a:r>
          </a:p>
        </p:txBody>
      </p:sp>
      <p:sp>
        <p:nvSpPr>
          <p:cNvPr id="6" name="Slide Number Placeholder 5"/>
          <p:cNvSpPr txBox="1">
            <a:spLocks/>
          </p:cNvSpPr>
          <p:nvPr userDrawn="1"/>
        </p:nvSpPr>
        <p:spPr bwMode="auto">
          <a:xfrm>
            <a:off x="11668750" y="6600234"/>
            <a:ext cx="299313" cy="184666"/>
          </a:xfrm>
          <a:prstGeom prst="rect">
            <a:avLst/>
          </a:prstGeom>
          <a:noFill/>
          <a:ln w="9525">
            <a:noFill/>
            <a:miter lim="800000"/>
            <a:headEnd/>
            <a:tailEnd/>
          </a:ln>
        </p:spPr>
        <p:txBody>
          <a:bodyPr wrap="none" lIns="0" tIns="0" rIns="0" bIns="0" anchor="ctr">
            <a:spAutoFit/>
          </a:bodyPr>
          <a:lstStyle/>
          <a:p>
            <a:pPr algn="r" defTabSz="1165837" fontAlgn="auto">
              <a:spcBef>
                <a:spcPts val="0"/>
              </a:spcBef>
              <a:spcAft>
                <a:spcPts val="0"/>
              </a:spcAft>
              <a:defRPr/>
            </a:pPr>
            <a:fld id="{6856ECDB-1CEE-4F69-ADCA-557460F2116E}" type="slidenum">
              <a:rPr lang="en-US" sz="1200">
                <a:solidFill>
                  <a:srgbClr val="6D6E71"/>
                </a:solidFill>
                <a:latin typeface="Arial"/>
              </a:rPr>
              <a:pPr algn="r" defTabSz="1165837"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43"/>
            <a:ext cx="3025650" cy="825692"/>
          </a:xfrm>
          <a:prstGeom prst="rect">
            <a:avLst/>
          </a:prstGeom>
        </p:spPr>
      </p:pic>
    </p:spTree>
    <p:extLst>
      <p:ext uri="{BB962C8B-B14F-4D97-AF65-F5344CB8AC3E}">
        <p14:creationId xmlns:p14="http://schemas.microsoft.com/office/powerpoint/2010/main" val="193897242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96.xml><?xml version="1.0" encoding="utf-8"?>
<p:sldLayout xmlns:a="http://schemas.openxmlformats.org/drawingml/2006/main" xmlns:r="http://schemas.openxmlformats.org/officeDocument/2006/relationships" xmlns:p="http://schemas.openxmlformats.org/presentationml/2006/main" userDrawn="1">
  <p:cSld name="13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10" y="719345"/>
            <a:ext cx="10962166"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837"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06" y="6630951"/>
            <a:ext cx="7810664" cy="184666"/>
          </a:xfrm>
          <a:prstGeom prst="rect">
            <a:avLst/>
          </a:prstGeom>
          <a:noFill/>
          <a:ln w="9525">
            <a:noFill/>
            <a:miter lim="800000"/>
            <a:headEnd/>
            <a:tailEnd/>
          </a:ln>
        </p:spPr>
        <p:txBody>
          <a:bodyPr wrap="none" lIns="0" tIns="0" rIns="0" bIns="0">
            <a:spAutoFit/>
          </a:bodyPr>
          <a:lstStyle/>
          <a:p>
            <a:pPr defTabSz="1165837" fontAlgn="auto">
              <a:spcBef>
                <a:spcPts val="0"/>
              </a:spcBef>
              <a:spcAft>
                <a:spcPts val="0"/>
              </a:spcAft>
              <a:defRPr/>
            </a:pPr>
            <a:r>
              <a:rPr lang="en-US" sz="1200" dirty="0">
                <a:solidFill>
                  <a:srgbClr val="6D6E71"/>
                </a:solidFill>
                <a:latin typeface="Arial"/>
              </a:rPr>
              <a:t> The contents in this document are </a:t>
            </a:r>
            <a:r>
              <a:rPr lang="en-US" sz="1200" dirty="0">
                <a:solidFill>
                  <a:prstClr val="white">
                    <a:lumMod val="50000"/>
                  </a:prstClr>
                </a:solidFill>
                <a:latin typeface="Arial"/>
                <a:ea typeface="Times New Roman"/>
              </a:rPr>
              <a:t>Confidential &amp; Proprietary</a:t>
            </a:r>
            <a:r>
              <a:rPr lang="en-US" sz="1200" dirty="0">
                <a:solidFill>
                  <a:prstClr val="white">
                    <a:lumMod val="50000"/>
                  </a:prstClr>
                </a:solidFill>
                <a:latin typeface="Arial"/>
              </a:rPr>
              <a:t>. </a:t>
            </a:r>
            <a:r>
              <a:rPr lang="en-US" sz="1200" dirty="0">
                <a:solidFill>
                  <a:srgbClr val="6D6E71"/>
                </a:solidFill>
                <a:latin typeface="Arial"/>
              </a:rPr>
              <a:t>Copyright © 2016 Tech Mahindra. All rights reserved.</a:t>
            </a:r>
          </a:p>
        </p:txBody>
      </p:sp>
      <p:sp>
        <p:nvSpPr>
          <p:cNvPr id="6" name="Slide Number Placeholder 5"/>
          <p:cNvSpPr txBox="1">
            <a:spLocks/>
          </p:cNvSpPr>
          <p:nvPr userDrawn="1"/>
        </p:nvSpPr>
        <p:spPr bwMode="auto">
          <a:xfrm>
            <a:off x="11668750" y="6600234"/>
            <a:ext cx="299313" cy="184666"/>
          </a:xfrm>
          <a:prstGeom prst="rect">
            <a:avLst/>
          </a:prstGeom>
          <a:noFill/>
          <a:ln w="9525">
            <a:noFill/>
            <a:miter lim="800000"/>
            <a:headEnd/>
            <a:tailEnd/>
          </a:ln>
        </p:spPr>
        <p:txBody>
          <a:bodyPr wrap="none" lIns="0" tIns="0" rIns="0" bIns="0" anchor="ctr">
            <a:spAutoFit/>
          </a:bodyPr>
          <a:lstStyle/>
          <a:p>
            <a:pPr algn="r" defTabSz="1165837" fontAlgn="auto">
              <a:spcBef>
                <a:spcPts val="0"/>
              </a:spcBef>
              <a:spcAft>
                <a:spcPts val="0"/>
              </a:spcAft>
              <a:defRPr/>
            </a:pPr>
            <a:fld id="{6856ECDB-1CEE-4F69-ADCA-557460F2116E}" type="slidenum">
              <a:rPr lang="en-US" sz="1200">
                <a:solidFill>
                  <a:srgbClr val="6D6E71"/>
                </a:solidFill>
                <a:latin typeface="Arial"/>
              </a:rPr>
              <a:pPr algn="r" defTabSz="1165837"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43"/>
            <a:ext cx="3025650" cy="825692"/>
          </a:xfrm>
          <a:prstGeom prst="rect">
            <a:avLst/>
          </a:prstGeom>
        </p:spPr>
      </p:pic>
    </p:spTree>
    <p:extLst>
      <p:ext uri="{BB962C8B-B14F-4D97-AF65-F5344CB8AC3E}">
        <p14:creationId xmlns:p14="http://schemas.microsoft.com/office/powerpoint/2010/main" val="270316948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97.xml><?xml version="1.0" encoding="utf-8"?>
<p:sldLayout xmlns:a="http://schemas.openxmlformats.org/drawingml/2006/main" xmlns:r="http://schemas.openxmlformats.org/officeDocument/2006/relationships" xmlns:p="http://schemas.openxmlformats.org/presentationml/2006/main" userDrawn="1">
  <p:cSld name="15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10" y="719345"/>
            <a:ext cx="10962166"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837"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06" y="6630951"/>
            <a:ext cx="7810664" cy="184666"/>
          </a:xfrm>
          <a:prstGeom prst="rect">
            <a:avLst/>
          </a:prstGeom>
          <a:noFill/>
          <a:ln w="9525">
            <a:noFill/>
            <a:miter lim="800000"/>
            <a:headEnd/>
            <a:tailEnd/>
          </a:ln>
        </p:spPr>
        <p:txBody>
          <a:bodyPr wrap="none" lIns="0" tIns="0" rIns="0" bIns="0">
            <a:spAutoFit/>
          </a:bodyPr>
          <a:lstStyle/>
          <a:p>
            <a:pPr defTabSz="1165837" fontAlgn="auto">
              <a:spcBef>
                <a:spcPts val="0"/>
              </a:spcBef>
              <a:spcAft>
                <a:spcPts val="0"/>
              </a:spcAft>
              <a:defRPr/>
            </a:pPr>
            <a:r>
              <a:rPr lang="en-US" sz="1200" dirty="0">
                <a:solidFill>
                  <a:srgbClr val="6D6E71"/>
                </a:solidFill>
                <a:latin typeface="Arial"/>
              </a:rPr>
              <a:t> The contents in this document are </a:t>
            </a:r>
            <a:r>
              <a:rPr lang="en-US" sz="1200" dirty="0">
                <a:solidFill>
                  <a:prstClr val="white">
                    <a:lumMod val="50000"/>
                  </a:prstClr>
                </a:solidFill>
                <a:latin typeface="Arial"/>
                <a:ea typeface="Times New Roman"/>
              </a:rPr>
              <a:t>Confidential &amp; Proprietary</a:t>
            </a:r>
            <a:r>
              <a:rPr lang="en-US" sz="1200" dirty="0">
                <a:solidFill>
                  <a:prstClr val="white">
                    <a:lumMod val="50000"/>
                  </a:prstClr>
                </a:solidFill>
                <a:latin typeface="Arial"/>
              </a:rPr>
              <a:t>. </a:t>
            </a:r>
            <a:r>
              <a:rPr lang="en-US" sz="1200" dirty="0">
                <a:solidFill>
                  <a:srgbClr val="6D6E71"/>
                </a:solidFill>
                <a:latin typeface="Arial"/>
              </a:rPr>
              <a:t>Copyright © 2016 Tech Mahindra. All rights reserved.</a:t>
            </a:r>
          </a:p>
        </p:txBody>
      </p:sp>
      <p:sp>
        <p:nvSpPr>
          <p:cNvPr id="6" name="Slide Number Placeholder 5"/>
          <p:cNvSpPr txBox="1">
            <a:spLocks/>
          </p:cNvSpPr>
          <p:nvPr userDrawn="1"/>
        </p:nvSpPr>
        <p:spPr bwMode="auto">
          <a:xfrm>
            <a:off x="11668750" y="6600234"/>
            <a:ext cx="299313" cy="184666"/>
          </a:xfrm>
          <a:prstGeom prst="rect">
            <a:avLst/>
          </a:prstGeom>
          <a:noFill/>
          <a:ln w="9525">
            <a:noFill/>
            <a:miter lim="800000"/>
            <a:headEnd/>
            <a:tailEnd/>
          </a:ln>
        </p:spPr>
        <p:txBody>
          <a:bodyPr wrap="none" lIns="0" tIns="0" rIns="0" bIns="0" anchor="ctr">
            <a:spAutoFit/>
          </a:bodyPr>
          <a:lstStyle/>
          <a:p>
            <a:pPr algn="r" defTabSz="1165837" fontAlgn="auto">
              <a:spcBef>
                <a:spcPts val="0"/>
              </a:spcBef>
              <a:spcAft>
                <a:spcPts val="0"/>
              </a:spcAft>
              <a:defRPr/>
            </a:pPr>
            <a:fld id="{6856ECDB-1CEE-4F69-ADCA-557460F2116E}" type="slidenum">
              <a:rPr lang="en-US" sz="1200">
                <a:solidFill>
                  <a:srgbClr val="6D6E71"/>
                </a:solidFill>
                <a:latin typeface="Arial"/>
              </a:rPr>
              <a:pPr algn="r" defTabSz="1165837"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43"/>
            <a:ext cx="3025650" cy="825692"/>
          </a:xfrm>
          <a:prstGeom prst="rect">
            <a:avLst/>
          </a:prstGeom>
        </p:spPr>
      </p:pic>
    </p:spTree>
    <p:extLst>
      <p:ext uri="{BB962C8B-B14F-4D97-AF65-F5344CB8AC3E}">
        <p14:creationId xmlns:p14="http://schemas.microsoft.com/office/powerpoint/2010/main" val="250816524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98.xml><?xml version="1.0" encoding="utf-8"?>
<p:sldLayout xmlns:a="http://schemas.openxmlformats.org/drawingml/2006/main" xmlns:r="http://schemas.openxmlformats.org/officeDocument/2006/relationships" xmlns:p="http://schemas.openxmlformats.org/presentationml/2006/main" userDrawn="1">
  <p:cSld name="16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10" y="719345"/>
            <a:ext cx="10962166"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837"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06" y="6630951"/>
            <a:ext cx="7810664" cy="184666"/>
          </a:xfrm>
          <a:prstGeom prst="rect">
            <a:avLst/>
          </a:prstGeom>
          <a:noFill/>
          <a:ln w="9525">
            <a:noFill/>
            <a:miter lim="800000"/>
            <a:headEnd/>
            <a:tailEnd/>
          </a:ln>
        </p:spPr>
        <p:txBody>
          <a:bodyPr wrap="none" lIns="0" tIns="0" rIns="0" bIns="0">
            <a:spAutoFit/>
          </a:bodyPr>
          <a:lstStyle/>
          <a:p>
            <a:pPr defTabSz="1165837" fontAlgn="auto">
              <a:spcBef>
                <a:spcPts val="0"/>
              </a:spcBef>
              <a:spcAft>
                <a:spcPts val="0"/>
              </a:spcAft>
              <a:defRPr/>
            </a:pPr>
            <a:r>
              <a:rPr lang="en-US" sz="1200" dirty="0">
                <a:solidFill>
                  <a:srgbClr val="6D6E71"/>
                </a:solidFill>
                <a:latin typeface="Arial"/>
              </a:rPr>
              <a:t> The contents in this document are </a:t>
            </a:r>
            <a:r>
              <a:rPr lang="en-US" sz="1200" dirty="0">
                <a:solidFill>
                  <a:prstClr val="white">
                    <a:lumMod val="50000"/>
                  </a:prstClr>
                </a:solidFill>
                <a:latin typeface="Arial"/>
                <a:ea typeface="Times New Roman"/>
              </a:rPr>
              <a:t>Confidential &amp; Proprietary</a:t>
            </a:r>
            <a:r>
              <a:rPr lang="en-US" sz="1200" dirty="0">
                <a:solidFill>
                  <a:prstClr val="white">
                    <a:lumMod val="50000"/>
                  </a:prstClr>
                </a:solidFill>
                <a:latin typeface="Arial"/>
              </a:rPr>
              <a:t>. </a:t>
            </a:r>
            <a:r>
              <a:rPr lang="en-US" sz="1200" dirty="0">
                <a:solidFill>
                  <a:srgbClr val="6D6E71"/>
                </a:solidFill>
                <a:latin typeface="Arial"/>
              </a:rPr>
              <a:t>Copyright © 2016 Tech Mahindra. All rights reserved.</a:t>
            </a:r>
          </a:p>
        </p:txBody>
      </p:sp>
      <p:sp>
        <p:nvSpPr>
          <p:cNvPr id="6" name="Slide Number Placeholder 5"/>
          <p:cNvSpPr txBox="1">
            <a:spLocks/>
          </p:cNvSpPr>
          <p:nvPr userDrawn="1"/>
        </p:nvSpPr>
        <p:spPr bwMode="auto">
          <a:xfrm>
            <a:off x="11668750" y="6600234"/>
            <a:ext cx="299313" cy="184666"/>
          </a:xfrm>
          <a:prstGeom prst="rect">
            <a:avLst/>
          </a:prstGeom>
          <a:noFill/>
          <a:ln w="9525">
            <a:noFill/>
            <a:miter lim="800000"/>
            <a:headEnd/>
            <a:tailEnd/>
          </a:ln>
        </p:spPr>
        <p:txBody>
          <a:bodyPr wrap="none" lIns="0" tIns="0" rIns="0" bIns="0" anchor="ctr">
            <a:spAutoFit/>
          </a:bodyPr>
          <a:lstStyle/>
          <a:p>
            <a:pPr algn="r" defTabSz="1165837" fontAlgn="auto">
              <a:spcBef>
                <a:spcPts val="0"/>
              </a:spcBef>
              <a:spcAft>
                <a:spcPts val="0"/>
              </a:spcAft>
              <a:defRPr/>
            </a:pPr>
            <a:fld id="{6856ECDB-1CEE-4F69-ADCA-557460F2116E}" type="slidenum">
              <a:rPr lang="en-US" sz="1200">
                <a:solidFill>
                  <a:srgbClr val="6D6E71"/>
                </a:solidFill>
                <a:latin typeface="Arial"/>
              </a:rPr>
              <a:pPr algn="r" defTabSz="1165837"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43"/>
            <a:ext cx="3025650" cy="825692"/>
          </a:xfrm>
          <a:prstGeom prst="rect">
            <a:avLst/>
          </a:prstGeom>
        </p:spPr>
      </p:pic>
    </p:spTree>
    <p:extLst>
      <p:ext uri="{BB962C8B-B14F-4D97-AF65-F5344CB8AC3E}">
        <p14:creationId xmlns:p14="http://schemas.microsoft.com/office/powerpoint/2010/main" val="159686664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99.xml><?xml version="1.0" encoding="utf-8"?>
<p:sldLayout xmlns:a="http://schemas.openxmlformats.org/drawingml/2006/main" xmlns:r="http://schemas.openxmlformats.org/officeDocument/2006/relationships" xmlns:p="http://schemas.openxmlformats.org/presentationml/2006/main" userDrawn="1">
  <p:cSld name="17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10" y="719345"/>
            <a:ext cx="10962166"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837"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06" y="6630951"/>
            <a:ext cx="7810664" cy="184666"/>
          </a:xfrm>
          <a:prstGeom prst="rect">
            <a:avLst/>
          </a:prstGeom>
          <a:noFill/>
          <a:ln w="9525">
            <a:noFill/>
            <a:miter lim="800000"/>
            <a:headEnd/>
            <a:tailEnd/>
          </a:ln>
        </p:spPr>
        <p:txBody>
          <a:bodyPr wrap="none" lIns="0" tIns="0" rIns="0" bIns="0">
            <a:spAutoFit/>
          </a:bodyPr>
          <a:lstStyle/>
          <a:p>
            <a:pPr defTabSz="1165837" fontAlgn="auto">
              <a:spcBef>
                <a:spcPts val="0"/>
              </a:spcBef>
              <a:spcAft>
                <a:spcPts val="0"/>
              </a:spcAft>
              <a:defRPr/>
            </a:pPr>
            <a:r>
              <a:rPr lang="en-US" sz="1200" dirty="0">
                <a:solidFill>
                  <a:srgbClr val="6D6E71"/>
                </a:solidFill>
                <a:latin typeface="Arial"/>
              </a:rPr>
              <a:t> The contents in this document are </a:t>
            </a:r>
            <a:r>
              <a:rPr lang="en-US" sz="1200" dirty="0">
                <a:solidFill>
                  <a:prstClr val="white">
                    <a:lumMod val="50000"/>
                  </a:prstClr>
                </a:solidFill>
                <a:latin typeface="Arial"/>
                <a:ea typeface="Times New Roman"/>
              </a:rPr>
              <a:t>Confidential &amp; Proprietary</a:t>
            </a:r>
            <a:r>
              <a:rPr lang="en-US" sz="1200" dirty="0">
                <a:solidFill>
                  <a:prstClr val="white">
                    <a:lumMod val="50000"/>
                  </a:prstClr>
                </a:solidFill>
                <a:latin typeface="Arial"/>
              </a:rPr>
              <a:t>. </a:t>
            </a:r>
            <a:r>
              <a:rPr lang="en-US" sz="1200" dirty="0">
                <a:solidFill>
                  <a:srgbClr val="6D6E71"/>
                </a:solidFill>
                <a:latin typeface="Arial"/>
              </a:rPr>
              <a:t>Copyright © 2016 Tech Mahindra. All rights reserved.</a:t>
            </a:r>
          </a:p>
        </p:txBody>
      </p:sp>
      <p:sp>
        <p:nvSpPr>
          <p:cNvPr id="6" name="Slide Number Placeholder 5"/>
          <p:cNvSpPr txBox="1">
            <a:spLocks/>
          </p:cNvSpPr>
          <p:nvPr userDrawn="1"/>
        </p:nvSpPr>
        <p:spPr bwMode="auto">
          <a:xfrm>
            <a:off x="11668750" y="6600234"/>
            <a:ext cx="299313" cy="184666"/>
          </a:xfrm>
          <a:prstGeom prst="rect">
            <a:avLst/>
          </a:prstGeom>
          <a:noFill/>
          <a:ln w="9525">
            <a:noFill/>
            <a:miter lim="800000"/>
            <a:headEnd/>
            <a:tailEnd/>
          </a:ln>
        </p:spPr>
        <p:txBody>
          <a:bodyPr wrap="none" lIns="0" tIns="0" rIns="0" bIns="0" anchor="ctr">
            <a:spAutoFit/>
          </a:bodyPr>
          <a:lstStyle/>
          <a:p>
            <a:pPr algn="r" defTabSz="1165837" fontAlgn="auto">
              <a:spcBef>
                <a:spcPts val="0"/>
              </a:spcBef>
              <a:spcAft>
                <a:spcPts val="0"/>
              </a:spcAft>
              <a:defRPr/>
            </a:pPr>
            <a:fld id="{6856ECDB-1CEE-4F69-ADCA-557460F2116E}" type="slidenum">
              <a:rPr lang="en-US" sz="1200">
                <a:solidFill>
                  <a:srgbClr val="6D6E71"/>
                </a:solidFill>
                <a:latin typeface="Arial"/>
              </a:rPr>
              <a:pPr algn="r" defTabSz="1165837"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43"/>
            <a:ext cx="3025650" cy="825692"/>
          </a:xfrm>
          <a:prstGeom prst="rect">
            <a:avLst/>
          </a:prstGeom>
        </p:spPr>
      </p:pic>
    </p:spTree>
    <p:extLst>
      <p:ext uri="{BB962C8B-B14F-4D97-AF65-F5344CB8AC3E}">
        <p14:creationId xmlns:p14="http://schemas.microsoft.com/office/powerpoint/2010/main" val="279670036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00.xml><?xml version="1.0" encoding="utf-8"?>
<p:sldLayout xmlns:a="http://schemas.openxmlformats.org/drawingml/2006/main" xmlns:r="http://schemas.openxmlformats.org/officeDocument/2006/relationships" xmlns:p="http://schemas.openxmlformats.org/presentationml/2006/main" userDrawn="1">
  <p:cSld name="18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10" y="719345"/>
            <a:ext cx="10962166"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837"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06" y="6630951"/>
            <a:ext cx="7810664" cy="184666"/>
          </a:xfrm>
          <a:prstGeom prst="rect">
            <a:avLst/>
          </a:prstGeom>
          <a:noFill/>
          <a:ln w="9525">
            <a:noFill/>
            <a:miter lim="800000"/>
            <a:headEnd/>
            <a:tailEnd/>
          </a:ln>
        </p:spPr>
        <p:txBody>
          <a:bodyPr wrap="none" lIns="0" tIns="0" rIns="0" bIns="0">
            <a:spAutoFit/>
          </a:bodyPr>
          <a:lstStyle/>
          <a:p>
            <a:pPr defTabSz="1165837" fontAlgn="auto">
              <a:spcBef>
                <a:spcPts val="0"/>
              </a:spcBef>
              <a:spcAft>
                <a:spcPts val="0"/>
              </a:spcAft>
              <a:defRPr/>
            </a:pPr>
            <a:r>
              <a:rPr lang="en-US" sz="1200" dirty="0">
                <a:solidFill>
                  <a:srgbClr val="6D6E71"/>
                </a:solidFill>
                <a:latin typeface="Arial"/>
              </a:rPr>
              <a:t> The contents in this document are </a:t>
            </a:r>
            <a:r>
              <a:rPr lang="en-US" sz="1200" dirty="0">
                <a:solidFill>
                  <a:prstClr val="white">
                    <a:lumMod val="50000"/>
                  </a:prstClr>
                </a:solidFill>
                <a:latin typeface="Arial"/>
                <a:ea typeface="Times New Roman"/>
              </a:rPr>
              <a:t>Confidential &amp; Proprietary</a:t>
            </a:r>
            <a:r>
              <a:rPr lang="en-US" sz="1200" dirty="0">
                <a:solidFill>
                  <a:prstClr val="white">
                    <a:lumMod val="50000"/>
                  </a:prstClr>
                </a:solidFill>
                <a:latin typeface="Arial"/>
              </a:rPr>
              <a:t>. </a:t>
            </a:r>
            <a:r>
              <a:rPr lang="en-US" sz="1200" dirty="0">
                <a:solidFill>
                  <a:srgbClr val="6D6E71"/>
                </a:solidFill>
                <a:latin typeface="Arial"/>
              </a:rPr>
              <a:t>Copyright © 2016 Tech Mahindra. All rights reserved.</a:t>
            </a:r>
          </a:p>
        </p:txBody>
      </p:sp>
      <p:sp>
        <p:nvSpPr>
          <p:cNvPr id="6" name="Slide Number Placeholder 5"/>
          <p:cNvSpPr txBox="1">
            <a:spLocks/>
          </p:cNvSpPr>
          <p:nvPr userDrawn="1"/>
        </p:nvSpPr>
        <p:spPr bwMode="auto">
          <a:xfrm>
            <a:off x="11668750" y="6600234"/>
            <a:ext cx="299313" cy="184666"/>
          </a:xfrm>
          <a:prstGeom prst="rect">
            <a:avLst/>
          </a:prstGeom>
          <a:noFill/>
          <a:ln w="9525">
            <a:noFill/>
            <a:miter lim="800000"/>
            <a:headEnd/>
            <a:tailEnd/>
          </a:ln>
        </p:spPr>
        <p:txBody>
          <a:bodyPr wrap="none" lIns="0" tIns="0" rIns="0" bIns="0" anchor="ctr">
            <a:spAutoFit/>
          </a:bodyPr>
          <a:lstStyle/>
          <a:p>
            <a:pPr algn="r" defTabSz="1165837" fontAlgn="auto">
              <a:spcBef>
                <a:spcPts val="0"/>
              </a:spcBef>
              <a:spcAft>
                <a:spcPts val="0"/>
              </a:spcAft>
              <a:defRPr/>
            </a:pPr>
            <a:fld id="{6856ECDB-1CEE-4F69-ADCA-557460F2116E}" type="slidenum">
              <a:rPr lang="en-US" sz="1200">
                <a:solidFill>
                  <a:srgbClr val="6D6E71"/>
                </a:solidFill>
                <a:latin typeface="Arial"/>
              </a:rPr>
              <a:pPr algn="r" defTabSz="1165837"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43"/>
            <a:ext cx="3025650" cy="825692"/>
          </a:xfrm>
          <a:prstGeom prst="rect">
            <a:avLst/>
          </a:prstGeom>
        </p:spPr>
      </p:pic>
    </p:spTree>
    <p:extLst>
      <p:ext uri="{BB962C8B-B14F-4D97-AF65-F5344CB8AC3E}">
        <p14:creationId xmlns:p14="http://schemas.microsoft.com/office/powerpoint/2010/main" val="196069096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01.xml><?xml version="1.0" encoding="utf-8"?>
<p:sldLayout xmlns:a="http://schemas.openxmlformats.org/drawingml/2006/main" xmlns:r="http://schemas.openxmlformats.org/officeDocument/2006/relationships" xmlns:p="http://schemas.openxmlformats.org/presentationml/2006/main">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173" y="727249"/>
            <a:ext cx="10964283" cy="61555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6869"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41106" y="1972136"/>
            <a:ext cx="10962167" cy="2385268"/>
          </a:xfrm>
        </p:spPr>
        <p:txBody>
          <a:bodyPr wrap="square">
            <a:spAutoFit/>
          </a:bodyPr>
          <a:lstStyle>
            <a:lvl1pPr>
              <a:spcBef>
                <a:spcPts val="0"/>
              </a:spcBef>
              <a:spcAft>
                <a:spcPts val="0"/>
              </a:spcAft>
              <a:defRPr lang="en-US" sz="31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31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31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31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3100" b="0" kern="1200" baseline="0" dirty="0" smtClean="0">
                <a:solidFill>
                  <a:schemeClr val="tx1"/>
                </a:solidFill>
                <a:latin typeface="Arial" pitchFamily="34" charset="0"/>
                <a:ea typeface="+mn-ea"/>
                <a:cs typeface="Arial" pitchFamily="34" charset="0"/>
              </a:defRPr>
            </a:lvl5pPr>
            <a:lvl6pPr marL="1831337" indent="-364640">
              <a:spcBef>
                <a:spcPts val="0"/>
              </a:spcBef>
              <a:spcAft>
                <a:spcPts val="0"/>
              </a:spcAft>
              <a:buClr>
                <a:schemeClr val="tx2"/>
              </a:buClr>
              <a:buSzPct val="70000"/>
              <a:buFont typeface="Wingdings" pitchFamily="2" charset="2"/>
              <a:buChar char="§"/>
              <a:defRPr lang="en-US" sz="3100" kern="1200" dirty="0" smtClean="0">
                <a:solidFill>
                  <a:schemeClr val="tx1"/>
                </a:solidFill>
                <a:latin typeface="Arial" pitchFamily="34" charset="0"/>
                <a:ea typeface="+mn-ea"/>
                <a:cs typeface="Arial" pitchFamily="34" charset="0"/>
              </a:defRPr>
            </a:lvl6pPr>
            <a:lvl7pPr marL="2187871" indent="-348445">
              <a:spcBef>
                <a:spcPts val="0"/>
              </a:spcBef>
              <a:spcAft>
                <a:spcPts val="0"/>
              </a:spcAft>
              <a:buClr>
                <a:schemeClr val="tx2"/>
              </a:buClr>
              <a:buSzPct val="70000"/>
              <a:buFont typeface="Arial" pitchFamily="34" charset="0"/>
              <a:buChar char="–"/>
              <a:defRPr sz="2300" baseline="0">
                <a:solidFill>
                  <a:schemeClr val="tx1"/>
                </a:solidFill>
                <a:latin typeface="+mn-lt"/>
                <a:cs typeface="Arial" pitchFamily="34" charset="0"/>
              </a:defRPr>
            </a:lvl7pPr>
            <a:lvl8pPr marL="2042018" indent="-291714">
              <a:spcBef>
                <a:spcPts val="0"/>
              </a:spcBef>
              <a:spcAft>
                <a:spcPts val="0"/>
              </a:spcAft>
              <a:buSzPct val="70000"/>
              <a:defRPr sz="2300" baseline="0">
                <a:latin typeface="Arial" pitchFamily="34" charset="0"/>
                <a:cs typeface="Arial" pitchFamily="34" charset="0"/>
              </a:defRPr>
            </a:lvl8pPr>
            <a:lvl9pPr marL="2327649" indent="-285643">
              <a:spcBef>
                <a:spcPts val="0"/>
              </a:spcBef>
              <a:spcAft>
                <a:spcPts val="0"/>
              </a:spcAft>
              <a:buSzPct val="70000"/>
              <a:buFont typeface="Arial" pitchFamily="34" charset="0"/>
              <a:buChar char="–"/>
              <a:defRPr sz="2300">
                <a:latin typeface="Arial" pitchFamily="34" charset="0"/>
                <a:cs typeface="Arial" pitchFamily="34" charset="0"/>
              </a:defRPr>
            </a:lvl9pPr>
          </a:lstStyle>
          <a:p>
            <a:pPr marL="370727" lvl="0" indent="-370727" algn="l" defTabSz="1166869"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9290" lvl="2" indent="-356541" algn="l" defTabSz="1166869"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5837" lvl="3" indent="-356541" algn="l" defTabSz="1166869"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50481" lvl="4" indent="-364640" algn="l" defTabSz="1191180"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1337" lvl="5" indent="-364640" algn="l" defTabSz="1166869"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393763736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02.xml><?xml version="1.0" encoding="utf-8"?>
<p:sldLayout xmlns:a="http://schemas.openxmlformats.org/drawingml/2006/main" xmlns:r="http://schemas.openxmlformats.org/officeDocument/2006/relationships" xmlns:p="http://schemas.openxmlformats.org/presentationml/2006/main" userDrawn="1">
  <p:cSld name="8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10" y="719344"/>
            <a:ext cx="10962166" cy="538609"/>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500" b="1" kern="1200" dirty="0">
                <a:solidFill>
                  <a:schemeClr val="tx2"/>
                </a:solidFill>
                <a:latin typeface="Arial" pitchFamily="34" charset="0"/>
                <a:ea typeface="+mj-ea"/>
                <a:cs typeface="Arial" pitchFamily="34" charset="0"/>
              </a:defRPr>
            </a:lvl1pPr>
          </a:lstStyle>
          <a:p>
            <a:pPr lvl="0" algn="l" defTabSz="971488"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06" y="6630951"/>
            <a:ext cx="7810664" cy="184666"/>
          </a:xfrm>
          <a:prstGeom prst="rect">
            <a:avLst/>
          </a:prstGeom>
          <a:noFill/>
          <a:ln w="9525">
            <a:noFill/>
            <a:miter lim="800000"/>
            <a:headEnd/>
            <a:tailEnd/>
          </a:ln>
        </p:spPr>
        <p:txBody>
          <a:bodyPr wrap="none" lIns="0" tIns="0" rIns="0" bIns="0">
            <a:spAutoFit/>
          </a:bodyPr>
          <a:lstStyle/>
          <a:p>
            <a:pPr defTabSz="971488" fontAlgn="auto">
              <a:spcBef>
                <a:spcPts val="0"/>
              </a:spcBef>
              <a:spcAft>
                <a:spcPts val="0"/>
              </a:spcAft>
              <a:defRPr/>
            </a:pPr>
            <a:r>
              <a:rPr lang="en-US" sz="1200" dirty="0">
                <a:solidFill>
                  <a:srgbClr val="6D6E71"/>
                </a:solidFill>
                <a:latin typeface="Arial"/>
              </a:rPr>
              <a:t> The contents in this document are </a:t>
            </a:r>
            <a:r>
              <a:rPr lang="en-US" sz="1200" dirty="0">
                <a:solidFill>
                  <a:prstClr val="white">
                    <a:lumMod val="50000"/>
                  </a:prstClr>
                </a:solidFill>
                <a:latin typeface="Arial"/>
                <a:ea typeface="Times New Roman"/>
              </a:rPr>
              <a:t>Confidential &amp; Proprietary</a:t>
            </a:r>
            <a:r>
              <a:rPr lang="en-US" sz="1200" dirty="0">
                <a:solidFill>
                  <a:prstClr val="white">
                    <a:lumMod val="50000"/>
                  </a:prstClr>
                </a:solidFill>
                <a:latin typeface="Arial"/>
              </a:rPr>
              <a:t>. </a:t>
            </a:r>
            <a:r>
              <a:rPr lang="en-US" sz="1200" dirty="0">
                <a:solidFill>
                  <a:srgbClr val="6D6E71"/>
                </a:solidFill>
                <a:latin typeface="Arial"/>
              </a:rPr>
              <a:t>Copyright © 2016 Tech Mahindra. All rights reserved.</a:t>
            </a:r>
          </a:p>
        </p:txBody>
      </p:sp>
      <p:sp>
        <p:nvSpPr>
          <p:cNvPr id="6" name="Slide Number Placeholder 5"/>
          <p:cNvSpPr txBox="1">
            <a:spLocks/>
          </p:cNvSpPr>
          <p:nvPr userDrawn="1"/>
        </p:nvSpPr>
        <p:spPr bwMode="auto">
          <a:xfrm>
            <a:off x="11668760" y="6600181"/>
            <a:ext cx="299313" cy="184666"/>
          </a:xfrm>
          <a:prstGeom prst="rect">
            <a:avLst/>
          </a:prstGeom>
          <a:noFill/>
          <a:ln w="9525">
            <a:noFill/>
            <a:miter lim="800000"/>
            <a:headEnd/>
            <a:tailEnd/>
          </a:ln>
        </p:spPr>
        <p:txBody>
          <a:bodyPr wrap="none" lIns="0" tIns="0" rIns="0" bIns="0" anchor="ctr">
            <a:spAutoFit/>
          </a:bodyPr>
          <a:lstStyle/>
          <a:p>
            <a:pPr algn="r" defTabSz="971488" fontAlgn="auto">
              <a:spcBef>
                <a:spcPts val="0"/>
              </a:spcBef>
              <a:spcAft>
                <a:spcPts val="0"/>
              </a:spcAft>
              <a:defRPr/>
            </a:pPr>
            <a:fld id="{6856ECDB-1CEE-4F69-ADCA-557460F2116E}" type="slidenum">
              <a:rPr lang="en-US" sz="1200">
                <a:solidFill>
                  <a:srgbClr val="6D6E71"/>
                </a:solidFill>
                <a:latin typeface="Arial"/>
              </a:rPr>
              <a:pPr algn="r" defTabSz="971488"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3" y="43"/>
            <a:ext cx="3025650" cy="825692"/>
          </a:xfrm>
          <a:prstGeom prst="rect">
            <a:avLst/>
          </a:prstGeom>
        </p:spPr>
      </p:pic>
    </p:spTree>
    <p:extLst>
      <p:ext uri="{BB962C8B-B14F-4D97-AF65-F5344CB8AC3E}">
        <p14:creationId xmlns:p14="http://schemas.microsoft.com/office/powerpoint/2010/main" val="255318519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0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2" y="1972180"/>
            <a:ext cx="5435592" cy="4163389"/>
          </a:xfrm>
        </p:spPr>
        <p:txBody>
          <a:bodyPr>
            <a:noAutofit/>
          </a:bodyPr>
          <a:lstStyle>
            <a:lvl1pPr marL="0" indent="0">
              <a:buNone/>
              <a:defRPr>
                <a:latin typeface="Arial" pitchFamily="34" charset="0"/>
                <a:cs typeface="Arial" pitchFamily="34" charset="0"/>
              </a:defRPr>
            </a:lvl1pPr>
          </a:lstStyle>
          <a:p>
            <a:pPr lvl="0"/>
            <a:r>
              <a:rPr lang="en-US" noProof="0" dirty="0"/>
              <a:t>Click icon to add picture</a:t>
            </a:r>
          </a:p>
        </p:txBody>
      </p:sp>
      <p:sp>
        <p:nvSpPr>
          <p:cNvPr id="18" name="Text Placeholder 4"/>
          <p:cNvSpPr>
            <a:spLocks noGrp="1"/>
          </p:cNvSpPr>
          <p:nvPr>
            <p:ph type="body" sz="quarter" idx="19"/>
          </p:nvPr>
        </p:nvSpPr>
        <p:spPr bwMode="gray">
          <a:xfrm>
            <a:off x="6449091" y="1972302"/>
            <a:ext cx="5126679" cy="1461939"/>
          </a:xfrm>
          <a:ln>
            <a:noFill/>
          </a:ln>
        </p:spPr>
        <p:txBody>
          <a:bodyPr/>
          <a:lstStyle>
            <a:lvl1pPr>
              <a:spcBef>
                <a:spcPts val="0"/>
              </a:spcBef>
              <a:spcAft>
                <a:spcPts val="0"/>
              </a:spcAft>
              <a:defRPr lang="en-US" sz="19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900" b="0" kern="1200" baseline="0" dirty="0" smtClean="0">
                <a:solidFill>
                  <a:schemeClr val="tx1"/>
                </a:solidFill>
                <a:latin typeface="+mn-lt"/>
                <a:ea typeface="+mn-ea"/>
                <a:cs typeface="Arial" pitchFamily="34" charset="0"/>
              </a:defRPr>
            </a:lvl2pPr>
            <a:lvl3pPr>
              <a:spcBef>
                <a:spcPts val="0"/>
              </a:spcBef>
              <a:spcAft>
                <a:spcPts val="0"/>
              </a:spcAft>
              <a:defRPr lang="en-US" sz="19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9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900" b="0" kern="1200" baseline="0" dirty="0" smtClean="0">
                <a:solidFill>
                  <a:schemeClr val="tx1"/>
                </a:solidFill>
                <a:latin typeface="Arial" pitchFamily="34" charset="0"/>
                <a:ea typeface="+mn-ea"/>
                <a:cs typeface="Arial" pitchFamily="34" charset="0"/>
              </a:defRPr>
            </a:lvl5pPr>
            <a:lvl6pPr marL="1215444" indent="-248156">
              <a:spcBef>
                <a:spcPts val="0"/>
              </a:spcBef>
              <a:spcAft>
                <a:spcPts val="0"/>
              </a:spcAft>
              <a:buSzPct val="70000"/>
              <a:defRPr lang="en-US" sz="1900" kern="1200" dirty="0" smtClean="0">
                <a:solidFill>
                  <a:schemeClr val="tx1"/>
                </a:solidFill>
                <a:latin typeface="Arial" pitchFamily="34" charset="0"/>
                <a:ea typeface="+mn-ea"/>
                <a:cs typeface="Arial" pitchFamily="34" charset="0"/>
              </a:defRPr>
            </a:lvl6pPr>
            <a:lvl7pPr marL="1458513" indent="-243085">
              <a:spcBef>
                <a:spcPts val="0"/>
              </a:spcBef>
              <a:spcAft>
                <a:spcPts val="0"/>
              </a:spcAft>
              <a:buSzPct val="70000"/>
              <a:buFont typeface="Arial" pitchFamily="34" charset="0"/>
              <a:buChar char="–"/>
              <a:defRPr sz="1900" baseline="0">
                <a:latin typeface="+mj-lt"/>
              </a:defRPr>
            </a:lvl7pPr>
            <a:lvl8pPr marL="1701612" indent="-243085">
              <a:spcBef>
                <a:spcPts val="0"/>
              </a:spcBef>
              <a:spcAft>
                <a:spcPts val="0"/>
              </a:spcAft>
              <a:buSzPct val="70000"/>
              <a:defRPr sz="1900" baseline="0">
                <a:latin typeface="+mj-lt"/>
              </a:defRPr>
            </a:lvl8pPr>
            <a:lvl9pPr marL="1939642" indent="-238027">
              <a:spcBef>
                <a:spcPts val="0"/>
              </a:spcBef>
              <a:spcAft>
                <a:spcPts val="0"/>
              </a:spcAft>
              <a:buSzPct val="70000"/>
              <a:buFont typeface="Arial" pitchFamily="34" charset="0"/>
              <a:buChar char="–"/>
              <a:defRPr sz="19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p:cNvSpPr>
            <a:spLocks noGrp="1"/>
          </p:cNvSpPr>
          <p:nvPr>
            <p:ph type="title"/>
          </p:nvPr>
        </p:nvSpPr>
        <p:spPr bwMode="gray">
          <a:xfrm>
            <a:off x="641177" y="727279"/>
            <a:ext cx="10964283" cy="538609"/>
          </a:xfrm>
          <a:noFill/>
          <a:ln w="9525">
            <a:noFill/>
            <a:miter lim="800000"/>
            <a:headEnd/>
            <a:tailEnd/>
          </a:ln>
        </p:spPr>
        <p:txBody>
          <a:bodyPr/>
          <a:lstStyle>
            <a:lvl1pPr algn="l">
              <a:defRPr lang="en-US" sz="35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7" name="Text Placeholder 41"/>
          <p:cNvSpPr>
            <a:spLocks noGrp="1"/>
          </p:cNvSpPr>
          <p:nvPr>
            <p:ph type="body" sz="quarter" idx="13"/>
          </p:nvPr>
        </p:nvSpPr>
        <p:spPr bwMode="gray">
          <a:xfrm>
            <a:off x="641110" y="1270915"/>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654698383"/>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stretch>
            <a:fillRect/>
          </a:stretch>
        </p:blipFill>
        <p:spPr bwMode="ltGray">
          <a:xfrm>
            <a:off x="1077" y="22"/>
            <a:ext cx="5289698" cy="1443544"/>
          </a:xfrm>
          <a:prstGeom prst="rect">
            <a:avLst/>
          </a:prstGeom>
        </p:spPr>
      </p:pic>
      <p:sp>
        <p:nvSpPr>
          <p:cNvPr id="10" name="Slide Number Placeholder 5"/>
          <p:cNvSpPr txBox="1">
            <a:spLocks/>
          </p:cNvSpPr>
          <p:nvPr userDrawn="1"/>
        </p:nvSpPr>
        <p:spPr bwMode="auto">
          <a:xfrm>
            <a:off x="11687591" y="6607945"/>
            <a:ext cx="280525" cy="169277"/>
          </a:xfrm>
          <a:prstGeom prst="rect">
            <a:avLst/>
          </a:prstGeom>
          <a:noFill/>
          <a:ln w="9525">
            <a:noFill/>
            <a:miter lim="800000"/>
            <a:headEnd/>
            <a:tailEnd/>
          </a:ln>
        </p:spPr>
        <p:txBody>
          <a:bodyPr wrap="none" lIns="0" tIns="0" rIns="0" bIns="0" anchor="ctr">
            <a:spAutoFit/>
          </a:bodyPr>
          <a:lstStyle/>
          <a:p>
            <a:pPr algn="r" defTabSz="905949" fontAlgn="auto">
              <a:spcBef>
                <a:spcPts val="0"/>
              </a:spcBef>
              <a:spcAft>
                <a:spcPts val="0"/>
              </a:spcAft>
              <a:defRPr/>
            </a:pPr>
            <a:fld id="{6856ECDB-1CEE-4F69-ADCA-557460F2116E}" type="slidenum">
              <a:rPr lang="en-US" sz="1100" smtClean="0">
                <a:solidFill>
                  <a:srgbClr val="6D6E71"/>
                </a:solidFill>
                <a:latin typeface="Arial"/>
              </a:rPr>
              <a:pPr algn="r" defTabSz="905949" fontAlgn="auto">
                <a:spcBef>
                  <a:spcPts val="0"/>
                </a:spcBef>
                <a:spcAft>
                  <a:spcPts val="0"/>
                </a:spcAft>
                <a:defRPr/>
              </a:pPr>
              <a:t>‹#›</a:t>
            </a:fld>
            <a:endParaRPr lang="en-US" sz="1100" dirty="0">
              <a:solidFill>
                <a:srgbClr val="6D6E71"/>
              </a:solidFill>
              <a:latin typeface="Arial"/>
            </a:endParaRPr>
          </a:p>
        </p:txBody>
      </p:sp>
      <p:pic>
        <p:nvPicPr>
          <p:cNvPr id="7" name="Picture 6" descr="Mahindra Logo.png"/>
          <p:cNvPicPr>
            <a:picLocks noChangeAspect="1"/>
          </p:cNvPicPr>
          <p:nvPr userDrawn="1"/>
        </p:nvPicPr>
        <p:blipFill>
          <a:blip r:embed="rId3" cstate="email"/>
          <a:stretch>
            <a:fillRect/>
          </a:stretch>
        </p:blipFill>
        <p:spPr bwMode="gray">
          <a:xfrm>
            <a:off x="8436570" y="476832"/>
            <a:ext cx="3168812" cy="656705"/>
          </a:xfrm>
          <a:prstGeom prst="rect">
            <a:avLst/>
          </a:prstGeom>
        </p:spPr>
      </p:pic>
    </p:spTree>
    <p:extLst>
      <p:ext uri="{BB962C8B-B14F-4D97-AF65-F5344CB8AC3E}">
        <p14:creationId xmlns:p14="http://schemas.microsoft.com/office/powerpoint/2010/main" val="3255697711"/>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p:cSld name="2_Title Slide">
    <p:spTree>
      <p:nvGrpSpPr>
        <p:cNvPr id="1" name=""/>
        <p:cNvGrpSpPr/>
        <p:nvPr/>
      </p:nvGrpSpPr>
      <p:grpSpPr>
        <a:xfrm>
          <a:off x="0" y="0"/>
          <a:ext cx="0" cy="0"/>
          <a:chOff x="0" y="0"/>
          <a:chExt cx="0" cy="0"/>
        </a:xfrm>
      </p:grpSpPr>
      <p:pic>
        <p:nvPicPr>
          <p:cNvPr id="6" name="Picture 2"/>
          <p:cNvPicPr>
            <a:picLocks noChangeAspect="1" noChangeArrowheads="1"/>
          </p:cNvPicPr>
          <p:nvPr userDrawn="1"/>
        </p:nvPicPr>
        <p:blipFill rotWithShape="1">
          <a:blip r:embed="rId2" cstate="email">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bwMode="auto">
          <a:xfrm>
            <a:off x="0" y="-1"/>
            <a:ext cx="12187238" cy="68595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989063"/>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19" y="719298"/>
            <a:ext cx="10962166" cy="46166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000" b="1" kern="1200" dirty="0">
                <a:solidFill>
                  <a:schemeClr val="tx2"/>
                </a:solidFill>
                <a:latin typeface="Arial" pitchFamily="34" charset="0"/>
                <a:ea typeface="+mj-ea"/>
                <a:cs typeface="Arial" pitchFamily="34" charset="0"/>
              </a:defRPr>
            </a:lvl1pPr>
          </a:lstStyle>
          <a:p>
            <a:pPr lvl="0" algn="l" defTabSz="1080918"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47" y="1972214"/>
            <a:ext cx="10962167" cy="1538883"/>
          </a:xfrm>
        </p:spPr>
        <p:txBody>
          <a:bodyPr wrap="square">
            <a:spAutoFit/>
          </a:bodyPr>
          <a:lstStyle>
            <a:lvl1pPr algn="l" rtl="0" eaLnBrk="1" latinLnBrk="0" hangingPunct="1">
              <a:spcBef>
                <a:spcPts val="0"/>
              </a:spcBef>
              <a:spcAft>
                <a:spcPts val="0"/>
              </a:spcAft>
              <a:buClr>
                <a:schemeClr val="bg2"/>
              </a:buClr>
              <a:buSzPct val="120000"/>
              <a:defRPr lang="en-US" sz="20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0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5pPr>
            <a:lvl6pPr marL="1696448" indent="-337792">
              <a:spcBef>
                <a:spcPts val="0"/>
              </a:spcBef>
              <a:spcAft>
                <a:spcPts val="0"/>
              </a:spcAft>
              <a:buClr>
                <a:schemeClr val="tx2"/>
              </a:buClr>
              <a:buSzPct val="70000"/>
              <a:buFont typeface="Wingdings" pitchFamily="2" charset="2"/>
              <a:buChar char="§"/>
              <a:defRPr lang="en-US" sz="2000" kern="1200" dirty="0" smtClean="0">
                <a:solidFill>
                  <a:schemeClr val="tx1"/>
                </a:solidFill>
                <a:latin typeface="Arial" pitchFamily="34" charset="0"/>
                <a:ea typeface="+mn-ea"/>
                <a:cs typeface="Arial" pitchFamily="34" charset="0"/>
              </a:defRPr>
            </a:lvl6pPr>
            <a:lvl7pPr marL="2026719" indent="-322776">
              <a:spcBef>
                <a:spcPts val="0"/>
              </a:spcBef>
              <a:spcAft>
                <a:spcPts val="0"/>
              </a:spcAft>
              <a:buClr>
                <a:schemeClr val="tx2"/>
              </a:buClr>
              <a:buSzPct val="70000"/>
              <a:buFont typeface="Arial" pitchFamily="34" charset="0"/>
              <a:buChar char="–"/>
              <a:defRPr sz="2000" baseline="0">
                <a:solidFill>
                  <a:schemeClr val="tx1"/>
                </a:solidFill>
                <a:latin typeface="+mn-lt"/>
                <a:cs typeface="Arial" pitchFamily="34" charset="0"/>
              </a:defRPr>
            </a:lvl7pPr>
            <a:lvl8pPr marL="1891612" indent="-270224">
              <a:spcBef>
                <a:spcPts val="0"/>
              </a:spcBef>
              <a:spcAft>
                <a:spcPts val="0"/>
              </a:spcAft>
              <a:buSzPct val="70000"/>
              <a:defRPr sz="2000" baseline="0">
                <a:latin typeface="Arial" pitchFamily="34" charset="0"/>
                <a:cs typeface="Arial" pitchFamily="34" charset="0"/>
              </a:defRPr>
            </a:lvl8pPr>
            <a:lvl9pPr marL="2156203" indent="-264605">
              <a:spcBef>
                <a:spcPts val="0"/>
              </a:spcBef>
              <a:spcAft>
                <a:spcPts val="0"/>
              </a:spcAft>
              <a:buSzPct val="70000"/>
              <a:buFont typeface="Arial" pitchFamily="34" charset="0"/>
              <a:buChar char="–"/>
              <a:defRPr sz="2000">
                <a:latin typeface="Arial" pitchFamily="34" charset="0"/>
                <a:cs typeface="Arial" pitchFamily="34" charset="0"/>
              </a:defRPr>
            </a:lvl9pPr>
          </a:lstStyle>
          <a:p>
            <a:pPr marL="343420" lvl="0" indent="-343420" algn="l" defTabSz="1080918"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75574" lvl="2" indent="-330286" algn="l" defTabSz="1080918"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05862" lvl="3" indent="-330286" algn="l" defTabSz="1080918"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43643" lvl="4" indent="-337792" algn="l" defTabSz="1103439"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696448" lvl="5" indent="-337792" algn="l" defTabSz="1080918"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147" y="1146085"/>
            <a:ext cx="10962167" cy="292388"/>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034074930"/>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467" y="1725683"/>
            <a:ext cx="9140429" cy="1785104"/>
          </a:xfrm>
        </p:spPr>
        <p:txBody>
          <a:bodyPr anchor="b"/>
          <a:lstStyle>
            <a:lvl1pPr algn="ctr">
              <a:defRPr sz="5800"/>
            </a:lvl1pPr>
          </a:lstStyle>
          <a:p>
            <a:r>
              <a:rPr lang="en-US"/>
              <a:t>Click to edit Master title style</a:t>
            </a:r>
          </a:p>
        </p:txBody>
      </p:sp>
      <p:sp>
        <p:nvSpPr>
          <p:cNvPr id="3" name="Subtitle 2"/>
          <p:cNvSpPr>
            <a:spLocks noGrp="1"/>
          </p:cNvSpPr>
          <p:nvPr>
            <p:ph type="subTitle" idx="1"/>
          </p:nvPr>
        </p:nvSpPr>
        <p:spPr>
          <a:xfrm>
            <a:off x="1523467" y="3602889"/>
            <a:ext cx="9140429" cy="353943"/>
          </a:xfrm>
        </p:spPr>
        <p:txBody>
          <a:bodyPr/>
          <a:lstStyle>
            <a:lvl1pPr marL="0" indent="0" algn="ctr">
              <a:buNone/>
              <a:defRPr sz="2300"/>
            </a:lvl1pPr>
            <a:lvl2pPr marL="436533" indent="0" algn="ctr">
              <a:buNone/>
              <a:defRPr sz="1900"/>
            </a:lvl2pPr>
            <a:lvl3pPr marL="873060" indent="0" algn="ctr">
              <a:buNone/>
              <a:defRPr sz="1700"/>
            </a:lvl3pPr>
            <a:lvl4pPr marL="1309626" indent="0" algn="ctr">
              <a:buNone/>
              <a:defRPr sz="1500"/>
            </a:lvl4pPr>
            <a:lvl5pPr marL="1746160" indent="0" algn="ctr">
              <a:buNone/>
              <a:defRPr sz="1500"/>
            </a:lvl5pPr>
            <a:lvl6pPr marL="2182708" indent="0" algn="ctr">
              <a:buNone/>
              <a:defRPr sz="1500"/>
            </a:lvl6pPr>
            <a:lvl7pPr marL="2619245" indent="0" algn="ctr">
              <a:buNone/>
              <a:defRPr sz="1500"/>
            </a:lvl7pPr>
            <a:lvl8pPr marL="3055797" indent="0" algn="ctr">
              <a:buNone/>
              <a:defRPr sz="1500"/>
            </a:lvl8pPr>
            <a:lvl9pPr marL="3492334" indent="0" algn="ctr">
              <a:buNone/>
              <a:defRPr sz="1500"/>
            </a:lvl9pPr>
          </a:lstStyle>
          <a:p>
            <a:r>
              <a:rPr lang="en-US"/>
              <a:t>Click to edit Master subtitle style</a:t>
            </a:r>
          </a:p>
        </p:txBody>
      </p:sp>
      <p:sp>
        <p:nvSpPr>
          <p:cNvPr id="4" name="Date Placeholder 3"/>
          <p:cNvSpPr>
            <a:spLocks noGrp="1"/>
          </p:cNvSpPr>
          <p:nvPr>
            <p:ph type="dt" sz="half" idx="10"/>
          </p:nvPr>
        </p:nvSpPr>
        <p:spPr>
          <a:xfrm>
            <a:off x="837923" y="6357826"/>
            <a:ext cx="2742129" cy="365210"/>
          </a:xfrm>
          <a:prstGeom prst="rect">
            <a:avLst/>
          </a:prstGeom>
        </p:spPr>
        <p:txBody>
          <a:bodyPr lIns="116410" tIns="58213" rIns="116410" bIns="58213"/>
          <a:lstStyle/>
          <a:p>
            <a:pPr defTabSz="1160516"/>
            <a:fld id="{C02F9569-8E4D-41AE-9766-A3604F84ADF5}" type="datetimeFigureOut">
              <a:rPr lang="en-US" smtClean="0">
                <a:solidFill>
                  <a:prstClr val="black"/>
                </a:solidFill>
                <a:latin typeface="Arial"/>
              </a:rPr>
              <a:pPr defTabSz="1160516"/>
              <a:t>10/28/2025</a:t>
            </a:fld>
            <a:endParaRPr lang="en-US">
              <a:solidFill>
                <a:prstClr val="black"/>
              </a:solidFill>
              <a:latin typeface="Arial"/>
            </a:endParaRPr>
          </a:p>
        </p:txBody>
      </p:sp>
      <p:sp>
        <p:nvSpPr>
          <p:cNvPr id="5" name="Footer Placeholder 4"/>
          <p:cNvSpPr>
            <a:spLocks noGrp="1"/>
          </p:cNvSpPr>
          <p:nvPr>
            <p:ph type="ftr" sz="quarter" idx="11"/>
          </p:nvPr>
        </p:nvSpPr>
        <p:spPr>
          <a:xfrm>
            <a:off x="4037041" y="6357826"/>
            <a:ext cx="4113193" cy="365210"/>
          </a:xfrm>
          <a:prstGeom prst="rect">
            <a:avLst/>
          </a:prstGeom>
        </p:spPr>
        <p:txBody>
          <a:bodyPr lIns="116410" tIns="58213" rIns="116410" bIns="58213"/>
          <a:lstStyle/>
          <a:p>
            <a:pPr defTabSz="1160516"/>
            <a:endParaRPr lang="en-US">
              <a:solidFill>
                <a:prstClr val="black"/>
              </a:solidFill>
              <a:latin typeface="Arial"/>
            </a:endParaRPr>
          </a:p>
        </p:txBody>
      </p:sp>
      <p:sp>
        <p:nvSpPr>
          <p:cNvPr id="6" name="Slide Number Placeholder 5"/>
          <p:cNvSpPr>
            <a:spLocks noGrp="1"/>
          </p:cNvSpPr>
          <p:nvPr>
            <p:ph type="sldNum" sz="quarter" idx="12"/>
          </p:nvPr>
        </p:nvSpPr>
        <p:spPr>
          <a:xfrm>
            <a:off x="8607295" y="6357826"/>
            <a:ext cx="2742129" cy="365210"/>
          </a:xfrm>
          <a:prstGeom prst="rect">
            <a:avLst/>
          </a:prstGeom>
        </p:spPr>
        <p:txBody>
          <a:bodyPr lIns="116410" tIns="58213" rIns="116410" bIns="58213"/>
          <a:lstStyle/>
          <a:p>
            <a:pPr defTabSz="1160516"/>
            <a:fld id="{1AC0DE63-F386-450A-9205-EAFF862E7C5E}" type="slidenum">
              <a:rPr lang="en-US" smtClean="0">
                <a:solidFill>
                  <a:prstClr val="black"/>
                </a:solidFill>
                <a:latin typeface="Arial"/>
              </a:rPr>
              <a:pPr defTabSz="1160516"/>
              <a:t>‹#›</a:t>
            </a:fld>
            <a:endParaRPr lang="en-US">
              <a:solidFill>
                <a:prstClr val="black"/>
              </a:solidFill>
              <a:latin typeface="Arial"/>
            </a:endParaRPr>
          </a:p>
        </p:txBody>
      </p:sp>
    </p:spTree>
    <p:extLst>
      <p:ext uri="{BB962C8B-B14F-4D97-AF65-F5344CB8AC3E}">
        <p14:creationId xmlns:p14="http://schemas.microsoft.com/office/powerpoint/2010/main" val="2601237441"/>
      </p:ext>
    </p:extLst>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stretch>
            <a:fillRect/>
          </a:stretch>
        </p:blipFill>
        <p:spPr bwMode="ltGray">
          <a:xfrm>
            <a:off x="1077" y="22"/>
            <a:ext cx="5289698" cy="1443544"/>
          </a:xfrm>
          <a:prstGeom prst="rect">
            <a:avLst/>
          </a:prstGeom>
        </p:spPr>
      </p:pic>
      <p:sp>
        <p:nvSpPr>
          <p:cNvPr id="10" name="Slide Number Placeholder 5"/>
          <p:cNvSpPr txBox="1">
            <a:spLocks/>
          </p:cNvSpPr>
          <p:nvPr userDrawn="1"/>
        </p:nvSpPr>
        <p:spPr bwMode="auto">
          <a:xfrm>
            <a:off x="11687595" y="6607947"/>
            <a:ext cx="280525" cy="169277"/>
          </a:xfrm>
          <a:prstGeom prst="rect">
            <a:avLst/>
          </a:prstGeom>
          <a:noFill/>
          <a:ln w="9525">
            <a:noFill/>
            <a:miter lim="800000"/>
            <a:headEnd/>
            <a:tailEnd/>
          </a:ln>
        </p:spPr>
        <p:txBody>
          <a:bodyPr wrap="none" lIns="0" tIns="0" rIns="0" bIns="0" anchor="ctr">
            <a:spAutoFit/>
          </a:bodyPr>
          <a:lstStyle/>
          <a:p>
            <a:pPr algn="r" defTabSz="905949" fontAlgn="auto">
              <a:spcBef>
                <a:spcPts val="0"/>
              </a:spcBef>
              <a:spcAft>
                <a:spcPts val="0"/>
              </a:spcAft>
              <a:defRPr/>
            </a:pPr>
            <a:fld id="{6856ECDB-1CEE-4F69-ADCA-557460F2116E}" type="slidenum">
              <a:rPr lang="en-US" sz="1100" smtClean="0">
                <a:solidFill>
                  <a:srgbClr val="6D6E71"/>
                </a:solidFill>
                <a:latin typeface="Arial"/>
              </a:rPr>
              <a:pPr algn="r" defTabSz="905949" fontAlgn="auto">
                <a:spcBef>
                  <a:spcPts val="0"/>
                </a:spcBef>
                <a:spcAft>
                  <a:spcPts val="0"/>
                </a:spcAft>
                <a:defRPr/>
              </a:pPr>
              <a:t>‹#›</a:t>
            </a:fld>
            <a:endParaRPr lang="en-US" sz="1100" dirty="0">
              <a:solidFill>
                <a:srgbClr val="6D6E71"/>
              </a:solidFill>
              <a:latin typeface="Arial"/>
            </a:endParaRPr>
          </a:p>
        </p:txBody>
      </p:sp>
      <p:pic>
        <p:nvPicPr>
          <p:cNvPr id="7" name="Picture 6" descr="Mahindra Logo.png"/>
          <p:cNvPicPr>
            <a:picLocks noChangeAspect="1"/>
          </p:cNvPicPr>
          <p:nvPr userDrawn="1"/>
        </p:nvPicPr>
        <p:blipFill>
          <a:blip r:embed="rId3" cstate="email"/>
          <a:stretch>
            <a:fillRect/>
          </a:stretch>
        </p:blipFill>
        <p:spPr bwMode="gray">
          <a:xfrm>
            <a:off x="8436570" y="476834"/>
            <a:ext cx="3168812" cy="656705"/>
          </a:xfrm>
          <a:prstGeom prst="rect">
            <a:avLst/>
          </a:prstGeom>
        </p:spPr>
      </p:pic>
    </p:spTree>
    <p:extLst>
      <p:ext uri="{BB962C8B-B14F-4D97-AF65-F5344CB8AC3E}">
        <p14:creationId xmlns:p14="http://schemas.microsoft.com/office/powerpoint/2010/main" val="2167965861"/>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p:cSld name="2_Title Slide">
    <p:spTree>
      <p:nvGrpSpPr>
        <p:cNvPr id="1" name=""/>
        <p:cNvGrpSpPr/>
        <p:nvPr/>
      </p:nvGrpSpPr>
      <p:grpSpPr>
        <a:xfrm>
          <a:off x="0" y="0"/>
          <a:ext cx="0" cy="0"/>
          <a:chOff x="0" y="0"/>
          <a:chExt cx="0" cy="0"/>
        </a:xfrm>
      </p:grpSpPr>
      <p:pic>
        <p:nvPicPr>
          <p:cNvPr id="6" name="Picture 2"/>
          <p:cNvPicPr>
            <a:picLocks noChangeAspect="1" noChangeArrowheads="1"/>
          </p:cNvPicPr>
          <p:nvPr userDrawn="1"/>
        </p:nvPicPr>
        <p:blipFill rotWithShape="1">
          <a:blip r:embed="rId2" cstate="email">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bwMode="auto">
          <a:xfrm>
            <a:off x="0" y="-1"/>
            <a:ext cx="12187238" cy="68595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40953749"/>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userDrawn="1">
  <p:cSld name="8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23" y="719391"/>
            <a:ext cx="10962166"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899938"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23" y="6630989"/>
            <a:ext cx="5278689" cy="123111"/>
          </a:xfrm>
          <a:prstGeom prst="rect">
            <a:avLst/>
          </a:prstGeom>
          <a:noFill/>
          <a:ln w="9525">
            <a:noFill/>
            <a:miter lim="800000"/>
            <a:headEnd/>
            <a:tailEnd/>
          </a:ln>
        </p:spPr>
        <p:txBody>
          <a:bodyPr wrap="none" lIns="0" tIns="0" rIns="0" bIns="0">
            <a:spAutoFit/>
          </a:bodyPr>
          <a:lstStyle/>
          <a:p>
            <a:pPr defTabSz="899938">
              <a:defRPr/>
            </a:pPr>
            <a:r>
              <a:rPr lang="en-US" sz="800" dirty="0">
                <a:solidFill>
                  <a:srgbClr val="6D6E71"/>
                </a:solidFill>
                <a:latin typeface="Arial"/>
              </a:rPr>
              <a:t> The contents in this document are </a:t>
            </a:r>
            <a:r>
              <a:rPr lang="en-US" sz="800" dirty="0">
                <a:solidFill>
                  <a:prstClr val="white">
                    <a:lumMod val="50000"/>
                  </a:prstClr>
                </a:solidFill>
                <a:latin typeface="Arial"/>
                <a:ea typeface="Times New Roman"/>
              </a:rPr>
              <a:t>Confidential &amp; Proprietary</a:t>
            </a:r>
            <a:r>
              <a:rPr lang="en-US" sz="800" dirty="0">
                <a:solidFill>
                  <a:prstClr val="white">
                    <a:lumMod val="50000"/>
                  </a:prstClr>
                </a:solidFill>
                <a:latin typeface="Arial"/>
              </a:rPr>
              <a:t>. </a:t>
            </a:r>
            <a:r>
              <a:rPr lang="en-US" sz="800" dirty="0">
                <a:solidFill>
                  <a:srgbClr val="6D6E71"/>
                </a:solidFill>
                <a:latin typeface="Arial"/>
              </a:rPr>
              <a:t>Copyright © 2015 Tech Mahindra. All rights reserved.</a:t>
            </a:r>
          </a:p>
        </p:txBody>
      </p:sp>
      <p:sp>
        <p:nvSpPr>
          <p:cNvPr id="6" name="Slide Number Placeholder 5"/>
          <p:cNvSpPr txBox="1">
            <a:spLocks/>
          </p:cNvSpPr>
          <p:nvPr userDrawn="1"/>
        </p:nvSpPr>
        <p:spPr bwMode="auto">
          <a:xfrm>
            <a:off x="11709989" y="6615599"/>
            <a:ext cx="258083" cy="153888"/>
          </a:xfrm>
          <a:prstGeom prst="rect">
            <a:avLst/>
          </a:prstGeom>
          <a:noFill/>
          <a:ln w="9525">
            <a:noFill/>
            <a:miter lim="800000"/>
            <a:headEnd/>
            <a:tailEnd/>
          </a:ln>
        </p:spPr>
        <p:txBody>
          <a:bodyPr wrap="none" lIns="0" tIns="0" rIns="0" bIns="0" anchor="ctr">
            <a:spAutoFit/>
          </a:bodyPr>
          <a:lstStyle/>
          <a:p>
            <a:pPr algn="r" defTabSz="899938">
              <a:defRPr/>
            </a:pPr>
            <a:fld id="{6856ECDB-1CEE-4F69-ADCA-557460F2116E}" type="slidenum">
              <a:rPr lang="en-US" sz="1000">
                <a:solidFill>
                  <a:srgbClr val="6D6E71"/>
                </a:solidFill>
                <a:latin typeface="Arial"/>
              </a:rPr>
              <a:pPr algn="r" defTabSz="899938">
                <a:defRPr/>
              </a:pPr>
              <a:t>‹#›</a:t>
            </a:fld>
            <a:endParaRPr lang="en-US" sz="10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4" y="1"/>
            <a:ext cx="3025650" cy="825691"/>
          </a:xfrm>
          <a:prstGeom prst="rect">
            <a:avLst/>
          </a:prstGeom>
        </p:spPr>
      </p:pic>
    </p:spTree>
    <p:extLst>
      <p:ext uri="{BB962C8B-B14F-4D97-AF65-F5344CB8AC3E}">
        <p14:creationId xmlns:p14="http://schemas.microsoft.com/office/powerpoint/2010/main" val="203004049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11.xml><?xml version="1.0" encoding="utf-8"?>
<p:sldLayout xmlns:a="http://schemas.openxmlformats.org/drawingml/2006/main" xmlns:r="http://schemas.openxmlformats.org/officeDocument/2006/relationships" xmlns:p="http://schemas.openxmlformats.org/presentationml/2006/main">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22" y="719298"/>
            <a:ext cx="10962166" cy="46166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000" b="1" kern="1200" dirty="0">
                <a:solidFill>
                  <a:schemeClr val="tx2"/>
                </a:solidFill>
                <a:latin typeface="Arial" pitchFamily="34" charset="0"/>
                <a:ea typeface="+mj-ea"/>
                <a:cs typeface="Arial" pitchFamily="34" charset="0"/>
              </a:defRPr>
            </a:lvl1pPr>
          </a:lstStyle>
          <a:p>
            <a:pPr lvl="0" algn="l" defTabSz="1080918"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47" y="1972216"/>
            <a:ext cx="10962167" cy="1538883"/>
          </a:xfrm>
        </p:spPr>
        <p:txBody>
          <a:bodyPr wrap="square">
            <a:spAutoFit/>
          </a:bodyPr>
          <a:lstStyle>
            <a:lvl1pPr algn="l" rtl="0" eaLnBrk="1" latinLnBrk="0" hangingPunct="1">
              <a:spcBef>
                <a:spcPts val="0"/>
              </a:spcBef>
              <a:spcAft>
                <a:spcPts val="0"/>
              </a:spcAft>
              <a:buClr>
                <a:schemeClr val="bg2"/>
              </a:buClr>
              <a:buSzPct val="120000"/>
              <a:defRPr lang="en-US" sz="20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0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5pPr>
            <a:lvl6pPr marL="1696448" indent="-337792">
              <a:spcBef>
                <a:spcPts val="0"/>
              </a:spcBef>
              <a:spcAft>
                <a:spcPts val="0"/>
              </a:spcAft>
              <a:buClr>
                <a:schemeClr val="tx2"/>
              </a:buClr>
              <a:buSzPct val="70000"/>
              <a:buFont typeface="Wingdings" pitchFamily="2" charset="2"/>
              <a:buChar char="§"/>
              <a:defRPr lang="en-US" sz="2000" kern="1200" dirty="0" smtClean="0">
                <a:solidFill>
                  <a:schemeClr val="tx1"/>
                </a:solidFill>
                <a:latin typeface="Arial" pitchFamily="34" charset="0"/>
                <a:ea typeface="+mn-ea"/>
                <a:cs typeface="Arial" pitchFamily="34" charset="0"/>
              </a:defRPr>
            </a:lvl6pPr>
            <a:lvl7pPr marL="2026719" indent="-322776">
              <a:spcBef>
                <a:spcPts val="0"/>
              </a:spcBef>
              <a:spcAft>
                <a:spcPts val="0"/>
              </a:spcAft>
              <a:buClr>
                <a:schemeClr val="tx2"/>
              </a:buClr>
              <a:buSzPct val="70000"/>
              <a:buFont typeface="Arial" pitchFamily="34" charset="0"/>
              <a:buChar char="–"/>
              <a:defRPr sz="2000" baseline="0">
                <a:solidFill>
                  <a:schemeClr val="tx1"/>
                </a:solidFill>
                <a:latin typeface="+mn-lt"/>
                <a:cs typeface="Arial" pitchFamily="34" charset="0"/>
              </a:defRPr>
            </a:lvl7pPr>
            <a:lvl8pPr marL="1891612" indent="-270224">
              <a:spcBef>
                <a:spcPts val="0"/>
              </a:spcBef>
              <a:spcAft>
                <a:spcPts val="0"/>
              </a:spcAft>
              <a:buSzPct val="70000"/>
              <a:defRPr sz="2000" baseline="0">
                <a:latin typeface="Arial" pitchFamily="34" charset="0"/>
                <a:cs typeface="Arial" pitchFamily="34" charset="0"/>
              </a:defRPr>
            </a:lvl8pPr>
            <a:lvl9pPr marL="2156203" indent="-264605">
              <a:spcBef>
                <a:spcPts val="0"/>
              </a:spcBef>
              <a:spcAft>
                <a:spcPts val="0"/>
              </a:spcAft>
              <a:buSzPct val="70000"/>
              <a:buFont typeface="Arial" pitchFamily="34" charset="0"/>
              <a:buChar char="–"/>
              <a:defRPr sz="2000">
                <a:latin typeface="Arial" pitchFamily="34" charset="0"/>
                <a:cs typeface="Arial" pitchFamily="34" charset="0"/>
              </a:defRPr>
            </a:lvl9pPr>
          </a:lstStyle>
          <a:p>
            <a:pPr marL="343420" lvl="0" indent="-343420" algn="l" defTabSz="1080918"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75574" lvl="2" indent="-330286" algn="l" defTabSz="1080918"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05862" lvl="3" indent="-330286" algn="l" defTabSz="1080918"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43643" lvl="4" indent="-337792" algn="l" defTabSz="1103439"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696448" lvl="5" indent="-337792" algn="l" defTabSz="1080918"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147" y="1146085"/>
            <a:ext cx="10962167" cy="292388"/>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952740855"/>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82" y="63"/>
            <a:ext cx="5289698" cy="1443543"/>
          </a:xfrm>
          <a:prstGeom prst="rect">
            <a:avLst/>
          </a:prstGeom>
        </p:spPr>
      </p:pic>
      <p:sp>
        <p:nvSpPr>
          <p:cNvPr id="10" name="Slide Number Placeholder 5"/>
          <p:cNvSpPr txBox="1">
            <a:spLocks/>
          </p:cNvSpPr>
          <p:nvPr userDrawn="1"/>
        </p:nvSpPr>
        <p:spPr bwMode="auto">
          <a:xfrm>
            <a:off x="11709975" y="6615565"/>
            <a:ext cx="258083" cy="153888"/>
          </a:xfrm>
          <a:prstGeom prst="rect">
            <a:avLst/>
          </a:prstGeom>
          <a:noFill/>
          <a:ln w="9525">
            <a:noFill/>
            <a:miter lim="800000"/>
            <a:headEnd/>
            <a:tailEnd/>
          </a:ln>
        </p:spPr>
        <p:txBody>
          <a:bodyPr wrap="none" lIns="0" tIns="0" rIns="0" bIns="0" anchor="ctr">
            <a:spAutoFit/>
          </a:bodyPr>
          <a:lstStyle/>
          <a:p>
            <a:pPr algn="r" defTabSz="912467" fontAlgn="auto">
              <a:spcBef>
                <a:spcPts val="0"/>
              </a:spcBef>
              <a:spcAft>
                <a:spcPts val="0"/>
              </a:spcAft>
              <a:defRPr/>
            </a:pPr>
            <a:fld id="{6856ECDB-1CEE-4F69-ADCA-557460F2116E}" type="slidenum">
              <a:rPr lang="en-US" sz="1000" smtClean="0">
                <a:solidFill>
                  <a:srgbClr val="6D6E71"/>
                </a:solidFill>
                <a:latin typeface="Arial"/>
              </a:rPr>
              <a:pPr algn="r" defTabSz="912467" fontAlgn="auto">
                <a:spcBef>
                  <a:spcPts val="0"/>
                </a:spcBef>
                <a:spcAft>
                  <a:spcPts val="0"/>
                </a:spcAft>
                <a:defRPr/>
              </a:pPr>
              <a:t>‹#›</a:t>
            </a:fld>
            <a:endParaRPr lang="en-US" sz="1000" dirty="0">
              <a:solidFill>
                <a:srgbClr val="6D6E71"/>
              </a:solidFill>
              <a:latin typeface="Arial"/>
            </a:endParaRPr>
          </a:p>
        </p:txBody>
      </p:sp>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570" y="476753"/>
            <a:ext cx="3168812" cy="656706"/>
          </a:xfrm>
          <a:prstGeom prst="rect">
            <a:avLst/>
          </a:prstGeom>
        </p:spPr>
      </p:pic>
    </p:spTree>
    <p:extLst>
      <p:ext uri="{BB962C8B-B14F-4D97-AF65-F5344CB8AC3E}">
        <p14:creationId xmlns:p14="http://schemas.microsoft.com/office/powerpoint/2010/main" val="929262343"/>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35340" y="4054647"/>
            <a:ext cx="7346195" cy="277064"/>
          </a:xfrm>
        </p:spPr>
        <p:txBody>
          <a:bodyPr anchor="b" anchorCtr="0">
            <a:noAutofit/>
          </a:bodyPr>
          <a:lstStyle>
            <a:lvl1pPr marL="0" indent="0" algn="l">
              <a:buNone/>
              <a:defRPr b="1">
                <a:solidFill>
                  <a:schemeClr val="tx2"/>
                </a:solidFill>
                <a:latin typeface="Arial" pitchFamily="34" charset="0"/>
                <a:cs typeface="Arial" pitchFamily="34" charset="0"/>
              </a:defRPr>
            </a:lvl1pPr>
            <a:lvl2pPr marL="456235" indent="0" algn="ctr">
              <a:buNone/>
              <a:defRPr>
                <a:solidFill>
                  <a:schemeClr val="tx1">
                    <a:tint val="75000"/>
                  </a:schemeClr>
                </a:solidFill>
              </a:defRPr>
            </a:lvl2pPr>
            <a:lvl3pPr marL="912467" indent="0" algn="ctr">
              <a:buNone/>
              <a:defRPr>
                <a:solidFill>
                  <a:schemeClr val="tx1">
                    <a:tint val="75000"/>
                  </a:schemeClr>
                </a:solidFill>
              </a:defRPr>
            </a:lvl3pPr>
            <a:lvl4pPr marL="1368703" indent="0" algn="ctr">
              <a:buNone/>
              <a:defRPr>
                <a:solidFill>
                  <a:schemeClr val="tx1">
                    <a:tint val="75000"/>
                  </a:schemeClr>
                </a:solidFill>
              </a:defRPr>
            </a:lvl4pPr>
            <a:lvl5pPr marL="1824931" indent="0" algn="ctr">
              <a:buNone/>
              <a:defRPr>
                <a:solidFill>
                  <a:schemeClr val="tx1">
                    <a:tint val="75000"/>
                  </a:schemeClr>
                </a:solidFill>
              </a:defRPr>
            </a:lvl5pPr>
            <a:lvl6pPr marL="2281169" indent="0" algn="ctr">
              <a:buNone/>
              <a:defRPr>
                <a:solidFill>
                  <a:schemeClr val="tx1">
                    <a:tint val="75000"/>
                  </a:schemeClr>
                </a:solidFill>
              </a:defRPr>
            </a:lvl6pPr>
            <a:lvl7pPr marL="2737403" indent="0" algn="ctr">
              <a:buNone/>
              <a:defRPr>
                <a:solidFill>
                  <a:schemeClr val="tx1">
                    <a:tint val="75000"/>
                  </a:schemeClr>
                </a:solidFill>
              </a:defRPr>
            </a:lvl7pPr>
            <a:lvl8pPr marL="3193633" indent="0" algn="ctr">
              <a:buNone/>
              <a:defRPr>
                <a:solidFill>
                  <a:schemeClr val="tx1">
                    <a:tint val="75000"/>
                  </a:schemeClr>
                </a:solidFill>
              </a:defRPr>
            </a:lvl8pPr>
            <a:lvl9pPr marL="3649866"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35340" y="2184962"/>
            <a:ext cx="7346195" cy="615553"/>
          </a:xfrm>
        </p:spPr>
        <p:txBody>
          <a:bodyPr wrap="square">
            <a:spAutoFit/>
          </a:bodyPr>
          <a:lstStyle>
            <a:lvl1pPr algn="l">
              <a:defRPr sz="4000" b="1">
                <a:solidFill>
                  <a:schemeClr val="bg2"/>
                </a:solidFill>
                <a:latin typeface="Arial" pitchFamily="34" charset="0"/>
                <a:cs typeface="Arial" pitchFamily="34" charset="0"/>
              </a:defRPr>
            </a:lvl1pPr>
          </a:lstStyle>
          <a:p>
            <a:r>
              <a:rPr lang="en-US" dirty="0"/>
              <a:t>Click to Edit Master Title Style</a:t>
            </a:r>
          </a:p>
        </p:txBody>
      </p:sp>
      <p:pic>
        <p:nvPicPr>
          <p:cNvPr id="12" name="Picture 11"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82" y="63"/>
            <a:ext cx="5289698" cy="1443543"/>
          </a:xfrm>
          <a:prstGeom prst="rect">
            <a:avLst/>
          </a:prstGeom>
        </p:spPr>
      </p:pic>
      <p:pic>
        <p:nvPicPr>
          <p:cNvPr id="8" name="Picture 7" descr="Mahindra Logo.png"/>
          <p:cNvPicPr>
            <a:picLocks noChangeAspect="1"/>
          </p:cNvPicPr>
          <p:nvPr userDrawn="1"/>
        </p:nvPicPr>
        <p:blipFill>
          <a:blip r:embed="rId3" cstate="email">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bwMode="gray">
          <a:xfrm>
            <a:off x="8436570" y="332743"/>
            <a:ext cx="3168812" cy="800726"/>
          </a:xfrm>
          <a:prstGeom prst="rect">
            <a:avLst/>
          </a:prstGeom>
        </p:spPr>
      </p:pic>
    </p:spTree>
    <p:extLst>
      <p:ext uri="{BB962C8B-B14F-4D97-AF65-F5344CB8AC3E}">
        <p14:creationId xmlns:p14="http://schemas.microsoft.com/office/powerpoint/2010/main" val="4036174486"/>
      </p:ext>
    </p:extLst>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2" y="719333"/>
            <a:ext cx="10962166"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2467"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15" y="1972184"/>
            <a:ext cx="10962167" cy="1384995"/>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2066" indent="-28514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0874" indent="-272476">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596813" indent="-228128">
              <a:spcBef>
                <a:spcPts val="0"/>
              </a:spcBef>
              <a:spcAft>
                <a:spcPts val="0"/>
              </a:spcAft>
              <a:buSzPct val="70000"/>
              <a:defRPr sz="1800" baseline="0">
                <a:latin typeface="Arial" pitchFamily="34" charset="0"/>
                <a:cs typeface="Arial" pitchFamily="34" charset="0"/>
              </a:defRPr>
            </a:lvl8pPr>
            <a:lvl9pPr marL="1820184" indent="-223364">
              <a:spcBef>
                <a:spcPts val="0"/>
              </a:spcBef>
              <a:spcAft>
                <a:spcPts val="0"/>
              </a:spcAft>
              <a:buSzPct val="70000"/>
              <a:buFont typeface="Arial" pitchFamily="34" charset="0"/>
              <a:buChar char="–"/>
              <a:defRPr sz="1800">
                <a:latin typeface="Arial" pitchFamily="34" charset="0"/>
                <a:cs typeface="Arial" pitchFamily="34" charset="0"/>
              </a:defRPr>
            </a:lvl9pPr>
          </a:lstStyle>
          <a:p>
            <a:pPr marL="289903" lvl="0" indent="-289903" algn="l" defTabSz="912467"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0290" lvl="2" indent="-278817" algn="l" defTabSz="912467"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49105" lvl="3" indent="-278817" algn="l" defTabSz="912467"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4250" lvl="4" indent="-285147" algn="l" defTabSz="93147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2066" lvl="5" indent="-285147" algn="l" defTabSz="912467"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222872467"/>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preserve="1" userDrawn="1">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2" y="719333"/>
            <a:ext cx="10962166"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2467"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15" y="1972184"/>
            <a:ext cx="10962167" cy="1384995"/>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2066" indent="-28514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0874" indent="-272476">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596813" indent="-228128">
              <a:spcBef>
                <a:spcPts val="0"/>
              </a:spcBef>
              <a:spcAft>
                <a:spcPts val="0"/>
              </a:spcAft>
              <a:buSzPct val="70000"/>
              <a:defRPr sz="1800" baseline="0">
                <a:latin typeface="Arial" pitchFamily="34" charset="0"/>
                <a:cs typeface="Arial" pitchFamily="34" charset="0"/>
              </a:defRPr>
            </a:lvl8pPr>
            <a:lvl9pPr marL="1820184" indent="-223364">
              <a:spcBef>
                <a:spcPts val="0"/>
              </a:spcBef>
              <a:spcAft>
                <a:spcPts val="0"/>
              </a:spcAft>
              <a:buSzPct val="70000"/>
              <a:buFont typeface="Arial" pitchFamily="34" charset="0"/>
              <a:buChar char="–"/>
              <a:defRPr sz="1800">
                <a:latin typeface="Arial" pitchFamily="34" charset="0"/>
                <a:cs typeface="Arial" pitchFamily="34" charset="0"/>
              </a:defRPr>
            </a:lvl9pPr>
          </a:lstStyle>
          <a:p>
            <a:pPr marL="289903" lvl="0" indent="-289903" algn="l" defTabSz="912467"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0290" lvl="2" indent="-278817" algn="l" defTabSz="912467"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49105" lvl="3" indent="-278817" algn="l" defTabSz="912467"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4250" lvl="4" indent="-285147" algn="l" defTabSz="93147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2066" lvl="5" indent="-285147" algn="l" defTabSz="912467"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userDrawn="1">
            <p:ph type="body" sz="quarter" idx="13"/>
          </p:nvPr>
        </p:nvSpPr>
        <p:spPr bwMode="gray">
          <a:xfrm>
            <a:off x="641115" y="1270795"/>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6636138"/>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preserve="1" userDrawn="1">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161" y="727257"/>
            <a:ext cx="10964283"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2467"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41115" y="1972184"/>
            <a:ext cx="10962167" cy="1846659"/>
          </a:xfrm>
        </p:spPr>
        <p:txBody>
          <a:bodyPr wrap="square">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432066" indent="-285147">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1710874" indent="-272476">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596813" indent="-228128">
              <a:spcBef>
                <a:spcPts val="0"/>
              </a:spcBef>
              <a:spcAft>
                <a:spcPts val="0"/>
              </a:spcAft>
              <a:buSzPct val="70000"/>
              <a:defRPr sz="1800" baseline="0">
                <a:latin typeface="Arial" pitchFamily="34" charset="0"/>
                <a:cs typeface="Arial" pitchFamily="34" charset="0"/>
              </a:defRPr>
            </a:lvl8pPr>
            <a:lvl9pPr marL="1820184" indent="-223364">
              <a:spcBef>
                <a:spcPts val="0"/>
              </a:spcBef>
              <a:spcAft>
                <a:spcPts val="0"/>
              </a:spcAft>
              <a:buSzPct val="70000"/>
              <a:buFont typeface="Arial" pitchFamily="34" charset="0"/>
              <a:buChar char="–"/>
              <a:defRPr sz="1800">
                <a:latin typeface="Arial" pitchFamily="34" charset="0"/>
                <a:cs typeface="Arial" pitchFamily="34" charset="0"/>
              </a:defRPr>
            </a:lvl9pPr>
          </a:lstStyle>
          <a:p>
            <a:pPr marL="289903" lvl="0" indent="-289903" algn="l" defTabSz="912467"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0290" lvl="2" indent="-278817" algn="l" defTabSz="912467"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49105" lvl="3" indent="-278817" algn="l" defTabSz="912467"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4250" lvl="4" indent="-285147" algn="l" defTabSz="93147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2066" lvl="5" indent="-285147" algn="l" defTabSz="912467"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2110345238"/>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2" y="1972135"/>
            <a:ext cx="5435592" cy="4163390"/>
          </a:xfrm>
        </p:spPr>
        <p:txBody>
          <a:bodyPr>
            <a:noAutofit/>
          </a:bodyPr>
          <a:lstStyle>
            <a:lvl1pPr marL="0" indent="0">
              <a:buNone/>
              <a:defRPr>
                <a:latin typeface="Arial" pitchFamily="34" charset="0"/>
                <a:cs typeface="Arial" pitchFamily="34" charset="0"/>
              </a:defRPr>
            </a:lvl1pPr>
          </a:lstStyle>
          <a:p>
            <a:r>
              <a:rPr lang="en-US"/>
              <a:t>Click icon to add picture</a:t>
            </a:r>
            <a:endParaRPr lang="en-US" dirty="0"/>
          </a:p>
        </p:txBody>
      </p:sp>
      <p:sp>
        <p:nvSpPr>
          <p:cNvPr id="18" name="Text Placeholder 4"/>
          <p:cNvSpPr>
            <a:spLocks noGrp="1"/>
          </p:cNvSpPr>
          <p:nvPr>
            <p:ph type="body" sz="quarter" idx="19" hasCustomPrompt="1"/>
          </p:nvPr>
        </p:nvSpPr>
        <p:spPr bwMode="gray">
          <a:xfrm>
            <a:off x="6449091" y="1972184"/>
            <a:ext cx="5126679" cy="138499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0588" indent="-232871">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68703" indent="-228128">
              <a:spcBef>
                <a:spcPts val="0"/>
              </a:spcBef>
              <a:spcAft>
                <a:spcPts val="0"/>
              </a:spcAft>
              <a:buSzPct val="70000"/>
              <a:buFont typeface="Arial" pitchFamily="34" charset="0"/>
              <a:buChar char="–"/>
              <a:defRPr sz="1800" baseline="0">
                <a:latin typeface="+mj-lt"/>
              </a:defRPr>
            </a:lvl7pPr>
            <a:lvl8pPr marL="1596813" indent="-228128">
              <a:spcBef>
                <a:spcPts val="0"/>
              </a:spcBef>
              <a:spcAft>
                <a:spcPts val="0"/>
              </a:spcAft>
              <a:buSzPct val="70000"/>
              <a:defRPr sz="1800" baseline="0">
                <a:latin typeface="+mj-lt"/>
              </a:defRPr>
            </a:lvl8pPr>
            <a:lvl9pPr marL="1820184" indent="-223364">
              <a:spcBef>
                <a:spcPts val="0"/>
              </a:spcBef>
              <a:spcAft>
                <a:spcPts val="0"/>
              </a:spcAft>
              <a:buSzPct val="70000"/>
              <a:buFont typeface="Arial" pitchFamily="34" charset="0"/>
              <a:buChar char="–"/>
              <a:defRPr sz="1800">
                <a:latin typeface="+mj-lt"/>
              </a:defRPr>
            </a:lvl9pPr>
          </a:lstStyle>
          <a:p>
            <a:pPr marL="289903" lvl="0" indent="-289903" algn="l" defTabSz="912467"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0290" lvl="2" indent="-278817" algn="l" defTabSz="912467"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49105" lvl="3" indent="-278817" algn="l" defTabSz="912467"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4250" lvl="4" indent="-285147" algn="l" defTabSz="93147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2066" lvl="5" indent="-285147" algn="l" defTabSz="912467"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161" y="727257"/>
            <a:ext cx="10964283"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2467"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15" y="1270795"/>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80283477"/>
      </p:ext>
    </p:extLst>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52275" y="4068246"/>
            <a:ext cx="7363123" cy="276999"/>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912467" rtl="0" eaLnBrk="1" fontAlgn="base" latinLnBrk="0" hangingPunct="1">
              <a:spcBef>
                <a:spcPts val="0"/>
              </a:spcBef>
              <a:spcAft>
                <a:spcPct val="0"/>
              </a:spcAft>
              <a:buClr>
                <a:schemeClr val="tx2"/>
              </a:buClr>
              <a:buFont typeface="Arial" pitchFamily="34" charset="0"/>
              <a:buNone/>
              <a:defRPr lang="en-US" sz="1800" b="1" kern="1200" baseline="0" dirty="0">
                <a:solidFill>
                  <a:schemeClr val="tx2"/>
                </a:solidFill>
                <a:latin typeface="Arial" pitchFamily="34" charset="0"/>
                <a:ea typeface="+mn-ea"/>
                <a:cs typeface="Arial" pitchFamily="34" charset="0"/>
              </a:defRPr>
            </a:lvl1pPr>
            <a:lvl2pPr marL="456235" indent="0" algn="ctr">
              <a:buNone/>
              <a:defRPr>
                <a:solidFill>
                  <a:schemeClr val="tx1">
                    <a:tint val="75000"/>
                  </a:schemeClr>
                </a:solidFill>
              </a:defRPr>
            </a:lvl2pPr>
            <a:lvl3pPr marL="912467" indent="0" algn="ctr">
              <a:buNone/>
              <a:defRPr>
                <a:solidFill>
                  <a:schemeClr val="tx1">
                    <a:tint val="75000"/>
                  </a:schemeClr>
                </a:solidFill>
              </a:defRPr>
            </a:lvl3pPr>
            <a:lvl4pPr marL="1368703" indent="0" algn="ctr">
              <a:buNone/>
              <a:defRPr>
                <a:solidFill>
                  <a:schemeClr val="tx1">
                    <a:tint val="75000"/>
                  </a:schemeClr>
                </a:solidFill>
              </a:defRPr>
            </a:lvl4pPr>
            <a:lvl5pPr marL="1824931" indent="0" algn="ctr">
              <a:buNone/>
              <a:defRPr>
                <a:solidFill>
                  <a:schemeClr val="tx1">
                    <a:tint val="75000"/>
                  </a:schemeClr>
                </a:solidFill>
              </a:defRPr>
            </a:lvl5pPr>
            <a:lvl6pPr marL="2281169" indent="0" algn="ctr">
              <a:buNone/>
              <a:defRPr>
                <a:solidFill>
                  <a:schemeClr val="tx1">
                    <a:tint val="75000"/>
                  </a:schemeClr>
                </a:solidFill>
              </a:defRPr>
            </a:lvl6pPr>
            <a:lvl7pPr marL="2737403" indent="0" algn="ctr">
              <a:buNone/>
              <a:defRPr>
                <a:solidFill>
                  <a:schemeClr val="tx1">
                    <a:tint val="75000"/>
                  </a:schemeClr>
                </a:solidFill>
              </a:defRPr>
            </a:lvl7pPr>
            <a:lvl8pPr marL="3193633" indent="0" algn="ctr">
              <a:buNone/>
              <a:defRPr>
                <a:solidFill>
                  <a:schemeClr val="tx1">
                    <a:tint val="75000"/>
                  </a:schemeClr>
                </a:solidFill>
              </a:defRPr>
            </a:lvl8pPr>
            <a:lvl9pPr marL="3649866"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52279" y="2200843"/>
            <a:ext cx="7363123" cy="615553"/>
          </a:xfrm>
          <a:noFill/>
          <a:ln w="9525">
            <a:noFill/>
            <a:miter lim="800000"/>
            <a:headEnd/>
            <a:tailEnd/>
          </a:ln>
        </p:spPr>
        <p:txBody>
          <a:bodyPr vert="horz" wrap="square" lIns="0" tIns="0" rIns="0" bIns="0" numCol="1" anchor="t" anchorCtr="0" compatLnSpc="1">
            <a:prstTxWarp prst="textNoShape">
              <a:avLst/>
            </a:prstTxWarp>
            <a:spAutoFit/>
          </a:bodyPr>
          <a:lstStyle>
            <a:lvl1pPr algn="l" defTabSz="912467" rtl="0" eaLnBrk="1" latinLnBrk="0" hangingPunct="1">
              <a:spcBef>
                <a:spcPct val="0"/>
              </a:spcBef>
              <a:buNone/>
              <a:defRPr lang="en-US" sz="40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82" y="63"/>
            <a:ext cx="5289698" cy="1443543"/>
          </a:xfrm>
          <a:prstGeom prst="rect">
            <a:avLst/>
          </a:prstGeom>
        </p:spPr>
      </p:pic>
      <p:pic>
        <p:nvPicPr>
          <p:cNvPr id="6" name="Picture 5"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570" y="476753"/>
            <a:ext cx="3168812" cy="656706"/>
          </a:xfrm>
          <a:prstGeom prst="rect">
            <a:avLst/>
          </a:prstGeom>
        </p:spPr>
      </p:pic>
    </p:spTree>
    <p:extLst>
      <p:ext uri="{BB962C8B-B14F-4D97-AF65-F5344CB8AC3E}">
        <p14:creationId xmlns:p14="http://schemas.microsoft.com/office/powerpoint/2010/main" val="1805215002"/>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preserve="1" userDrawn="1">
  <p:cSld name="Divider Slide 2">
    <p:spTree>
      <p:nvGrpSpPr>
        <p:cNvPr id="1" name=""/>
        <p:cNvGrpSpPr/>
        <p:nvPr/>
      </p:nvGrpSpPr>
      <p:grpSpPr>
        <a:xfrm>
          <a:off x="0" y="0"/>
          <a:ext cx="0" cy="0"/>
          <a:chOff x="0" y="0"/>
          <a:chExt cx="0" cy="0"/>
        </a:xfrm>
      </p:grpSpPr>
      <p:sp>
        <p:nvSpPr>
          <p:cNvPr id="12" name="Picture Placeholder 22"/>
          <p:cNvSpPr>
            <a:spLocks noGrp="1"/>
          </p:cNvSpPr>
          <p:nvPr>
            <p:ph type="pic" sz="quarter" idx="13"/>
          </p:nvPr>
        </p:nvSpPr>
        <p:spPr bwMode="gray">
          <a:xfrm>
            <a:off x="641112" y="1972171"/>
            <a:ext cx="5467330" cy="4176092"/>
          </a:xfrm>
        </p:spPr>
        <p:txBody>
          <a:bodyPr rtlCol="0">
            <a:normAutofit/>
          </a:bodyPr>
          <a:lstStyle>
            <a:lvl1pPr>
              <a:buNone/>
              <a:defRPr>
                <a:latin typeface="Arial" pitchFamily="34" charset="0"/>
                <a:cs typeface="Arial" pitchFamily="34" charset="0"/>
              </a:defRPr>
            </a:lvl1pPr>
          </a:lstStyle>
          <a:p>
            <a:pPr lvl="0"/>
            <a:r>
              <a:rPr lang="en-US" noProof="0"/>
              <a:t>Click icon to add picture</a:t>
            </a:r>
          </a:p>
        </p:txBody>
      </p:sp>
      <p:sp>
        <p:nvSpPr>
          <p:cNvPr id="22" name="Subtitle 2"/>
          <p:cNvSpPr>
            <a:spLocks noGrp="1"/>
          </p:cNvSpPr>
          <p:nvPr>
            <p:ph type="subTitle" idx="1" hasCustomPrompt="1"/>
          </p:nvPr>
        </p:nvSpPr>
        <p:spPr bwMode="gray">
          <a:xfrm>
            <a:off x="6565455" y="4296899"/>
            <a:ext cx="5039929" cy="276999"/>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912467" rtl="0" eaLnBrk="1" fontAlgn="base" latinLnBrk="0" hangingPunct="1">
              <a:spcBef>
                <a:spcPts val="0"/>
              </a:spcBef>
              <a:spcAft>
                <a:spcPct val="0"/>
              </a:spcAft>
              <a:buClr>
                <a:schemeClr val="tx2"/>
              </a:buClr>
              <a:buFont typeface="Arial" pitchFamily="34" charset="0"/>
              <a:buNone/>
              <a:defRPr lang="en-US" sz="1800" b="1" kern="1200" baseline="0" dirty="0">
                <a:solidFill>
                  <a:schemeClr val="tx2"/>
                </a:solidFill>
                <a:latin typeface="Arial" pitchFamily="34" charset="0"/>
                <a:ea typeface="+mn-ea"/>
                <a:cs typeface="Arial" pitchFamily="34" charset="0"/>
              </a:defRPr>
            </a:lvl1pPr>
            <a:lvl2pPr marL="456235" indent="0" algn="ctr">
              <a:buNone/>
              <a:defRPr>
                <a:solidFill>
                  <a:schemeClr val="tx1">
                    <a:tint val="75000"/>
                  </a:schemeClr>
                </a:solidFill>
              </a:defRPr>
            </a:lvl2pPr>
            <a:lvl3pPr marL="912467" indent="0" algn="ctr">
              <a:buNone/>
              <a:defRPr>
                <a:solidFill>
                  <a:schemeClr val="tx1">
                    <a:tint val="75000"/>
                  </a:schemeClr>
                </a:solidFill>
              </a:defRPr>
            </a:lvl3pPr>
            <a:lvl4pPr marL="1368703" indent="0" algn="ctr">
              <a:buNone/>
              <a:defRPr>
                <a:solidFill>
                  <a:schemeClr val="tx1">
                    <a:tint val="75000"/>
                  </a:schemeClr>
                </a:solidFill>
              </a:defRPr>
            </a:lvl4pPr>
            <a:lvl5pPr marL="1824931" indent="0" algn="ctr">
              <a:buNone/>
              <a:defRPr>
                <a:solidFill>
                  <a:schemeClr val="tx1">
                    <a:tint val="75000"/>
                  </a:schemeClr>
                </a:solidFill>
              </a:defRPr>
            </a:lvl5pPr>
            <a:lvl6pPr marL="2281169" indent="0" algn="ctr">
              <a:buNone/>
              <a:defRPr>
                <a:solidFill>
                  <a:schemeClr val="tx1">
                    <a:tint val="75000"/>
                  </a:schemeClr>
                </a:solidFill>
              </a:defRPr>
            </a:lvl6pPr>
            <a:lvl7pPr marL="2737403" indent="0" algn="ctr">
              <a:buNone/>
              <a:defRPr>
                <a:solidFill>
                  <a:schemeClr val="tx1">
                    <a:tint val="75000"/>
                  </a:schemeClr>
                </a:solidFill>
              </a:defRPr>
            </a:lvl7pPr>
            <a:lvl8pPr marL="3193633" indent="0" algn="ctr">
              <a:buNone/>
              <a:defRPr>
                <a:solidFill>
                  <a:schemeClr val="tx1">
                    <a:tint val="75000"/>
                  </a:schemeClr>
                </a:solidFill>
              </a:defRPr>
            </a:lvl8pPr>
            <a:lvl9pPr marL="3649866" indent="0" algn="ctr">
              <a:buNone/>
              <a:defRPr>
                <a:solidFill>
                  <a:schemeClr val="tx1">
                    <a:tint val="75000"/>
                  </a:schemeClr>
                </a:solidFill>
              </a:defRPr>
            </a:lvl9pPr>
          </a:lstStyle>
          <a:p>
            <a:r>
              <a:rPr lang="en-US" dirty="0"/>
              <a:t>Click to Edit Master Subtitle Style</a:t>
            </a:r>
          </a:p>
        </p:txBody>
      </p:sp>
      <p:sp>
        <p:nvSpPr>
          <p:cNvPr id="23" name="Title 8"/>
          <p:cNvSpPr>
            <a:spLocks noGrp="1"/>
          </p:cNvSpPr>
          <p:nvPr>
            <p:ph type="title" hasCustomPrompt="1"/>
          </p:nvPr>
        </p:nvSpPr>
        <p:spPr bwMode="gray">
          <a:xfrm>
            <a:off x="6565459" y="1972159"/>
            <a:ext cx="5039929" cy="1231106"/>
          </a:xfrm>
          <a:noFill/>
          <a:ln w="9525">
            <a:noFill/>
            <a:miter lim="800000"/>
            <a:headEnd/>
            <a:tailEnd/>
          </a:ln>
        </p:spPr>
        <p:txBody>
          <a:bodyPr vert="horz" wrap="square" lIns="0" tIns="0" rIns="0" bIns="0" numCol="1" anchor="t" anchorCtr="0" compatLnSpc="1">
            <a:prstTxWarp prst="textNoShape">
              <a:avLst/>
            </a:prstTxWarp>
            <a:spAutoFit/>
          </a:bodyPr>
          <a:lstStyle>
            <a:lvl1pPr algn="l" defTabSz="912467" rtl="0" eaLnBrk="1" latinLnBrk="0" hangingPunct="1">
              <a:spcBef>
                <a:spcPct val="0"/>
              </a:spcBef>
              <a:buNone/>
              <a:defRPr lang="en-US" sz="40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82" y="63"/>
            <a:ext cx="5289698" cy="1443543"/>
          </a:xfrm>
          <a:prstGeom prst="rect">
            <a:avLst/>
          </a:prstGeom>
        </p:spPr>
      </p:pic>
      <p:pic>
        <p:nvPicPr>
          <p:cNvPr id="13" name="Picture 12"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7849669" y="476753"/>
            <a:ext cx="3739904" cy="656706"/>
          </a:xfrm>
          <a:prstGeom prst="rect">
            <a:avLst/>
          </a:prstGeom>
        </p:spPr>
      </p:pic>
    </p:spTree>
    <p:extLst>
      <p:ext uri="{BB962C8B-B14F-4D97-AF65-F5344CB8AC3E}">
        <p14:creationId xmlns:p14="http://schemas.microsoft.com/office/powerpoint/2010/main" val="3827577946"/>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641129" y="2467560"/>
            <a:ext cx="5243050" cy="138499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0588" indent="-232871">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68703" indent="-228128">
              <a:spcBef>
                <a:spcPts val="0"/>
              </a:spcBef>
              <a:spcAft>
                <a:spcPts val="0"/>
              </a:spcAft>
              <a:buSzPct val="70000"/>
              <a:buFont typeface="Arial" pitchFamily="34" charset="0"/>
              <a:buChar char="–"/>
              <a:defRPr sz="1800" baseline="0">
                <a:latin typeface="+mj-lt"/>
              </a:defRPr>
            </a:lvl7pPr>
            <a:lvl8pPr marL="1596813" indent="-228128">
              <a:spcBef>
                <a:spcPts val="0"/>
              </a:spcBef>
              <a:spcAft>
                <a:spcPts val="0"/>
              </a:spcAft>
              <a:buSzPct val="70000"/>
              <a:defRPr sz="1800" baseline="0">
                <a:latin typeface="+mj-lt"/>
              </a:defRPr>
            </a:lvl8pPr>
            <a:lvl9pPr marL="1820184" indent="-223364">
              <a:spcBef>
                <a:spcPts val="0"/>
              </a:spcBef>
              <a:spcAft>
                <a:spcPts val="0"/>
              </a:spcAft>
              <a:buSzPct val="70000"/>
              <a:buFont typeface="Arial" pitchFamily="34" charset="0"/>
              <a:buChar char="–"/>
              <a:defRPr sz="1800">
                <a:latin typeface="+mj-lt"/>
              </a:defRPr>
            </a:lvl9pPr>
          </a:lstStyle>
          <a:p>
            <a:pPr marL="289903" lvl="0" indent="-289903" algn="l" defTabSz="912467"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0290" lvl="2" indent="-278817" algn="l" defTabSz="912467"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49105" lvl="3" indent="-278817" algn="l" defTabSz="912467"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4250" lvl="4" indent="-285147" algn="l" defTabSz="93147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2066" lvl="5" indent="-285147" algn="l" defTabSz="912467"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
          <p:cNvSpPr>
            <a:spLocks noGrp="1"/>
          </p:cNvSpPr>
          <p:nvPr>
            <p:ph type="body" sz="quarter" idx="11" hasCustomPrompt="1"/>
          </p:nvPr>
        </p:nvSpPr>
        <p:spPr bwMode="gray">
          <a:xfrm>
            <a:off x="6362359" y="2467560"/>
            <a:ext cx="5243050" cy="138499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0588" indent="-232871">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68703" indent="-228128">
              <a:spcBef>
                <a:spcPts val="0"/>
              </a:spcBef>
              <a:spcAft>
                <a:spcPts val="0"/>
              </a:spcAft>
              <a:buSzPct val="70000"/>
              <a:buFont typeface="Arial" pitchFamily="34" charset="0"/>
              <a:buChar char="–"/>
              <a:defRPr sz="1800" baseline="0">
                <a:latin typeface="+mj-lt"/>
              </a:defRPr>
            </a:lvl7pPr>
            <a:lvl8pPr marL="1596813" indent="-228128">
              <a:spcBef>
                <a:spcPts val="0"/>
              </a:spcBef>
              <a:spcAft>
                <a:spcPts val="0"/>
              </a:spcAft>
              <a:buSzPct val="70000"/>
              <a:defRPr sz="1800" baseline="0">
                <a:latin typeface="+mj-lt"/>
              </a:defRPr>
            </a:lvl8pPr>
            <a:lvl9pPr marL="1820184" indent="-223364">
              <a:spcBef>
                <a:spcPts val="0"/>
              </a:spcBef>
              <a:spcAft>
                <a:spcPts val="0"/>
              </a:spcAft>
              <a:buSzPct val="70000"/>
              <a:buFont typeface="Arial" pitchFamily="34" charset="0"/>
              <a:buChar char="–"/>
              <a:defRPr sz="1800">
                <a:latin typeface="+mj-lt"/>
              </a:defRPr>
            </a:lvl9pPr>
          </a:lstStyle>
          <a:p>
            <a:pPr marL="289903" lvl="0" indent="-289903" algn="l" defTabSz="912467"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0290" lvl="2" indent="-278817" algn="l" defTabSz="912467"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49105" lvl="3" indent="-278817" algn="l" defTabSz="912467"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4250" lvl="4" indent="-285147" algn="l" defTabSz="93147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2066" lvl="5" indent="-285147" algn="l" defTabSz="912467"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ext Placeholder 4"/>
          <p:cNvSpPr>
            <a:spLocks noGrp="1"/>
          </p:cNvSpPr>
          <p:nvPr>
            <p:ph type="body" sz="quarter" idx="12" hasCustomPrompt="1"/>
          </p:nvPr>
        </p:nvSpPr>
        <p:spPr bwMode="gray">
          <a:xfrm>
            <a:off x="641129" y="1981425"/>
            <a:ext cx="5243050" cy="276999"/>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0588" indent="-232871">
              <a:spcBef>
                <a:spcPts val="0"/>
              </a:spcBef>
              <a:spcAft>
                <a:spcPts val="0"/>
              </a:spcAft>
              <a:buSzPct val="70000"/>
              <a:defRPr sz="1800">
                <a:latin typeface="+mj-lt"/>
              </a:defRPr>
            </a:lvl6pPr>
            <a:lvl7pPr marL="1368703" indent="-228128">
              <a:spcBef>
                <a:spcPts val="0"/>
              </a:spcBef>
              <a:spcAft>
                <a:spcPts val="0"/>
              </a:spcAft>
              <a:buSzPct val="70000"/>
              <a:buFont typeface="Arial" pitchFamily="34" charset="0"/>
              <a:buChar char="–"/>
              <a:defRPr sz="1800" baseline="0">
                <a:latin typeface="+mj-lt"/>
              </a:defRPr>
            </a:lvl7pPr>
            <a:lvl8pPr marL="1596813" indent="-228128">
              <a:spcBef>
                <a:spcPts val="0"/>
              </a:spcBef>
              <a:spcAft>
                <a:spcPts val="0"/>
              </a:spcAft>
              <a:buSzPct val="70000"/>
              <a:defRPr sz="1800" baseline="0">
                <a:latin typeface="+mj-lt"/>
              </a:defRPr>
            </a:lvl8pPr>
            <a:lvl9pPr marL="1820184" indent="-223364">
              <a:spcBef>
                <a:spcPts val="0"/>
              </a:spcBef>
              <a:spcAft>
                <a:spcPts val="0"/>
              </a:spcAft>
              <a:buSzPct val="70000"/>
              <a:buFont typeface="Arial" pitchFamily="34" charset="0"/>
              <a:buChar char="–"/>
              <a:defRPr sz="1800">
                <a:latin typeface="+mj-lt"/>
              </a:defRPr>
            </a:lvl9pPr>
          </a:lstStyle>
          <a:p>
            <a:pPr lvl="0"/>
            <a:r>
              <a:rPr lang="en-US" dirty="0"/>
              <a:t>Heading 1</a:t>
            </a:r>
          </a:p>
        </p:txBody>
      </p:sp>
      <p:sp>
        <p:nvSpPr>
          <p:cNvPr id="6" name="Text Placeholder 4"/>
          <p:cNvSpPr>
            <a:spLocks noGrp="1"/>
          </p:cNvSpPr>
          <p:nvPr>
            <p:ph type="body" sz="quarter" idx="13" hasCustomPrompt="1"/>
          </p:nvPr>
        </p:nvSpPr>
        <p:spPr bwMode="gray">
          <a:xfrm>
            <a:off x="6362359" y="1981425"/>
            <a:ext cx="5243050" cy="276999"/>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0588" indent="-232871">
              <a:spcBef>
                <a:spcPts val="0"/>
              </a:spcBef>
              <a:spcAft>
                <a:spcPts val="0"/>
              </a:spcAft>
              <a:buSzPct val="70000"/>
              <a:defRPr sz="1800">
                <a:latin typeface="+mj-lt"/>
              </a:defRPr>
            </a:lvl6pPr>
            <a:lvl7pPr marL="1368703" indent="-228128">
              <a:spcBef>
                <a:spcPts val="0"/>
              </a:spcBef>
              <a:spcAft>
                <a:spcPts val="0"/>
              </a:spcAft>
              <a:buSzPct val="70000"/>
              <a:buFont typeface="Arial" pitchFamily="34" charset="0"/>
              <a:buChar char="–"/>
              <a:defRPr sz="1800" baseline="0">
                <a:latin typeface="+mj-lt"/>
              </a:defRPr>
            </a:lvl7pPr>
            <a:lvl8pPr marL="1596813" indent="-228128">
              <a:spcBef>
                <a:spcPts val="0"/>
              </a:spcBef>
              <a:spcAft>
                <a:spcPts val="0"/>
              </a:spcAft>
              <a:buSzPct val="70000"/>
              <a:defRPr sz="1800" baseline="0">
                <a:latin typeface="+mj-lt"/>
              </a:defRPr>
            </a:lvl8pPr>
            <a:lvl9pPr marL="1820184" indent="-223364">
              <a:spcBef>
                <a:spcPts val="0"/>
              </a:spcBef>
              <a:spcAft>
                <a:spcPts val="0"/>
              </a:spcAft>
              <a:buSzPct val="70000"/>
              <a:buFont typeface="Arial" pitchFamily="34" charset="0"/>
              <a:buChar char="–"/>
              <a:defRPr sz="1800">
                <a:latin typeface="+mj-lt"/>
              </a:defRPr>
            </a:lvl9pPr>
          </a:lstStyle>
          <a:p>
            <a:pPr lvl="0"/>
            <a:r>
              <a:rPr lang="en-US" dirty="0"/>
              <a:t>Heading 2</a:t>
            </a:r>
          </a:p>
        </p:txBody>
      </p:sp>
      <p:cxnSp>
        <p:nvCxnSpPr>
          <p:cNvPr id="8" name="Straight Connector 7"/>
          <p:cNvCxnSpPr/>
          <p:nvPr userDrawn="1"/>
        </p:nvCxnSpPr>
        <p:spPr bwMode="gray">
          <a:xfrm>
            <a:off x="641109" y="2345290"/>
            <a:ext cx="5206833"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bwMode="gray">
          <a:xfrm>
            <a:off x="6362340" y="2345290"/>
            <a:ext cx="5206833"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641161" y="727257"/>
            <a:ext cx="10964283"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2467" rtl="0" eaLnBrk="1" fontAlgn="base" latinLnBrk="0" hangingPunct="1">
              <a:spcBef>
                <a:spcPct val="0"/>
              </a:spcBef>
              <a:spcAft>
                <a:spcPct val="0"/>
              </a:spcAft>
              <a:buNone/>
            </a:pPr>
            <a:r>
              <a:rPr lang="en-US"/>
              <a:t>Click to edit Master title style</a:t>
            </a:r>
            <a:endParaRPr lang="en-US" dirty="0"/>
          </a:p>
        </p:txBody>
      </p:sp>
      <p:sp>
        <p:nvSpPr>
          <p:cNvPr id="15" name="Text Placeholder 41"/>
          <p:cNvSpPr>
            <a:spLocks noGrp="1"/>
          </p:cNvSpPr>
          <p:nvPr>
            <p:ph type="body" sz="quarter" idx="14"/>
          </p:nvPr>
        </p:nvSpPr>
        <p:spPr bwMode="gray">
          <a:xfrm>
            <a:off x="641115" y="1270795"/>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913777300"/>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1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641161" y="727257"/>
            <a:ext cx="10964283"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2467" rtl="0" eaLnBrk="1" fontAlgn="base" latinLnBrk="0" hangingPunct="1">
              <a:spcBef>
                <a:spcPct val="0"/>
              </a:spcBef>
              <a:spcAft>
                <a:spcPct val="0"/>
              </a:spcAft>
              <a:buNone/>
            </a:pPr>
            <a:r>
              <a:rPr lang="en-US"/>
              <a:t>Click to edit Master title style</a:t>
            </a:r>
            <a:endParaRPr lang="en-US" dirty="0"/>
          </a:p>
        </p:txBody>
      </p:sp>
      <p:sp>
        <p:nvSpPr>
          <p:cNvPr id="17" name="Text Placeholder 4"/>
          <p:cNvSpPr>
            <a:spLocks noGrp="1"/>
          </p:cNvSpPr>
          <p:nvPr>
            <p:ph type="body" sz="quarter" idx="10" hasCustomPrompt="1"/>
          </p:nvPr>
        </p:nvSpPr>
        <p:spPr bwMode="gray">
          <a:xfrm>
            <a:off x="641129" y="2467560"/>
            <a:ext cx="5243050" cy="138499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0588" indent="-232871">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68703" indent="-228128">
              <a:spcBef>
                <a:spcPts val="0"/>
              </a:spcBef>
              <a:spcAft>
                <a:spcPts val="0"/>
              </a:spcAft>
              <a:buSzPct val="70000"/>
              <a:buFont typeface="Arial" pitchFamily="34" charset="0"/>
              <a:buChar char="–"/>
              <a:defRPr sz="1800" baseline="0">
                <a:latin typeface="+mj-lt"/>
              </a:defRPr>
            </a:lvl7pPr>
            <a:lvl8pPr marL="1596813" indent="-228128">
              <a:spcBef>
                <a:spcPts val="0"/>
              </a:spcBef>
              <a:spcAft>
                <a:spcPts val="0"/>
              </a:spcAft>
              <a:buSzPct val="70000"/>
              <a:defRPr sz="1800" baseline="0">
                <a:latin typeface="+mj-lt"/>
              </a:defRPr>
            </a:lvl8pPr>
            <a:lvl9pPr marL="1820184" indent="-223364">
              <a:spcBef>
                <a:spcPts val="0"/>
              </a:spcBef>
              <a:spcAft>
                <a:spcPts val="0"/>
              </a:spcAft>
              <a:buSzPct val="70000"/>
              <a:buFont typeface="Arial" pitchFamily="34" charset="0"/>
              <a:buChar char="–"/>
              <a:defRPr sz="1800">
                <a:latin typeface="+mj-lt"/>
              </a:defRPr>
            </a:lvl9pPr>
          </a:lstStyle>
          <a:p>
            <a:pPr marL="289903" lvl="0" indent="-289903" algn="l" defTabSz="912467"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0290" lvl="2" indent="-278817" algn="l" defTabSz="912467"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49105" lvl="3" indent="-278817" algn="l" defTabSz="912467"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4250" lvl="4" indent="-285147" algn="l" defTabSz="93147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2066" lvl="5" indent="-285147" algn="l" defTabSz="912467"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18" name="Text Placeholder 4"/>
          <p:cNvSpPr>
            <a:spLocks noGrp="1"/>
          </p:cNvSpPr>
          <p:nvPr>
            <p:ph type="body" sz="quarter" idx="11" hasCustomPrompt="1"/>
          </p:nvPr>
        </p:nvSpPr>
        <p:spPr bwMode="gray">
          <a:xfrm>
            <a:off x="6362359" y="2467560"/>
            <a:ext cx="5243050" cy="138499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0588" indent="-232871">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68703" indent="-228128">
              <a:spcBef>
                <a:spcPts val="0"/>
              </a:spcBef>
              <a:spcAft>
                <a:spcPts val="0"/>
              </a:spcAft>
              <a:buSzPct val="70000"/>
              <a:buFont typeface="Arial" pitchFamily="34" charset="0"/>
              <a:buChar char="–"/>
              <a:defRPr sz="1800" baseline="0">
                <a:latin typeface="+mj-lt"/>
              </a:defRPr>
            </a:lvl7pPr>
            <a:lvl8pPr marL="1596813" indent="-228128">
              <a:spcBef>
                <a:spcPts val="0"/>
              </a:spcBef>
              <a:spcAft>
                <a:spcPts val="0"/>
              </a:spcAft>
              <a:buSzPct val="70000"/>
              <a:defRPr sz="1800" baseline="0">
                <a:latin typeface="+mj-lt"/>
              </a:defRPr>
            </a:lvl8pPr>
            <a:lvl9pPr marL="1820184" indent="-223364">
              <a:spcBef>
                <a:spcPts val="0"/>
              </a:spcBef>
              <a:spcAft>
                <a:spcPts val="0"/>
              </a:spcAft>
              <a:buSzPct val="70000"/>
              <a:buFont typeface="Arial" pitchFamily="34" charset="0"/>
              <a:buChar char="–"/>
              <a:defRPr sz="1800">
                <a:latin typeface="+mj-lt"/>
              </a:defRPr>
            </a:lvl9pPr>
          </a:lstStyle>
          <a:p>
            <a:pPr marL="289903" lvl="0" indent="-289903" algn="l" defTabSz="912467"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0290" lvl="2" indent="-278817" algn="l" defTabSz="912467"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49105" lvl="3" indent="-278817" algn="l" defTabSz="912467"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4250" lvl="4" indent="-285147" algn="l" defTabSz="93147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2066" lvl="5" indent="-285147" algn="l" defTabSz="912467"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1" name="Text Placeholder 4"/>
          <p:cNvSpPr>
            <a:spLocks noGrp="1"/>
          </p:cNvSpPr>
          <p:nvPr>
            <p:ph type="body" sz="quarter" idx="12" hasCustomPrompt="1"/>
          </p:nvPr>
        </p:nvSpPr>
        <p:spPr bwMode="gray">
          <a:xfrm>
            <a:off x="641129" y="1981425"/>
            <a:ext cx="5243050" cy="276999"/>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0588" indent="-232871">
              <a:spcBef>
                <a:spcPts val="0"/>
              </a:spcBef>
              <a:spcAft>
                <a:spcPts val="0"/>
              </a:spcAft>
              <a:buSzPct val="70000"/>
              <a:defRPr sz="1800">
                <a:latin typeface="+mj-lt"/>
              </a:defRPr>
            </a:lvl6pPr>
            <a:lvl7pPr marL="1368703" indent="-228128">
              <a:spcBef>
                <a:spcPts val="0"/>
              </a:spcBef>
              <a:spcAft>
                <a:spcPts val="0"/>
              </a:spcAft>
              <a:buSzPct val="70000"/>
              <a:buFont typeface="Arial" pitchFamily="34" charset="0"/>
              <a:buChar char="–"/>
              <a:defRPr sz="1800" baseline="0">
                <a:latin typeface="+mj-lt"/>
              </a:defRPr>
            </a:lvl7pPr>
            <a:lvl8pPr marL="1596813" indent="-228128">
              <a:spcBef>
                <a:spcPts val="0"/>
              </a:spcBef>
              <a:spcAft>
                <a:spcPts val="0"/>
              </a:spcAft>
              <a:buSzPct val="70000"/>
              <a:defRPr sz="1800" baseline="0">
                <a:latin typeface="+mj-lt"/>
              </a:defRPr>
            </a:lvl8pPr>
            <a:lvl9pPr marL="1820184" indent="-223364">
              <a:spcBef>
                <a:spcPts val="0"/>
              </a:spcBef>
              <a:spcAft>
                <a:spcPts val="0"/>
              </a:spcAft>
              <a:buSzPct val="70000"/>
              <a:buFont typeface="Arial" pitchFamily="34" charset="0"/>
              <a:buChar char="–"/>
              <a:defRPr sz="1800">
                <a:latin typeface="+mj-lt"/>
              </a:defRPr>
            </a:lvl9pPr>
          </a:lstStyle>
          <a:p>
            <a:pPr lvl="0"/>
            <a:r>
              <a:rPr lang="en-US" dirty="0"/>
              <a:t>Heading 1</a:t>
            </a:r>
          </a:p>
        </p:txBody>
      </p:sp>
      <p:sp>
        <p:nvSpPr>
          <p:cNvPr id="32" name="Text Placeholder 4"/>
          <p:cNvSpPr>
            <a:spLocks noGrp="1"/>
          </p:cNvSpPr>
          <p:nvPr>
            <p:ph type="body" sz="quarter" idx="13" hasCustomPrompt="1"/>
          </p:nvPr>
        </p:nvSpPr>
        <p:spPr bwMode="gray">
          <a:xfrm>
            <a:off x="6362359" y="1981425"/>
            <a:ext cx="5243050" cy="276999"/>
          </a:xfrm>
          <a:noFill/>
          <a:ln>
            <a:noFill/>
          </a:ln>
        </p:spPr>
        <p:txBody>
          <a:bodyPr wrap="square" lIns="0" tIns="0" rIns="0" bIns="0" anchor="b" anchorCtr="0">
            <a:spAutoFit/>
          </a:bodyPr>
          <a:lstStyle>
            <a:lvl1pPr marL="0" indent="0">
              <a:spcBef>
                <a:spcPts val="0"/>
              </a:spcBef>
              <a:spcAft>
                <a:spcPts val="0"/>
              </a:spcAft>
              <a:buNone/>
              <a:tabLst/>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0588" indent="-232871">
              <a:spcBef>
                <a:spcPts val="0"/>
              </a:spcBef>
              <a:spcAft>
                <a:spcPts val="0"/>
              </a:spcAft>
              <a:buSzPct val="70000"/>
              <a:defRPr sz="1800">
                <a:latin typeface="+mj-lt"/>
              </a:defRPr>
            </a:lvl6pPr>
            <a:lvl7pPr marL="1368703" indent="-228128">
              <a:spcBef>
                <a:spcPts val="0"/>
              </a:spcBef>
              <a:spcAft>
                <a:spcPts val="0"/>
              </a:spcAft>
              <a:buSzPct val="70000"/>
              <a:buFont typeface="Arial" pitchFamily="34" charset="0"/>
              <a:buChar char="–"/>
              <a:defRPr sz="1800" baseline="0">
                <a:latin typeface="+mj-lt"/>
              </a:defRPr>
            </a:lvl7pPr>
            <a:lvl8pPr marL="1596813" indent="-228128">
              <a:spcBef>
                <a:spcPts val="0"/>
              </a:spcBef>
              <a:spcAft>
                <a:spcPts val="0"/>
              </a:spcAft>
              <a:buSzPct val="70000"/>
              <a:defRPr sz="1800" baseline="0">
                <a:latin typeface="+mj-lt"/>
              </a:defRPr>
            </a:lvl8pPr>
            <a:lvl9pPr marL="1820184" indent="-223364">
              <a:spcBef>
                <a:spcPts val="0"/>
              </a:spcBef>
              <a:spcAft>
                <a:spcPts val="0"/>
              </a:spcAft>
              <a:buSzPct val="70000"/>
              <a:buFont typeface="Arial" pitchFamily="34" charset="0"/>
              <a:buChar char="–"/>
              <a:defRPr sz="1800">
                <a:latin typeface="+mj-lt"/>
              </a:defRPr>
            </a:lvl9pPr>
          </a:lstStyle>
          <a:p>
            <a:pPr lvl="0"/>
            <a:r>
              <a:rPr lang="en-US" dirty="0"/>
              <a:t>Heading 2</a:t>
            </a:r>
          </a:p>
        </p:txBody>
      </p:sp>
      <p:cxnSp>
        <p:nvCxnSpPr>
          <p:cNvPr id="33" name="Straight Connector 32"/>
          <p:cNvCxnSpPr/>
          <p:nvPr userDrawn="1"/>
        </p:nvCxnSpPr>
        <p:spPr bwMode="gray">
          <a:xfrm>
            <a:off x="641109" y="2345290"/>
            <a:ext cx="5206833"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bwMode="gray">
          <a:xfrm>
            <a:off x="6362340" y="2345290"/>
            <a:ext cx="5206833"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641129" y="4704407"/>
            <a:ext cx="5243050" cy="138499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0588" indent="-232871">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68703" indent="-228128">
              <a:spcBef>
                <a:spcPts val="0"/>
              </a:spcBef>
              <a:spcAft>
                <a:spcPts val="0"/>
              </a:spcAft>
              <a:buSzPct val="70000"/>
              <a:buFont typeface="Arial" pitchFamily="34" charset="0"/>
              <a:buChar char="–"/>
              <a:defRPr sz="1800" baseline="0">
                <a:latin typeface="+mj-lt"/>
              </a:defRPr>
            </a:lvl7pPr>
            <a:lvl8pPr marL="1596813" indent="-228128">
              <a:spcBef>
                <a:spcPts val="0"/>
              </a:spcBef>
              <a:spcAft>
                <a:spcPts val="0"/>
              </a:spcAft>
              <a:buSzPct val="70000"/>
              <a:defRPr sz="1800" baseline="0">
                <a:latin typeface="+mj-lt"/>
              </a:defRPr>
            </a:lvl8pPr>
            <a:lvl9pPr marL="1820184" indent="-223364">
              <a:spcBef>
                <a:spcPts val="0"/>
              </a:spcBef>
              <a:spcAft>
                <a:spcPts val="0"/>
              </a:spcAft>
              <a:buSzPct val="70000"/>
              <a:buFont typeface="Arial" pitchFamily="34" charset="0"/>
              <a:buChar char="–"/>
              <a:defRPr sz="1800">
                <a:latin typeface="+mj-lt"/>
              </a:defRPr>
            </a:lvl9pPr>
          </a:lstStyle>
          <a:p>
            <a:pPr marL="289903" lvl="0" indent="-289903" algn="l" defTabSz="912467"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0290" lvl="2" indent="-278817" algn="l" defTabSz="912467"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49105" lvl="3" indent="-278817" algn="l" defTabSz="912467"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4250" lvl="4" indent="-285147" algn="l" defTabSz="93147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2066" lvl="5" indent="-285147" algn="l" defTabSz="912467"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6" name="Text Placeholder 4"/>
          <p:cNvSpPr>
            <a:spLocks noGrp="1"/>
          </p:cNvSpPr>
          <p:nvPr>
            <p:ph type="body" sz="quarter" idx="16" hasCustomPrompt="1"/>
          </p:nvPr>
        </p:nvSpPr>
        <p:spPr bwMode="gray">
          <a:xfrm>
            <a:off x="6362359" y="4704407"/>
            <a:ext cx="5243050" cy="138499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0588" indent="-232871">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68703" indent="-228128">
              <a:spcBef>
                <a:spcPts val="0"/>
              </a:spcBef>
              <a:spcAft>
                <a:spcPts val="0"/>
              </a:spcAft>
              <a:buSzPct val="70000"/>
              <a:buFont typeface="Arial" pitchFamily="34" charset="0"/>
              <a:buChar char="–"/>
              <a:defRPr sz="1800" baseline="0">
                <a:latin typeface="+mj-lt"/>
              </a:defRPr>
            </a:lvl7pPr>
            <a:lvl8pPr marL="1596813" indent="-228128">
              <a:spcBef>
                <a:spcPts val="0"/>
              </a:spcBef>
              <a:spcAft>
                <a:spcPts val="0"/>
              </a:spcAft>
              <a:buSzPct val="70000"/>
              <a:defRPr sz="1800" baseline="0">
                <a:latin typeface="+mj-lt"/>
              </a:defRPr>
            </a:lvl8pPr>
            <a:lvl9pPr marL="1820184" indent="-223364">
              <a:spcBef>
                <a:spcPts val="0"/>
              </a:spcBef>
              <a:spcAft>
                <a:spcPts val="0"/>
              </a:spcAft>
              <a:buSzPct val="70000"/>
              <a:buFont typeface="Arial" pitchFamily="34" charset="0"/>
              <a:buChar char="–"/>
              <a:defRPr sz="1800">
                <a:latin typeface="+mj-lt"/>
              </a:defRPr>
            </a:lvl9pPr>
          </a:lstStyle>
          <a:p>
            <a:pPr marL="289903" lvl="0" indent="-289903" algn="l" defTabSz="912467"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0290" lvl="2" indent="-278817" algn="l" defTabSz="912467"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49105" lvl="3" indent="-278817" algn="l" defTabSz="912467"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4250" lvl="4" indent="-285147" algn="l" defTabSz="93147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2066" lvl="5" indent="-285147" algn="l" defTabSz="912467"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7" name="Text Placeholder 4"/>
          <p:cNvSpPr>
            <a:spLocks noGrp="1"/>
          </p:cNvSpPr>
          <p:nvPr>
            <p:ph type="body" sz="quarter" idx="17" hasCustomPrompt="1"/>
          </p:nvPr>
        </p:nvSpPr>
        <p:spPr bwMode="gray">
          <a:xfrm>
            <a:off x="641129" y="4218256"/>
            <a:ext cx="5243050" cy="276999"/>
          </a:xfrm>
          <a:noFill/>
          <a:ln>
            <a:noFill/>
          </a:ln>
        </p:spPr>
        <p:txBody>
          <a:bodyPr wrap="square" lIns="0" tIns="0" rIns="0" bIns="0" anchor="b" anchorCtr="0">
            <a:spAutoFit/>
          </a:bodyPr>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0588" indent="-232871">
              <a:spcBef>
                <a:spcPts val="0"/>
              </a:spcBef>
              <a:spcAft>
                <a:spcPts val="0"/>
              </a:spcAft>
              <a:buSzPct val="70000"/>
              <a:defRPr sz="1800">
                <a:latin typeface="+mj-lt"/>
              </a:defRPr>
            </a:lvl6pPr>
            <a:lvl7pPr marL="1368703" indent="-228128">
              <a:spcBef>
                <a:spcPts val="0"/>
              </a:spcBef>
              <a:spcAft>
                <a:spcPts val="0"/>
              </a:spcAft>
              <a:buSzPct val="70000"/>
              <a:buFont typeface="Arial" pitchFamily="34" charset="0"/>
              <a:buChar char="–"/>
              <a:defRPr sz="1800" baseline="0">
                <a:latin typeface="+mj-lt"/>
              </a:defRPr>
            </a:lvl7pPr>
            <a:lvl8pPr marL="1596813" indent="-228128">
              <a:spcBef>
                <a:spcPts val="0"/>
              </a:spcBef>
              <a:spcAft>
                <a:spcPts val="0"/>
              </a:spcAft>
              <a:buSzPct val="70000"/>
              <a:defRPr sz="1800" baseline="0">
                <a:latin typeface="+mj-lt"/>
              </a:defRPr>
            </a:lvl8pPr>
            <a:lvl9pPr marL="1820184" indent="-223364">
              <a:spcBef>
                <a:spcPts val="0"/>
              </a:spcBef>
              <a:spcAft>
                <a:spcPts val="0"/>
              </a:spcAft>
              <a:buSzPct val="70000"/>
              <a:buFont typeface="Arial" pitchFamily="34" charset="0"/>
              <a:buChar char="–"/>
              <a:defRPr sz="1800">
                <a:latin typeface="+mj-lt"/>
              </a:defRPr>
            </a:lvl9pPr>
          </a:lstStyle>
          <a:p>
            <a:pPr marL="0" lvl="0" indent="0" algn="l" defTabSz="912467" rtl="0" eaLnBrk="1" fontAlgn="base" latinLnBrk="0" hangingPunct="1">
              <a:spcBef>
                <a:spcPts val="0"/>
              </a:spcBef>
              <a:spcAft>
                <a:spcPts val="0"/>
              </a:spcAft>
              <a:buClr>
                <a:schemeClr val="bg2"/>
              </a:buClr>
              <a:tabLst/>
            </a:pPr>
            <a:r>
              <a:rPr lang="en-US" dirty="0"/>
              <a:t>Heading 3</a:t>
            </a:r>
          </a:p>
        </p:txBody>
      </p:sp>
      <p:sp>
        <p:nvSpPr>
          <p:cNvPr id="38" name="Text Placeholder 4"/>
          <p:cNvSpPr>
            <a:spLocks noGrp="1"/>
          </p:cNvSpPr>
          <p:nvPr>
            <p:ph type="body" sz="quarter" idx="18" hasCustomPrompt="1"/>
          </p:nvPr>
        </p:nvSpPr>
        <p:spPr bwMode="gray">
          <a:xfrm>
            <a:off x="6362359" y="4218256"/>
            <a:ext cx="5243050" cy="276999"/>
          </a:xfrm>
          <a:noFill/>
          <a:ln>
            <a:noFill/>
          </a:ln>
        </p:spPr>
        <p:txBody>
          <a:bodyPr wrap="square" lIns="0" tIns="0" rIns="0" bIns="0" anchor="b" anchorCtr="0">
            <a:spAutoFit/>
          </a:bodyPr>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0588" indent="-232871">
              <a:spcBef>
                <a:spcPts val="0"/>
              </a:spcBef>
              <a:spcAft>
                <a:spcPts val="0"/>
              </a:spcAft>
              <a:buSzPct val="70000"/>
              <a:defRPr sz="1800">
                <a:latin typeface="+mj-lt"/>
              </a:defRPr>
            </a:lvl6pPr>
            <a:lvl7pPr marL="1368703" indent="-228128">
              <a:spcBef>
                <a:spcPts val="0"/>
              </a:spcBef>
              <a:spcAft>
                <a:spcPts val="0"/>
              </a:spcAft>
              <a:buSzPct val="70000"/>
              <a:buFont typeface="Arial" pitchFamily="34" charset="0"/>
              <a:buChar char="–"/>
              <a:defRPr sz="1800" baseline="0">
                <a:latin typeface="+mj-lt"/>
              </a:defRPr>
            </a:lvl7pPr>
            <a:lvl8pPr marL="1596813" indent="-228128">
              <a:spcBef>
                <a:spcPts val="0"/>
              </a:spcBef>
              <a:spcAft>
                <a:spcPts val="0"/>
              </a:spcAft>
              <a:buSzPct val="70000"/>
              <a:defRPr sz="1800" baseline="0">
                <a:latin typeface="+mj-lt"/>
              </a:defRPr>
            </a:lvl8pPr>
            <a:lvl9pPr marL="1820184" indent="-223364">
              <a:spcBef>
                <a:spcPts val="0"/>
              </a:spcBef>
              <a:spcAft>
                <a:spcPts val="0"/>
              </a:spcAft>
              <a:buSzPct val="70000"/>
              <a:buFont typeface="Arial" pitchFamily="34" charset="0"/>
              <a:buChar char="–"/>
              <a:defRPr sz="1800">
                <a:latin typeface="+mj-lt"/>
              </a:defRPr>
            </a:lvl9pPr>
          </a:lstStyle>
          <a:p>
            <a:pPr marL="0" lvl="0" indent="0" algn="l" defTabSz="912467" rtl="0" eaLnBrk="1" fontAlgn="base" latinLnBrk="0" hangingPunct="1">
              <a:spcBef>
                <a:spcPts val="0"/>
              </a:spcBef>
              <a:spcAft>
                <a:spcPts val="0"/>
              </a:spcAft>
              <a:buClr>
                <a:schemeClr val="bg2"/>
              </a:buClr>
              <a:tabLst/>
            </a:pPr>
            <a:r>
              <a:rPr lang="en-US" dirty="0"/>
              <a:t>Heading 4</a:t>
            </a:r>
          </a:p>
        </p:txBody>
      </p:sp>
      <p:cxnSp>
        <p:nvCxnSpPr>
          <p:cNvPr id="39" name="Straight Connector 38"/>
          <p:cNvCxnSpPr/>
          <p:nvPr userDrawn="1"/>
        </p:nvCxnSpPr>
        <p:spPr bwMode="gray">
          <a:xfrm>
            <a:off x="641109" y="4582128"/>
            <a:ext cx="5206833"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gray">
          <a:xfrm>
            <a:off x="6362340" y="4582128"/>
            <a:ext cx="5206833"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641115" y="1270795"/>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673819689"/>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3249952" y="1972187"/>
            <a:ext cx="2723087" cy="1200329"/>
          </a:xfrm>
          <a:ln>
            <a:noFill/>
          </a:ln>
        </p:spPr>
        <p:txBody>
          <a:bodyPr wrap="square" lIns="0" tIns="0" rIns="0" bIns="0">
            <a:spAutoFit/>
          </a:bodyPr>
          <a:lstStyle>
            <a:lvl1pPr marL="0" marR="0" indent="0" algn="l" defTabSz="912467"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500">
                <a:latin typeface="Arial" pitchFamily="34" charset="0"/>
                <a:cs typeface="Arial" pitchFamily="34" charset="0"/>
              </a:defRPr>
            </a:lvl2pPr>
            <a:lvl3pPr>
              <a:spcBef>
                <a:spcPts val="0"/>
              </a:spcBef>
              <a:spcAft>
                <a:spcPts val="0"/>
              </a:spcAft>
              <a:defRPr sz="1500">
                <a:latin typeface="Arial" pitchFamily="34" charset="0"/>
                <a:cs typeface="Arial" pitchFamily="34" charset="0"/>
              </a:defRPr>
            </a:lvl3pPr>
            <a:lvl4pPr>
              <a:spcBef>
                <a:spcPts val="0"/>
              </a:spcBef>
              <a:spcAft>
                <a:spcPts val="0"/>
              </a:spcAft>
              <a:defRPr sz="1500">
                <a:latin typeface="Arial" pitchFamily="34" charset="0"/>
                <a:cs typeface="Arial" pitchFamily="34" charset="0"/>
              </a:defRPr>
            </a:lvl4pPr>
            <a:lvl5pPr>
              <a:spcBef>
                <a:spcPts val="0"/>
              </a:spcBef>
              <a:spcAft>
                <a:spcPts val="0"/>
              </a:spcAft>
              <a:defRPr sz="1500">
                <a:latin typeface="Arial" pitchFamily="34" charset="0"/>
                <a:cs typeface="Arial" pitchFamily="34" charset="0"/>
              </a:defRPr>
            </a:lvl5pPr>
            <a:lvl6pPr marL="1140588" indent="-232871">
              <a:spcBef>
                <a:spcPts val="0"/>
              </a:spcBef>
              <a:spcAft>
                <a:spcPts val="0"/>
              </a:spcAft>
              <a:buSzPct val="70000"/>
              <a:defRPr sz="1800">
                <a:latin typeface="+mj-lt"/>
              </a:defRPr>
            </a:lvl6pPr>
            <a:lvl7pPr marL="1368703" indent="-228128">
              <a:spcBef>
                <a:spcPts val="0"/>
              </a:spcBef>
              <a:spcAft>
                <a:spcPts val="0"/>
              </a:spcAft>
              <a:buSzPct val="70000"/>
              <a:buFont typeface="Arial" pitchFamily="34" charset="0"/>
              <a:buChar char="–"/>
              <a:defRPr sz="1800" baseline="0">
                <a:latin typeface="+mj-lt"/>
              </a:defRPr>
            </a:lvl7pPr>
            <a:lvl8pPr marL="1596813" indent="-228128">
              <a:spcBef>
                <a:spcPts val="0"/>
              </a:spcBef>
              <a:spcAft>
                <a:spcPts val="0"/>
              </a:spcAft>
              <a:buSzPct val="70000"/>
              <a:defRPr sz="1800" baseline="0">
                <a:latin typeface="+mj-lt"/>
              </a:defRPr>
            </a:lvl8pPr>
            <a:lvl9pPr marL="1820184" indent="-223364">
              <a:spcBef>
                <a:spcPts val="0"/>
              </a:spcBef>
              <a:spcAft>
                <a:spcPts val="0"/>
              </a:spcAft>
              <a:buSzPct val="70000"/>
              <a:buFont typeface="Arial" pitchFamily="34" charset="0"/>
              <a:buChar char="–"/>
              <a:defRPr sz="1800">
                <a:latin typeface="+mj-lt"/>
              </a:defRPr>
            </a:lvl9pPr>
          </a:lstStyle>
          <a:p>
            <a:pPr marL="0" marR="0" lvl="0" indent="0" algn="l" defTabSz="912467"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1</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16" name="Picture Placeholder 22"/>
          <p:cNvSpPr>
            <a:spLocks noGrp="1"/>
          </p:cNvSpPr>
          <p:nvPr>
            <p:ph type="pic" sz="quarter" idx="13"/>
          </p:nvPr>
        </p:nvSpPr>
        <p:spPr bwMode="gray">
          <a:xfrm>
            <a:off x="641159" y="1972198"/>
            <a:ext cx="2304150"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20" name="Title 1"/>
          <p:cNvSpPr>
            <a:spLocks noGrp="1"/>
          </p:cNvSpPr>
          <p:nvPr>
            <p:ph type="title"/>
          </p:nvPr>
        </p:nvSpPr>
        <p:spPr bwMode="gray">
          <a:xfrm>
            <a:off x="641161" y="727257"/>
            <a:ext cx="10964283"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2467" rtl="0" eaLnBrk="1" fontAlgn="base" latinLnBrk="0" hangingPunct="1">
              <a:spcBef>
                <a:spcPct val="0"/>
              </a:spcBef>
              <a:spcAft>
                <a:spcPct val="0"/>
              </a:spcAft>
              <a:buNone/>
            </a:pPr>
            <a:r>
              <a:rPr lang="en-US"/>
              <a:t>Click to edit Master title style</a:t>
            </a:r>
            <a:endParaRPr lang="en-US" dirty="0"/>
          </a:p>
        </p:txBody>
      </p:sp>
      <p:sp>
        <p:nvSpPr>
          <p:cNvPr id="42" name="Text Placeholder 4"/>
          <p:cNvSpPr>
            <a:spLocks noGrp="1"/>
          </p:cNvSpPr>
          <p:nvPr>
            <p:ph type="body" sz="quarter" idx="19" hasCustomPrompt="1"/>
          </p:nvPr>
        </p:nvSpPr>
        <p:spPr bwMode="gray">
          <a:xfrm>
            <a:off x="8888669" y="1972187"/>
            <a:ext cx="2723087" cy="1200329"/>
          </a:xfrm>
          <a:ln>
            <a:noFill/>
          </a:ln>
        </p:spPr>
        <p:txBody>
          <a:bodyPr wrap="square" lIns="0" tIns="0" rIns="0" bIns="0">
            <a:spAutoFit/>
          </a:bodyPr>
          <a:lstStyle>
            <a:lvl1pPr marL="0" marR="0" indent="0" algn="l" defTabSz="912467"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500" b="0" kern="1200" baseline="0" dirty="0" smtClean="0">
                <a:solidFill>
                  <a:schemeClr val="tx1"/>
                </a:solidFill>
                <a:latin typeface="Arial" pitchFamily="34" charset="0"/>
                <a:ea typeface="+mn-ea"/>
                <a:cs typeface="Arial" pitchFamily="34" charset="0"/>
              </a:defRPr>
            </a:lvl2pPr>
            <a:lvl3pPr>
              <a:spcBef>
                <a:spcPts val="0"/>
              </a:spcBef>
              <a:spcAft>
                <a:spcPts val="0"/>
              </a:spcAft>
              <a:defRPr sz="1500">
                <a:latin typeface="Arial" pitchFamily="34" charset="0"/>
                <a:cs typeface="Arial" pitchFamily="34" charset="0"/>
              </a:defRPr>
            </a:lvl3pPr>
            <a:lvl4pPr>
              <a:spcBef>
                <a:spcPts val="0"/>
              </a:spcBef>
              <a:spcAft>
                <a:spcPts val="0"/>
              </a:spcAft>
              <a:defRPr sz="1500">
                <a:latin typeface="Arial" pitchFamily="34" charset="0"/>
                <a:cs typeface="Arial" pitchFamily="34" charset="0"/>
              </a:defRPr>
            </a:lvl4pPr>
            <a:lvl5pPr>
              <a:spcBef>
                <a:spcPts val="0"/>
              </a:spcBef>
              <a:spcAft>
                <a:spcPts val="0"/>
              </a:spcAft>
              <a:defRPr sz="1500">
                <a:latin typeface="Arial" pitchFamily="34" charset="0"/>
                <a:cs typeface="Arial" pitchFamily="34" charset="0"/>
              </a:defRPr>
            </a:lvl5pPr>
            <a:lvl6pPr marL="1140588" indent="-232871">
              <a:spcBef>
                <a:spcPts val="0"/>
              </a:spcBef>
              <a:spcAft>
                <a:spcPts val="0"/>
              </a:spcAft>
              <a:buSzPct val="70000"/>
              <a:defRPr sz="1800">
                <a:latin typeface="+mj-lt"/>
              </a:defRPr>
            </a:lvl6pPr>
            <a:lvl7pPr marL="1368703" indent="-228128">
              <a:spcBef>
                <a:spcPts val="0"/>
              </a:spcBef>
              <a:spcAft>
                <a:spcPts val="0"/>
              </a:spcAft>
              <a:buSzPct val="70000"/>
              <a:buFont typeface="Arial" pitchFamily="34" charset="0"/>
              <a:buChar char="–"/>
              <a:defRPr sz="1800" baseline="0">
                <a:latin typeface="+mj-lt"/>
              </a:defRPr>
            </a:lvl7pPr>
            <a:lvl8pPr marL="1596813" indent="-228128">
              <a:spcBef>
                <a:spcPts val="0"/>
              </a:spcBef>
              <a:spcAft>
                <a:spcPts val="0"/>
              </a:spcAft>
              <a:buSzPct val="70000"/>
              <a:defRPr sz="1800" baseline="0">
                <a:latin typeface="+mj-lt"/>
              </a:defRPr>
            </a:lvl8pPr>
            <a:lvl9pPr marL="1820184" indent="-223364">
              <a:spcBef>
                <a:spcPts val="0"/>
              </a:spcBef>
              <a:spcAft>
                <a:spcPts val="0"/>
              </a:spcAft>
              <a:buSzPct val="70000"/>
              <a:buFont typeface="Arial" pitchFamily="34" charset="0"/>
              <a:buChar char="–"/>
              <a:defRPr sz="1800">
                <a:latin typeface="+mj-lt"/>
              </a:defRPr>
            </a:lvl9pPr>
          </a:lstStyle>
          <a:p>
            <a:pPr marL="0" marR="0" lvl="0" indent="0" algn="l" defTabSz="912467"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2</a:t>
            </a:r>
          </a:p>
          <a:p>
            <a:pPr marL="285147" lvl="1" indent="-285147" algn="l" defTabSz="912467"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3" name="Picture Placeholder 22"/>
          <p:cNvSpPr>
            <a:spLocks noGrp="1"/>
          </p:cNvSpPr>
          <p:nvPr>
            <p:ph type="pic" sz="quarter" idx="20"/>
          </p:nvPr>
        </p:nvSpPr>
        <p:spPr bwMode="gray">
          <a:xfrm>
            <a:off x="6279874" y="1972198"/>
            <a:ext cx="2304150"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45" name="Text Placeholder 4"/>
          <p:cNvSpPr>
            <a:spLocks noGrp="1"/>
          </p:cNvSpPr>
          <p:nvPr>
            <p:ph type="body" sz="quarter" idx="21" hasCustomPrompt="1"/>
          </p:nvPr>
        </p:nvSpPr>
        <p:spPr bwMode="gray">
          <a:xfrm>
            <a:off x="3249952" y="4242835"/>
            <a:ext cx="2723087" cy="1200329"/>
          </a:xfrm>
          <a:ln>
            <a:noFill/>
          </a:ln>
        </p:spPr>
        <p:txBody>
          <a:bodyPr wrap="square" lIns="0" tIns="0" rIns="0" bIns="0">
            <a:spAutoFit/>
          </a:bodyPr>
          <a:lstStyle>
            <a:lvl1pPr marL="0" marR="0" indent="0" algn="l" defTabSz="912467"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500" b="0" kern="1200" baseline="0" dirty="0" smtClean="0">
                <a:solidFill>
                  <a:schemeClr val="tx1"/>
                </a:solidFill>
                <a:latin typeface="Arial" pitchFamily="34" charset="0"/>
                <a:ea typeface="+mn-ea"/>
                <a:cs typeface="Arial" pitchFamily="34" charset="0"/>
              </a:defRPr>
            </a:lvl2pPr>
            <a:lvl3pPr>
              <a:spcBef>
                <a:spcPts val="0"/>
              </a:spcBef>
              <a:spcAft>
                <a:spcPts val="0"/>
              </a:spcAft>
              <a:defRPr sz="1500">
                <a:latin typeface="Arial" pitchFamily="34" charset="0"/>
                <a:cs typeface="Arial" pitchFamily="34" charset="0"/>
              </a:defRPr>
            </a:lvl3pPr>
            <a:lvl4pPr>
              <a:spcBef>
                <a:spcPts val="0"/>
              </a:spcBef>
              <a:spcAft>
                <a:spcPts val="0"/>
              </a:spcAft>
              <a:defRPr sz="1500">
                <a:latin typeface="Arial" pitchFamily="34" charset="0"/>
                <a:cs typeface="Arial" pitchFamily="34" charset="0"/>
              </a:defRPr>
            </a:lvl4pPr>
            <a:lvl5pPr>
              <a:spcBef>
                <a:spcPts val="0"/>
              </a:spcBef>
              <a:spcAft>
                <a:spcPts val="0"/>
              </a:spcAft>
              <a:defRPr sz="1500">
                <a:latin typeface="Arial" pitchFamily="34" charset="0"/>
                <a:cs typeface="Arial" pitchFamily="34" charset="0"/>
              </a:defRPr>
            </a:lvl5pPr>
            <a:lvl6pPr marL="1140588" indent="-232871">
              <a:spcBef>
                <a:spcPts val="0"/>
              </a:spcBef>
              <a:spcAft>
                <a:spcPts val="0"/>
              </a:spcAft>
              <a:buSzPct val="70000"/>
              <a:defRPr sz="1800">
                <a:latin typeface="+mj-lt"/>
              </a:defRPr>
            </a:lvl6pPr>
            <a:lvl7pPr marL="1368703" indent="-228128">
              <a:spcBef>
                <a:spcPts val="0"/>
              </a:spcBef>
              <a:spcAft>
                <a:spcPts val="0"/>
              </a:spcAft>
              <a:buSzPct val="70000"/>
              <a:buFont typeface="Arial" pitchFamily="34" charset="0"/>
              <a:buChar char="–"/>
              <a:defRPr sz="1800" baseline="0">
                <a:latin typeface="+mj-lt"/>
              </a:defRPr>
            </a:lvl7pPr>
            <a:lvl8pPr marL="1596813" indent="-228128">
              <a:spcBef>
                <a:spcPts val="0"/>
              </a:spcBef>
              <a:spcAft>
                <a:spcPts val="0"/>
              </a:spcAft>
              <a:buSzPct val="70000"/>
              <a:defRPr sz="1800" baseline="0">
                <a:latin typeface="+mj-lt"/>
              </a:defRPr>
            </a:lvl8pPr>
            <a:lvl9pPr marL="1820184" indent="-223364">
              <a:spcBef>
                <a:spcPts val="0"/>
              </a:spcBef>
              <a:spcAft>
                <a:spcPts val="0"/>
              </a:spcAft>
              <a:buSzPct val="70000"/>
              <a:buFont typeface="Arial" pitchFamily="34" charset="0"/>
              <a:buChar char="–"/>
              <a:defRPr sz="1800">
                <a:latin typeface="+mj-lt"/>
              </a:defRPr>
            </a:lvl9pPr>
          </a:lstStyle>
          <a:p>
            <a:pPr marL="0" marR="0" lvl="0" indent="0" algn="l" defTabSz="912467"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3</a:t>
            </a:r>
          </a:p>
          <a:p>
            <a:pPr marL="285147" lvl="1" indent="-285147" algn="l" defTabSz="912467"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6" name="Picture Placeholder 22"/>
          <p:cNvSpPr>
            <a:spLocks noGrp="1"/>
          </p:cNvSpPr>
          <p:nvPr>
            <p:ph type="pic" sz="quarter" idx="22"/>
          </p:nvPr>
        </p:nvSpPr>
        <p:spPr bwMode="gray">
          <a:xfrm>
            <a:off x="641159" y="4242848"/>
            <a:ext cx="2304150"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48" name="Text Placeholder 4"/>
          <p:cNvSpPr>
            <a:spLocks noGrp="1"/>
          </p:cNvSpPr>
          <p:nvPr>
            <p:ph type="body" sz="quarter" idx="23" hasCustomPrompt="1"/>
          </p:nvPr>
        </p:nvSpPr>
        <p:spPr bwMode="gray">
          <a:xfrm>
            <a:off x="8888669" y="4242835"/>
            <a:ext cx="2723087" cy="1200329"/>
          </a:xfrm>
          <a:ln>
            <a:noFill/>
          </a:ln>
        </p:spPr>
        <p:txBody>
          <a:bodyPr wrap="square" lIns="0" tIns="0" rIns="0" bIns="0">
            <a:spAutoFit/>
          </a:bodyPr>
          <a:lstStyle>
            <a:lvl1pPr marL="0" marR="0" indent="0" algn="l" defTabSz="912467"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500" b="0" kern="1200" baseline="0" dirty="0" smtClean="0">
                <a:solidFill>
                  <a:schemeClr val="tx1"/>
                </a:solidFill>
                <a:latin typeface="Arial" pitchFamily="34" charset="0"/>
                <a:ea typeface="+mn-ea"/>
                <a:cs typeface="Arial" pitchFamily="34" charset="0"/>
              </a:defRPr>
            </a:lvl2pPr>
            <a:lvl3pPr>
              <a:spcBef>
                <a:spcPts val="0"/>
              </a:spcBef>
              <a:spcAft>
                <a:spcPts val="0"/>
              </a:spcAft>
              <a:defRPr sz="1500">
                <a:latin typeface="Arial" pitchFamily="34" charset="0"/>
                <a:cs typeface="Arial" pitchFamily="34" charset="0"/>
              </a:defRPr>
            </a:lvl3pPr>
            <a:lvl4pPr>
              <a:spcBef>
                <a:spcPts val="0"/>
              </a:spcBef>
              <a:spcAft>
                <a:spcPts val="0"/>
              </a:spcAft>
              <a:defRPr sz="1500">
                <a:latin typeface="Arial" pitchFamily="34" charset="0"/>
                <a:cs typeface="Arial" pitchFamily="34" charset="0"/>
              </a:defRPr>
            </a:lvl4pPr>
            <a:lvl5pPr>
              <a:spcBef>
                <a:spcPts val="0"/>
              </a:spcBef>
              <a:spcAft>
                <a:spcPts val="0"/>
              </a:spcAft>
              <a:defRPr sz="1500">
                <a:latin typeface="Arial" pitchFamily="34" charset="0"/>
                <a:cs typeface="Arial" pitchFamily="34" charset="0"/>
              </a:defRPr>
            </a:lvl5pPr>
            <a:lvl6pPr marL="1140588" indent="-232871">
              <a:spcBef>
                <a:spcPts val="0"/>
              </a:spcBef>
              <a:spcAft>
                <a:spcPts val="0"/>
              </a:spcAft>
              <a:buSzPct val="70000"/>
              <a:defRPr sz="1800">
                <a:latin typeface="+mj-lt"/>
              </a:defRPr>
            </a:lvl6pPr>
            <a:lvl7pPr marL="1368703" indent="-228128">
              <a:spcBef>
                <a:spcPts val="0"/>
              </a:spcBef>
              <a:spcAft>
                <a:spcPts val="0"/>
              </a:spcAft>
              <a:buSzPct val="70000"/>
              <a:buFont typeface="Arial" pitchFamily="34" charset="0"/>
              <a:buChar char="–"/>
              <a:defRPr sz="1800" baseline="0">
                <a:latin typeface="+mj-lt"/>
              </a:defRPr>
            </a:lvl7pPr>
            <a:lvl8pPr marL="1596813" indent="-228128">
              <a:spcBef>
                <a:spcPts val="0"/>
              </a:spcBef>
              <a:spcAft>
                <a:spcPts val="0"/>
              </a:spcAft>
              <a:buSzPct val="70000"/>
              <a:defRPr sz="1800" baseline="0">
                <a:latin typeface="+mj-lt"/>
              </a:defRPr>
            </a:lvl8pPr>
            <a:lvl9pPr marL="1820184" indent="-223364">
              <a:spcBef>
                <a:spcPts val="0"/>
              </a:spcBef>
              <a:spcAft>
                <a:spcPts val="0"/>
              </a:spcAft>
              <a:buSzPct val="70000"/>
              <a:buFont typeface="Arial" pitchFamily="34" charset="0"/>
              <a:buChar char="–"/>
              <a:defRPr sz="1800">
                <a:latin typeface="+mj-lt"/>
              </a:defRPr>
            </a:lvl9pPr>
          </a:lstStyle>
          <a:p>
            <a:pPr marL="0" marR="0" lvl="0" indent="0" algn="l" defTabSz="912467"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4</a:t>
            </a:r>
          </a:p>
          <a:p>
            <a:pPr marL="285147" lvl="1" indent="-285147" algn="l" defTabSz="912467"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9" name="Picture Placeholder 22"/>
          <p:cNvSpPr>
            <a:spLocks noGrp="1"/>
          </p:cNvSpPr>
          <p:nvPr>
            <p:ph type="pic" sz="quarter" idx="24"/>
          </p:nvPr>
        </p:nvSpPr>
        <p:spPr bwMode="gray">
          <a:xfrm>
            <a:off x="6279874" y="4242848"/>
            <a:ext cx="2304150"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51" name="Text Placeholder 41"/>
          <p:cNvSpPr>
            <a:spLocks noGrp="1"/>
          </p:cNvSpPr>
          <p:nvPr>
            <p:ph type="body" sz="quarter" idx="25"/>
          </p:nvPr>
        </p:nvSpPr>
        <p:spPr bwMode="gray">
          <a:xfrm>
            <a:off x="641115" y="1270795"/>
            <a:ext cx="10962167" cy="276999"/>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marL="0" lvl="0" indent="0" algn="l" defTabSz="912467"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3016129645"/>
      </p:ext>
    </p:extLst>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41161" y="1972131"/>
            <a:ext cx="10964283" cy="4163390"/>
          </a:xfrm>
        </p:spPr>
        <p:txBody>
          <a:bodyPr>
            <a:noAutofit/>
          </a:bodyPr>
          <a:lstStyle>
            <a:lvl1pPr marL="0" indent="0">
              <a:buNone/>
              <a:defRPr>
                <a:latin typeface="Arial" pitchFamily="34" charset="0"/>
                <a:cs typeface="Arial" pitchFamily="34" charset="0"/>
              </a:defRPr>
            </a:lvl1pPr>
          </a:lstStyle>
          <a:p>
            <a:r>
              <a:rPr lang="en-US"/>
              <a:t>Click icon to add table</a:t>
            </a:r>
            <a:endParaRPr lang="en-US" dirty="0"/>
          </a:p>
        </p:txBody>
      </p:sp>
      <p:sp>
        <p:nvSpPr>
          <p:cNvPr id="4" name="Title 1"/>
          <p:cNvSpPr>
            <a:spLocks noGrp="1"/>
          </p:cNvSpPr>
          <p:nvPr>
            <p:ph type="title"/>
          </p:nvPr>
        </p:nvSpPr>
        <p:spPr bwMode="gray">
          <a:xfrm>
            <a:off x="641161" y="727257"/>
            <a:ext cx="10964283"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2467" rtl="0" eaLnBrk="1" fontAlgn="base" latinLnBrk="0" hangingPunct="1">
              <a:spcBef>
                <a:spcPct val="0"/>
              </a:spcBef>
              <a:spcAft>
                <a:spcPct val="0"/>
              </a:spcAft>
              <a:buNone/>
            </a:pPr>
            <a:r>
              <a:rPr lang="en-US"/>
              <a:t>Click to edit Master title style</a:t>
            </a:r>
            <a:endParaRPr lang="en-US" dirty="0"/>
          </a:p>
        </p:txBody>
      </p:sp>
      <p:sp>
        <p:nvSpPr>
          <p:cNvPr id="8" name="Text Placeholder 41"/>
          <p:cNvSpPr>
            <a:spLocks noGrp="1"/>
          </p:cNvSpPr>
          <p:nvPr>
            <p:ph type="body" sz="quarter" idx="13"/>
          </p:nvPr>
        </p:nvSpPr>
        <p:spPr bwMode="gray">
          <a:xfrm>
            <a:off x="641115" y="1270795"/>
            <a:ext cx="10962167" cy="276999"/>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marL="0" lvl="0" indent="0" algn="l" defTabSz="912467"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1674066009"/>
      </p:ext>
    </p:extLst>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41161" y="1972135"/>
            <a:ext cx="10964283" cy="4163390"/>
          </a:xfrm>
        </p:spPr>
        <p:txBody>
          <a:bodyPr>
            <a:noAutofit/>
          </a:bodyPr>
          <a:lstStyle>
            <a:lvl1pPr marL="0" indent="0">
              <a:buNone/>
              <a:defRPr>
                <a:latin typeface="Arial" pitchFamily="34" charset="0"/>
                <a:cs typeface="Arial" pitchFamily="34" charset="0"/>
              </a:defRPr>
            </a:lvl1pPr>
          </a:lstStyle>
          <a:p>
            <a:r>
              <a:rPr lang="en-US"/>
              <a:t>Click icon to add chart</a:t>
            </a:r>
            <a:endParaRPr lang="en-US" dirty="0"/>
          </a:p>
        </p:txBody>
      </p:sp>
      <p:sp>
        <p:nvSpPr>
          <p:cNvPr id="4" name="Title 1"/>
          <p:cNvSpPr>
            <a:spLocks noGrp="1"/>
          </p:cNvSpPr>
          <p:nvPr>
            <p:ph type="title"/>
          </p:nvPr>
        </p:nvSpPr>
        <p:spPr bwMode="gray">
          <a:xfrm>
            <a:off x="641161" y="727257"/>
            <a:ext cx="10964283"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2467"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15" y="1270795"/>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499598478"/>
      </p:ext>
    </p:extLst>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21740" y="1527675"/>
            <a:ext cx="896980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2467"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821758" y="3370321"/>
            <a:ext cx="9002897" cy="2385268"/>
          </a:xfrm>
          <a:prstGeom prst="rect">
            <a:avLst/>
          </a:prstGeom>
          <a:noFill/>
          <a:ln w="9525">
            <a:noFill/>
            <a:miter lim="800000"/>
            <a:headEnd/>
            <a:tailEnd/>
          </a:ln>
        </p:spPr>
        <p:txBody>
          <a:bodyPr wrap="square" lIns="0" tIns="0" rIns="0" bIns="0">
            <a:spAutoFit/>
          </a:bodyPr>
          <a:lstStyle/>
          <a:p>
            <a:pPr algn="just" defTabSz="912467" fontAlgn="auto">
              <a:spcBef>
                <a:spcPts val="600"/>
              </a:spcBef>
              <a:spcAft>
                <a:spcPts val="0"/>
              </a:spcAft>
            </a:pPr>
            <a:r>
              <a:rPr lang="en-US" sz="1000" b="1" dirty="0">
                <a:solidFill>
                  <a:srgbClr val="6D6E71"/>
                </a:solidFill>
                <a:latin typeface="Arial"/>
              </a:rPr>
              <a:t>Disclaimer </a:t>
            </a:r>
          </a:p>
          <a:p>
            <a:pPr algn="just" defTabSz="912467" fontAlgn="auto">
              <a:spcBef>
                <a:spcPts val="600"/>
              </a:spcBef>
              <a:spcAft>
                <a:spcPts val="0"/>
              </a:spcAft>
            </a:pPr>
            <a:r>
              <a:rPr lang="en-US" sz="1000" dirty="0">
                <a:solidFill>
                  <a:srgbClr val="6D6E71"/>
                </a:solidFill>
                <a:latin typeface="Arial"/>
              </a:rPr>
              <a:t>Tech Mahindra Limited, herein referred to as Tech Mahindra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 Mahindra or its subsidiaries. Any unauthorized use, disclosure or public dissemination of information contained herein is prohibited. Unless specifically noted, Tech Mahindra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 Mahindra. Information contained in a presentation hosted or promoted by Tech Mahindra is provided “as is” without warranty of any kind, either expressed or implied, including any warranty of merchantability or fitness for a particular purpose. Tech Mahindra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21748" y="2140715"/>
            <a:ext cx="8975995" cy="276999"/>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912467" rtl="0" eaLnBrk="1" fontAlgn="base" latinLnBrk="0" hangingPunct="1">
              <a:spcBef>
                <a:spcPts val="0"/>
              </a:spcBef>
              <a:spcAft>
                <a:spcPct val="0"/>
              </a:spcAft>
              <a:buClr>
                <a:schemeClr val="tx2"/>
              </a:buClr>
              <a:buFont typeface="Arial" pitchFamily="34" charset="0"/>
              <a:buNone/>
              <a:defRPr lang="en-US" sz="18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174897296"/>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Rectangle 2"/>
          <p:cNvSpPr/>
          <p:nvPr userDrawn="1"/>
        </p:nvSpPr>
        <p:spPr bwMode="gray">
          <a:xfrm>
            <a:off x="9" y="0"/>
            <a:ext cx="12187238" cy="6859588"/>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lIns="91250" tIns="45623" rIns="91250" bIns="45623" rtlCol="0" anchor="ctr"/>
          <a:lstStyle/>
          <a:p>
            <a:pPr algn="ctr" defTabSz="912467" fontAlgn="auto">
              <a:spcBef>
                <a:spcPts val="0"/>
              </a:spcBef>
              <a:spcAft>
                <a:spcPts val="0"/>
              </a:spcAft>
            </a:pPr>
            <a:endParaRPr lang="en-US" sz="1800">
              <a:solidFill>
                <a:prstClr val="black"/>
              </a:solidFill>
            </a:endParaRPr>
          </a:p>
        </p:txBody>
      </p:sp>
      <p:pic>
        <p:nvPicPr>
          <p:cNvPr id="4" name="Picture 3" descr="Mahindra Logo.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2620658" y="2717871"/>
            <a:ext cx="7196320" cy="1491368"/>
          </a:xfrm>
          <a:prstGeom prst="rect">
            <a:avLst/>
          </a:prstGeom>
        </p:spPr>
      </p:pic>
    </p:spTree>
    <p:extLst>
      <p:ext uri="{BB962C8B-B14F-4D97-AF65-F5344CB8AC3E}">
        <p14:creationId xmlns:p14="http://schemas.microsoft.com/office/powerpoint/2010/main" val="3725146550"/>
      </p:ext>
    </p:extLst>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Rectangle 3"/>
          <p:cNvSpPr/>
          <p:nvPr userDrawn="1"/>
        </p:nvSpPr>
        <p:spPr>
          <a:xfrm>
            <a:off x="0" y="6676988"/>
            <a:ext cx="9749790" cy="18260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250" tIns="45623" rIns="91250" bIns="45623" anchor="ctr"/>
          <a:lstStyle/>
          <a:p>
            <a:pPr algn="ctr" defTabSz="912467" fontAlgn="auto">
              <a:spcBef>
                <a:spcPts val="0"/>
              </a:spcBef>
              <a:spcAft>
                <a:spcPts val="0"/>
              </a:spcAft>
              <a:defRPr/>
            </a:pPr>
            <a:endParaRPr lang="en-US" sz="1800" dirty="0">
              <a:solidFill>
                <a:prstClr val="white"/>
              </a:solidFill>
            </a:endParaRPr>
          </a:p>
        </p:txBody>
      </p:sp>
      <p:sp>
        <p:nvSpPr>
          <p:cNvPr id="3" name="Subtitle 2"/>
          <p:cNvSpPr>
            <a:spLocks noGrp="1"/>
          </p:cNvSpPr>
          <p:nvPr>
            <p:ph type="subTitle" idx="1"/>
          </p:nvPr>
        </p:nvSpPr>
        <p:spPr>
          <a:xfrm>
            <a:off x="4874956" y="2896274"/>
            <a:ext cx="6093618" cy="1962604"/>
          </a:xfrm>
        </p:spPr>
        <p:txBody>
          <a:bodyPr>
            <a:noAutofit/>
          </a:bodyPr>
          <a:lstStyle>
            <a:lvl1pPr marL="224953" indent="-224953" algn="r">
              <a:buFont typeface="Arial" pitchFamily="34" charset="0"/>
              <a:buNone/>
              <a:defRPr sz="2000">
                <a:solidFill>
                  <a:schemeClr val="tx1"/>
                </a:solidFill>
              </a:defRPr>
            </a:lvl1pPr>
            <a:lvl2pPr marL="456235" indent="0" algn="ctr">
              <a:buNone/>
              <a:defRPr>
                <a:solidFill>
                  <a:schemeClr val="tx1">
                    <a:tint val="75000"/>
                  </a:schemeClr>
                </a:solidFill>
              </a:defRPr>
            </a:lvl2pPr>
            <a:lvl3pPr marL="912467" indent="0" algn="ctr">
              <a:buNone/>
              <a:defRPr>
                <a:solidFill>
                  <a:schemeClr val="tx1">
                    <a:tint val="75000"/>
                  </a:schemeClr>
                </a:solidFill>
              </a:defRPr>
            </a:lvl3pPr>
            <a:lvl4pPr marL="1368703" indent="0" algn="ctr">
              <a:buNone/>
              <a:defRPr>
                <a:solidFill>
                  <a:schemeClr val="tx1">
                    <a:tint val="75000"/>
                  </a:schemeClr>
                </a:solidFill>
              </a:defRPr>
            </a:lvl4pPr>
            <a:lvl5pPr marL="1824931" indent="0" algn="ctr">
              <a:buNone/>
              <a:defRPr>
                <a:solidFill>
                  <a:schemeClr val="tx1">
                    <a:tint val="75000"/>
                  </a:schemeClr>
                </a:solidFill>
              </a:defRPr>
            </a:lvl5pPr>
            <a:lvl6pPr marL="2281169" indent="0" algn="ctr">
              <a:buNone/>
              <a:defRPr>
                <a:solidFill>
                  <a:schemeClr val="tx1">
                    <a:tint val="75000"/>
                  </a:schemeClr>
                </a:solidFill>
              </a:defRPr>
            </a:lvl6pPr>
            <a:lvl7pPr marL="2737403" indent="0" algn="ctr">
              <a:buNone/>
              <a:defRPr>
                <a:solidFill>
                  <a:schemeClr val="tx1">
                    <a:tint val="75000"/>
                  </a:schemeClr>
                </a:solidFill>
              </a:defRPr>
            </a:lvl7pPr>
            <a:lvl8pPr marL="3193633" indent="0" algn="ctr">
              <a:buNone/>
              <a:defRPr>
                <a:solidFill>
                  <a:schemeClr val="tx1">
                    <a:tint val="75000"/>
                  </a:schemeClr>
                </a:solidFill>
              </a:defRPr>
            </a:lvl8pPr>
            <a:lvl9pPr marL="3649866"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p:nvPr>
        </p:nvSpPr>
        <p:spPr>
          <a:xfrm>
            <a:off x="1218724" y="2215140"/>
            <a:ext cx="9749790" cy="492443"/>
          </a:xfrm>
        </p:spPr>
        <p:txBody>
          <a:bodyPr/>
          <a:lstStyle>
            <a:lvl1pPr algn="r">
              <a:defRPr sz="3200">
                <a:solidFill>
                  <a:schemeClr val="tx2"/>
                </a:solidFill>
              </a:defRPr>
            </a:lvl1pPr>
          </a:lstStyle>
          <a:p>
            <a:r>
              <a:rPr lang="en-US" dirty="0"/>
              <a:t>Click to edit Master title style</a:t>
            </a:r>
          </a:p>
        </p:txBody>
      </p:sp>
    </p:spTree>
    <p:extLst>
      <p:ext uri="{BB962C8B-B14F-4D97-AF65-F5344CB8AC3E}">
        <p14:creationId xmlns:p14="http://schemas.microsoft.com/office/powerpoint/2010/main" val="3488955843"/>
      </p:ext>
    </p:extLst>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01013897"/>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1_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2"/>
                </a:solidFill>
              </a:defRPr>
            </a:lvl1pPr>
          </a:lstStyle>
          <a:p>
            <a:r>
              <a:rPr lang="en-US"/>
              <a:t>Click to edit Master title style</a:t>
            </a:r>
            <a:endParaRPr lang="en-US" dirty="0"/>
          </a:p>
        </p:txBody>
      </p:sp>
      <p:sp>
        <p:nvSpPr>
          <p:cNvPr id="3" name="Text Placeholder 4"/>
          <p:cNvSpPr>
            <a:spLocks noGrp="1"/>
          </p:cNvSpPr>
          <p:nvPr>
            <p:ph type="body" sz="quarter" idx="10"/>
          </p:nvPr>
        </p:nvSpPr>
        <p:spPr>
          <a:xfrm>
            <a:off x="609362" y="686010"/>
            <a:ext cx="10968514" cy="954107"/>
          </a:xfrm>
        </p:spPr>
        <p:txBody>
          <a:bodyPr/>
          <a:lstStyle>
            <a:lvl1pPr>
              <a:spcBef>
                <a:spcPts val="0"/>
              </a:spcBef>
              <a:spcAft>
                <a:spcPts val="0"/>
              </a:spcAft>
              <a:buNone/>
              <a:defRPr sz="1800">
                <a:latin typeface="Arial" pitchFamily="34" charset="0"/>
                <a:cs typeface="Arial" pitchFamily="34" charset="0"/>
              </a:defRPr>
            </a:lvl1pPr>
            <a:lvl2pPr>
              <a:spcBef>
                <a:spcPts val="0"/>
              </a:spcBef>
              <a:spcAft>
                <a:spcPts val="0"/>
              </a:spcAft>
              <a:defRPr sz="2400">
                <a:latin typeface="Arial" pitchFamily="34" charset="0"/>
                <a:cs typeface="Arial" pitchFamily="34" charset="0"/>
              </a:defRPr>
            </a:lvl2pPr>
            <a:lvl3pPr>
              <a:spcBef>
                <a:spcPts val="0"/>
              </a:spcBef>
              <a:spcAft>
                <a:spcPts val="0"/>
              </a:spcAft>
              <a:defRPr sz="2000">
                <a:latin typeface="Arial" pitchFamily="34" charset="0"/>
                <a:cs typeface="Arial" pitchFamily="34" charset="0"/>
              </a:defRPr>
            </a:lvl3pPr>
            <a:lvl4pPr>
              <a:spcBef>
                <a:spcPts val="0"/>
              </a:spcBef>
              <a:spcAft>
                <a:spcPts val="0"/>
              </a:spcAft>
              <a:defRPr sz="2000">
                <a:latin typeface="Arial" pitchFamily="34" charset="0"/>
                <a:cs typeface="Arial" pitchFamily="34" charset="0"/>
              </a:defRPr>
            </a:lvl4pPr>
            <a:lvl5pPr>
              <a:spcBef>
                <a:spcPts val="0"/>
              </a:spcBef>
              <a:spcAft>
                <a:spcPts val="0"/>
              </a:spcAft>
              <a:defRPr sz="2000">
                <a:latin typeface="Arial" pitchFamily="34" charset="0"/>
                <a:cs typeface="Arial" pitchFamily="34" charset="0"/>
              </a:defRPr>
            </a:lvl5pPr>
            <a:lvl6pPr marL="1432066" indent="-285147">
              <a:spcBef>
                <a:spcPts val="0"/>
              </a:spcBef>
              <a:spcAft>
                <a:spcPts val="0"/>
              </a:spcAft>
              <a:buClr>
                <a:schemeClr val="tx2"/>
              </a:buClr>
              <a:buSzPct val="70000"/>
              <a:buFont typeface="Wingdings" pitchFamily="2" charset="2"/>
              <a:buChar char="§"/>
              <a:defRPr sz="1800">
                <a:latin typeface="Arial" pitchFamily="34" charset="0"/>
                <a:cs typeface="Arial" pitchFamily="34" charset="0"/>
              </a:defRPr>
            </a:lvl6pPr>
            <a:lvl7pPr marL="1710874" indent="-272476">
              <a:spcBef>
                <a:spcPts val="0"/>
              </a:spcBef>
              <a:spcAft>
                <a:spcPts val="0"/>
              </a:spcAft>
              <a:buClr>
                <a:srgbClr val="C00000"/>
              </a:buClr>
              <a:buSzPct val="70000"/>
              <a:buFont typeface="Arial" pitchFamily="34" charset="0"/>
              <a:buChar char="–"/>
              <a:defRPr sz="1800" baseline="0">
                <a:latin typeface="Arial" pitchFamily="34" charset="0"/>
                <a:cs typeface="Arial" pitchFamily="34" charset="0"/>
              </a:defRPr>
            </a:lvl7pPr>
            <a:lvl8pPr marL="1596813" indent="-228128">
              <a:spcBef>
                <a:spcPts val="0"/>
              </a:spcBef>
              <a:spcAft>
                <a:spcPts val="0"/>
              </a:spcAft>
              <a:buSzPct val="70000"/>
              <a:defRPr sz="1800" baseline="0">
                <a:latin typeface="Arial" pitchFamily="34" charset="0"/>
                <a:cs typeface="Arial" pitchFamily="34" charset="0"/>
              </a:defRPr>
            </a:lvl8pPr>
            <a:lvl9pPr marL="1820184" indent="-223364">
              <a:spcBef>
                <a:spcPts val="0"/>
              </a:spcBef>
              <a:spcAft>
                <a:spcPts val="0"/>
              </a:spcAft>
              <a:buSzPct val="70000"/>
              <a:buFont typeface="Arial" pitchFamily="34" charset="0"/>
              <a:buChar char="–"/>
              <a:defRPr sz="1800">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044697520"/>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1_Content 2">
    <p:spTree>
      <p:nvGrpSpPr>
        <p:cNvPr id="1" name=""/>
        <p:cNvGrpSpPr/>
        <p:nvPr/>
      </p:nvGrpSpPr>
      <p:grpSpPr>
        <a:xfrm>
          <a:off x="0" y="0"/>
          <a:ext cx="0" cy="0"/>
          <a:chOff x="0" y="0"/>
          <a:chExt cx="0" cy="0"/>
        </a:xfrm>
      </p:grpSpPr>
      <p:sp>
        <p:nvSpPr>
          <p:cNvPr id="2" name="Title 1"/>
          <p:cNvSpPr>
            <a:spLocks noGrp="1"/>
          </p:cNvSpPr>
          <p:nvPr>
            <p:ph type="title"/>
          </p:nvPr>
        </p:nvSpPr>
        <p:spPr>
          <a:xfrm>
            <a:off x="609374" y="76282"/>
            <a:ext cx="8531067" cy="492443"/>
          </a:xfrm>
        </p:spPr>
        <p:txBody>
          <a:bodyPr/>
          <a:lstStyle>
            <a:lvl1pPr algn="l">
              <a:defRPr/>
            </a:lvl1pPr>
          </a:lstStyle>
          <a:p>
            <a:r>
              <a:rPr lang="en-US"/>
              <a:t>Click to edit Master title style</a:t>
            </a:r>
            <a:endParaRPr lang="en-US" dirty="0"/>
          </a:p>
        </p:txBody>
      </p:sp>
      <p:sp>
        <p:nvSpPr>
          <p:cNvPr id="3" name="Text Placeholder 4"/>
          <p:cNvSpPr>
            <a:spLocks noGrp="1"/>
          </p:cNvSpPr>
          <p:nvPr>
            <p:ph type="body" sz="quarter" idx="10"/>
          </p:nvPr>
        </p:nvSpPr>
        <p:spPr>
          <a:xfrm>
            <a:off x="403807" y="960664"/>
            <a:ext cx="5558621" cy="5305066"/>
          </a:xfrm>
          <a:ln>
            <a:solidFill>
              <a:schemeClr val="bg2"/>
            </a:solidFill>
          </a:ln>
        </p:spPr>
        <p:txBody>
          <a:bodyPr lIns="91250" tIns="547485" rIns="91250" bIns="9125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0588" indent="-232871">
              <a:spcBef>
                <a:spcPts val="0"/>
              </a:spcBef>
              <a:spcAft>
                <a:spcPts val="0"/>
              </a:spcAft>
              <a:buSzPct val="70000"/>
              <a:defRPr sz="1800">
                <a:latin typeface="+mj-lt"/>
              </a:defRPr>
            </a:lvl6pPr>
            <a:lvl7pPr marL="1368703" indent="-228128">
              <a:spcBef>
                <a:spcPts val="0"/>
              </a:spcBef>
              <a:spcAft>
                <a:spcPts val="0"/>
              </a:spcAft>
              <a:buSzPct val="70000"/>
              <a:buFont typeface="Arial" pitchFamily="34" charset="0"/>
              <a:buChar char="–"/>
              <a:defRPr sz="1800" baseline="0">
                <a:latin typeface="+mj-lt"/>
              </a:defRPr>
            </a:lvl7pPr>
            <a:lvl8pPr marL="1596813" indent="-228128">
              <a:spcBef>
                <a:spcPts val="0"/>
              </a:spcBef>
              <a:spcAft>
                <a:spcPts val="0"/>
              </a:spcAft>
              <a:buSzPct val="70000"/>
              <a:defRPr sz="1800" baseline="0">
                <a:latin typeface="+mj-lt"/>
              </a:defRPr>
            </a:lvl8pPr>
            <a:lvl9pPr marL="1820184" indent="-223364">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4"/>
          <p:cNvSpPr>
            <a:spLocks noGrp="1"/>
          </p:cNvSpPr>
          <p:nvPr>
            <p:ph type="body" sz="quarter" idx="11"/>
          </p:nvPr>
        </p:nvSpPr>
        <p:spPr>
          <a:xfrm>
            <a:off x="6195235" y="960664"/>
            <a:ext cx="5558621" cy="5305066"/>
          </a:xfrm>
          <a:ln>
            <a:solidFill>
              <a:schemeClr val="bg2"/>
            </a:solidFill>
          </a:ln>
        </p:spPr>
        <p:txBody>
          <a:bodyPr lIns="91250" tIns="547485" rIns="91250" bIns="9125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0588" indent="-232871">
              <a:spcBef>
                <a:spcPts val="0"/>
              </a:spcBef>
              <a:spcAft>
                <a:spcPts val="0"/>
              </a:spcAft>
              <a:buSzPct val="70000"/>
              <a:defRPr sz="1800">
                <a:latin typeface="+mj-lt"/>
              </a:defRPr>
            </a:lvl6pPr>
            <a:lvl7pPr marL="1368703" indent="-228128">
              <a:spcBef>
                <a:spcPts val="0"/>
              </a:spcBef>
              <a:spcAft>
                <a:spcPts val="0"/>
              </a:spcAft>
              <a:buSzPct val="70000"/>
              <a:buFont typeface="Arial" pitchFamily="34" charset="0"/>
              <a:buChar char="–"/>
              <a:defRPr sz="1800" baseline="0">
                <a:latin typeface="+mj-lt"/>
              </a:defRPr>
            </a:lvl7pPr>
            <a:lvl8pPr marL="1596813" indent="-228128">
              <a:spcBef>
                <a:spcPts val="0"/>
              </a:spcBef>
              <a:spcAft>
                <a:spcPts val="0"/>
              </a:spcAft>
              <a:buSzPct val="70000"/>
              <a:defRPr sz="1800" baseline="0">
                <a:latin typeface="+mj-lt"/>
              </a:defRPr>
            </a:lvl8pPr>
            <a:lvl9pPr marL="1820184" indent="-223364">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2"/>
          </p:nvPr>
        </p:nvSpPr>
        <p:spPr>
          <a:xfrm>
            <a:off x="403807" y="960727"/>
            <a:ext cx="5558621" cy="461281"/>
          </a:xfrm>
          <a:solidFill>
            <a:schemeClr val="bg2"/>
          </a:solidFill>
          <a:ln>
            <a:noFill/>
          </a:ln>
        </p:spPr>
        <p:txBody>
          <a:bodyPr lIns="91250" tIns="91250" rIns="91250" bIns="91250"/>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0588" indent="-232871">
              <a:spcBef>
                <a:spcPts val="0"/>
              </a:spcBef>
              <a:spcAft>
                <a:spcPts val="0"/>
              </a:spcAft>
              <a:buSzPct val="70000"/>
              <a:defRPr sz="1800">
                <a:latin typeface="+mj-lt"/>
              </a:defRPr>
            </a:lvl6pPr>
            <a:lvl7pPr marL="1368703" indent="-228128">
              <a:spcBef>
                <a:spcPts val="0"/>
              </a:spcBef>
              <a:spcAft>
                <a:spcPts val="0"/>
              </a:spcAft>
              <a:buSzPct val="70000"/>
              <a:buFont typeface="Arial" pitchFamily="34" charset="0"/>
              <a:buChar char="–"/>
              <a:defRPr sz="1800" baseline="0">
                <a:latin typeface="+mj-lt"/>
              </a:defRPr>
            </a:lvl7pPr>
            <a:lvl8pPr marL="1596813" indent="-228128">
              <a:spcBef>
                <a:spcPts val="0"/>
              </a:spcBef>
              <a:spcAft>
                <a:spcPts val="0"/>
              </a:spcAft>
              <a:buSzPct val="70000"/>
              <a:defRPr sz="1800" baseline="0">
                <a:latin typeface="+mj-lt"/>
              </a:defRPr>
            </a:lvl8pPr>
            <a:lvl9pPr marL="1820184" indent="-223364">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6" name="Text Placeholder 4"/>
          <p:cNvSpPr>
            <a:spLocks noGrp="1"/>
          </p:cNvSpPr>
          <p:nvPr>
            <p:ph type="body" sz="quarter" idx="13"/>
          </p:nvPr>
        </p:nvSpPr>
        <p:spPr>
          <a:xfrm>
            <a:off x="6195235" y="960727"/>
            <a:ext cx="5558621" cy="461281"/>
          </a:xfrm>
          <a:solidFill>
            <a:schemeClr val="bg2"/>
          </a:solidFill>
          <a:ln>
            <a:noFill/>
          </a:ln>
        </p:spPr>
        <p:txBody>
          <a:bodyPr lIns="91250" tIns="91250" rIns="91250" bIns="91250"/>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0588" indent="-232871">
              <a:spcBef>
                <a:spcPts val="0"/>
              </a:spcBef>
              <a:spcAft>
                <a:spcPts val="0"/>
              </a:spcAft>
              <a:buSzPct val="70000"/>
              <a:defRPr sz="1800">
                <a:latin typeface="+mj-lt"/>
              </a:defRPr>
            </a:lvl6pPr>
            <a:lvl7pPr marL="1368703" indent="-228128">
              <a:spcBef>
                <a:spcPts val="0"/>
              </a:spcBef>
              <a:spcAft>
                <a:spcPts val="0"/>
              </a:spcAft>
              <a:buSzPct val="70000"/>
              <a:buFont typeface="Arial" pitchFamily="34" charset="0"/>
              <a:buChar char="–"/>
              <a:defRPr sz="1800" baseline="0">
                <a:latin typeface="+mj-lt"/>
              </a:defRPr>
            </a:lvl7pPr>
            <a:lvl8pPr marL="1596813" indent="-228128">
              <a:spcBef>
                <a:spcPts val="0"/>
              </a:spcBef>
              <a:spcAft>
                <a:spcPts val="0"/>
              </a:spcAft>
              <a:buSzPct val="70000"/>
              <a:defRPr sz="1800" baseline="0">
                <a:latin typeface="+mj-lt"/>
              </a:defRPr>
            </a:lvl8pPr>
            <a:lvl9pPr marL="1820184" indent="-223364">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Tree>
    <p:extLst>
      <p:ext uri="{BB962C8B-B14F-4D97-AF65-F5344CB8AC3E}">
        <p14:creationId xmlns:p14="http://schemas.microsoft.com/office/powerpoint/2010/main" val="2639094278"/>
      </p:ext>
    </p:extLst>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2_Content 4">
    <p:spTree>
      <p:nvGrpSpPr>
        <p:cNvPr id="1" name=""/>
        <p:cNvGrpSpPr/>
        <p:nvPr/>
      </p:nvGrpSpPr>
      <p:grpSpPr>
        <a:xfrm>
          <a:off x="0" y="0"/>
          <a:ext cx="0" cy="0"/>
          <a:chOff x="0" y="0"/>
          <a:chExt cx="0" cy="0"/>
        </a:xfrm>
      </p:grpSpPr>
      <p:sp>
        <p:nvSpPr>
          <p:cNvPr id="11" name="Text Placeholder 4"/>
          <p:cNvSpPr>
            <a:spLocks noGrp="1"/>
          </p:cNvSpPr>
          <p:nvPr>
            <p:ph type="body" sz="quarter" idx="10"/>
          </p:nvPr>
        </p:nvSpPr>
        <p:spPr>
          <a:xfrm>
            <a:off x="403807" y="762184"/>
            <a:ext cx="5558621" cy="2562012"/>
          </a:xfrm>
          <a:ln>
            <a:solidFill>
              <a:schemeClr val="bg2"/>
            </a:solidFill>
          </a:ln>
        </p:spPr>
        <p:txBody>
          <a:bodyPr lIns="91250" tIns="547485" rIns="91250" bIns="9125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0588" indent="-232871">
              <a:spcBef>
                <a:spcPts val="0"/>
              </a:spcBef>
              <a:spcAft>
                <a:spcPts val="0"/>
              </a:spcAft>
              <a:buSzPct val="70000"/>
              <a:defRPr sz="1800">
                <a:latin typeface="+mj-lt"/>
              </a:defRPr>
            </a:lvl6pPr>
            <a:lvl7pPr marL="1368703" indent="-228128">
              <a:spcBef>
                <a:spcPts val="0"/>
              </a:spcBef>
              <a:spcAft>
                <a:spcPts val="0"/>
              </a:spcAft>
              <a:buSzPct val="70000"/>
              <a:buFont typeface="Arial" pitchFamily="34" charset="0"/>
              <a:buChar char="–"/>
              <a:defRPr sz="1800" baseline="0">
                <a:latin typeface="+mj-lt"/>
              </a:defRPr>
            </a:lvl7pPr>
            <a:lvl8pPr marL="1596813" indent="-228128">
              <a:spcBef>
                <a:spcPts val="0"/>
              </a:spcBef>
              <a:spcAft>
                <a:spcPts val="0"/>
              </a:spcAft>
              <a:buSzPct val="70000"/>
              <a:defRPr sz="1800" baseline="0">
                <a:latin typeface="+mj-lt"/>
              </a:defRPr>
            </a:lvl8pPr>
            <a:lvl9pPr marL="1820184" indent="-223364">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4"/>
          <p:cNvSpPr>
            <a:spLocks noGrp="1"/>
          </p:cNvSpPr>
          <p:nvPr>
            <p:ph type="body" sz="quarter" idx="11"/>
          </p:nvPr>
        </p:nvSpPr>
        <p:spPr>
          <a:xfrm>
            <a:off x="6195235" y="762184"/>
            <a:ext cx="5558621" cy="2562012"/>
          </a:xfrm>
          <a:ln>
            <a:solidFill>
              <a:schemeClr val="bg2"/>
            </a:solidFill>
          </a:ln>
        </p:spPr>
        <p:txBody>
          <a:bodyPr lIns="91250" tIns="547485" rIns="91250" bIns="9125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0588" indent="-232871">
              <a:spcBef>
                <a:spcPts val="0"/>
              </a:spcBef>
              <a:spcAft>
                <a:spcPts val="0"/>
              </a:spcAft>
              <a:buSzPct val="70000"/>
              <a:defRPr sz="1800">
                <a:latin typeface="+mj-lt"/>
              </a:defRPr>
            </a:lvl6pPr>
            <a:lvl7pPr marL="1368703" indent="-228128">
              <a:spcBef>
                <a:spcPts val="0"/>
              </a:spcBef>
              <a:spcAft>
                <a:spcPts val="0"/>
              </a:spcAft>
              <a:buSzPct val="70000"/>
              <a:buFont typeface="Arial" pitchFamily="34" charset="0"/>
              <a:buChar char="–"/>
              <a:defRPr sz="1800" baseline="0">
                <a:latin typeface="+mj-lt"/>
              </a:defRPr>
            </a:lvl7pPr>
            <a:lvl8pPr marL="1596813" indent="-228128">
              <a:spcBef>
                <a:spcPts val="0"/>
              </a:spcBef>
              <a:spcAft>
                <a:spcPts val="0"/>
              </a:spcAft>
              <a:buSzPct val="70000"/>
              <a:defRPr sz="1800" baseline="0">
                <a:latin typeface="+mj-lt"/>
              </a:defRPr>
            </a:lvl8pPr>
            <a:lvl9pPr marL="1820184" indent="-223364">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4"/>
          <p:cNvSpPr>
            <a:spLocks noGrp="1"/>
          </p:cNvSpPr>
          <p:nvPr>
            <p:ph type="body" sz="quarter" idx="12"/>
          </p:nvPr>
        </p:nvSpPr>
        <p:spPr>
          <a:xfrm>
            <a:off x="403807" y="762200"/>
            <a:ext cx="5558621" cy="461281"/>
          </a:xfrm>
          <a:solidFill>
            <a:schemeClr val="bg2"/>
          </a:solidFill>
          <a:ln>
            <a:noFill/>
          </a:ln>
        </p:spPr>
        <p:txBody>
          <a:bodyPr lIns="91250" tIns="91250" rIns="91250" bIns="91250"/>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0588" indent="-232871">
              <a:spcBef>
                <a:spcPts val="0"/>
              </a:spcBef>
              <a:spcAft>
                <a:spcPts val="0"/>
              </a:spcAft>
              <a:buSzPct val="70000"/>
              <a:defRPr sz="1800">
                <a:latin typeface="+mj-lt"/>
              </a:defRPr>
            </a:lvl6pPr>
            <a:lvl7pPr marL="1368703" indent="-228128">
              <a:spcBef>
                <a:spcPts val="0"/>
              </a:spcBef>
              <a:spcAft>
                <a:spcPts val="0"/>
              </a:spcAft>
              <a:buSzPct val="70000"/>
              <a:buFont typeface="Arial" pitchFamily="34" charset="0"/>
              <a:buChar char="–"/>
              <a:defRPr sz="1800" baseline="0">
                <a:latin typeface="+mj-lt"/>
              </a:defRPr>
            </a:lvl7pPr>
            <a:lvl8pPr marL="1596813" indent="-228128">
              <a:spcBef>
                <a:spcPts val="0"/>
              </a:spcBef>
              <a:spcAft>
                <a:spcPts val="0"/>
              </a:spcAft>
              <a:buSzPct val="70000"/>
              <a:defRPr sz="1800" baseline="0">
                <a:latin typeface="+mj-lt"/>
              </a:defRPr>
            </a:lvl8pPr>
            <a:lvl9pPr marL="1820184" indent="-223364">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14" name="Text Placeholder 4"/>
          <p:cNvSpPr>
            <a:spLocks noGrp="1"/>
          </p:cNvSpPr>
          <p:nvPr>
            <p:ph type="body" sz="quarter" idx="13"/>
          </p:nvPr>
        </p:nvSpPr>
        <p:spPr>
          <a:xfrm>
            <a:off x="6195235" y="762200"/>
            <a:ext cx="5558621" cy="461281"/>
          </a:xfrm>
          <a:solidFill>
            <a:schemeClr val="bg2"/>
          </a:solidFill>
          <a:ln>
            <a:noFill/>
          </a:ln>
        </p:spPr>
        <p:txBody>
          <a:bodyPr lIns="91250" tIns="91250" rIns="91250" bIns="91250"/>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0588" indent="-232871">
              <a:spcBef>
                <a:spcPts val="0"/>
              </a:spcBef>
              <a:spcAft>
                <a:spcPts val="0"/>
              </a:spcAft>
              <a:buSzPct val="70000"/>
              <a:defRPr sz="1800">
                <a:latin typeface="+mj-lt"/>
              </a:defRPr>
            </a:lvl6pPr>
            <a:lvl7pPr marL="1368703" indent="-228128">
              <a:spcBef>
                <a:spcPts val="0"/>
              </a:spcBef>
              <a:spcAft>
                <a:spcPts val="0"/>
              </a:spcAft>
              <a:buSzPct val="70000"/>
              <a:buFont typeface="Arial" pitchFamily="34" charset="0"/>
              <a:buChar char="–"/>
              <a:defRPr sz="1800" baseline="0">
                <a:latin typeface="+mj-lt"/>
              </a:defRPr>
            </a:lvl7pPr>
            <a:lvl8pPr marL="1596813" indent="-228128">
              <a:spcBef>
                <a:spcPts val="0"/>
              </a:spcBef>
              <a:spcAft>
                <a:spcPts val="0"/>
              </a:spcAft>
              <a:buSzPct val="70000"/>
              <a:defRPr sz="1800" baseline="0">
                <a:latin typeface="+mj-lt"/>
              </a:defRPr>
            </a:lvl8pPr>
            <a:lvl9pPr marL="1820184" indent="-223364">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15" name="Text Placeholder 4"/>
          <p:cNvSpPr>
            <a:spLocks noGrp="1"/>
          </p:cNvSpPr>
          <p:nvPr>
            <p:ph type="body" sz="quarter" idx="14"/>
          </p:nvPr>
        </p:nvSpPr>
        <p:spPr>
          <a:xfrm>
            <a:off x="403807" y="3582293"/>
            <a:ext cx="5558621" cy="2562012"/>
          </a:xfrm>
          <a:ln>
            <a:solidFill>
              <a:schemeClr val="bg2"/>
            </a:solidFill>
          </a:ln>
        </p:spPr>
        <p:txBody>
          <a:bodyPr lIns="91250" tIns="547485" rIns="91250" bIns="9125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0588" indent="-232871">
              <a:spcBef>
                <a:spcPts val="0"/>
              </a:spcBef>
              <a:spcAft>
                <a:spcPts val="0"/>
              </a:spcAft>
              <a:buSzPct val="70000"/>
              <a:defRPr sz="1800">
                <a:latin typeface="+mj-lt"/>
              </a:defRPr>
            </a:lvl6pPr>
            <a:lvl7pPr marL="1368703" indent="-228128">
              <a:spcBef>
                <a:spcPts val="0"/>
              </a:spcBef>
              <a:spcAft>
                <a:spcPts val="0"/>
              </a:spcAft>
              <a:buSzPct val="70000"/>
              <a:buFont typeface="Arial" pitchFamily="34" charset="0"/>
              <a:buChar char="–"/>
              <a:defRPr sz="1800" baseline="0">
                <a:latin typeface="+mj-lt"/>
              </a:defRPr>
            </a:lvl7pPr>
            <a:lvl8pPr marL="1596813" indent="-228128">
              <a:spcBef>
                <a:spcPts val="0"/>
              </a:spcBef>
              <a:spcAft>
                <a:spcPts val="0"/>
              </a:spcAft>
              <a:buSzPct val="70000"/>
              <a:defRPr sz="1800" baseline="0">
                <a:latin typeface="+mj-lt"/>
              </a:defRPr>
            </a:lvl8pPr>
            <a:lvl9pPr marL="1820184" indent="-223364">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4"/>
          <p:cNvSpPr>
            <a:spLocks noGrp="1"/>
          </p:cNvSpPr>
          <p:nvPr>
            <p:ph type="body" sz="quarter" idx="15"/>
          </p:nvPr>
        </p:nvSpPr>
        <p:spPr>
          <a:xfrm>
            <a:off x="6195235" y="3582293"/>
            <a:ext cx="5558621" cy="2562012"/>
          </a:xfrm>
          <a:ln>
            <a:solidFill>
              <a:schemeClr val="bg2"/>
            </a:solidFill>
          </a:ln>
        </p:spPr>
        <p:txBody>
          <a:bodyPr lIns="91250" tIns="547485" rIns="91250" bIns="9125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0588" indent="-232871">
              <a:spcBef>
                <a:spcPts val="0"/>
              </a:spcBef>
              <a:spcAft>
                <a:spcPts val="0"/>
              </a:spcAft>
              <a:buSzPct val="70000"/>
              <a:defRPr sz="1800">
                <a:latin typeface="+mj-lt"/>
              </a:defRPr>
            </a:lvl6pPr>
            <a:lvl7pPr marL="1368703" indent="-228128">
              <a:spcBef>
                <a:spcPts val="0"/>
              </a:spcBef>
              <a:spcAft>
                <a:spcPts val="0"/>
              </a:spcAft>
              <a:buSzPct val="70000"/>
              <a:buFont typeface="Arial" pitchFamily="34" charset="0"/>
              <a:buChar char="–"/>
              <a:defRPr sz="1800" baseline="0">
                <a:latin typeface="+mj-lt"/>
              </a:defRPr>
            </a:lvl7pPr>
            <a:lvl8pPr marL="1596813" indent="-228128">
              <a:spcBef>
                <a:spcPts val="0"/>
              </a:spcBef>
              <a:spcAft>
                <a:spcPts val="0"/>
              </a:spcAft>
              <a:buSzPct val="70000"/>
              <a:defRPr sz="1800" baseline="0">
                <a:latin typeface="+mj-lt"/>
              </a:defRPr>
            </a:lvl8pPr>
            <a:lvl9pPr marL="1820184" indent="-223364">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4"/>
          <p:cNvSpPr>
            <a:spLocks noGrp="1"/>
          </p:cNvSpPr>
          <p:nvPr>
            <p:ph type="body" sz="quarter" idx="16"/>
          </p:nvPr>
        </p:nvSpPr>
        <p:spPr>
          <a:xfrm>
            <a:off x="403807" y="3582241"/>
            <a:ext cx="5558621" cy="461281"/>
          </a:xfrm>
          <a:solidFill>
            <a:schemeClr val="bg2"/>
          </a:solidFill>
          <a:ln>
            <a:noFill/>
          </a:ln>
        </p:spPr>
        <p:txBody>
          <a:bodyPr lIns="91250" tIns="91250" rIns="91250" bIns="91250"/>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0588" indent="-232871">
              <a:spcBef>
                <a:spcPts val="0"/>
              </a:spcBef>
              <a:spcAft>
                <a:spcPts val="0"/>
              </a:spcAft>
              <a:buSzPct val="70000"/>
              <a:defRPr sz="1800">
                <a:latin typeface="+mj-lt"/>
              </a:defRPr>
            </a:lvl6pPr>
            <a:lvl7pPr marL="1368703" indent="-228128">
              <a:spcBef>
                <a:spcPts val="0"/>
              </a:spcBef>
              <a:spcAft>
                <a:spcPts val="0"/>
              </a:spcAft>
              <a:buSzPct val="70000"/>
              <a:buFont typeface="Arial" pitchFamily="34" charset="0"/>
              <a:buChar char="–"/>
              <a:defRPr sz="1800" baseline="0">
                <a:latin typeface="+mj-lt"/>
              </a:defRPr>
            </a:lvl7pPr>
            <a:lvl8pPr marL="1596813" indent="-228128">
              <a:spcBef>
                <a:spcPts val="0"/>
              </a:spcBef>
              <a:spcAft>
                <a:spcPts val="0"/>
              </a:spcAft>
              <a:buSzPct val="70000"/>
              <a:defRPr sz="1800" baseline="0">
                <a:latin typeface="+mj-lt"/>
              </a:defRPr>
            </a:lvl8pPr>
            <a:lvl9pPr marL="1820184" indent="-223364">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18" name="Text Placeholder 4"/>
          <p:cNvSpPr>
            <a:spLocks noGrp="1"/>
          </p:cNvSpPr>
          <p:nvPr>
            <p:ph type="body" sz="quarter" idx="17"/>
          </p:nvPr>
        </p:nvSpPr>
        <p:spPr>
          <a:xfrm>
            <a:off x="6195235" y="3582241"/>
            <a:ext cx="5558621" cy="461281"/>
          </a:xfrm>
          <a:solidFill>
            <a:schemeClr val="bg2"/>
          </a:solidFill>
          <a:ln>
            <a:noFill/>
          </a:ln>
        </p:spPr>
        <p:txBody>
          <a:bodyPr lIns="91250" tIns="91250" rIns="91250" bIns="91250"/>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0588" indent="-232871">
              <a:spcBef>
                <a:spcPts val="0"/>
              </a:spcBef>
              <a:spcAft>
                <a:spcPts val="0"/>
              </a:spcAft>
              <a:buSzPct val="70000"/>
              <a:defRPr sz="1800">
                <a:latin typeface="+mj-lt"/>
              </a:defRPr>
            </a:lvl6pPr>
            <a:lvl7pPr marL="1368703" indent="-228128">
              <a:spcBef>
                <a:spcPts val="0"/>
              </a:spcBef>
              <a:spcAft>
                <a:spcPts val="0"/>
              </a:spcAft>
              <a:buSzPct val="70000"/>
              <a:buFont typeface="Arial" pitchFamily="34" charset="0"/>
              <a:buChar char="–"/>
              <a:defRPr sz="1800" baseline="0">
                <a:latin typeface="+mj-lt"/>
              </a:defRPr>
            </a:lvl7pPr>
            <a:lvl8pPr marL="1596813" indent="-228128">
              <a:spcBef>
                <a:spcPts val="0"/>
              </a:spcBef>
              <a:spcAft>
                <a:spcPts val="0"/>
              </a:spcAft>
              <a:buSzPct val="70000"/>
              <a:defRPr sz="1800" baseline="0">
                <a:latin typeface="+mj-lt"/>
              </a:defRPr>
            </a:lvl8pPr>
            <a:lvl9pPr marL="1820184" indent="-223364">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19" name="Title 1"/>
          <p:cNvSpPr txBox="1">
            <a:spLocks/>
          </p:cNvSpPr>
          <p:nvPr userDrawn="1"/>
        </p:nvSpPr>
        <p:spPr bwMode="auto">
          <a:xfrm>
            <a:off x="609374" y="76228"/>
            <a:ext cx="8531067" cy="36933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a:defRPr/>
            </a:lvl1pPr>
          </a:lstStyle>
          <a:p>
            <a:pPr defTabSz="912467" eaLnBrk="0" hangingPunct="0">
              <a:defRPr/>
            </a:pPr>
            <a:r>
              <a:rPr lang="en-US" sz="2400" b="1" dirty="0">
                <a:solidFill>
                  <a:srgbClr val="C0504D"/>
                </a:solidFill>
                <a:latin typeface="Arial"/>
                <a:cs typeface="Arial" charset="0"/>
              </a:rPr>
              <a:t>Click to edit Master title style</a:t>
            </a:r>
          </a:p>
        </p:txBody>
      </p:sp>
    </p:spTree>
    <p:extLst>
      <p:ext uri="{BB962C8B-B14F-4D97-AF65-F5344CB8AC3E}">
        <p14:creationId xmlns:p14="http://schemas.microsoft.com/office/powerpoint/2010/main" val="3752851555"/>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1_Thank you">
    <p:spTree>
      <p:nvGrpSpPr>
        <p:cNvPr id="1" name=""/>
        <p:cNvGrpSpPr/>
        <p:nvPr/>
      </p:nvGrpSpPr>
      <p:grpSpPr>
        <a:xfrm>
          <a:off x="0" y="0"/>
          <a:ext cx="0" cy="0"/>
          <a:chOff x="0" y="0"/>
          <a:chExt cx="0" cy="0"/>
        </a:xfrm>
      </p:grpSpPr>
      <p:sp>
        <p:nvSpPr>
          <p:cNvPr id="3" name="TextBox 2"/>
          <p:cNvSpPr txBox="1">
            <a:spLocks noChangeArrowheads="1"/>
          </p:cNvSpPr>
          <p:nvPr userDrawn="1"/>
        </p:nvSpPr>
        <p:spPr bwMode="gray">
          <a:xfrm>
            <a:off x="1218779" y="3533901"/>
            <a:ext cx="3764080" cy="276999"/>
          </a:xfrm>
          <a:prstGeom prst="rect">
            <a:avLst/>
          </a:prstGeom>
          <a:noFill/>
          <a:ln w="9525">
            <a:noFill/>
            <a:miter lim="800000"/>
            <a:headEnd/>
            <a:tailEnd/>
          </a:ln>
        </p:spPr>
        <p:txBody>
          <a:bodyPr lIns="0" tIns="0" rIns="0" bIns="0" anchor="b">
            <a:spAutoFit/>
          </a:bodyPr>
          <a:lstStyle/>
          <a:p>
            <a:pPr defTabSz="912467" fontAlgn="auto">
              <a:spcBef>
                <a:spcPts val="0"/>
              </a:spcBef>
              <a:spcAft>
                <a:spcPts val="0"/>
              </a:spcAft>
              <a:defRPr/>
            </a:pPr>
            <a:r>
              <a:rPr lang="en-US" sz="1800" b="1" dirty="0">
                <a:solidFill>
                  <a:srgbClr val="625756"/>
                </a:solidFill>
                <a:latin typeface="Arial"/>
                <a:cs typeface="Arial" charset="0"/>
              </a:rPr>
              <a:t>mahindrasatyam.com</a:t>
            </a:r>
          </a:p>
        </p:txBody>
      </p:sp>
      <p:sp>
        <p:nvSpPr>
          <p:cNvPr id="4" name="TextBox 3"/>
          <p:cNvSpPr txBox="1">
            <a:spLocks noChangeArrowheads="1"/>
          </p:cNvSpPr>
          <p:nvPr userDrawn="1"/>
        </p:nvSpPr>
        <p:spPr bwMode="gray">
          <a:xfrm>
            <a:off x="1218724" y="4234869"/>
            <a:ext cx="9749790" cy="1154162"/>
          </a:xfrm>
          <a:prstGeom prst="rect">
            <a:avLst/>
          </a:prstGeom>
          <a:noFill/>
          <a:ln w="9525">
            <a:noFill/>
            <a:miter lim="800000"/>
            <a:headEnd/>
            <a:tailEnd/>
          </a:ln>
        </p:spPr>
        <p:txBody>
          <a:bodyPr lIns="0" tIns="0" rIns="0" bIns="0">
            <a:spAutoFit/>
          </a:bodyPr>
          <a:lstStyle/>
          <a:p>
            <a:pPr algn="just" defTabSz="912467" fontAlgn="auto">
              <a:spcBef>
                <a:spcPts val="600"/>
              </a:spcBef>
              <a:spcAft>
                <a:spcPts val="0"/>
              </a:spcAft>
              <a:defRPr/>
            </a:pPr>
            <a:r>
              <a:rPr lang="en-US" sz="1000" b="1" dirty="0">
                <a:solidFill>
                  <a:srgbClr val="625756"/>
                </a:solidFill>
                <a:latin typeface="Arial"/>
                <a:cs typeface="Arial" charset="0"/>
              </a:rPr>
              <a:t>Safe Harbor</a:t>
            </a:r>
          </a:p>
          <a:p>
            <a:pPr algn="just" defTabSz="912467" fontAlgn="auto">
              <a:spcBef>
                <a:spcPts val="600"/>
              </a:spcBef>
              <a:spcAft>
                <a:spcPts val="0"/>
              </a:spcAft>
              <a:defRPr/>
            </a:pPr>
            <a:r>
              <a:rPr lang="en-US" sz="1000" dirty="0">
                <a:solidFill>
                  <a:srgbClr val="625756"/>
                </a:solidFill>
                <a:latin typeface="Arial"/>
                <a:cs typeface="Arial" charset="0"/>
              </a:rPr>
              <a:t>This document contains forward-looking statements within the meaning of section 27A of Securities Act of 1933, as amended, and section 21E of the Securities Exchange Act of 1934, as amended. The forward-looking statements contained herein are subject to certain risks and uncertainties that could cause actual results to differ materially from those reflected in the forward-looking statements. Satyam undertakes no duty to update any forward-looking statements. For a discussion of the risks associated with our business, please see the discussions under the heading “Risk Factors” in our report on Form 6-K concerning the quarter ended September 30, 2008, furnished to the Securities and Exchange Commission on 07 November, 2008, and the other reports filed with the Securities and Exchange Commission from time to time. These filings are available at http://www.sec.gov</a:t>
            </a:r>
            <a:endParaRPr lang="en-US" sz="1000" b="1" dirty="0">
              <a:solidFill>
                <a:srgbClr val="625756"/>
              </a:solidFill>
              <a:latin typeface="Arial"/>
              <a:cs typeface="Arial" charset="0"/>
            </a:endParaRPr>
          </a:p>
        </p:txBody>
      </p:sp>
      <p:sp>
        <p:nvSpPr>
          <p:cNvPr id="2" name="Title 1"/>
          <p:cNvSpPr>
            <a:spLocks noGrp="1"/>
          </p:cNvSpPr>
          <p:nvPr>
            <p:ph type="title"/>
          </p:nvPr>
        </p:nvSpPr>
        <p:spPr>
          <a:xfrm>
            <a:off x="1218724" y="1368021"/>
            <a:ext cx="9749790" cy="492443"/>
          </a:xfrm>
        </p:spPr>
        <p:txBody>
          <a:bodyPr/>
          <a:lstStyle>
            <a:lvl1pPr algn="l">
              <a:defRPr/>
            </a:lvl1pPr>
          </a:lstStyle>
          <a:p>
            <a:r>
              <a:rPr lang="en-US" dirty="0"/>
              <a:t>Click to edit Master title style</a:t>
            </a:r>
          </a:p>
        </p:txBody>
      </p:sp>
    </p:spTree>
    <p:extLst>
      <p:ext uri="{BB962C8B-B14F-4D97-AF65-F5344CB8AC3E}">
        <p14:creationId xmlns:p14="http://schemas.microsoft.com/office/powerpoint/2010/main" val="3760948135"/>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userDrawn="1">
  <p:cSld name="2_Content slide">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8" name="TextBox 7"/>
          <p:cNvSpPr txBox="1"/>
          <p:nvPr userDrawn="1"/>
        </p:nvSpPr>
        <p:spPr>
          <a:xfrm>
            <a:off x="11633286" y="6592334"/>
            <a:ext cx="395689" cy="153888"/>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algn="ctr" defTabSz="912467">
              <a:buFont typeface="Arial" pitchFamily="34" charset="0"/>
              <a:buNone/>
            </a:pPr>
            <a:fld id="{E9F1ABD7-E364-42D4-BB33-F145D32B102C}" type="slidenum">
              <a:rPr lang="en-US" sz="1000" b="1">
                <a:solidFill>
                  <a:srgbClr val="C00000"/>
                </a:solidFill>
                <a:latin typeface="Arial"/>
                <a:cs typeface="Arial" charset="0"/>
              </a:rPr>
              <a:pPr algn="ctr" defTabSz="912467">
                <a:buFont typeface="Arial" pitchFamily="34" charset="0"/>
                <a:buNone/>
              </a:pPr>
              <a:t>‹#›</a:t>
            </a:fld>
            <a:endParaRPr lang="en-US" sz="1000" b="1" dirty="0">
              <a:solidFill>
                <a:srgbClr val="C00000"/>
              </a:solidFill>
              <a:latin typeface="Arial"/>
              <a:cs typeface="Arial" charset="0"/>
            </a:endParaRPr>
          </a:p>
        </p:txBody>
      </p:sp>
    </p:spTree>
    <p:extLst>
      <p:ext uri="{BB962C8B-B14F-4D97-AF65-F5344CB8AC3E}">
        <p14:creationId xmlns:p14="http://schemas.microsoft.com/office/powerpoint/2010/main" val="2477327724"/>
      </p:ext>
    </p:extLst>
  </p:cSld>
  <p:clrMapOvr>
    <a:masterClrMapping/>
  </p:clrMapOvr>
  <p:hf hdr="0" ftr="0" dt="0"/>
</p:sldLayout>
</file>

<file path=ppt/slideLayouts/slideLayout334.xml><?xml version="1.0" encoding="utf-8"?>
<p:sldLayout xmlns:a="http://schemas.openxmlformats.org/drawingml/2006/main" xmlns:r="http://schemas.openxmlformats.org/officeDocument/2006/relationships" xmlns:p="http://schemas.openxmlformats.org/presentationml/2006/main" userDrawn="1">
  <p:cSld name="3_Content slide">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8" name="TextBox 7"/>
          <p:cNvSpPr txBox="1"/>
          <p:nvPr userDrawn="1"/>
        </p:nvSpPr>
        <p:spPr>
          <a:xfrm>
            <a:off x="11633286" y="6592334"/>
            <a:ext cx="395689" cy="153888"/>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algn="ctr" defTabSz="912467">
              <a:buFont typeface="Arial" pitchFamily="34" charset="0"/>
              <a:buNone/>
            </a:pPr>
            <a:fld id="{E9F1ABD7-E364-42D4-BB33-F145D32B102C}" type="slidenum">
              <a:rPr lang="en-US" sz="1000" b="1">
                <a:solidFill>
                  <a:srgbClr val="C00000"/>
                </a:solidFill>
                <a:latin typeface="Arial"/>
                <a:cs typeface="Arial" charset="0"/>
              </a:rPr>
              <a:pPr algn="ctr" defTabSz="912467">
                <a:buFont typeface="Arial" pitchFamily="34" charset="0"/>
                <a:buNone/>
              </a:pPr>
              <a:t>‹#›</a:t>
            </a:fld>
            <a:endParaRPr lang="en-US" sz="1000" b="1" dirty="0">
              <a:solidFill>
                <a:srgbClr val="C00000"/>
              </a:solidFill>
              <a:latin typeface="Arial"/>
              <a:cs typeface="Arial" charset="0"/>
            </a:endParaRPr>
          </a:p>
        </p:txBody>
      </p:sp>
    </p:spTree>
    <p:extLst>
      <p:ext uri="{BB962C8B-B14F-4D97-AF65-F5344CB8AC3E}">
        <p14:creationId xmlns:p14="http://schemas.microsoft.com/office/powerpoint/2010/main" val="1832157466"/>
      </p:ext>
    </p:extLst>
  </p:cSld>
  <p:clrMapOvr>
    <a:masterClrMapping/>
  </p:clrMapOvr>
  <p:hf hdr="0" ftr="0" dt="0"/>
</p:sldLayout>
</file>

<file path=ppt/slideLayouts/slideLayout335.xml><?xml version="1.0" encoding="utf-8"?>
<p:sldLayout xmlns:a="http://schemas.openxmlformats.org/drawingml/2006/main" xmlns:r="http://schemas.openxmlformats.org/officeDocument/2006/relationships" xmlns:p="http://schemas.openxmlformats.org/presentationml/2006/main" preserve="1" userDrawn="1">
  <p:cSld name="4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34" y="719333"/>
            <a:ext cx="10962166"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2467"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15" y="1972184"/>
            <a:ext cx="10962167" cy="1384995"/>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2066" indent="-28514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0874" indent="-272476">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596813" indent="-228128">
              <a:spcBef>
                <a:spcPts val="0"/>
              </a:spcBef>
              <a:spcAft>
                <a:spcPts val="0"/>
              </a:spcAft>
              <a:buSzPct val="70000"/>
              <a:defRPr sz="1800" baseline="0">
                <a:latin typeface="Arial" pitchFamily="34" charset="0"/>
                <a:cs typeface="Arial" pitchFamily="34" charset="0"/>
              </a:defRPr>
            </a:lvl8pPr>
            <a:lvl9pPr marL="1820184" indent="-223364">
              <a:spcBef>
                <a:spcPts val="0"/>
              </a:spcBef>
              <a:spcAft>
                <a:spcPts val="0"/>
              </a:spcAft>
              <a:buSzPct val="70000"/>
              <a:buFont typeface="Arial" pitchFamily="34" charset="0"/>
              <a:buChar char="–"/>
              <a:defRPr sz="1800">
                <a:latin typeface="Arial" pitchFamily="34" charset="0"/>
                <a:cs typeface="Arial" pitchFamily="34" charset="0"/>
              </a:defRPr>
            </a:lvl9pPr>
          </a:lstStyle>
          <a:p>
            <a:pPr marL="289903" lvl="0" indent="-289903" algn="l" defTabSz="912467"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0290" lvl="2" indent="-278817" algn="l" defTabSz="912467"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49105" lvl="3" indent="-278817" algn="l" defTabSz="912467"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4250" lvl="4" indent="-285147" algn="l" defTabSz="93147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2066" lvl="5" indent="-285147" algn="l" defTabSz="912467"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2443312567"/>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a:xfrm>
            <a:off x="641111" y="1972146"/>
            <a:ext cx="10945241" cy="13849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732271"/>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77711136"/>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1026" name="Picture 2" descr="D:\Raju_Kethavath\Images\connect...jpg"/>
          <p:cNvPicPr>
            <a:picLocks noChangeAspect="1" noChangeArrowheads="1"/>
          </p:cNvPicPr>
          <p:nvPr userDrawn="1"/>
        </p:nvPicPr>
        <p:blipFill>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artisticTexturizer/>
                    </a14:imgEffect>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0" y="0"/>
            <a:ext cx="12187238" cy="6859588"/>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ridge4.png"/>
          <p:cNvPicPr>
            <a:picLocks noChangeAspect="1"/>
          </p:cNvPicPr>
          <p:nvPr/>
        </p:nvPicPr>
        <p:blipFill>
          <a:blip r:embed="rId4" cstate="print"/>
          <a:stretch>
            <a:fillRect/>
          </a:stretch>
        </p:blipFill>
        <p:spPr bwMode="ltGray">
          <a:xfrm>
            <a:off x="1069" y="1"/>
            <a:ext cx="5289698" cy="1443543"/>
          </a:xfrm>
          <a:prstGeom prst="rect">
            <a:avLst/>
          </a:prstGeom>
        </p:spPr>
      </p:pic>
      <p:sp>
        <p:nvSpPr>
          <p:cNvPr id="10" name="Slide Number Placeholder 5"/>
          <p:cNvSpPr txBox="1">
            <a:spLocks/>
          </p:cNvSpPr>
          <p:nvPr/>
        </p:nvSpPr>
        <p:spPr bwMode="auto">
          <a:xfrm>
            <a:off x="11780507" y="6600173"/>
            <a:ext cx="187551" cy="184666"/>
          </a:xfrm>
          <a:prstGeom prst="rect">
            <a:avLst/>
          </a:prstGeom>
          <a:noFill/>
          <a:ln w="9525">
            <a:noFill/>
            <a:miter lim="800000"/>
            <a:headEnd/>
            <a:tailEnd/>
          </a:ln>
        </p:spPr>
        <p:txBody>
          <a:bodyPr wrap="none" lIns="0" tIns="0" rIns="0" bIns="0" anchor="ctr">
            <a:spAutoFit/>
          </a:bodyPr>
          <a:lstStyle/>
          <a:p>
            <a:pPr algn="r" defTabSz="1088319" fontAlgn="auto">
              <a:spcBef>
                <a:spcPts val="0"/>
              </a:spcBef>
              <a:spcAft>
                <a:spcPts val="0"/>
              </a:spcAft>
              <a:defRPr/>
            </a:pPr>
            <a:fld id="{6856ECDB-1CEE-4F69-ADCA-557460F2116E}" type="slidenum">
              <a:rPr lang="en-US" sz="1200">
                <a:solidFill>
                  <a:srgbClr val="6D6E71"/>
                </a:solidFill>
                <a:latin typeface="Arial"/>
              </a:rPr>
              <a:pPr algn="r" defTabSz="1088319" fontAlgn="auto">
                <a:spcBef>
                  <a:spcPts val="0"/>
                </a:spcBef>
                <a:spcAft>
                  <a:spcPts val="0"/>
                </a:spcAft>
                <a:defRPr/>
              </a:pPr>
              <a:t>‹#›</a:t>
            </a:fld>
            <a:endParaRPr lang="en-US" sz="1200" dirty="0">
              <a:solidFill>
                <a:srgbClr val="6D6E71"/>
              </a:solidFill>
              <a:latin typeface="Arial"/>
            </a:endParaRPr>
          </a:p>
        </p:txBody>
      </p:sp>
      <p:pic>
        <p:nvPicPr>
          <p:cNvPr id="6" name="Picture 5" descr="Logo_White.png"/>
          <p:cNvPicPr>
            <a:picLocks noChangeAspect="1"/>
          </p:cNvPicPr>
          <p:nvPr userDrawn="1"/>
        </p:nvPicPr>
        <p:blipFill>
          <a:blip r:embed="rId5" cstate="print"/>
          <a:stretch>
            <a:fillRect/>
          </a:stretch>
        </p:blipFill>
        <p:spPr>
          <a:xfrm>
            <a:off x="8429507" y="304871"/>
            <a:ext cx="3351490" cy="694564"/>
          </a:xfrm>
          <a:prstGeom prst="rect">
            <a:avLst/>
          </a:prstGeom>
        </p:spPr>
      </p:pic>
    </p:spTree>
    <p:extLst>
      <p:ext uri="{BB962C8B-B14F-4D97-AF65-F5344CB8AC3E}">
        <p14:creationId xmlns:p14="http://schemas.microsoft.com/office/powerpoint/2010/main" val="778583499"/>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35333" y="4054640"/>
            <a:ext cx="7346196" cy="277063"/>
          </a:xfrm>
        </p:spPr>
        <p:txBody>
          <a:bodyPr anchor="b" anchorCtr="0">
            <a:noAutofit/>
          </a:bodyPr>
          <a:lstStyle>
            <a:lvl1pPr marL="0" indent="0" algn="l">
              <a:buNone/>
              <a:defRPr b="1">
                <a:solidFill>
                  <a:schemeClr val="tx2"/>
                </a:solidFill>
                <a:latin typeface="Arial" pitchFamily="34" charset="0"/>
                <a:cs typeface="Arial" pitchFamily="34" charset="0"/>
              </a:defRPr>
            </a:lvl1pPr>
            <a:lvl2pPr marL="544159" indent="0" algn="ctr">
              <a:buNone/>
              <a:defRPr>
                <a:solidFill>
                  <a:schemeClr val="tx1">
                    <a:tint val="75000"/>
                  </a:schemeClr>
                </a:solidFill>
              </a:defRPr>
            </a:lvl2pPr>
            <a:lvl3pPr marL="1088319" indent="0" algn="ctr">
              <a:buNone/>
              <a:defRPr>
                <a:solidFill>
                  <a:schemeClr val="tx1">
                    <a:tint val="75000"/>
                  </a:schemeClr>
                </a:solidFill>
              </a:defRPr>
            </a:lvl3pPr>
            <a:lvl4pPr marL="1632478" indent="0" algn="ctr">
              <a:buNone/>
              <a:defRPr>
                <a:solidFill>
                  <a:schemeClr val="tx1">
                    <a:tint val="75000"/>
                  </a:schemeClr>
                </a:solidFill>
              </a:defRPr>
            </a:lvl4pPr>
            <a:lvl5pPr marL="2176638" indent="0" algn="ctr">
              <a:buNone/>
              <a:defRPr>
                <a:solidFill>
                  <a:schemeClr val="tx1">
                    <a:tint val="75000"/>
                  </a:schemeClr>
                </a:solidFill>
              </a:defRPr>
            </a:lvl5pPr>
            <a:lvl6pPr marL="2720797" indent="0" algn="ctr">
              <a:buNone/>
              <a:defRPr>
                <a:solidFill>
                  <a:schemeClr val="tx1">
                    <a:tint val="75000"/>
                  </a:schemeClr>
                </a:solidFill>
              </a:defRPr>
            </a:lvl6pPr>
            <a:lvl7pPr marL="3264957" indent="0" algn="ctr">
              <a:buNone/>
              <a:defRPr>
                <a:solidFill>
                  <a:schemeClr val="tx1">
                    <a:tint val="75000"/>
                  </a:schemeClr>
                </a:solidFill>
              </a:defRPr>
            </a:lvl7pPr>
            <a:lvl8pPr marL="3809116" indent="0" algn="ctr">
              <a:buNone/>
              <a:defRPr>
                <a:solidFill>
                  <a:schemeClr val="tx1">
                    <a:tint val="75000"/>
                  </a:schemeClr>
                </a:solidFill>
              </a:defRPr>
            </a:lvl8pPr>
            <a:lvl9pPr marL="4353276"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35333" y="2184906"/>
            <a:ext cx="7346196" cy="1477328"/>
          </a:xfrm>
        </p:spPr>
        <p:txBody>
          <a:bodyPr wrap="square">
            <a:spAutoFit/>
          </a:bodyPr>
          <a:lstStyle>
            <a:lvl1pPr algn="l">
              <a:defRPr sz="4800" b="1">
                <a:solidFill>
                  <a:schemeClr val="bg2"/>
                </a:solidFill>
                <a:latin typeface="Arial" pitchFamily="34" charset="0"/>
                <a:cs typeface="Arial" pitchFamily="34" charset="0"/>
              </a:defRPr>
            </a:lvl1pPr>
          </a:lstStyle>
          <a:p>
            <a:r>
              <a:rPr lang="en-US" dirty="0"/>
              <a:t>Click to Edit Master Title Style</a:t>
            </a:r>
          </a:p>
        </p:txBody>
      </p:sp>
      <p:pic>
        <p:nvPicPr>
          <p:cNvPr id="12" name="Picture 11" descr="ridge4.png"/>
          <p:cNvPicPr>
            <a:picLocks noChangeAspect="1"/>
          </p:cNvPicPr>
          <p:nvPr/>
        </p:nvPicPr>
        <p:blipFill>
          <a:blip r:embed="rId2" cstate="print"/>
          <a:stretch>
            <a:fillRect/>
          </a:stretch>
        </p:blipFill>
        <p:spPr bwMode="ltGray">
          <a:xfrm>
            <a:off x="1069" y="1"/>
            <a:ext cx="5289698" cy="1443543"/>
          </a:xfrm>
          <a:prstGeom prst="rect">
            <a:avLst/>
          </a:prstGeom>
        </p:spPr>
      </p:pic>
      <p:sp>
        <p:nvSpPr>
          <p:cNvPr id="2" name="Rectangle 1"/>
          <p:cNvSpPr/>
          <p:nvPr/>
        </p:nvSpPr>
        <p:spPr>
          <a:xfrm>
            <a:off x="7007662" y="0"/>
            <a:ext cx="5179576" cy="721771"/>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lIns="108832" tIns="54416" rIns="108832" bIns="54416" rtlCol="0" anchor="ctr"/>
          <a:lstStyle/>
          <a:p>
            <a:pPr algn="ctr" defTabSz="1088319" fontAlgn="auto">
              <a:spcBef>
                <a:spcPts val="0"/>
              </a:spcBef>
              <a:spcAft>
                <a:spcPts val="0"/>
              </a:spcAft>
            </a:pPr>
            <a:endParaRPr lang="en-US" sz="2100">
              <a:solidFill>
                <a:prstClr val="black"/>
              </a:solidFill>
            </a:endParaRPr>
          </a:p>
        </p:txBody>
      </p:sp>
      <p:pic>
        <p:nvPicPr>
          <p:cNvPr id="7" name="Picture 6" descr="Mahindra Logo.png"/>
          <p:cNvPicPr>
            <a:picLocks noChangeAspect="1"/>
          </p:cNvPicPr>
          <p:nvPr/>
        </p:nvPicPr>
        <p:blipFill>
          <a:blip r:embed="rId3" cstate="print"/>
          <a:stretch>
            <a:fillRect/>
          </a:stretch>
        </p:blipFill>
        <p:spPr bwMode="gray">
          <a:xfrm>
            <a:off x="8436570" y="476753"/>
            <a:ext cx="3168812" cy="656706"/>
          </a:xfrm>
          <a:prstGeom prst="rect">
            <a:avLst/>
          </a:prstGeom>
        </p:spPr>
      </p:pic>
    </p:spTree>
    <p:extLst>
      <p:ext uri="{BB962C8B-B14F-4D97-AF65-F5344CB8AC3E}">
        <p14:creationId xmlns:p14="http://schemas.microsoft.com/office/powerpoint/2010/main" val="4160999972"/>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preserve="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5"/>
            <a:ext cx="10962166" cy="4001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600" b="1" kern="1200" dirty="0">
                <a:solidFill>
                  <a:schemeClr val="tx2"/>
                </a:solidFill>
                <a:latin typeface="Arial" pitchFamily="34" charset="0"/>
                <a:ea typeface="+mj-ea"/>
                <a:cs typeface="Arial" pitchFamily="34" charset="0"/>
              </a:defRPr>
            </a:lvl1pPr>
          </a:lstStyle>
          <a:p>
            <a:pPr lvl="0" algn="l" defTabSz="1088319"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32"/>
            <a:ext cx="10962167" cy="1615827"/>
          </a:xfrm>
        </p:spPr>
        <p:txBody>
          <a:bodyPr wrap="square">
            <a:spAutoFit/>
          </a:bodyPr>
          <a:lstStyle>
            <a:lvl1pPr algn="l" rtl="0" eaLnBrk="1" latinLnBrk="0" hangingPunct="1">
              <a:spcBef>
                <a:spcPts val="0"/>
              </a:spcBef>
              <a:spcAft>
                <a:spcPts val="0"/>
              </a:spcAft>
              <a:buClr>
                <a:schemeClr val="bg2"/>
              </a:buClr>
              <a:buSzPct val="120000"/>
              <a:defRPr lang="en-US" sz="21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1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1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1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100" b="0" kern="1200" baseline="0" dirty="0" smtClean="0">
                <a:solidFill>
                  <a:schemeClr val="tx1"/>
                </a:solidFill>
                <a:latin typeface="Arial" pitchFamily="34" charset="0"/>
                <a:ea typeface="+mn-ea"/>
                <a:cs typeface="Arial" pitchFamily="34" charset="0"/>
              </a:defRPr>
            </a:lvl5pPr>
            <a:lvl6pPr marL="1708056" indent="-340100">
              <a:spcBef>
                <a:spcPts val="0"/>
              </a:spcBef>
              <a:spcAft>
                <a:spcPts val="0"/>
              </a:spcAft>
              <a:buClr>
                <a:schemeClr val="tx2"/>
              </a:buClr>
              <a:buSzPct val="70000"/>
              <a:buFont typeface="Wingdings" pitchFamily="2" charset="2"/>
              <a:buChar char="§"/>
              <a:defRPr lang="en-US" sz="2100" kern="1200" dirty="0" smtClean="0">
                <a:solidFill>
                  <a:schemeClr val="tx1"/>
                </a:solidFill>
                <a:latin typeface="Arial" pitchFamily="34" charset="0"/>
                <a:ea typeface="+mn-ea"/>
                <a:cs typeface="Arial" pitchFamily="34" charset="0"/>
              </a:defRPr>
            </a:lvl6pPr>
            <a:lvl7pPr marL="2040598" indent="-324984">
              <a:spcBef>
                <a:spcPts val="0"/>
              </a:spcBef>
              <a:spcAft>
                <a:spcPts val="0"/>
              </a:spcAft>
              <a:buClr>
                <a:schemeClr val="tx2"/>
              </a:buClr>
              <a:buSzPct val="70000"/>
              <a:buFont typeface="Arial" pitchFamily="34" charset="0"/>
              <a:buChar char="–"/>
              <a:defRPr sz="2100" baseline="0">
                <a:solidFill>
                  <a:schemeClr val="tx1"/>
                </a:solidFill>
                <a:latin typeface="+mn-lt"/>
                <a:cs typeface="Arial" pitchFamily="34" charset="0"/>
              </a:defRPr>
            </a:lvl7pPr>
            <a:lvl8pPr marL="1904558" indent="-272080">
              <a:spcBef>
                <a:spcPts val="0"/>
              </a:spcBef>
              <a:spcAft>
                <a:spcPts val="0"/>
              </a:spcAft>
              <a:buSzPct val="70000"/>
              <a:defRPr sz="2100" baseline="0">
                <a:latin typeface="Arial" pitchFamily="34" charset="0"/>
                <a:cs typeface="Arial" pitchFamily="34" charset="0"/>
              </a:defRPr>
            </a:lvl8pPr>
            <a:lvl9pPr marL="2170970" indent="-266412">
              <a:spcBef>
                <a:spcPts val="0"/>
              </a:spcBef>
              <a:spcAft>
                <a:spcPts val="0"/>
              </a:spcAft>
              <a:buSzPct val="70000"/>
              <a:buFont typeface="Arial" pitchFamily="34" charset="0"/>
              <a:buChar char="–"/>
              <a:defRPr sz="2100">
                <a:latin typeface="Arial" pitchFamily="34" charset="0"/>
                <a:cs typeface="Arial" pitchFamily="34" charset="0"/>
              </a:defRPr>
            </a:lvl9pPr>
          </a:lstStyle>
          <a:p>
            <a:pPr marL="345769" lvl="0" indent="-345769" algn="l" defTabSz="1088319"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0199" lvl="2" indent="-332542" algn="l" defTabSz="1088319"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2741" lvl="3" indent="-332542" algn="l" defTabSz="1088319"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52841" lvl="4" indent="-340100" algn="l" defTabSz="111099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8056" lvl="5" indent="-340100" algn="l" defTabSz="1088319"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3415887328"/>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23744015"/>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preserve="1">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5"/>
            <a:ext cx="10962166" cy="4001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600" b="1" kern="1200" dirty="0">
                <a:solidFill>
                  <a:schemeClr val="tx2"/>
                </a:solidFill>
                <a:latin typeface="Arial" pitchFamily="34" charset="0"/>
                <a:ea typeface="+mj-ea"/>
                <a:cs typeface="Arial" pitchFamily="34" charset="0"/>
              </a:defRPr>
            </a:lvl1pPr>
          </a:lstStyle>
          <a:p>
            <a:pPr lvl="0" algn="l" defTabSz="1088319"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32"/>
            <a:ext cx="10962167" cy="1615827"/>
          </a:xfrm>
        </p:spPr>
        <p:txBody>
          <a:bodyPr wrap="square">
            <a:spAutoFit/>
          </a:bodyPr>
          <a:lstStyle>
            <a:lvl1pPr algn="l" rtl="0" eaLnBrk="1" latinLnBrk="0" hangingPunct="1">
              <a:spcBef>
                <a:spcPts val="0"/>
              </a:spcBef>
              <a:spcAft>
                <a:spcPts val="0"/>
              </a:spcAft>
              <a:buClr>
                <a:schemeClr val="bg2"/>
              </a:buClr>
              <a:buSzPct val="120000"/>
              <a:defRPr lang="en-US" sz="21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1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1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1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100" b="0" kern="1200" baseline="0" dirty="0" smtClean="0">
                <a:solidFill>
                  <a:schemeClr val="tx1"/>
                </a:solidFill>
                <a:latin typeface="Arial" pitchFamily="34" charset="0"/>
                <a:ea typeface="+mn-ea"/>
                <a:cs typeface="Arial" pitchFamily="34" charset="0"/>
              </a:defRPr>
            </a:lvl5pPr>
            <a:lvl6pPr marL="1708056" indent="-340100">
              <a:spcBef>
                <a:spcPts val="0"/>
              </a:spcBef>
              <a:spcAft>
                <a:spcPts val="0"/>
              </a:spcAft>
              <a:buClr>
                <a:schemeClr val="tx2"/>
              </a:buClr>
              <a:buSzPct val="70000"/>
              <a:buFont typeface="Wingdings" pitchFamily="2" charset="2"/>
              <a:buChar char="§"/>
              <a:defRPr lang="en-US" sz="2100" kern="1200" dirty="0" smtClean="0">
                <a:solidFill>
                  <a:schemeClr val="tx1"/>
                </a:solidFill>
                <a:latin typeface="Arial" pitchFamily="34" charset="0"/>
                <a:ea typeface="+mn-ea"/>
                <a:cs typeface="Arial" pitchFamily="34" charset="0"/>
              </a:defRPr>
            </a:lvl6pPr>
            <a:lvl7pPr marL="2040598" indent="-324984">
              <a:spcBef>
                <a:spcPts val="0"/>
              </a:spcBef>
              <a:spcAft>
                <a:spcPts val="0"/>
              </a:spcAft>
              <a:buClr>
                <a:schemeClr val="tx2"/>
              </a:buClr>
              <a:buSzPct val="70000"/>
              <a:buFont typeface="Arial" pitchFamily="34" charset="0"/>
              <a:buChar char="–"/>
              <a:defRPr sz="2100" baseline="0">
                <a:solidFill>
                  <a:schemeClr val="tx1"/>
                </a:solidFill>
                <a:latin typeface="+mn-lt"/>
                <a:cs typeface="Arial" pitchFamily="34" charset="0"/>
              </a:defRPr>
            </a:lvl7pPr>
            <a:lvl8pPr marL="1904558" indent="-272080">
              <a:spcBef>
                <a:spcPts val="0"/>
              </a:spcBef>
              <a:spcAft>
                <a:spcPts val="0"/>
              </a:spcAft>
              <a:buSzPct val="70000"/>
              <a:defRPr sz="2100" baseline="0">
                <a:latin typeface="Arial" pitchFamily="34" charset="0"/>
                <a:cs typeface="Arial" pitchFamily="34" charset="0"/>
              </a:defRPr>
            </a:lvl8pPr>
            <a:lvl9pPr marL="2170970" indent="-266412">
              <a:spcBef>
                <a:spcPts val="0"/>
              </a:spcBef>
              <a:spcAft>
                <a:spcPts val="0"/>
              </a:spcAft>
              <a:buSzPct val="70000"/>
              <a:buFont typeface="Arial" pitchFamily="34" charset="0"/>
              <a:buChar char="–"/>
              <a:defRPr sz="2100">
                <a:latin typeface="Arial" pitchFamily="34" charset="0"/>
                <a:cs typeface="Arial" pitchFamily="34" charset="0"/>
              </a:defRPr>
            </a:lvl9pPr>
          </a:lstStyle>
          <a:p>
            <a:pPr marL="345769" lvl="0" indent="-345769" algn="l" defTabSz="1088319"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0199" lvl="2" indent="-332542" algn="l" defTabSz="1088319"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2741" lvl="3" indent="-332542" algn="l" defTabSz="1088319"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52841" lvl="4" indent="-340100" algn="l" defTabSz="111099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8056" lvl="5" indent="-340100" algn="l" defTabSz="1088319"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099" y="1270747"/>
            <a:ext cx="10962167" cy="292388"/>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515246530"/>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preserve="1">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099" y="727244"/>
            <a:ext cx="10964283" cy="4001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600" b="1" kern="1200" dirty="0">
                <a:solidFill>
                  <a:schemeClr val="tx2"/>
                </a:solidFill>
                <a:latin typeface="Arial" pitchFamily="34" charset="0"/>
                <a:ea typeface="+mj-ea"/>
                <a:cs typeface="Arial" pitchFamily="34" charset="0"/>
              </a:defRPr>
            </a:lvl1pPr>
          </a:lstStyle>
          <a:p>
            <a:pPr lvl="0" algn="l" defTabSz="1088319"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41099" y="1972132"/>
            <a:ext cx="10962167" cy="2231380"/>
          </a:xfrm>
        </p:spPr>
        <p:txBody>
          <a:bodyPr wrap="square">
            <a:spAutoFit/>
          </a:bodyPr>
          <a:lstStyle>
            <a:lvl1pPr>
              <a:spcBef>
                <a:spcPts val="0"/>
              </a:spcBef>
              <a:spcAft>
                <a:spcPts val="0"/>
              </a:spcAft>
              <a:defRPr lang="en-US" sz="29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9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9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9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900" b="0" kern="1200" baseline="0" dirty="0" smtClean="0">
                <a:solidFill>
                  <a:schemeClr val="tx1"/>
                </a:solidFill>
                <a:latin typeface="Arial" pitchFamily="34" charset="0"/>
                <a:ea typeface="+mn-ea"/>
                <a:cs typeface="Arial" pitchFamily="34" charset="0"/>
              </a:defRPr>
            </a:lvl5pPr>
            <a:lvl6pPr marL="1708056" indent="-340100">
              <a:spcBef>
                <a:spcPts val="0"/>
              </a:spcBef>
              <a:spcAft>
                <a:spcPts val="0"/>
              </a:spcAft>
              <a:buClr>
                <a:schemeClr val="tx2"/>
              </a:buClr>
              <a:buSzPct val="70000"/>
              <a:buFont typeface="Wingdings" pitchFamily="2" charset="2"/>
              <a:buChar char="§"/>
              <a:defRPr lang="en-US" sz="2900" kern="1200" dirty="0" smtClean="0">
                <a:solidFill>
                  <a:schemeClr val="tx1"/>
                </a:solidFill>
                <a:latin typeface="Arial" pitchFamily="34" charset="0"/>
                <a:ea typeface="+mn-ea"/>
                <a:cs typeface="Arial" pitchFamily="34" charset="0"/>
              </a:defRPr>
            </a:lvl6pPr>
            <a:lvl7pPr marL="2040598" indent="-324984">
              <a:spcBef>
                <a:spcPts val="0"/>
              </a:spcBef>
              <a:spcAft>
                <a:spcPts val="0"/>
              </a:spcAft>
              <a:buClr>
                <a:schemeClr val="tx2"/>
              </a:buClr>
              <a:buSzPct val="70000"/>
              <a:buFont typeface="Arial" pitchFamily="34" charset="0"/>
              <a:buChar char="–"/>
              <a:defRPr sz="2100" baseline="0">
                <a:solidFill>
                  <a:schemeClr val="tx1"/>
                </a:solidFill>
                <a:latin typeface="+mn-lt"/>
                <a:cs typeface="Arial" pitchFamily="34" charset="0"/>
              </a:defRPr>
            </a:lvl7pPr>
            <a:lvl8pPr marL="1904558" indent="-272080">
              <a:spcBef>
                <a:spcPts val="0"/>
              </a:spcBef>
              <a:spcAft>
                <a:spcPts val="0"/>
              </a:spcAft>
              <a:buSzPct val="70000"/>
              <a:defRPr sz="2100" baseline="0">
                <a:latin typeface="Arial" pitchFamily="34" charset="0"/>
                <a:cs typeface="Arial" pitchFamily="34" charset="0"/>
              </a:defRPr>
            </a:lvl8pPr>
            <a:lvl9pPr marL="2170970" indent="-266412">
              <a:spcBef>
                <a:spcPts val="0"/>
              </a:spcBef>
              <a:spcAft>
                <a:spcPts val="0"/>
              </a:spcAft>
              <a:buSzPct val="70000"/>
              <a:buFont typeface="Arial" pitchFamily="34" charset="0"/>
              <a:buChar char="–"/>
              <a:defRPr sz="2100">
                <a:latin typeface="Arial" pitchFamily="34" charset="0"/>
                <a:cs typeface="Arial" pitchFamily="34" charset="0"/>
              </a:defRPr>
            </a:lvl9pPr>
          </a:lstStyle>
          <a:p>
            <a:pPr marL="345769" lvl="0" indent="-345769" algn="l" defTabSz="1088319"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0199" lvl="2" indent="-332542" algn="l" defTabSz="1088319"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2741" lvl="3" indent="-332542" algn="l" defTabSz="1088319"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52841" lvl="4" indent="-340100" algn="l" defTabSz="111099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8056" lvl="5" indent="-340100" algn="l" defTabSz="1088319"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2132592690"/>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1" y="1972132"/>
            <a:ext cx="5435592" cy="4163389"/>
          </a:xfrm>
        </p:spPr>
        <p:txBody>
          <a:bodyPr>
            <a:noAutofit/>
          </a:bodyPr>
          <a:lstStyle>
            <a:lvl1pPr marL="0" indent="0">
              <a:buNone/>
              <a:defRPr>
                <a:latin typeface="Arial" pitchFamily="34" charset="0"/>
                <a:cs typeface="Arial" pitchFamily="34" charset="0"/>
              </a:defRPr>
            </a:lvl1pPr>
          </a:lstStyle>
          <a:p>
            <a:r>
              <a:rPr lang="en-US"/>
              <a:t>Click icon to add picture</a:t>
            </a:r>
            <a:endParaRPr lang="en-US" dirty="0"/>
          </a:p>
        </p:txBody>
      </p:sp>
      <p:sp>
        <p:nvSpPr>
          <p:cNvPr id="18" name="Text Placeholder 4"/>
          <p:cNvSpPr>
            <a:spLocks noGrp="1"/>
          </p:cNvSpPr>
          <p:nvPr>
            <p:ph type="body" sz="quarter" idx="19" hasCustomPrompt="1"/>
          </p:nvPr>
        </p:nvSpPr>
        <p:spPr bwMode="gray">
          <a:xfrm>
            <a:off x="6449080" y="1972132"/>
            <a:ext cx="5126679" cy="1615827"/>
          </a:xfrm>
          <a:ln>
            <a:noFill/>
          </a:ln>
        </p:spPr>
        <p:txBody>
          <a:bodyPr wrap="square" lIns="0" tIns="0" rIns="0" bIns="0">
            <a:spAutoFit/>
          </a:bodyPr>
          <a:lstStyle>
            <a:lvl1pPr>
              <a:spcBef>
                <a:spcPts val="0"/>
              </a:spcBef>
              <a:spcAft>
                <a:spcPts val="0"/>
              </a:spcAft>
              <a:defRPr lang="en-US" sz="21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00" b="0" kern="1200" baseline="0" dirty="0" smtClean="0">
                <a:solidFill>
                  <a:schemeClr val="tx1"/>
                </a:solidFill>
                <a:latin typeface="+mn-lt"/>
                <a:ea typeface="+mn-ea"/>
                <a:cs typeface="Arial" pitchFamily="34" charset="0"/>
              </a:defRPr>
            </a:lvl2pPr>
            <a:lvl3pPr>
              <a:spcBef>
                <a:spcPts val="0"/>
              </a:spcBef>
              <a:spcAft>
                <a:spcPts val="0"/>
              </a:spcAft>
              <a:defRPr lang="en-US" sz="21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00" b="0" kern="1200" baseline="0" dirty="0" smtClean="0">
                <a:solidFill>
                  <a:schemeClr val="tx1"/>
                </a:solidFill>
                <a:latin typeface="Arial" pitchFamily="34" charset="0"/>
                <a:ea typeface="+mn-ea"/>
                <a:cs typeface="Arial" pitchFamily="34" charset="0"/>
              </a:defRPr>
            </a:lvl5pPr>
            <a:lvl6pPr marL="1360399" indent="-277749">
              <a:spcBef>
                <a:spcPts val="0"/>
              </a:spcBef>
              <a:spcAft>
                <a:spcPts val="0"/>
              </a:spcAft>
              <a:buSzPct val="70000"/>
              <a:defRPr lang="en-US" sz="2100" kern="1200" dirty="0" smtClean="0">
                <a:solidFill>
                  <a:schemeClr val="tx1"/>
                </a:solidFill>
                <a:latin typeface="Arial" pitchFamily="34" charset="0"/>
                <a:ea typeface="+mn-ea"/>
                <a:cs typeface="Arial" pitchFamily="34" charset="0"/>
              </a:defRPr>
            </a:lvl6pPr>
            <a:lvl7pPr marL="1632478" indent="-272080">
              <a:spcBef>
                <a:spcPts val="0"/>
              </a:spcBef>
              <a:spcAft>
                <a:spcPts val="0"/>
              </a:spcAft>
              <a:buSzPct val="70000"/>
              <a:buFont typeface="Arial" pitchFamily="34" charset="0"/>
              <a:buChar char="–"/>
              <a:defRPr sz="2100" baseline="0">
                <a:latin typeface="+mj-lt"/>
              </a:defRPr>
            </a:lvl7pPr>
            <a:lvl8pPr marL="1904558" indent="-272080">
              <a:spcBef>
                <a:spcPts val="0"/>
              </a:spcBef>
              <a:spcAft>
                <a:spcPts val="0"/>
              </a:spcAft>
              <a:buSzPct val="70000"/>
              <a:defRPr sz="2100" baseline="0">
                <a:latin typeface="+mj-lt"/>
              </a:defRPr>
            </a:lvl8pPr>
            <a:lvl9pPr marL="2170970" indent="-266412">
              <a:spcBef>
                <a:spcPts val="0"/>
              </a:spcBef>
              <a:spcAft>
                <a:spcPts val="0"/>
              </a:spcAft>
              <a:buSzPct val="70000"/>
              <a:buFont typeface="Arial" pitchFamily="34" charset="0"/>
              <a:buChar char="–"/>
              <a:defRPr sz="2100">
                <a:latin typeface="+mj-lt"/>
              </a:defRPr>
            </a:lvl9pPr>
          </a:lstStyle>
          <a:p>
            <a:pPr marL="345769" lvl="0" indent="-345769" algn="l" defTabSz="1088319"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0199" lvl="2" indent="-332542" algn="l" defTabSz="1088319"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2741" lvl="3" indent="-332542" algn="l" defTabSz="1088319"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52841" lvl="4" indent="-340100" algn="l" defTabSz="111099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8056" lvl="5" indent="-340100" algn="l" defTabSz="1088319"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099" y="727244"/>
            <a:ext cx="10964283" cy="4001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600" b="1" kern="1200" dirty="0">
                <a:solidFill>
                  <a:schemeClr val="tx2"/>
                </a:solidFill>
                <a:latin typeface="Arial" pitchFamily="34" charset="0"/>
                <a:ea typeface="+mj-ea"/>
                <a:cs typeface="Arial" pitchFamily="34" charset="0"/>
              </a:defRPr>
            </a:lvl1pPr>
          </a:lstStyle>
          <a:p>
            <a:pPr lvl="0" algn="l" defTabSz="1088319"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099" y="1270747"/>
            <a:ext cx="10962167" cy="292388"/>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463229791"/>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641101" y="2467547"/>
            <a:ext cx="5243051" cy="1461939"/>
          </a:xfrm>
          <a:ln>
            <a:noFill/>
          </a:ln>
        </p:spPr>
        <p:txBody>
          <a:bodyPr wrap="square" lIns="0" tIns="0" rIns="0" bIns="0">
            <a:spAutoFit/>
          </a:bodyPr>
          <a:lstStyle>
            <a:lvl1pPr>
              <a:spcBef>
                <a:spcPts val="0"/>
              </a:spcBef>
              <a:spcAft>
                <a:spcPts val="0"/>
              </a:spcAft>
              <a:defRPr lang="en-US" sz="19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00" b="0" kern="1200" baseline="0" dirty="0" smtClean="0">
                <a:solidFill>
                  <a:schemeClr val="tx1"/>
                </a:solidFill>
                <a:latin typeface="+mn-lt"/>
                <a:ea typeface="+mn-ea"/>
                <a:cs typeface="Arial" pitchFamily="34" charset="0"/>
              </a:defRPr>
            </a:lvl2pPr>
            <a:lvl3pPr>
              <a:spcBef>
                <a:spcPts val="0"/>
              </a:spcBef>
              <a:spcAft>
                <a:spcPts val="0"/>
              </a:spcAft>
              <a:defRPr lang="en-US" sz="19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9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900" b="0" kern="1200" baseline="0" dirty="0" smtClean="0">
                <a:solidFill>
                  <a:schemeClr val="tx1"/>
                </a:solidFill>
                <a:latin typeface="Arial" pitchFamily="34" charset="0"/>
                <a:ea typeface="+mn-ea"/>
                <a:cs typeface="Arial" pitchFamily="34" charset="0"/>
              </a:defRPr>
            </a:lvl5pPr>
            <a:lvl6pPr marL="1360399" indent="-277749">
              <a:spcBef>
                <a:spcPts val="0"/>
              </a:spcBef>
              <a:spcAft>
                <a:spcPts val="0"/>
              </a:spcAft>
              <a:buSzPct val="70000"/>
              <a:defRPr lang="en-US" sz="1900" kern="1200" dirty="0" smtClean="0">
                <a:solidFill>
                  <a:schemeClr val="tx1"/>
                </a:solidFill>
                <a:latin typeface="Arial" pitchFamily="34" charset="0"/>
                <a:ea typeface="+mn-ea"/>
                <a:cs typeface="Arial" pitchFamily="34" charset="0"/>
              </a:defRPr>
            </a:lvl6pPr>
            <a:lvl7pPr marL="1632478" indent="-272080">
              <a:spcBef>
                <a:spcPts val="0"/>
              </a:spcBef>
              <a:spcAft>
                <a:spcPts val="0"/>
              </a:spcAft>
              <a:buSzPct val="70000"/>
              <a:buFont typeface="Arial" pitchFamily="34" charset="0"/>
              <a:buChar char="–"/>
              <a:defRPr sz="2100" baseline="0">
                <a:latin typeface="+mj-lt"/>
              </a:defRPr>
            </a:lvl7pPr>
            <a:lvl8pPr marL="1904558" indent="-272080">
              <a:spcBef>
                <a:spcPts val="0"/>
              </a:spcBef>
              <a:spcAft>
                <a:spcPts val="0"/>
              </a:spcAft>
              <a:buSzPct val="70000"/>
              <a:defRPr sz="2100" baseline="0">
                <a:latin typeface="+mj-lt"/>
              </a:defRPr>
            </a:lvl8pPr>
            <a:lvl9pPr marL="2170970" indent="-266412">
              <a:spcBef>
                <a:spcPts val="0"/>
              </a:spcBef>
              <a:spcAft>
                <a:spcPts val="0"/>
              </a:spcAft>
              <a:buSzPct val="70000"/>
              <a:buFont typeface="Arial" pitchFamily="34" charset="0"/>
              <a:buChar char="–"/>
              <a:defRPr sz="2100">
                <a:latin typeface="+mj-lt"/>
              </a:defRPr>
            </a:lvl9pPr>
          </a:lstStyle>
          <a:p>
            <a:pPr marL="345769" lvl="0" indent="-345769" algn="l" defTabSz="1088319"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0199" lvl="2" indent="-332542" algn="l" defTabSz="1088319"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2741" lvl="3" indent="-332542" algn="l" defTabSz="1088319"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52841" lvl="4" indent="-340100" algn="l" defTabSz="111099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8056" lvl="5" indent="-340100" algn="l" defTabSz="1088319"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
          <p:cNvSpPr>
            <a:spLocks noGrp="1"/>
          </p:cNvSpPr>
          <p:nvPr>
            <p:ph type="body" sz="quarter" idx="11" hasCustomPrompt="1"/>
          </p:nvPr>
        </p:nvSpPr>
        <p:spPr bwMode="gray">
          <a:xfrm>
            <a:off x="6362332" y="2467547"/>
            <a:ext cx="5243051" cy="1461939"/>
          </a:xfrm>
          <a:ln>
            <a:noFill/>
          </a:ln>
        </p:spPr>
        <p:txBody>
          <a:bodyPr wrap="square" lIns="0" tIns="0" rIns="0" bIns="0">
            <a:spAutoFit/>
          </a:bodyPr>
          <a:lstStyle>
            <a:lvl1pPr>
              <a:spcBef>
                <a:spcPts val="0"/>
              </a:spcBef>
              <a:spcAft>
                <a:spcPts val="0"/>
              </a:spcAft>
              <a:defRPr lang="en-US" sz="19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00" b="0" kern="1200" baseline="0" dirty="0" smtClean="0">
                <a:solidFill>
                  <a:schemeClr val="tx1"/>
                </a:solidFill>
                <a:latin typeface="+mn-lt"/>
                <a:ea typeface="+mn-ea"/>
                <a:cs typeface="Arial" pitchFamily="34" charset="0"/>
              </a:defRPr>
            </a:lvl2pPr>
            <a:lvl3pPr>
              <a:spcBef>
                <a:spcPts val="0"/>
              </a:spcBef>
              <a:spcAft>
                <a:spcPts val="0"/>
              </a:spcAft>
              <a:defRPr lang="en-US" sz="19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9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900" b="0" kern="1200" baseline="0" dirty="0" smtClean="0">
                <a:solidFill>
                  <a:schemeClr val="tx1"/>
                </a:solidFill>
                <a:latin typeface="Arial" pitchFamily="34" charset="0"/>
                <a:ea typeface="+mn-ea"/>
                <a:cs typeface="Arial" pitchFamily="34" charset="0"/>
              </a:defRPr>
            </a:lvl5pPr>
            <a:lvl6pPr marL="1360399" indent="-277749">
              <a:spcBef>
                <a:spcPts val="0"/>
              </a:spcBef>
              <a:spcAft>
                <a:spcPts val="0"/>
              </a:spcAft>
              <a:buSzPct val="70000"/>
              <a:defRPr lang="en-US" sz="1900" kern="1200" dirty="0" smtClean="0">
                <a:solidFill>
                  <a:schemeClr val="tx1"/>
                </a:solidFill>
                <a:latin typeface="Arial" pitchFamily="34" charset="0"/>
                <a:ea typeface="+mn-ea"/>
                <a:cs typeface="Arial" pitchFamily="34" charset="0"/>
              </a:defRPr>
            </a:lvl6pPr>
            <a:lvl7pPr marL="1632478" indent="-272080">
              <a:spcBef>
                <a:spcPts val="0"/>
              </a:spcBef>
              <a:spcAft>
                <a:spcPts val="0"/>
              </a:spcAft>
              <a:buSzPct val="70000"/>
              <a:buFont typeface="Arial" pitchFamily="34" charset="0"/>
              <a:buChar char="–"/>
              <a:defRPr sz="2100" baseline="0">
                <a:latin typeface="+mj-lt"/>
              </a:defRPr>
            </a:lvl7pPr>
            <a:lvl8pPr marL="1904558" indent="-272080">
              <a:spcBef>
                <a:spcPts val="0"/>
              </a:spcBef>
              <a:spcAft>
                <a:spcPts val="0"/>
              </a:spcAft>
              <a:buSzPct val="70000"/>
              <a:defRPr sz="2100" baseline="0">
                <a:latin typeface="+mj-lt"/>
              </a:defRPr>
            </a:lvl8pPr>
            <a:lvl9pPr marL="2170970" indent="-266412">
              <a:spcBef>
                <a:spcPts val="0"/>
              </a:spcBef>
              <a:spcAft>
                <a:spcPts val="0"/>
              </a:spcAft>
              <a:buSzPct val="70000"/>
              <a:buFont typeface="Arial" pitchFamily="34" charset="0"/>
              <a:buChar char="–"/>
              <a:defRPr sz="2100">
                <a:latin typeface="+mj-lt"/>
              </a:defRPr>
            </a:lvl9pPr>
          </a:lstStyle>
          <a:p>
            <a:pPr marL="345769" lvl="0" indent="-345769" algn="l" defTabSz="1088319"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0199" lvl="2" indent="-332542" algn="l" defTabSz="1088319"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2741" lvl="3" indent="-332542" algn="l" defTabSz="1088319"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52841" lvl="4" indent="-340100" algn="l" defTabSz="111099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8056" lvl="5" indent="-340100" algn="l" defTabSz="1088319"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ext Placeholder 4"/>
          <p:cNvSpPr>
            <a:spLocks noGrp="1"/>
          </p:cNvSpPr>
          <p:nvPr>
            <p:ph type="body" sz="quarter" idx="12" hasCustomPrompt="1"/>
          </p:nvPr>
        </p:nvSpPr>
        <p:spPr bwMode="gray">
          <a:xfrm>
            <a:off x="641101" y="1935194"/>
            <a:ext cx="5243051" cy="323165"/>
          </a:xfrm>
          <a:noFill/>
          <a:ln>
            <a:noFill/>
          </a:ln>
        </p:spPr>
        <p:txBody>
          <a:bodyPr wrap="square" lIns="0" tIns="0" rIns="0" bIns="0" anchor="b" anchorCtr="0">
            <a:spAutoFit/>
          </a:bodyPr>
          <a:lstStyle>
            <a:lvl1pPr marL="0" indent="0">
              <a:spcBef>
                <a:spcPts val="0"/>
              </a:spcBef>
              <a:spcAft>
                <a:spcPts val="0"/>
              </a:spcAft>
              <a:buNone/>
              <a:defRPr sz="2100" b="1">
                <a:solidFill>
                  <a:schemeClr val="bg2"/>
                </a:solidFill>
                <a:latin typeface="Arial" pitchFamily="34" charset="0"/>
                <a:cs typeface="Arial" pitchFamily="34" charset="0"/>
              </a:defRPr>
            </a:lvl1pPr>
            <a:lvl2pPr>
              <a:spcBef>
                <a:spcPts val="0"/>
              </a:spcBef>
              <a:spcAft>
                <a:spcPts val="0"/>
              </a:spcAft>
              <a:defRPr sz="2100">
                <a:latin typeface="+mj-lt"/>
              </a:defRPr>
            </a:lvl2pPr>
            <a:lvl3pPr>
              <a:spcBef>
                <a:spcPts val="0"/>
              </a:spcBef>
              <a:spcAft>
                <a:spcPts val="0"/>
              </a:spcAft>
              <a:defRPr sz="2100">
                <a:latin typeface="+mj-lt"/>
              </a:defRPr>
            </a:lvl3pPr>
            <a:lvl4pPr>
              <a:spcBef>
                <a:spcPts val="0"/>
              </a:spcBef>
              <a:spcAft>
                <a:spcPts val="0"/>
              </a:spcAft>
              <a:defRPr sz="2100">
                <a:latin typeface="+mj-lt"/>
              </a:defRPr>
            </a:lvl4pPr>
            <a:lvl5pPr>
              <a:spcBef>
                <a:spcPts val="0"/>
              </a:spcBef>
              <a:spcAft>
                <a:spcPts val="0"/>
              </a:spcAft>
              <a:defRPr sz="2100">
                <a:latin typeface="+mj-lt"/>
              </a:defRPr>
            </a:lvl5pPr>
            <a:lvl6pPr marL="1360399" indent="-277749">
              <a:spcBef>
                <a:spcPts val="0"/>
              </a:spcBef>
              <a:spcAft>
                <a:spcPts val="0"/>
              </a:spcAft>
              <a:buSzPct val="70000"/>
              <a:defRPr sz="2100">
                <a:latin typeface="+mj-lt"/>
              </a:defRPr>
            </a:lvl6pPr>
            <a:lvl7pPr marL="1632478" indent="-272080">
              <a:spcBef>
                <a:spcPts val="0"/>
              </a:spcBef>
              <a:spcAft>
                <a:spcPts val="0"/>
              </a:spcAft>
              <a:buSzPct val="70000"/>
              <a:buFont typeface="Arial" pitchFamily="34" charset="0"/>
              <a:buChar char="–"/>
              <a:defRPr sz="2100" baseline="0">
                <a:latin typeface="+mj-lt"/>
              </a:defRPr>
            </a:lvl7pPr>
            <a:lvl8pPr marL="1904558" indent="-272080">
              <a:spcBef>
                <a:spcPts val="0"/>
              </a:spcBef>
              <a:spcAft>
                <a:spcPts val="0"/>
              </a:spcAft>
              <a:buSzPct val="70000"/>
              <a:defRPr sz="2100" baseline="0">
                <a:latin typeface="+mj-lt"/>
              </a:defRPr>
            </a:lvl8pPr>
            <a:lvl9pPr marL="2170970" indent="-266412">
              <a:spcBef>
                <a:spcPts val="0"/>
              </a:spcBef>
              <a:spcAft>
                <a:spcPts val="0"/>
              </a:spcAft>
              <a:buSzPct val="70000"/>
              <a:buFont typeface="Arial" pitchFamily="34" charset="0"/>
              <a:buChar char="–"/>
              <a:defRPr sz="2100">
                <a:latin typeface="+mj-lt"/>
              </a:defRPr>
            </a:lvl9pPr>
          </a:lstStyle>
          <a:p>
            <a:pPr lvl="0"/>
            <a:r>
              <a:rPr lang="en-US" dirty="0"/>
              <a:t>Heading 1</a:t>
            </a:r>
          </a:p>
        </p:txBody>
      </p:sp>
      <p:sp>
        <p:nvSpPr>
          <p:cNvPr id="6" name="Text Placeholder 4"/>
          <p:cNvSpPr>
            <a:spLocks noGrp="1"/>
          </p:cNvSpPr>
          <p:nvPr>
            <p:ph type="body" sz="quarter" idx="13" hasCustomPrompt="1"/>
          </p:nvPr>
        </p:nvSpPr>
        <p:spPr bwMode="gray">
          <a:xfrm>
            <a:off x="6362332" y="1935194"/>
            <a:ext cx="5243051" cy="323165"/>
          </a:xfrm>
          <a:noFill/>
          <a:ln>
            <a:noFill/>
          </a:ln>
        </p:spPr>
        <p:txBody>
          <a:bodyPr wrap="square" lIns="0" tIns="0" rIns="0" bIns="0" anchor="b" anchorCtr="0">
            <a:spAutoFit/>
          </a:bodyPr>
          <a:lstStyle>
            <a:lvl1pPr marL="0" indent="0">
              <a:spcBef>
                <a:spcPts val="0"/>
              </a:spcBef>
              <a:spcAft>
                <a:spcPts val="0"/>
              </a:spcAft>
              <a:buNone/>
              <a:defRPr sz="2100" b="1">
                <a:solidFill>
                  <a:schemeClr val="bg2"/>
                </a:solidFill>
                <a:latin typeface="Arial" pitchFamily="34" charset="0"/>
                <a:cs typeface="Arial" pitchFamily="34" charset="0"/>
              </a:defRPr>
            </a:lvl1pPr>
            <a:lvl2pPr>
              <a:spcBef>
                <a:spcPts val="0"/>
              </a:spcBef>
              <a:spcAft>
                <a:spcPts val="0"/>
              </a:spcAft>
              <a:defRPr sz="2100">
                <a:latin typeface="+mj-lt"/>
              </a:defRPr>
            </a:lvl2pPr>
            <a:lvl3pPr>
              <a:spcBef>
                <a:spcPts val="0"/>
              </a:spcBef>
              <a:spcAft>
                <a:spcPts val="0"/>
              </a:spcAft>
              <a:defRPr sz="2100">
                <a:latin typeface="+mj-lt"/>
              </a:defRPr>
            </a:lvl3pPr>
            <a:lvl4pPr>
              <a:spcBef>
                <a:spcPts val="0"/>
              </a:spcBef>
              <a:spcAft>
                <a:spcPts val="0"/>
              </a:spcAft>
              <a:defRPr sz="2100">
                <a:latin typeface="+mj-lt"/>
              </a:defRPr>
            </a:lvl4pPr>
            <a:lvl5pPr>
              <a:spcBef>
                <a:spcPts val="0"/>
              </a:spcBef>
              <a:spcAft>
                <a:spcPts val="0"/>
              </a:spcAft>
              <a:defRPr sz="2100">
                <a:latin typeface="+mj-lt"/>
              </a:defRPr>
            </a:lvl5pPr>
            <a:lvl6pPr marL="1360399" indent="-277749">
              <a:spcBef>
                <a:spcPts val="0"/>
              </a:spcBef>
              <a:spcAft>
                <a:spcPts val="0"/>
              </a:spcAft>
              <a:buSzPct val="70000"/>
              <a:defRPr sz="2100">
                <a:latin typeface="+mj-lt"/>
              </a:defRPr>
            </a:lvl6pPr>
            <a:lvl7pPr marL="1632478" indent="-272080">
              <a:spcBef>
                <a:spcPts val="0"/>
              </a:spcBef>
              <a:spcAft>
                <a:spcPts val="0"/>
              </a:spcAft>
              <a:buSzPct val="70000"/>
              <a:buFont typeface="Arial" pitchFamily="34" charset="0"/>
              <a:buChar char="–"/>
              <a:defRPr sz="2100" baseline="0">
                <a:latin typeface="+mj-lt"/>
              </a:defRPr>
            </a:lvl7pPr>
            <a:lvl8pPr marL="1904558" indent="-272080">
              <a:spcBef>
                <a:spcPts val="0"/>
              </a:spcBef>
              <a:spcAft>
                <a:spcPts val="0"/>
              </a:spcAft>
              <a:buSzPct val="70000"/>
              <a:defRPr sz="2100" baseline="0">
                <a:latin typeface="+mj-lt"/>
              </a:defRPr>
            </a:lvl8pPr>
            <a:lvl9pPr marL="2170970" indent="-266412">
              <a:spcBef>
                <a:spcPts val="0"/>
              </a:spcBef>
              <a:spcAft>
                <a:spcPts val="0"/>
              </a:spcAft>
              <a:buSzPct val="70000"/>
              <a:buFont typeface="Arial" pitchFamily="34" charset="0"/>
              <a:buChar char="–"/>
              <a:defRPr sz="2100">
                <a:latin typeface="+mj-lt"/>
              </a:defRPr>
            </a:lvl9pPr>
          </a:lstStyle>
          <a:p>
            <a:pPr lvl="0"/>
            <a:r>
              <a:rPr lang="en-US" dirty="0"/>
              <a:t>Heading 2</a:t>
            </a:r>
          </a:p>
        </p:txBody>
      </p:sp>
      <p:cxnSp>
        <p:nvCxnSpPr>
          <p:cNvPr id="8" name="Straight Connector 7"/>
          <p:cNvCxnSpPr/>
          <p:nvPr/>
        </p:nvCxnSpPr>
        <p:spPr bwMode="gray">
          <a:xfrm>
            <a:off x="641100"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gray">
          <a:xfrm>
            <a:off x="6362331"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641099" y="727244"/>
            <a:ext cx="10964283" cy="4001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600" b="1" kern="1200" dirty="0">
                <a:solidFill>
                  <a:schemeClr val="tx2"/>
                </a:solidFill>
                <a:latin typeface="Arial" pitchFamily="34" charset="0"/>
                <a:ea typeface="+mj-ea"/>
                <a:cs typeface="Arial" pitchFamily="34" charset="0"/>
              </a:defRPr>
            </a:lvl1pPr>
          </a:lstStyle>
          <a:p>
            <a:pPr lvl="0" algn="l" defTabSz="1088319" rtl="0" eaLnBrk="1" fontAlgn="base" latinLnBrk="0" hangingPunct="1">
              <a:spcBef>
                <a:spcPct val="0"/>
              </a:spcBef>
              <a:spcAft>
                <a:spcPct val="0"/>
              </a:spcAft>
              <a:buNone/>
            </a:pPr>
            <a:r>
              <a:rPr lang="en-US"/>
              <a:t>Click to edit Master title style</a:t>
            </a:r>
            <a:endParaRPr lang="en-US" dirty="0"/>
          </a:p>
        </p:txBody>
      </p:sp>
      <p:sp>
        <p:nvSpPr>
          <p:cNvPr id="15" name="Text Placeholder 41"/>
          <p:cNvSpPr>
            <a:spLocks noGrp="1"/>
          </p:cNvSpPr>
          <p:nvPr>
            <p:ph type="body" sz="quarter" idx="14"/>
          </p:nvPr>
        </p:nvSpPr>
        <p:spPr bwMode="gray">
          <a:xfrm>
            <a:off x="641099" y="1270747"/>
            <a:ext cx="10962167" cy="292388"/>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61777177"/>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preserve="1">
  <p:cSld name="1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641099" y="727244"/>
            <a:ext cx="10964283" cy="4001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600" b="1" kern="1200" dirty="0">
                <a:solidFill>
                  <a:schemeClr val="tx2"/>
                </a:solidFill>
                <a:latin typeface="Arial" pitchFamily="34" charset="0"/>
                <a:ea typeface="+mj-ea"/>
                <a:cs typeface="Arial" pitchFamily="34" charset="0"/>
              </a:defRPr>
            </a:lvl1pPr>
          </a:lstStyle>
          <a:p>
            <a:pPr lvl="0" algn="l" defTabSz="1088319" rtl="0" eaLnBrk="1" fontAlgn="base" latinLnBrk="0" hangingPunct="1">
              <a:spcBef>
                <a:spcPct val="0"/>
              </a:spcBef>
              <a:spcAft>
                <a:spcPct val="0"/>
              </a:spcAft>
              <a:buNone/>
            </a:pPr>
            <a:r>
              <a:rPr lang="en-US"/>
              <a:t>Click to edit Master title style</a:t>
            </a:r>
            <a:endParaRPr lang="en-US" dirty="0"/>
          </a:p>
        </p:txBody>
      </p:sp>
      <p:sp>
        <p:nvSpPr>
          <p:cNvPr id="17" name="Text Placeholder 4"/>
          <p:cNvSpPr>
            <a:spLocks noGrp="1"/>
          </p:cNvSpPr>
          <p:nvPr>
            <p:ph type="body" sz="quarter" idx="10" hasCustomPrompt="1"/>
          </p:nvPr>
        </p:nvSpPr>
        <p:spPr bwMode="gray">
          <a:xfrm>
            <a:off x="641101" y="2467547"/>
            <a:ext cx="5243051" cy="1461939"/>
          </a:xfrm>
          <a:ln>
            <a:noFill/>
          </a:ln>
        </p:spPr>
        <p:txBody>
          <a:bodyPr wrap="square" lIns="0" tIns="0" rIns="0" bIns="0">
            <a:spAutoFit/>
          </a:bodyPr>
          <a:lstStyle>
            <a:lvl1pPr>
              <a:spcBef>
                <a:spcPts val="0"/>
              </a:spcBef>
              <a:spcAft>
                <a:spcPts val="0"/>
              </a:spcAft>
              <a:defRPr lang="en-US" sz="19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00" b="0" kern="1200" baseline="0" dirty="0" smtClean="0">
                <a:solidFill>
                  <a:schemeClr val="tx1"/>
                </a:solidFill>
                <a:latin typeface="+mn-lt"/>
                <a:ea typeface="+mn-ea"/>
                <a:cs typeface="Arial" pitchFamily="34" charset="0"/>
              </a:defRPr>
            </a:lvl2pPr>
            <a:lvl3pPr>
              <a:spcBef>
                <a:spcPts val="0"/>
              </a:spcBef>
              <a:spcAft>
                <a:spcPts val="0"/>
              </a:spcAft>
              <a:defRPr lang="en-US" sz="19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9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900" b="0" kern="1200" baseline="0" dirty="0" smtClean="0">
                <a:solidFill>
                  <a:schemeClr val="tx1"/>
                </a:solidFill>
                <a:latin typeface="Arial" pitchFamily="34" charset="0"/>
                <a:ea typeface="+mn-ea"/>
                <a:cs typeface="Arial" pitchFamily="34" charset="0"/>
              </a:defRPr>
            </a:lvl5pPr>
            <a:lvl6pPr marL="1360399" indent="-277749">
              <a:spcBef>
                <a:spcPts val="0"/>
              </a:spcBef>
              <a:spcAft>
                <a:spcPts val="0"/>
              </a:spcAft>
              <a:buSzPct val="70000"/>
              <a:defRPr lang="en-US" sz="1900" kern="1200" dirty="0" smtClean="0">
                <a:solidFill>
                  <a:schemeClr val="tx1"/>
                </a:solidFill>
                <a:latin typeface="Arial" pitchFamily="34" charset="0"/>
                <a:ea typeface="+mn-ea"/>
                <a:cs typeface="Arial" pitchFamily="34" charset="0"/>
              </a:defRPr>
            </a:lvl6pPr>
            <a:lvl7pPr marL="1632478" indent="-272080">
              <a:spcBef>
                <a:spcPts val="0"/>
              </a:spcBef>
              <a:spcAft>
                <a:spcPts val="0"/>
              </a:spcAft>
              <a:buSzPct val="70000"/>
              <a:buFont typeface="Arial" pitchFamily="34" charset="0"/>
              <a:buChar char="–"/>
              <a:defRPr sz="2100" baseline="0">
                <a:latin typeface="+mj-lt"/>
              </a:defRPr>
            </a:lvl7pPr>
            <a:lvl8pPr marL="1904558" indent="-272080">
              <a:spcBef>
                <a:spcPts val="0"/>
              </a:spcBef>
              <a:spcAft>
                <a:spcPts val="0"/>
              </a:spcAft>
              <a:buSzPct val="70000"/>
              <a:defRPr sz="2100" baseline="0">
                <a:latin typeface="+mj-lt"/>
              </a:defRPr>
            </a:lvl8pPr>
            <a:lvl9pPr marL="2170970" indent="-266412">
              <a:spcBef>
                <a:spcPts val="0"/>
              </a:spcBef>
              <a:spcAft>
                <a:spcPts val="0"/>
              </a:spcAft>
              <a:buSzPct val="70000"/>
              <a:buFont typeface="Arial" pitchFamily="34" charset="0"/>
              <a:buChar char="–"/>
              <a:defRPr sz="2100">
                <a:latin typeface="+mj-lt"/>
              </a:defRPr>
            </a:lvl9pPr>
          </a:lstStyle>
          <a:p>
            <a:pPr marL="345769" lvl="0" indent="-345769" algn="l" defTabSz="1088319"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0199" lvl="2" indent="-332542" algn="l" defTabSz="1088319"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2741" lvl="3" indent="-332542" algn="l" defTabSz="1088319"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52841" lvl="4" indent="-340100" algn="l" defTabSz="111099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8056" lvl="5" indent="-340100" algn="l" defTabSz="1088319"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18" name="Text Placeholder 4"/>
          <p:cNvSpPr>
            <a:spLocks noGrp="1"/>
          </p:cNvSpPr>
          <p:nvPr>
            <p:ph type="body" sz="quarter" idx="11" hasCustomPrompt="1"/>
          </p:nvPr>
        </p:nvSpPr>
        <p:spPr bwMode="gray">
          <a:xfrm>
            <a:off x="6362332" y="2467547"/>
            <a:ext cx="5243051" cy="1461939"/>
          </a:xfrm>
          <a:ln>
            <a:noFill/>
          </a:ln>
        </p:spPr>
        <p:txBody>
          <a:bodyPr wrap="square" lIns="0" tIns="0" rIns="0" bIns="0">
            <a:spAutoFit/>
          </a:bodyPr>
          <a:lstStyle>
            <a:lvl1pPr>
              <a:spcBef>
                <a:spcPts val="0"/>
              </a:spcBef>
              <a:spcAft>
                <a:spcPts val="0"/>
              </a:spcAft>
              <a:defRPr lang="en-US" sz="19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00" b="0" kern="1200" baseline="0" dirty="0" smtClean="0">
                <a:solidFill>
                  <a:schemeClr val="tx1"/>
                </a:solidFill>
                <a:latin typeface="+mn-lt"/>
                <a:ea typeface="+mn-ea"/>
                <a:cs typeface="Arial" pitchFamily="34" charset="0"/>
              </a:defRPr>
            </a:lvl2pPr>
            <a:lvl3pPr>
              <a:spcBef>
                <a:spcPts val="0"/>
              </a:spcBef>
              <a:spcAft>
                <a:spcPts val="0"/>
              </a:spcAft>
              <a:defRPr lang="en-US" sz="19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9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900" b="0" kern="1200" baseline="0" dirty="0" smtClean="0">
                <a:solidFill>
                  <a:schemeClr val="tx1"/>
                </a:solidFill>
                <a:latin typeface="Arial" pitchFamily="34" charset="0"/>
                <a:ea typeface="+mn-ea"/>
                <a:cs typeface="Arial" pitchFamily="34" charset="0"/>
              </a:defRPr>
            </a:lvl5pPr>
            <a:lvl6pPr marL="1360399" indent="-277749">
              <a:spcBef>
                <a:spcPts val="0"/>
              </a:spcBef>
              <a:spcAft>
                <a:spcPts val="0"/>
              </a:spcAft>
              <a:buSzPct val="70000"/>
              <a:defRPr lang="en-US" sz="1900" kern="1200" dirty="0" smtClean="0">
                <a:solidFill>
                  <a:schemeClr val="tx1"/>
                </a:solidFill>
                <a:latin typeface="Arial" pitchFamily="34" charset="0"/>
                <a:ea typeface="+mn-ea"/>
                <a:cs typeface="Arial" pitchFamily="34" charset="0"/>
              </a:defRPr>
            </a:lvl6pPr>
            <a:lvl7pPr marL="1632478" indent="-272080">
              <a:spcBef>
                <a:spcPts val="0"/>
              </a:spcBef>
              <a:spcAft>
                <a:spcPts val="0"/>
              </a:spcAft>
              <a:buSzPct val="70000"/>
              <a:buFont typeface="Arial" pitchFamily="34" charset="0"/>
              <a:buChar char="–"/>
              <a:defRPr sz="2100" baseline="0">
                <a:latin typeface="+mj-lt"/>
              </a:defRPr>
            </a:lvl7pPr>
            <a:lvl8pPr marL="1904558" indent="-272080">
              <a:spcBef>
                <a:spcPts val="0"/>
              </a:spcBef>
              <a:spcAft>
                <a:spcPts val="0"/>
              </a:spcAft>
              <a:buSzPct val="70000"/>
              <a:defRPr sz="2100" baseline="0">
                <a:latin typeface="+mj-lt"/>
              </a:defRPr>
            </a:lvl8pPr>
            <a:lvl9pPr marL="2170970" indent="-266412">
              <a:spcBef>
                <a:spcPts val="0"/>
              </a:spcBef>
              <a:spcAft>
                <a:spcPts val="0"/>
              </a:spcAft>
              <a:buSzPct val="70000"/>
              <a:buFont typeface="Arial" pitchFamily="34" charset="0"/>
              <a:buChar char="–"/>
              <a:defRPr sz="2100">
                <a:latin typeface="+mj-lt"/>
              </a:defRPr>
            </a:lvl9pPr>
          </a:lstStyle>
          <a:p>
            <a:pPr marL="345769" lvl="0" indent="-345769" algn="l" defTabSz="1088319"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0199" lvl="2" indent="-332542" algn="l" defTabSz="1088319"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2741" lvl="3" indent="-332542" algn="l" defTabSz="1088319"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52841" lvl="4" indent="-340100" algn="l" defTabSz="111099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8056" lvl="5" indent="-340100" algn="l" defTabSz="1088319"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1" name="Text Placeholder 4"/>
          <p:cNvSpPr>
            <a:spLocks noGrp="1"/>
          </p:cNvSpPr>
          <p:nvPr>
            <p:ph type="body" sz="quarter" idx="12" hasCustomPrompt="1"/>
          </p:nvPr>
        </p:nvSpPr>
        <p:spPr bwMode="gray">
          <a:xfrm>
            <a:off x="641101" y="1935194"/>
            <a:ext cx="5243051" cy="323165"/>
          </a:xfrm>
          <a:noFill/>
          <a:ln>
            <a:noFill/>
          </a:ln>
        </p:spPr>
        <p:txBody>
          <a:bodyPr wrap="square" lIns="0" tIns="0" rIns="0" bIns="0" anchor="b" anchorCtr="0">
            <a:spAutoFit/>
          </a:bodyPr>
          <a:lstStyle>
            <a:lvl1pPr marL="0" indent="0">
              <a:spcBef>
                <a:spcPts val="0"/>
              </a:spcBef>
              <a:spcAft>
                <a:spcPts val="0"/>
              </a:spcAft>
              <a:buNone/>
              <a:defRPr sz="2100" b="1">
                <a:solidFill>
                  <a:schemeClr val="bg2"/>
                </a:solidFill>
                <a:latin typeface="Arial" pitchFamily="34" charset="0"/>
                <a:cs typeface="Arial" pitchFamily="34" charset="0"/>
              </a:defRPr>
            </a:lvl1pPr>
            <a:lvl2pPr>
              <a:spcBef>
                <a:spcPts val="0"/>
              </a:spcBef>
              <a:spcAft>
                <a:spcPts val="0"/>
              </a:spcAft>
              <a:defRPr sz="2100">
                <a:latin typeface="+mj-lt"/>
              </a:defRPr>
            </a:lvl2pPr>
            <a:lvl3pPr>
              <a:spcBef>
                <a:spcPts val="0"/>
              </a:spcBef>
              <a:spcAft>
                <a:spcPts val="0"/>
              </a:spcAft>
              <a:defRPr sz="2100">
                <a:latin typeface="+mj-lt"/>
              </a:defRPr>
            </a:lvl3pPr>
            <a:lvl4pPr>
              <a:spcBef>
                <a:spcPts val="0"/>
              </a:spcBef>
              <a:spcAft>
                <a:spcPts val="0"/>
              </a:spcAft>
              <a:defRPr sz="2100">
                <a:latin typeface="+mj-lt"/>
              </a:defRPr>
            </a:lvl4pPr>
            <a:lvl5pPr>
              <a:spcBef>
                <a:spcPts val="0"/>
              </a:spcBef>
              <a:spcAft>
                <a:spcPts val="0"/>
              </a:spcAft>
              <a:defRPr sz="2100">
                <a:latin typeface="+mj-lt"/>
              </a:defRPr>
            </a:lvl5pPr>
            <a:lvl6pPr marL="1360399" indent="-277749">
              <a:spcBef>
                <a:spcPts val="0"/>
              </a:spcBef>
              <a:spcAft>
                <a:spcPts val="0"/>
              </a:spcAft>
              <a:buSzPct val="70000"/>
              <a:defRPr sz="2100">
                <a:latin typeface="+mj-lt"/>
              </a:defRPr>
            </a:lvl6pPr>
            <a:lvl7pPr marL="1632478" indent="-272080">
              <a:spcBef>
                <a:spcPts val="0"/>
              </a:spcBef>
              <a:spcAft>
                <a:spcPts val="0"/>
              </a:spcAft>
              <a:buSzPct val="70000"/>
              <a:buFont typeface="Arial" pitchFamily="34" charset="0"/>
              <a:buChar char="–"/>
              <a:defRPr sz="2100" baseline="0">
                <a:latin typeface="+mj-lt"/>
              </a:defRPr>
            </a:lvl7pPr>
            <a:lvl8pPr marL="1904558" indent="-272080">
              <a:spcBef>
                <a:spcPts val="0"/>
              </a:spcBef>
              <a:spcAft>
                <a:spcPts val="0"/>
              </a:spcAft>
              <a:buSzPct val="70000"/>
              <a:defRPr sz="2100" baseline="0">
                <a:latin typeface="+mj-lt"/>
              </a:defRPr>
            </a:lvl8pPr>
            <a:lvl9pPr marL="2170970" indent="-266412">
              <a:spcBef>
                <a:spcPts val="0"/>
              </a:spcBef>
              <a:spcAft>
                <a:spcPts val="0"/>
              </a:spcAft>
              <a:buSzPct val="70000"/>
              <a:buFont typeface="Arial" pitchFamily="34" charset="0"/>
              <a:buChar char="–"/>
              <a:defRPr sz="2100">
                <a:latin typeface="+mj-lt"/>
              </a:defRPr>
            </a:lvl9pPr>
          </a:lstStyle>
          <a:p>
            <a:pPr lvl="0"/>
            <a:r>
              <a:rPr lang="en-US" dirty="0"/>
              <a:t>Heading 1</a:t>
            </a:r>
          </a:p>
        </p:txBody>
      </p:sp>
      <p:sp>
        <p:nvSpPr>
          <p:cNvPr id="32" name="Text Placeholder 4"/>
          <p:cNvSpPr>
            <a:spLocks noGrp="1"/>
          </p:cNvSpPr>
          <p:nvPr>
            <p:ph type="body" sz="quarter" idx="13" hasCustomPrompt="1"/>
          </p:nvPr>
        </p:nvSpPr>
        <p:spPr bwMode="gray">
          <a:xfrm>
            <a:off x="6362332" y="1935194"/>
            <a:ext cx="5243051" cy="323165"/>
          </a:xfrm>
          <a:noFill/>
          <a:ln>
            <a:noFill/>
          </a:ln>
        </p:spPr>
        <p:txBody>
          <a:bodyPr wrap="square" lIns="0" tIns="0" rIns="0" bIns="0" anchor="b" anchorCtr="0">
            <a:spAutoFit/>
          </a:bodyPr>
          <a:lstStyle>
            <a:lvl1pPr marL="0" indent="0">
              <a:spcBef>
                <a:spcPts val="0"/>
              </a:spcBef>
              <a:spcAft>
                <a:spcPts val="0"/>
              </a:spcAft>
              <a:buNone/>
              <a:tabLst/>
              <a:defRPr sz="2100" b="1">
                <a:solidFill>
                  <a:schemeClr val="bg2"/>
                </a:solidFill>
                <a:latin typeface="Arial" pitchFamily="34" charset="0"/>
                <a:cs typeface="Arial" pitchFamily="34" charset="0"/>
              </a:defRPr>
            </a:lvl1pPr>
            <a:lvl2pPr>
              <a:spcBef>
                <a:spcPts val="0"/>
              </a:spcBef>
              <a:spcAft>
                <a:spcPts val="0"/>
              </a:spcAft>
              <a:defRPr sz="2100">
                <a:latin typeface="+mj-lt"/>
              </a:defRPr>
            </a:lvl2pPr>
            <a:lvl3pPr>
              <a:spcBef>
                <a:spcPts val="0"/>
              </a:spcBef>
              <a:spcAft>
                <a:spcPts val="0"/>
              </a:spcAft>
              <a:defRPr sz="2100">
                <a:latin typeface="+mj-lt"/>
              </a:defRPr>
            </a:lvl3pPr>
            <a:lvl4pPr>
              <a:spcBef>
                <a:spcPts val="0"/>
              </a:spcBef>
              <a:spcAft>
                <a:spcPts val="0"/>
              </a:spcAft>
              <a:defRPr sz="2100">
                <a:latin typeface="+mj-lt"/>
              </a:defRPr>
            </a:lvl4pPr>
            <a:lvl5pPr>
              <a:spcBef>
                <a:spcPts val="0"/>
              </a:spcBef>
              <a:spcAft>
                <a:spcPts val="0"/>
              </a:spcAft>
              <a:defRPr sz="2100">
                <a:latin typeface="+mj-lt"/>
              </a:defRPr>
            </a:lvl5pPr>
            <a:lvl6pPr marL="1360399" indent="-277749">
              <a:spcBef>
                <a:spcPts val="0"/>
              </a:spcBef>
              <a:spcAft>
                <a:spcPts val="0"/>
              </a:spcAft>
              <a:buSzPct val="70000"/>
              <a:defRPr sz="2100">
                <a:latin typeface="+mj-lt"/>
              </a:defRPr>
            </a:lvl6pPr>
            <a:lvl7pPr marL="1632478" indent="-272080">
              <a:spcBef>
                <a:spcPts val="0"/>
              </a:spcBef>
              <a:spcAft>
                <a:spcPts val="0"/>
              </a:spcAft>
              <a:buSzPct val="70000"/>
              <a:buFont typeface="Arial" pitchFamily="34" charset="0"/>
              <a:buChar char="–"/>
              <a:defRPr sz="2100" baseline="0">
                <a:latin typeface="+mj-lt"/>
              </a:defRPr>
            </a:lvl7pPr>
            <a:lvl8pPr marL="1904558" indent="-272080">
              <a:spcBef>
                <a:spcPts val="0"/>
              </a:spcBef>
              <a:spcAft>
                <a:spcPts val="0"/>
              </a:spcAft>
              <a:buSzPct val="70000"/>
              <a:defRPr sz="2100" baseline="0">
                <a:latin typeface="+mj-lt"/>
              </a:defRPr>
            </a:lvl8pPr>
            <a:lvl9pPr marL="2170970" indent="-266412">
              <a:spcBef>
                <a:spcPts val="0"/>
              </a:spcBef>
              <a:spcAft>
                <a:spcPts val="0"/>
              </a:spcAft>
              <a:buSzPct val="70000"/>
              <a:buFont typeface="Arial" pitchFamily="34" charset="0"/>
              <a:buChar char="–"/>
              <a:defRPr sz="2100">
                <a:latin typeface="+mj-lt"/>
              </a:defRPr>
            </a:lvl9pPr>
          </a:lstStyle>
          <a:p>
            <a:pPr lvl="0"/>
            <a:r>
              <a:rPr lang="en-US" dirty="0"/>
              <a:t>Heading 2</a:t>
            </a:r>
          </a:p>
        </p:txBody>
      </p:sp>
      <p:cxnSp>
        <p:nvCxnSpPr>
          <p:cNvPr id="33" name="Straight Connector 32"/>
          <p:cNvCxnSpPr/>
          <p:nvPr/>
        </p:nvCxnSpPr>
        <p:spPr bwMode="gray">
          <a:xfrm>
            <a:off x="641100"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gray">
          <a:xfrm>
            <a:off x="6362331"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641101" y="4704385"/>
            <a:ext cx="5243051" cy="1461939"/>
          </a:xfrm>
          <a:ln>
            <a:noFill/>
          </a:ln>
        </p:spPr>
        <p:txBody>
          <a:bodyPr wrap="square" lIns="0" tIns="0" rIns="0" bIns="0">
            <a:spAutoFit/>
          </a:bodyPr>
          <a:lstStyle>
            <a:lvl1pPr>
              <a:spcBef>
                <a:spcPts val="0"/>
              </a:spcBef>
              <a:spcAft>
                <a:spcPts val="0"/>
              </a:spcAft>
              <a:defRPr lang="en-US" sz="19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00" b="0" kern="1200" baseline="0" dirty="0" smtClean="0">
                <a:solidFill>
                  <a:schemeClr val="tx1"/>
                </a:solidFill>
                <a:latin typeface="+mn-lt"/>
                <a:ea typeface="+mn-ea"/>
                <a:cs typeface="Arial" pitchFamily="34" charset="0"/>
              </a:defRPr>
            </a:lvl2pPr>
            <a:lvl3pPr>
              <a:spcBef>
                <a:spcPts val="0"/>
              </a:spcBef>
              <a:spcAft>
                <a:spcPts val="0"/>
              </a:spcAft>
              <a:defRPr lang="en-US" sz="19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9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900" b="0" kern="1200" baseline="0" dirty="0" smtClean="0">
                <a:solidFill>
                  <a:schemeClr val="tx1"/>
                </a:solidFill>
                <a:latin typeface="Arial" pitchFamily="34" charset="0"/>
                <a:ea typeface="+mn-ea"/>
                <a:cs typeface="Arial" pitchFamily="34" charset="0"/>
              </a:defRPr>
            </a:lvl5pPr>
            <a:lvl6pPr marL="1360399" indent="-277749">
              <a:spcBef>
                <a:spcPts val="0"/>
              </a:spcBef>
              <a:spcAft>
                <a:spcPts val="0"/>
              </a:spcAft>
              <a:buSzPct val="70000"/>
              <a:defRPr lang="en-US" sz="1900" kern="1200" dirty="0" smtClean="0">
                <a:solidFill>
                  <a:schemeClr val="tx1"/>
                </a:solidFill>
                <a:latin typeface="Arial" pitchFamily="34" charset="0"/>
                <a:ea typeface="+mn-ea"/>
                <a:cs typeface="Arial" pitchFamily="34" charset="0"/>
              </a:defRPr>
            </a:lvl6pPr>
            <a:lvl7pPr marL="1632478" indent="-272080">
              <a:spcBef>
                <a:spcPts val="0"/>
              </a:spcBef>
              <a:spcAft>
                <a:spcPts val="0"/>
              </a:spcAft>
              <a:buSzPct val="70000"/>
              <a:buFont typeface="Arial" pitchFamily="34" charset="0"/>
              <a:buChar char="–"/>
              <a:defRPr sz="2100" baseline="0">
                <a:latin typeface="+mj-lt"/>
              </a:defRPr>
            </a:lvl7pPr>
            <a:lvl8pPr marL="1904558" indent="-272080">
              <a:spcBef>
                <a:spcPts val="0"/>
              </a:spcBef>
              <a:spcAft>
                <a:spcPts val="0"/>
              </a:spcAft>
              <a:buSzPct val="70000"/>
              <a:defRPr sz="2100" baseline="0">
                <a:latin typeface="+mj-lt"/>
              </a:defRPr>
            </a:lvl8pPr>
            <a:lvl9pPr marL="2170970" indent="-266412">
              <a:spcBef>
                <a:spcPts val="0"/>
              </a:spcBef>
              <a:spcAft>
                <a:spcPts val="0"/>
              </a:spcAft>
              <a:buSzPct val="70000"/>
              <a:buFont typeface="Arial" pitchFamily="34" charset="0"/>
              <a:buChar char="–"/>
              <a:defRPr sz="2100">
                <a:latin typeface="+mj-lt"/>
              </a:defRPr>
            </a:lvl9pPr>
          </a:lstStyle>
          <a:p>
            <a:pPr marL="345769" lvl="0" indent="-345769" algn="l" defTabSz="1088319"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0199" lvl="2" indent="-332542" algn="l" defTabSz="1088319"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2741" lvl="3" indent="-332542" algn="l" defTabSz="1088319"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52841" lvl="4" indent="-340100" algn="l" defTabSz="111099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8056" lvl="5" indent="-340100" algn="l" defTabSz="1088319"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6" name="Text Placeholder 4"/>
          <p:cNvSpPr>
            <a:spLocks noGrp="1"/>
          </p:cNvSpPr>
          <p:nvPr>
            <p:ph type="body" sz="quarter" idx="16" hasCustomPrompt="1"/>
          </p:nvPr>
        </p:nvSpPr>
        <p:spPr bwMode="gray">
          <a:xfrm>
            <a:off x="6362332" y="4704385"/>
            <a:ext cx="5243051" cy="1461939"/>
          </a:xfrm>
          <a:ln>
            <a:noFill/>
          </a:ln>
        </p:spPr>
        <p:txBody>
          <a:bodyPr wrap="square" lIns="0" tIns="0" rIns="0" bIns="0">
            <a:spAutoFit/>
          </a:bodyPr>
          <a:lstStyle>
            <a:lvl1pPr>
              <a:spcBef>
                <a:spcPts val="0"/>
              </a:spcBef>
              <a:spcAft>
                <a:spcPts val="0"/>
              </a:spcAft>
              <a:defRPr lang="en-US" sz="19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00" b="0" kern="1200" baseline="0" dirty="0" smtClean="0">
                <a:solidFill>
                  <a:schemeClr val="tx1"/>
                </a:solidFill>
                <a:latin typeface="+mn-lt"/>
                <a:ea typeface="+mn-ea"/>
                <a:cs typeface="Arial" pitchFamily="34" charset="0"/>
              </a:defRPr>
            </a:lvl2pPr>
            <a:lvl3pPr>
              <a:spcBef>
                <a:spcPts val="0"/>
              </a:spcBef>
              <a:spcAft>
                <a:spcPts val="0"/>
              </a:spcAft>
              <a:defRPr lang="en-US" sz="19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9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900" b="0" kern="1200" baseline="0" dirty="0" smtClean="0">
                <a:solidFill>
                  <a:schemeClr val="tx1"/>
                </a:solidFill>
                <a:latin typeface="Arial" pitchFamily="34" charset="0"/>
                <a:ea typeface="+mn-ea"/>
                <a:cs typeface="Arial" pitchFamily="34" charset="0"/>
              </a:defRPr>
            </a:lvl5pPr>
            <a:lvl6pPr marL="1360399" indent="-277749">
              <a:spcBef>
                <a:spcPts val="0"/>
              </a:spcBef>
              <a:spcAft>
                <a:spcPts val="0"/>
              </a:spcAft>
              <a:buSzPct val="70000"/>
              <a:defRPr lang="en-US" sz="1900" kern="1200" dirty="0" smtClean="0">
                <a:solidFill>
                  <a:schemeClr val="tx1"/>
                </a:solidFill>
                <a:latin typeface="Arial" pitchFamily="34" charset="0"/>
                <a:ea typeface="+mn-ea"/>
                <a:cs typeface="Arial" pitchFamily="34" charset="0"/>
              </a:defRPr>
            </a:lvl6pPr>
            <a:lvl7pPr marL="1632478" indent="-272080">
              <a:spcBef>
                <a:spcPts val="0"/>
              </a:spcBef>
              <a:spcAft>
                <a:spcPts val="0"/>
              </a:spcAft>
              <a:buSzPct val="70000"/>
              <a:buFont typeface="Arial" pitchFamily="34" charset="0"/>
              <a:buChar char="–"/>
              <a:defRPr sz="2100" baseline="0">
                <a:latin typeface="+mj-lt"/>
              </a:defRPr>
            </a:lvl7pPr>
            <a:lvl8pPr marL="1904558" indent="-272080">
              <a:spcBef>
                <a:spcPts val="0"/>
              </a:spcBef>
              <a:spcAft>
                <a:spcPts val="0"/>
              </a:spcAft>
              <a:buSzPct val="70000"/>
              <a:defRPr sz="2100" baseline="0">
                <a:latin typeface="+mj-lt"/>
              </a:defRPr>
            </a:lvl8pPr>
            <a:lvl9pPr marL="2170970" indent="-266412">
              <a:spcBef>
                <a:spcPts val="0"/>
              </a:spcBef>
              <a:spcAft>
                <a:spcPts val="0"/>
              </a:spcAft>
              <a:buSzPct val="70000"/>
              <a:buFont typeface="Arial" pitchFamily="34" charset="0"/>
              <a:buChar char="–"/>
              <a:defRPr sz="2100">
                <a:latin typeface="+mj-lt"/>
              </a:defRPr>
            </a:lvl9pPr>
          </a:lstStyle>
          <a:p>
            <a:pPr marL="345769" lvl="0" indent="-345769" algn="l" defTabSz="1088319"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0199" lvl="2" indent="-332542" algn="l" defTabSz="1088319"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2741" lvl="3" indent="-332542" algn="l" defTabSz="1088319"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52841" lvl="4" indent="-340100" algn="l" defTabSz="111099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8056" lvl="5" indent="-340100" algn="l" defTabSz="1088319"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7" name="Text Placeholder 4"/>
          <p:cNvSpPr>
            <a:spLocks noGrp="1"/>
          </p:cNvSpPr>
          <p:nvPr>
            <p:ph type="body" sz="quarter" idx="17" hasCustomPrompt="1"/>
          </p:nvPr>
        </p:nvSpPr>
        <p:spPr bwMode="gray">
          <a:xfrm>
            <a:off x="641101" y="4172032"/>
            <a:ext cx="5243051" cy="323165"/>
          </a:xfrm>
          <a:noFill/>
          <a:ln>
            <a:noFill/>
          </a:ln>
        </p:spPr>
        <p:txBody>
          <a:bodyPr wrap="square" lIns="0" tIns="0" rIns="0" bIns="0" anchor="b" anchorCtr="0">
            <a:spAutoFit/>
          </a:bodyPr>
          <a:lstStyle>
            <a:lvl1pPr>
              <a:spcBef>
                <a:spcPts val="0"/>
              </a:spcBef>
              <a:spcAft>
                <a:spcPts val="0"/>
              </a:spcAft>
              <a:buNone/>
              <a:defRPr lang="en-US" sz="2100" b="1" kern="1200" baseline="0" dirty="0" smtClean="0">
                <a:solidFill>
                  <a:schemeClr val="bg2"/>
                </a:solidFill>
                <a:latin typeface="Arial" pitchFamily="34" charset="0"/>
                <a:ea typeface="+mn-ea"/>
                <a:cs typeface="Arial" pitchFamily="34" charset="0"/>
              </a:defRPr>
            </a:lvl1pPr>
            <a:lvl2pPr>
              <a:spcBef>
                <a:spcPts val="0"/>
              </a:spcBef>
              <a:spcAft>
                <a:spcPts val="0"/>
              </a:spcAft>
              <a:defRPr sz="2100">
                <a:latin typeface="+mj-lt"/>
              </a:defRPr>
            </a:lvl2pPr>
            <a:lvl3pPr>
              <a:spcBef>
                <a:spcPts val="0"/>
              </a:spcBef>
              <a:spcAft>
                <a:spcPts val="0"/>
              </a:spcAft>
              <a:defRPr sz="2100">
                <a:latin typeface="+mj-lt"/>
              </a:defRPr>
            </a:lvl3pPr>
            <a:lvl4pPr>
              <a:spcBef>
                <a:spcPts val="0"/>
              </a:spcBef>
              <a:spcAft>
                <a:spcPts val="0"/>
              </a:spcAft>
              <a:defRPr sz="2100">
                <a:latin typeface="+mj-lt"/>
              </a:defRPr>
            </a:lvl4pPr>
            <a:lvl5pPr>
              <a:spcBef>
                <a:spcPts val="0"/>
              </a:spcBef>
              <a:spcAft>
                <a:spcPts val="0"/>
              </a:spcAft>
              <a:defRPr sz="2100">
                <a:latin typeface="+mj-lt"/>
              </a:defRPr>
            </a:lvl5pPr>
            <a:lvl6pPr marL="1360399" indent="-277749">
              <a:spcBef>
                <a:spcPts val="0"/>
              </a:spcBef>
              <a:spcAft>
                <a:spcPts val="0"/>
              </a:spcAft>
              <a:buSzPct val="70000"/>
              <a:defRPr sz="2100">
                <a:latin typeface="+mj-lt"/>
              </a:defRPr>
            </a:lvl6pPr>
            <a:lvl7pPr marL="1632478" indent="-272080">
              <a:spcBef>
                <a:spcPts val="0"/>
              </a:spcBef>
              <a:spcAft>
                <a:spcPts val="0"/>
              </a:spcAft>
              <a:buSzPct val="70000"/>
              <a:buFont typeface="Arial" pitchFamily="34" charset="0"/>
              <a:buChar char="–"/>
              <a:defRPr sz="2100" baseline="0">
                <a:latin typeface="+mj-lt"/>
              </a:defRPr>
            </a:lvl7pPr>
            <a:lvl8pPr marL="1904558" indent="-272080">
              <a:spcBef>
                <a:spcPts val="0"/>
              </a:spcBef>
              <a:spcAft>
                <a:spcPts val="0"/>
              </a:spcAft>
              <a:buSzPct val="70000"/>
              <a:defRPr sz="2100" baseline="0">
                <a:latin typeface="+mj-lt"/>
              </a:defRPr>
            </a:lvl8pPr>
            <a:lvl9pPr marL="2170970" indent="-266412">
              <a:spcBef>
                <a:spcPts val="0"/>
              </a:spcBef>
              <a:spcAft>
                <a:spcPts val="0"/>
              </a:spcAft>
              <a:buSzPct val="70000"/>
              <a:buFont typeface="Arial" pitchFamily="34" charset="0"/>
              <a:buChar char="–"/>
              <a:defRPr sz="2100">
                <a:latin typeface="+mj-lt"/>
              </a:defRPr>
            </a:lvl9pPr>
          </a:lstStyle>
          <a:p>
            <a:pPr marL="0" lvl="0" indent="0" algn="l" defTabSz="1088319" rtl="0" eaLnBrk="1" fontAlgn="base" latinLnBrk="0" hangingPunct="1">
              <a:spcBef>
                <a:spcPts val="0"/>
              </a:spcBef>
              <a:spcAft>
                <a:spcPts val="0"/>
              </a:spcAft>
              <a:buClr>
                <a:schemeClr val="bg2"/>
              </a:buClr>
              <a:tabLst/>
            </a:pPr>
            <a:r>
              <a:rPr lang="en-US" dirty="0"/>
              <a:t>Heading 3</a:t>
            </a:r>
          </a:p>
        </p:txBody>
      </p:sp>
      <p:sp>
        <p:nvSpPr>
          <p:cNvPr id="38" name="Text Placeholder 4"/>
          <p:cNvSpPr>
            <a:spLocks noGrp="1"/>
          </p:cNvSpPr>
          <p:nvPr>
            <p:ph type="body" sz="quarter" idx="18" hasCustomPrompt="1"/>
          </p:nvPr>
        </p:nvSpPr>
        <p:spPr bwMode="gray">
          <a:xfrm>
            <a:off x="6362332" y="4172032"/>
            <a:ext cx="5243051" cy="323165"/>
          </a:xfrm>
          <a:noFill/>
          <a:ln>
            <a:noFill/>
          </a:ln>
        </p:spPr>
        <p:txBody>
          <a:bodyPr wrap="square" lIns="0" tIns="0" rIns="0" bIns="0" anchor="b" anchorCtr="0">
            <a:spAutoFit/>
          </a:bodyPr>
          <a:lstStyle>
            <a:lvl1pPr>
              <a:spcBef>
                <a:spcPts val="0"/>
              </a:spcBef>
              <a:spcAft>
                <a:spcPts val="0"/>
              </a:spcAft>
              <a:buNone/>
              <a:defRPr lang="en-US" sz="2100" b="1" kern="1200" baseline="0" dirty="0" smtClean="0">
                <a:solidFill>
                  <a:schemeClr val="bg2"/>
                </a:solidFill>
                <a:latin typeface="Arial" pitchFamily="34" charset="0"/>
                <a:ea typeface="+mn-ea"/>
                <a:cs typeface="Arial" pitchFamily="34" charset="0"/>
              </a:defRPr>
            </a:lvl1pPr>
            <a:lvl2pPr>
              <a:spcBef>
                <a:spcPts val="0"/>
              </a:spcBef>
              <a:spcAft>
                <a:spcPts val="0"/>
              </a:spcAft>
              <a:defRPr sz="2100">
                <a:latin typeface="+mj-lt"/>
              </a:defRPr>
            </a:lvl2pPr>
            <a:lvl3pPr>
              <a:spcBef>
                <a:spcPts val="0"/>
              </a:spcBef>
              <a:spcAft>
                <a:spcPts val="0"/>
              </a:spcAft>
              <a:defRPr sz="2100">
                <a:latin typeface="+mj-lt"/>
              </a:defRPr>
            </a:lvl3pPr>
            <a:lvl4pPr>
              <a:spcBef>
                <a:spcPts val="0"/>
              </a:spcBef>
              <a:spcAft>
                <a:spcPts val="0"/>
              </a:spcAft>
              <a:defRPr sz="2100">
                <a:latin typeface="+mj-lt"/>
              </a:defRPr>
            </a:lvl4pPr>
            <a:lvl5pPr>
              <a:spcBef>
                <a:spcPts val="0"/>
              </a:spcBef>
              <a:spcAft>
                <a:spcPts val="0"/>
              </a:spcAft>
              <a:defRPr sz="2100">
                <a:latin typeface="+mj-lt"/>
              </a:defRPr>
            </a:lvl5pPr>
            <a:lvl6pPr marL="1360399" indent="-277749">
              <a:spcBef>
                <a:spcPts val="0"/>
              </a:spcBef>
              <a:spcAft>
                <a:spcPts val="0"/>
              </a:spcAft>
              <a:buSzPct val="70000"/>
              <a:defRPr sz="2100">
                <a:latin typeface="+mj-lt"/>
              </a:defRPr>
            </a:lvl6pPr>
            <a:lvl7pPr marL="1632478" indent="-272080">
              <a:spcBef>
                <a:spcPts val="0"/>
              </a:spcBef>
              <a:spcAft>
                <a:spcPts val="0"/>
              </a:spcAft>
              <a:buSzPct val="70000"/>
              <a:buFont typeface="Arial" pitchFamily="34" charset="0"/>
              <a:buChar char="–"/>
              <a:defRPr sz="2100" baseline="0">
                <a:latin typeface="+mj-lt"/>
              </a:defRPr>
            </a:lvl7pPr>
            <a:lvl8pPr marL="1904558" indent="-272080">
              <a:spcBef>
                <a:spcPts val="0"/>
              </a:spcBef>
              <a:spcAft>
                <a:spcPts val="0"/>
              </a:spcAft>
              <a:buSzPct val="70000"/>
              <a:defRPr sz="2100" baseline="0">
                <a:latin typeface="+mj-lt"/>
              </a:defRPr>
            </a:lvl8pPr>
            <a:lvl9pPr marL="2170970" indent="-266412">
              <a:spcBef>
                <a:spcPts val="0"/>
              </a:spcBef>
              <a:spcAft>
                <a:spcPts val="0"/>
              </a:spcAft>
              <a:buSzPct val="70000"/>
              <a:buFont typeface="Arial" pitchFamily="34" charset="0"/>
              <a:buChar char="–"/>
              <a:defRPr sz="2100">
                <a:latin typeface="+mj-lt"/>
              </a:defRPr>
            </a:lvl9pPr>
          </a:lstStyle>
          <a:p>
            <a:pPr marL="0" lvl="0" indent="0" algn="l" defTabSz="1088319" rtl="0" eaLnBrk="1" fontAlgn="base" latinLnBrk="0" hangingPunct="1">
              <a:spcBef>
                <a:spcPts val="0"/>
              </a:spcBef>
              <a:spcAft>
                <a:spcPts val="0"/>
              </a:spcAft>
              <a:buClr>
                <a:schemeClr val="bg2"/>
              </a:buClr>
              <a:tabLst/>
            </a:pPr>
            <a:r>
              <a:rPr lang="en-US" dirty="0"/>
              <a:t>Heading 4</a:t>
            </a:r>
          </a:p>
        </p:txBody>
      </p:sp>
      <p:cxnSp>
        <p:nvCxnSpPr>
          <p:cNvPr id="39" name="Straight Connector 38"/>
          <p:cNvCxnSpPr/>
          <p:nvPr/>
        </p:nvCxnSpPr>
        <p:spPr bwMode="gray">
          <a:xfrm>
            <a:off x="641100" y="4582119"/>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gray">
          <a:xfrm>
            <a:off x="6362331" y="4582119"/>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641099" y="1270747"/>
            <a:ext cx="10962167" cy="292388"/>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46884646"/>
      </p:ext>
    </p:extLst>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3249929" y="1972132"/>
            <a:ext cx="2723087" cy="1508454"/>
          </a:xfrm>
          <a:ln>
            <a:noFill/>
          </a:ln>
        </p:spPr>
        <p:txBody>
          <a:bodyPr wrap="square" lIns="0" tIns="0" rIns="0" bIns="0">
            <a:spAutoFit/>
          </a:bodyPr>
          <a:lstStyle>
            <a:lvl1pPr marL="0" marR="0" indent="0" algn="l" defTabSz="1088319" rtl="0" eaLnBrk="1" fontAlgn="base" latinLnBrk="0" hangingPunct="1">
              <a:lnSpc>
                <a:spcPct val="100000"/>
              </a:lnSpc>
              <a:spcBef>
                <a:spcPts val="0"/>
              </a:spcBef>
              <a:spcAft>
                <a:spcPts val="0"/>
              </a:spcAft>
              <a:buClr>
                <a:schemeClr val="tx2"/>
              </a:buClr>
              <a:buSzTx/>
              <a:buFont typeface="Arial" pitchFamily="34" charset="0"/>
              <a:buNone/>
              <a:tabLst/>
              <a:defRPr lang="en-US" sz="210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900">
                <a:latin typeface="Arial" pitchFamily="34" charset="0"/>
                <a:cs typeface="Arial" pitchFamily="34" charset="0"/>
              </a:defRPr>
            </a:lvl2pPr>
            <a:lvl3pPr>
              <a:spcBef>
                <a:spcPts val="0"/>
              </a:spcBef>
              <a:spcAft>
                <a:spcPts val="0"/>
              </a:spcAft>
              <a:defRPr sz="1900">
                <a:latin typeface="Arial" pitchFamily="34" charset="0"/>
                <a:cs typeface="Arial" pitchFamily="34" charset="0"/>
              </a:defRPr>
            </a:lvl3pPr>
            <a:lvl4pPr>
              <a:spcBef>
                <a:spcPts val="0"/>
              </a:spcBef>
              <a:spcAft>
                <a:spcPts val="0"/>
              </a:spcAft>
              <a:defRPr sz="1900">
                <a:latin typeface="Arial" pitchFamily="34" charset="0"/>
                <a:cs typeface="Arial" pitchFamily="34" charset="0"/>
              </a:defRPr>
            </a:lvl4pPr>
            <a:lvl5pPr>
              <a:spcBef>
                <a:spcPts val="0"/>
              </a:spcBef>
              <a:spcAft>
                <a:spcPts val="0"/>
              </a:spcAft>
              <a:defRPr sz="1900">
                <a:latin typeface="Arial" pitchFamily="34" charset="0"/>
                <a:cs typeface="Arial" pitchFamily="34" charset="0"/>
              </a:defRPr>
            </a:lvl5pPr>
            <a:lvl6pPr marL="1360399" indent="-277749">
              <a:spcBef>
                <a:spcPts val="0"/>
              </a:spcBef>
              <a:spcAft>
                <a:spcPts val="0"/>
              </a:spcAft>
              <a:buSzPct val="70000"/>
              <a:defRPr sz="2100">
                <a:latin typeface="+mj-lt"/>
              </a:defRPr>
            </a:lvl6pPr>
            <a:lvl7pPr marL="1632478" indent="-272080">
              <a:spcBef>
                <a:spcPts val="0"/>
              </a:spcBef>
              <a:spcAft>
                <a:spcPts val="0"/>
              </a:spcAft>
              <a:buSzPct val="70000"/>
              <a:buFont typeface="Arial" pitchFamily="34" charset="0"/>
              <a:buChar char="–"/>
              <a:defRPr sz="2100" baseline="0">
                <a:latin typeface="+mj-lt"/>
              </a:defRPr>
            </a:lvl7pPr>
            <a:lvl8pPr marL="1904558" indent="-272080">
              <a:spcBef>
                <a:spcPts val="0"/>
              </a:spcBef>
              <a:spcAft>
                <a:spcPts val="0"/>
              </a:spcAft>
              <a:buSzPct val="70000"/>
              <a:defRPr sz="2100" baseline="0">
                <a:latin typeface="+mj-lt"/>
              </a:defRPr>
            </a:lvl8pPr>
            <a:lvl9pPr marL="2170970" indent="-266412">
              <a:spcBef>
                <a:spcPts val="0"/>
              </a:spcBef>
              <a:spcAft>
                <a:spcPts val="0"/>
              </a:spcAft>
              <a:buSzPct val="70000"/>
              <a:buFont typeface="Arial" pitchFamily="34" charset="0"/>
              <a:buChar char="–"/>
              <a:defRPr sz="2100">
                <a:latin typeface="+mj-lt"/>
              </a:defRPr>
            </a:lvl9pPr>
          </a:lstStyle>
          <a:p>
            <a:pPr marL="0" marR="0" lvl="0" indent="0" algn="l" defTabSz="1088319"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1</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16" name="Picture Placeholder 22"/>
          <p:cNvSpPr>
            <a:spLocks noGrp="1"/>
          </p:cNvSpPr>
          <p:nvPr>
            <p:ph type="pic" sz="quarter" idx="13"/>
          </p:nvPr>
        </p:nvSpPr>
        <p:spPr bwMode="gray">
          <a:xfrm>
            <a:off x="641101" y="1972132"/>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20" name="Title 1"/>
          <p:cNvSpPr>
            <a:spLocks noGrp="1"/>
          </p:cNvSpPr>
          <p:nvPr>
            <p:ph type="title"/>
          </p:nvPr>
        </p:nvSpPr>
        <p:spPr bwMode="gray">
          <a:xfrm>
            <a:off x="641099" y="727244"/>
            <a:ext cx="10964283" cy="4001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600" b="1" kern="1200" dirty="0">
                <a:solidFill>
                  <a:schemeClr val="tx2"/>
                </a:solidFill>
                <a:latin typeface="Arial" pitchFamily="34" charset="0"/>
                <a:ea typeface="+mj-ea"/>
                <a:cs typeface="Arial" pitchFamily="34" charset="0"/>
              </a:defRPr>
            </a:lvl1pPr>
          </a:lstStyle>
          <a:p>
            <a:pPr lvl="0" algn="l" defTabSz="1088319" rtl="0" eaLnBrk="1" fontAlgn="base" latinLnBrk="0" hangingPunct="1">
              <a:spcBef>
                <a:spcPct val="0"/>
              </a:spcBef>
              <a:spcAft>
                <a:spcPct val="0"/>
              </a:spcAft>
              <a:buNone/>
            </a:pPr>
            <a:r>
              <a:rPr lang="en-US"/>
              <a:t>Click to edit Master title style</a:t>
            </a:r>
            <a:endParaRPr lang="en-US" dirty="0"/>
          </a:p>
        </p:txBody>
      </p:sp>
      <p:sp>
        <p:nvSpPr>
          <p:cNvPr id="42" name="Text Placeholder 4"/>
          <p:cNvSpPr>
            <a:spLocks noGrp="1"/>
          </p:cNvSpPr>
          <p:nvPr>
            <p:ph type="body" sz="quarter" idx="19" hasCustomPrompt="1"/>
          </p:nvPr>
        </p:nvSpPr>
        <p:spPr bwMode="gray">
          <a:xfrm>
            <a:off x="8888643" y="1972132"/>
            <a:ext cx="2723087" cy="1508454"/>
          </a:xfrm>
          <a:ln>
            <a:noFill/>
          </a:ln>
        </p:spPr>
        <p:txBody>
          <a:bodyPr wrap="square" lIns="0" tIns="0" rIns="0" bIns="0">
            <a:spAutoFit/>
          </a:bodyPr>
          <a:lstStyle>
            <a:lvl1pPr marL="0" marR="0" indent="0" algn="l" defTabSz="1088319" rtl="0" eaLnBrk="1" fontAlgn="base" latinLnBrk="0" hangingPunct="1">
              <a:lnSpc>
                <a:spcPct val="100000"/>
              </a:lnSpc>
              <a:spcBef>
                <a:spcPts val="0"/>
              </a:spcBef>
              <a:spcAft>
                <a:spcPts val="0"/>
              </a:spcAft>
              <a:buClr>
                <a:schemeClr val="tx2"/>
              </a:buClr>
              <a:buSzTx/>
              <a:buFont typeface="Arial" pitchFamily="34" charset="0"/>
              <a:buNone/>
              <a:tabLst/>
              <a:defRPr lang="en-US" sz="21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900" b="0" kern="1200" baseline="0" dirty="0" smtClean="0">
                <a:solidFill>
                  <a:schemeClr val="tx1"/>
                </a:solidFill>
                <a:latin typeface="Arial" pitchFamily="34" charset="0"/>
                <a:ea typeface="+mn-ea"/>
                <a:cs typeface="Arial" pitchFamily="34" charset="0"/>
              </a:defRPr>
            </a:lvl2pPr>
            <a:lvl3pPr>
              <a:spcBef>
                <a:spcPts val="0"/>
              </a:spcBef>
              <a:spcAft>
                <a:spcPts val="0"/>
              </a:spcAft>
              <a:defRPr sz="1900">
                <a:latin typeface="Arial" pitchFamily="34" charset="0"/>
                <a:cs typeface="Arial" pitchFamily="34" charset="0"/>
              </a:defRPr>
            </a:lvl3pPr>
            <a:lvl4pPr>
              <a:spcBef>
                <a:spcPts val="0"/>
              </a:spcBef>
              <a:spcAft>
                <a:spcPts val="0"/>
              </a:spcAft>
              <a:defRPr sz="1900">
                <a:latin typeface="Arial" pitchFamily="34" charset="0"/>
                <a:cs typeface="Arial" pitchFamily="34" charset="0"/>
              </a:defRPr>
            </a:lvl4pPr>
            <a:lvl5pPr>
              <a:spcBef>
                <a:spcPts val="0"/>
              </a:spcBef>
              <a:spcAft>
                <a:spcPts val="0"/>
              </a:spcAft>
              <a:defRPr sz="1900">
                <a:latin typeface="Arial" pitchFamily="34" charset="0"/>
                <a:cs typeface="Arial" pitchFamily="34" charset="0"/>
              </a:defRPr>
            </a:lvl5pPr>
            <a:lvl6pPr marL="1360399" indent="-277749">
              <a:spcBef>
                <a:spcPts val="0"/>
              </a:spcBef>
              <a:spcAft>
                <a:spcPts val="0"/>
              </a:spcAft>
              <a:buSzPct val="70000"/>
              <a:defRPr sz="2100">
                <a:latin typeface="+mj-lt"/>
              </a:defRPr>
            </a:lvl6pPr>
            <a:lvl7pPr marL="1632478" indent="-272080">
              <a:spcBef>
                <a:spcPts val="0"/>
              </a:spcBef>
              <a:spcAft>
                <a:spcPts val="0"/>
              </a:spcAft>
              <a:buSzPct val="70000"/>
              <a:buFont typeface="Arial" pitchFamily="34" charset="0"/>
              <a:buChar char="–"/>
              <a:defRPr sz="2100" baseline="0">
                <a:latin typeface="+mj-lt"/>
              </a:defRPr>
            </a:lvl7pPr>
            <a:lvl8pPr marL="1904558" indent="-272080">
              <a:spcBef>
                <a:spcPts val="0"/>
              </a:spcBef>
              <a:spcAft>
                <a:spcPts val="0"/>
              </a:spcAft>
              <a:buSzPct val="70000"/>
              <a:defRPr sz="2100" baseline="0">
                <a:latin typeface="+mj-lt"/>
              </a:defRPr>
            </a:lvl8pPr>
            <a:lvl9pPr marL="2170970" indent="-266412">
              <a:spcBef>
                <a:spcPts val="0"/>
              </a:spcBef>
              <a:spcAft>
                <a:spcPts val="0"/>
              </a:spcAft>
              <a:buSzPct val="70000"/>
              <a:buFont typeface="Arial" pitchFamily="34" charset="0"/>
              <a:buChar char="–"/>
              <a:defRPr sz="2100">
                <a:latin typeface="+mj-lt"/>
              </a:defRPr>
            </a:lvl9pPr>
          </a:lstStyle>
          <a:p>
            <a:pPr marL="0" marR="0" lvl="0" indent="0" algn="l" defTabSz="1088319"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2</a:t>
            </a:r>
          </a:p>
          <a:p>
            <a:pPr marL="340100" lvl="1" indent="-340100" algn="l" defTabSz="1088319"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3" name="Picture Placeholder 22"/>
          <p:cNvSpPr>
            <a:spLocks noGrp="1"/>
          </p:cNvSpPr>
          <p:nvPr>
            <p:ph type="pic" sz="quarter" idx="20"/>
          </p:nvPr>
        </p:nvSpPr>
        <p:spPr bwMode="gray">
          <a:xfrm>
            <a:off x="6279815" y="1972132"/>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45" name="Text Placeholder 4"/>
          <p:cNvSpPr>
            <a:spLocks noGrp="1"/>
          </p:cNvSpPr>
          <p:nvPr>
            <p:ph type="body" sz="quarter" idx="21" hasCustomPrompt="1"/>
          </p:nvPr>
        </p:nvSpPr>
        <p:spPr bwMode="gray">
          <a:xfrm>
            <a:off x="3249929" y="4242784"/>
            <a:ext cx="2723087" cy="1508454"/>
          </a:xfrm>
          <a:ln>
            <a:noFill/>
          </a:ln>
        </p:spPr>
        <p:txBody>
          <a:bodyPr wrap="square" lIns="0" tIns="0" rIns="0" bIns="0">
            <a:spAutoFit/>
          </a:bodyPr>
          <a:lstStyle>
            <a:lvl1pPr marL="0" marR="0" indent="0" algn="l" defTabSz="1088319" rtl="0" eaLnBrk="1" fontAlgn="base" latinLnBrk="0" hangingPunct="1">
              <a:lnSpc>
                <a:spcPct val="100000"/>
              </a:lnSpc>
              <a:spcBef>
                <a:spcPts val="0"/>
              </a:spcBef>
              <a:spcAft>
                <a:spcPts val="0"/>
              </a:spcAft>
              <a:buClr>
                <a:schemeClr val="tx2"/>
              </a:buClr>
              <a:buSzTx/>
              <a:buFont typeface="Arial" pitchFamily="34" charset="0"/>
              <a:buNone/>
              <a:tabLst/>
              <a:defRPr lang="en-US" sz="21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900" b="0" kern="1200" baseline="0" dirty="0" smtClean="0">
                <a:solidFill>
                  <a:schemeClr val="tx1"/>
                </a:solidFill>
                <a:latin typeface="Arial" pitchFamily="34" charset="0"/>
                <a:ea typeface="+mn-ea"/>
                <a:cs typeface="Arial" pitchFamily="34" charset="0"/>
              </a:defRPr>
            </a:lvl2pPr>
            <a:lvl3pPr>
              <a:spcBef>
                <a:spcPts val="0"/>
              </a:spcBef>
              <a:spcAft>
                <a:spcPts val="0"/>
              </a:spcAft>
              <a:defRPr sz="1900">
                <a:latin typeface="Arial" pitchFamily="34" charset="0"/>
                <a:cs typeface="Arial" pitchFamily="34" charset="0"/>
              </a:defRPr>
            </a:lvl3pPr>
            <a:lvl4pPr>
              <a:spcBef>
                <a:spcPts val="0"/>
              </a:spcBef>
              <a:spcAft>
                <a:spcPts val="0"/>
              </a:spcAft>
              <a:defRPr sz="1900">
                <a:latin typeface="Arial" pitchFamily="34" charset="0"/>
                <a:cs typeface="Arial" pitchFamily="34" charset="0"/>
              </a:defRPr>
            </a:lvl4pPr>
            <a:lvl5pPr>
              <a:spcBef>
                <a:spcPts val="0"/>
              </a:spcBef>
              <a:spcAft>
                <a:spcPts val="0"/>
              </a:spcAft>
              <a:defRPr sz="1900">
                <a:latin typeface="Arial" pitchFamily="34" charset="0"/>
                <a:cs typeface="Arial" pitchFamily="34" charset="0"/>
              </a:defRPr>
            </a:lvl5pPr>
            <a:lvl6pPr marL="1360399" indent="-277749">
              <a:spcBef>
                <a:spcPts val="0"/>
              </a:spcBef>
              <a:spcAft>
                <a:spcPts val="0"/>
              </a:spcAft>
              <a:buSzPct val="70000"/>
              <a:defRPr sz="2100">
                <a:latin typeface="+mj-lt"/>
              </a:defRPr>
            </a:lvl6pPr>
            <a:lvl7pPr marL="1632478" indent="-272080">
              <a:spcBef>
                <a:spcPts val="0"/>
              </a:spcBef>
              <a:spcAft>
                <a:spcPts val="0"/>
              </a:spcAft>
              <a:buSzPct val="70000"/>
              <a:buFont typeface="Arial" pitchFamily="34" charset="0"/>
              <a:buChar char="–"/>
              <a:defRPr sz="2100" baseline="0">
                <a:latin typeface="+mj-lt"/>
              </a:defRPr>
            </a:lvl7pPr>
            <a:lvl8pPr marL="1904558" indent="-272080">
              <a:spcBef>
                <a:spcPts val="0"/>
              </a:spcBef>
              <a:spcAft>
                <a:spcPts val="0"/>
              </a:spcAft>
              <a:buSzPct val="70000"/>
              <a:defRPr sz="2100" baseline="0">
                <a:latin typeface="+mj-lt"/>
              </a:defRPr>
            </a:lvl8pPr>
            <a:lvl9pPr marL="2170970" indent="-266412">
              <a:spcBef>
                <a:spcPts val="0"/>
              </a:spcBef>
              <a:spcAft>
                <a:spcPts val="0"/>
              </a:spcAft>
              <a:buSzPct val="70000"/>
              <a:buFont typeface="Arial" pitchFamily="34" charset="0"/>
              <a:buChar char="–"/>
              <a:defRPr sz="2100">
                <a:latin typeface="+mj-lt"/>
              </a:defRPr>
            </a:lvl9pPr>
          </a:lstStyle>
          <a:p>
            <a:pPr marL="0" marR="0" lvl="0" indent="0" algn="l" defTabSz="1088319"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3</a:t>
            </a:r>
          </a:p>
          <a:p>
            <a:pPr marL="340100" lvl="1" indent="-340100" algn="l" defTabSz="1088319"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6" name="Picture Placeholder 22"/>
          <p:cNvSpPr>
            <a:spLocks noGrp="1"/>
          </p:cNvSpPr>
          <p:nvPr>
            <p:ph type="pic" sz="quarter" idx="22"/>
          </p:nvPr>
        </p:nvSpPr>
        <p:spPr bwMode="gray">
          <a:xfrm>
            <a:off x="641101" y="4242784"/>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48" name="Text Placeholder 4"/>
          <p:cNvSpPr>
            <a:spLocks noGrp="1"/>
          </p:cNvSpPr>
          <p:nvPr>
            <p:ph type="body" sz="quarter" idx="23" hasCustomPrompt="1"/>
          </p:nvPr>
        </p:nvSpPr>
        <p:spPr bwMode="gray">
          <a:xfrm>
            <a:off x="8888643" y="4242784"/>
            <a:ext cx="2723087" cy="1508454"/>
          </a:xfrm>
          <a:ln>
            <a:noFill/>
          </a:ln>
        </p:spPr>
        <p:txBody>
          <a:bodyPr wrap="square" lIns="0" tIns="0" rIns="0" bIns="0">
            <a:spAutoFit/>
          </a:bodyPr>
          <a:lstStyle>
            <a:lvl1pPr marL="0" marR="0" indent="0" algn="l" defTabSz="1088319" rtl="0" eaLnBrk="1" fontAlgn="base" latinLnBrk="0" hangingPunct="1">
              <a:lnSpc>
                <a:spcPct val="100000"/>
              </a:lnSpc>
              <a:spcBef>
                <a:spcPts val="0"/>
              </a:spcBef>
              <a:spcAft>
                <a:spcPts val="0"/>
              </a:spcAft>
              <a:buClr>
                <a:schemeClr val="tx2"/>
              </a:buClr>
              <a:buSzTx/>
              <a:buFont typeface="Arial" pitchFamily="34" charset="0"/>
              <a:buNone/>
              <a:tabLst/>
              <a:defRPr lang="en-US" sz="21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900" b="0" kern="1200" baseline="0" dirty="0" smtClean="0">
                <a:solidFill>
                  <a:schemeClr val="tx1"/>
                </a:solidFill>
                <a:latin typeface="Arial" pitchFamily="34" charset="0"/>
                <a:ea typeface="+mn-ea"/>
                <a:cs typeface="Arial" pitchFamily="34" charset="0"/>
              </a:defRPr>
            </a:lvl2pPr>
            <a:lvl3pPr>
              <a:spcBef>
                <a:spcPts val="0"/>
              </a:spcBef>
              <a:spcAft>
                <a:spcPts val="0"/>
              </a:spcAft>
              <a:defRPr sz="1900">
                <a:latin typeface="Arial" pitchFamily="34" charset="0"/>
                <a:cs typeface="Arial" pitchFamily="34" charset="0"/>
              </a:defRPr>
            </a:lvl3pPr>
            <a:lvl4pPr>
              <a:spcBef>
                <a:spcPts val="0"/>
              </a:spcBef>
              <a:spcAft>
                <a:spcPts val="0"/>
              </a:spcAft>
              <a:defRPr sz="1900">
                <a:latin typeface="Arial" pitchFamily="34" charset="0"/>
                <a:cs typeface="Arial" pitchFamily="34" charset="0"/>
              </a:defRPr>
            </a:lvl4pPr>
            <a:lvl5pPr>
              <a:spcBef>
                <a:spcPts val="0"/>
              </a:spcBef>
              <a:spcAft>
                <a:spcPts val="0"/>
              </a:spcAft>
              <a:defRPr sz="1900">
                <a:latin typeface="Arial" pitchFamily="34" charset="0"/>
                <a:cs typeface="Arial" pitchFamily="34" charset="0"/>
              </a:defRPr>
            </a:lvl5pPr>
            <a:lvl6pPr marL="1360399" indent="-277749">
              <a:spcBef>
                <a:spcPts val="0"/>
              </a:spcBef>
              <a:spcAft>
                <a:spcPts val="0"/>
              </a:spcAft>
              <a:buSzPct val="70000"/>
              <a:defRPr sz="2100">
                <a:latin typeface="+mj-lt"/>
              </a:defRPr>
            </a:lvl6pPr>
            <a:lvl7pPr marL="1632478" indent="-272080">
              <a:spcBef>
                <a:spcPts val="0"/>
              </a:spcBef>
              <a:spcAft>
                <a:spcPts val="0"/>
              </a:spcAft>
              <a:buSzPct val="70000"/>
              <a:buFont typeface="Arial" pitchFamily="34" charset="0"/>
              <a:buChar char="–"/>
              <a:defRPr sz="2100" baseline="0">
                <a:latin typeface="+mj-lt"/>
              </a:defRPr>
            </a:lvl7pPr>
            <a:lvl8pPr marL="1904558" indent="-272080">
              <a:spcBef>
                <a:spcPts val="0"/>
              </a:spcBef>
              <a:spcAft>
                <a:spcPts val="0"/>
              </a:spcAft>
              <a:buSzPct val="70000"/>
              <a:defRPr sz="2100" baseline="0">
                <a:latin typeface="+mj-lt"/>
              </a:defRPr>
            </a:lvl8pPr>
            <a:lvl9pPr marL="2170970" indent="-266412">
              <a:spcBef>
                <a:spcPts val="0"/>
              </a:spcBef>
              <a:spcAft>
                <a:spcPts val="0"/>
              </a:spcAft>
              <a:buSzPct val="70000"/>
              <a:buFont typeface="Arial" pitchFamily="34" charset="0"/>
              <a:buChar char="–"/>
              <a:defRPr sz="2100">
                <a:latin typeface="+mj-lt"/>
              </a:defRPr>
            </a:lvl9pPr>
          </a:lstStyle>
          <a:p>
            <a:pPr marL="0" marR="0" lvl="0" indent="0" algn="l" defTabSz="1088319"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4</a:t>
            </a:r>
          </a:p>
          <a:p>
            <a:pPr marL="340100" lvl="1" indent="-340100" algn="l" defTabSz="1088319"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9" name="Picture Placeholder 22"/>
          <p:cNvSpPr>
            <a:spLocks noGrp="1"/>
          </p:cNvSpPr>
          <p:nvPr>
            <p:ph type="pic" sz="quarter" idx="24"/>
          </p:nvPr>
        </p:nvSpPr>
        <p:spPr bwMode="gray">
          <a:xfrm>
            <a:off x="6279815" y="4242784"/>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51" name="Text Placeholder 41"/>
          <p:cNvSpPr>
            <a:spLocks noGrp="1"/>
          </p:cNvSpPr>
          <p:nvPr>
            <p:ph type="body" sz="quarter" idx="25"/>
          </p:nvPr>
        </p:nvSpPr>
        <p:spPr bwMode="gray">
          <a:xfrm>
            <a:off x="641099" y="1270747"/>
            <a:ext cx="10962167" cy="323165"/>
          </a:xfrm>
        </p:spPr>
        <p:txBody>
          <a:bodyPr/>
          <a:lstStyle>
            <a:lvl1pPr>
              <a:buNone/>
              <a:defRPr lang="en-US" sz="2100" b="1" kern="1200" baseline="0" dirty="0" smtClean="0">
                <a:solidFill>
                  <a:schemeClr val="bg2"/>
                </a:solidFill>
                <a:latin typeface="Arial" pitchFamily="34" charset="0"/>
                <a:ea typeface="+mn-ea"/>
                <a:cs typeface="Arial" pitchFamily="34" charset="0"/>
              </a:defRPr>
            </a:lvl1pPr>
          </a:lstStyle>
          <a:p>
            <a:pPr marL="0" lvl="0" indent="0" algn="l" defTabSz="1088319"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1200200212"/>
      </p:ext>
    </p:extLst>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41101" y="1972131"/>
            <a:ext cx="10964283" cy="4163390"/>
          </a:xfrm>
        </p:spPr>
        <p:txBody>
          <a:bodyPr>
            <a:noAutofit/>
          </a:bodyPr>
          <a:lstStyle>
            <a:lvl1pPr marL="0" indent="0">
              <a:buNone/>
              <a:defRPr>
                <a:latin typeface="Arial" pitchFamily="34" charset="0"/>
                <a:cs typeface="Arial" pitchFamily="34" charset="0"/>
              </a:defRPr>
            </a:lvl1pPr>
          </a:lstStyle>
          <a:p>
            <a:r>
              <a:rPr lang="en-US"/>
              <a:t>Click icon to add table</a:t>
            </a:r>
            <a:endParaRPr lang="en-US" dirty="0"/>
          </a:p>
        </p:txBody>
      </p:sp>
      <p:sp>
        <p:nvSpPr>
          <p:cNvPr id="4" name="Title 1"/>
          <p:cNvSpPr>
            <a:spLocks noGrp="1"/>
          </p:cNvSpPr>
          <p:nvPr>
            <p:ph type="title"/>
          </p:nvPr>
        </p:nvSpPr>
        <p:spPr bwMode="gray">
          <a:xfrm>
            <a:off x="641099" y="727244"/>
            <a:ext cx="10964283" cy="4001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600" b="1" kern="1200" dirty="0">
                <a:solidFill>
                  <a:schemeClr val="tx2"/>
                </a:solidFill>
                <a:latin typeface="Arial" pitchFamily="34" charset="0"/>
                <a:ea typeface="+mj-ea"/>
                <a:cs typeface="Arial" pitchFamily="34" charset="0"/>
              </a:defRPr>
            </a:lvl1pPr>
          </a:lstStyle>
          <a:p>
            <a:pPr lvl="0" algn="l" defTabSz="1088319" rtl="0" eaLnBrk="1" fontAlgn="base" latinLnBrk="0" hangingPunct="1">
              <a:spcBef>
                <a:spcPct val="0"/>
              </a:spcBef>
              <a:spcAft>
                <a:spcPct val="0"/>
              </a:spcAft>
              <a:buNone/>
            </a:pPr>
            <a:r>
              <a:rPr lang="en-US"/>
              <a:t>Click to edit Master title style</a:t>
            </a:r>
            <a:endParaRPr lang="en-US" dirty="0"/>
          </a:p>
        </p:txBody>
      </p:sp>
      <p:sp>
        <p:nvSpPr>
          <p:cNvPr id="8" name="Text Placeholder 41"/>
          <p:cNvSpPr>
            <a:spLocks noGrp="1"/>
          </p:cNvSpPr>
          <p:nvPr>
            <p:ph type="body" sz="quarter" idx="13"/>
          </p:nvPr>
        </p:nvSpPr>
        <p:spPr bwMode="gray">
          <a:xfrm>
            <a:off x="641099" y="1270747"/>
            <a:ext cx="10962167" cy="323165"/>
          </a:xfrm>
        </p:spPr>
        <p:txBody>
          <a:bodyPr/>
          <a:lstStyle>
            <a:lvl1pPr>
              <a:buNone/>
              <a:defRPr lang="en-US" sz="2100" b="1" kern="1200" baseline="0" dirty="0" smtClean="0">
                <a:solidFill>
                  <a:schemeClr val="bg2"/>
                </a:solidFill>
                <a:latin typeface="Arial" pitchFamily="34" charset="0"/>
                <a:ea typeface="+mn-ea"/>
                <a:cs typeface="Arial" pitchFamily="34" charset="0"/>
              </a:defRPr>
            </a:lvl1pPr>
          </a:lstStyle>
          <a:p>
            <a:pPr marL="0" lvl="0" indent="0" algn="l" defTabSz="1088319"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3037484148"/>
      </p:ext>
    </p:extLst>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41101" y="1972132"/>
            <a:ext cx="10964283" cy="4163389"/>
          </a:xfrm>
        </p:spPr>
        <p:txBody>
          <a:bodyPr>
            <a:noAutofit/>
          </a:bodyPr>
          <a:lstStyle>
            <a:lvl1pPr marL="0" indent="0">
              <a:buNone/>
              <a:defRPr>
                <a:latin typeface="Arial" pitchFamily="34" charset="0"/>
                <a:cs typeface="Arial" pitchFamily="34" charset="0"/>
              </a:defRPr>
            </a:lvl1pPr>
          </a:lstStyle>
          <a:p>
            <a:r>
              <a:rPr lang="en-US"/>
              <a:t>Click icon to add chart</a:t>
            </a:r>
            <a:endParaRPr lang="en-US" dirty="0"/>
          </a:p>
        </p:txBody>
      </p:sp>
      <p:sp>
        <p:nvSpPr>
          <p:cNvPr id="4" name="Title 1"/>
          <p:cNvSpPr>
            <a:spLocks noGrp="1"/>
          </p:cNvSpPr>
          <p:nvPr>
            <p:ph type="title"/>
          </p:nvPr>
        </p:nvSpPr>
        <p:spPr bwMode="gray">
          <a:xfrm>
            <a:off x="641099" y="727244"/>
            <a:ext cx="10964283" cy="4001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600" b="1" kern="1200" dirty="0">
                <a:solidFill>
                  <a:schemeClr val="tx2"/>
                </a:solidFill>
                <a:latin typeface="Arial" pitchFamily="34" charset="0"/>
                <a:ea typeface="+mj-ea"/>
                <a:cs typeface="Arial" pitchFamily="34" charset="0"/>
              </a:defRPr>
            </a:lvl1pPr>
          </a:lstStyle>
          <a:p>
            <a:pPr lvl="0" algn="l" defTabSz="1088319"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099" y="1270747"/>
            <a:ext cx="10962167" cy="292388"/>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424048385"/>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21739" y="1527649"/>
            <a:ext cx="8969807" cy="58477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00" b="1" kern="1200" dirty="0">
                <a:solidFill>
                  <a:schemeClr val="tx2"/>
                </a:solidFill>
                <a:latin typeface="Arial" pitchFamily="34" charset="0"/>
                <a:ea typeface="+mj-ea"/>
                <a:cs typeface="Arial" pitchFamily="34" charset="0"/>
              </a:defRPr>
            </a:lvl1pPr>
          </a:lstStyle>
          <a:p>
            <a:pPr lvl="0" algn="l" defTabSz="1088319"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p:nvSpPr>
        <p:spPr bwMode="gray">
          <a:xfrm>
            <a:off x="1821741" y="3370293"/>
            <a:ext cx="9002897" cy="2813591"/>
          </a:xfrm>
          <a:prstGeom prst="rect">
            <a:avLst/>
          </a:prstGeom>
          <a:noFill/>
          <a:ln w="9525">
            <a:noFill/>
            <a:miter lim="800000"/>
            <a:headEnd/>
            <a:tailEnd/>
          </a:ln>
        </p:spPr>
        <p:txBody>
          <a:bodyPr wrap="square" lIns="0" tIns="0" rIns="0" bIns="0">
            <a:spAutoFit/>
          </a:bodyPr>
          <a:lstStyle/>
          <a:p>
            <a:pPr algn="just" defTabSz="1088319" fontAlgn="auto">
              <a:spcBef>
                <a:spcPts val="714"/>
              </a:spcBef>
              <a:spcAft>
                <a:spcPts val="0"/>
              </a:spcAft>
            </a:pPr>
            <a:r>
              <a:rPr lang="en-US" sz="1200" b="1" dirty="0">
                <a:solidFill>
                  <a:srgbClr val="6D6E71"/>
                </a:solidFill>
                <a:latin typeface="Arial"/>
              </a:rPr>
              <a:t>Disclaimer </a:t>
            </a:r>
          </a:p>
          <a:p>
            <a:pPr algn="just" defTabSz="1088319" fontAlgn="auto">
              <a:spcBef>
                <a:spcPts val="714"/>
              </a:spcBef>
              <a:spcAft>
                <a:spcPts val="0"/>
              </a:spcAft>
            </a:pPr>
            <a:r>
              <a:rPr lang="en-US" sz="1100" dirty="0">
                <a:solidFill>
                  <a:srgbClr val="6D6E71"/>
                </a:solidFill>
                <a:latin typeface="Arial"/>
              </a:rPr>
              <a:t>Tech Mahindra Limited, herein referred to as Tech Mahindra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 Mahindra or its subsidiaries. Any unauthorized use, disclosure or public dissemination of information contained herein is prohibited. Unless specifically noted, Tech Mahindra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 Mahindra. Information contained in a presentation hosted or promoted by Tech Mahindra is provided “as is” without warranty of any kind, either expressed or implied, including any warranty of merchantability or fitness for a particular purpose. Tech Mahindra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21740" y="2140665"/>
            <a:ext cx="8975995" cy="323165"/>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1088319" rtl="0" eaLnBrk="1" fontAlgn="base" latinLnBrk="0" hangingPunct="1">
              <a:spcBef>
                <a:spcPts val="0"/>
              </a:spcBef>
              <a:spcAft>
                <a:spcPct val="0"/>
              </a:spcAft>
              <a:buClr>
                <a:schemeClr val="tx2"/>
              </a:buClr>
              <a:buFont typeface="Arial" pitchFamily="34" charset="0"/>
              <a:buNone/>
              <a:defRPr lang="en-US" sz="21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435980110"/>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3" name="Rectangle 2"/>
          <p:cNvSpPr/>
          <p:nvPr/>
        </p:nvSpPr>
        <p:spPr bwMode="gray">
          <a:xfrm>
            <a:off x="0" y="0"/>
            <a:ext cx="12187238" cy="6859588"/>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lIns="108832" tIns="54416" rIns="108832" bIns="54416" rtlCol="0" anchor="ctr"/>
          <a:lstStyle/>
          <a:p>
            <a:pPr algn="ctr" defTabSz="1088319" fontAlgn="auto">
              <a:spcBef>
                <a:spcPts val="0"/>
              </a:spcBef>
              <a:spcAft>
                <a:spcPts val="0"/>
              </a:spcAft>
            </a:pPr>
            <a:endParaRPr lang="en-US" sz="2100">
              <a:solidFill>
                <a:prstClr val="black"/>
              </a:solidFill>
            </a:endParaRPr>
          </a:p>
        </p:txBody>
      </p:sp>
      <p:pic>
        <p:nvPicPr>
          <p:cNvPr id="4" name="Picture 3" descr="Mahindra Logo.png"/>
          <p:cNvPicPr>
            <a:picLocks noChangeAspect="1"/>
          </p:cNvPicPr>
          <p:nvPr/>
        </p:nvPicPr>
        <p:blipFill>
          <a:blip r:embed="rId2" cstate="print"/>
          <a:stretch>
            <a:fillRect/>
          </a:stretch>
        </p:blipFill>
        <p:spPr bwMode="gray">
          <a:xfrm>
            <a:off x="2620599" y="2717856"/>
            <a:ext cx="7196320" cy="1491368"/>
          </a:xfrm>
          <a:prstGeom prst="rect">
            <a:avLst/>
          </a:prstGeom>
        </p:spPr>
      </p:pic>
    </p:spTree>
    <p:extLst>
      <p:ext uri="{BB962C8B-B14F-4D97-AF65-F5344CB8AC3E}">
        <p14:creationId xmlns:p14="http://schemas.microsoft.com/office/powerpoint/2010/main" val="693497078"/>
      </p:ext>
    </p:extLst>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008316235"/>
      </p:ext>
    </p:extLst>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stretch>
            <a:fillRect/>
          </a:stretch>
        </p:blipFill>
        <p:spPr bwMode="ltGray">
          <a:xfrm>
            <a:off x="1076" y="22"/>
            <a:ext cx="5289698" cy="1443544"/>
          </a:xfrm>
          <a:prstGeom prst="rect">
            <a:avLst/>
          </a:prstGeom>
        </p:spPr>
      </p:pic>
      <p:sp>
        <p:nvSpPr>
          <p:cNvPr id="10" name="Slide Number Placeholder 5"/>
          <p:cNvSpPr txBox="1">
            <a:spLocks/>
          </p:cNvSpPr>
          <p:nvPr userDrawn="1"/>
        </p:nvSpPr>
        <p:spPr bwMode="auto">
          <a:xfrm>
            <a:off x="11796584" y="6607928"/>
            <a:ext cx="171521" cy="169277"/>
          </a:xfrm>
          <a:prstGeom prst="rect">
            <a:avLst/>
          </a:prstGeom>
          <a:noFill/>
          <a:ln w="9525">
            <a:noFill/>
            <a:miter lim="800000"/>
            <a:headEnd/>
            <a:tailEnd/>
          </a:ln>
        </p:spPr>
        <p:txBody>
          <a:bodyPr wrap="none" lIns="0" tIns="0" rIns="0" bIns="0" anchor="ctr">
            <a:spAutoFit/>
          </a:bodyPr>
          <a:lstStyle/>
          <a:p>
            <a:pPr algn="r" defTabSz="906880" fontAlgn="auto">
              <a:spcBef>
                <a:spcPts val="0"/>
              </a:spcBef>
              <a:spcAft>
                <a:spcPts val="0"/>
              </a:spcAft>
              <a:defRPr/>
            </a:pPr>
            <a:fld id="{6856ECDB-1CEE-4F69-ADCA-557460F2116E}" type="slidenum">
              <a:rPr lang="en-US" sz="1100" smtClean="0">
                <a:solidFill>
                  <a:srgbClr val="6D6E71"/>
                </a:solidFill>
                <a:latin typeface="Arial"/>
              </a:rPr>
              <a:pPr algn="r" defTabSz="906880" fontAlgn="auto">
                <a:spcBef>
                  <a:spcPts val="0"/>
                </a:spcBef>
                <a:spcAft>
                  <a:spcPts val="0"/>
                </a:spcAft>
                <a:defRPr/>
              </a:pPr>
              <a:t>‹#›</a:t>
            </a:fld>
            <a:endParaRPr lang="en-US" sz="1100" dirty="0">
              <a:solidFill>
                <a:srgbClr val="6D6E71"/>
              </a:solidFill>
              <a:latin typeface="Arial"/>
            </a:endParaRPr>
          </a:p>
        </p:txBody>
      </p:sp>
      <p:pic>
        <p:nvPicPr>
          <p:cNvPr id="7" name="Picture 6" descr="Mahindra Logo.png"/>
          <p:cNvPicPr>
            <a:picLocks noChangeAspect="1"/>
          </p:cNvPicPr>
          <p:nvPr userDrawn="1"/>
        </p:nvPicPr>
        <p:blipFill>
          <a:blip r:embed="rId3" cstate="email"/>
          <a:stretch>
            <a:fillRect/>
          </a:stretch>
        </p:blipFill>
        <p:spPr bwMode="gray">
          <a:xfrm>
            <a:off x="8436570" y="476813"/>
            <a:ext cx="3168812" cy="656705"/>
          </a:xfrm>
          <a:prstGeom prst="rect">
            <a:avLst/>
          </a:prstGeom>
        </p:spPr>
      </p:pic>
    </p:spTree>
    <p:extLst>
      <p:ext uri="{BB962C8B-B14F-4D97-AF65-F5344CB8AC3E}">
        <p14:creationId xmlns:p14="http://schemas.microsoft.com/office/powerpoint/2010/main" val="2944241813"/>
      </p:ext>
    </p:extLst>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p:cSld name="2_Title Slide">
    <p:spTree>
      <p:nvGrpSpPr>
        <p:cNvPr id="1" name=""/>
        <p:cNvGrpSpPr/>
        <p:nvPr/>
      </p:nvGrpSpPr>
      <p:grpSpPr>
        <a:xfrm>
          <a:off x="0" y="0"/>
          <a:ext cx="0" cy="0"/>
          <a:chOff x="0" y="0"/>
          <a:chExt cx="0" cy="0"/>
        </a:xfrm>
      </p:grpSpPr>
      <p:pic>
        <p:nvPicPr>
          <p:cNvPr id="6" name="Picture 2"/>
          <p:cNvPicPr>
            <a:picLocks noChangeAspect="1" noChangeArrowheads="1"/>
          </p:cNvPicPr>
          <p:nvPr userDrawn="1"/>
        </p:nvPicPr>
        <p:blipFill rotWithShape="1">
          <a:blip r:embed="rId2" cstate="email">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bwMode="auto">
          <a:xfrm>
            <a:off x="0" y="-1"/>
            <a:ext cx="12187238" cy="68595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61550092"/>
      </p:ext>
    </p:extLst>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userDrawn="1">
  <p:cSld name="8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14" y="719370"/>
            <a:ext cx="10962166"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00861"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0" y="6630968"/>
            <a:ext cx="5278689" cy="123111"/>
          </a:xfrm>
          <a:prstGeom prst="rect">
            <a:avLst/>
          </a:prstGeom>
          <a:noFill/>
          <a:ln w="9525">
            <a:noFill/>
            <a:miter lim="800000"/>
            <a:headEnd/>
            <a:tailEnd/>
          </a:ln>
        </p:spPr>
        <p:txBody>
          <a:bodyPr wrap="none" lIns="0" tIns="0" rIns="0" bIns="0">
            <a:spAutoFit/>
          </a:bodyPr>
          <a:lstStyle/>
          <a:p>
            <a:pPr defTabSz="900861">
              <a:defRPr/>
            </a:pPr>
            <a:r>
              <a:rPr lang="en-US" sz="800" dirty="0">
                <a:solidFill>
                  <a:srgbClr val="6D6E71"/>
                </a:solidFill>
              </a:rPr>
              <a:t> The contents in this document are </a:t>
            </a:r>
            <a:r>
              <a:rPr lang="en-US" sz="800" dirty="0">
                <a:solidFill>
                  <a:prstClr val="white">
                    <a:lumMod val="50000"/>
                  </a:prstClr>
                </a:solidFill>
                <a:ea typeface="Times New Roman"/>
              </a:rPr>
              <a:t>Confidential &amp; Proprietary</a:t>
            </a:r>
            <a:r>
              <a:rPr lang="en-US" sz="800" dirty="0">
                <a:solidFill>
                  <a:prstClr val="white">
                    <a:lumMod val="50000"/>
                  </a:prstClr>
                </a:solidFill>
              </a:rPr>
              <a:t>. </a:t>
            </a:r>
            <a:r>
              <a:rPr lang="en-US" sz="800" dirty="0">
                <a:solidFill>
                  <a:srgbClr val="6D6E71"/>
                </a:solidFill>
              </a:rPr>
              <a:t>Copyright © 2015 Tech Mahindra. All rights reserved.</a:t>
            </a:r>
          </a:p>
        </p:txBody>
      </p:sp>
      <p:sp>
        <p:nvSpPr>
          <p:cNvPr id="6" name="Slide Number Placeholder 5"/>
          <p:cNvSpPr txBox="1">
            <a:spLocks/>
          </p:cNvSpPr>
          <p:nvPr userDrawn="1"/>
        </p:nvSpPr>
        <p:spPr bwMode="auto">
          <a:xfrm>
            <a:off x="11810974" y="6615597"/>
            <a:ext cx="157094" cy="153888"/>
          </a:xfrm>
          <a:prstGeom prst="rect">
            <a:avLst/>
          </a:prstGeom>
          <a:noFill/>
          <a:ln w="9525">
            <a:noFill/>
            <a:miter lim="800000"/>
            <a:headEnd/>
            <a:tailEnd/>
          </a:ln>
        </p:spPr>
        <p:txBody>
          <a:bodyPr wrap="none" lIns="0" tIns="0" rIns="0" bIns="0" anchor="ctr">
            <a:spAutoFit/>
          </a:bodyPr>
          <a:lstStyle/>
          <a:p>
            <a:pPr algn="r" defTabSz="900861">
              <a:defRPr/>
            </a:pPr>
            <a:fld id="{6856ECDB-1CEE-4F69-ADCA-557460F2116E}" type="slidenum">
              <a:rPr lang="en-US" sz="1000">
                <a:solidFill>
                  <a:srgbClr val="6D6E71"/>
                </a:solidFill>
              </a:rPr>
              <a:pPr algn="r" defTabSz="900861">
                <a:defRPr/>
              </a:pPr>
              <a:t>‹#›</a:t>
            </a:fld>
            <a:endParaRPr lang="en-US" sz="1000" dirty="0">
              <a:solidFill>
                <a:srgbClr val="6D6E71"/>
              </a:solidFil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4" y="1"/>
            <a:ext cx="3025650" cy="825691"/>
          </a:xfrm>
          <a:prstGeom prst="rect">
            <a:avLst/>
          </a:prstGeom>
        </p:spPr>
      </p:pic>
    </p:spTree>
    <p:extLst>
      <p:ext uri="{BB962C8B-B14F-4D97-AF65-F5344CB8AC3E}">
        <p14:creationId xmlns:p14="http://schemas.microsoft.com/office/powerpoint/2010/main" val="141077329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56.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6" y="1972148"/>
            <a:ext cx="5435592" cy="4163389"/>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49092" y="1972157"/>
            <a:ext cx="5126679" cy="1769715"/>
          </a:xfrm>
          <a:ln>
            <a:noFill/>
          </a:ln>
        </p:spPr>
        <p:txBody>
          <a:bodyPr wrap="square" lIns="0" tIns="0" rIns="0" bIns="0">
            <a:spAutoFit/>
          </a:bodyPr>
          <a:lstStyle>
            <a:lvl1pPr>
              <a:spcBef>
                <a:spcPts val="0"/>
              </a:spcBef>
              <a:spcAft>
                <a:spcPts val="0"/>
              </a:spcAft>
              <a:defRPr lang="en-US" sz="23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300" b="0" kern="1200" baseline="0" dirty="0" smtClean="0">
                <a:solidFill>
                  <a:schemeClr val="tx1"/>
                </a:solidFill>
                <a:latin typeface="+mn-lt"/>
                <a:ea typeface="+mn-ea"/>
                <a:cs typeface="Arial" pitchFamily="34" charset="0"/>
              </a:defRPr>
            </a:lvl2pPr>
            <a:lvl3pPr>
              <a:spcBef>
                <a:spcPts val="0"/>
              </a:spcBef>
              <a:spcAft>
                <a:spcPts val="0"/>
              </a:spcAft>
              <a:defRPr lang="en-US" sz="23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3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300" b="0" kern="1200" baseline="0" dirty="0" smtClean="0">
                <a:solidFill>
                  <a:schemeClr val="tx1"/>
                </a:solidFill>
                <a:latin typeface="Arial" pitchFamily="34" charset="0"/>
                <a:ea typeface="+mn-ea"/>
                <a:cs typeface="Arial" pitchFamily="34" charset="0"/>
              </a:defRPr>
            </a:lvl5pPr>
            <a:lvl6pPr marL="1464300" indent="-298961">
              <a:spcBef>
                <a:spcPts val="0"/>
              </a:spcBef>
              <a:spcAft>
                <a:spcPts val="0"/>
              </a:spcAft>
              <a:buSzPct val="70000"/>
              <a:defRPr lang="en-US" sz="2300" kern="1200" dirty="0" smtClean="0">
                <a:solidFill>
                  <a:schemeClr val="tx1"/>
                </a:solidFill>
                <a:latin typeface="Arial" pitchFamily="34" charset="0"/>
                <a:ea typeface="+mn-ea"/>
                <a:cs typeface="Arial" pitchFamily="34" charset="0"/>
              </a:defRPr>
            </a:lvl6pPr>
            <a:lvl7pPr marL="1757163" indent="-292862">
              <a:spcBef>
                <a:spcPts val="0"/>
              </a:spcBef>
              <a:spcAft>
                <a:spcPts val="0"/>
              </a:spcAft>
              <a:buSzPct val="70000"/>
              <a:buFont typeface="Arial" pitchFamily="34" charset="0"/>
              <a:buChar char="–"/>
              <a:defRPr sz="2300" baseline="0">
                <a:latin typeface="+mj-lt"/>
              </a:defRPr>
            </a:lvl7pPr>
            <a:lvl8pPr marL="2050022" indent="-292862">
              <a:spcBef>
                <a:spcPts val="0"/>
              </a:spcBef>
              <a:spcAft>
                <a:spcPts val="0"/>
              </a:spcAft>
              <a:buSzPct val="70000"/>
              <a:defRPr sz="2300" baseline="0">
                <a:latin typeface="+mj-lt"/>
              </a:defRPr>
            </a:lvl8pPr>
            <a:lvl9pPr marL="2336780" indent="-286762">
              <a:spcBef>
                <a:spcPts val="0"/>
              </a:spcBef>
              <a:spcAft>
                <a:spcPts val="0"/>
              </a:spcAft>
              <a:buSzPct val="70000"/>
              <a:buFont typeface="Arial" pitchFamily="34" charset="0"/>
              <a:buChar char="–"/>
              <a:defRPr sz="2300">
                <a:latin typeface="+mj-lt"/>
              </a:defRPr>
            </a:lvl9pPr>
          </a:lstStyle>
          <a:p>
            <a:pPr marL="372180" lvl="0" indent="-372180" algn="l" defTabSz="117144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32149" lvl="2" indent="-357940" algn="l" defTabSz="117144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90091" lvl="3" indent="-357940" algn="l" defTabSz="117144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56168" lvl="4" indent="-366074" algn="l" defTabSz="1195844"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8517" lvl="5" indent="-366074" algn="l" defTabSz="1171442"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123" y="727258"/>
            <a:ext cx="10964283" cy="63094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100" b="1" kern="1200" dirty="0">
                <a:solidFill>
                  <a:schemeClr val="tx2"/>
                </a:solidFill>
                <a:latin typeface="Arial" pitchFamily="34" charset="0"/>
                <a:ea typeface="+mj-ea"/>
                <a:cs typeface="Arial" pitchFamily="34" charset="0"/>
              </a:defRPr>
            </a:lvl1pPr>
          </a:lstStyle>
          <a:p>
            <a:pPr lvl="0" algn="l" defTabSz="1171442"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11" y="1270763"/>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555278784"/>
      </p:ext>
    </p:extLst>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p:cSld name="9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2" y="719304"/>
            <a:ext cx="10962166" cy="47705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100" b="1" kern="1200" dirty="0">
                <a:solidFill>
                  <a:schemeClr val="tx2"/>
                </a:solidFill>
                <a:latin typeface="Arial" pitchFamily="34" charset="0"/>
                <a:ea typeface="+mj-ea"/>
                <a:cs typeface="Arial" pitchFamily="34" charset="0"/>
              </a:defRPr>
            </a:lvl1pPr>
          </a:lstStyle>
          <a:p>
            <a:pPr lvl="0" algn="l" defTabSz="1171442"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11" y="1972157"/>
            <a:ext cx="10962167" cy="1769715"/>
          </a:xfrm>
        </p:spPr>
        <p:txBody>
          <a:bodyPr wrap="square">
            <a:spAutoFit/>
          </a:bodyPr>
          <a:lstStyle>
            <a:lvl1pPr algn="l" rtl="0" eaLnBrk="1" latinLnBrk="0" hangingPunct="1">
              <a:spcBef>
                <a:spcPts val="0"/>
              </a:spcBef>
              <a:spcAft>
                <a:spcPts val="0"/>
              </a:spcAft>
              <a:buClr>
                <a:schemeClr val="bg2"/>
              </a:buClr>
              <a:buSzPct val="120000"/>
              <a:defRPr lang="en-US" sz="23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3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5pPr>
            <a:lvl6pPr marL="1838517" indent="-366074">
              <a:spcBef>
                <a:spcPts val="0"/>
              </a:spcBef>
              <a:spcAft>
                <a:spcPts val="0"/>
              </a:spcAft>
              <a:buClr>
                <a:schemeClr val="tx2"/>
              </a:buClr>
              <a:buSzPct val="70000"/>
              <a:buFont typeface="Wingdings" pitchFamily="2" charset="2"/>
              <a:buChar char="§"/>
              <a:defRPr lang="en-US" sz="2300" kern="1200" dirty="0" smtClean="0">
                <a:solidFill>
                  <a:schemeClr val="tx1"/>
                </a:solidFill>
                <a:latin typeface="Arial" pitchFamily="34" charset="0"/>
                <a:ea typeface="+mn-ea"/>
                <a:cs typeface="Arial" pitchFamily="34" charset="0"/>
              </a:defRPr>
            </a:lvl6pPr>
            <a:lvl7pPr marL="2196451" indent="-349806">
              <a:spcBef>
                <a:spcPts val="0"/>
              </a:spcBef>
              <a:spcAft>
                <a:spcPts val="0"/>
              </a:spcAft>
              <a:buClr>
                <a:schemeClr val="tx2"/>
              </a:buClr>
              <a:buSzPct val="70000"/>
              <a:buFont typeface="Arial" pitchFamily="34" charset="0"/>
              <a:buChar char="–"/>
              <a:defRPr sz="2300" baseline="0">
                <a:solidFill>
                  <a:schemeClr val="tx1"/>
                </a:solidFill>
                <a:latin typeface="+mn-lt"/>
                <a:cs typeface="Arial" pitchFamily="34" charset="0"/>
              </a:defRPr>
            </a:lvl7pPr>
            <a:lvl8pPr marL="2050022" indent="-292862">
              <a:spcBef>
                <a:spcPts val="0"/>
              </a:spcBef>
              <a:spcAft>
                <a:spcPts val="0"/>
              </a:spcAft>
              <a:buSzPct val="70000"/>
              <a:defRPr sz="2300" baseline="0">
                <a:latin typeface="Arial" pitchFamily="34" charset="0"/>
                <a:cs typeface="Arial" pitchFamily="34" charset="0"/>
              </a:defRPr>
            </a:lvl8pPr>
            <a:lvl9pPr marL="2336780" indent="-286762">
              <a:spcBef>
                <a:spcPts val="0"/>
              </a:spcBef>
              <a:spcAft>
                <a:spcPts val="0"/>
              </a:spcAft>
              <a:buSzPct val="70000"/>
              <a:buFont typeface="Arial" pitchFamily="34" charset="0"/>
              <a:buChar char="–"/>
              <a:defRPr sz="2300">
                <a:latin typeface="Arial" pitchFamily="34" charset="0"/>
                <a:cs typeface="Arial" pitchFamily="34" charset="0"/>
              </a:defRPr>
            </a:lvl9pPr>
          </a:lstStyle>
          <a:p>
            <a:pPr marL="372180" lvl="0" indent="-372180" algn="l" defTabSz="117144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32149" lvl="2" indent="-357940" algn="l" defTabSz="117144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90091" lvl="3" indent="-357940" algn="l" defTabSz="117144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56168" lvl="4" indent="-366074" algn="l" defTabSz="1195844"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8517" lvl="5" indent="-366074" algn="l" defTabSz="1171442"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111" y="1146050"/>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36033997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58.xml><?xml version="1.0" encoding="utf-8"?>
<p:sldLayout xmlns:a="http://schemas.openxmlformats.org/drawingml/2006/main" xmlns:r="http://schemas.openxmlformats.org/officeDocument/2006/relationships" xmlns:p="http://schemas.openxmlformats.org/presentationml/2006/main" userDrawn="1">
  <p:cSld name="12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02" y="719324"/>
            <a:ext cx="10962166" cy="63094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100" b="1" kern="1200" dirty="0">
                <a:solidFill>
                  <a:schemeClr val="tx2"/>
                </a:solidFill>
                <a:latin typeface="Arial" pitchFamily="34" charset="0"/>
                <a:ea typeface="+mj-ea"/>
                <a:cs typeface="Arial" pitchFamily="34" charset="0"/>
              </a:defRPr>
            </a:lvl1pPr>
          </a:lstStyle>
          <a:p>
            <a:pPr lvl="0" algn="l" defTabSz="1170408"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5" y="6630945"/>
            <a:ext cx="6522619" cy="153888"/>
          </a:xfrm>
          <a:prstGeom prst="rect">
            <a:avLst/>
          </a:prstGeom>
          <a:noFill/>
          <a:ln w="9525">
            <a:noFill/>
            <a:miter lim="800000"/>
            <a:headEnd/>
            <a:tailEnd/>
          </a:ln>
        </p:spPr>
        <p:txBody>
          <a:bodyPr wrap="none" lIns="0" tIns="0" rIns="0" bIns="0">
            <a:spAutoFit/>
          </a:bodyPr>
          <a:lstStyle/>
          <a:p>
            <a:pPr defTabSz="1170408" fontAlgn="auto">
              <a:spcBef>
                <a:spcPts val="0"/>
              </a:spcBef>
              <a:spcAft>
                <a:spcPts val="0"/>
              </a:spcAft>
              <a:defRPr/>
            </a:pPr>
            <a:r>
              <a:rPr lang="en-US" sz="1000" dirty="0">
                <a:solidFill>
                  <a:srgbClr val="6D6E71"/>
                </a:solidFill>
                <a:latin typeface="Arial"/>
              </a:rPr>
              <a:t> The contents in this document are </a:t>
            </a:r>
            <a:r>
              <a:rPr lang="en-US" sz="1000" dirty="0">
                <a:solidFill>
                  <a:prstClr val="white">
                    <a:lumMod val="50000"/>
                  </a:prstClr>
                </a:solidFill>
                <a:latin typeface="Arial"/>
                <a:ea typeface="Times New Roman"/>
              </a:rPr>
              <a:t>Confidential &amp; Proprietary</a:t>
            </a:r>
            <a:r>
              <a:rPr lang="en-US" sz="1000" dirty="0">
                <a:solidFill>
                  <a:prstClr val="white">
                    <a:lumMod val="50000"/>
                  </a:prstClr>
                </a:solidFill>
                <a:latin typeface="Arial"/>
              </a:rPr>
              <a:t>. </a:t>
            </a:r>
            <a:r>
              <a:rPr lang="en-US" sz="1000" dirty="0">
                <a:solidFill>
                  <a:srgbClr val="6D6E71"/>
                </a:solidFill>
                <a:latin typeface="Arial"/>
              </a:rPr>
              <a:t>Copyright © 2015 Tech Mahindra. All rights reserved.</a:t>
            </a:r>
          </a:p>
        </p:txBody>
      </p:sp>
      <p:sp>
        <p:nvSpPr>
          <p:cNvPr id="6" name="Slide Number Placeholder 5"/>
          <p:cNvSpPr txBox="1">
            <a:spLocks/>
          </p:cNvSpPr>
          <p:nvPr userDrawn="1"/>
        </p:nvSpPr>
        <p:spPr bwMode="auto">
          <a:xfrm>
            <a:off x="11762888" y="6592506"/>
            <a:ext cx="205184" cy="200055"/>
          </a:xfrm>
          <a:prstGeom prst="rect">
            <a:avLst/>
          </a:prstGeom>
          <a:noFill/>
          <a:ln w="9525">
            <a:noFill/>
            <a:miter lim="800000"/>
            <a:headEnd/>
            <a:tailEnd/>
          </a:ln>
        </p:spPr>
        <p:txBody>
          <a:bodyPr wrap="none" lIns="0" tIns="0" rIns="0" bIns="0" anchor="ctr">
            <a:spAutoFit/>
          </a:bodyPr>
          <a:lstStyle/>
          <a:p>
            <a:pPr algn="r" defTabSz="1170408" fontAlgn="auto">
              <a:spcBef>
                <a:spcPts val="0"/>
              </a:spcBef>
              <a:spcAft>
                <a:spcPts val="0"/>
              </a:spcAft>
              <a:defRPr/>
            </a:pPr>
            <a:fld id="{6856ECDB-1CEE-4F69-ADCA-557460F2116E}" type="slidenum">
              <a:rPr lang="en-US" sz="1300">
                <a:solidFill>
                  <a:srgbClr val="6D6E71"/>
                </a:solidFill>
                <a:latin typeface="Arial"/>
              </a:rPr>
              <a:pPr algn="r" defTabSz="1170408" fontAlgn="auto">
                <a:spcBef>
                  <a:spcPts val="0"/>
                </a:spcBef>
                <a:spcAft>
                  <a:spcPts val="0"/>
                </a:spcAft>
                <a:defRPr/>
              </a:pPr>
              <a:t>‹#›</a:t>
            </a:fld>
            <a:endParaRPr lang="en-US" sz="13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2" y="17"/>
            <a:ext cx="3025650" cy="825692"/>
          </a:xfrm>
          <a:prstGeom prst="rect">
            <a:avLst/>
          </a:prstGeom>
        </p:spPr>
      </p:pic>
    </p:spTree>
    <p:extLst>
      <p:ext uri="{BB962C8B-B14F-4D97-AF65-F5344CB8AC3E}">
        <p14:creationId xmlns:p14="http://schemas.microsoft.com/office/powerpoint/2010/main" val="92794179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59.xml><?xml version="1.0" encoding="utf-8"?>
<p:sldLayout xmlns:a="http://schemas.openxmlformats.org/drawingml/2006/main" xmlns:r="http://schemas.openxmlformats.org/officeDocument/2006/relationships" xmlns:p="http://schemas.openxmlformats.org/presentationml/2006/main" userDrawn="1">
  <p:cSld name="13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02" y="719324"/>
            <a:ext cx="10962166" cy="63094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100" b="1" kern="1200" dirty="0">
                <a:solidFill>
                  <a:schemeClr val="tx2"/>
                </a:solidFill>
                <a:latin typeface="Arial" pitchFamily="34" charset="0"/>
                <a:ea typeface="+mj-ea"/>
                <a:cs typeface="Arial" pitchFamily="34" charset="0"/>
              </a:defRPr>
            </a:lvl1pPr>
          </a:lstStyle>
          <a:p>
            <a:pPr lvl="0" algn="l" defTabSz="1170408"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5" y="6630945"/>
            <a:ext cx="6522619" cy="153888"/>
          </a:xfrm>
          <a:prstGeom prst="rect">
            <a:avLst/>
          </a:prstGeom>
          <a:noFill/>
          <a:ln w="9525">
            <a:noFill/>
            <a:miter lim="800000"/>
            <a:headEnd/>
            <a:tailEnd/>
          </a:ln>
        </p:spPr>
        <p:txBody>
          <a:bodyPr wrap="none" lIns="0" tIns="0" rIns="0" bIns="0">
            <a:spAutoFit/>
          </a:bodyPr>
          <a:lstStyle/>
          <a:p>
            <a:pPr defTabSz="1170408" fontAlgn="auto">
              <a:spcBef>
                <a:spcPts val="0"/>
              </a:spcBef>
              <a:spcAft>
                <a:spcPts val="0"/>
              </a:spcAft>
              <a:defRPr/>
            </a:pPr>
            <a:r>
              <a:rPr lang="en-US" sz="1000" dirty="0">
                <a:solidFill>
                  <a:srgbClr val="6D6E71"/>
                </a:solidFill>
                <a:latin typeface="Arial"/>
              </a:rPr>
              <a:t> The contents in this document are </a:t>
            </a:r>
            <a:r>
              <a:rPr lang="en-US" sz="1000" dirty="0">
                <a:solidFill>
                  <a:prstClr val="white">
                    <a:lumMod val="50000"/>
                  </a:prstClr>
                </a:solidFill>
                <a:latin typeface="Arial"/>
                <a:ea typeface="Times New Roman"/>
              </a:rPr>
              <a:t>Confidential &amp; Proprietary</a:t>
            </a:r>
            <a:r>
              <a:rPr lang="en-US" sz="1000" dirty="0">
                <a:solidFill>
                  <a:prstClr val="white">
                    <a:lumMod val="50000"/>
                  </a:prstClr>
                </a:solidFill>
                <a:latin typeface="Arial"/>
              </a:rPr>
              <a:t>. </a:t>
            </a:r>
            <a:r>
              <a:rPr lang="en-US" sz="1000" dirty="0">
                <a:solidFill>
                  <a:srgbClr val="6D6E71"/>
                </a:solidFill>
                <a:latin typeface="Arial"/>
              </a:rPr>
              <a:t>Copyright © 2015 Tech Mahindra. All rights reserved.</a:t>
            </a:r>
          </a:p>
        </p:txBody>
      </p:sp>
      <p:sp>
        <p:nvSpPr>
          <p:cNvPr id="6" name="Slide Number Placeholder 5"/>
          <p:cNvSpPr txBox="1">
            <a:spLocks/>
          </p:cNvSpPr>
          <p:nvPr userDrawn="1"/>
        </p:nvSpPr>
        <p:spPr bwMode="auto">
          <a:xfrm>
            <a:off x="11762888" y="6592506"/>
            <a:ext cx="205184" cy="200055"/>
          </a:xfrm>
          <a:prstGeom prst="rect">
            <a:avLst/>
          </a:prstGeom>
          <a:noFill/>
          <a:ln w="9525">
            <a:noFill/>
            <a:miter lim="800000"/>
            <a:headEnd/>
            <a:tailEnd/>
          </a:ln>
        </p:spPr>
        <p:txBody>
          <a:bodyPr wrap="none" lIns="0" tIns="0" rIns="0" bIns="0" anchor="ctr">
            <a:spAutoFit/>
          </a:bodyPr>
          <a:lstStyle/>
          <a:p>
            <a:pPr algn="r" defTabSz="1170408" fontAlgn="auto">
              <a:spcBef>
                <a:spcPts val="0"/>
              </a:spcBef>
              <a:spcAft>
                <a:spcPts val="0"/>
              </a:spcAft>
              <a:defRPr/>
            </a:pPr>
            <a:fld id="{6856ECDB-1CEE-4F69-ADCA-557460F2116E}" type="slidenum">
              <a:rPr lang="en-US" sz="1300">
                <a:solidFill>
                  <a:srgbClr val="6D6E71"/>
                </a:solidFill>
                <a:latin typeface="Arial"/>
              </a:rPr>
              <a:pPr algn="r" defTabSz="1170408" fontAlgn="auto">
                <a:spcBef>
                  <a:spcPts val="0"/>
                </a:spcBef>
                <a:spcAft>
                  <a:spcPts val="0"/>
                </a:spcAft>
                <a:defRPr/>
              </a:pPr>
              <a:t>‹#›</a:t>
            </a:fld>
            <a:endParaRPr lang="en-US" sz="13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2" y="17"/>
            <a:ext cx="3025650" cy="825692"/>
          </a:xfrm>
          <a:prstGeom prst="rect">
            <a:avLst/>
          </a:prstGeom>
        </p:spPr>
      </p:pic>
    </p:spTree>
    <p:extLst>
      <p:ext uri="{BB962C8B-B14F-4D97-AF65-F5344CB8AC3E}">
        <p14:creationId xmlns:p14="http://schemas.microsoft.com/office/powerpoint/2010/main" val="152438791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60.xml><?xml version="1.0" encoding="utf-8"?>
<p:sldLayout xmlns:a="http://schemas.openxmlformats.org/drawingml/2006/main" xmlns:r="http://schemas.openxmlformats.org/officeDocument/2006/relationships" xmlns:p="http://schemas.openxmlformats.org/presentationml/2006/main" userDrawn="1">
  <p:cSld name="14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02" y="719324"/>
            <a:ext cx="10962166" cy="63094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100" b="1" kern="1200" dirty="0">
                <a:solidFill>
                  <a:schemeClr val="tx2"/>
                </a:solidFill>
                <a:latin typeface="Arial" pitchFamily="34" charset="0"/>
                <a:ea typeface="+mj-ea"/>
                <a:cs typeface="Arial" pitchFamily="34" charset="0"/>
              </a:defRPr>
            </a:lvl1pPr>
          </a:lstStyle>
          <a:p>
            <a:pPr lvl="0" algn="l" defTabSz="1170408"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5" y="6630945"/>
            <a:ext cx="6522619" cy="153888"/>
          </a:xfrm>
          <a:prstGeom prst="rect">
            <a:avLst/>
          </a:prstGeom>
          <a:noFill/>
          <a:ln w="9525">
            <a:noFill/>
            <a:miter lim="800000"/>
            <a:headEnd/>
            <a:tailEnd/>
          </a:ln>
        </p:spPr>
        <p:txBody>
          <a:bodyPr wrap="none" lIns="0" tIns="0" rIns="0" bIns="0">
            <a:spAutoFit/>
          </a:bodyPr>
          <a:lstStyle/>
          <a:p>
            <a:pPr defTabSz="1170408" fontAlgn="auto">
              <a:spcBef>
                <a:spcPts val="0"/>
              </a:spcBef>
              <a:spcAft>
                <a:spcPts val="0"/>
              </a:spcAft>
              <a:defRPr/>
            </a:pPr>
            <a:r>
              <a:rPr lang="en-US" sz="1000" dirty="0">
                <a:solidFill>
                  <a:srgbClr val="6D6E71"/>
                </a:solidFill>
                <a:latin typeface="Arial"/>
              </a:rPr>
              <a:t> The contents in this document are </a:t>
            </a:r>
            <a:r>
              <a:rPr lang="en-US" sz="1000" dirty="0">
                <a:solidFill>
                  <a:prstClr val="white">
                    <a:lumMod val="50000"/>
                  </a:prstClr>
                </a:solidFill>
                <a:latin typeface="Arial"/>
                <a:ea typeface="Times New Roman"/>
              </a:rPr>
              <a:t>Confidential &amp; Proprietary</a:t>
            </a:r>
            <a:r>
              <a:rPr lang="en-US" sz="1000" dirty="0">
                <a:solidFill>
                  <a:prstClr val="white">
                    <a:lumMod val="50000"/>
                  </a:prstClr>
                </a:solidFill>
                <a:latin typeface="Arial"/>
              </a:rPr>
              <a:t>. </a:t>
            </a:r>
            <a:r>
              <a:rPr lang="en-US" sz="1000" dirty="0">
                <a:solidFill>
                  <a:srgbClr val="6D6E71"/>
                </a:solidFill>
                <a:latin typeface="Arial"/>
              </a:rPr>
              <a:t>Copyright © 2015 Tech Mahindra. All rights reserved.</a:t>
            </a:r>
          </a:p>
        </p:txBody>
      </p:sp>
      <p:sp>
        <p:nvSpPr>
          <p:cNvPr id="6" name="Slide Number Placeholder 5"/>
          <p:cNvSpPr txBox="1">
            <a:spLocks/>
          </p:cNvSpPr>
          <p:nvPr userDrawn="1"/>
        </p:nvSpPr>
        <p:spPr bwMode="auto">
          <a:xfrm>
            <a:off x="11762888" y="6592506"/>
            <a:ext cx="205184" cy="200055"/>
          </a:xfrm>
          <a:prstGeom prst="rect">
            <a:avLst/>
          </a:prstGeom>
          <a:noFill/>
          <a:ln w="9525">
            <a:noFill/>
            <a:miter lim="800000"/>
            <a:headEnd/>
            <a:tailEnd/>
          </a:ln>
        </p:spPr>
        <p:txBody>
          <a:bodyPr wrap="none" lIns="0" tIns="0" rIns="0" bIns="0" anchor="ctr">
            <a:spAutoFit/>
          </a:bodyPr>
          <a:lstStyle/>
          <a:p>
            <a:pPr algn="r" defTabSz="1170408" fontAlgn="auto">
              <a:spcBef>
                <a:spcPts val="0"/>
              </a:spcBef>
              <a:spcAft>
                <a:spcPts val="0"/>
              </a:spcAft>
              <a:defRPr/>
            </a:pPr>
            <a:fld id="{6856ECDB-1CEE-4F69-ADCA-557460F2116E}" type="slidenum">
              <a:rPr lang="en-US" sz="1300">
                <a:solidFill>
                  <a:srgbClr val="6D6E71"/>
                </a:solidFill>
                <a:latin typeface="Arial"/>
              </a:rPr>
              <a:pPr algn="r" defTabSz="1170408" fontAlgn="auto">
                <a:spcBef>
                  <a:spcPts val="0"/>
                </a:spcBef>
                <a:spcAft>
                  <a:spcPts val="0"/>
                </a:spcAft>
                <a:defRPr/>
              </a:pPr>
              <a:t>‹#›</a:t>
            </a:fld>
            <a:endParaRPr lang="en-US" sz="13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2" y="17"/>
            <a:ext cx="3025650" cy="825692"/>
          </a:xfrm>
          <a:prstGeom prst="rect">
            <a:avLst/>
          </a:prstGeom>
        </p:spPr>
      </p:pic>
    </p:spTree>
    <p:extLst>
      <p:ext uri="{BB962C8B-B14F-4D97-AF65-F5344CB8AC3E}">
        <p14:creationId xmlns:p14="http://schemas.microsoft.com/office/powerpoint/2010/main" val="151677098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61.xml><?xml version="1.0" encoding="utf-8"?>
<p:sldLayout xmlns:a="http://schemas.openxmlformats.org/drawingml/2006/main" xmlns:r="http://schemas.openxmlformats.org/officeDocument/2006/relationships" xmlns:p="http://schemas.openxmlformats.org/presentationml/2006/main" userDrawn="1">
  <p:cSld name="15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02" y="719324"/>
            <a:ext cx="10962166" cy="63094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100" b="1" kern="1200" dirty="0">
                <a:solidFill>
                  <a:schemeClr val="tx2"/>
                </a:solidFill>
                <a:latin typeface="Arial" pitchFamily="34" charset="0"/>
                <a:ea typeface="+mj-ea"/>
                <a:cs typeface="Arial" pitchFamily="34" charset="0"/>
              </a:defRPr>
            </a:lvl1pPr>
          </a:lstStyle>
          <a:p>
            <a:pPr lvl="0" algn="l" defTabSz="1170408"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5" y="6630945"/>
            <a:ext cx="6522619" cy="153888"/>
          </a:xfrm>
          <a:prstGeom prst="rect">
            <a:avLst/>
          </a:prstGeom>
          <a:noFill/>
          <a:ln w="9525">
            <a:noFill/>
            <a:miter lim="800000"/>
            <a:headEnd/>
            <a:tailEnd/>
          </a:ln>
        </p:spPr>
        <p:txBody>
          <a:bodyPr wrap="none" lIns="0" tIns="0" rIns="0" bIns="0">
            <a:spAutoFit/>
          </a:bodyPr>
          <a:lstStyle/>
          <a:p>
            <a:pPr defTabSz="1170408" fontAlgn="auto">
              <a:spcBef>
                <a:spcPts val="0"/>
              </a:spcBef>
              <a:spcAft>
                <a:spcPts val="0"/>
              </a:spcAft>
              <a:defRPr/>
            </a:pPr>
            <a:r>
              <a:rPr lang="en-US" sz="1000" dirty="0">
                <a:solidFill>
                  <a:srgbClr val="6D6E71"/>
                </a:solidFill>
                <a:latin typeface="Arial"/>
              </a:rPr>
              <a:t> The contents in this document are </a:t>
            </a:r>
            <a:r>
              <a:rPr lang="en-US" sz="1000" dirty="0">
                <a:solidFill>
                  <a:prstClr val="white">
                    <a:lumMod val="50000"/>
                  </a:prstClr>
                </a:solidFill>
                <a:latin typeface="Arial"/>
                <a:ea typeface="Times New Roman"/>
              </a:rPr>
              <a:t>Confidential &amp; Proprietary</a:t>
            </a:r>
            <a:r>
              <a:rPr lang="en-US" sz="1000" dirty="0">
                <a:solidFill>
                  <a:prstClr val="white">
                    <a:lumMod val="50000"/>
                  </a:prstClr>
                </a:solidFill>
                <a:latin typeface="Arial"/>
              </a:rPr>
              <a:t>. </a:t>
            </a:r>
            <a:r>
              <a:rPr lang="en-US" sz="1000" dirty="0">
                <a:solidFill>
                  <a:srgbClr val="6D6E71"/>
                </a:solidFill>
                <a:latin typeface="Arial"/>
              </a:rPr>
              <a:t>Copyright © 2015 Tech Mahindra. All rights reserved.</a:t>
            </a:r>
          </a:p>
        </p:txBody>
      </p:sp>
      <p:sp>
        <p:nvSpPr>
          <p:cNvPr id="6" name="Slide Number Placeholder 5"/>
          <p:cNvSpPr txBox="1">
            <a:spLocks/>
          </p:cNvSpPr>
          <p:nvPr userDrawn="1"/>
        </p:nvSpPr>
        <p:spPr bwMode="auto">
          <a:xfrm>
            <a:off x="11762888" y="6592506"/>
            <a:ext cx="205184" cy="200055"/>
          </a:xfrm>
          <a:prstGeom prst="rect">
            <a:avLst/>
          </a:prstGeom>
          <a:noFill/>
          <a:ln w="9525">
            <a:noFill/>
            <a:miter lim="800000"/>
            <a:headEnd/>
            <a:tailEnd/>
          </a:ln>
        </p:spPr>
        <p:txBody>
          <a:bodyPr wrap="none" lIns="0" tIns="0" rIns="0" bIns="0" anchor="ctr">
            <a:spAutoFit/>
          </a:bodyPr>
          <a:lstStyle/>
          <a:p>
            <a:pPr algn="r" defTabSz="1170408" fontAlgn="auto">
              <a:spcBef>
                <a:spcPts val="0"/>
              </a:spcBef>
              <a:spcAft>
                <a:spcPts val="0"/>
              </a:spcAft>
              <a:defRPr/>
            </a:pPr>
            <a:fld id="{6856ECDB-1CEE-4F69-ADCA-557460F2116E}" type="slidenum">
              <a:rPr lang="en-US" sz="1300">
                <a:solidFill>
                  <a:srgbClr val="6D6E71"/>
                </a:solidFill>
                <a:latin typeface="Arial"/>
              </a:rPr>
              <a:pPr algn="r" defTabSz="1170408" fontAlgn="auto">
                <a:spcBef>
                  <a:spcPts val="0"/>
                </a:spcBef>
                <a:spcAft>
                  <a:spcPts val="0"/>
                </a:spcAft>
                <a:defRPr/>
              </a:pPr>
              <a:t>‹#›</a:t>
            </a:fld>
            <a:endParaRPr lang="en-US" sz="13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2" y="17"/>
            <a:ext cx="3025650" cy="825692"/>
          </a:xfrm>
          <a:prstGeom prst="rect">
            <a:avLst/>
          </a:prstGeom>
        </p:spPr>
      </p:pic>
    </p:spTree>
    <p:extLst>
      <p:ext uri="{BB962C8B-B14F-4D97-AF65-F5344CB8AC3E}">
        <p14:creationId xmlns:p14="http://schemas.microsoft.com/office/powerpoint/2010/main" val="165605699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62.xml><?xml version="1.0" encoding="utf-8"?>
<p:sldLayout xmlns:a="http://schemas.openxmlformats.org/drawingml/2006/main" xmlns:r="http://schemas.openxmlformats.org/officeDocument/2006/relationships" xmlns:p="http://schemas.openxmlformats.org/presentationml/2006/main" userDrawn="1">
  <p:cSld name="16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02" y="719324"/>
            <a:ext cx="10962166" cy="63094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100" b="1" kern="1200" dirty="0">
                <a:solidFill>
                  <a:schemeClr val="tx2"/>
                </a:solidFill>
                <a:latin typeface="Arial" pitchFamily="34" charset="0"/>
                <a:ea typeface="+mj-ea"/>
                <a:cs typeface="Arial" pitchFamily="34" charset="0"/>
              </a:defRPr>
            </a:lvl1pPr>
          </a:lstStyle>
          <a:p>
            <a:pPr lvl="0" algn="l" defTabSz="1170408"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5" y="6630945"/>
            <a:ext cx="6522619" cy="153888"/>
          </a:xfrm>
          <a:prstGeom prst="rect">
            <a:avLst/>
          </a:prstGeom>
          <a:noFill/>
          <a:ln w="9525">
            <a:noFill/>
            <a:miter lim="800000"/>
            <a:headEnd/>
            <a:tailEnd/>
          </a:ln>
        </p:spPr>
        <p:txBody>
          <a:bodyPr wrap="none" lIns="0" tIns="0" rIns="0" bIns="0">
            <a:spAutoFit/>
          </a:bodyPr>
          <a:lstStyle/>
          <a:p>
            <a:pPr defTabSz="1170408" fontAlgn="auto">
              <a:spcBef>
                <a:spcPts val="0"/>
              </a:spcBef>
              <a:spcAft>
                <a:spcPts val="0"/>
              </a:spcAft>
              <a:defRPr/>
            </a:pPr>
            <a:r>
              <a:rPr lang="en-US" sz="1000" dirty="0">
                <a:solidFill>
                  <a:srgbClr val="6D6E71"/>
                </a:solidFill>
                <a:latin typeface="Arial"/>
              </a:rPr>
              <a:t> The contents in this document are </a:t>
            </a:r>
            <a:r>
              <a:rPr lang="en-US" sz="1000" dirty="0">
                <a:solidFill>
                  <a:prstClr val="white">
                    <a:lumMod val="50000"/>
                  </a:prstClr>
                </a:solidFill>
                <a:latin typeface="Arial"/>
                <a:ea typeface="Times New Roman"/>
              </a:rPr>
              <a:t>Confidential &amp; Proprietary</a:t>
            </a:r>
            <a:r>
              <a:rPr lang="en-US" sz="1000" dirty="0">
                <a:solidFill>
                  <a:prstClr val="white">
                    <a:lumMod val="50000"/>
                  </a:prstClr>
                </a:solidFill>
                <a:latin typeface="Arial"/>
              </a:rPr>
              <a:t>. </a:t>
            </a:r>
            <a:r>
              <a:rPr lang="en-US" sz="1000" dirty="0">
                <a:solidFill>
                  <a:srgbClr val="6D6E71"/>
                </a:solidFill>
                <a:latin typeface="Arial"/>
              </a:rPr>
              <a:t>Copyright © 2015 Tech Mahindra. All rights reserved.</a:t>
            </a:r>
          </a:p>
        </p:txBody>
      </p:sp>
      <p:sp>
        <p:nvSpPr>
          <p:cNvPr id="6" name="Slide Number Placeholder 5"/>
          <p:cNvSpPr txBox="1">
            <a:spLocks/>
          </p:cNvSpPr>
          <p:nvPr userDrawn="1"/>
        </p:nvSpPr>
        <p:spPr bwMode="auto">
          <a:xfrm>
            <a:off x="11762888" y="6592506"/>
            <a:ext cx="205184" cy="200055"/>
          </a:xfrm>
          <a:prstGeom prst="rect">
            <a:avLst/>
          </a:prstGeom>
          <a:noFill/>
          <a:ln w="9525">
            <a:noFill/>
            <a:miter lim="800000"/>
            <a:headEnd/>
            <a:tailEnd/>
          </a:ln>
        </p:spPr>
        <p:txBody>
          <a:bodyPr wrap="none" lIns="0" tIns="0" rIns="0" bIns="0" anchor="ctr">
            <a:spAutoFit/>
          </a:bodyPr>
          <a:lstStyle/>
          <a:p>
            <a:pPr algn="r" defTabSz="1170408" fontAlgn="auto">
              <a:spcBef>
                <a:spcPts val="0"/>
              </a:spcBef>
              <a:spcAft>
                <a:spcPts val="0"/>
              </a:spcAft>
              <a:defRPr/>
            </a:pPr>
            <a:fld id="{6856ECDB-1CEE-4F69-ADCA-557460F2116E}" type="slidenum">
              <a:rPr lang="en-US" sz="1300">
                <a:solidFill>
                  <a:srgbClr val="6D6E71"/>
                </a:solidFill>
                <a:latin typeface="Arial"/>
              </a:rPr>
              <a:pPr algn="r" defTabSz="1170408" fontAlgn="auto">
                <a:spcBef>
                  <a:spcPts val="0"/>
                </a:spcBef>
                <a:spcAft>
                  <a:spcPts val="0"/>
                </a:spcAft>
                <a:defRPr/>
              </a:pPr>
              <a:t>‹#›</a:t>
            </a:fld>
            <a:endParaRPr lang="en-US" sz="13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2" y="17"/>
            <a:ext cx="3025650" cy="825692"/>
          </a:xfrm>
          <a:prstGeom prst="rect">
            <a:avLst/>
          </a:prstGeom>
        </p:spPr>
      </p:pic>
    </p:spTree>
    <p:extLst>
      <p:ext uri="{BB962C8B-B14F-4D97-AF65-F5344CB8AC3E}">
        <p14:creationId xmlns:p14="http://schemas.microsoft.com/office/powerpoint/2010/main" val="307112180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63.xml><?xml version="1.0" encoding="utf-8"?>
<p:sldLayout xmlns:a="http://schemas.openxmlformats.org/drawingml/2006/main" xmlns:r="http://schemas.openxmlformats.org/officeDocument/2006/relationships" xmlns:p="http://schemas.openxmlformats.org/presentationml/2006/main" userDrawn="1">
  <p:cSld name="17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02" y="719324"/>
            <a:ext cx="10962166" cy="63094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100" b="1" kern="1200" dirty="0">
                <a:solidFill>
                  <a:schemeClr val="tx2"/>
                </a:solidFill>
                <a:latin typeface="Arial" pitchFamily="34" charset="0"/>
                <a:ea typeface="+mj-ea"/>
                <a:cs typeface="Arial" pitchFamily="34" charset="0"/>
              </a:defRPr>
            </a:lvl1pPr>
          </a:lstStyle>
          <a:p>
            <a:pPr lvl="0" algn="l" defTabSz="1170408"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5" y="6630945"/>
            <a:ext cx="6522619" cy="153888"/>
          </a:xfrm>
          <a:prstGeom prst="rect">
            <a:avLst/>
          </a:prstGeom>
          <a:noFill/>
          <a:ln w="9525">
            <a:noFill/>
            <a:miter lim="800000"/>
            <a:headEnd/>
            <a:tailEnd/>
          </a:ln>
        </p:spPr>
        <p:txBody>
          <a:bodyPr wrap="none" lIns="0" tIns="0" rIns="0" bIns="0">
            <a:spAutoFit/>
          </a:bodyPr>
          <a:lstStyle/>
          <a:p>
            <a:pPr defTabSz="1170408" fontAlgn="auto">
              <a:spcBef>
                <a:spcPts val="0"/>
              </a:spcBef>
              <a:spcAft>
                <a:spcPts val="0"/>
              </a:spcAft>
              <a:defRPr/>
            </a:pPr>
            <a:r>
              <a:rPr lang="en-US" sz="1000" dirty="0">
                <a:solidFill>
                  <a:srgbClr val="6D6E71"/>
                </a:solidFill>
                <a:latin typeface="Arial"/>
              </a:rPr>
              <a:t> The contents in this document are </a:t>
            </a:r>
            <a:r>
              <a:rPr lang="en-US" sz="1000" dirty="0">
                <a:solidFill>
                  <a:prstClr val="white">
                    <a:lumMod val="50000"/>
                  </a:prstClr>
                </a:solidFill>
                <a:latin typeface="Arial"/>
                <a:ea typeface="Times New Roman"/>
              </a:rPr>
              <a:t>Confidential &amp; Proprietary</a:t>
            </a:r>
            <a:r>
              <a:rPr lang="en-US" sz="1000" dirty="0">
                <a:solidFill>
                  <a:prstClr val="white">
                    <a:lumMod val="50000"/>
                  </a:prstClr>
                </a:solidFill>
                <a:latin typeface="Arial"/>
              </a:rPr>
              <a:t>. </a:t>
            </a:r>
            <a:r>
              <a:rPr lang="en-US" sz="1000" dirty="0">
                <a:solidFill>
                  <a:srgbClr val="6D6E71"/>
                </a:solidFill>
                <a:latin typeface="Arial"/>
              </a:rPr>
              <a:t>Copyright © 2015 Tech Mahindra. All rights reserved.</a:t>
            </a:r>
          </a:p>
        </p:txBody>
      </p:sp>
      <p:sp>
        <p:nvSpPr>
          <p:cNvPr id="6" name="Slide Number Placeholder 5"/>
          <p:cNvSpPr txBox="1">
            <a:spLocks/>
          </p:cNvSpPr>
          <p:nvPr userDrawn="1"/>
        </p:nvSpPr>
        <p:spPr bwMode="auto">
          <a:xfrm>
            <a:off x="11762888" y="6592506"/>
            <a:ext cx="205184" cy="200055"/>
          </a:xfrm>
          <a:prstGeom prst="rect">
            <a:avLst/>
          </a:prstGeom>
          <a:noFill/>
          <a:ln w="9525">
            <a:noFill/>
            <a:miter lim="800000"/>
            <a:headEnd/>
            <a:tailEnd/>
          </a:ln>
        </p:spPr>
        <p:txBody>
          <a:bodyPr wrap="none" lIns="0" tIns="0" rIns="0" bIns="0" anchor="ctr">
            <a:spAutoFit/>
          </a:bodyPr>
          <a:lstStyle/>
          <a:p>
            <a:pPr algn="r" defTabSz="1170408" fontAlgn="auto">
              <a:spcBef>
                <a:spcPts val="0"/>
              </a:spcBef>
              <a:spcAft>
                <a:spcPts val="0"/>
              </a:spcAft>
              <a:defRPr/>
            </a:pPr>
            <a:fld id="{6856ECDB-1CEE-4F69-ADCA-557460F2116E}" type="slidenum">
              <a:rPr lang="en-US" sz="1300">
                <a:solidFill>
                  <a:srgbClr val="6D6E71"/>
                </a:solidFill>
                <a:latin typeface="Arial"/>
              </a:rPr>
              <a:pPr algn="r" defTabSz="1170408" fontAlgn="auto">
                <a:spcBef>
                  <a:spcPts val="0"/>
                </a:spcBef>
                <a:spcAft>
                  <a:spcPts val="0"/>
                </a:spcAft>
                <a:defRPr/>
              </a:pPr>
              <a:t>‹#›</a:t>
            </a:fld>
            <a:endParaRPr lang="en-US" sz="13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2" y="17"/>
            <a:ext cx="3025650" cy="825692"/>
          </a:xfrm>
          <a:prstGeom prst="rect">
            <a:avLst/>
          </a:prstGeom>
        </p:spPr>
      </p:pic>
    </p:spTree>
    <p:extLst>
      <p:ext uri="{BB962C8B-B14F-4D97-AF65-F5344CB8AC3E}">
        <p14:creationId xmlns:p14="http://schemas.microsoft.com/office/powerpoint/2010/main" val="102108998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64.xml><?xml version="1.0" encoding="utf-8"?>
<p:sldLayout xmlns:a="http://schemas.openxmlformats.org/drawingml/2006/main" xmlns:r="http://schemas.openxmlformats.org/officeDocument/2006/relationships" xmlns:p="http://schemas.openxmlformats.org/presentationml/2006/main" userDrawn="1">
  <p:cSld name="18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02" y="719324"/>
            <a:ext cx="10962166" cy="63094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100" b="1" kern="1200" dirty="0">
                <a:solidFill>
                  <a:schemeClr val="tx2"/>
                </a:solidFill>
                <a:latin typeface="Arial" pitchFamily="34" charset="0"/>
                <a:ea typeface="+mj-ea"/>
                <a:cs typeface="Arial" pitchFamily="34" charset="0"/>
              </a:defRPr>
            </a:lvl1pPr>
          </a:lstStyle>
          <a:p>
            <a:pPr lvl="0" algn="l" defTabSz="1170408"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5" y="6630945"/>
            <a:ext cx="6522619" cy="153888"/>
          </a:xfrm>
          <a:prstGeom prst="rect">
            <a:avLst/>
          </a:prstGeom>
          <a:noFill/>
          <a:ln w="9525">
            <a:noFill/>
            <a:miter lim="800000"/>
            <a:headEnd/>
            <a:tailEnd/>
          </a:ln>
        </p:spPr>
        <p:txBody>
          <a:bodyPr wrap="none" lIns="0" tIns="0" rIns="0" bIns="0">
            <a:spAutoFit/>
          </a:bodyPr>
          <a:lstStyle/>
          <a:p>
            <a:pPr defTabSz="1170408" fontAlgn="auto">
              <a:spcBef>
                <a:spcPts val="0"/>
              </a:spcBef>
              <a:spcAft>
                <a:spcPts val="0"/>
              </a:spcAft>
              <a:defRPr/>
            </a:pPr>
            <a:r>
              <a:rPr lang="en-US" sz="1000" dirty="0">
                <a:solidFill>
                  <a:srgbClr val="6D6E71"/>
                </a:solidFill>
                <a:latin typeface="Arial"/>
              </a:rPr>
              <a:t> The contents in this document are </a:t>
            </a:r>
            <a:r>
              <a:rPr lang="en-US" sz="1000" dirty="0">
                <a:solidFill>
                  <a:prstClr val="white">
                    <a:lumMod val="50000"/>
                  </a:prstClr>
                </a:solidFill>
                <a:latin typeface="Arial"/>
                <a:ea typeface="Times New Roman"/>
              </a:rPr>
              <a:t>Confidential &amp; Proprietary</a:t>
            </a:r>
            <a:r>
              <a:rPr lang="en-US" sz="1000" dirty="0">
                <a:solidFill>
                  <a:prstClr val="white">
                    <a:lumMod val="50000"/>
                  </a:prstClr>
                </a:solidFill>
                <a:latin typeface="Arial"/>
              </a:rPr>
              <a:t>. </a:t>
            </a:r>
            <a:r>
              <a:rPr lang="en-US" sz="1000" dirty="0">
                <a:solidFill>
                  <a:srgbClr val="6D6E71"/>
                </a:solidFill>
                <a:latin typeface="Arial"/>
              </a:rPr>
              <a:t>Copyright © 2015 Tech Mahindra. All rights reserved.</a:t>
            </a:r>
          </a:p>
        </p:txBody>
      </p:sp>
      <p:sp>
        <p:nvSpPr>
          <p:cNvPr id="6" name="Slide Number Placeholder 5"/>
          <p:cNvSpPr txBox="1">
            <a:spLocks/>
          </p:cNvSpPr>
          <p:nvPr userDrawn="1"/>
        </p:nvSpPr>
        <p:spPr bwMode="auto">
          <a:xfrm>
            <a:off x="11762888" y="6592506"/>
            <a:ext cx="205184" cy="200055"/>
          </a:xfrm>
          <a:prstGeom prst="rect">
            <a:avLst/>
          </a:prstGeom>
          <a:noFill/>
          <a:ln w="9525">
            <a:noFill/>
            <a:miter lim="800000"/>
            <a:headEnd/>
            <a:tailEnd/>
          </a:ln>
        </p:spPr>
        <p:txBody>
          <a:bodyPr wrap="none" lIns="0" tIns="0" rIns="0" bIns="0" anchor="ctr">
            <a:spAutoFit/>
          </a:bodyPr>
          <a:lstStyle/>
          <a:p>
            <a:pPr algn="r" defTabSz="1170408" fontAlgn="auto">
              <a:spcBef>
                <a:spcPts val="0"/>
              </a:spcBef>
              <a:spcAft>
                <a:spcPts val="0"/>
              </a:spcAft>
              <a:defRPr/>
            </a:pPr>
            <a:fld id="{6856ECDB-1CEE-4F69-ADCA-557460F2116E}" type="slidenum">
              <a:rPr lang="en-US" sz="1300">
                <a:solidFill>
                  <a:srgbClr val="6D6E71"/>
                </a:solidFill>
                <a:latin typeface="Arial"/>
              </a:rPr>
              <a:pPr algn="r" defTabSz="1170408" fontAlgn="auto">
                <a:spcBef>
                  <a:spcPts val="0"/>
                </a:spcBef>
                <a:spcAft>
                  <a:spcPts val="0"/>
                </a:spcAft>
                <a:defRPr/>
              </a:pPr>
              <a:t>‹#›</a:t>
            </a:fld>
            <a:endParaRPr lang="en-US" sz="13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2" y="17"/>
            <a:ext cx="3025650" cy="825692"/>
          </a:xfrm>
          <a:prstGeom prst="rect">
            <a:avLst/>
          </a:prstGeom>
        </p:spPr>
      </p:pic>
    </p:spTree>
    <p:extLst>
      <p:ext uri="{BB962C8B-B14F-4D97-AF65-F5344CB8AC3E}">
        <p14:creationId xmlns:p14="http://schemas.microsoft.com/office/powerpoint/2010/main" val="410095021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65.xml><?xml version="1.0" encoding="utf-8"?>
<p:sldLayout xmlns:a="http://schemas.openxmlformats.org/drawingml/2006/main" xmlns:r="http://schemas.openxmlformats.org/officeDocument/2006/relationships" xmlns:p="http://schemas.openxmlformats.org/presentationml/2006/main" userDrawn="1">
  <p:cSld name="8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2" y="719313"/>
            <a:ext cx="10962166" cy="538609"/>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500" b="1" kern="1200" dirty="0">
                <a:solidFill>
                  <a:schemeClr val="tx2"/>
                </a:solidFill>
                <a:latin typeface="Arial" pitchFamily="34" charset="0"/>
                <a:ea typeface="+mj-ea"/>
                <a:cs typeface="Arial" pitchFamily="34" charset="0"/>
              </a:defRPr>
            </a:lvl1pPr>
          </a:lstStyle>
          <a:p>
            <a:pPr lvl="0" algn="l" defTabSz="975300" rtl="0" eaLnBrk="1" fontAlgn="base" latinLnBrk="0" hangingPunct="1">
              <a:spcBef>
                <a:spcPct val="0"/>
              </a:spcBef>
              <a:spcAft>
                <a:spcPct val="0"/>
              </a:spcAft>
              <a:buNone/>
            </a:pPr>
            <a:r>
              <a:rPr lang="en-US"/>
              <a:t>Click to edit Master title style</a:t>
            </a:r>
            <a:endParaRPr lang="en-US" dirty="0"/>
          </a:p>
        </p:txBody>
      </p:sp>
      <p:pic>
        <p:nvPicPr>
          <p:cNvPr id="7" name="Picture 6" descr="Ridge.pd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612" y="17"/>
            <a:ext cx="3025650" cy="825692"/>
          </a:xfrm>
          <a:prstGeom prst="rect">
            <a:avLst/>
          </a:prstGeom>
        </p:spPr>
      </p:pic>
    </p:spTree>
    <p:extLst>
      <p:ext uri="{BB962C8B-B14F-4D97-AF65-F5344CB8AC3E}">
        <p14:creationId xmlns:p14="http://schemas.microsoft.com/office/powerpoint/2010/main" val="303874281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6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419" y="1725678"/>
            <a:ext cx="9140429" cy="1785104"/>
          </a:xfrm>
        </p:spPr>
        <p:txBody>
          <a:bodyPr anchor="b"/>
          <a:lstStyle>
            <a:lvl1pPr algn="ctr">
              <a:defRPr sz="5800"/>
            </a:lvl1pPr>
          </a:lstStyle>
          <a:p>
            <a:r>
              <a:rPr lang="en-US"/>
              <a:t>Click to edit Master title style</a:t>
            </a:r>
          </a:p>
        </p:txBody>
      </p:sp>
      <p:sp>
        <p:nvSpPr>
          <p:cNvPr id="3" name="Subtitle 2"/>
          <p:cNvSpPr>
            <a:spLocks noGrp="1"/>
          </p:cNvSpPr>
          <p:nvPr>
            <p:ph type="subTitle" idx="1"/>
          </p:nvPr>
        </p:nvSpPr>
        <p:spPr>
          <a:xfrm>
            <a:off x="1523419" y="3602899"/>
            <a:ext cx="9140429" cy="353943"/>
          </a:xfrm>
        </p:spPr>
        <p:txBody>
          <a:bodyPr/>
          <a:lstStyle>
            <a:lvl1pPr marL="0" indent="0" algn="ctr">
              <a:buNone/>
              <a:defRPr sz="2300"/>
            </a:lvl1pPr>
            <a:lvl2pPr marL="439292" indent="0" algn="ctr">
              <a:buNone/>
              <a:defRPr sz="1900"/>
            </a:lvl2pPr>
            <a:lvl3pPr marL="878583" indent="0" algn="ctr">
              <a:buNone/>
              <a:defRPr sz="1700"/>
            </a:lvl3pPr>
            <a:lvl4pPr marL="1317871" indent="0" algn="ctr">
              <a:buNone/>
              <a:defRPr sz="1500"/>
            </a:lvl4pPr>
            <a:lvl5pPr marL="1757163" indent="0" algn="ctr">
              <a:buNone/>
              <a:defRPr sz="1500"/>
            </a:lvl5pPr>
            <a:lvl6pPr marL="2196451" indent="0" algn="ctr">
              <a:buNone/>
              <a:defRPr sz="1500"/>
            </a:lvl6pPr>
            <a:lvl7pPr marL="2635747" indent="0" algn="ctr">
              <a:buNone/>
              <a:defRPr sz="1500"/>
            </a:lvl7pPr>
            <a:lvl8pPr marL="3075034" indent="0" algn="ctr">
              <a:buNone/>
              <a:defRPr sz="1500"/>
            </a:lvl8pPr>
            <a:lvl9pPr marL="3514326" indent="0" algn="ctr">
              <a:buNone/>
              <a:defRPr sz="1500"/>
            </a:lvl9pPr>
          </a:lstStyle>
          <a:p>
            <a:r>
              <a:rPr lang="en-US"/>
              <a:t>Click to edit Master subtitle style</a:t>
            </a:r>
          </a:p>
        </p:txBody>
      </p:sp>
      <p:sp>
        <p:nvSpPr>
          <p:cNvPr id="4" name="Date Placeholder 3"/>
          <p:cNvSpPr>
            <a:spLocks noGrp="1"/>
          </p:cNvSpPr>
          <p:nvPr>
            <p:ph type="dt" sz="half" idx="10"/>
          </p:nvPr>
        </p:nvSpPr>
        <p:spPr>
          <a:xfrm>
            <a:off x="837884" y="6357824"/>
            <a:ext cx="2742129" cy="365210"/>
          </a:xfrm>
          <a:prstGeom prst="rect">
            <a:avLst/>
          </a:prstGeom>
        </p:spPr>
        <p:txBody>
          <a:bodyPr lIns="117141" tIns="58573" rIns="117141" bIns="58573"/>
          <a:lstStyle/>
          <a:p>
            <a:pPr defTabSz="1171442" fontAlgn="auto">
              <a:spcBef>
                <a:spcPts val="0"/>
              </a:spcBef>
              <a:spcAft>
                <a:spcPts val="0"/>
              </a:spcAft>
            </a:pPr>
            <a:fld id="{C02F9569-8E4D-41AE-9766-A3604F84ADF5}" type="datetimeFigureOut">
              <a:rPr lang="en-US" smtClean="0">
                <a:solidFill>
                  <a:prstClr val="black"/>
                </a:solidFill>
                <a:latin typeface="Arial"/>
              </a:rPr>
              <a:pPr defTabSz="1171442" fontAlgn="auto">
                <a:spcBef>
                  <a:spcPts val="0"/>
                </a:spcBef>
                <a:spcAft>
                  <a:spcPts val="0"/>
                </a:spcAft>
              </a:pPr>
              <a:t>10/28/2025</a:t>
            </a:fld>
            <a:endParaRPr lang="en-US" dirty="0">
              <a:solidFill>
                <a:prstClr val="black"/>
              </a:solidFill>
              <a:latin typeface="Arial"/>
            </a:endParaRPr>
          </a:p>
        </p:txBody>
      </p:sp>
      <p:sp>
        <p:nvSpPr>
          <p:cNvPr id="5" name="Footer Placeholder 4"/>
          <p:cNvSpPr>
            <a:spLocks noGrp="1"/>
          </p:cNvSpPr>
          <p:nvPr>
            <p:ph type="ftr" sz="quarter" idx="11"/>
          </p:nvPr>
        </p:nvSpPr>
        <p:spPr>
          <a:xfrm>
            <a:off x="4037037" y="6357824"/>
            <a:ext cx="4113193" cy="365210"/>
          </a:xfrm>
          <a:prstGeom prst="rect">
            <a:avLst/>
          </a:prstGeom>
        </p:spPr>
        <p:txBody>
          <a:bodyPr lIns="117141" tIns="58573" rIns="117141" bIns="58573"/>
          <a:lstStyle/>
          <a:p>
            <a:pPr defTabSz="1171442" fontAlgn="auto">
              <a:spcBef>
                <a:spcPts val="0"/>
              </a:spcBef>
              <a:spcAft>
                <a:spcPts val="0"/>
              </a:spcAft>
            </a:pPr>
            <a:endParaRPr lang="en-US" dirty="0">
              <a:solidFill>
                <a:prstClr val="black"/>
              </a:solidFill>
              <a:latin typeface="Arial"/>
            </a:endParaRPr>
          </a:p>
        </p:txBody>
      </p:sp>
      <p:sp>
        <p:nvSpPr>
          <p:cNvPr id="6" name="Slide Number Placeholder 5"/>
          <p:cNvSpPr>
            <a:spLocks noGrp="1"/>
          </p:cNvSpPr>
          <p:nvPr>
            <p:ph type="sldNum" sz="quarter" idx="12"/>
          </p:nvPr>
        </p:nvSpPr>
        <p:spPr>
          <a:xfrm>
            <a:off x="8607250" y="6357824"/>
            <a:ext cx="2742129" cy="365210"/>
          </a:xfrm>
          <a:prstGeom prst="rect">
            <a:avLst/>
          </a:prstGeom>
        </p:spPr>
        <p:txBody>
          <a:bodyPr lIns="117141" tIns="58573" rIns="117141" bIns="58573"/>
          <a:lstStyle/>
          <a:p>
            <a:pPr defTabSz="1171442" fontAlgn="auto">
              <a:spcBef>
                <a:spcPts val="0"/>
              </a:spcBef>
              <a:spcAft>
                <a:spcPts val="0"/>
              </a:spcAft>
            </a:pPr>
            <a:fld id="{1AC0DE63-F386-450A-9205-EAFF862E7C5E}" type="slidenum">
              <a:rPr lang="en-US" smtClean="0">
                <a:solidFill>
                  <a:prstClr val="black"/>
                </a:solidFill>
                <a:latin typeface="Arial"/>
              </a:rPr>
              <a:pPr defTabSz="1171442" fontAlgn="auto">
                <a:spcBef>
                  <a:spcPts val="0"/>
                </a:spcBef>
                <a:spcAft>
                  <a:spcPts val="0"/>
                </a:spcAft>
              </a:pPr>
              <a:t>‹#›</a:t>
            </a:fld>
            <a:endParaRPr lang="en-US" dirty="0">
              <a:solidFill>
                <a:prstClr val="black"/>
              </a:solidFill>
              <a:latin typeface="Arial"/>
            </a:endParaRPr>
          </a:p>
        </p:txBody>
      </p:sp>
      <p:pic>
        <p:nvPicPr>
          <p:cNvPr id="7"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0" y="0"/>
            <a:ext cx="12187238" cy="685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descr="ridge4.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1069" y="16"/>
            <a:ext cx="5289698" cy="1732252"/>
          </a:xfrm>
          <a:prstGeom prst="rect">
            <a:avLst/>
          </a:prstGeom>
        </p:spPr>
      </p:pic>
    </p:spTree>
    <p:extLst>
      <p:ext uri="{BB962C8B-B14F-4D97-AF65-F5344CB8AC3E}">
        <p14:creationId xmlns:p14="http://schemas.microsoft.com/office/powerpoint/2010/main" val="216169006"/>
      </p:ext>
    </p:extLst>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21751" y="1527654"/>
            <a:ext cx="8969807" cy="63094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100" b="1" kern="1200" dirty="0">
                <a:solidFill>
                  <a:schemeClr val="tx2"/>
                </a:solidFill>
                <a:latin typeface="Arial" pitchFamily="34" charset="0"/>
                <a:ea typeface="+mj-ea"/>
                <a:cs typeface="Arial" pitchFamily="34" charset="0"/>
              </a:defRPr>
            </a:lvl1pPr>
          </a:lstStyle>
          <a:p>
            <a:pPr lvl="0" algn="l" defTabSz="1171442"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821753" y="3370294"/>
            <a:ext cx="9002897" cy="3257302"/>
          </a:xfrm>
          <a:prstGeom prst="rect">
            <a:avLst/>
          </a:prstGeom>
          <a:noFill/>
          <a:ln w="9525">
            <a:noFill/>
            <a:miter lim="800000"/>
            <a:headEnd/>
            <a:tailEnd/>
          </a:ln>
        </p:spPr>
        <p:txBody>
          <a:bodyPr wrap="square" lIns="0" tIns="0" rIns="0" bIns="0">
            <a:spAutoFit/>
          </a:bodyPr>
          <a:lstStyle/>
          <a:p>
            <a:pPr algn="just" defTabSz="1171442" fontAlgn="auto">
              <a:spcBef>
                <a:spcPts val="769"/>
              </a:spcBef>
              <a:spcAft>
                <a:spcPts val="0"/>
              </a:spcAft>
            </a:pPr>
            <a:r>
              <a:rPr lang="en-US" sz="1300" b="1" dirty="0">
                <a:solidFill>
                  <a:srgbClr val="6D6E71"/>
                </a:solidFill>
                <a:latin typeface="Arial"/>
              </a:rPr>
              <a:t>Disclaimer </a:t>
            </a:r>
          </a:p>
          <a:p>
            <a:pPr algn="just" defTabSz="1171442" fontAlgn="auto">
              <a:spcBef>
                <a:spcPts val="769"/>
              </a:spcBef>
              <a:spcAft>
                <a:spcPts val="0"/>
              </a:spcAft>
            </a:pPr>
            <a:r>
              <a:rPr lang="en-US" sz="1200" dirty="0">
                <a:solidFill>
                  <a:srgbClr val="6D6E71"/>
                </a:solidFill>
                <a:latin typeface="Arial"/>
              </a:rPr>
              <a:t>Tech Mahindra Limited,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21764" y="2140689"/>
            <a:ext cx="8975995" cy="353943"/>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1171442" rtl="0" eaLnBrk="1" fontAlgn="base" latinLnBrk="0" hangingPunct="1">
              <a:spcBef>
                <a:spcPts val="0"/>
              </a:spcBef>
              <a:spcAft>
                <a:spcPct val="0"/>
              </a:spcAft>
              <a:buClr>
                <a:schemeClr val="tx2"/>
              </a:buClr>
              <a:buFont typeface="Arial" pitchFamily="34" charset="0"/>
              <a:buNone/>
              <a:defRPr lang="en-US" sz="23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767878844"/>
      </p:ext>
    </p:extLst>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stretch>
            <a:fillRect/>
          </a:stretch>
        </p:blipFill>
        <p:spPr bwMode="ltGray">
          <a:xfrm>
            <a:off x="1069" y="21"/>
            <a:ext cx="5289698" cy="1443544"/>
          </a:xfrm>
          <a:prstGeom prst="rect">
            <a:avLst/>
          </a:prstGeom>
        </p:spPr>
      </p:pic>
      <p:sp>
        <p:nvSpPr>
          <p:cNvPr id="10" name="Slide Number Placeholder 5"/>
          <p:cNvSpPr txBox="1">
            <a:spLocks/>
          </p:cNvSpPr>
          <p:nvPr userDrawn="1"/>
        </p:nvSpPr>
        <p:spPr bwMode="auto">
          <a:xfrm>
            <a:off x="11780507" y="6600212"/>
            <a:ext cx="187551" cy="184666"/>
          </a:xfrm>
          <a:prstGeom prst="rect">
            <a:avLst/>
          </a:prstGeom>
          <a:noFill/>
          <a:ln w="9525">
            <a:noFill/>
            <a:miter lim="800000"/>
            <a:headEnd/>
            <a:tailEnd/>
          </a:ln>
        </p:spPr>
        <p:txBody>
          <a:bodyPr wrap="none" lIns="0" tIns="0" rIns="0" bIns="0" anchor="ctr">
            <a:spAutoFit/>
          </a:bodyPr>
          <a:lstStyle/>
          <a:p>
            <a:pPr algn="r" defTabSz="909314" fontAlgn="auto">
              <a:spcBef>
                <a:spcPts val="0"/>
              </a:spcBef>
              <a:spcAft>
                <a:spcPts val="0"/>
              </a:spcAft>
              <a:defRPr/>
            </a:pPr>
            <a:fld id="{6856ECDB-1CEE-4F69-ADCA-557460F2116E}" type="slidenum">
              <a:rPr lang="en-US" sz="1200" smtClean="0">
                <a:solidFill>
                  <a:srgbClr val="6D6E71"/>
                </a:solidFill>
                <a:latin typeface="Arial"/>
              </a:rPr>
              <a:pPr algn="r" defTabSz="909314" fontAlgn="auto">
                <a:spcBef>
                  <a:spcPts val="0"/>
                </a:spcBef>
                <a:spcAft>
                  <a:spcPts val="0"/>
                </a:spcAft>
                <a:defRPr/>
              </a:pPr>
              <a:t>‹#›</a:t>
            </a:fld>
            <a:endParaRPr lang="en-US" sz="1200" dirty="0">
              <a:solidFill>
                <a:srgbClr val="6D6E71"/>
              </a:solidFill>
              <a:latin typeface="Arial"/>
            </a:endParaRPr>
          </a:p>
        </p:txBody>
      </p:sp>
      <p:pic>
        <p:nvPicPr>
          <p:cNvPr id="7" name="Picture 6" descr="Mahindra Logo.png"/>
          <p:cNvPicPr>
            <a:picLocks noChangeAspect="1"/>
          </p:cNvPicPr>
          <p:nvPr userDrawn="1"/>
        </p:nvPicPr>
        <p:blipFill>
          <a:blip r:embed="rId3" cstate="email"/>
          <a:stretch>
            <a:fillRect/>
          </a:stretch>
        </p:blipFill>
        <p:spPr bwMode="gray">
          <a:xfrm>
            <a:off x="8436570" y="476775"/>
            <a:ext cx="3168812" cy="656704"/>
          </a:xfrm>
          <a:prstGeom prst="rect">
            <a:avLst/>
          </a:prstGeom>
        </p:spPr>
      </p:pic>
    </p:spTree>
    <p:extLst>
      <p:ext uri="{BB962C8B-B14F-4D97-AF65-F5344CB8AC3E}">
        <p14:creationId xmlns:p14="http://schemas.microsoft.com/office/powerpoint/2010/main" val="1161586766"/>
      </p:ext>
    </p:extLst>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p:cSld name="2_Title Slide">
    <p:spTree>
      <p:nvGrpSpPr>
        <p:cNvPr id="1" name=""/>
        <p:cNvGrpSpPr/>
        <p:nvPr/>
      </p:nvGrpSpPr>
      <p:grpSpPr>
        <a:xfrm>
          <a:off x="0" y="0"/>
          <a:ext cx="0" cy="0"/>
          <a:chOff x="0" y="0"/>
          <a:chExt cx="0" cy="0"/>
        </a:xfrm>
      </p:grpSpPr>
      <p:pic>
        <p:nvPicPr>
          <p:cNvPr id="6" name="Picture 2"/>
          <p:cNvPicPr>
            <a:picLocks noChangeAspect="1" noChangeArrowheads="1"/>
          </p:cNvPicPr>
          <p:nvPr userDrawn="1"/>
        </p:nvPicPr>
        <p:blipFill rotWithShape="1">
          <a:blip r:embed="rId2" cstate="email">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bwMode="auto">
          <a:xfrm>
            <a:off x="0" y="-1"/>
            <a:ext cx="12187238" cy="68595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48177561"/>
      </p:ext>
    </p:extLst>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userDrawn="1">
  <p:cSld name="8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06" y="719361"/>
            <a:ext cx="10962166"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03270"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5" y="6630995"/>
            <a:ext cx="5278689" cy="123111"/>
          </a:xfrm>
          <a:prstGeom prst="rect">
            <a:avLst/>
          </a:prstGeom>
          <a:noFill/>
          <a:ln w="9525">
            <a:noFill/>
            <a:miter lim="800000"/>
            <a:headEnd/>
            <a:tailEnd/>
          </a:ln>
        </p:spPr>
        <p:txBody>
          <a:bodyPr wrap="none" lIns="0" tIns="0" rIns="0" bIns="0">
            <a:spAutoFit/>
          </a:bodyPr>
          <a:lstStyle/>
          <a:p>
            <a:pPr defTabSz="903270">
              <a:defRPr/>
            </a:pPr>
            <a:r>
              <a:rPr lang="en-US" sz="800" dirty="0">
                <a:solidFill>
                  <a:srgbClr val="6D6E71"/>
                </a:solidFill>
              </a:rPr>
              <a:t> The contents in this document are </a:t>
            </a:r>
            <a:r>
              <a:rPr lang="en-US" sz="800" dirty="0">
                <a:solidFill>
                  <a:prstClr val="white">
                    <a:lumMod val="50000"/>
                  </a:prstClr>
                </a:solidFill>
                <a:ea typeface="Times New Roman"/>
              </a:rPr>
              <a:t>Confidential &amp; Proprietary</a:t>
            </a:r>
            <a:r>
              <a:rPr lang="en-US" sz="800" dirty="0">
                <a:solidFill>
                  <a:prstClr val="white">
                    <a:lumMod val="50000"/>
                  </a:prstClr>
                </a:solidFill>
              </a:rPr>
              <a:t>. </a:t>
            </a:r>
            <a:r>
              <a:rPr lang="en-US" sz="800" dirty="0">
                <a:solidFill>
                  <a:srgbClr val="6D6E71"/>
                </a:solidFill>
              </a:rPr>
              <a:t>Copyright © 2015 Tech Mahindra. All rights reserved.</a:t>
            </a:r>
          </a:p>
        </p:txBody>
      </p:sp>
      <p:sp>
        <p:nvSpPr>
          <p:cNvPr id="6" name="Slide Number Placeholder 5"/>
          <p:cNvSpPr txBox="1">
            <a:spLocks/>
          </p:cNvSpPr>
          <p:nvPr userDrawn="1"/>
        </p:nvSpPr>
        <p:spPr bwMode="auto">
          <a:xfrm>
            <a:off x="11810983" y="6615574"/>
            <a:ext cx="157094" cy="153888"/>
          </a:xfrm>
          <a:prstGeom prst="rect">
            <a:avLst/>
          </a:prstGeom>
          <a:noFill/>
          <a:ln w="9525">
            <a:noFill/>
            <a:miter lim="800000"/>
            <a:headEnd/>
            <a:tailEnd/>
          </a:ln>
        </p:spPr>
        <p:txBody>
          <a:bodyPr wrap="none" lIns="0" tIns="0" rIns="0" bIns="0" anchor="ctr">
            <a:spAutoFit/>
          </a:bodyPr>
          <a:lstStyle/>
          <a:p>
            <a:pPr algn="r" defTabSz="903270">
              <a:defRPr/>
            </a:pPr>
            <a:fld id="{6856ECDB-1CEE-4F69-ADCA-557460F2116E}" type="slidenum">
              <a:rPr lang="en-US" sz="1000">
                <a:solidFill>
                  <a:srgbClr val="6D6E71"/>
                </a:solidFill>
              </a:rPr>
              <a:pPr algn="r" defTabSz="903270">
                <a:defRPr/>
              </a:pPr>
              <a:t>‹#›</a:t>
            </a:fld>
            <a:endParaRPr lang="en-US" sz="1000" dirty="0">
              <a:solidFill>
                <a:srgbClr val="6D6E71"/>
              </a:solidFil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4" y="17"/>
            <a:ext cx="3025650" cy="825692"/>
          </a:xfrm>
          <a:prstGeom prst="rect">
            <a:avLst/>
          </a:prstGeom>
        </p:spPr>
      </p:pic>
    </p:spTree>
    <p:extLst>
      <p:ext uri="{BB962C8B-B14F-4D97-AF65-F5344CB8AC3E}">
        <p14:creationId xmlns:p14="http://schemas.microsoft.com/office/powerpoint/2010/main" val="412214714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7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419" y="1725677"/>
            <a:ext cx="9140429" cy="1785104"/>
          </a:xfrm>
        </p:spPr>
        <p:txBody>
          <a:bodyPr anchor="b"/>
          <a:lstStyle>
            <a:lvl1pPr algn="ctr">
              <a:defRPr sz="5800"/>
            </a:lvl1pPr>
          </a:lstStyle>
          <a:p>
            <a:r>
              <a:rPr lang="en-US"/>
              <a:t>Click to edit Master title style</a:t>
            </a:r>
          </a:p>
        </p:txBody>
      </p:sp>
      <p:sp>
        <p:nvSpPr>
          <p:cNvPr id="3" name="Subtitle 2"/>
          <p:cNvSpPr>
            <a:spLocks noGrp="1"/>
          </p:cNvSpPr>
          <p:nvPr>
            <p:ph type="subTitle" idx="1"/>
          </p:nvPr>
        </p:nvSpPr>
        <p:spPr>
          <a:xfrm>
            <a:off x="1523419" y="3602905"/>
            <a:ext cx="9140429" cy="353943"/>
          </a:xfrm>
        </p:spPr>
        <p:txBody>
          <a:bodyPr/>
          <a:lstStyle>
            <a:lvl1pPr marL="0" indent="0" algn="ctr">
              <a:buNone/>
              <a:defRPr sz="2300"/>
            </a:lvl1pPr>
            <a:lvl2pPr marL="438156" indent="0" algn="ctr">
              <a:buNone/>
              <a:defRPr sz="1900"/>
            </a:lvl2pPr>
            <a:lvl3pPr marL="876314" indent="0" algn="ctr">
              <a:buNone/>
              <a:defRPr sz="1700"/>
            </a:lvl3pPr>
            <a:lvl4pPr marL="1314481" indent="0" algn="ctr">
              <a:buNone/>
              <a:defRPr sz="1500"/>
            </a:lvl4pPr>
            <a:lvl5pPr marL="1752644" indent="0" algn="ctr">
              <a:buNone/>
              <a:defRPr sz="1500"/>
            </a:lvl5pPr>
            <a:lvl6pPr marL="2190800" indent="0" algn="ctr">
              <a:buNone/>
              <a:defRPr sz="1500"/>
            </a:lvl6pPr>
            <a:lvl7pPr marL="2628963" indent="0" algn="ctr">
              <a:buNone/>
              <a:defRPr sz="1500"/>
            </a:lvl7pPr>
            <a:lvl8pPr marL="3067119" indent="0" algn="ctr">
              <a:buNone/>
              <a:defRPr sz="1500"/>
            </a:lvl8pPr>
            <a:lvl9pPr marL="3505285" indent="0" algn="ctr">
              <a:buNone/>
              <a:defRPr sz="1500"/>
            </a:lvl9pPr>
          </a:lstStyle>
          <a:p>
            <a:r>
              <a:rPr lang="en-US"/>
              <a:t>Click to edit Master subtitle style</a:t>
            </a:r>
          </a:p>
        </p:txBody>
      </p:sp>
      <p:sp>
        <p:nvSpPr>
          <p:cNvPr id="4" name="Date Placeholder 3"/>
          <p:cNvSpPr>
            <a:spLocks noGrp="1"/>
          </p:cNvSpPr>
          <p:nvPr>
            <p:ph type="dt" sz="half" idx="10"/>
          </p:nvPr>
        </p:nvSpPr>
        <p:spPr>
          <a:xfrm>
            <a:off x="837884" y="6357829"/>
            <a:ext cx="2742129" cy="365210"/>
          </a:xfrm>
          <a:prstGeom prst="rect">
            <a:avLst/>
          </a:prstGeom>
        </p:spPr>
        <p:txBody>
          <a:bodyPr lIns="116842" tIns="58427" rIns="116842" bIns="58427"/>
          <a:lstStyle/>
          <a:p>
            <a:pPr defTabSz="1164820"/>
            <a:fld id="{C02F9569-8E4D-41AE-9766-A3604F84ADF5}" type="datetimeFigureOut">
              <a:rPr lang="en-US" smtClean="0">
                <a:solidFill>
                  <a:prstClr val="black"/>
                </a:solidFill>
              </a:rPr>
              <a:pPr defTabSz="1164820"/>
              <a:t>10/28/2025</a:t>
            </a:fld>
            <a:endParaRPr lang="en-US">
              <a:solidFill>
                <a:prstClr val="black"/>
              </a:solidFill>
            </a:endParaRPr>
          </a:p>
        </p:txBody>
      </p:sp>
      <p:sp>
        <p:nvSpPr>
          <p:cNvPr id="5" name="Footer Placeholder 4"/>
          <p:cNvSpPr>
            <a:spLocks noGrp="1"/>
          </p:cNvSpPr>
          <p:nvPr>
            <p:ph type="ftr" sz="quarter" idx="11"/>
          </p:nvPr>
        </p:nvSpPr>
        <p:spPr>
          <a:xfrm>
            <a:off x="4037037" y="6357829"/>
            <a:ext cx="4113193" cy="365210"/>
          </a:xfrm>
          <a:prstGeom prst="rect">
            <a:avLst/>
          </a:prstGeom>
        </p:spPr>
        <p:txBody>
          <a:bodyPr lIns="116842" tIns="58427" rIns="116842" bIns="58427"/>
          <a:lstStyle/>
          <a:p>
            <a:pPr defTabSz="1164820"/>
            <a:endParaRPr lang="en-US">
              <a:solidFill>
                <a:prstClr val="black"/>
              </a:solidFill>
            </a:endParaRPr>
          </a:p>
        </p:txBody>
      </p:sp>
      <p:sp>
        <p:nvSpPr>
          <p:cNvPr id="6" name="Slide Number Placeholder 5"/>
          <p:cNvSpPr>
            <a:spLocks noGrp="1"/>
          </p:cNvSpPr>
          <p:nvPr>
            <p:ph type="sldNum" sz="quarter" idx="12"/>
          </p:nvPr>
        </p:nvSpPr>
        <p:spPr>
          <a:xfrm>
            <a:off x="8607250" y="6357829"/>
            <a:ext cx="2742129" cy="365210"/>
          </a:xfrm>
          <a:prstGeom prst="rect">
            <a:avLst/>
          </a:prstGeom>
        </p:spPr>
        <p:txBody>
          <a:bodyPr lIns="116842" tIns="58427" rIns="116842" bIns="58427"/>
          <a:lstStyle/>
          <a:p>
            <a:pPr defTabSz="1164820"/>
            <a:fld id="{1AC0DE63-F386-450A-9205-EAFF862E7C5E}" type="slidenum">
              <a:rPr lang="en-US" smtClean="0">
                <a:solidFill>
                  <a:prstClr val="black"/>
                </a:solidFill>
              </a:rPr>
              <a:pPr defTabSz="1164820"/>
              <a:t>‹#›</a:t>
            </a:fld>
            <a:endParaRPr lang="en-US">
              <a:solidFill>
                <a:prstClr val="black"/>
              </a:solidFill>
            </a:endParaRPr>
          </a:p>
        </p:txBody>
      </p:sp>
    </p:spTree>
    <p:extLst>
      <p:ext uri="{BB962C8B-B14F-4D97-AF65-F5344CB8AC3E}">
        <p14:creationId xmlns:p14="http://schemas.microsoft.com/office/powerpoint/2010/main" val="3513394295"/>
      </p:ext>
    </p:extLst>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6" y="1972144"/>
            <a:ext cx="5435592" cy="4163389"/>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49088" y="1972157"/>
            <a:ext cx="5126679" cy="1615827"/>
          </a:xfrm>
          <a:ln>
            <a:noFill/>
          </a:ln>
        </p:spPr>
        <p:txBody>
          <a:bodyPr wrap="square" lIns="0" tIns="0" rIns="0" bIns="0">
            <a:spAutoFit/>
          </a:bodyPr>
          <a:lstStyle>
            <a:lvl1pPr>
              <a:spcBef>
                <a:spcPts val="0"/>
              </a:spcBef>
              <a:spcAft>
                <a:spcPts val="0"/>
              </a:spcAft>
              <a:defRPr lang="en-US" sz="21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00" b="0" kern="1200" baseline="0" dirty="0" smtClean="0">
                <a:solidFill>
                  <a:schemeClr val="tx1"/>
                </a:solidFill>
                <a:latin typeface="+mn-lt"/>
                <a:ea typeface="+mn-ea"/>
                <a:cs typeface="Arial" pitchFamily="34" charset="0"/>
              </a:defRPr>
            </a:lvl2pPr>
            <a:lvl3pPr>
              <a:spcBef>
                <a:spcPts val="0"/>
              </a:spcBef>
              <a:spcAft>
                <a:spcPts val="0"/>
              </a:spcAft>
              <a:defRPr lang="en-US" sz="21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00" b="0" kern="1200" baseline="0" dirty="0" smtClean="0">
                <a:solidFill>
                  <a:schemeClr val="tx1"/>
                </a:solidFill>
                <a:latin typeface="Arial" pitchFamily="34" charset="0"/>
                <a:ea typeface="+mn-ea"/>
                <a:cs typeface="Arial" pitchFamily="34" charset="0"/>
              </a:defRPr>
            </a:lvl5pPr>
            <a:lvl6pPr marL="1357542" indent="-277178">
              <a:spcBef>
                <a:spcPts val="0"/>
              </a:spcBef>
              <a:spcAft>
                <a:spcPts val="0"/>
              </a:spcAft>
              <a:buSzPct val="70000"/>
              <a:defRPr lang="en-US" sz="2100" kern="1200" dirty="0" smtClean="0">
                <a:solidFill>
                  <a:schemeClr val="tx1"/>
                </a:solidFill>
                <a:latin typeface="Arial" pitchFamily="34" charset="0"/>
                <a:ea typeface="+mn-ea"/>
                <a:cs typeface="Arial" pitchFamily="34" charset="0"/>
              </a:defRPr>
            </a:lvl6pPr>
            <a:lvl7pPr marL="1629050" indent="-271512">
              <a:spcBef>
                <a:spcPts val="0"/>
              </a:spcBef>
              <a:spcAft>
                <a:spcPts val="0"/>
              </a:spcAft>
              <a:buSzPct val="70000"/>
              <a:buFont typeface="Arial" pitchFamily="34" charset="0"/>
              <a:buChar char="–"/>
              <a:defRPr sz="2100" baseline="0">
                <a:latin typeface="+mj-lt"/>
              </a:defRPr>
            </a:lvl7pPr>
            <a:lvl8pPr marL="1900554" indent="-271512">
              <a:spcBef>
                <a:spcPts val="0"/>
              </a:spcBef>
              <a:spcAft>
                <a:spcPts val="0"/>
              </a:spcAft>
              <a:buSzPct val="70000"/>
              <a:defRPr sz="2100" baseline="0">
                <a:latin typeface="+mj-lt"/>
              </a:defRPr>
            </a:lvl8pPr>
            <a:lvl9pPr marL="2166412" indent="-265856">
              <a:spcBef>
                <a:spcPts val="0"/>
              </a:spcBef>
              <a:spcAft>
                <a:spcPts val="0"/>
              </a:spcAft>
              <a:buSzPct val="70000"/>
              <a:buFont typeface="Arial" pitchFamily="34" charset="0"/>
              <a:buChar char="–"/>
              <a:defRPr sz="2100">
                <a:latin typeface="+mj-lt"/>
              </a:defRPr>
            </a:lvl9pPr>
          </a:lstStyle>
          <a:p>
            <a:pPr marL="345046" lvl="0" indent="-345046" algn="l" defTabSz="1086037"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78769" lvl="2" indent="-331840" algn="l" defTabSz="1086037"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0620" lvl="3" indent="-331840" algn="l" defTabSz="1086037"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50006" lvl="4" indent="-339387" algn="l" defTabSz="110866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4468" lvl="5" indent="-339387" algn="l" defTabSz="1086037"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142" y="727285"/>
            <a:ext cx="10964283" cy="58477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00" b="1" kern="1200" dirty="0">
                <a:solidFill>
                  <a:schemeClr val="tx2"/>
                </a:solidFill>
                <a:latin typeface="Arial" pitchFamily="34" charset="0"/>
                <a:ea typeface="+mj-ea"/>
                <a:cs typeface="Arial" pitchFamily="34" charset="0"/>
              </a:defRPr>
            </a:lvl1pPr>
          </a:lstStyle>
          <a:p>
            <a:pPr lvl="0" algn="l" defTabSz="1086037"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07" y="1270771"/>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217331969"/>
      </p:ext>
    </p:extLst>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p:cSld name="9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2" y="719296"/>
            <a:ext cx="10962166" cy="446276"/>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900" b="1" kern="1200" dirty="0">
                <a:solidFill>
                  <a:schemeClr val="tx2"/>
                </a:solidFill>
                <a:latin typeface="Arial" pitchFamily="34" charset="0"/>
                <a:ea typeface="+mj-ea"/>
                <a:cs typeface="Arial" pitchFamily="34" charset="0"/>
              </a:defRPr>
            </a:lvl1pPr>
          </a:lstStyle>
          <a:p>
            <a:pPr lvl="0" algn="l" defTabSz="1086037"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7" y="1972157"/>
            <a:ext cx="10962167" cy="1615827"/>
          </a:xfrm>
        </p:spPr>
        <p:txBody>
          <a:bodyPr wrap="square">
            <a:spAutoFit/>
          </a:bodyPr>
          <a:lstStyle>
            <a:lvl1pPr algn="l" rtl="0" eaLnBrk="1" latinLnBrk="0" hangingPunct="1">
              <a:spcBef>
                <a:spcPts val="0"/>
              </a:spcBef>
              <a:spcAft>
                <a:spcPts val="0"/>
              </a:spcAft>
              <a:buClr>
                <a:schemeClr val="bg2"/>
              </a:buClr>
              <a:buSzPct val="120000"/>
              <a:defRPr lang="en-US" sz="21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1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1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1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100" b="0" kern="1200" baseline="0" dirty="0" smtClean="0">
                <a:solidFill>
                  <a:schemeClr val="tx1"/>
                </a:solidFill>
                <a:latin typeface="Arial" pitchFamily="34" charset="0"/>
                <a:ea typeface="+mn-ea"/>
                <a:cs typeface="Arial" pitchFamily="34" charset="0"/>
              </a:defRPr>
            </a:lvl5pPr>
            <a:lvl6pPr marL="1704468" indent="-339387">
              <a:spcBef>
                <a:spcPts val="0"/>
              </a:spcBef>
              <a:spcAft>
                <a:spcPts val="0"/>
              </a:spcAft>
              <a:buClr>
                <a:schemeClr val="tx2"/>
              </a:buClr>
              <a:buSzPct val="70000"/>
              <a:buFont typeface="Wingdings" pitchFamily="2" charset="2"/>
              <a:buChar char="§"/>
              <a:defRPr lang="en-US" sz="2100" kern="1200" dirty="0" smtClean="0">
                <a:solidFill>
                  <a:schemeClr val="tx1"/>
                </a:solidFill>
                <a:latin typeface="Arial" pitchFamily="34" charset="0"/>
                <a:ea typeface="+mn-ea"/>
                <a:cs typeface="Arial" pitchFamily="34" charset="0"/>
              </a:defRPr>
            </a:lvl6pPr>
            <a:lvl7pPr marL="2036311" indent="-324302">
              <a:spcBef>
                <a:spcPts val="0"/>
              </a:spcBef>
              <a:spcAft>
                <a:spcPts val="0"/>
              </a:spcAft>
              <a:buClr>
                <a:schemeClr val="tx2"/>
              </a:buClr>
              <a:buSzPct val="70000"/>
              <a:buFont typeface="Arial" pitchFamily="34" charset="0"/>
              <a:buChar char="–"/>
              <a:defRPr sz="2100" baseline="0">
                <a:solidFill>
                  <a:schemeClr val="tx1"/>
                </a:solidFill>
                <a:latin typeface="+mn-lt"/>
                <a:cs typeface="Arial" pitchFamily="34" charset="0"/>
              </a:defRPr>
            </a:lvl7pPr>
            <a:lvl8pPr marL="1900554" indent="-271512">
              <a:spcBef>
                <a:spcPts val="0"/>
              </a:spcBef>
              <a:spcAft>
                <a:spcPts val="0"/>
              </a:spcAft>
              <a:buSzPct val="70000"/>
              <a:defRPr sz="2100" baseline="0">
                <a:latin typeface="Arial" pitchFamily="34" charset="0"/>
                <a:cs typeface="Arial" pitchFamily="34" charset="0"/>
              </a:defRPr>
            </a:lvl8pPr>
            <a:lvl9pPr marL="2166412" indent="-265856">
              <a:spcBef>
                <a:spcPts val="0"/>
              </a:spcBef>
              <a:spcAft>
                <a:spcPts val="0"/>
              </a:spcAft>
              <a:buSzPct val="70000"/>
              <a:buFont typeface="Arial" pitchFamily="34" charset="0"/>
              <a:buChar char="–"/>
              <a:defRPr sz="2100">
                <a:latin typeface="Arial" pitchFamily="34" charset="0"/>
                <a:cs typeface="Arial" pitchFamily="34" charset="0"/>
              </a:defRPr>
            </a:lvl9pPr>
          </a:lstStyle>
          <a:p>
            <a:pPr marL="345046" lvl="0" indent="-345046" algn="l" defTabSz="1086037"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78769" lvl="2" indent="-331840" algn="l" defTabSz="1086037"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0620" lvl="3" indent="-331840" algn="l" defTabSz="1086037"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50006" lvl="4" indent="-339387" algn="l" defTabSz="110866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4468" lvl="5" indent="-339387" algn="l" defTabSz="1086037"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107" y="1146067"/>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67050572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74.xml><?xml version="1.0" encoding="utf-8"?>
<p:sldLayout xmlns:a="http://schemas.openxmlformats.org/drawingml/2006/main" xmlns:r="http://schemas.openxmlformats.org/officeDocument/2006/relationships" xmlns:p="http://schemas.openxmlformats.org/presentationml/2006/main" userDrawn="1">
  <p:cSld name="12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02" y="719342"/>
            <a:ext cx="10962166" cy="58477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00" b="1" kern="1200" dirty="0">
                <a:solidFill>
                  <a:schemeClr val="tx2"/>
                </a:solidFill>
                <a:latin typeface="Arial" pitchFamily="34" charset="0"/>
                <a:ea typeface="+mj-ea"/>
                <a:cs typeface="Arial" pitchFamily="34" charset="0"/>
              </a:defRPr>
            </a:lvl1pPr>
          </a:lstStyle>
          <a:p>
            <a:pPr lvl="0" algn="l" defTabSz="1085076"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1" y="6630957"/>
            <a:ext cx="6522619" cy="153888"/>
          </a:xfrm>
          <a:prstGeom prst="rect">
            <a:avLst/>
          </a:prstGeom>
          <a:noFill/>
          <a:ln w="9525">
            <a:noFill/>
            <a:miter lim="800000"/>
            <a:headEnd/>
            <a:tailEnd/>
          </a:ln>
        </p:spPr>
        <p:txBody>
          <a:bodyPr wrap="none" lIns="0" tIns="0" rIns="0" bIns="0">
            <a:spAutoFit/>
          </a:bodyPr>
          <a:lstStyle/>
          <a:p>
            <a:pPr defTabSz="1085076" fontAlgn="auto">
              <a:spcBef>
                <a:spcPts val="0"/>
              </a:spcBef>
              <a:spcAft>
                <a:spcPts val="0"/>
              </a:spcAft>
              <a:defRPr/>
            </a:pPr>
            <a:r>
              <a:rPr lang="en-US" sz="1000" dirty="0">
                <a:solidFill>
                  <a:srgbClr val="6D6E71"/>
                </a:solidFill>
                <a:latin typeface="Arial"/>
              </a:rPr>
              <a:t> The contents in this document are </a:t>
            </a:r>
            <a:r>
              <a:rPr lang="en-US" sz="1000" dirty="0">
                <a:solidFill>
                  <a:prstClr val="white">
                    <a:lumMod val="50000"/>
                  </a:prstClr>
                </a:solidFill>
                <a:latin typeface="Arial"/>
                <a:ea typeface="Times New Roman"/>
              </a:rPr>
              <a:t>Confidential &amp; Proprietary</a:t>
            </a:r>
            <a:r>
              <a:rPr lang="en-US" sz="1000" dirty="0">
                <a:solidFill>
                  <a:prstClr val="white">
                    <a:lumMod val="50000"/>
                  </a:prstClr>
                </a:solidFill>
                <a:latin typeface="Arial"/>
              </a:rPr>
              <a:t>. </a:t>
            </a:r>
            <a:r>
              <a:rPr lang="en-US" sz="1000" dirty="0">
                <a:solidFill>
                  <a:srgbClr val="6D6E71"/>
                </a:solidFill>
                <a:latin typeface="Arial"/>
              </a:rPr>
              <a:t>Copyright © 2015 Tech Mahindra. All rights reserved.</a:t>
            </a:r>
          </a:p>
        </p:txBody>
      </p:sp>
      <p:sp>
        <p:nvSpPr>
          <p:cNvPr id="6" name="Slide Number Placeholder 5"/>
          <p:cNvSpPr txBox="1">
            <a:spLocks/>
          </p:cNvSpPr>
          <p:nvPr userDrawn="1"/>
        </p:nvSpPr>
        <p:spPr bwMode="auto">
          <a:xfrm>
            <a:off x="11780510" y="6600188"/>
            <a:ext cx="187551" cy="184666"/>
          </a:xfrm>
          <a:prstGeom prst="rect">
            <a:avLst/>
          </a:prstGeom>
          <a:noFill/>
          <a:ln w="9525">
            <a:noFill/>
            <a:miter lim="800000"/>
            <a:headEnd/>
            <a:tailEnd/>
          </a:ln>
        </p:spPr>
        <p:txBody>
          <a:bodyPr wrap="none" lIns="0" tIns="0" rIns="0" bIns="0" anchor="ctr">
            <a:spAutoFit/>
          </a:bodyPr>
          <a:lstStyle/>
          <a:p>
            <a:pPr algn="r" defTabSz="1085076" fontAlgn="auto">
              <a:spcBef>
                <a:spcPts val="0"/>
              </a:spcBef>
              <a:spcAft>
                <a:spcPts val="0"/>
              </a:spcAft>
              <a:defRPr/>
            </a:pPr>
            <a:fld id="{6856ECDB-1CEE-4F69-ADCA-557460F2116E}" type="slidenum">
              <a:rPr lang="en-US" sz="1200">
                <a:solidFill>
                  <a:srgbClr val="6D6E71"/>
                </a:solidFill>
                <a:latin typeface="Arial"/>
              </a:rPr>
              <a:pPr algn="r" defTabSz="1085076"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2" y="19"/>
            <a:ext cx="3025650" cy="825692"/>
          </a:xfrm>
          <a:prstGeom prst="rect">
            <a:avLst/>
          </a:prstGeom>
        </p:spPr>
      </p:pic>
    </p:spTree>
    <p:extLst>
      <p:ext uri="{BB962C8B-B14F-4D97-AF65-F5344CB8AC3E}">
        <p14:creationId xmlns:p14="http://schemas.microsoft.com/office/powerpoint/2010/main" val="365293427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75.xml><?xml version="1.0" encoding="utf-8"?>
<p:sldLayout xmlns:a="http://schemas.openxmlformats.org/drawingml/2006/main" xmlns:r="http://schemas.openxmlformats.org/officeDocument/2006/relationships" xmlns:p="http://schemas.openxmlformats.org/presentationml/2006/main" userDrawn="1">
  <p:cSld name="13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02" y="719342"/>
            <a:ext cx="10962166" cy="58477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00" b="1" kern="1200" dirty="0">
                <a:solidFill>
                  <a:schemeClr val="tx2"/>
                </a:solidFill>
                <a:latin typeface="Arial" pitchFamily="34" charset="0"/>
                <a:ea typeface="+mj-ea"/>
                <a:cs typeface="Arial" pitchFamily="34" charset="0"/>
              </a:defRPr>
            </a:lvl1pPr>
          </a:lstStyle>
          <a:p>
            <a:pPr lvl="0" algn="l" defTabSz="1085076"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1" y="6630957"/>
            <a:ext cx="6522619" cy="153888"/>
          </a:xfrm>
          <a:prstGeom prst="rect">
            <a:avLst/>
          </a:prstGeom>
          <a:noFill/>
          <a:ln w="9525">
            <a:noFill/>
            <a:miter lim="800000"/>
            <a:headEnd/>
            <a:tailEnd/>
          </a:ln>
        </p:spPr>
        <p:txBody>
          <a:bodyPr wrap="none" lIns="0" tIns="0" rIns="0" bIns="0">
            <a:spAutoFit/>
          </a:bodyPr>
          <a:lstStyle/>
          <a:p>
            <a:pPr defTabSz="1085076" fontAlgn="auto">
              <a:spcBef>
                <a:spcPts val="0"/>
              </a:spcBef>
              <a:spcAft>
                <a:spcPts val="0"/>
              </a:spcAft>
              <a:defRPr/>
            </a:pPr>
            <a:r>
              <a:rPr lang="en-US" sz="1000" dirty="0">
                <a:solidFill>
                  <a:srgbClr val="6D6E71"/>
                </a:solidFill>
                <a:latin typeface="Arial"/>
              </a:rPr>
              <a:t> The contents in this document are </a:t>
            </a:r>
            <a:r>
              <a:rPr lang="en-US" sz="1000" dirty="0">
                <a:solidFill>
                  <a:prstClr val="white">
                    <a:lumMod val="50000"/>
                  </a:prstClr>
                </a:solidFill>
                <a:latin typeface="Arial"/>
                <a:ea typeface="Times New Roman"/>
              </a:rPr>
              <a:t>Confidential &amp; Proprietary</a:t>
            </a:r>
            <a:r>
              <a:rPr lang="en-US" sz="1000" dirty="0">
                <a:solidFill>
                  <a:prstClr val="white">
                    <a:lumMod val="50000"/>
                  </a:prstClr>
                </a:solidFill>
                <a:latin typeface="Arial"/>
              </a:rPr>
              <a:t>. </a:t>
            </a:r>
            <a:r>
              <a:rPr lang="en-US" sz="1000" dirty="0">
                <a:solidFill>
                  <a:srgbClr val="6D6E71"/>
                </a:solidFill>
                <a:latin typeface="Arial"/>
              </a:rPr>
              <a:t>Copyright © 2015 Tech Mahindra. All rights reserved.</a:t>
            </a:r>
          </a:p>
        </p:txBody>
      </p:sp>
      <p:sp>
        <p:nvSpPr>
          <p:cNvPr id="6" name="Slide Number Placeholder 5"/>
          <p:cNvSpPr txBox="1">
            <a:spLocks/>
          </p:cNvSpPr>
          <p:nvPr userDrawn="1"/>
        </p:nvSpPr>
        <p:spPr bwMode="auto">
          <a:xfrm>
            <a:off x="11780510" y="6600188"/>
            <a:ext cx="187551" cy="184666"/>
          </a:xfrm>
          <a:prstGeom prst="rect">
            <a:avLst/>
          </a:prstGeom>
          <a:noFill/>
          <a:ln w="9525">
            <a:noFill/>
            <a:miter lim="800000"/>
            <a:headEnd/>
            <a:tailEnd/>
          </a:ln>
        </p:spPr>
        <p:txBody>
          <a:bodyPr wrap="none" lIns="0" tIns="0" rIns="0" bIns="0" anchor="ctr">
            <a:spAutoFit/>
          </a:bodyPr>
          <a:lstStyle/>
          <a:p>
            <a:pPr algn="r" defTabSz="1085076" fontAlgn="auto">
              <a:spcBef>
                <a:spcPts val="0"/>
              </a:spcBef>
              <a:spcAft>
                <a:spcPts val="0"/>
              </a:spcAft>
              <a:defRPr/>
            </a:pPr>
            <a:fld id="{6856ECDB-1CEE-4F69-ADCA-557460F2116E}" type="slidenum">
              <a:rPr lang="en-US" sz="1200">
                <a:solidFill>
                  <a:srgbClr val="6D6E71"/>
                </a:solidFill>
                <a:latin typeface="Arial"/>
              </a:rPr>
              <a:pPr algn="r" defTabSz="1085076"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2" y="19"/>
            <a:ext cx="3025650" cy="825692"/>
          </a:xfrm>
          <a:prstGeom prst="rect">
            <a:avLst/>
          </a:prstGeom>
        </p:spPr>
      </p:pic>
    </p:spTree>
    <p:extLst>
      <p:ext uri="{BB962C8B-B14F-4D97-AF65-F5344CB8AC3E}">
        <p14:creationId xmlns:p14="http://schemas.microsoft.com/office/powerpoint/2010/main" val="387441214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76.xml><?xml version="1.0" encoding="utf-8"?>
<p:sldLayout xmlns:a="http://schemas.openxmlformats.org/drawingml/2006/main" xmlns:r="http://schemas.openxmlformats.org/officeDocument/2006/relationships" xmlns:p="http://schemas.openxmlformats.org/presentationml/2006/main" userDrawn="1">
  <p:cSld name="14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02" y="719342"/>
            <a:ext cx="10962166" cy="58477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00" b="1" kern="1200" dirty="0">
                <a:solidFill>
                  <a:schemeClr val="tx2"/>
                </a:solidFill>
                <a:latin typeface="Arial" pitchFamily="34" charset="0"/>
                <a:ea typeface="+mj-ea"/>
                <a:cs typeface="Arial" pitchFamily="34" charset="0"/>
              </a:defRPr>
            </a:lvl1pPr>
          </a:lstStyle>
          <a:p>
            <a:pPr lvl="0" algn="l" defTabSz="1085076"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1" y="6630957"/>
            <a:ext cx="6522619" cy="153888"/>
          </a:xfrm>
          <a:prstGeom prst="rect">
            <a:avLst/>
          </a:prstGeom>
          <a:noFill/>
          <a:ln w="9525">
            <a:noFill/>
            <a:miter lim="800000"/>
            <a:headEnd/>
            <a:tailEnd/>
          </a:ln>
        </p:spPr>
        <p:txBody>
          <a:bodyPr wrap="none" lIns="0" tIns="0" rIns="0" bIns="0">
            <a:spAutoFit/>
          </a:bodyPr>
          <a:lstStyle/>
          <a:p>
            <a:pPr defTabSz="1085076" fontAlgn="auto">
              <a:spcBef>
                <a:spcPts val="0"/>
              </a:spcBef>
              <a:spcAft>
                <a:spcPts val="0"/>
              </a:spcAft>
              <a:defRPr/>
            </a:pPr>
            <a:r>
              <a:rPr lang="en-US" sz="1000" dirty="0">
                <a:solidFill>
                  <a:srgbClr val="6D6E71"/>
                </a:solidFill>
                <a:latin typeface="Arial"/>
              </a:rPr>
              <a:t> The contents in this document are </a:t>
            </a:r>
            <a:r>
              <a:rPr lang="en-US" sz="1000" dirty="0">
                <a:solidFill>
                  <a:prstClr val="white">
                    <a:lumMod val="50000"/>
                  </a:prstClr>
                </a:solidFill>
                <a:latin typeface="Arial"/>
                <a:ea typeface="Times New Roman"/>
              </a:rPr>
              <a:t>Confidential &amp; Proprietary</a:t>
            </a:r>
            <a:r>
              <a:rPr lang="en-US" sz="1000" dirty="0">
                <a:solidFill>
                  <a:prstClr val="white">
                    <a:lumMod val="50000"/>
                  </a:prstClr>
                </a:solidFill>
                <a:latin typeface="Arial"/>
              </a:rPr>
              <a:t>. </a:t>
            </a:r>
            <a:r>
              <a:rPr lang="en-US" sz="1000" dirty="0">
                <a:solidFill>
                  <a:srgbClr val="6D6E71"/>
                </a:solidFill>
                <a:latin typeface="Arial"/>
              </a:rPr>
              <a:t>Copyright © 2015 Tech Mahindra. All rights reserved.</a:t>
            </a:r>
          </a:p>
        </p:txBody>
      </p:sp>
      <p:sp>
        <p:nvSpPr>
          <p:cNvPr id="6" name="Slide Number Placeholder 5"/>
          <p:cNvSpPr txBox="1">
            <a:spLocks/>
          </p:cNvSpPr>
          <p:nvPr userDrawn="1"/>
        </p:nvSpPr>
        <p:spPr bwMode="auto">
          <a:xfrm>
            <a:off x="11780510" y="6600188"/>
            <a:ext cx="187551" cy="184666"/>
          </a:xfrm>
          <a:prstGeom prst="rect">
            <a:avLst/>
          </a:prstGeom>
          <a:noFill/>
          <a:ln w="9525">
            <a:noFill/>
            <a:miter lim="800000"/>
            <a:headEnd/>
            <a:tailEnd/>
          </a:ln>
        </p:spPr>
        <p:txBody>
          <a:bodyPr wrap="none" lIns="0" tIns="0" rIns="0" bIns="0" anchor="ctr">
            <a:spAutoFit/>
          </a:bodyPr>
          <a:lstStyle/>
          <a:p>
            <a:pPr algn="r" defTabSz="1085076" fontAlgn="auto">
              <a:spcBef>
                <a:spcPts val="0"/>
              </a:spcBef>
              <a:spcAft>
                <a:spcPts val="0"/>
              </a:spcAft>
              <a:defRPr/>
            </a:pPr>
            <a:fld id="{6856ECDB-1CEE-4F69-ADCA-557460F2116E}" type="slidenum">
              <a:rPr lang="en-US" sz="1200">
                <a:solidFill>
                  <a:srgbClr val="6D6E71"/>
                </a:solidFill>
                <a:latin typeface="Arial"/>
              </a:rPr>
              <a:pPr algn="r" defTabSz="1085076"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2" y="19"/>
            <a:ext cx="3025650" cy="825692"/>
          </a:xfrm>
          <a:prstGeom prst="rect">
            <a:avLst/>
          </a:prstGeom>
        </p:spPr>
      </p:pic>
    </p:spTree>
    <p:extLst>
      <p:ext uri="{BB962C8B-B14F-4D97-AF65-F5344CB8AC3E}">
        <p14:creationId xmlns:p14="http://schemas.microsoft.com/office/powerpoint/2010/main" val="82793462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77.xml><?xml version="1.0" encoding="utf-8"?>
<p:sldLayout xmlns:a="http://schemas.openxmlformats.org/drawingml/2006/main" xmlns:r="http://schemas.openxmlformats.org/officeDocument/2006/relationships" xmlns:p="http://schemas.openxmlformats.org/presentationml/2006/main" userDrawn="1">
  <p:cSld name="15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02" y="719342"/>
            <a:ext cx="10962166" cy="58477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00" b="1" kern="1200" dirty="0">
                <a:solidFill>
                  <a:schemeClr val="tx2"/>
                </a:solidFill>
                <a:latin typeface="Arial" pitchFamily="34" charset="0"/>
                <a:ea typeface="+mj-ea"/>
                <a:cs typeface="Arial" pitchFamily="34" charset="0"/>
              </a:defRPr>
            </a:lvl1pPr>
          </a:lstStyle>
          <a:p>
            <a:pPr lvl="0" algn="l" defTabSz="1085076"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1" y="6630957"/>
            <a:ext cx="6522619" cy="153888"/>
          </a:xfrm>
          <a:prstGeom prst="rect">
            <a:avLst/>
          </a:prstGeom>
          <a:noFill/>
          <a:ln w="9525">
            <a:noFill/>
            <a:miter lim="800000"/>
            <a:headEnd/>
            <a:tailEnd/>
          </a:ln>
        </p:spPr>
        <p:txBody>
          <a:bodyPr wrap="none" lIns="0" tIns="0" rIns="0" bIns="0">
            <a:spAutoFit/>
          </a:bodyPr>
          <a:lstStyle/>
          <a:p>
            <a:pPr defTabSz="1085076" fontAlgn="auto">
              <a:spcBef>
                <a:spcPts val="0"/>
              </a:spcBef>
              <a:spcAft>
                <a:spcPts val="0"/>
              </a:spcAft>
              <a:defRPr/>
            </a:pPr>
            <a:r>
              <a:rPr lang="en-US" sz="1000" dirty="0">
                <a:solidFill>
                  <a:srgbClr val="6D6E71"/>
                </a:solidFill>
                <a:latin typeface="Arial"/>
              </a:rPr>
              <a:t> The contents in this document are </a:t>
            </a:r>
            <a:r>
              <a:rPr lang="en-US" sz="1000" dirty="0">
                <a:solidFill>
                  <a:prstClr val="white">
                    <a:lumMod val="50000"/>
                  </a:prstClr>
                </a:solidFill>
                <a:latin typeface="Arial"/>
                <a:ea typeface="Times New Roman"/>
              </a:rPr>
              <a:t>Confidential &amp; Proprietary</a:t>
            </a:r>
            <a:r>
              <a:rPr lang="en-US" sz="1000" dirty="0">
                <a:solidFill>
                  <a:prstClr val="white">
                    <a:lumMod val="50000"/>
                  </a:prstClr>
                </a:solidFill>
                <a:latin typeface="Arial"/>
              </a:rPr>
              <a:t>. </a:t>
            </a:r>
            <a:r>
              <a:rPr lang="en-US" sz="1000" dirty="0">
                <a:solidFill>
                  <a:srgbClr val="6D6E71"/>
                </a:solidFill>
                <a:latin typeface="Arial"/>
              </a:rPr>
              <a:t>Copyright © 2015 Tech Mahindra. All rights reserved.</a:t>
            </a:r>
          </a:p>
        </p:txBody>
      </p:sp>
      <p:sp>
        <p:nvSpPr>
          <p:cNvPr id="6" name="Slide Number Placeholder 5"/>
          <p:cNvSpPr txBox="1">
            <a:spLocks/>
          </p:cNvSpPr>
          <p:nvPr userDrawn="1"/>
        </p:nvSpPr>
        <p:spPr bwMode="auto">
          <a:xfrm>
            <a:off x="11780510" y="6600188"/>
            <a:ext cx="187551" cy="184666"/>
          </a:xfrm>
          <a:prstGeom prst="rect">
            <a:avLst/>
          </a:prstGeom>
          <a:noFill/>
          <a:ln w="9525">
            <a:noFill/>
            <a:miter lim="800000"/>
            <a:headEnd/>
            <a:tailEnd/>
          </a:ln>
        </p:spPr>
        <p:txBody>
          <a:bodyPr wrap="none" lIns="0" tIns="0" rIns="0" bIns="0" anchor="ctr">
            <a:spAutoFit/>
          </a:bodyPr>
          <a:lstStyle/>
          <a:p>
            <a:pPr algn="r" defTabSz="1085076" fontAlgn="auto">
              <a:spcBef>
                <a:spcPts val="0"/>
              </a:spcBef>
              <a:spcAft>
                <a:spcPts val="0"/>
              </a:spcAft>
              <a:defRPr/>
            </a:pPr>
            <a:fld id="{6856ECDB-1CEE-4F69-ADCA-557460F2116E}" type="slidenum">
              <a:rPr lang="en-US" sz="1200">
                <a:solidFill>
                  <a:srgbClr val="6D6E71"/>
                </a:solidFill>
                <a:latin typeface="Arial"/>
              </a:rPr>
              <a:pPr algn="r" defTabSz="1085076"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2" y="19"/>
            <a:ext cx="3025650" cy="825692"/>
          </a:xfrm>
          <a:prstGeom prst="rect">
            <a:avLst/>
          </a:prstGeom>
        </p:spPr>
      </p:pic>
    </p:spTree>
    <p:extLst>
      <p:ext uri="{BB962C8B-B14F-4D97-AF65-F5344CB8AC3E}">
        <p14:creationId xmlns:p14="http://schemas.microsoft.com/office/powerpoint/2010/main" val="313965032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78.xml><?xml version="1.0" encoding="utf-8"?>
<p:sldLayout xmlns:a="http://schemas.openxmlformats.org/drawingml/2006/main" xmlns:r="http://schemas.openxmlformats.org/officeDocument/2006/relationships" xmlns:p="http://schemas.openxmlformats.org/presentationml/2006/main" userDrawn="1">
  <p:cSld name="16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02" y="719342"/>
            <a:ext cx="10962166" cy="58477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00" b="1" kern="1200" dirty="0">
                <a:solidFill>
                  <a:schemeClr val="tx2"/>
                </a:solidFill>
                <a:latin typeface="Arial" pitchFamily="34" charset="0"/>
                <a:ea typeface="+mj-ea"/>
                <a:cs typeface="Arial" pitchFamily="34" charset="0"/>
              </a:defRPr>
            </a:lvl1pPr>
          </a:lstStyle>
          <a:p>
            <a:pPr lvl="0" algn="l" defTabSz="1085076"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1" y="6630957"/>
            <a:ext cx="6522619" cy="153888"/>
          </a:xfrm>
          <a:prstGeom prst="rect">
            <a:avLst/>
          </a:prstGeom>
          <a:noFill/>
          <a:ln w="9525">
            <a:noFill/>
            <a:miter lim="800000"/>
            <a:headEnd/>
            <a:tailEnd/>
          </a:ln>
        </p:spPr>
        <p:txBody>
          <a:bodyPr wrap="none" lIns="0" tIns="0" rIns="0" bIns="0">
            <a:spAutoFit/>
          </a:bodyPr>
          <a:lstStyle/>
          <a:p>
            <a:pPr defTabSz="1085076" fontAlgn="auto">
              <a:spcBef>
                <a:spcPts val="0"/>
              </a:spcBef>
              <a:spcAft>
                <a:spcPts val="0"/>
              </a:spcAft>
              <a:defRPr/>
            </a:pPr>
            <a:r>
              <a:rPr lang="en-US" sz="1000" dirty="0">
                <a:solidFill>
                  <a:srgbClr val="6D6E71"/>
                </a:solidFill>
                <a:latin typeface="Arial"/>
              </a:rPr>
              <a:t> The contents in this document are </a:t>
            </a:r>
            <a:r>
              <a:rPr lang="en-US" sz="1000" dirty="0">
                <a:solidFill>
                  <a:prstClr val="white">
                    <a:lumMod val="50000"/>
                  </a:prstClr>
                </a:solidFill>
                <a:latin typeface="Arial"/>
                <a:ea typeface="Times New Roman"/>
              </a:rPr>
              <a:t>Confidential &amp; Proprietary</a:t>
            </a:r>
            <a:r>
              <a:rPr lang="en-US" sz="1000" dirty="0">
                <a:solidFill>
                  <a:prstClr val="white">
                    <a:lumMod val="50000"/>
                  </a:prstClr>
                </a:solidFill>
                <a:latin typeface="Arial"/>
              </a:rPr>
              <a:t>. </a:t>
            </a:r>
            <a:r>
              <a:rPr lang="en-US" sz="1000" dirty="0">
                <a:solidFill>
                  <a:srgbClr val="6D6E71"/>
                </a:solidFill>
                <a:latin typeface="Arial"/>
              </a:rPr>
              <a:t>Copyright © 2015 Tech Mahindra. All rights reserved.</a:t>
            </a:r>
          </a:p>
        </p:txBody>
      </p:sp>
      <p:sp>
        <p:nvSpPr>
          <p:cNvPr id="6" name="Slide Number Placeholder 5"/>
          <p:cNvSpPr txBox="1">
            <a:spLocks/>
          </p:cNvSpPr>
          <p:nvPr userDrawn="1"/>
        </p:nvSpPr>
        <p:spPr bwMode="auto">
          <a:xfrm>
            <a:off x="11780510" y="6600188"/>
            <a:ext cx="187551" cy="184666"/>
          </a:xfrm>
          <a:prstGeom prst="rect">
            <a:avLst/>
          </a:prstGeom>
          <a:noFill/>
          <a:ln w="9525">
            <a:noFill/>
            <a:miter lim="800000"/>
            <a:headEnd/>
            <a:tailEnd/>
          </a:ln>
        </p:spPr>
        <p:txBody>
          <a:bodyPr wrap="none" lIns="0" tIns="0" rIns="0" bIns="0" anchor="ctr">
            <a:spAutoFit/>
          </a:bodyPr>
          <a:lstStyle/>
          <a:p>
            <a:pPr algn="r" defTabSz="1085076" fontAlgn="auto">
              <a:spcBef>
                <a:spcPts val="0"/>
              </a:spcBef>
              <a:spcAft>
                <a:spcPts val="0"/>
              </a:spcAft>
              <a:defRPr/>
            </a:pPr>
            <a:fld id="{6856ECDB-1CEE-4F69-ADCA-557460F2116E}" type="slidenum">
              <a:rPr lang="en-US" sz="1200">
                <a:solidFill>
                  <a:srgbClr val="6D6E71"/>
                </a:solidFill>
                <a:latin typeface="Arial"/>
              </a:rPr>
              <a:pPr algn="r" defTabSz="1085076"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2" y="19"/>
            <a:ext cx="3025650" cy="825692"/>
          </a:xfrm>
          <a:prstGeom prst="rect">
            <a:avLst/>
          </a:prstGeom>
        </p:spPr>
      </p:pic>
    </p:spTree>
    <p:extLst>
      <p:ext uri="{BB962C8B-B14F-4D97-AF65-F5344CB8AC3E}">
        <p14:creationId xmlns:p14="http://schemas.microsoft.com/office/powerpoint/2010/main" val="9404212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79.xml><?xml version="1.0" encoding="utf-8"?>
<p:sldLayout xmlns:a="http://schemas.openxmlformats.org/drawingml/2006/main" xmlns:r="http://schemas.openxmlformats.org/officeDocument/2006/relationships" xmlns:p="http://schemas.openxmlformats.org/presentationml/2006/main" userDrawn="1">
  <p:cSld name="17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02" y="719342"/>
            <a:ext cx="10962166" cy="58477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00" b="1" kern="1200" dirty="0">
                <a:solidFill>
                  <a:schemeClr val="tx2"/>
                </a:solidFill>
                <a:latin typeface="Arial" pitchFamily="34" charset="0"/>
                <a:ea typeface="+mj-ea"/>
                <a:cs typeface="Arial" pitchFamily="34" charset="0"/>
              </a:defRPr>
            </a:lvl1pPr>
          </a:lstStyle>
          <a:p>
            <a:pPr lvl="0" algn="l" defTabSz="1085076"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1" y="6630957"/>
            <a:ext cx="6522619" cy="153888"/>
          </a:xfrm>
          <a:prstGeom prst="rect">
            <a:avLst/>
          </a:prstGeom>
          <a:noFill/>
          <a:ln w="9525">
            <a:noFill/>
            <a:miter lim="800000"/>
            <a:headEnd/>
            <a:tailEnd/>
          </a:ln>
        </p:spPr>
        <p:txBody>
          <a:bodyPr wrap="none" lIns="0" tIns="0" rIns="0" bIns="0">
            <a:spAutoFit/>
          </a:bodyPr>
          <a:lstStyle/>
          <a:p>
            <a:pPr defTabSz="1085076" fontAlgn="auto">
              <a:spcBef>
                <a:spcPts val="0"/>
              </a:spcBef>
              <a:spcAft>
                <a:spcPts val="0"/>
              </a:spcAft>
              <a:defRPr/>
            </a:pPr>
            <a:r>
              <a:rPr lang="en-US" sz="1000" dirty="0">
                <a:solidFill>
                  <a:srgbClr val="6D6E71"/>
                </a:solidFill>
                <a:latin typeface="Arial"/>
              </a:rPr>
              <a:t> The contents in this document are </a:t>
            </a:r>
            <a:r>
              <a:rPr lang="en-US" sz="1000" dirty="0">
                <a:solidFill>
                  <a:prstClr val="white">
                    <a:lumMod val="50000"/>
                  </a:prstClr>
                </a:solidFill>
                <a:latin typeface="Arial"/>
                <a:ea typeface="Times New Roman"/>
              </a:rPr>
              <a:t>Confidential &amp; Proprietary</a:t>
            </a:r>
            <a:r>
              <a:rPr lang="en-US" sz="1000" dirty="0">
                <a:solidFill>
                  <a:prstClr val="white">
                    <a:lumMod val="50000"/>
                  </a:prstClr>
                </a:solidFill>
                <a:latin typeface="Arial"/>
              </a:rPr>
              <a:t>. </a:t>
            </a:r>
            <a:r>
              <a:rPr lang="en-US" sz="1000" dirty="0">
                <a:solidFill>
                  <a:srgbClr val="6D6E71"/>
                </a:solidFill>
                <a:latin typeface="Arial"/>
              </a:rPr>
              <a:t>Copyright © 2015 Tech Mahindra. All rights reserved.</a:t>
            </a:r>
          </a:p>
        </p:txBody>
      </p:sp>
      <p:sp>
        <p:nvSpPr>
          <p:cNvPr id="6" name="Slide Number Placeholder 5"/>
          <p:cNvSpPr txBox="1">
            <a:spLocks/>
          </p:cNvSpPr>
          <p:nvPr userDrawn="1"/>
        </p:nvSpPr>
        <p:spPr bwMode="auto">
          <a:xfrm>
            <a:off x="11780510" y="6600188"/>
            <a:ext cx="187551" cy="184666"/>
          </a:xfrm>
          <a:prstGeom prst="rect">
            <a:avLst/>
          </a:prstGeom>
          <a:noFill/>
          <a:ln w="9525">
            <a:noFill/>
            <a:miter lim="800000"/>
            <a:headEnd/>
            <a:tailEnd/>
          </a:ln>
        </p:spPr>
        <p:txBody>
          <a:bodyPr wrap="none" lIns="0" tIns="0" rIns="0" bIns="0" anchor="ctr">
            <a:spAutoFit/>
          </a:bodyPr>
          <a:lstStyle/>
          <a:p>
            <a:pPr algn="r" defTabSz="1085076" fontAlgn="auto">
              <a:spcBef>
                <a:spcPts val="0"/>
              </a:spcBef>
              <a:spcAft>
                <a:spcPts val="0"/>
              </a:spcAft>
              <a:defRPr/>
            </a:pPr>
            <a:fld id="{6856ECDB-1CEE-4F69-ADCA-557460F2116E}" type="slidenum">
              <a:rPr lang="en-US" sz="1200">
                <a:solidFill>
                  <a:srgbClr val="6D6E71"/>
                </a:solidFill>
                <a:latin typeface="Arial"/>
              </a:rPr>
              <a:pPr algn="r" defTabSz="1085076"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2" y="19"/>
            <a:ext cx="3025650" cy="825692"/>
          </a:xfrm>
          <a:prstGeom prst="rect">
            <a:avLst/>
          </a:prstGeom>
        </p:spPr>
      </p:pic>
    </p:spTree>
    <p:extLst>
      <p:ext uri="{BB962C8B-B14F-4D97-AF65-F5344CB8AC3E}">
        <p14:creationId xmlns:p14="http://schemas.microsoft.com/office/powerpoint/2010/main" val="279314792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80.xml><?xml version="1.0" encoding="utf-8"?>
<p:sldLayout xmlns:a="http://schemas.openxmlformats.org/drawingml/2006/main" xmlns:r="http://schemas.openxmlformats.org/officeDocument/2006/relationships" xmlns:p="http://schemas.openxmlformats.org/presentationml/2006/main" userDrawn="1">
  <p:cSld name="18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02" y="719342"/>
            <a:ext cx="10962166" cy="58477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00" b="1" kern="1200" dirty="0">
                <a:solidFill>
                  <a:schemeClr val="tx2"/>
                </a:solidFill>
                <a:latin typeface="Arial" pitchFamily="34" charset="0"/>
                <a:ea typeface="+mj-ea"/>
                <a:cs typeface="Arial" pitchFamily="34" charset="0"/>
              </a:defRPr>
            </a:lvl1pPr>
          </a:lstStyle>
          <a:p>
            <a:pPr lvl="0" algn="l" defTabSz="1085076"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11" y="6630957"/>
            <a:ext cx="6522619" cy="153888"/>
          </a:xfrm>
          <a:prstGeom prst="rect">
            <a:avLst/>
          </a:prstGeom>
          <a:noFill/>
          <a:ln w="9525">
            <a:noFill/>
            <a:miter lim="800000"/>
            <a:headEnd/>
            <a:tailEnd/>
          </a:ln>
        </p:spPr>
        <p:txBody>
          <a:bodyPr wrap="none" lIns="0" tIns="0" rIns="0" bIns="0">
            <a:spAutoFit/>
          </a:bodyPr>
          <a:lstStyle/>
          <a:p>
            <a:pPr defTabSz="1085076" fontAlgn="auto">
              <a:spcBef>
                <a:spcPts val="0"/>
              </a:spcBef>
              <a:spcAft>
                <a:spcPts val="0"/>
              </a:spcAft>
              <a:defRPr/>
            </a:pPr>
            <a:r>
              <a:rPr lang="en-US" sz="1000" dirty="0">
                <a:solidFill>
                  <a:srgbClr val="6D6E71"/>
                </a:solidFill>
                <a:latin typeface="Arial"/>
              </a:rPr>
              <a:t> The contents in this document are </a:t>
            </a:r>
            <a:r>
              <a:rPr lang="en-US" sz="1000" dirty="0">
                <a:solidFill>
                  <a:prstClr val="white">
                    <a:lumMod val="50000"/>
                  </a:prstClr>
                </a:solidFill>
                <a:latin typeface="Arial"/>
                <a:ea typeface="Times New Roman"/>
              </a:rPr>
              <a:t>Confidential &amp; Proprietary</a:t>
            </a:r>
            <a:r>
              <a:rPr lang="en-US" sz="1000" dirty="0">
                <a:solidFill>
                  <a:prstClr val="white">
                    <a:lumMod val="50000"/>
                  </a:prstClr>
                </a:solidFill>
                <a:latin typeface="Arial"/>
              </a:rPr>
              <a:t>. </a:t>
            </a:r>
            <a:r>
              <a:rPr lang="en-US" sz="1000" dirty="0">
                <a:solidFill>
                  <a:srgbClr val="6D6E71"/>
                </a:solidFill>
                <a:latin typeface="Arial"/>
              </a:rPr>
              <a:t>Copyright © 2015 Tech Mahindra. All rights reserved.</a:t>
            </a:r>
          </a:p>
        </p:txBody>
      </p:sp>
      <p:sp>
        <p:nvSpPr>
          <p:cNvPr id="6" name="Slide Number Placeholder 5"/>
          <p:cNvSpPr txBox="1">
            <a:spLocks/>
          </p:cNvSpPr>
          <p:nvPr userDrawn="1"/>
        </p:nvSpPr>
        <p:spPr bwMode="auto">
          <a:xfrm>
            <a:off x="11780510" y="6600188"/>
            <a:ext cx="187551" cy="184666"/>
          </a:xfrm>
          <a:prstGeom prst="rect">
            <a:avLst/>
          </a:prstGeom>
          <a:noFill/>
          <a:ln w="9525">
            <a:noFill/>
            <a:miter lim="800000"/>
            <a:headEnd/>
            <a:tailEnd/>
          </a:ln>
        </p:spPr>
        <p:txBody>
          <a:bodyPr wrap="none" lIns="0" tIns="0" rIns="0" bIns="0" anchor="ctr">
            <a:spAutoFit/>
          </a:bodyPr>
          <a:lstStyle/>
          <a:p>
            <a:pPr algn="r" defTabSz="1085076" fontAlgn="auto">
              <a:spcBef>
                <a:spcPts val="0"/>
              </a:spcBef>
              <a:spcAft>
                <a:spcPts val="0"/>
              </a:spcAft>
              <a:defRPr/>
            </a:pPr>
            <a:fld id="{6856ECDB-1CEE-4F69-ADCA-557460F2116E}" type="slidenum">
              <a:rPr lang="en-US" sz="1200">
                <a:solidFill>
                  <a:srgbClr val="6D6E71"/>
                </a:solidFill>
                <a:latin typeface="Arial"/>
              </a:rPr>
              <a:pPr algn="r" defTabSz="1085076"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2" y="19"/>
            <a:ext cx="3025650" cy="825692"/>
          </a:xfrm>
          <a:prstGeom prst="rect">
            <a:avLst/>
          </a:prstGeom>
        </p:spPr>
      </p:pic>
    </p:spTree>
    <p:extLst>
      <p:ext uri="{BB962C8B-B14F-4D97-AF65-F5344CB8AC3E}">
        <p14:creationId xmlns:p14="http://schemas.microsoft.com/office/powerpoint/2010/main" val="355195171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81.xml><?xml version="1.0" encoding="utf-8"?>
<p:sldLayout xmlns:a="http://schemas.openxmlformats.org/drawingml/2006/main" xmlns:r="http://schemas.openxmlformats.org/officeDocument/2006/relationships" xmlns:p="http://schemas.openxmlformats.org/presentationml/2006/main" userDrawn="1">
  <p:cSld name="8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2" y="719351"/>
            <a:ext cx="10962166"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04191" rtl="0" eaLnBrk="1" fontAlgn="base" latinLnBrk="0" hangingPunct="1">
              <a:spcBef>
                <a:spcPct val="0"/>
              </a:spcBef>
              <a:spcAft>
                <a:spcPct val="0"/>
              </a:spcAft>
              <a:buNone/>
            </a:pPr>
            <a:r>
              <a:rPr lang="en-US"/>
              <a:t>Click to edit Master title style</a:t>
            </a:r>
            <a:endParaRPr lang="en-US" dirty="0"/>
          </a:p>
        </p:txBody>
      </p:sp>
      <p:pic>
        <p:nvPicPr>
          <p:cNvPr id="7" name="Picture 6" descr="Ridge.pd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612" y="19"/>
            <a:ext cx="3025650" cy="825692"/>
          </a:xfrm>
          <a:prstGeom prst="rect">
            <a:avLst/>
          </a:prstGeom>
        </p:spPr>
      </p:pic>
    </p:spTree>
    <p:extLst>
      <p:ext uri="{BB962C8B-B14F-4D97-AF65-F5344CB8AC3E}">
        <p14:creationId xmlns:p14="http://schemas.microsoft.com/office/powerpoint/2010/main" val="126557761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8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415" y="1848838"/>
            <a:ext cx="9140429" cy="1661993"/>
          </a:xfrm>
        </p:spPr>
        <p:txBody>
          <a:bodyPr anchor="b"/>
          <a:lstStyle>
            <a:lvl1pPr algn="ctr">
              <a:defRPr sz="5400"/>
            </a:lvl1pPr>
          </a:lstStyle>
          <a:p>
            <a:r>
              <a:rPr lang="en-US"/>
              <a:t>Click to edit Master title style</a:t>
            </a:r>
          </a:p>
        </p:txBody>
      </p:sp>
      <p:sp>
        <p:nvSpPr>
          <p:cNvPr id="3" name="Subtitle 2"/>
          <p:cNvSpPr>
            <a:spLocks noGrp="1"/>
          </p:cNvSpPr>
          <p:nvPr>
            <p:ph type="subTitle" idx="1"/>
          </p:nvPr>
        </p:nvSpPr>
        <p:spPr>
          <a:xfrm>
            <a:off x="1523415" y="3602906"/>
            <a:ext cx="9140429" cy="323165"/>
          </a:xfrm>
        </p:spPr>
        <p:txBody>
          <a:bodyPr/>
          <a:lstStyle>
            <a:lvl1pPr marL="0" indent="0" algn="ctr">
              <a:buNone/>
              <a:defRPr sz="2100"/>
            </a:lvl1pPr>
            <a:lvl2pPr marL="407269" indent="0" algn="ctr">
              <a:buNone/>
              <a:defRPr sz="1800"/>
            </a:lvl2pPr>
            <a:lvl3pPr marL="814526" indent="0" algn="ctr">
              <a:buNone/>
              <a:defRPr sz="1500"/>
            </a:lvl3pPr>
            <a:lvl4pPr marL="1221793" indent="0" algn="ctr">
              <a:buNone/>
              <a:defRPr sz="1400"/>
            </a:lvl4pPr>
            <a:lvl5pPr marL="1629050" indent="0" algn="ctr">
              <a:buNone/>
              <a:defRPr sz="1400"/>
            </a:lvl5pPr>
            <a:lvl6pPr marL="2036311" indent="0" algn="ctr">
              <a:buNone/>
              <a:defRPr sz="1400"/>
            </a:lvl6pPr>
            <a:lvl7pPr marL="2443575" indent="0" algn="ctr">
              <a:buNone/>
              <a:defRPr sz="1400"/>
            </a:lvl7pPr>
            <a:lvl8pPr marL="2850837" indent="0" algn="ctr">
              <a:buNone/>
              <a:defRPr sz="1400"/>
            </a:lvl8pPr>
            <a:lvl9pPr marL="3258095" indent="0" algn="ctr">
              <a:buNone/>
              <a:defRPr sz="1400"/>
            </a:lvl9pPr>
          </a:lstStyle>
          <a:p>
            <a:r>
              <a:rPr lang="en-US"/>
              <a:t>Click to edit Master subtitle style</a:t>
            </a:r>
          </a:p>
        </p:txBody>
      </p:sp>
      <p:sp>
        <p:nvSpPr>
          <p:cNvPr id="4" name="Date Placeholder 3"/>
          <p:cNvSpPr>
            <a:spLocks noGrp="1"/>
          </p:cNvSpPr>
          <p:nvPr>
            <p:ph type="dt" sz="half" idx="10"/>
          </p:nvPr>
        </p:nvSpPr>
        <p:spPr>
          <a:xfrm>
            <a:off x="837880" y="6357835"/>
            <a:ext cx="2742129" cy="365210"/>
          </a:xfrm>
          <a:prstGeom prst="rect">
            <a:avLst/>
          </a:prstGeom>
        </p:spPr>
        <p:txBody>
          <a:bodyPr lIns="108603" tIns="54302" rIns="108603" bIns="54302"/>
          <a:lstStyle/>
          <a:p>
            <a:pPr defTabSz="1086037" fontAlgn="auto">
              <a:spcBef>
                <a:spcPts val="0"/>
              </a:spcBef>
              <a:spcAft>
                <a:spcPts val="0"/>
              </a:spcAft>
            </a:pPr>
            <a:fld id="{C02F9569-8E4D-41AE-9766-A3604F84ADF5}" type="datetimeFigureOut">
              <a:rPr lang="en-US" sz="2100" smtClean="0">
                <a:solidFill>
                  <a:prstClr val="black"/>
                </a:solidFill>
                <a:latin typeface="Arial"/>
              </a:rPr>
              <a:pPr defTabSz="1086037" fontAlgn="auto">
                <a:spcBef>
                  <a:spcPts val="0"/>
                </a:spcBef>
                <a:spcAft>
                  <a:spcPts val="0"/>
                </a:spcAft>
              </a:pPr>
              <a:t>10/28/2025</a:t>
            </a:fld>
            <a:endParaRPr lang="en-US" sz="2100" dirty="0">
              <a:solidFill>
                <a:prstClr val="black"/>
              </a:solidFill>
              <a:latin typeface="Arial"/>
            </a:endParaRPr>
          </a:p>
        </p:txBody>
      </p:sp>
      <p:sp>
        <p:nvSpPr>
          <p:cNvPr id="5" name="Footer Placeholder 4"/>
          <p:cNvSpPr>
            <a:spLocks noGrp="1"/>
          </p:cNvSpPr>
          <p:nvPr>
            <p:ph type="ftr" sz="quarter" idx="11"/>
          </p:nvPr>
        </p:nvSpPr>
        <p:spPr>
          <a:xfrm>
            <a:off x="4037033" y="6357835"/>
            <a:ext cx="4113193" cy="365210"/>
          </a:xfrm>
          <a:prstGeom prst="rect">
            <a:avLst/>
          </a:prstGeom>
        </p:spPr>
        <p:txBody>
          <a:bodyPr lIns="108603" tIns="54302" rIns="108603" bIns="54302"/>
          <a:lstStyle/>
          <a:p>
            <a:pPr defTabSz="1086037" fontAlgn="auto">
              <a:spcBef>
                <a:spcPts val="0"/>
              </a:spcBef>
              <a:spcAft>
                <a:spcPts val="0"/>
              </a:spcAft>
            </a:pPr>
            <a:endParaRPr lang="en-US" sz="2100" dirty="0">
              <a:solidFill>
                <a:prstClr val="black"/>
              </a:solidFill>
              <a:latin typeface="Arial"/>
            </a:endParaRPr>
          </a:p>
        </p:txBody>
      </p:sp>
      <p:sp>
        <p:nvSpPr>
          <p:cNvPr id="6" name="Slide Number Placeholder 5"/>
          <p:cNvSpPr>
            <a:spLocks noGrp="1"/>
          </p:cNvSpPr>
          <p:nvPr>
            <p:ph type="sldNum" sz="quarter" idx="12"/>
          </p:nvPr>
        </p:nvSpPr>
        <p:spPr>
          <a:xfrm>
            <a:off x="8607246" y="6357835"/>
            <a:ext cx="2742129" cy="365210"/>
          </a:xfrm>
          <a:prstGeom prst="rect">
            <a:avLst/>
          </a:prstGeom>
        </p:spPr>
        <p:txBody>
          <a:bodyPr lIns="108603" tIns="54302" rIns="108603" bIns="54302"/>
          <a:lstStyle/>
          <a:p>
            <a:pPr defTabSz="1086037" fontAlgn="auto">
              <a:spcBef>
                <a:spcPts val="0"/>
              </a:spcBef>
              <a:spcAft>
                <a:spcPts val="0"/>
              </a:spcAft>
            </a:pPr>
            <a:fld id="{1AC0DE63-F386-450A-9205-EAFF862E7C5E}" type="slidenum">
              <a:rPr lang="en-US" sz="2100" smtClean="0">
                <a:solidFill>
                  <a:prstClr val="black"/>
                </a:solidFill>
                <a:latin typeface="Arial"/>
              </a:rPr>
              <a:pPr defTabSz="1086037" fontAlgn="auto">
                <a:spcBef>
                  <a:spcPts val="0"/>
                </a:spcBef>
                <a:spcAft>
                  <a:spcPts val="0"/>
                </a:spcAft>
              </a:pPr>
              <a:t>‹#›</a:t>
            </a:fld>
            <a:endParaRPr lang="en-US" sz="2100" dirty="0">
              <a:solidFill>
                <a:prstClr val="black"/>
              </a:solidFill>
              <a:latin typeface="Arial"/>
            </a:endParaRPr>
          </a:p>
        </p:txBody>
      </p:sp>
      <p:pic>
        <p:nvPicPr>
          <p:cNvPr id="7"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0" y="0"/>
            <a:ext cx="12187238" cy="685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descr="ridge4.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1069" y="18"/>
            <a:ext cx="5289698" cy="1732252"/>
          </a:xfrm>
          <a:prstGeom prst="rect">
            <a:avLst/>
          </a:prstGeom>
        </p:spPr>
      </p:pic>
    </p:spTree>
    <p:extLst>
      <p:ext uri="{BB962C8B-B14F-4D97-AF65-F5344CB8AC3E}">
        <p14:creationId xmlns:p14="http://schemas.microsoft.com/office/powerpoint/2010/main" val="2317327715"/>
      </p:ext>
    </p:extLst>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6" y="1972144"/>
            <a:ext cx="5435592" cy="4163389"/>
          </a:xfrm>
        </p:spPr>
        <p:txBody>
          <a:bodyPr>
            <a:noAutofit/>
          </a:bodyPr>
          <a:lstStyle>
            <a:lvl1pPr marL="0" indent="0">
              <a:buNone/>
              <a:defRPr>
                <a:latin typeface="Arial" pitchFamily="34" charset="0"/>
                <a:cs typeface="Arial" pitchFamily="34" charset="0"/>
              </a:defRPr>
            </a:lvl1pPr>
          </a:lstStyle>
          <a:p>
            <a:pPr lvl="0"/>
            <a:r>
              <a:rPr lang="en-US" noProof="0" dirty="0"/>
              <a:t>Click icon to add picture</a:t>
            </a:r>
          </a:p>
        </p:txBody>
      </p:sp>
      <p:sp>
        <p:nvSpPr>
          <p:cNvPr id="18" name="Text Placeholder 4"/>
          <p:cNvSpPr>
            <a:spLocks noGrp="1"/>
          </p:cNvSpPr>
          <p:nvPr>
            <p:ph type="body" sz="quarter" idx="19"/>
          </p:nvPr>
        </p:nvSpPr>
        <p:spPr bwMode="gray">
          <a:xfrm>
            <a:off x="6449095" y="1972270"/>
            <a:ext cx="5126679" cy="1384995"/>
          </a:xfrm>
          <a:ln>
            <a:noFill/>
          </a:ln>
        </p:spPr>
        <p:txBody>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31237" indent="-230962">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57485" indent="-226253">
              <a:spcBef>
                <a:spcPts val="0"/>
              </a:spcBef>
              <a:spcAft>
                <a:spcPts val="0"/>
              </a:spcAft>
              <a:buSzPct val="70000"/>
              <a:buFont typeface="Arial" pitchFamily="34" charset="0"/>
              <a:buChar char="–"/>
              <a:defRPr sz="1800" baseline="0">
                <a:latin typeface="+mj-lt"/>
              </a:defRPr>
            </a:lvl7pPr>
            <a:lvl8pPr marL="1583733" indent="-226253">
              <a:spcBef>
                <a:spcPts val="0"/>
              </a:spcBef>
              <a:spcAft>
                <a:spcPts val="0"/>
              </a:spcAft>
              <a:buSzPct val="70000"/>
              <a:defRPr sz="1800" baseline="0">
                <a:latin typeface="+mj-lt"/>
              </a:defRPr>
            </a:lvl8pPr>
            <a:lvl9pPr marL="1805264" indent="-221537">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p:cNvSpPr>
            <a:spLocks noGrp="1"/>
          </p:cNvSpPr>
          <p:nvPr>
            <p:ph type="title"/>
          </p:nvPr>
        </p:nvSpPr>
        <p:spPr bwMode="gray">
          <a:xfrm>
            <a:off x="641147" y="727276"/>
            <a:ext cx="10964283"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7" name="Text Placeholder 41"/>
          <p:cNvSpPr>
            <a:spLocks noGrp="1"/>
          </p:cNvSpPr>
          <p:nvPr>
            <p:ph type="body" sz="quarter" idx="13"/>
          </p:nvPr>
        </p:nvSpPr>
        <p:spPr bwMode="gray">
          <a:xfrm>
            <a:off x="641111" y="1270897"/>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979788113"/>
      </p:ext>
    </p:extLst>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userDrawn="1">
  <p:cSld name="2_Agenda">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623" y="40"/>
            <a:ext cx="12176659" cy="237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bwMode="gray">
          <a:xfrm>
            <a:off x="641142" y="727270"/>
            <a:ext cx="10964283"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04991"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07" y="1146067"/>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8" name="Picture 7"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2" y="19"/>
            <a:ext cx="3025650" cy="825692"/>
          </a:xfrm>
          <a:prstGeom prst="rect">
            <a:avLst/>
          </a:prstGeom>
        </p:spPr>
      </p:pic>
    </p:spTree>
    <p:extLst>
      <p:ext uri="{BB962C8B-B14F-4D97-AF65-F5344CB8AC3E}">
        <p14:creationId xmlns:p14="http://schemas.microsoft.com/office/powerpoint/2010/main" val="3965586105"/>
      </p:ext>
    </p:extLst>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21747" y="1527700"/>
            <a:ext cx="8969807" cy="58477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00" b="1" kern="1200" dirty="0">
                <a:solidFill>
                  <a:schemeClr val="tx2"/>
                </a:solidFill>
                <a:latin typeface="Arial" pitchFamily="34" charset="0"/>
                <a:ea typeface="+mj-ea"/>
                <a:cs typeface="Arial" pitchFamily="34" charset="0"/>
              </a:defRPr>
            </a:lvl1pPr>
          </a:lstStyle>
          <a:p>
            <a:pPr lvl="0" algn="l" defTabSz="1086037"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821775" y="3370303"/>
            <a:ext cx="9002897" cy="3229089"/>
          </a:xfrm>
          <a:prstGeom prst="rect">
            <a:avLst/>
          </a:prstGeom>
          <a:noFill/>
          <a:ln w="9525">
            <a:noFill/>
            <a:miter lim="800000"/>
            <a:headEnd/>
            <a:tailEnd/>
          </a:ln>
        </p:spPr>
        <p:txBody>
          <a:bodyPr wrap="square" lIns="0" tIns="0" rIns="0" bIns="0">
            <a:spAutoFit/>
          </a:bodyPr>
          <a:lstStyle/>
          <a:p>
            <a:pPr algn="just" defTabSz="1086037" fontAlgn="auto">
              <a:spcBef>
                <a:spcPts val="714"/>
              </a:spcBef>
              <a:spcAft>
                <a:spcPts val="0"/>
              </a:spcAft>
            </a:pPr>
            <a:r>
              <a:rPr lang="en-US" sz="1200" b="1" dirty="0">
                <a:solidFill>
                  <a:srgbClr val="6D6E71"/>
                </a:solidFill>
                <a:latin typeface="Arial"/>
              </a:rPr>
              <a:t>Disclaimer </a:t>
            </a:r>
          </a:p>
          <a:p>
            <a:pPr algn="just" defTabSz="1086037" fontAlgn="auto">
              <a:spcBef>
                <a:spcPts val="714"/>
              </a:spcBef>
              <a:spcAft>
                <a:spcPts val="0"/>
              </a:spcAft>
            </a:pPr>
            <a:r>
              <a:rPr lang="en-US" sz="1200" dirty="0">
                <a:solidFill>
                  <a:srgbClr val="6D6E71"/>
                </a:solidFill>
                <a:latin typeface="Arial"/>
              </a:rPr>
              <a:t>Tech Mahindra Limited,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21782" y="2140680"/>
            <a:ext cx="8975995" cy="323165"/>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1086037" rtl="0" eaLnBrk="1" fontAlgn="base" latinLnBrk="0" hangingPunct="1">
              <a:spcBef>
                <a:spcPts val="0"/>
              </a:spcBef>
              <a:spcAft>
                <a:spcPct val="0"/>
              </a:spcAft>
              <a:buClr>
                <a:schemeClr val="tx2"/>
              </a:buClr>
              <a:buFont typeface="Arial" pitchFamily="34" charset="0"/>
              <a:buNone/>
              <a:defRPr lang="en-US" sz="21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153841559"/>
      </p:ext>
    </p:extLst>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userDrawn="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2"/>
                </a:solidFill>
              </a:defRPr>
            </a:lvl1pPr>
          </a:lstStyle>
          <a:p>
            <a:r>
              <a:rPr lang="en-US" dirty="0"/>
              <a:t>Click to edit Master title style</a:t>
            </a:r>
          </a:p>
        </p:txBody>
      </p:sp>
      <p:sp>
        <p:nvSpPr>
          <p:cNvPr id="3" name="Text Placeholder 4"/>
          <p:cNvSpPr>
            <a:spLocks noGrp="1"/>
          </p:cNvSpPr>
          <p:nvPr>
            <p:ph type="body" sz="quarter" idx="10" hasCustomPrompt="1"/>
          </p:nvPr>
        </p:nvSpPr>
        <p:spPr>
          <a:xfrm>
            <a:off x="403752" y="1465884"/>
            <a:ext cx="11387826" cy="1938992"/>
          </a:xfrm>
        </p:spPr>
        <p:txBody>
          <a:bodyPr wrap="square">
            <a:sp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420336" indent="-282809">
              <a:spcBef>
                <a:spcPts val="0"/>
              </a:spcBef>
              <a:spcAft>
                <a:spcPts val="0"/>
              </a:spcAft>
              <a:buClr>
                <a:schemeClr val="tx2"/>
              </a:buClr>
              <a:buSzPct val="70000"/>
              <a:buFont typeface="Wingdings" pitchFamily="2" charset="2"/>
              <a:buChar char="§"/>
              <a:defRPr sz="1800">
                <a:latin typeface="Arial" pitchFamily="34" charset="0"/>
                <a:cs typeface="Arial" pitchFamily="34" charset="0"/>
              </a:defRPr>
            </a:lvl6pPr>
            <a:lvl7pPr marL="1696858" indent="-270238">
              <a:spcBef>
                <a:spcPts val="0"/>
              </a:spcBef>
              <a:spcAft>
                <a:spcPts val="0"/>
              </a:spcAft>
              <a:buClr>
                <a:srgbClr val="C00000"/>
              </a:buClr>
              <a:buSzPct val="70000"/>
              <a:buFont typeface="Arial" pitchFamily="34" charset="0"/>
              <a:buChar char="–"/>
              <a:defRPr sz="1800" baseline="0">
                <a:latin typeface="Arial" pitchFamily="34" charset="0"/>
                <a:cs typeface="Arial" pitchFamily="34" charset="0"/>
              </a:defRPr>
            </a:lvl7pPr>
            <a:lvl8pPr marL="1583733" indent="-226253">
              <a:spcBef>
                <a:spcPts val="0"/>
              </a:spcBef>
              <a:spcAft>
                <a:spcPts val="0"/>
              </a:spcAft>
              <a:buSzPct val="70000"/>
              <a:defRPr sz="1800" baseline="0">
                <a:latin typeface="Arial" pitchFamily="34" charset="0"/>
                <a:cs typeface="Arial" pitchFamily="34" charset="0"/>
              </a:defRPr>
            </a:lvl8pPr>
            <a:lvl9pPr marL="1805264" indent="-221537">
              <a:spcBef>
                <a:spcPts val="0"/>
              </a:spcBef>
              <a:spcAft>
                <a:spcPts val="0"/>
              </a:spcAft>
              <a:buSzPct val="70000"/>
              <a:buFont typeface="Arial" pitchFamily="34" charset="0"/>
              <a:buChar char="–"/>
              <a:defRPr sz="1800">
                <a:latin typeface="Arial" pitchFamily="34" charset="0"/>
                <a:cs typeface="Arial" pitchFamily="34" charset="0"/>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 </a:t>
            </a:r>
          </a:p>
        </p:txBody>
      </p:sp>
    </p:spTree>
    <p:extLst>
      <p:ext uri="{BB962C8B-B14F-4D97-AF65-F5344CB8AC3E}">
        <p14:creationId xmlns:p14="http://schemas.microsoft.com/office/powerpoint/2010/main" val="358698067"/>
      </p:ext>
    </p:extLst>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6" y="1972137"/>
            <a:ext cx="5435592" cy="4163389"/>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49081" y="1972150"/>
            <a:ext cx="5126679" cy="1615827"/>
          </a:xfrm>
          <a:ln>
            <a:noFill/>
          </a:ln>
        </p:spPr>
        <p:txBody>
          <a:bodyPr wrap="square" lIns="0" tIns="0" rIns="0" bIns="0">
            <a:spAutoFit/>
          </a:bodyPr>
          <a:lstStyle>
            <a:lvl1pPr>
              <a:spcBef>
                <a:spcPts val="0"/>
              </a:spcBef>
              <a:spcAft>
                <a:spcPts val="0"/>
              </a:spcAft>
              <a:defRPr lang="en-US" sz="21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00" b="0" kern="1200" baseline="0" dirty="0" smtClean="0">
                <a:solidFill>
                  <a:schemeClr val="tx1"/>
                </a:solidFill>
                <a:latin typeface="+mn-lt"/>
                <a:ea typeface="+mn-ea"/>
                <a:cs typeface="Arial" pitchFamily="34" charset="0"/>
              </a:defRPr>
            </a:lvl2pPr>
            <a:lvl3pPr>
              <a:spcBef>
                <a:spcPts val="0"/>
              </a:spcBef>
              <a:spcAft>
                <a:spcPts val="0"/>
              </a:spcAft>
              <a:defRPr lang="en-US" sz="21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00" b="0" kern="1200" baseline="0" dirty="0" smtClean="0">
                <a:solidFill>
                  <a:schemeClr val="tx1"/>
                </a:solidFill>
                <a:latin typeface="Arial" pitchFamily="34" charset="0"/>
                <a:ea typeface="+mn-ea"/>
                <a:cs typeface="Arial" pitchFamily="34" charset="0"/>
              </a:defRPr>
            </a:lvl5pPr>
            <a:lvl6pPr marL="1357542" indent="-277178">
              <a:spcBef>
                <a:spcPts val="0"/>
              </a:spcBef>
              <a:spcAft>
                <a:spcPts val="0"/>
              </a:spcAft>
              <a:buSzPct val="70000"/>
              <a:defRPr lang="en-US" sz="2100" kern="1200" dirty="0" smtClean="0">
                <a:solidFill>
                  <a:schemeClr val="tx1"/>
                </a:solidFill>
                <a:latin typeface="Arial" pitchFamily="34" charset="0"/>
                <a:ea typeface="+mn-ea"/>
                <a:cs typeface="Arial" pitchFamily="34" charset="0"/>
              </a:defRPr>
            </a:lvl6pPr>
            <a:lvl7pPr marL="1629050" indent="-271512">
              <a:spcBef>
                <a:spcPts val="0"/>
              </a:spcBef>
              <a:spcAft>
                <a:spcPts val="0"/>
              </a:spcAft>
              <a:buSzPct val="70000"/>
              <a:buFont typeface="Arial" pitchFamily="34" charset="0"/>
              <a:buChar char="–"/>
              <a:defRPr sz="2100" baseline="0">
                <a:latin typeface="+mj-lt"/>
              </a:defRPr>
            </a:lvl7pPr>
            <a:lvl8pPr marL="1900554" indent="-271512">
              <a:spcBef>
                <a:spcPts val="0"/>
              </a:spcBef>
              <a:spcAft>
                <a:spcPts val="0"/>
              </a:spcAft>
              <a:buSzPct val="70000"/>
              <a:defRPr sz="2100" baseline="0">
                <a:latin typeface="+mj-lt"/>
              </a:defRPr>
            </a:lvl8pPr>
            <a:lvl9pPr marL="2166412" indent="-265856">
              <a:spcBef>
                <a:spcPts val="0"/>
              </a:spcBef>
              <a:spcAft>
                <a:spcPts val="0"/>
              </a:spcAft>
              <a:buSzPct val="70000"/>
              <a:buFont typeface="Arial" pitchFamily="34" charset="0"/>
              <a:buChar char="–"/>
              <a:defRPr sz="2100">
                <a:latin typeface="+mj-lt"/>
              </a:defRPr>
            </a:lvl9pPr>
          </a:lstStyle>
          <a:p>
            <a:pPr marL="345046" lvl="0" indent="-345046" algn="l" defTabSz="1086037"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78769" lvl="2" indent="-331840" algn="l" defTabSz="1086037"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0620" lvl="3" indent="-331840" algn="l" defTabSz="1086037"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50006" lvl="4" indent="-339387" algn="l" defTabSz="110866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4468" lvl="5" indent="-339387" algn="l" defTabSz="1086037"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135" y="727278"/>
            <a:ext cx="10964283" cy="58477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00" b="1" kern="1200" dirty="0">
                <a:solidFill>
                  <a:schemeClr val="tx2"/>
                </a:solidFill>
                <a:latin typeface="Arial" pitchFamily="34" charset="0"/>
                <a:ea typeface="+mj-ea"/>
                <a:cs typeface="Arial" pitchFamily="34" charset="0"/>
              </a:defRPr>
            </a:lvl1pPr>
          </a:lstStyle>
          <a:p>
            <a:pPr lvl="0" algn="l" defTabSz="1086037"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00" y="1270764"/>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183192929"/>
      </p:ext>
    </p:extLst>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p:cSld name="9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2" y="719296"/>
            <a:ext cx="10962166" cy="446276"/>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900" b="1" kern="1200" dirty="0">
                <a:solidFill>
                  <a:schemeClr val="tx2"/>
                </a:solidFill>
                <a:latin typeface="Arial" pitchFamily="34" charset="0"/>
                <a:ea typeface="+mj-ea"/>
                <a:cs typeface="Arial" pitchFamily="34" charset="0"/>
              </a:defRPr>
            </a:lvl1pPr>
          </a:lstStyle>
          <a:p>
            <a:pPr lvl="0" algn="l" defTabSz="1086037"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0" y="1972150"/>
            <a:ext cx="10962167" cy="1615827"/>
          </a:xfrm>
        </p:spPr>
        <p:txBody>
          <a:bodyPr wrap="square">
            <a:spAutoFit/>
          </a:bodyPr>
          <a:lstStyle>
            <a:lvl1pPr algn="l" rtl="0" eaLnBrk="1" latinLnBrk="0" hangingPunct="1">
              <a:spcBef>
                <a:spcPts val="0"/>
              </a:spcBef>
              <a:spcAft>
                <a:spcPts val="0"/>
              </a:spcAft>
              <a:buClr>
                <a:schemeClr val="bg2"/>
              </a:buClr>
              <a:buSzPct val="120000"/>
              <a:defRPr lang="en-US" sz="21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1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1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1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100" b="0" kern="1200" baseline="0" dirty="0" smtClean="0">
                <a:solidFill>
                  <a:schemeClr val="tx1"/>
                </a:solidFill>
                <a:latin typeface="Arial" pitchFamily="34" charset="0"/>
                <a:ea typeface="+mn-ea"/>
                <a:cs typeface="Arial" pitchFamily="34" charset="0"/>
              </a:defRPr>
            </a:lvl5pPr>
            <a:lvl6pPr marL="1704468" indent="-339387">
              <a:spcBef>
                <a:spcPts val="0"/>
              </a:spcBef>
              <a:spcAft>
                <a:spcPts val="0"/>
              </a:spcAft>
              <a:buClr>
                <a:schemeClr val="tx2"/>
              </a:buClr>
              <a:buSzPct val="70000"/>
              <a:buFont typeface="Wingdings" pitchFamily="2" charset="2"/>
              <a:buChar char="§"/>
              <a:defRPr lang="en-US" sz="2100" kern="1200" dirty="0" smtClean="0">
                <a:solidFill>
                  <a:schemeClr val="tx1"/>
                </a:solidFill>
                <a:latin typeface="Arial" pitchFamily="34" charset="0"/>
                <a:ea typeface="+mn-ea"/>
                <a:cs typeface="Arial" pitchFamily="34" charset="0"/>
              </a:defRPr>
            </a:lvl6pPr>
            <a:lvl7pPr marL="2036311" indent="-324302">
              <a:spcBef>
                <a:spcPts val="0"/>
              </a:spcBef>
              <a:spcAft>
                <a:spcPts val="0"/>
              </a:spcAft>
              <a:buClr>
                <a:schemeClr val="tx2"/>
              </a:buClr>
              <a:buSzPct val="70000"/>
              <a:buFont typeface="Arial" pitchFamily="34" charset="0"/>
              <a:buChar char="–"/>
              <a:defRPr sz="2100" baseline="0">
                <a:solidFill>
                  <a:schemeClr val="tx1"/>
                </a:solidFill>
                <a:latin typeface="+mn-lt"/>
                <a:cs typeface="Arial" pitchFamily="34" charset="0"/>
              </a:defRPr>
            </a:lvl7pPr>
            <a:lvl8pPr marL="1900554" indent="-271512">
              <a:spcBef>
                <a:spcPts val="0"/>
              </a:spcBef>
              <a:spcAft>
                <a:spcPts val="0"/>
              </a:spcAft>
              <a:buSzPct val="70000"/>
              <a:defRPr sz="2100" baseline="0">
                <a:latin typeface="Arial" pitchFamily="34" charset="0"/>
                <a:cs typeface="Arial" pitchFamily="34" charset="0"/>
              </a:defRPr>
            </a:lvl8pPr>
            <a:lvl9pPr marL="2166412" indent="-265856">
              <a:spcBef>
                <a:spcPts val="0"/>
              </a:spcBef>
              <a:spcAft>
                <a:spcPts val="0"/>
              </a:spcAft>
              <a:buSzPct val="70000"/>
              <a:buFont typeface="Arial" pitchFamily="34" charset="0"/>
              <a:buChar char="–"/>
              <a:defRPr sz="2100">
                <a:latin typeface="Arial" pitchFamily="34" charset="0"/>
                <a:cs typeface="Arial" pitchFamily="34" charset="0"/>
              </a:defRPr>
            </a:lvl9pPr>
          </a:lstStyle>
          <a:p>
            <a:pPr marL="345046" lvl="0" indent="-345046" algn="l" defTabSz="1086037"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78769" lvl="2" indent="-331840" algn="l" defTabSz="1086037"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0620" lvl="3" indent="-331840" algn="l" defTabSz="1086037"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50006" lvl="4" indent="-339387" algn="l" defTabSz="110866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4468" lvl="5" indent="-339387" algn="l" defTabSz="1086037"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100" y="1146060"/>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22080699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89.xml><?xml version="1.0" encoding="utf-8"?>
<p:sldLayout xmlns:a="http://schemas.openxmlformats.org/drawingml/2006/main" xmlns:r="http://schemas.openxmlformats.org/officeDocument/2006/relationships" xmlns:p="http://schemas.openxmlformats.org/presentationml/2006/main" userDrawn="1">
  <p:cSld name="12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02" y="719335"/>
            <a:ext cx="10962166" cy="58477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00" b="1" kern="1200" dirty="0">
                <a:solidFill>
                  <a:schemeClr val="tx2"/>
                </a:solidFill>
                <a:latin typeface="Arial" pitchFamily="34" charset="0"/>
                <a:ea typeface="+mj-ea"/>
                <a:cs typeface="Arial" pitchFamily="34" charset="0"/>
              </a:defRPr>
            </a:lvl1pPr>
          </a:lstStyle>
          <a:p>
            <a:pPr lvl="0" algn="l" defTabSz="1085076"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04" y="6630957"/>
            <a:ext cx="6522619" cy="153888"/>
          </a:xfrm>
          <a:prstGeom prst="rect">
            <a:avLst/>
          </a:prstGeom>
          <a:noFill/>
          <a:ln w="9525">
            <a:noFill/>
            <a:miter lim="800000"/>
            <a:headEnd/>
            <a:tailEnd/>
          </a:ln>
        </p:spPr>
        <p:txBody>
          <a:bodyPr wrap="none" lIns="0" tIns="0" rIns="0" bIns="0">
            <a:spAutoFit/>
          </a:bodyPr>
          <a:lstStyle/>
          <a:p>
            <a:pPr defTabSz="1085076" fontAlgn="auto">
              <a:spcBef>
                <a:spcPts val="0"/>
              </a:spcBef>
              <a:spcAft>
                <a:spcPts val="0"/>
              </a:spcAft>
              <a:defRPr/>
            </a:pPr>
            <a:r>
              <a:rPr lang="en-US" sz="1000" dirty="0">
                <a:solidFill>
                  <a:srgbClr val="6D6E71"/>
                </a:solidFill>
                <a:latin typeface="Arial"/>
              </a:rPr>
              <a:t> The contents in this document are </a:t>
            </a:r>
            <a:r>
              <a:rPr lang="en-US" sz="1000" dirty="0">
                <a:solidFill>
                  <a:prstClr val="white">
                    <a:lumMod val="50000"/>
                  </a:prstClr>
                </a:solidFill>
                <a:latin typeface="Arial"/>
                <a:ea typeface="Times New Roman"/>
              </a:rPr>
              <a:t>Confidential &amp; Proprietary</a:t>
            </a:r>
            <a:r>
              <a:rPr lang="en-US" sz="1000" dirty="0">
                <a:solidFill>
                  <a:prstClr val="white">
                    <a:lumMod val="50000"/>
                  </a:prstClr>
                </a:solidFill>
                <a:latin typeface="Arial"/>
              </a:rPr>
              <a:t>. </a:t>
            </a:r>
            <a:r>
              <a:rPr lang="en-US" sz="1000" dirty="0">
                <a:solidFill>
                  <a:srgbClr val="6D6E71"/>
                </a:solidFill>
                <a:latin typeface="Arial"/>
              </a:rPr>
              <a:t>Copyright © 2015 Tech Mahindra. All rights reserved.</a:t>
            </a:r>
          </a:p>
        </p:txBody>
      </p:sp>
      <p:sp>
        <p:nvSpPr>
          <p:cNvPr id="6" name="Slide Number Placeholder 5"/>
          <p:cNvSpPr txBox="1">
            <a:spLocks/>
          </p:cNvSpPr>
          <p:nvPr userDrawn="1"/>
        </p:nvSpPr>
        <p:spPr bwMode="auto">
          <a:xfrm>
            <a:off x="11780510" y="6600188"/>
            <a:ext cx="187551" cy="184666"/>
          </a:xfrm>
          <a:prstGeom prst="rect">
            <a:avLst/>
          </a:prstGeom>
          <a:noFill/>
          <a:ln w="9525">
            <a:noFill/>
            <a:miter lim="800000"/>
            <a:headEnd/>
            <a:tailEnd/>
          </a:ln>
        </p:spPr>
        <p:txBody>
          <a:bodyPr wrap="none" lIns="0" tIns="0" rIns="0" bIns="0" anchor="ctr">
            <a:spAutoFit/>
          </a:bodyPr>
          <a:lstStyle/>
          <a:p>
            <a:pPr algn="r" defTabSz="1085076" fontAlgn="auto">
              <a:spcBef>
                <a:spcPts val="0"/>
              </a:spcBef>
              <a:spcAft>
                <a:spcPts val="0"/>
              </a:spcAft>
              <a:defRPr/>
            </a:pPr>
            <a:fld id="{6856ECDB-1CEE-4F69-ADCA-557460F2116E}" type="slidenum">
              <a:rPr lang="en-US" sz="1200">
                <a:solidFill>
                  <a:srgbClr val="6D6E71"/>
                </a:solidFill>
                <a:latin typeface="Arial"/>
              </a:rPr>
              <a:pPr algn="r" defTabSz="1085076"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2" y="12"/>
            <a:ext cx="3025650" cy="825692"/>
          </a:xfrm>
          <a:prstGeom prst="rect">
            <a:avLst/>
          </a:prstGeom>
        </p:spPr>
      </p:pic>
    </p:spTree>
    <p:extLst>
      <p:ext uri="{BB962C8B-B14F-4D97-AF65-F5344CB8AC3E}">
        <p14:creationId xmlns:p14="http://schemas.microsoft.com/office/powerpoint/2010/main" val="108522839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90.xml><?xml version="1.0" encoding="utf-8"?>
<p:sldLayout xmlns:a="http://schemas.openxmlformats.org/drawingml/2006/main" xmlns:r="http://schemas.openxmlformats.org/officeDocument/2006/relationships" xmlns:p="http://schemas.openxmlformats.org/presentationml/2006/main" userDrawn="1">
  <p:cSld name="13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02" y="719335"/>
            <a:ext cx="10962166" cy="58477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00" b="1" kern="1200" dirty="0">
                <a:solidFill>
                  <a:schemeClr val="tx2"/>
                </a:solidFill>
                <a:latin typeface="Arial" pitchFamily="34" charset="0"/>
                <a:ea typeface="+mj-ea"/>
                <a:cs typeface="Arial" pitchFamily="34" charset="0"/>
              </a:defRPr>
            </a:lvl1pPr>
          </a:lstStyle>
          <a:p>
            <a:pPr lvl="0" algn="l" defTabSz="1085076"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04" y="6630957"/>
            <a:ext cx="6522619" cy="153888"/>
          </a:xfrm>
          <a:prstGeom prst="rect">
            <a:avLst/>
          </a:prstGeom>
          <a:noFill/>
          <a:ln w="9525">
            <a:noFill/>
            <a:miter lim="800000"/>
            <a:headEnd/>
            <a:tailEnd/>
          </a:ln>
        </p:spPr>
        <p:txBody>
          <a:bodyPr wrap="none" lIns="0" tIns="0" rIns="0" bIns="0">
            <a:spAutoFit/>
          </a:bodyPr>
          <a:lstStyle/>
          <a:p>
            <a:pPr defTabSz="1085076" fontAlgn="auto">
              <a:spcBef>
                <a:spcPts val="0"/>
              </a:spcBef>
              <a:spcAft>
                <a:spcPts val="0"/>
              </a:spcAft>
              <a:defRPr/>
            </a:pPr>
            <a:r>
              <a:rPr lang="en-US" sz="1000" dirty="0">
                <a:solidFill>
                  <a:srgbClr val="6D6E71"/>
                </a:solidFill>
                <a:latin typeface="Arial"/>
              </a:rPr>
              <a:t> The contents in this document are </a:t>
            </a:r>
            <a:r>
              <a:rPr lang="en-US" sz="1000" dirty="0">
                <a:solidFill>
                  <a:prstClr val="white">
                    <a:lumMod val="50000"/>
                  </a:prstClr>
                </a:solidFill>
                <a:latin typeface="Arial"/>
                <a:ea typeface="Times New Roman"/>
              </a:rPr>
              <a:t>Confidential &amp; Proprietary</a:t>
            </a:r>
            <a:r>
              <a:rPr lang="en-US" sz="1000" dirty="0">
                <a:solidFill>
                  <a:prstClr val="white">
                    <a:lumMod val="50000"/>
                  </a:prstClr>
                </a:solidFill>
                <a:latin typeface="Arial"/>
              </a:rPr>
              <a:t>. </a:t>
            </a:r>
            <a:r>
              <a:rPr lang="en-US" sz="1000" dirty="0">
                <a:solidFill>
                  <a:srgbClr val="6D6E71"/>
                </a:solidFill>
                <a:latin typeface="Arial"/>
              </a:rPr>
              <a:t>Copyright © 2015 Tech Mahindra. All rights reserved.</a:t>
            </a:r>
          </a:p>
        </p:txBody>
      </p:sp>
      <p:sp>
        <p:nvSpPr>
          <p:cNvPr id="6" name="Slide Number Placeholder 5"/>
          <p:cNvSpPr txBox="1">
            <a:spLocks/>
          </p:cNvSpPr>
          <p:nvPr userDrawn="1"/>
        </p:nvSpPr>
        <p:spPr bwMode="auto">
          <a:xfrm>
            <a:off x="11780510" y="6600188"/>
            <a:ext cx="187551" cy="184666"/>
          </a:xfrm>
          <a:prstGeom prst="rect">
            <a:avLst/>
          </a:prstGeom>
          <a:noFill/>
          <a:ln w="9525">
            <a:noFill/>
            <a:miter lim="800000"/>
            <a:headEnd/>
            <a:tailEnd/>
          </a:ln>
        </p:spPr>
        <p:txBody>
          <a:bodyPr wrap="none" lIns="0" tIns="0" rIns="0" bIns="0" anchor="ctr">
            <a:spAutoFit/>
          </a:bodyPr>
          <a:lstStyle/>
          <a:p>
            <a:pPr algn="r" defTabSz="1085076" fontAlgn="auto">
              <a:spcBef>
                <a:spcPts val="0"/>
              </a:spcBef>
              <a:spcAft>
                <a:spcPts val="0"/>
              </a:spcAft>
              <a:defRPr/>
            </a:pPr>
            <a:fld id="{6856ECDB-1CEE-4F69-ADCA-557460F2116E}" type="slidenum">
              <a:rPr lang="en-US" sz="1200">
                <a:solidFill>
                  <a:srgbClr val="6D6E71"/>
                </a:solidFill>
                <a:latin typeface="Arial"/>
              </a:rPr>
              <a:pPr algn="r" defTabSz="1085076"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2" y="12"/>
            <a:ext cx="3025650" cy="825692"/>
          </a:xfrm>
          <a:prstGeom prst="rect">
            <a:avLst/>
          </a:prstGeom>
        </p:spPr>
      </p:pic>
    </p:spTree>
    <p:extLst>
      <p:ext uri="{BB962C8B-B14F-4D97-AF65-F5344CB8AC3E}">
        <p14:creationId xmlns:p14="http://schemas.microsoft.com/office/powerpoint/2010/main" val="10777269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91.xml><?xml version="1.0" encoding="utf-8"?>
<p:sldLayout xmlns:a="http://schemas.openxmlformats.org/drawingml/2006/main" xmlns:r="http://schemas.openxmlformats.org/officeDocument/2006/relationships" xmlns:p="http://schemas.openxmlformats.org/presentationml/2006/main" userDrawn="1">
  <p:cSld name="14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02" y="719335"/>
            <a:ext cx="10962166" cy="58477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00" b="1" kern="1200" dirty="0">
                <a:solidFill>
                  <a:schemeClr val="tx2"/>
                </a:solidFill>
                <a:latin typeface="Arial" pitchFamily="34" charset="0"/>
                <a:ea typeface="+mj-ea"/>
                <a:cs typeface="Arial" pitchFamily="34" charset="0"/>
              </a:defRPr>
            </a:lvl1pPr>
          </a:lstStyle>
          <a:p>
            <a:pPr lvl="0" algn="l" defTabSz="1085076"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04" y="6630957"/>
            <a:ext cx="6522619" cy="153888"/>
          </a:xfrm>
          <a:prstGeom prst="rect">
            <a:avLst/>
          </a:prstGeom>
          <a:noFill/>
          <a:ln w="9525">
            <a:noFill/>
            <a:miter lim="800000"/>
            <a:headEnd/>
            <a:tailEnd/>
          </a:ln>
        </p:spPr>
        <p:txBody>
          <a:bodyPr wrap="none" lIns="0" tIns="0" rIns="0" bIns="0">
            <a:spAutoFit/>
          </a:bodyPr>
          <a:lstStyle/>
          <a:p>
            <a:pPr defTabSz="1085076" fontAlgn="auto">
              <a:spcBef>
                <a:spcPts val="0"/>
              </a:spcBef>
              <a:spcAft>
                <a:spcPts val="0"/>
              </a:spcAft>
              <a:defRPr/>
            </a:pPr>
            <a:r>
              <a:rPr lang="en-US" sz="1000" dirty="0">
                <a:solidFill>
                  <a:srgbClr val="6D6E71"/>
                </a:solidFill>
                <a:latin typeface="Arial"/>
              </a:rPr>
              <a:t> The contents in this document are </a:t>
            </a:r>
            <a:r>
              <a:rPr lang="en-US" sz="1000" dirty="0">
                <a:solidFill>
                  <a:prstClr val="white">
                    <a:lumMod val="50000"/>
                  </a:prstClr>
                </a:solidFill>
                <a:latin typeface="Arial"/>
                <a:ea typeface="Times New Roman"/>
              </a:rPr>
              <a:t>Confidential &amp; Proprietary</a:t>
            </a:r>
            <a:r>
              <a:rPr lang="en-US" sz="1000" dirty="0">
                <a:solidFill>
                  <a:prstClr val="white">
                    <a:lumMod val="50000"/>
                  </a:prstClr>
                </a:solidFill>
                <a:latin typeface="Arial"/>
              </a:rPr>
              <a:t>. </a:t>
            </a:r>
            <a:r>
              <a:rPr lang="en-US" sz="1000" dirty="0">
                <a:solidFill>
                  <a:srgbClr val="6D6E71"/>
                </a:solidFill>
                <a:latin typeface="Arial"/>
              </a:rPr>
              <a:t>Copyright © 2015 Tech Mahindra. All rights reserved.</a:t>
            </a:r>
          </a:p>
        </p:txBody>
      </p:sp>
      <p:sp>
        <p:nvSpPr>
          <p:cNvPr id="6" name="Slide Number Placeholder 5"/>
          <p:cNvSpPr txBox="1">
            <a:spLocks/>
          </p:cNvSpPr>
          <p:nvPr userDrawn="1"/>
        </p:nvSpPr>
        <p:spPr bwMode="auto">
          <a:xfrm>
            <a:off x="11780510" y="6600188"/>
            <a:ext cx="187551" cy="184666"/>
          </a:xfrm>
          <a:prstGeom prst="rect">
            <a:avLst/>
          </a:prstGeom>
          <a:noFill/>
          <a:ln w="9525">
            <a:noFill/>
            <a:miter lim="800000"/>
            <a:headEnd/>
            <a:tailEnd/>
          </a:ln>
        </p:spPr>
        <p:txBody>
          <a:bodyPr wrap="none" lIns="0" tIns="0" rIns="0" bIns="0" anchor="ctr">
            <a:spAutoFit/>
          </a:bodyPr>
          <a:lstStyle/>
          <a:p>
            <a:pPr algn="r" defTabSz="1085076" fontAlgn="auto">
              <a:spcBef>
                <a:spcPts val="0"/>
              </a:spcBef>
              <a:spcAft>
                <a:spcPts val="0"/>
              </a:spcAft>
              <a:defRPr/>
            </a:pPr>
            <a:fld id="{6856ECDB-1CEE-4F69-ADCA-557460F2116E}" type="slidenum">
              <a:rPr lang="en-US" sz="1200">
                <a:solidFill>
                  <a:srgbClr val="6D6E71"/>
                </a:solidFill>
                <a:latin typeface="Arial"/>
              </a:rPr>
              <a:pPr algn="r" defTabSz="1085076"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2" y="12"/>
            <a:ext cx="3025650" cy="825692"/>
          </a:xfrm>
          <a:prstGeom prst="rect">
            <a:avLst/>
          </a:prstGeom>
        </p:spPr>
      </p:pic>
    </p:spTree>
    <p:extLst>
      <p:ext uri="{BB962C8B-B14F-4D97-AF65-F5344CB8AC3E}">
        <p14:creationId xmlns:p14="http://schemas.microsoft.com/office/powerpoint/2010/main" val="200616341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92.xml><?xml version="1.0" encoding="utf-8"?>
<p:sldLayout xmlns:a="http://schemas.openxmlformats.org/drawingml/2006/main" xmlns:r="http://schemas.openxmlformats.org/officeDocument/2006/relationships" xmlns:p="http://schemas.openxmlformats.org/presentationml/2006/main" userDrawn="1">
  <p:cSld name="15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02" y="719335"/>
            <a:ext cx="10962166" cy="58477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00" b="1" kern="1200" dirty="0">
                <a:solidFill>
                  <a:schemeClr val="tx2"/>
                </a:solidFill>
                <a:latin typeface="Arial" pitchFamily="34" charset="0"/>
                <a:ea typeface="+mj-ea"/>
                <a:cs typeface="Arial" pitchFamily="34" charset="0"/>
              </a:defRPr>
            </a:lvl1pPr>
          </a:lstStyle>
          <a:p>
            <a:pPr lvl="0" algn="l" defTabSz="1085076"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04" y="6630957"/>
            <a:ext cx="6522619" cy="153888"/>
          </a:xfrm>
          <a:prstGeom prst="rect">
            <a:avLst/>
          </a:prstGeom>
          <a:noFill/>
          <a:ln w="9525">
            <a:noFill/>
            <a:miter lim="800000"/>
            <a:headEnd/>
            <a:tailEnd/>
          </a:ln>
        </p:spPr>
        <p:txBody>
          <a:bodyPr wrap="none" lIns="0" tIns="0" rIns="0" bIns="0">
            <a:spAutoFit/>
          </a:bodyPr>
          <a:lstStyle/>
          <a:p>
            <a:pPr defTabSz="1085076" fontAlgn="auto">
              <a:spcBef>
                <a:spcPts val="0"/>
              </a:spcBef>
              <a:spcAft>
                <a:spcPts val="0"/>
              </a:spcAft>
              <a:defRPr/>
            </a:pPr>
            <a:r>
              <a:rPr lang="en-US" sz="1000" dirty="0">
                <a:solidFill>
                  <a:srgbClr val="6D6E71"/>
                </a:solidFill>
                <a:latin typeface="Arial"/>
              </a:rPr>
              <a:t> The contents in this document are </a:t>
            </a:r>
            <a:r>
              <a:rPr lang="en-US" sz="1000" dirty="0">
                <a:solidFill>
                  <a:prstClr val="white">
                    <a:lumMod val="50000"/>
                  </a:prstClr>
                </a:solidFill>
                <a:latin typeface="Arial"/>
                <a:ea typeface="Times New Roman"/>
              </a:rPr>
              <a:t>Confidential &amp; Proprietary</a:t>
            </a:r>
            <a:r>
              <a:rPr lang="en-US" sz="1000" dirty="0">
                <a:solidFill>
                  <a:prstClr val="white">
                    <a:lumMod val="50000"/>
                  </a:prstClr>
                </a:solidFill>
                <a:latin typeface="Arial"/>
              </a:rPr>
              <a:t>. </a:t>
            </a:r>
            <a:r>
              <a:rPr lang="en-US" sz="1000" dirty="0">
                <a:solidFill>
                  <a:srgbClr val="6D6E71"/>
                </a:solidFill>
                <a:latin typeface="Arial"/>
              </a:rPr>
              <a:t>Copyright © 2015 Tech Mahindra. All rights reserved.</a:t>
            </a:r>
          </a:p>
        </p:txBody>
      </p:sp>
      <p:sp>
        <p:nvSpPr>
          <p:cNvPr id="6" name="Slide Number Placeholder 5"/>
          <p:cNvSpPr txBox="1">
            <a:spLocks/>
          </p:cNvSpPr>
          <p:nvPr userDrawn="1"/>
        </p:nvSpPr>
        <p:spPr bwMode="auto">
          <a:xfrm>
            <a:off x="11780510" y="6600188"/>
            <a:ext cx="187551" cy="184666"/>
          </a:xfrm>
          <a:prstGeom prst="rect">
            <a:avLst/>
          </a:prstGeom>
          <a:noFill/>
          <a:ln w="9525">
            <a:noFill/>
            <a:miter lim="800000"/>
            <a:headEnd/>
            <a:tailEnd/>
          </a:ln>
        </p:spPr>
        <p:txBody>
          <a:bodyPr wrap="none" lIns="0" tIns="0" rIns="0" bIns="0" anchor="ctr">
            <a:spAutoFit/>
          </a:bodyPr>
          <a:lstStyle/>
          <a:p>
            <a:pPr algn="r" defTabSz="1085076" fontAlgn="auto">
              <a:spcBef>
                <a:spcPts val="0"/>
              </a:spcBef>
              <a:spcAft>
                <a:spcPts val="0"/>
              </a:spcAft>
              <a:defRPr/>
            </a:pPr>
            <a:fld id="{6856ECDB-1CEE-4F69-ADCA-557460F2116E}" type="slidenum">
              <a:rPr lang="en-US" sz="1200">
                <a:solidFill>
                  <a:srgbClr val="6D6E71"/>
                </a:solidFill>
                <a:latin typeface="Arial"/>
              </a:rPr>
              <a:pPr algn="r" defTabSz="1085076"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2" y="12"/>
            <a:ext cx="3025650" cy="825692"/>
          </a:xfrm>
          <a:prstGeom prst="rect">
            <a:avLst/>
          </a:prstGeom>
        </p:spPr>
      </p:pic>
    </p:spTree>
    <p:extLst>
      <p:ext uri="{BB962C8B-B14F-4D97-AF65-F5344CB8AC3E}">
        <p14:creationId xmlns:p14="http://schemas.microsoft.com/office/powerpoint/2010/main" val="104964119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93.xml><?xml version="1.0" encoding="utf-8"?>
<p:sldLayout xmlns:a="http://schemas.openxmlformats.org/drawingml/2006/main" xmlns:r="http://schemas.openxmlformats.org/officeDocument/2006/relationships" xmlns:p="http://schemas.openxmlformats.org/presentationml/2006/main" userDrawn="1">
  <p:cSld name="16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02" y="719335"/>
            <a:ext cx="10962166" cy="58477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00" b="1" kern="1200" dirty="0">
                <a:solidFill>
                  <a:schemeClr val="tx2"/>
                </a:solidFill>
                <a:latin typeface="Arial" pitchFamily="34" charset="0"/>
                <a:ea typeface="+mj-ea"/>
                <a:cs typeface="Arial" pitchFamily="34" charset="0"/>
              </a:defRPr>
            </a:lvl1pPr>
          </a:lstStyle>
          <a:p>
            <a:pPr lvl="0" algn="l" defTabSz="1085076"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04" y="6630957"/>
            <a:ext cx="6522619" cy="153888"/>
          </a:xfrm>
          <a:prstGeom prst="rect">
            <a:avLst/>
          </a:prstGeom>
          <a:noFill/>
          <a:ln w="9525">
            <a:noFill/>
            <a:miter lim="800000"/>
            <a:headEnd/>
            <a:tailEnd/>
          </a:ln>
        </p:spPr>
        <p:txBody>
          <a:bodyPr wrap="none" lIns="0" tIns="0" rIns="0" bIns="0">
            <a:spAutoFit/>
          </a:bodyPr>
          <a:lstStyle/>
          <a:p>
            <a:pPr defTabSz="1085076" fontAlgn="auto">
              <a:spcBef>
                <a:spcPts val="0"/>
              </a:spcBef>
              <a:spcAft>
                <a:spcPts val="0"/>
              </a:spcAft>
              <a:defRPr/>
            </a:pPr>
            <a:r>
              <a:rPr lang="en-US" sz="1000" dirty="0">
                <a:solidFill>
                  <a:srgbClr val="6D6E71"/>
                </a:solidFill>
                <a:latin typeface="Arial"/>
              </a:rPr>
              <a:t> The contents in this document are </a:t>
            </a:r>
            <a:r>
              <a:rPr lang="en-US" sz="1000" dirty="0">
                <a:solidFill>
                  <a:prstClr val="white">
                    <a:lumMod val="50000"/>
                  </a:prstClr>
                </a:solidFill>
                <a:latin typeface="Arial"/>
                <a:ea typeface="Times New Roman"/>
              </a:rPr>
              <a:t>Confidential &amp; Proprietary</a:t>
            </a:r>
            <a:r>
              <a:rPr lang="en-US" sz="1000" dirty="0">
                <a:solidFill>
                  <a:prstClr val="white">
                    <a:lumMod val="50000"/>
                  </a:prstClr>
                </a:solidFill>
                <a:latin typeface="Arial"/>
              </a:rPr>
              <a:t>. </a:t>
            </a:r>
            <a:r>
              <a:rPr lang="en-US" sz="1000" dirty="0">
                <a:solidFill>
                  <a:srgbClr val="6D6E71"/>
                </a:solidFill>
                <a:latin typeface="Arial"/>
              </a:rPr>
              <a:t>Copyright © 2015 Tech Mahindra. All rights reserved.</a:t>
            </a:r>
          </a:p>
        </p:txBody>
      </p:sp>
      <p:sp>
        <p:nvSpPr>
          <p:cNvPr id="6" name="Slide Number Placeholder 5"/>
          <p:cNvSpPr txBox="1">
            <a:spLocks/>
          </p:cNvSpPr>
          <p:nvPr userDrawn="1"/>
        </p:nvSpPr>
        <p:spPr bwMode="auto">
          <a:xfrm>
            <a:off x="11780510" y="6600188"/>
            <a:ext cx="187551" cy="184666"/>
          </a:xfrm>
          <a:prstGeom prst="rect">
            <a:avLst/>
          </a:prstGeom>
          <a:noFill/>
          <a:ln w="9525">
            <a:noFill/>
            <a:miter lim="800000"/>
            <a:headEnd/>
            <a:tailEnd/>
          </a:ln>
        </p:spPr>
        <p:txBody>
          <a:bodyPr wrap="none" lIns="0" tIns="0" rIns="0" bIns="0" anchor="ctr">
            <a:spAutoFit/>
          </a:bodyPr>
          <a:lstStyle/>
          <a:p>
            <a:pPr algn="r" defTabSz="1085076" fontAlgn="auto">
              <a:spcBef>
                <a:spcPts val="0"/>
              </a:spcBef>
              <a:spcAft>
                <a:spcPts val="0"/>
              </a:spcAft>
              <a:defRPr/>
            </a:pPr>
            <a:fld id="{6856ECDB-1CEE-4F69-ADCA-557460F2116E}" type="slidenum">
              <a:rPr lang="en-US" sz="1200">
                <a:solidFill>
                  <a:srgbClr val="6D6E71"/>
                </a:solidFill>
                <a:latin typeface="Arial"/>
              </a:rPr>
              <a:pPr algn="r" defTabSz="1085076"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2" y="12"/>
            <a:ext cx="3025650" cy="825692"/>
          </a:xfrm>
          <a:prstGeom prst="rect">
            <a:avLst/>
          </a:prstGeom>
        </p:spPr>
      </p:pic>
    </p:spTree>
    <p:extLst>
      <p:ext uri="{BB962C8B-B14F-4D97-AF65-F5344CB8AC3E}">
        <p14:creationId xmlns:p14="http://schemas.microsoft.com/office/powerpoint/2010/main" val="114409627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94.xml><?xml version="1.0" encoding="utf-8"?>
<p:sldLayout xmlns:a="http://schemas.openxmlformats.org/drawingml/2006/main" xmlns:r="http://schemas.openxmlformats.org/officeDocument/2006/relationships" xmlns:p="http://schemas.openxmlformats.org/presentationml/2006/main" userDrawn="1">
  <p:cSld name="18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02" y="719335"/>
            <a:ext cx="10962166" cy="58477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00" b="1" kern="1200" dirty="0">
                <a:solidFill>
                  <a:schemeClr val="tx2"/>
                </a:solidFill>
                <a:latin typeface="Arial" pitchFamily="34" charset="0"/>
                <a:ea typeface="+mj-ea"/>
                <a:cs typeface="Arial" pitchFamily="34" charset="0"/>
              </a:defRPr>
            </a:lvl1pPr>
          </a:lstStyle>
          <a:p>
            <a:pPr lvl="0" algn="l" defTabSz="1085076"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04" y="6630957"/>
            <a:ext cx="6522619" cy="153888"/>
          </a:xfrm>
          <a:prstGeom prst="rect">
            <a:avLst/>
          </a:prstGeom>
          <a:noFill/>
          <a:ln w="9525">
            <a:noFill/>
            <a:miter lim="800000"/>
            <a:headEnd/>
            <a:tailEnd/>
          </a:ln>
        </p:spPr>
        <p:txBody>
          <a:bodyPr wrap="none" lIns="0" tIns="0" rIns="0" bIns="0">
            <a:spAutoFit/>
          </a:bodyPr>
          <a:lstStyle/>
          <a:p>
            <a:pPr defTabSz="1085076" fontAlgn="auto">
              <a:spcBef>
                <a:spcPts val="0"/>
              </a:spcBef>
              <a:spcAft>
                <a:spcPts val="0"/>
              </a:spcAft>
              <a:defRPr/>
            </a:pPr>
            <a:r>
              <a:rPr lang="en-US" sz="1000" dirty="0">
                <a:solidFill>
                  <a:srgbClr val="6D6E71"/>
                </a:solidFill>
                <a:latin typeface="Arial"/>
              </a:rPr>
              <a:t> The contents in this document are </a:t>
            </a:r>
            <a:r>
              <a:rPr lang="en-US" sz="1000" dirty="0">
                <a:solidFill>
                  <a:prstClr val="white">
                    <a:lumMod val="50000"/>
                  </a:prstClr>
                </a:solidFill>
                <a:latin typeface="Arial"/>
                <a:ea typeface="Times New Roman"/>
              </a:rPr>
              <a:t>Confidential &amp; Proprietary</a:t>
            </a:r>
            <a:r>
              <a:rPr lang="en-US" sz="1000" dirty="0">
                <a:solidFill>
                  <a:prstClr val="white">
                    <a:lumMod val="50000"/>
                  </a:prstClr>
                </a:solidFill>
                <a:latin typeface="Arial"/>
              </a:rPr>
              <a:t>. </a:t>
            </a:r>
            <a:r>
              <a:rPr lang="en-US" sz="1000" dirty="0">
                <a:solidFill>
                  <a:srgbClr val="6D6E71"/>
                </a:solidFill>
                <a:latin typeface="Arial"/>
              </a:rPr>
              <a:t>Copyright © 2015 Tech Mahindra. All rights reserved.</a:t>
            </a:r>
          </a:p>
        </p:txBody>
      </p:sp>
      <p:sp>
        <p:nvSpPr>
          <p:cNvPr id="6" name="Slide Number Placeholder 5"/>
          <p:cNvSpPr txBox="1">
            <a:spLocks/>
          </p:cNvSpPr>
          <p:nvPr userDrawn="1"/>
        </p:nvSpPr>
        <p:spPr bwMode="auto">
          <a:xfrm>
            <a:off x="11780510" y="6600188"/>
            <a:ext cx="187551" cy="184666"/>
          </a:xfrm>
          <a:prstGeom prst="rect">
            <a:avLst/>
          </a:prstGeom>
          <a:noFill/>
          <a:ln w="9525">
            <a:noFill/>
            <a:miter lim="800000"/>
            <a:headEnd/>
            <a:tailEnd/>
          </a:ln>
        </p:spPr>
        <p:txBody>
          <a:bodyPr wrap="none" lIns="0" tIns="0" rIns="0" bIns="0" anchor="ctr">
            <a:spAutoFit/>
          </a:bodyPr>
          <a:lstStyle/>
          <a:p>
            <a:pPr algn="r" defTabSz="1085076" fontAlgn="auto">
              <a:spcBef>
                <a:spcPts val="0"/>
              </a:spcBef>
              <a:spcAft>
                <a:spcPts val="0"/>
              </a:spcAft>
              <a:defRPr/>
            </a:pPr>
            <a:fld id="{6856ECDB-1CEE-4F69-ADCA-557460F2116E}" type="slidenum">
              <a:rPr lang="en-US" sz="1200">
                <a:solidFill>
                  <a:srgbClr val="6D6E71"/>
                </a:solidFill>
                <a:latin typeface="Arial"/>
              </a:rPr>
              <a:pPr algn="r" defTabSz="1085076" fontAlgn="auto">
                <a:spcBef>
                  <a:spcPts val="0"/>
                </a:spcBef>
                <a:spcAft>
                  <a:spcPts val="0"/>
                </a:spcAft>
                <a:defRPr/>
              </a:pPr>
              <a:t>‹#›</a:t>
            </a:fld>
            <a:endParaRPr lang="en-US" sz="1200" dirty="0">
              <a:solidFill>
                <a:srgbClr val="6D6E71"/>
              </a:solidFill>
              <a:latin typeface="Arial"/>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2" y="12"/>
            <a:ext cx="3025650" cy="825692"/>
          </a:xfrm>
          <a:prstGeom prst="rect">
            <a:avLst/>
          </a:prstGeom>
        </p:spPr>
      </p:pic>
    </p:spTree>
    <p:extLst>
      <p:ext uri="{BB962C8B-B14F-4D97-AF65-F5344CB8AC3E}">
        <p14:creationId xmlns:p14="http://schemas.microsoft.com/office/powerpoint/2010/main" val="175017806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9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408" y="1848831"/>
            <a:ext cx="9140429" cy="1661993"/>
          </a:xfrm>
        </p:spPr>
        <p:txBody>
          <a:bodyPr anchor="b"/>
          <a:lstStyle>
            <a:lvl1pPr algn="ctr">
              <a:defRPr sz="5400"/>
            </a:lvl1pPr>
          </a:lstStyle>
          <a:p>
            <a:r>
              <a:rPr lang="en-US"/>
              <a:t>Click to edit Master title style</a:t>
            </a:r>
          </a:p>
        </p:txBody>
      </p:sp>
      <p:sp>
        <p:nvSpPr>
          <p:cNvPr id="3" name="Subtitle 2"/>
          <p:cNvSpPr>
            <a:spLocks noGrp="1"/>
          </p:cNvSpPr>
          <p:nvPr>
            <p:ph type="subTitle" idx="1"/>
          </p:nvPr>
        </p:nvSpPr>
        <p:spPr>
          <a:xfrm>
            <a:off x="1523408" y="3602899"/>
            <a:ext cx="9140429" cy="323165"/>
          </a:xfrm>
        </p:spPr>
        <p:txBody>
          <a:bodyPr/>
          <a:lstStyle>
            <a:lvl1pPr marL="0" indent="0" algn="ctr">
              <a:buNone/>
              <a:defRPr sz="2100"/>
            </a:lvl1pPr>
            <a:lvl2pPr marL="407269" indent="0" algn="ctr">
              <a:buNone/>
              <a:defRPr sz="1800"/>
            </a:lvl2pPr>
            <a:lvl3pPr marL="814526" indent="0" algn="ctr">
              <a:buNone/>
              <a:defRPr sz="1500"/>
            </a:lvl3pPr>
            <a:lvl4pPr marL="1221793" indent="0" algn="ctr">
              <a:buNone/>
              <a:defRPr sz="1400"/>
            </a:lvl4pPr>
            <a:lvl5pPr marL="1629050" indent="0" algn="ctr">
              <a:buNone/>
              <a:defRPr sz="1400"/>
            </a:lvl5pPr>
            <a:lvl6pPr marL="2036311" indent="0" algn="ctr">
              <a:buNone/>
              <a:defRPr sz="1400"/>
            </a:lvl6pPr>
            <a:lvl7pPr marL="2443575" indent="0" algn="ctr">
              <a:buNone/>
              <a:defRPr sz="1400"/>
            </a:lvl7pPr>
            <a:lvl8pPr marL="2850837" indent="0" algn="ctr">
              <a:buNone/>
              <a:defRPr sz="1400"/>
            </a:lvl8pPr>
            <a:lvl9pPr marL="3258095" indent="0" algn="ctr">
              <a:buNone/>
              <a:defRPr sz="1400"/>
            </a:lvl9pPr>
          </a:lstStyle>
          <a:p>
            <a:r>
              <a:rPr lang="en-US"/>
              <a:t>Click to edit Master subtitle style</a:t>
            </a:r>
          </a:p>
        </p:txBody>
      </p:sp>
      <p:sp>
        <p:nvSpPr>
          <p:cNvPr id="4" name="Date Placeholder 3"/>
          <p:cNvSpPr>
            <a:spLocks noGrp="1"/>
          </p:cNvSpPr>
          <p:nvPr>
            <p:ph type="dt" sz="half" idx="10"/>
          </p:nvPr>
        </p:nvSpPr>
        <p:spPr>
          <a:xfrm>
            <a:off x="837873" y="6357835"/>
            <a:ext cx="2742129" cy="365210"/>
          </a:xfrm>
          <a:prstGeom prst="rect">
            <a:avLst/>
          </a:prstGeom>
        </p:spPr>
        <p:txBody>
          <a:bodyPr lIns="108603" tIns="54302" rIns="108603" bIns="54302"/>
          <a:lstStyle/>
          <a:p>
            <a:pPr defTabSz="1086037" fontAlgn="auto">
              <a:spcBef>
                <a:spcPts val="0"/>
              </a:spcBef>
              <a:spcAft>
                <a:spcPts val="0"/>
              </a:spcAft>
            </a:pPr>
            <a:fld id="{C02F9569-8E4D-41AE-9766-A3604F84ADF5}" type="datetimeFigureOut">
              <a:rPr lang="en-US" sz="2100" smtClean="0">
                <a:solidFill>
                  <a:prstClr val="black"/>
                </a:solidFill>
                <a:latin typeface="Arial"/>
              </a:rPr>
              <a:pPr defTabSz="1086037" fontAlgn="auto">
                <a:spcBef>
                  <a:spcPts val="0"/>
                </a:spcBef>
                <a:spcAft>
                  <a:spcPts val="0"/>
                </a:spcAft>
              </a:pPr>
              <a:t>10/28/2025</a:t>
            </a:fld>
            <a:endParaRPr lang="en-US" sz="2100" dirty="0">
              <a:solidFill>
                <a:prstClr val="black"/>
              </a:solidFill>
              <a:latin typeface="Arial"/>
            </a:endParaRPr>
          </a:p>
        </p:txBody>
      </p:sp>
      <p:sp>
        <p:nvSpPr>
          <p:cNvPr id="5" name="Footer Placeholder 4"/>
          <p:cNvSpPr>
            <a:spLocks noGrp="1"/>
          </p:cNvSpPr>
          <p:nvPr>
            <p:ph type="ftr" sz="quarter" idx="11"/>
          </p:nvPr>
        </p:nvSpPr>
        <p:spPr>
          <a:xfrm>
            <a:off x="4037026" y="6357835"/>
            <a:ext cx="4113193" cy="365210"/>
          </a:xfrm>
          <a:prstGeom prst="rect">
            <a:avLst/>
          </a:prstGeom>
        </p:spPr>
        <p:txBody>
          <a:bodyPr lIns="108603" tIns="54302" rIns="108603" bIns="54302"/>
          <a:lstStyle/>
          <a:p>
            <a:pPr defTabSz="1086037" fontAlgn="auto">
              <a:spcBef>
                <a:spcPts val="0"/>
              </a:spcBef>
              <a:spcAft>
                <a:spcPts val="0"/>
              </a:spcAft>
            </a:pPr>
            <a:endParaRPr lang="en-US" sz="2100" dirty="0">
              <a:solidFill>
                <a:prstClr val="black"/>
              </a:solidFill>
              <a:latin typeface="Arial"/>
            </a:endParaRPr>
          </a:p>
        </p:txBody>
      </p:sp>
      <p:sp>
        <p:nvSpPr>
          <p:cNvPr id="6" name="Slide Number Placeholder 5"/>
          <p:cNvSpPr>
            <a:spLocks noGrp="1"/>
          </p:cNvSpPr>
          <p:nvPr>
            <p:ph type="sldNum" sz="quarter" idx="12"/>
          </p:nvPr>
        </p:nvSpPr>
        <p:spPr>
          <a:xfrm>
            <a:off x="8607239" y="6357835"/>
            <a:ext cx="2742129" cy="365210"/>
          </a:xfrm>
          <a:prstGeom prst="rect">
            <a:avLst/>
          </a:prstGeom>
        </p:spPr>
        <p:txBody>
          <a:bodyPr lIns="108603" tIns="54302" rIns="108603" bIns="54302"/>
          <a:lstStyle/>
          <a:p>
            <a:pPr defTabSz="1086037" fontAlgn="auto">
              <a:spcBef>
                <a:spcPts val="0"/>
              </a:spcBef>
              <a:spcAft>
                <a:spcPts val="0"/>
              </a:spcAft>
            </a:pPr>
            <a:fld id="{1AC0DE63-F386-450A-9205-EAFF862E7C5E}" type="slidenum">
              <a:rPr lang="en-US" sz="2100" smtClean="0">
                <a:solidFill>
                  <a:prstClr val="black"/>
                </a:solidFill>
                <a:latin typeface="Arial"/>
              </a:rPr>
              <a:pPr defTabSz="1086037" fontAlgn="auto">
                <a:spcBef>
                  <a:spcPts val="0"/>
                </a:spcBef>
                <a:spcAft>
                  <a:spcPts val="0"/>
                </a:spcAft>
              </a:pPr>
              <a:t>‹#›</a:t>
            </a:fld>
            <a:endParaRPr lang="en-US" sz="2100" dirty="0">
              <a:solidFill>
                <a:prstClr val="black"/>
              </a:solidFill>
              <a:latin typeface="Arial"/>
            </a:endParaRPr>
          </a:p>
        </p:txBody>
      </p:sp>
      <p:pic>
        <p:nvPicPr>
          <p:cNvPr id="7"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0" y="0"/>
            <a:ext cx="12187238" cy="685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descr="ridge4.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1069" y="11"/>
            <a:ext cx="5289698" cy="1732252"/>
          </a:xfrm>
          <a:prstGeom prst="rect">
            <a:avLst/>
          </a:prstGeom>
        </p:spPr>
      </p:pic>
    </p:spTree>
    <p:extLst>
      <p:ext uri="{BB962C8B-B14F-4D97-AF65-F5344CB8AC3E}">
        <p14:creationId xmlns:p14="http://schemas.microsoft.com/office/powerpoint/2010/main" val="3009986860"/>
      </p:ext>
    </p:extLst>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6" y="1972137"/>
            <a:ext cx="5435592" cy="4163389"/>
          </a:xfrm>
        </p:spPr>
        <p:txBody>
          <a:bodyPr>
            <a:noAutofit/>
          </a:bodyPr>
          <a:lstStyle>
            <a:lvl1pPr marL="0" indent="0">
              <a:buNone/>
              <a:defRPr>
                <a:latin typeface="Arial" pitchFamily="34" charset="0"/>
                <a:cs typeface="Arial" pitchFamily="34" charset="0"/>
              </a:defRPr>
            </a:lvl1pPr>
          </a:lstStyle>
          <a:p>
            <a:pPr lvl="0"/>
            <a:r>
              <a:rPr lang="en-US" noProof="0" dirty="0"/>
              <a:t>Click icon to add picture</a:t>
            </a:r>
          </a:p>
        </p:txBody>
      </p:sp>
      <p:sp>
        <p:nvSpPr>
          <p:cNvPr id="18" name="Text Placeholder 4"/>
          <p:cNvSpPr>
            <a:spLocks noGrp="1"/>
          </p:cNvSpPr>
          <p:nvPr>
            <p:ph type="body" sz="quarter" idx="19"/>
          </p:nvPr>
        </p:nvSpPr>
        <p:spPr bwMode="gray">
          <a:xfrm>
            <a:off x="6449088" y="1972270"/>
            <a:ext cx="5126679" cy="1384995"/>
          </a:xfrm>
          <a:ln>
            <a:noFill/>
          </a:ln>
        </p:spPr>
        <p:txBody>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31237" indent="-230962">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57485" indent="-226253">
              <a:spcBef>
                <a:spcPts val="0"/>
              </a:spcBef>
              <a:spcAft>
                <a:spcPts val="0"/>
              </a:spcAft>
              <a:buSzPct val="70000"/>
              <a:buFont typeface="Arial" pitchFamily="34" charset="0"/>
              <a:buChar char="–"/>
              <a:defRPr sz="1800" baseline="0">
                <a:latin typeface="+mj-lt"/>
              </a:defRPr>
            </a:lvl7pPr>
            <a:lvl8pPr marL="1583733" indent="-226253">
              <a:spcBef>
                <a:spcPts val="0"/>
              </a:spcBef>
              <a:spcAft>
                <a:spcPts val="0"/>
              </a:spcAft>
              <a:buSzPct val="70000"/>
              <a:defRPr sz="1800" baseline="0">
                <a:latin typeface="+mj-lt"/>
              </a:defRPr>
            </a:lvl8pPr>
            <a:lvl9pPr marL="1805264" indent="-221537">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p:cNvSpPr>
            <a:spLocks noGrp="1"/>
          </p:cNvSpPr>
          <p:nvPr>
            <p:ph type="title"/>
          </p:nvPr>
        </p:nvSpPr>
        <p:spPr bwMode="gray">
          <a:xfrm>
            <a:off x="641140" y="727269"/>
            <a:ext cx="10964283"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7" name="Text Placeholder 41"/>
          <p:cNvSpPr>
            <a:spLocks noGrp="1"/>
          </p:cNvSpPr>
          <p:nvPr>
            <p:ph type="body" sz="quarter" idx="13"/>
          </p:nvPr>
        </p:nvSpPr>
        <p:spPr bwMode="gray">
          <a:xfrm>
            <a:off x="641104" y="1270890"/>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910582910"/>
      </p:ext>
    </p:extLst>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userDrawn="1">
  <p:cSld name="2_Agenda">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616" y="33"/>
            <a:ext cx="12176659" cy="237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bwMode="gray">
          <a:xfrm>
            <a:off x="641135" y="727270"/>
            <a:ext cx="10964283"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04991"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00" y="1146060"/>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8" name="Picture 7"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2" y="12"/>
            <a:ext cx="3025650" cy="825692"/>
          </a:xfrm>
          <a:prstGeom prst="rect">
            <a:avLst/>
          </a:prstGeom>
        </p:spPr>
      </p:pic>
    </p:spTree>
    <p:extLst>
      <p:ext uri="{BB962C8B-B14F-4D97-AF65-F5344CB8AC3E}">
        <p14:creationId xmlns:p14="http://schemas.microsoft.com/office/powerpoint/2010/main" val="904197431"/>
      </p:ext>
    </p:extLst>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138" y="727278"/>
            <a:ext cx="10964283" cy="58477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00" b="1" kern="1200" dirty="0">
                <a:solidFill>
                  <a:schemeClr val="tx2"/>
                </a:solidFill>
                <a:latin typeface="Arial" pitchFamily="34" charset="0"/>
                <a:ea typeface="+mj-ea"/>
                <a:cs typeface="Arial" pitchFamily="34" charset="0"/>
              </a:defRPr>
            </a:lvl1pPr>
          </a:lstStyle>
          <a:p>
            <a:pPr lvl="0" algn="l" defTabSz="1086037"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41100" y="1972150"/>
            <a:ext cx="10962167" cy="2231380"/>
          </a:xfrm>
        </p:spPr>
        <p:txBody>
          <a:bodyPr wrap="square">
            <a:spAutoFit/>
          </a:bodyPr>
          <a:lstStyle>
            <a:lvl1pPr>
              <a:spcBef>
                <a:spcPts val="0"/>
              </a:spcBef>
              <a:spcAft>
                <a:spcPts val="0"/>
              </a:spcAft>
              <a:defRPr lang="en-US" sz="29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9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9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9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900" b="0" kern="1200" baseline="0" dirty="0" smtClean="0">
                <a:solidFill>
                  <a:schemeClr val="tx1"/>
                </a:solidFill>
                <a:latin typeface="Arial" pitchFamily="34" charset="0"/>
                <a:ea typeface="+mn-ea"/>
                <a:cs typeface="Arial" pitchFamily="34" charset="0"/>
              </a:defRPr>
            </a:lvl5pPr>
            <a:lvl6pPr marL="1704468" indent="-339387">
              <a:spcBef>
                <a:spcPts val="0"/>
              </a:spcBef>
              <a:spcAft>
                <a:spcPts val="0"/>
              </a:spcAft>
              <a:buClr>
                <a:schemeClr val="tx2"/>
              </a:buClr>
              <a:buSzPct val="70000"/>
              <a:buFont typeface="Wingdings" pitchFamily="2" charset="2"/>
              <a:buChar char="§"/>
              <a:defRPr lang="en-US" sz="2900" kern="1200" dirty="0" smtClean="0">
                <a:solidFill>
                  <a:schemeClr val="tx1"/>
                </a:solidFill>
                <a:latin typeface="Arial" pitchFamily="34" charset="0"/>
                <a:ea typeface="+mn-ea"/>
                <a:cs typeface="Arial" pitchFamily="34" charset="0"/>
              </a:defRPr>
            </a:lvl6pPr>
            <a:lvl7pPr marL="2036311" indent="-324302">
              <a:spcBef>
                <a:spcPts val="0"/>
              </a:spcBef>
              <a:spcAft>
                <a:spcPts val="0"/>
              </a:spcAft>
              <a:buClr>
                <a:schemeClr val="tx2"/>
              </a:buClr>
              <a:buSzPct val="70000"/>
              <a:buFont typeface="Arial" pitchFamily="34" charset="0"/>
              <a:buChar char="–"/>
              <a:defRPr sz="2100" baseline="0">
                <a:solidFill>
                  <a:schemeClr val="tx1"/>
                </a:solidFill>
                <a:latin typeface="+mn-lt"/>
                <a:cs typeface="Arial" pitchFamily="34" charset="0"/>
              </a:defRPr>
            </a:lvl7pPr>
            <a:lvl8pPr marL="1900554" indent="-271512">
              <a:spcBef>
                <a:spcPts val="0"/>
              </a:spcBef>
              <a:spcAft>
                <a:spcPts val="0"/>
              </a:spcAft>
              <a:buSzPct val="70000"/>
              <a:defRPr sz="2100" baseline="0">
                <a:latin typeface="Arial" pitchFamily="34" charset="0"/>
                <a:cs typeface="Arial" pitchFamily="34" charset="0"/>
              </a:defRPr>
            </a:lvl8pPr>
            <a:lvl9pPr marL="2166412" indent="-265856">
              <a:spcBef>
                <a:spcPts val="0"/>
              </a:spcBef>
              <a:spcAft>
                <a:spcPts val="0"/>
              </a:spcAft>
              <a:buSzPct val="70000"/>
              <a:buFont typeface="Arial" pitchFamily="34" charset="0"/>
              <a:buChar char="–"/>
              <a:defRPr sz="2100">
                <a:latin typeface="Arial" pitchFamily="34" charset="0"/>
                <a:cs typeface="Arial" pitchFamily="34" charset="0"/>
              </a:defRPr>
            </a:lvl9pPr>
          </a:lstStyle>
          <a:p>
            <a:pPr marL="345046" lvl="0" indent="-345046" algn="l" defTabSz="1086037"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78769" lvl="2" indent="-331840" algn="l" defTabSz="1086037"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0620" lvl="3" indent="-331840" algn="l" defTabSz="1086037"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50006" lvl="4" indent="-339387" algn="l" defTabSz="110866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4468" lvl="5" indent="-339387" algn="l" defTabSz="1086037" rtl="0" eaLnBrk="1" latinLnBrk="0" hangingPunct="1">
              <a:spcBef>
                <a:spcPts val="0"/>
              </a:spcBef>
              <a:spcAft>
                <a:spcPts val="0"/>
              </a:spcAft>
              <a:buClr>
                <a:schemeClr val="bg2"/>
              </a:buClr>
              <a:buSzPct val="60000"/>
              <a:buFont typeface="Wingdings" pitchFamily="2" charset="2"/>
              <a:buChar char="§"/>
            </a:pPr>
            <a:r>
              <a:rPr lang="en-US" dirty="0"/>
              <a:t>Fifth level</a:t>
            </a:r>
          </a:p>
        </p:txBody>
      </p:sp>
      <p:pic>
        <p:nvPicPr>
          <p:cNvPr id="5" name="Picture 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Tree>
    <p:extLst>
      <p:ext uri="{BB962C8B-B14F-4D97-AF65-F5344CB8AC3E}">
        <p14:creationId xmlns:p14="http://schemas.microsoft.com/office/powerpoint/2010/main" val="68887345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99.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21740" y="1527693"/>
            <a:ext cx="8969807" cy="58477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00" b="1" kern="1200" dirty="0">
                <a:solidFill>
                  <a:schemeClr val="tx2"/>
                </a:solidFill>
                <a:latin typeface="Arial" pitchFamily="34" charset="0"/>
                <a:ea typeface="+mj-ea"/>
                <a:cs typeface="Arial" pitchFamily="34" charset="0"/>
              </a:defRPr>
            </a:lvl1pPr>
          </a:lstStyle>
          <a:p>
            <a:pPr lvl="0" algn="l" defTabSz="1086037"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821775" y="3370296"/>
            <a:ext cx="9002897" cy="3229089"/>
          </a:xfrm>
          <a:prstGeom prst="rect">
            <a:avLst/>
          </a:prstGeom>
          <a:noFill/>
          <a:ln w="9525">
            <a:noFill/>
            <a:miter lim="800000"/>
            <a:headEnd/>
            <a:tailEnd/>
          </a:ln>
        </p:spPr>
        <p:txBody>
          <a:bodyPr wrap="square" lIns="0" tIns="0" rIns="0" bIns="0">
            <a:spAutoFit/>
          </a:bodyPr>
          <a:lstStyle/>
          <a:p>
            <a:pPr algn="just" defTabSz="1086037" fontAlgn="auto">
              <a:spcBef>
                <a:spcPts val="714"/>
              </a:spcBef>
              <a:spcAft>
                <a:spcPts val="0"/>
              </a:spcAft>
            </a:pPr>
            <a:r>
              <a:rPr lang="en-US" sz="1200" b="1" dirty="0">
                <a:solidFill>
                  <a:srgbClr val="6D6E71"/>
                </a:solidFill>
                <a:latin typeface="Arial"/>
              </a:rPr>
              <a:t>Disclaimer </a:t>
            </a:r>
          </a:p>
          <a:p>
            <a:pPr algn="just" defTabSz="1086037" fontAlgn="auto">
              <a:spcBef>
                <a:spcPts val="714"/>
              </a:spcBef>
              <a:spcAft>
                <a:spcPts val="0"/>
              </a:spcAft>
            </a:pPr>
            <a:r>
              <a:rPr lang="en-US" sz="1200" dirty="0">
                <a:solidFill>
                  <a:srgbClr val="6D6E71"/>
                </a:solidFill>
                <a:latin typeface="Arial"/>
              </a:rPr>
              <a:t>Tech Mahindra Limited,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21775" y="2140680"/>
            <a:ext cx="8975995" cy="323165"/>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1086037" rtl="0" eaLnBrk="1" fontAlgn="base" latinLnBrk="0" hangingPunct="1">
              <a:spcBef>
                <a:spcPts val="0"/>
              </a:spcBef>
              <a:spcAft>
                <a:spcPct val="0"/>
              </a:spcAft>
              <a:buClr>
                <a:schemeClr val="tx2"/>
              </a:buClr>
              <a:buFont typeface="Arial" pitchFamily="34" charset="0"/>
              <a:buNone/>
              <a:defRPr lang="en-US" sz="21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323392744"/>
      </p:ext>
    </p:extLst>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userDrawn="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2"/>
                </a:solidFill>
              </a:defRPr>
            </a:lvl1pPr>
          </a:lstStyle>
          <a:p>
            <a:r>
              <a:rPr lang="en-US" dirty="0"/>
              <a:t>Click to edit Master title style</a:t>
            </a:r>
          </a:p>
        </p:txBody>
      </p:sp>
      <p:sp>
        <p:nvSpPr>
          <p:cNvPr id="3" name="Text Placeholder 4"/>
          <p:cNvSpPr>
            <a:spLocks noGrp="1"/>
          </p:cNvSpPr>
          <p:nvPr>
            <p:ph type="body" sz="quarter" idx="10" hasCustomPrompt="1"/>
          </p:nvPr>
        </p:nvSpPr>
        <p:spPr>
          <a:xfrm>
            <a:off x="403752" y="1465877"/>
            <a:ext cx="11387826" cy="1938992"/>
          </a:xfrm>
        </p:spPr>
        <p:txBody>
          <a:bodyPr wrap="square">
            <a:sp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420336" indent="-282809">
              <a:spcBef>
                <a:spcPts val="0"/>
              </a:spcBef>
              <a:spcAft>
                <a:spcPts val="0"/>
              </a:spcAft>
              <a:buClr>
                <a:schemeClr val="tx2"/>
              </a:buClr>
              <a:buSzPct val="70000"/>
              <a:buFont typeface="Wingdings" pitchFamily="2" charset="2"/>
              <a:buChar char="§"/>
              <a:defRPr sz="1800">
                <a:latin typeface="Arial" pitchFamily="34" charset="0"/>
                <a:cs typeface="Arial" pitchFamily="34" charset="0"/>
              </a:defRPr>
            </a:lvl6pPr>
            <a:lvl7pPr marL="1696858" indent="-270238">
              <a:spcBef>
                <a:spcPts val="0"/>
              </a:spcBef>
              <a:spcAft>
                <a:spcPts val="0"/>
              </a:spcAft>
              <a:buClr>
                <a:srgbClr val="C00000"/>
              </a:buClr>
              <a:buSzPct val="70000"/>
              <a:buFont typeface="Arial" pitchFamily="34" charset="0"/>
              <a:buChar char="–"/>
              <a:defRPr sz="1800" baseline="0">
                <a:latin typeface="Arial" pitchFamily="34" charset="0"/>
                <a:cs typeface="Arial" pitchFamily="34" charset="0"/>
              </a:defRPr>
            </a:lvl7pPr>
            <a:lvl8pPr marL="1583733" indent="-226253">
              <a:spcBef>
                <a:spcPts val="0"/>
              </a:spcBef>
              <a:spcAft>
                <a:spcPts val="0"/>
              </a:spcAft>
              <a:buSzPct val="70000"/>
              <a:defRPr sz="1800" baseline="0">
                <a:latin typeface="Arial" pitchFamily="34" charset="0"/>
                <a:cs typeface="Arial" pitchFamily="34" charset="0"/>
              </a:defRPr>
            </a:lvl8pPr>
            <a:lvl9pPr marL="1805264" indent="-221537">
              <a:spcBef>
                <a:spcPts val="0"/>
              </a:spcBef>
              <a:spcAft>
                <a:spcPts val="0"/>
              </a:spcAft>
              <a:buSzPct val="70000"/>
              <a:buFont typeface="Arial" pitchFamily="34" charset="0"/>
              <a:buChar char="–"/>
              <a:defRPr sz="1800">
                <a:latin typeface="Arial" pitchFamily="34" charset="0"/>
                <a:cs typeface="Arial" pitchFamily="34" charset="0"/>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 </a:t>
            </a:r>
          </a:p>
        </p:txBody>
      </p:sp>
    </p:spTree>
    <p:extLst>
      <p:ext uri="{BB962C8B-B14F-4D97-AF65-F5344CB8AC3E}">
        <p14:creationId xmlns:p14="http://schemas.microsoft.com/office/powerpoint/2010/main" val="2456100804"/>
      </p:ext>
    </p:extLst>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1" name="Picture 4" descr="D:\Presales\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26650" y="255593"/>
            <a:ext cx="1828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ubtitle 2"/>
          <p:cNvSpPr>
            <a:spLocks noGrp="1"/>
          </p:cNvSpPr>
          <p:nvPr>
            <p:ph type="subTitle" idx="1"/>
          </p:nvPr>
        </p:nvSpPr>
        <p:spPr>
          <a:xfrm>
            <a:off x="421054" y="3352667"/>
            <a:ext cx="8296209" cy="287043"/>
          </a:xfrm>
        </p:spPr>
        <p:txBody>
          <a:bodyPr anchor="b">
            <a:noAutofit/>
          </a:bodyPr>
          <a:lstStyle>
            <a:lvl1pPr marL="0" indent="0" algn="ctr">
              <a:buNone/>
              <a:defRPr sz="1800" baseline="0">
                <a:solidFill>
                  <a:schemeClr val="bg2"/>
                </a:solidFill>
              </a:defRPr>
            </a:lvl1pPr>
            <a:lvl2pPr marL="527461" indent="0" algn="ctr">
              <a:buNone/>
              <a:defRPr>
                <a:solidFill>
                  <a:schemeClr val="tx1">
                    <a:tint val="75000"/>
                  </a:schemeClr>
                </a:solidFill>
              </a:defRPr>
            </a:lvl2pPr>
            <a:lvl3pPr marL="1054922" indent="0" algn="ctr">
              <a:buNone/>
              <a:defRPr>
                <a:solidFill>
                  <a:schemeClr val="tx1">
                    <a:tint val="75000"/>
                  </a:schemeClr>
                </a:solidFill>
              </a:defRPr>
            </a:lvl3pPr>
            <a:lvl4pPr marL="1582383" indent="0" algn="ctr">
              <a:buNone/>
              <a:defRPr>
                <a:solidFill>
                  <a:schemeClr val="tx1">
                    <a:tint val="75000"/>
                  </a:schemeClr>
                </a:solidFill>
              </a:defRPr>
            </a:lvl4pPr>
            <a:lvl5pPr marL="2109844" indent="0" algn="ctr">
              <a:buNone/>
              <a:defRPr>
                <a:solidFill>
                  <a:schemeClr val="tx1">
                    <a:tint val="75000"/>
                  </a:schemeClr>
                </a:solidFill>
              </a:defRPr>
            </a:lvl5pPr>
            <a:lvl6pPr marL="2637304" indent="0" algn="ctr">
              <a:buNone/>
              <a:defRPr>
                <a:solidFill>
                  <a:schemeClr val="tx1">
                    <a:tint val="75000"/>
                  </a:schemeClr>
                </a:solidFill>
              </a:defRPr>
            </a:lvl6pPr>
            <a:lvl7pPr marL="3164765" indent="0" algn="ctr">
              <a:buNone/>
              <a:defRPr>
                <a:solidFill>
                  <a:schemeClr val="tx1">
                    <a:tint val="75000"/>
                  </a:schemeClr>
                </a:solidFill>
              </a:defRPr>
            </a:lvl7pPr>
            <a:lvl8pPr marL="3692226" indent="0" algn="ctr">
              <a:buNone/>
              <a:defRPr>
                <a:solidFill>
                  <a:schemeClr val="tx1">
                    <a:tint val="75000"/>
                  </a:schemeClr>
                </a:solidFill>
              </a:defRPr>
            </a:lvl8pPr>
            <a:lvl9pPr marL="4219687" indent="0" algn="ctr">
              <a:buNone/>
              <a:defRPr>
                <a:solidFill>
                  <a:schemeClr val="tx1">
                    <a:tint val="75000"/>
                  </a:schemeClr>
                </a:solidFill>
              </a:defRPr>
            </a:lvl9pPr>
          </a:lstStyle>
          <a:p>
            <a:r>
              <a:rPr lang="en-US"/>
              <a:t>Click to edit Master subtitle style</a:t>
            </a:r>
            <a:endParaRPr lang="en-US" dirty="0"/>
          </a:p>
        </p:txBody>
      </p:sp>
      <p:sp>
        <p:nvSpPr>
          <p:cNvPr id="9" name="Title 8"/>
          <p:cNvSpPr>
            <a:spLocks noGrp="1"/>
          </p:cNvSpPr>
          <p:nvPr>
            <p:ph type="title"/>
          </p:nvPr>
        </p:nvSpPr>
        <p:spPr>
          <a:xfrm>
            <a:off x="421054" y="2684495"/>
            <a:ext cx="8296209" cy="498559"/>
          </a:xfrm>
        </p:spPr>
        <p:txBody>
          <a:bodyPr/>
          <a:lstStyle>
            <a:lvl1pPr algn="ctr">
              <a:defRPr sz="324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3256662042"/>
      </p:ext>
    </p:extLst>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3" name="Text Placeholder 4"/>
          <p:cNvSpPr>
            <a:spLocks noGrp="1"/>
          </p:cNvSpPr>
          <p:nvPr>
            <p:ph type="body" sz="quarter" idx="10"/>
          </p:nvPr>
        </p:nvSpPr>
        <p:spPr>
          <a:xfrm>
            <a:off x="396010" y="1152001"/>
            <a:ext cx="11387826" cy="1569254"/>
          </a:xfrm>
        </p:spPr>
        <p:txBody>
          <a:bodyPr/>
          <a:lstStyle>
            <a:lvl1pPr>
              <a:spcBef>
                <a:spcPts val="0"/>
              </a:spcBef>
              <a:spcAft>
                <a:spcPts val="0"/>
              </a:spcAft>
              <a:defRPr sz="2039">
                <a:latin typeface="Arial" pitchFamily="34" charset="0"/>
                <a:cs typeface="Arial" pitchFamily="34" charset="0"/>
              </a:defRPr>
            </a:lvl1pPr>
            <a:lvl2pPr>
              <a:spcBef>
                <a:spcPts val="0"/>
              </a:spcBef>
              <a:spcAft>
                <a:spcPts val="0"/>
              </a:spcAft>
              <a:defRPr sz="2039">
                <a:latin typeface="Arial" pitchFamily="34" charset="0"/>
                <a:cs typeface="Arial" pitchFamily="34" charset="0"/>
              </a:defRPr>
            </a:lvl2pPr>
            <a:lvl3pPr>
              <a:spcBef>
                <a:spcPts val="0"/>
              </a:spcBef>
              <a:spcAft>
                <a:spcPts val="0"/>
              </a:spcAft>
              <a:defRPr sz="2039">
                <a:latin typeface="Arial" pitchFamily="34" charset="0"/>
                <a:cs typeface="Arial" pitchFamily="34" charset="0"/>
              </a:defRPr>
            </a:lvl3pPr>
            <a:lvl4pPr>
              <a:spcBef>
                <a:spcPts val="0"/>
              </a:spcBef>
              <a:spcAft>
                <a:spcPts val="0"/>
              </a:spcAft>
              <a:defRPr sz="2039">
                <a:latin typeface="Arial" pitchFamily="34" charset="0"/>
                <a:cs typeface="Arial" pitchFamily="34" charset="0"/>
              </a:defRPr>
            </a:lvl4pPr>
            <a:lvl5pPr>
              <a:spcBef>
                <a:spcPts val="0"/>
              </a:spcBef>
              <a:spcAft>
                <a:spcPts val="0"/>
              </a:spcAft>
              <a:defRPr sz="2039">
                <a:latin typeface="Arial" pitchFamily="34" charset="0"/>
                <a:cs typeface="Arial" pitchFamily="34" charset="0"/>
              </a:defRPr>
            </a:lvl5pPr>
            <a:lvl6pPr marL="1655642" indent="-329661">
              <a:spcBef>
                <a:spcPts val="0"/>
              </a:spcBef>
              <a:spcAft>
                <a:spcPts val="0"/>
              </a:spcAft>
              <a:buClr>
                <a:schemeClr val="tx2"/>
              </a:buClr>
              <a:buSzPct val="70000"/>
              <a:buFont typeface="Wingdings" pitchFamily="2" charset="2"/>
              <a:buChar char="§"/>
              <a:defRPr sz="2039">
                <a:latin typeface="Arial" pitchFamily="34" charset="0"/>
                <a:cs typeface="Arial" pitchFamily="34" charset="0"/>
              </a:defRPr>
            </a:lvl6pPr>
            <a:lvl7pPr marL="1977979" indent="-315010">
              <a:spcBef>
                <a:spcPts val="0"/>
              </a:spcBef>
              <a:spcAft>
                <a:spcPts val="0"/>
              </a:spcAft>
              <a:buClr>
                <a:srgbClr val="C00000"/>
              </a:buClr>
              <a:buSzPct val="70000"/>
              <a:buFont typeface="Arial" pitchFamily="34" charset="0"/>
              <a:buChar char="–"/>
              <a:defRPr sz="2039" baseline="0">
                <a:latin typeface="Arial" pitchFamily="34" charset="0"/>
                <a:cs typeface="Arial" pitchFamily="34" charset="0"/>
              </a:defRPr>
            </a:lvl7pPr>
            <a:lvl8pPr marL="1846112" indent="-263730">
              <a:spcBef>
                <a:spcPts val="0"/>
              </a:spcBef>
              <a:spcAft>
                <a:spcPts val="0"/>
              </a:spcAft>
              <a:buSzPct val="70000"/>
              <a:defRPr sz="2039" baseline="0">
                <a:latin typeface="Arial" pitchFamily="34" charset="0"/>
                <a:cs typeface="Arial" pitchFamily="34" charset="0"/>
              </a:defRPr>
            </a:lvl8pPr>
            <a:lvl9pPr marL="2104348" indent="-258237">
              <a:spcBef>
                <a:spcPts val="0"/>
              </a:spcBef>
              <a:spcAft>
                <a:spcPts val="0"/>
              </a:spcAft>
              <a:buSzPct val="70000"/>
              <a:buFont typeface="Arial" pitchFamily="34" charset="0"/>
              <a:buChar char="–"/>
              <a:defRPr sz="2039">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p:nvPr>
        </p:nvSpPr>
        <p:spPr>
          <a:xfrm>
            <a:off x="406248" y="111937"/>
            <a:ext cx="11381104" cy="387734"/>
          </a:xfrm>
          <a:prstGeom prst="rect">
            <a:avLst/>
          </a:prstGeom>
          <a:noFill/>
          <a:ln w="9525">
            <a:noFill/>
            <a:miter lim="800000"/>
            <a:headEnd/>
            <a:tailEnd/>
          </a:ln>
        </p:spPr>
        <p:txBody>
          <a:bodyPr/>
          <a:lstStyle/>
          <a:p>
            <a:pPr lvl="0"/>
            <a:r>
              <a:rPr lang="en-US"/>
              <a:t>Click to edit Master title style</a:t>
            </a:r>
            <a:endParaRPr lang="en-US" dirty="0"/>
          </a:p>
        </p:txBody>
      </p:sp>
      <p:sp>
        <p:nvSpPr>
          <p:cNvPr id="4" name="Slide Number Placeholder 6"/>
          <p:cNvSpPr>
            <a:spLocks noGrp="1"/>
          </p:cNvSpPr>
          <p:nvPr>
            <p:ph type="sldNum" sz="quarter" idx="11"/>
          </p:nvPr>
        </p:nvSpPr>
        <p:spPr>
          <a:xfrm>
            <a:off x="3684588" y="6508750"/>
            <a:ext cx="2843212" cy="365125"/>
          </a:xfrm>
          <a:prstGeom prst="rect">
            <a:avLst/>
          </a:prstGeom>
        </p:spPr>
        <p:txBody>
          <a:bodyPr/>
          <a:lstStyle>
            <a:lvl1pPr>
              <a:defRPr/>
            </a:lvl1pPr>
          </a:lstStyle>
          <a:p>
            <a:pPr defTabSz="1054470">
              <a:defRPr/>
            </a:pPr>
            <a:fld id="{97F243B1-CA15-415C-985E-80A041C3223A}" type="slidenum">
              <a:rPr lang="en-GB" sz="2039" smtClean="0">
                <a:solidFill>
                  <a:prstClr val="black">
                    <a:tint val="75000"/>
                  </a:prstClr>
                </a:solidFill>
                <a:latin typeface="Arial"/>
              </a:rPr>
              <a:pPr defTabSz="1054470">
                <a:defRPr/>
              </a:pPr>
              <a:t>‹#›</a:t>
            </a:fld>
            <a:endParaRPr lang="en-GB" sz="2039" dirty="0">
              <a:solidFill>
                <a:prstClr val="black">
                  <a:tint val="75000"/>
                </a:prstClr>
              </a:solidFill>
              <a:latin typeface="Arial"/>
            </a:endParaRPr>
          </a:p>
        </p:txBody>
      </p:sp>
      <p:pic>
        <p:nvPicPr>
          <p:cNvPr id="5" name="Picture 4" descr="Ridge.pd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612" y="1"/>
            <a:ext cx="2663075" cy="726746"/>
          </a:xfrm>
          <a:prstGeom prst="rect">
            <a:avLst/>
          </a:prstGeom>
        </p:spPr>
      </p:pic>
    </p:spTree>
    <p:extLst>
      <p:ext uri="{BB962C8B-B14F-4D97-AF65-F5344CB8AC3E}">
        <p14:creationId xmlns:p14="http://schemas.microsoft.com/office/powerpoint/2010/main" val="4162103374"/>
      </p:ext>
    </p:extLst>
  </p:cSld>
  <p:clrMapOvr>
    <a:masterClrMapping/>
  </p:clrMapOvr>
  <p:hf hdr="0" ftr="0" dt="0"/>
</p:sldLayout>
</file>

<file path=ppt/slideLayouts/slideLayout403.xml><?xml version="1.0" encoding="utf-8"?>
<p:sldLayout xmlns:a="http://schemas.openxmlformats.org/drawingml/2006/main" xmlns:r="http://schemas.openxmlformats.org/officeDocument/2006/relationships" xmlns:p="http://schemas.openxmlformats.org/presentationml/2006/main" showMasterSp="0" preserve="1" userDrawn="1">
  <p:cSld name="Divider Slide">
    <p:spTree>
      <p:nvGrpSpPr>
        <p:cNvPr id="1" name=""/>
        <p:cNvGrpSpPr/>
        <p:nvPr/>
      </p:nvGrpSpPr>
      <p:grpSpPr>
        <a:xfrm>
          <a:off x="0" y="0"/>
          <a:ext cx="0" cy="0"/>
          <a:chOff x="0" y="0"/>
          <a:chExt cx="0" cy="0"/>
        </a:xfrm>
      </p:grpSpPr>
      <p:sp>
        <p:nvSpPr>
          <p:cNvPr id="10" name="Subtitle 2"/>
          <p:cNvSpPr>
            <a:spLocks noGrp="1"/>
          </p:cNvSpPr>
          <p:nvPr>
            <p:ph type="subTitle" idx="1"/>
          </p:nvPr>
        </p:nvSpPr>
        <p:spPr>
          <a:xfrm>
            <a:off x="1945516" y="3352667"/>
            <a:ext cx="8296209" cy="287043"/>
          </a:xfrm>
        </p:spPr>
        <p:txBody>
          <a:bodyPr anchor="b">
            <a:noAutofit/>
          </a:bodyPr>
          <a:lstStyle>
            <a:lvl1pPr marL="0" indent="0" algn="ctr">
              <a:buNone/>
              <a:defRPr sz="1800" baseline="0">
                <a:solidFill>
                  <a:schemeClr val="bg2"/>
                </a:solidFill>
              </a:defRPr>
            </a:lvl1pPr>
            <a:lvl2pPr marL="527461" indent="0" algn="ctr">
              <a:buNone/>
              <a:defRPr>
                <a:solidFill>
                  <a:schemeClr val="tx1">
                    <a:tint val="75000"/>
                  </a:schemeClr>
                </a:solidFill>
              </a:defRPr>
            </a:lvl2pPr>
            <a:lvl3pPr marL="1054922" indent="0" algn="ctr">
              <a:buNone/>
              <a:defRPr>
                <a:solidFill>
                  <a:schemeClr val="tx1">
                    <a:tint val="75000"/>
                  </a:schemeClr>
                </a:solidFill>
              </a:defRPr>
            </a:lvl3pPr>
            <a:lvl4pPr marL="1582383" indent="0" algn="ctr">
              <a:buNone/>
              <a:defRPr>
                <a:solidFill>
                  <a:schemeClr val="tx1">
                    <a:tint val="75000"/>
                  </a:schemeClr>
                </a:solidFill>
              </a:defRPr>
            </a:lvl4pPr>
            <a:lvl5pPr marL="2109844" indent="0" algn="ctr">
              <a:buNone/>
              <a:defRPr>
                <a:solidFill>
                  <a:schemeClr val="tx1">
                    <a:tint val="75000"/>
                  </a:schemeClr>
                </a:solidFill>
              </a:defRPr>
            </a:lvl5pPr>
            <a:lvl6pPr marL="2637304" indent="0" algn="ctr">
              <a:buNone/>
              <a:defRPr>
                <a:solidFill>
                  <a:schemeClr val="tx1">
                    <a:tint val="75000"/>
                  </a:schemeClr>
                </a:solidFill>
              </a:defRPr>
            </a:lvl6pPr>
            <a:lvl7pPr marL="3164765" indent="0" algn="ctr">
              <a:buNone/>
              <a:defRPr>
                <a:solidFill>
                  <a:schemeClr val="tx1">
                    <a:tint val="75000"/>
                  </a:schemeClr>
                </a:solidFill>
              </a:defRPr>
            </a:lvl7pPr>
            <a:lvl8pPr marL="3692226" indent="0" algn="ctr">
              <a:buNone/>
              <a:defRPr>
                <a:solidFill>
                  <a:schemeClr val="tx1">
                    <a:tint val="75000"/>
                  </a:schemeClr>
                </a:solidFill>
              </a:defRPr>
            </a:lvl8pPr>
            <a:lvl9pPr marL="4219687" indent="0" algn="ctr">
              <a:buNone/>
              <a:defRPr>
                <a:solidFill>
                  <a:schemeClr val="tx1">
                    <a:tint val="75000"/>
                  </a:schemeClr>
                </a:solidFill>
              </a:defRPr>
            </a:lvl9pPr>
          </a:lstStyle>
          <a:p>
            <a:r>
              <a:rPr lang="en-US"/>
              <a:t>Click to edit Master subtitle style</a:t>
            </a:r>
            <a:endParaRPr lang="en-US" dirty="0"/>
          </a:p>
        </p:txBody>
      </p:sp>
      <p:sp>
        <p:nvSpPr>
          <p:cNvPr id="11" name="Title 8"/>
          <p:cNvSpPr>
            <a:spLocks noGrp="1"/>
          </p:cNvSpPr>
          <p:nvPr>
            <p:ph type="title"/>
          </p:nvPr>
        </p:nvSpPr>
        <p:spPr>
          <a:xfrm>
            <a:off x="1945516" y="2684498"/>
            <a:ext cx="8296209" cy="517030"/>
          </a:xfrm>
        </p:spPr>
        <p:txBody>
          <a:bodyPr/>
          <a:lstStyle>
            <a:lvl1pPr algn="ctr">
              <a:defRPr sz="3360">
                <a:solidFill>
                  <a:srgbClr val="00B0F0"/>
                </a:solidFill>
              </a:defRPr>
            </a:lvl1pPr>
          </a:lstStyle>
          <a:p>
            <a:r>
              <a:rPr lang="en-US" dirty="0"/>
              <a:t>Click to edit Master title style</a:t>
            </a:r>
          </a:p>
        </p:txBody>
      </p:sp>
    </p:spTree>
    <p:extLst>
      <p:ext uri="{BB962C8B-B14F-4D97-AF65-F5344CB8AC3E}">
        <p14:creationId xmlns:p14="http://schemas.microsoft.com/office/powerpoint/2010/main" val="2597581783"/>
      </p:ext>
    </p:extLst>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3" name="Text Placeholder 4"/>
          <p:cNvSpPr>
            <a:spLocks noGrp="1"/>
          </p:cNvSpPr>
          <p:nvPr>
            <p:ph type="body" sz="quarter" idx="10"/>
          </p:nvPr>
        </p:nvSpPr>
        <p:spPr>
          <a:xfrm>
            <a:off x="403766" y="960661"/>
            <a:ext cx="5558621" cy="5305066"/>
          </a:xfrm>
          <a:ln>
            <a:solidFill>
              <a:schemeClr val="bg2"/>
            </a:solidFill>
          </a:ln>
        </p:spPr>
        <p:txBody>
          <a:bodyPr lIns="87915" tIns="527488" rIns="87915" bIns="87915">
            <a:noAutofit/>
          </a:bodyPr>
          <a:lstStyle>
            <a:lvl1pPr>
              <a:spcBef>
                <a:spcPts val="0"/>
              </a:spcBef>
              <a:spcAft>
                <a:spcPts val="0"/>
              </a:spcAft>
              <a:defRPr sz="2039">
                <a:latin typeface="Arial" pitchFamily="34" charset="0"/>
                <a:cs typeface="Arial" pitchFamily="34" charset="0"/>
              </a:defRPr>
            </a:lvl1pPr>
            <a:lvl2pPr>
              <a:spcBef>
                <a:spcPts val="0"/>
              </a:spcBef>
              <a:spcAft>
                <a:spcPts val="0"/>
              </a:spcAft>
              <a:defRPr sz="2039">
                <a:latin typeface="Arial" pitchFamily="34" charset="0"/>
                <a:cs typeface="Arial" pitchFamily="34" charset="0"/>
              </a:defRPr>
            </a:lvl2pPr>
            <a:lvl3pPr>
              <a:spcBef>
                <a:spcPts val="0"/>
              </a:spcBef>
              <a:spcAft>
                <a:spcPts val="0"/>
              </a:spcAft>
              <a:defRPr sz="2039">
                <a:latin typeface="Arial" pitchFamily="34" charset="0"/>
                <a:cs typeface="Arial" pitchFamily="34" charset="0"/>
              </a:defRPr>
            </a:lvl3pPr>
            <a:lvl4pPr>
              <a:spcBef>
                <a:spcPts val="0"/>
              </a:spcBef>
              <a:spcAft>
                <a:spcPts val="0"/>
              </a:spcAft>
              <a:defRPr sz="2039">
                <a:latin typeface="Arial" pitchFamily="34" charset="0"/>
                <a:cs typeface="Arial" pitchFamily="34" charset="0"/>
              </a:defRPr>
            </a:lvl4pPr>
            <a:lvl5pPr>
              <a:spcBef>
                <a:spcPts val="0"/>
              </a:spcBef>
              <a:spcAft>
                <a:spcPts val="0"/>
              </a:spcAft>
              <a:defRPr sz="2039">
                <a:latin typeface="Arial" pitchFamily="34" charset="0"/>
                <a:cs typeface="Arial" pitchFamily="34" charset="0"/>
              </a:defRPr>
            </a:lvl5pPr>
            <a:lvl6pPr marL="1318652" indent="-269225">
              <a:spcBef>
                <a:spcPts val="0"/>
              </a:spcBef>
              <a:spcAft>
                <a:spcPts val="0"/>
              </a:spcAft>
              <a:buSzPct val="70000"/>
              <a:defRPr sz="2039">
                <a:latin typeface="+mj-lt"/>
              </a:defRPr>
            </a:lvl6pPr>
            <a:lvl7pPr marL="1582383" indent="-263730">
              <a:spcBef>
                <a:spcPts val="0"/>
              </a:spcBef>
              <a:spcAft>
                <a:spcPts val="0"/>
              </a:spcAft>
              <a:buSzPct val="70000"/>
              <a:buFont typeface="Arial" pitchFamily="34" charset="0"/>
              <a:buChar char="–"/>
              <a:defRPr sz="2039" baseline="0">
                <a:latin typeface="+mj-lt"/>
              </a:defRPr>
            </a:lvl7pPr>
            <a:lvl8pPr marL="1846112" indent="-263730">
              <a:spcBef>
                <a:spcPts val="0"/>
              </a:spcBef>
              <a:spcAft>
                <a:spcPts val="0"/>
              </a:spcAft>
              <a:buSzPct val="70000"/>
              <a:defRPr sz="2039" baseline="0">
                <a:latin typeface="+mj-lt"/>
              </a:defRPr>
            </a:lvl8pPr>
            <a:lvl9pPr marL="2104348" indent="-258237">
              <a:spcBef>
                <a:spcPts val="0"/>
              </a:spcBef>
              <a:spcAft>
                <a:spcPts val="0"/>
              </a:spcAft>
              <a:buSzPct val="70000"/>
              <a:buFont typeface="Arial" pitchFamily="34" charset="0"/>
              <a:buChar char="–"/>
              <a:defRPr sz="2039">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4"/>
          <p:cNvSpPr>
            <a:spLocks noGrp="1"/>
          </p:cNvSpPr>
          <p:nvPr>
            <p:ph type="body" sz="quarter" idx="11"/>
          </p:nvPr>
        </p:nvSpPr>
        <p:spPr>
          <a:xfrm>
            <a:off x="6195197" y="960661"/>
            <a:ext cx="5558621" cy="5305066"/>
          </a:xfrm>
          <a:ln>
            <a:solidFill>
              <a:schemeClr val="bg2"/>
            </a:solidFill>
          </a:ln>
        </p:spPr>
        <p:txBody>
          <a:bodyPr lIns="87915" tIns="527488" rIns="87915" bIns="87915">
            <a:noAutofit/>
          </a:bodyPr>
          <a:lstStyle>
            <a:lvl1pPr>
              <a:spcBef>
                <a:spcPts val="0"/>
              </a:spcBef>
              <a:spcAft>
                <a:spcPts val="0"/>
              </a:spcAft>
              <a:defRPr sz="2039">
                <a:latin typeface="Arial" pitchFamily="34" charset="0"/>
                <a:cs typeface="Arial" pitchFamily="34" charset="0"/>
              </a:defRPr>
            </a:lvl1pPr>
            <a:lvl2pPr>
              <a:spcBef>
                <a:spcPts val="0"/>
              </a:spcBef>
              <a:spcAft>
                <a:spcPts val="0"/>
              </a:spcAft>
              <a:defRPr sz="2039">
                <a:latin typeface="Arial" pitchFamily="34" charset="0"/>
                <a:cs typeface="Arial" pitchFamily="34" charset="0"/>
              </a:defRPr>
            </a:lvl2pPr>
            <a:lvl3pPr>
              <a:spcBef>
                <a:spcPts val="0"/>
              </a:spcBef>
              <a:spcAft>
                <a:spcPts val="0"/>
              </a:spcAft>
              <a:defRPr sz="2039">
                <a:latin typeface="Arial" pitchFamily="34" charset="0"/>
                <a:cs typeface="Arial" pitchFamily="34" charset="0"/>
              </a:defRPr>
            </a:lvl3pPr>
            <a:lvl4pPr>
              <a:spcBef>
                <a:spcPts val="0"/>
              </a:spcBef>
              <a:spcAft>
                <a:spcPts val="0"/>
              </a:spcAft>
              <a:defRPr sz="2039">
                <a:latin typeface="Arial" pitchFamily="34" charset="0"/>
                <a:cs typeface="Arial" pitchFamily="34" charset="0"/>
              </a:defRPr>
            </a:lvl4pPr>
            <a:lvl5pPr>
              <a:spcBef>
                <a:spcPts val="0"/>
              </a:spcBef>
              <a:spcAft>
                <a:spcPts val="0"/>
              </a:spcAft>
              <a:defRPr sz="2039">
                <a:latin typeface="Arial" pitchFamily="34" charset="0"/>
                <a:cs typeface="Arial" pitchFamily="34" charset="0"/>
              </a:defRPr>
            </a:lvl5pPr>
            <a:lvl6pPr marL="1318652" indent="-269225">
              <a:spcBef>
                <a:spcPts val="0"/>
              </a:spcBef>
              <a:spcAft>
                <a:spcPts val="0"/>
              </a:spcAft>
              <a:buSzPct val="70000"/>
              <a:defRPr sz="2039">
                <a:latin typeface="+mj-lt"/>
              </a:defRPr>
            </a:lvl6pPr>
            <a:lvl7pPr marL="1582383" indent="-263730">
              <a:spcBef>
                <a:spcPts val="0"/>
              </a:spcBef>
              <a:spcAft>
                <a:spcPts val="0"/>
              </a:spcAft>
              <a:buSzPct val="70000"/>
              <a:buFont typeface="Arial" pitchFamily="34" charset="0"/>
              <a:buChar char="–"/>
              <a:defRPr sz="2039" baseline="0">
                <a:latin typeface="+mj-lt"/>
              </a:defRPr>
            </a:lvl7pPr>
            <a:lvl8pPr marL="1846112" indent="-263730">
              <a:spcBef>
                <a:spcPts val="0"/>
              </a:spcBef>
              <a:spcAft>
                <a:spcPts val="0"/>
              </a:spcAft>
              <a:buSzPct val="70000"/>
              <a:defRPr sz="2039" baseline="0">
                <a:latin typeface="+mj-lt"/>
              </a:defRPr>
            </a:lvl8pPr>
            <a:lvl9pPr marL="2104348" indent="-258237">
              <a:spcBef>
                <a:spcPts val="0"/>
              </a:spcBef>
              <a:spcAft>
                <a:spcPts val="0"/>
              </a:spcAft>
              <a:buSzPct val="70000"/>
              <a:buFont typeface="Arial" pitchFamily="34" charset="0"/>
              <a:buChar char="–"/>
              <a:defRPr sz="2039">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2"/>
          </p:nvPr>
        </p:nvSpPr>
        <p:spPr>
          <a:xfrm>
            <a:off x="403766" y="960660"/>
            <a:ext cx="5558621" cy="491351"/>
          </a:xfrm>
          <a:solidFill>
            <a:schemeClr val="bg2"/>
          </a:solidFill>
          <a:ln>
            <a:noFill/>
          </a:ln>
        </p:spPr>
        <p:txBody>
          <a:bodyPr lIns="87915" tIns="87915" rIns="87915" bIns="87915"/>
          <a:lstStyle>
            <a:lvl1pPr>
              <a:spcBef>
                <a:spcPts val="0"/>
              </a:spcBef>
              <a:spcAft>
                <a:spcPts val="0"/>
              </a:spcAft>
              <a:defRPr sz="2039" b="1">
                <a:solidFill>
                  <a:schemeClr val="bg1"/>
                </a:solidFill>
                <a:latin typeface="Arial" pitchFamily="34" charset="0"/>
                <a:cs typeface="Arial" pitchFamily="34" charset="0"/>
              </a:defRPr>
            </a:lvl1pPr>
            <a:lvl2pPr>
              <a:spcBef>
                <a:spcPts val="0"/>
              </a:spcBef>
              <a:spcAft>
                <a:spcPts val="0"/>
              </a:spcAft>
              <a:defRPr sz="2039">
                <a:latin typeface="+mj-lt"/>
              </a:defRPr>
            </a:lvl2pPr>
            <a:lvl3pPr>
              <a:spcBef>
                <a:spcPts val="0"/>
              </a:spcBef>
              <a:spcAft>
                <a:spcPts val="0"/>
              </a:spcAft>
              <a:defRPr sz="2039">
                <a:latin typeface="+mj-lt"/>
              </a:defRPr>
            </a:lvl3pPr>
            <a:lvl4pPr>
              <a:spcBef>
                <a:spcPts val="0"/>
              </a:spcBef>
              <a:spcAft>
                <a:spcPts val="0"/>
              </a:spcAft>
              <a:defRPr sz="2039">
                <a:latin typeface="+mj-lt"/>
              </a:defRPr>
            </a:lvl4pPr>
            <a:lvl5pPr>
              <a:spcBef>
                <a:spcPts val="0"/>
              </a:spcBef>
              <a:spcAft>
                <a:spcPts val="0"/>
              </a:spcAft>
              <a:defRPr sz="2039">
                <a:latin typeface="+mj-lt"/>
              </a:defRPr>
            </a:lvl5pPr>
            <a:lvl6pPr marL="1318652" indent="-269225">
              <a:spcBef>
                <a:spcPts val="0"/>
              </a:spcBef>
              <a:spcAft>
                <a:spcPts val="0"/>
              </a:spcAft>
              <a:buSzPct val="70000"/>
              <a:defRPr sz="2039">
                <a:latin typeface="+mj-lt"/>
              </a:defRPr>
            </a:lvl6pPr>
            <a:lvl7pPr marL="1582383" indent="-263730">
              <a:spcBef>
                <a:spcPts val="0"/>
              </a:spcBef>
              <a:spcAft>
                <a:spcPts val="0"/>
              </a:spcAft>
              <a:buSzPct val="70000"/>
              <a:buFont typeface="Arial" pitchFamily="34" charset="0"/>
              <a:buChar char="–"/>
              <a:defRPr sz="2039" baseline="0">
                <a:latin typeface="+mj-lt"/>
              </a:defRPr>
            </a:lvl7pPr>
            <a:lvl8pPr marL="1846112" indent="-263730">
              <a:spcBef>
                <a:spcPts val="0"/>
              </a:spcBef>
              <a:spcAft>
                <a:spcPts val="0"/>
              </a:spcAft>
              <a:buSzPct val="70000"/>
              <a:defRPr sz="2039" baseline="0">
                <a:latin typeface="+mj-lt"/>
              </a:defRPr>
            </a:lvl8pPr>
            <a:lvl9pPr marL="2104348" indent="-258237">
              <a:spcBef>
                <a:spcPts val="0"/>
              </a:spcBef>
              <a:spcAft>
                <a:spcPts val="0"/>
              </a:spcAft>
              <a:buSzPct val="70000"/>
              <a:buFont typeface="Arial" pitchFamily="34" charset="0"/>
              <a:buChar char="–"/>
              <a:defRPr sz="2039">
                <a:latin typeface="+mj-lt"/>
              </a:defRPr>
            </a:lvl9pPr>
          </a:lstStyle>
          <a:p>
            <a:pPr lvl="0"/>
            <a:r>
              <a:rPr lang="en-US"/>
              <a:t>Click to edit Master text styles</a:t>
            </a:r>
          </a:p>
        </p:txBody>
      </p:sp>
      <p:sp>
        <p:nvSpPr>
          <p:cNvPr id="6" name="Text Placeholder 4"/>
          <p:cNvSpPr>
            <a:spLocks noGrp="1"/>
          </p:cNvSpPr>
          <p:nvPr>
            <p:ph type="body" sz="quarter" idx="13"/>
          </p:nvPr>
        </p:nvSpPr>
        <p:spPr>
          <a:xfrm>
            <a:off x="6195197" y="960660"/>
            <a:ext cx="5558621" cy="491351"/>
          </a:xfrm>
          <a:solidFill>
            <a:schemeClr val="bg2"/>
          </a:solidFill>
          <a:ln>
            <a:noFill/>
          </a:ln>
        </p:spPr>
        <p:txBody>
          <a:bodyPr lIns="87915" tIns="87915" rIns="87915" bIns="87915"/>
          <a:lstStyle>
            <a:lvl1pPr>
              <a:spcBef>
                <a:spcPts val="0"/>
              </a:spcBef>
              <a:spcAft>
                <a:spcPts val="0"/>
              </a:spcAft>
              <a:defRPr sz="2039" b="1">
                <a:solidFill>
                  <a:schemeClr val="bg1"/>
                </a:solidFill>
                <a:latin typeface="Arial" pitchFamily="34" charset="0"/>
                <a:cs typeface="Arial" pitchFamily="34" charset="0"/>
              </a:defRPr>
            </a:lvl1pPr>
            <a:lvl2pPr>
              <a:spcBef>
                <a:spcPts val="0"/>
              </a:spcBef>
              <a:spcAft>
                <a:spcPts val="0"/>
              </a:spcAft>
              <a:defRPr sz="2039">
                <a:latin typeface="+mj-lt"/>
              </a:defRPr>
            </a:lvl2pPr>
            <a:lvl3pPr>
              <a:spcBef>
                <a:spcPts val="0"/>
              </a:spcBef>
              <a:spcAft>
                <a:spcPts val="0"/>
              </a:spcAft>
              <a:defRPr sz="2039">
                <a:latin typeface="+mj-lt"/>
              </a:defRPr>
            </a:lvl3pPr>
            <a:lvl4pPr>
              <a:spcBef>
                <a:spcPts val="0"/>
              </a:spcBef>
              <a:spcAft>
                <a:spcPts val="0"/>
              </a:spcAft>
              <a:defRPr sz="2039">
                <a:latin typeface="+mj-lt"/>
              </a:defRPr>
            </a:lvl4pPr>
            <a:lvl5pPr>
              <a:spcBef>
                <a:spcPts val="0"/>
              </a:spcBef>
              <a:spcAft>
                <a:spcPts val="0"/>
              </a:spcAft>
              <a:defRPr sz="2039">
                <a:latin typeface="+mj-lt"/>
              </a:defRPr>
            </a:lvl5pPr>
            <a:lvl6pPr marL="1318652" indent="-269225">
              <a:spcBef>
                <a:spcPts val="0"/>
              </a:spcBef>
              <a:spcAft>
                <a:spcPts val="0"/>
              </a:spcAft>
              <a:buSzPct val="70000"/>
              <a:defRPr sz="2039">
                <a:latin typeface="+mj-lt"/>
              </a:defRPr>
            </a:lvl6pPr>
            <a:lvl7pPr marL="1582383" indent="-263730">
              <a:spcBef>
                <a:spcPts val="0"/>
              </a:spcBef>
              <a:spcAft>
                <a:spcPts val="0"/>
              </a:spcAft>
              <a:buSzPct val="70000"/>
              <a:buFont typeface="Arial" pitchFamily="34" charset="0"/>
              <a:buChar char="–"/>
              <a:defRPr sz="2039" baseline="0">
                <a:latin typeface="+mj-lt"/>
              </a:defRPr>
            </a:lvl7pPr>
            <a:lvl8pPr marL="1846112" indent="-263730">
              <a:spcBef>
                <a:spcPts val="0"/>
              </a:spcBef>
              <a:spcAft>
                <a:spcPts val="0"/>
              </a:spcAft>
              <a:buSzPct val="70000"/>
              <a:defRPr sz="2039" baseline="0">
                <a:latin typeface="+mj-lt"/>
              </a:defRPr>
            </a:lvl8pPr>
            <a:lvl9pPr marL="2104348" indent="-258237">
              <a:spcBef>
                <a:spcPts val="0"/>
              </a:spcBef>
              <a:spcAft>
                <a:spcPts val="0"/>
              </a:spcAft>
              <a:buSzPct val="70000"/>
              <a:buFont typeface="Arial" pitchFamily="34" charset="0"/>
              <a:buChar char="–"/>
              <a:defRPr sz="2039">
                <a:latin typeface="+mj-lt"/>
              </a:defRPr>
            </a:lvl9pPr>
          </a:lstStyle>
          <a:p>
            <a:pPr lvl="0"/>
            <a:r>
              <a:rPr lang="en-US"/>
              <a:t>Click to edit Master text styles</a:t>
            </a:r>
          </a:p>
        </p:txBody>
      </p:sp>
      <p:sp>
        <p:nvSpPr>
          <p:cNvPr id="7" name="Title Placeholder 1"/>
          <p:cNvSpPr>
            <a:spLocks noGrp="1"/>
          </p:cNvSpPr>
          <p:nvPr>
            <p:ph type="title"/>
          </p:nvPr>
        </p:nvSpPr>
        <p:spPr>
          <a:xfrm>
            <a:off x="406248" y="111937"/>
            <a:ext cx="11381104" cy="387734"/>
          </a:xfrm>
          <a:prstGeom prst="rect">
            <a:avLst/>
          </a:prstGeom>
          <a:noFill/>
          <a:ln w="9525">
            <a:noFill/>
            <a:miter lim="800000"/>
            <a:headEnd/>
            <a:tailEnd/>
          </a:ln>
        </p:spPr>
        <p:txBody>
          <a:bodyPr/>
          <a:lstStyle/>
          <a:p>
            <a:pPr lvl="0"/>
            <a:r>
              <a:rPr lang="en-US"/>
              <a:t>Click to edit Master title style</a:t>
            </a:r>
            <a:endParaRPr lang="en-US" dirty="0"/>
          </a:p>
        </p:txBody>
      </p:sp>
      <p:sp>
        <p:nvSpPr>
          <p:cNvPr id="8" name="Slide Number Placeholder 6"/>
          <p:cNvSpPr>
            <a:spLocks noGrp="1"/>
          </p:cNvSpPr>
          <p:nvPr>
            <p:ph type="sldNum" sz="quarter" idx="14"/>
          </p:nvPr>
        </p:nvSpPr>
        <p:spPr>
          <a:xfrm>
            <a:off x="3684588" y="6508750"/>
            <a:ext cx="2843212" cy="365125"/>
          </a:xfrm>
          <a:prstGeom prst="rect">
            <a:avLst/>
          </a:prstGeom>
        </p:spPr>
        <p:txBody>
          <a:bodyPr/>
          <a:lstStyle>
            <a:lvl1pPr>
              <a:defRPr/>
            </a:lvl1pPr>
          </a:lstStyle>
          <a:p>
            <a:pPr defTabSz="1054470">
              <a:defRPr/>
            </a:pPr>
            <a:fld id="{FF5BBFE6-24E3-4E2C-AB7C-2074B467D7ED}" type="slidenum">
              <a:rPr lang="en-GB" sz="2039" smtClean="0">
                <a:solidFill>
                  <a:prstClr val="black">
                    <a:tint val="75000"/>
                  </a:prstClr>
                </a:solidFill>
                <a:latin typeface="Arial"/>
              </a:rPr>
              <a:pPr defTabSz="1054470">
                <a:defRPr/>
              </a:pPr>
              <a:t>‹#›</a:t>
            </a:fld>
            <a:endParaRPr lang="en-GB" sz="2039" dirty="0">
              <a:solidFill>
                <a:prstClr val="black">
                  <a:tint val="75000"/>
                </a:prstClr>
              </a:solidFill>
              <a:latin typeface="Arial"/>
            </a:endParaRPr>
          </a:p>
        </p:txBody>
      </p:sp>
    </p:spTree>
    <p:extLst>
      <p:ext uri="{BB962C8B-B14F-4D97-AF65-F5344CB8AC3E}">
        <p14:creationId xmlns:p14="http://schemas.microsoft.com/office/powerpoint/2010/main" val="3760489002"/>
      </p:ext>
    </p:extLst>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0" name="Title Placeholder 1"/>
          <p:cNvSpPr txBox="1">
            <a:spLocks/>
          </p:cNvSpPr>
          <p:nvPr/>
        </p:nvSpPr>
        <p:spPr bwMode="auto">
          <a:xfrm>
            <a:off x="406400" y="112713"/>
            <a:ext cx="11380788" cy="387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300">
                <a:solidFill>
                  <a:schemeClr val="tx1"/>
                </a:solidFill>
                <a:latin typeface="Arial" pitchFamily="34" charset="0"/>
              </a:defRPr>
            </a:lvl1pPr>
            <a:lvl2pPr marL="742950" indent="-285750">
              <a:defRPr sz="23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300">
                <a:solidFill>
                  <a:schemeClr val="tx1"/>
                </a:solidFill>
                <a:latin typeface="Arial" pitchFamily="34" charset="0"/>
              </a:defRPr>
            </a:lvl4pPr>
            <a:lvl5pPr marL="2057400" indent="-228600">
              <a:defRPr sz="2300">
                <a:solidFill>
                  <a:schemeClr val="tx1"/>
                </a:solidFill>
                <a:latin typeface="Arial" pitchFamily="34" charset="0"/>
              </a:defRPr>
            </a:lvl5pPr>
            <a:lvl6pPr marL="2514600" indent="-228600" defTabSz="1171575" fontAlgn="base">
              <a:spcBef>
                <a:spcPct val="0"/>
              </a:spcBef>
              <a:spcAft>
                <a:spcPct val="0"/>
              </a:spcAft>
              <a:defRPr sz="2300">
                <a:solidFill>
                  <a:schemeClr val="tx1"/>
                </a:solidFill>
                <a:latin typeface="Arial" pitchFamily="34" charset="0"/>
              </a:defRPr>
            </a:lvl6pPr>
            <a:lvl7pPr marL="2971800" indent="-228600" defTabSz="1171575" fontAlgn="base">
              <a:spcBef>
                <a:spcPct val="0"/>
              </a:spcBef>
              <a:spcAft>
                <a:spcPct val="0"/>
              </a:spcAft>
              <a:defRPr sz="2300">
                <a:solidFill>
                  <a:schemeClr val="tx1"/>
                </a:solidFill>
                <a:latin typeface="Arial" pitchFamily="34" charset="0"/>
              </a:defRPr>
            </a:lvl7pPr>
            <a:lvl8pPr marL="3429000" indent="-228600" defTabSz="1171575" fontAlgn="base">
              <a:spcBef>
                <a:spcPct val="0"/>
              </a:spcBef>
              <a:spcAft>
                <a:spcPct val="0"/>
              </a:spcAft>
              <a:defRPr sz="2300">
                <a:solidFill>
                  <a:schemeClr val="tx1"/>
                </a:solidFill>
                <a:latin typeface="Arial" pitchFamily="34" charset="0"/>
              </a:defRPr>
            </a:lvl8pPr>
            <a:lvl9pPr marL="3886200" indent="-228600" defTabSz="1171575" fontAlgn="base">
              <a:spcBef>
                <a:spcPct val="0"/>
              </a:spcBef>
              <a:spcAft>
                <a:spcPct val="0"/>
              </a:spcAft>
              <a:defRPr sz="2300">
                <a:solidFill>
                  <a:schemeClr val="tx1"/>
                </a:solidFill>
                <a:latin typeface="Arial" pitchFamily="34" charset="0"/>
              </a:defRPr>
            </a:lvl9pPr>
          </a:lstStyle>
          <a:p>
            <a:pPr defTabSz="1054470"/>
            <a:r>
              <a:rPr lang="en-US" sz="2519" b="1" dirty="0">
                <a:solidFill>
                  <a:srgbClr val="DC4128"/>
                </a:solidFill>
              </a:rPr>
              <a:t>Click to edit Master title style</a:t>
            </a:r>
          </a:p>
        </p:txBody>
      </p:sp>
      <p:sp>
        <p:nvSpPr>
          <p:cNvPr id="11" name="Text Placeholder 4"/>
          <p:cNvSpPr>
            <a:spLocks noGrp="1"/>
          </p:cNvSpPr>
          <p:nvPr>
            <p:ph type="body" sz="quarter" idx="10"/>
          </p:nvPr>
        </p:nvSpPr>
        <p:spPr>
          <a:xfrm>
            <a:off x="403766" y="961648"/>
            <a:ext cx="5558621" cy="2562012"/>
          </a:xfrm>
          <a:ln>
            <a:solidFill>
              <a:schemeClr val="bg2"/>
            </a:solidFill>
          </a:ln>
        </p:spPr>
        <p:txBody>
          <a:bodyPr lIns="87915" tIns="527488" rIns="87915" bIns="87915">
            <a:noAutofit/>
          </a:bodyPr>
          <a:lstStyle>
            <a:lvl1pPr>
              <a:spcBef>
                <a:spcPts val="0"/>
              </a:spcBef>
              <a:spcAft>
                <a:spcPts val="0"/>
              </a:spcAft>
              <a:defRPr sz="2039">
                <a:latin typeface="Arial" pitchFamily="34" charset="0"/>
                <a:cs typeface="Arial" pitchFamily="34" charset="0"/>
              </a:defRPr>
            </a:lvl1pPr>
            <a:lvl2pPr>
              <a:spcBef>
                <a:spcPts val="0"/>
              </a:spcBef>
              <a:spcAft>
                <a:spcPts val="0"/>
              </a:spcAft>
              <a:defRPr sz="2039">
                <a:latin typeface="Arial" pitchFamily="34" charset="0"/>
                <a:cs typeface="Arial" pitchFamily="34" charset="0"/>
              </a:defRPr>
            </a:lvl2pPr>
            <a:lvl3pPr>
              <a:spcBef>
                <a:spcPts val="0"/>
              </a:spcBef>
              <a:spcAft>
                <a:spcPts val="0"/>
              </a:spcAft>
              <a:defRPr sz="2039">
                <a:latin typeface="Arial" pitchFamily="34" charset="0"/>
                <a:cs typeface="Arial" pitchFamily="34" charset="0"/>
              </a:defRPr>
            </a:lvl3pPr>
            <a:lvl4pPr>
              <a:spcBef>
                <a:spcPts val="0"/>
              </a:spcBef>
              <a:spcAft>
                <a:spcPts val="0"/>
              </a:spcAft>
              <a:defRPr sz="2039">
                <a:latin typeface="Arial" pitchFamily="34" charset="0"/>
                <a:cs typeface="Arial" pitchFamily="34" charset="0"/>
              </a:defRPr>
            </a:lvl4pPr>
            <a:lvl5pPr>
              <a:spcBef>
                <a:spcPts val="0"/>
              </a:spcBef>
              <a:spcAft>
                <a:spcPts val="0"/>
              </a:spcAft>
              <a:defRPr sz="2039">
                <a:latin typeface="Arial" pitchFamily="34" charset="0"/>
                <a:cs typeface="Arial" pitchFamily="34" charset="0"/>
              </a:defRPr>
            </a:lvl5pPr>
            <a:lvl6pPr marL="1318652" indent="-269225">
              <a:spcBef>
                <a:spcPts val="0"/>
              </a:spcBef>
              <a:spcAft>
                <a:spcPts val="0"/>
              </a:spcAft>
              <a:buSzPct val="70000"/>
              <a:defRPr sz="2039">
                <a:latin typeface="+mj-lt"/>
              </a:defRPr>
            </a:lvl6pPr>
            <a:lvl7pPr marL="1582383" indent="-263730">
              <a:spcBef>
                <a:spcPts val="0"/>
              </a:spcBef>
              <a:spcAft>
                <a:spcPts val="0"/>
              </a:spcAft>
              <a:buSzPct val="70000"/>
              <a:buFont typeface="Arial" pitchFamily="34" charset="0"/>
              <a:buChar char="–"/>
              <a:defRPr sz="2039" baseline="0">
                <a:latin typeface="+mj-lt"/>
              </a:defRPr>
            </a:lvl7pPr>
            <a:lvl8pPr marL="1846112" indent="-263730">
              <a:spcBef>
                <a:spcPts val="0"/>
              </a:spcBef>
              <a:spcAft>
                <a:spcPts val="0"/>
              </a:spcAft>
              <a:buSzPct val="70000"/>
              <a:defRPr sz="2039" baseline="0">
                <a:latin typeface="+mj-lt"/>
              </a:defRPr>
            </a:lvl8pPr>
            <a:lvl9pPr marL="2104348" indent="-258237">
              <a:spcBef>
                <a:spcPts val="0"/>
              </a:spcBef>
              <a:spcAft>
                <a:spcPts val="0"/>
              </a:spcAft>
              <a:buSzPct val="70000"/>
              <a:buFont typeface="Arial" pitchFamily="34" charset="0"/>
              <a:buChar char="–"/>
              <a:defRPr sz="2039">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4"/>
          <p:cNvSpPr>
            <a:spLocks noGrp="1"/>
          </p:cNvSpPr>
          <p:nvPr>
            <p:ph type="body" sz="quarter" idx="11"/>
          </p:nvPr>
        </p:nvSpPr>
        <p:spPr>
          <a:xfrm>
            <a:off x="6195197" y="961648"/>
            <a:ext cx="5558621" cy="2562012"/>
          </a:xfrm>
          <a:ln>
            <a:solidFill>
              <a:schemeClr val="bg2"/>
            </a:solidFill>
          </a:ln>
        </p:spPr>
        <p:txBody>
          <a:bodyPr lIns="87915" tIns="527488" rIns="87915" bIns="87915">
            <a:noAutofit/>
          </a:bodyPr>
          <a:lstStyle>
            <a:lvl1pPr>
              <a:spcBef>
                <a:spcPts val="0"/>
              </a:spcBef>
              <a:spcAft>
                <a:spcPts val="0"/>
              </a:spcAft>
              <a:defRPr sz="2039">
                <a:latin typeface="Arial" pitchFamily="34" charset="0"/>
                <a:cs typeface="Arial" pitchFamily="34" charset="0"/>
              </a:defRPr>
            </a:lvl1pPr>
            <a:lvl2pPr>
              <a:spcBef>
                <a:spcPts val="0"/>
              </a:spcBef>
              <a:spcAft>
                <a:spcPts val="0"/>
              </a:spcAft>
              <a:defRPr sz="2039">
                <a:latin typeface="Arial" pitchFamily="34" charset="0"/>
                <a:cs typeface="Arial" pitchFamily="34" charset="0"/>
              </a:defRPr>
            </a:lvl2pPr>
            <a:lvl3pPr>
              <a:spcBef>
                <a:spcPts val="0"/>
              </a:spcBef>
              <a:spcAft>
                <a:spcPts val="0"/>
              </a:spcAft>
              <a:defRPr sz="2039">
                <a:latin typeface="Arial" pitchFamily="34" charset="0"/>
                <a:cs typeface="Arial" pitchFamily="34" charset="0"/>
              </a:defRPr>
            </a:lvl3pPr>
            <a:lvl4pPr>
              <a:spcBef>
                <a:spcPts val="0"/>
              </a:spcBef>
              <a:spcAft>
                <a:spcPts val="0"/>
              </a:spcAft>
              <a:defRPr sz="2039">
                <a:latin typeface="Arial" pitchFamily="34" charset="0"/>
                <a:cs typeface="Arial" pitchFamily="34" charset="0"/>
              </a:defRPr>
            </a:lvl4pPr>
            <a:lvl5pPr>
              <a:spcBef>
                <a:spcPts val="0"/>
              </a:spcBef>
              <a:spcAft>
                <a:spcPts val="0"/>
              </a:spcAft>
              <a:defRPr sz="2039">
                <a:latin typeface="Arial" pitchFamily="34" charset="0"/>
                <a:cs typeface="Arial" pitchFamily="34" charset="0"/>
              </a:defRPr>
            </a:lvl5pPr>
            <a:lvl6pPr marL="1318652" indent="-269225">
              <a:spcBef>
                <a:spcPts val="0"/>
              </a:spcBef>
              <a:spcAft>
                <a:spcPts val="0"/>
              </a:spcAft>
              <a:buSzPct val="70000"/>
              <a:defRPr sz="2039">
                <a:latin typeface="+mj-lt"/>
              </a:defRPr>
            </a:lvl6pPr>
            <a:lvl7pPr marL="1582383" indent="-263730">
              <a:spcBef>
                <a:spcPts val="0"/>
              </a:spcBef>
              <a:spcAft>
                <a:spcPts val="0"/>
              </a:spcAft>
              <a:buSzPct val="70000"/>
              <a:buFont typeface="Arial" pitchFamily="34" charset="0"/>
              <a:buChar char="–"/>
              <a:defRPr sz="2039" baseline="0">
                <a:latin typeface="+mj-lt"/>
              </a:defRPr>
            </a:lvl7pPr>
            <a:lvl8pPr marL="1846112" indent="-263730">
              <a:spcBef>
                <a:spcPts val="0"/>
              </a:spcBef>
              <a:spcAft>
                <a:spcPts val="0"/>
              </a:spcAft>
              <a:buSzPct val="70000"/>
              <a:defRPr sz="2039" baseline="0">
                <a:latin typeface="+mj-lt"/>
              </a:defRPr>
            </a:lvl8pPr>
            <a:lvl9pPr marL="2104348" indent="-258237">
              <a:spcBef>
                <a:spcPts val="0"/>
              </a:spcBef>
              <a:spcAft>
                <a:spcPts val="0"/>
              </a:spcAft>
              <a:buSzPct val="70000"/>
              <a:buFont typeface="Arial" pitchFamily="34" charset="0"/>
              <a:buChar char="–"/>
              <a:defRPr sz="2039">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4"/>
          <p:cNvSpPr>
            <a:spLocks noGrp="1"/>
          </p:cNvSpPr>
          <p:nvPr>
            <p:ph type="body" sz="quarter" idx="12"/>
          </p:nvPr>
        </p:nvSpPr>
        <p:spPr>
          <a:xfrm>
            <a:off x="403766" y="961640"/>
            <a:ext cx="5558621" cy="491351"/>
          </a:xfrm>
          <a:solidFill>
            <a:schemeClr val="bg2"/>
          </a:solidFill>
          <a:ln>
            <a:noFill/>
          </a:ln>
        </p:spPr>
        <p:txBody>
          <a:bodyPr lIns="87915" tIns="87915" rIns="87915" bIns="87915"/>
          <a:lstStyle>
            <a:lvl1pPr>
              <a:spcBef>
                <a:spcPts val="0"/>
              </a:spcBef>
              <a:spcAft>
                <a:spcPts val="0"/>
              </a:spcAft>
              <a:defRPr sz="2039" b="1">
                <a:solidFill>
                  <a:schemeClr val="bg1"/>
                </a:solidFill>
                <a:latin typeface="Arial" pitchFamily="34" charset="0"/>
                <a:cs typeface="Arial" pitchFamily="34" charset="0"/>
              </a:defRPr>
            </a:lvl1pPr>
            <a:lvl2pPr>
              <a:spcBef>
                <a:spcPts val="0"/>
              </a:spcBef>
              <a:spcAft>
                <a:spcPts val="0"/>
              </a:spcAft>
              <a:defRPr sz="2039">
                <a:latin typeface="+mj-lt"/>
              </a:defRPr>
            </a:lvl2pPr>
            <a:lvl3pPr>
              <a:spcBef>
                <a:spcPts val="0"/>
              </a:spcBef>
              <a:spcAft>
                <a:spcPts val="0"/>
              </a:spcAft>
              <a:defRPr sz="2039">
                <a:latin typeface="+mj-lt"/>
              </a:defRPr>
            </a:lvl3pPr>
            <a:lvl4pPr>
              <a:spcBef>
                <a:spcPts val="0"/>
              </a:spcBef>
              <a:spcAft>
                <a:spcPts val="0"/>
              </a:spcAft>
              <a:defRPr sz="2039">
                <a:latin typeface="+mj-lt"/>
              </a:defRPr>
            </a:lvl4pPr>
            <a:lvl5pPr>
              <a:spcBef>
                <a:spcPts val="0"/>
              </a:spcBef>
              <a:spcAft>
                <a:spcPts val="0"/>
              </a:spcAft>
              <a:defRPr sz="2039">
                <a:latin typeface="+mj-lt"/>
              </a:defRPr>
            </a:lvl5pPr>
            <a:lvl6pPr marL="1318652" indent="-269225">
              <a:spcBef>
                <a:spcPts val="0"/>
              </a:spcBef>
              <a:spcAft>
                <a:spcPts val="0"/>
              </a:spcAft>
              <a:buSzPct val="70000"/>
              <a:defRPr sz="2039">
                <a:latin typeface="+mj-lt"/>
              </a:defRPr>
            </a:lvl6pPr>
            <a:lvl7pPr marL="1582383" indent="-263730">
              <a:spcBef>
                <a:spcPts val="0"/>
              </a:spcBef>
              <a:spcAft>
                <a:spcPts val="0"/>
              </a:spcAft>
              <a:buSzPct val="70000"/>
              <a:buFont typeface="Arial" pitchFamily="34" charset="0"/>
              <a:buChar char="–"/>
              <a:defRPr sz="2039" baseline="0">
                <a:latin typeface="+mj-lt"/>
              </a:defRPr>
            </a:lvl7pPr>
            <a:lvl8pPr marL="1846112" indent="-263730">
              <a:spcBef>
                <a:spcPts val="0"/>
              </a:spcBef>
              <a:spcAft>
                <a:spcPts val="0"/>
              </a:spcAft>
              <a:buSzPct val="70000"/>
              <a:defRPr sz="2039" baseline="0">
                <a:latin typeface="+mj-lt"/>
              </a:defRPr>
            </a:lvl8pPr>
            <a:lvl9pPr marL="2104348" indent="-258237">
              <a:spcBef>
                <a:spcPts val="0"/>
              </a:spcBef>
              <a:spcAft>
                <a:spcPts val="0"/>
              </a:spcAft>
              <a:buSzPct val="70000"/>
              <a:buFont typeface="Arial" pitchFamily="34" charset="0"/>
              <a:buChar char="–"/>
              <a:defRPr sz="2039">
                <a:latin typeface="+mj-lt"/>
              </a:defRPr>
            </a:lvl9pPr>
          </a:lstStyle>
          <a:p>
            <a:pPr lvl="0"/>
            <a:r>
              <a:rPr lang="en-US"/>
              <a:t>Click to edit Master text styles</a:t>
            </a:r>
          </a:p>
        </p:txBody>
      </p:sp>
      <p:sp>
        <p:nvSpPr>
          <p:cNvPr id="14" name="Text Placeholder 4"/>
          <p:cNvSpPr>
            <a:spLocks noGrp="1"/>
          </p:cNvSpPr>
          <p:nvPr>
            <p:ph type="body" sz="quarter" idx="13"/>
          </p:nvPr>
        </p:nvSpPr>
        <p:spPr>
          <a:xfrm>
            <a:off x="6195197" y="961640"/>
            <a:ext cx="5558621" cy="491351"/>
          </a:xfrm>
          <a:solidFill>
            <a:schemeClr val="bg2"/>
          </a:solidFill>
          <a:ln>
            <a:noFill/>
          </a:ln>
        </p:spPr>
        <p:txBody>
          <a:bodyPr lIns="87915" tIns="87915" rIns="87915" bIns="87915"/>
          <a:lstStyle>
            <a:lvl1pPr>
              <a:spcBef>
                <a:spcPts val="0"/>
              </a:spcBef>
              <a:spcAft>
                <a:spcPts val="0"/>
              </a:spcAft>
              <a:defRPr sz="2039" b="1">
                <a:solidFill>
                  <a:schemeClr val="bg1"/>
                </a:solidFill>
                <a:latin typeface="Arial" pitchFamily="34" charset="0"/>
                <a:cs typeface="Arial" pitchFamily="34" charset="0"/>
              </a:defRPr>
            </a:lvl1pPr>
            <a:lvl2pPr>
              <a:spcBef>
                <a:spcPts val="0"/>
              </a:spcBef>
              <a:spcAft>
                <a:spcPts val="0"/>
              </a:spcAft>
              <a:defRPr sz="2039">
                <a:latin typeface="+mj-lt"/>
              </a:defRPr>
            </a:lvl2pPr>
            <a:lvl3pPr>
              <a:spcBef>
                <a:spcPts val="0"/>
              </a:spcBef>
              <a:spcAft>
                <a:spcPts val="0"/>
              </a:spcAft>
              <a:defRPr sz="2039">
                <a:latin typeface="+mj-lt"/>
              </a:defRPr>
            </a:lvl3pPr>
            <a:lvl4pPr>
              <a:spcBef>
                <a:spcPts val="0"/>
              </a:spcBef>
              <a:spcAft>
                <a:spcPts val="0"/>
              </a:spcAft>
              <a:defRPr sz="2039">
                <a:latin typeface="+mj-lt"/>
              </a:defRPr>
            </a:lvl4pPr>
            <a:lvl5pPr>
              <a:spcBef>
                <a:spcPts val="0"/>
              </a:spcBef>
              <a:spcAft>
                <a:spcPts val="0"/>
              </a:spcAft>
              <a:defRPr sz="2039">
                <a:latin typeface="+mj-lt"/>
              </a:defRPr>
            </a:lvl5pPr>
            <a:lvl6pPr marL="1318652" indent="-269225">
              <a:spcBef>
                <a:spcPts val="0"/>
              </a:spcBef>
              <a:spcAft>
                <a:spcPts val="0"/>
              </a:spcAft>
              <a:buSzPct val="70000"/>
              <a:defRPr sz="2039">
                <a:latin typeface="+mj-lt"/>
              </a:defRPr>
            </a:lvl6pPr>
            <a:lvl7pPr marL="1582383" indent="-263730">
              <a:spcBef>
                <a:spcPts val="0"/>
              </a:spcBef>
              <a:spcAft>
                <a:spcPts val="0"/>
              </a:spcAft>
              <a:buSzPct val="70000"/>
              <a:buFont typeface="Arial" pitchFamily="34" charset="0"/>
              <a:buChar char="–"/>
              <a:defRPr sz="2039" baseline="0">
                <a:latin typeface="+mj-lt"/>
              </a:defRPr>
            </a:lvl7pPr>
            <a:lvl8pPr marL="1846112" indent="-263730">
              <a:spcBef>
                <a:spcPts val="0"/>
              </a:spcBef>
              <a:spcAft>
                <a:spcPts val="0"/>
              </a:spcAft>
              <a:buSzPct val="70000"/>
              <a:defRPr sz="2039" baseline="0">
                <a:latin typeface="+mj-lt"/>
              </a:defRPr>
            </a:lvl8pPr>
            <a:lvl9pPr marL="2104348" indent="-258237">
              <a:spcBef>
                <a:spcPts val="0"/>
              </a:spcBef>
              <a:spcAft>
                <a:spcPts val="0"/>
              </a:spcAft>
              <a:buSzPct val="70000"/>
              <a:buFont typeface="Arial" pitchFamily="34" charset="0"/>
              <a:buChar char="–"/>
              <a:defRPr sz="2039">
                <a:latin typeface="+mj-lt"/>
              </a:defRPr>
            </a:lvl9pPr>
          </a:lstStyle>
          <a:p>
            <a:pPr lvl="0"/>
            <a:r>
              <a:rPr lang="en-US"/>
              <a:t>Click to edit Master text styles</a:t>
            </a:r>
          </a:p>
        </p:txBody>
      </p:sp>
      <p:sp>
        <p:nvSpPr>
          <p:cNvPr id="15" name="Text Placeholder 4"/>
          <p:cNvSpPr>
            <a:spLocks noGrp="1"/>
          </p:cNvSpPr>
          <p:nvPr>
            <p:ph type="body" sz="quarter" idx="14"/>
          </p:nvPr>
        </p:nvSpPr>
        <p:spPr>
          <a:xfrm>
            <a:off x="403766" y="3703720"/>
            <a:ext cx="5558621" cy="2562012"/>
          </a:xfrm>
          <a:ln>
            <a:solidFill>
              <a:schemeClr val="bg2"/>
            </a:solidFill>
          </a:ln>
        </p:spPr>
        <p:txBody>
          <a:bodyPr lIns="87915" tIns="527488" rIns="87915" bIns="87915">
            <a:noAutofit/>
          </a:bodyPr>
          <a:lstStyle>
            <a:lvl1pPr>
              <a:spcBef>
                <a:spcPts val="0"/>
              </a:spcBef>
              <a:spcAft>
                <a:spcPts val="0"/>
              </a:spcAft>
              <a:defRPr sz="2039">
                <a:latin typeface="Arial" pitchFamily="34" charset="0"/>
                <a:cs typeface="Arial" pitchFamily="34" charset="0"/>
              </a:defRPr>
            </a:lvl1pPr>
            <a:lvl2pPr>
              <a:spcBef>
                <a:spcPts val="0"/>
              </a:spcBef>
              <a:spcAft>
                <a:spcPts val="0"/>
              </a:spcAft>
              <a:defRPr sz="2039">
                <a:latin typeface="Arial" pitchFamily="34" charset="0"/>
                <a:cs typeface="Arial" pitchFamily="34" charset="0"/>
              </a:defRPr>
            </a:lvl2pPr>
            <a:lvl3pPr>
              <a:spcBef>
                <a:spcPts val="0"/>
              </a:spcBef>
              <a:spcAft>
                <a:spcPts val="0"/>
              </a:spcAft>
              <a:defRPr sz="2039">
                <a:latin typeface="Arial" pitchFamily="34" charset="0"/>
                <a:cs typeface="Arial" pitchFamily="34" charset="0"/>
              </a:defRPr>
            </a:lvl3pPr>
            <a:lvl4pPr>
              <a:spcBef>
                <a:spcPts val="0"/>
              </a:spcBef>
              <a:spcAft>
                <a:spcPts val="0"/>
              </a:spcAft>
              <a:defRPr sz="2039">
                <a:latin typeface="Arial" pitchFamily="34" charset="0"/>
                <a:cs typeface="Arial" pitchFamily="34" charset="0"/>
              </a:defRPr>
            </a:lvl4pPr>
            <a:lvl5pPr>
              <a:spcBef>
                <a:spcPts val="0"/>
              </a:spcBef>
              <a:spcAft>
                <a:spcPts val="0"/>
              </a:spcAft>
              <a:defRPr sz="2039">
                <a:latin typeface="Arial" pitchFamily="34" charset="0"/>
                <a:cs typeface="Arial" pitchFamily="34" charset="0"/>
              </a:defRPr>
            </a:lvl5pPr>
            <a:lvl6pPr marL="1318652" indent="-269225">
              <a:spcBef>
                <a:spcPts val="0"/>
              </a:spcBef>
              <a:spcAft>
                <a:spcPts val="0"/>
              </a:spcAft>
              <a:buSzPct val="70000"/>
              <a:defRPr sz="2039">
                <a:latin typeface="+mj-lt"/>
              </a:defRPr>
            </a:lvl6pPr>
            <a:lvl7pPr marL="1582383" indent="-263730">
              <a:spcBef>
                <a:spcPts val="0"/>
              </a:spcBef>
              <a:spcAft>
                <a:spcPts val="0"/>
              </a:spcAft>
              <a:buSzPct val="70000"/>
              <a:buFont typeface="Arial" pitchFamily="34" charset="0"/>
              <a:buChar char="–"/>
              <a:defRPr sz="2039" baseline="0">
                <a:latin typeface="+mj-lt"/>
              </a:defRPr>
            </a:lvl7pPr>
            <a:lvl8pPr marL="1846112" indent="-263730">
              <a:spcBef>
                <a:spcPts val="0"/>
              </a:spcBef>
              <a:spcAft>
                <a:spcPts val="0"/>
              </a:spcAft>
              <a:buSzPct val="70000"/>
              <a:defRPr sz="2039" baseline="0">
                <a:latin typeface="+mj-lt"/>
              </a:defRPr>
            </a:lvl8pPr>
            <a:lvl9pPr marL="2104348" indent="-258237">
              <a:spcBef>
                <a:spcPts val="0"/>
              </a:spcBef>
              <a:spcAft>
                <a:spcPts val="0"/>
              </a:spcAft>
              <a:buSzPct val="70000"/>
              <a:buFont typeface="Arial" pitchFamily="34" charset="0"/>
              <a:buChar char="–"/>
              <a:defRPr sz="2039">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4"/>
          <p:cNvSpPr>
            <a:spLocks noGrp="1"/>
          </p:cNvSpPr>
          <p:nvPr>
            <p:ph type="body" sz="quarter" idx="15"/>
          </p:nvPr>
        </p:nvSpPr>
        <p:spPr>
          <a:xfrm>
            <a:off x="6195197" y="3703720"/>
            <a:ext cx="5558621" cy="2562012"/>
          </a:xfrm>
          <a:ln>
            <a:solidFill>
              <a:schemeClr val="bg2"/>
            </a:solidFill>
          </a:ln>
        </p:spPr>
        <p:txBody>
          <a:bodyPr lIns="87915" tIns="527488" rIns="87915" bIns="87915">
            <a:noAutofit/>
          </a:bodyPr>
          <a:lstStyle>
            <a:lvl1pPr>
              <a:spcBef>
                <a:spcPts val="0"/>
              </a:spcBef>
              <a:spcAft>
                <a:spcPts val="0"/>
              </a:spcAft>
              <a:defRPr sz="2039">
                <a:latin typeface="Arial" pitchFamily="34" charset="0"/>
                <a:cs typeface="Arial" pitchFamily="34" charset="0"/>
              </a:defRPr>
            </a:lvl1pPr>
            <a:lvl2pPr>
              <a:spcBef>
                <a:spcPts val="0"/>
              </a:spcBef>
              <a:spcAft>
                <a:spcPts val="0"/>
              </a:spcAft>
              <a:defRPr sz="2039">
                <a:latin typeface="Arial" pitchFamily="34" charset="0"/>
                <a:cs typeface="Arial" pitchFamily="34" charset="0"/>
              </a:defRPr>
            </a:lvl2pPr>
            <a:lvl3pPr>
              <a:spcBef>
                <a:spcPts val="0"/>
              </a:spcBef>
              <a:spcAft>
                <a:spcPts val="0"/>
              </a:spcAft>
              <a:defRPr sz="2039">
                <a:latin typeface="Arial" pitchFamily="34" charset="0"/>
                <a:cs typeface="Arial" pitchFamily="34" charset="0"/>
              </a:defRPr>
            </a:lvl3pPr>
            <a:lvl4pPr>
              <a:spcBef>
                <a:spcPts val="0"/>
              </a:spcBef>
              <a:spcAft>
                <a:spcPts val="0"/>
              </a:spcAft>
              <a:defRPr sz="2039">
                <a:latin typeface="Arial" pitchFamily="34" charset="0"/>
                <a:cs typeface="Arial" pitchFamily="34" charset="0"/>
              </a:defRPr>
            </a:lvl4pPr>
            <a:lvl5pPr>
              <a:spcBef>
                <a:spcPts val="0"/>
              </a:spcBef>
              <a:spcAft>
                <a:spcPts val="0"/>
              </a:spcAft>
              <a:defRPr sz="2039">
                <a:latin typeface="Arial" pitchFamily="34" charset="0"/>
                <a:cs typeface="Arial" pitchFamily="34" charset="0"/>
              </a:defRPr>
            </a:lvl5pPr>
            <a:lvl6pPr marL="1318652" indent="-269225">
              <a:spcBef>
                <a:spcPts val="0"/>
              </a:spcBef>
              <a:spcAft>
                <a:spcPts val="0"/>
              </a:spcAft>
              <a:buSzPct val="70000"/>
              <a:defRPr sz="2039">
                <a:latin typeface="+mj-lt"/>
              </a:defRPr>
            </a:lvl6pPr>
            <a:lvl7pPr marL="1582383" indent="-263730">
              <a:spcBef>
                <a:spcPts val="0"/>
              </a:spcBef>
              <a:spcAft>
                <a:spcPts val="0"/>
              </a:spcAft>
              <a:buSzPct val="70000"/>
              <a:buFont typeface="Arial" pitchFamily="34" charset="0"/>
              <a:buChar char="–"/>
              <a:defRPr sz="2039" baseline="0">
                <a:latin typeface="+mj-lt"/>
              </a:defRPr>
            </a:lvl7pPr>
            <a:lvl8pPr marL="1846112" indent="-263730">
              <a:spcBef>
                <a:spcPts val="0"/>
              </a:spcBef>
              <a:spcAft>
                <a:spcPts val="0"/>
              </a:spcAft>
              <a:buSzPct val="70000"/>
              <a:defRPr sz="2039" baseline="0">
                <a:latin typeface="+mj-lt"/>
              </a:defRPr>
            </a:lvl8pPr>
            <a:lvl9pPr marL="2104348" indent="-258237">
              <a:spcBef>
                <a:spcPts val="0"/>
              </a:spcBef>
              <a:spcAft>
                <a:spcPts val="0"/>
              </a:spcAft>
              <a:buSzPct val="70000"/>
              <a:buFont typeface="Arial" pitchFamily="34" charset="0"/>
              <a:buChar char="–"/>
              <a:defRPr sz="2039">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4"/>
          <p:cNvSpPr>
            <a:spLocks noGrp="1"/>
          </p:cNvSpPr>
          <p:nvPr>
            <p:ph type="body" sz="quarter" idx="16"/>
          </p:nvPr>
        </p:nvSpPr>
        <p:spPr>
          <a:xfrm>
            <a:off x="403766" y="3703715"/>
            <a:ext cx="5558621" cy="491351"/>
          </a:xfrm>
          <a:solidFill>
            <a:schemeClr val="bg2"/>
          </a:solidFill>
          <a:ln>
            <a:noFill/>
          </a:ln>
        </p:spPr>
        <p:txBody>
          <a:bodyPr lIns="87915" tIns="87915" rIns="87915" bIns="87915"/>
          <a:lstStyle>
            <a:lvl1pPr>
              <a:spcBef>
                <a:spcPts val="0"/>
              </a:spcBef>
              <a:spcAft>
                <a:spcPts val="0"/>
              </a:spcAft>
              <a:defRPr sz="2039" b="1">
                <a:solidFill>
                  <a:schemeClr val="bg1"/>
                </a:solidFill>
                <a:latin typeface="Arial" pitchFamily="34" charset="0"/>
                <a:cs typeface="Arial" pitchFamily="34" charset="0"/>
              </a:defRPr>
            </a:lvl1pPr>
            <a:lvl2pPr>
              <a:spcBef>
                <a:spcPts val="0"/>
              </a:spcBef>
              <a:spcAft>
                <a:spcPts val="0"/>
              </a:spcAft>
              <a:defRPr sz="2039">
                <a:latin typeface="+mj-lt"/>
              </a:defRPr>
            </a:lvl2pPr>
            <a:lvl3pPr>
              <a:spcBef>
                <a:spcPts val="0"/>
              </a:spcBef>
              <a:spcAft>
                <a:spcPts val="0"/>
              </a:spcAft>
              <a:defRPr sz="2039">
                <a:latin typeface="+mj-lt"/>
              </a:defRPr>
            </a:lvl3pPr>
            <a:lvl4pPr>
              <a:spcBef>
                <a:spcPts val="0"/>
              </a:spcBef>
              <a:spcAft>
                <a:spcPts val="0"/>
              </a:spcAft>
              <a:defRPr sz="2039">
                <a:latin typeface="+mj-lt"/>
              </a:defRPr>
            </a:lvl4pPr>
            <a:lvl5pPr>
              <a:spcBef>
                <a:spcPts val="0"/>
              </a:spcBef>
              <a:spcAft>
                <a:spcPts val="0"/>
              </a:spcAft>
              <a:defRPr sz="2039">
                <a:latin typeface="+mj-lt"/>
              </a:defRPr>
            </a:lvl5pPr>
            <a:lvl6pPr marL="1318652" indent="-269225">
              <a:spcBef>
                <a:spcPts val="0"/>
              </a:spcBef>
              <a:spcAft>
                <a:spcPts val="0"/>
              </a:spcAft>
              <a:buSzPct val="70000"/>
              <a:defRPr sz="2039">
                <a:latin typeface="+mj-lt"/>
              </a:defRPr>
            </a:lvl6pPr>
            <a:lvl7pPr marL="1582383" indent="-263730">
              <a:spcBef>
                <a:spcPts val="0"/>
              </a:spcBef>
              <a:spcAft>
                <a:spcPts val="0"/>
              </a:spcAft>
              <a:buSzPct val="70000"/>
              <a:buFont typeface="Arial" pitchFamily="34" charset="0"/>
              <a:buChar char="–"/>
              <a:defRPr sz="2039" baseline="0">
                <a:latin typeface="+mj-lt"/>
              </a:defRPr>
            </a:lvl7pPr>
            <a:lvl8pPr marL="1846112" indent="-263730">
              <a:spcBef>
                <a:spcPts val="0"/>
              </a:spcBef>
              <a:spcAft>
                <a:spcPts val="0"/>
              </a:spcAft>
              <a:buSzPct val="70000"/>
              <a:defRPr sz="2039" baseline="0">
                <a:latin typeface="+mj-lt"/>
              </a:defRPr>
            </a:lvl8pPr>
            <a:lvl9pPr marL="2104348" indent="-258237">
              <a:spcBef>
                <a:spcPts val="0"/>
              </a:spcBef>
              <a:spcAft>
                <a:spcPts val="0"/>
              </a:spcAft>
              <a:buSzPct val="70000"/>
              <a:buFont typeface="Arial" pitchFamily="34" charset="0"/>
              <a:buChar char="–"/>
              <a:defRPr sz="2039">
                <a:latin typeface="+mj-lt"/>
              </a:defRPr>
            </a:lvl9pPr>
          </a:lstStyle>
          <a:p>
            <a:pPr lvl="0"/>
            <a:r>
              <a:rPr lang="en-US"/>
              <a:t>Click to edit Master text styles</a:t>
            </a:r>
          </a:p>
        </p:txBody>
      </p:sp>
      <p:sp>
        <p:nvSpPr>
          <p:cNvPr id="18" name="Text Placeholder 4"/>
          <p:cNvSpPr>
            <a:spLocks noGrp="1"/>
          </p:cNvSpPr>
          <p:nvPr>
            <p:ph type="body" sz="quarter" idx="17"/>
          </p:nvPr>
        </p:nvSpPr>
        <p:spPr>
          <a:xfrm>
            <a:off x="6195197" y="3703715"/>
            <a:ext cx="5558621" cy="491351"/>
          </a:xfrm>
          <a:solidFill>
            <a:schemeClr val="bg2"/>
          </a:solidFill>
          <a:ln>
            <a:noFill/>
          </a:ln>
        </p:spPr>
        <p:txBody>
          <a:bodyPr lIns="87915" tIns="87915" rIns="87915" bIns="87915"/>
          <a:lstStyle>
            <a:lvl1pPr>
              <a:spcBef>
                <a:spcPts val="0"/>
              </a:spcBef>
              <a:spcAft>
                <a:spcPts val="0"/>
              </a:spcAft>
              <a:defRPr sz="2039" b="1">
                <a:solidFill>
                  <a:schemeClr val="bg1"/>
                </a:solidFill>
                <a:latin typeface="Arial" pitchFamily="34" charset="0"/>
                <a:cs typeface="Arial" pitchFamily="34" charset="0"/>
              </a:defRPr>
            </a:lvl1pPr>
            <a:lvl2pPr>
              <a:spcBef>
                <a:spcPts val="0"/>
              </a:spcBef>
              <a:spcAft>
                <a:spcPts val="0"/>
              </a:spcAft>
              <a:defRPr sz="2039">
                <a:latin typeface="+mj-lt"/>
              </a:defRPr>
            </a:lvl2pPr>
            <a:lvl3pPr>
              <a:spcBef>
                <a:spcPts val="0"/>
              </a:spcBef>
              <a:spcAft>
                <a:spcPts val="0"/>
              </a:spcAft>
              <a:defRPr sz="2039">
                <a:latin typeface="+mj-lt"/>
              </a:defRPr>
            </a:lvl3pPr>
            <a:lvl4pPr>
              <a:spcBef>
                <a:spcPts val="0"/>
              </a:spcBef>
              <a:spcAft>
                <a:spcPts val="0"/>
              </a:spcAft>
              <a:defRPr sz="2039">
                <a:latin typeface="+mj-lt"/>
              </a:defRPr>
            </a:lvl4pPr>
            <a:lvl5pPr>
              <a:spcBef>
                <a:spcPts val="0"/>
              </a:spcBef>
              <a:spcAft>
                <a:spcPts val="0"/>
              </a:spcAft>
              <a:defRPr sz="2039">
                <a:latin typeface="+mj-lt"/>
              </a:defRPr>
            </a:lvl5pPr>
            <a:lvl6pPr marL="1318652" indent="-269225">
              <a:spcBef>
                <a:spcPts val="0"/>
              </a:spcBef>
              <a:spcAft>
                <a:spcPts val="0"/>
              </a:spcAft>
              <a:buSzPct val="70000"/>
              <a:defRPr sz="2039">
                <a:latin typeface="+mj-lt"/>
              </a:defRPr>
            </a:lvl6pPr>
            <a:lvl7pPr marL="1582383" indent="-263730">
              <a:spcBef>
                <a:spcPts val="0"/>
              </a:spcBef>
              <a:spcAft>
                <a:spcPts val="0"/>
              </a:spcAft>
              <a:buSzPct val="70000"/>
              <a:buFont typeface="Arial" pitchFamily="34" charset="0"/>
              <a:buChar char="–"/>
              <a:defRPr sz="2039" baseline="0">
                <a:latin typeface="+mj-lt"/>
              </a:defRPr>
            </a:lvl7pPr>
            <a:lvl8pPr marL="1846112" indent="-263730">
              <a:spcBef>
                <a:spcPts val="0"/>
              </a:spcBef>
              <a:spcAft>
                <a:spcPts val="0"/>
              </a:spcAft>
              <a:buSzPct val="70000"/>
              <a:defRPr sz="2039" baseline="0">
                <a:latin typeface="+mj-lt"/>
              </a:defRPr>
            </a:lvl8pPr>
            <a:lvl9pPr marL="2104348" indent="-258237">
              <a:spcBef>
                <a:spcPts val="0"/>
              </a:spcBef>
              <a:spcAft>
                <a:spcPts val="0"/>
              </a:spcAft>
              <a:buSzPct val="70000"/>
              <a:buFont typeface="Arial" pitchFamily="34" charset="0"/>
              <a:buChar char="–"/>
              <a:defRPr sz="2039">
                <a:latin typeface="+mj-lt"/>
              </a:defRPr>
            </a:lvl9pPr>
          </a:lstStyle>
          <a:p>
            <a:pPr lvl="0"/>
            <a:r>
              <a:rPr lang="en-US"/>
              <a:t>Click to edit Master text styles</a:t>
            </a:r>
          </a:p>
        </p:txBody>
      </p:sp>
      <p:sp>
        <p:nvSpPr>
          <p:cNvPr id="19" name="Slide Number Placeholder 6"/>
          <p:cNvSpPr>
            <a:spLocks noGrp="1"/>
          </p:cNvSpPr>
          <p:nvPr>
            <p:ph type="sldNum" sz="quarter" idx="18"/>
          </p:nvPr>
        </p:nvSpPr>
        <p:spPr>
          <a:xfrm>
            <a:off x="3684588" y="6508750"/>
            <a:ext cx="2843212" cy="365125"/>
          </a:xfrm>
          <a:prstGeom prst="rect">
            <a:avLst/>
          </a:prstGeom>
        </p:spPr>
        <p:txBody>
          <a:bodyPr/>
          <a:lstStyle>
            <a:lvl1pPr algn="r">
              <a:defRPr sz="1080" smtClean="0">
                <a:solidFill>
                  <a:schemeClr val="tx1">
                    <a:tint val="75000"/>
                  </a:schemeClr>
                </a:solidFill>
              </a:defRPr>
            </a:lvl1pPr>
          </a:lstStyle>
          <a:p>
            <a:pPr defTabSz="1054470">
              <a:defRPr/>
            </a:pPr>
            <a:fld id="{A2340958-926A-4F15-B781-0EE9AE7D66FF}" type="slidenum">
              <a:rPr lang="en-GB">
                <a:solidFill>
                  <a:prstClr val="black">
                    <a:tint val="75000"/>
                  </a:prstClr>
                </a:solidFill>
                <a:latin typeface="Arial"/>
              </a:rPr>
              <a:pPr defTabSz="1054470">
                <a:defRPr/>
              </a:pPr>
              <a:t>‹#›</a:t>
            </a:fld>
            <a:endParaRPr lang="en-GB" dirty="0">
              <a:solidFill>
                <a:prstClr val="black">
                  <a:tint val="75000"/>
                </a:prstClr>
              </a:solidFill>
              <a:latin typeface="Arial"/>
            </a:endParaRPr>
          </a:p>
        </p:txBody>
      </p:sp>
    </p:spTree>
    <p:extLst>
      <p:ext uri="{BB962C8B-B14F-4D97-AF65-F5344CB8AC3E}">
        <p14:creationId xmlns:p14="http://schemas.microsoft.com/office/powerpoint/2010/main" val="1839542337"/>
      </p:ext>
    </p:extLst>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3" name="TextBox 8"/>
          <p:cNvSpPr txBox="1">
            <a:spLocks noChangeArrowheads="1"/>
          </p:cNvSpPr>
          <p:nvPr/>
        </p:nvSpPr>
        <p:spPr bwMode="gray">
          <a:xfrm>
            <a:off x="1822449" y="4233867"/>
            <a:ext cx="8383588" cy="1012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300">
                <a:solidFill>
                  <a:schemeClr val="tx1"/>
                </a:solidFill>
                <a:latin typeface="Arial" pitchFamily="34" charset="0"/>
              </a:defRPr>
            </a:lvl1pPr>
            <a:lvl2pPr marL="742950" indent="-285750">
              <a:defRPr sz="23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300">
                <a:solidFill>
                  <a:schemeClr val="tx1"/>
                </a:solidFill>
                <a:latin typeface="Arial" pitchFamily="34" charset="0"/>
              </a:defRPr>
            </a:lvl4pPr>
            <a:lvl5pPr marL="2057400" indent="-228600">
              <a:defRPr sz="2300">
                <a:solidFill>
                  <a:schemeClr val="tx1"/>
                </a:solidFill>
                <a:latin typeface="Arial" pitchFamily="34" charset="0"/>
              </a:defRPr>
            </a:lvl5pPr>
            <a:lvl6pPr marL="2514600" indent="-228600" defTabSz="1171575" fontAlgn="base">
              <a:spcBef>
                <a:spcPct val="0"/>
              </a:spcBef>
              <a:spcAft>
                <a:spcPct val="0"/>
              </a:spcAft>
              <a:defRPr sz="2300">
                <a:solidFill>
                  <a:schemeClr val="tx1"/>
                </a:solidFill>
                <a:latin typeface="Arial" pitchFamily="34" charset="0"/>
              </a:defRPr>
            </a:lvl6pPr>
            <a:lvl7pPr marL="2971800" indent="-228600" defTabSz="1171575" fontAlgn="base">
              <a:spcBef>
                <a:spcPct val="0"/>
              </a:spcBef>
              <a:spcAft>
                <a:spcPct val="0"/>
              </a:spcAft>
              <a:defRPr sz="2300">
                <a:solidFill>
                  <a:schemeClr val="tx1"/>
                </a:solidFill>
                <a:latin typeface="Arial" pitchFamily="34" charset="0"/>
              </a:defRPr>
            </a:lvl7pPr>
            <a:lvl8pPr marL="3429000" indent="-228600" defTabSz="1171575" fontAlgn="base">
              <a:spcBef>
                <a:spcPct val="0"/>
              </a:spcBef>
              <a:spcAft>
                <a:spcPct val="0"/>
              </a:spcAft>
              <a:defRPr sz="2300">
                <a:solidFill>
                  <a:schemeClr val="tx1"/>
                </a:solidFill>
                <a:latin typeface="Arial" pitchFamily="34" charset="0"/>
              </a:defRPr>
            </a:lvl8pPr>
            <a:lvl9pPr marL="3886200" indent="-228600" defTabSz="1171575" fontAlgn="base">
              <a:spcBef>
                <a:spcPct val="0"/>
              </a:spcBef>
              <a:spcAft>
                <a:spcPct val="0"/>
              </a:spcAft>
              <a:defRPr sz="2300">
                <a:solidFill>
                  <a:schemeClr val="tx1"/>
                </a:solidFill>
                <a:latin typeface="Arial" pitchFamily="34" charset="0"/>
              </a:defRPr>
            </a:lvl9pPr>
          </a:lstStyle>
          <a:p>
            <a:pPr algn="just" defTabSz="1054470">
              <a:spcBef>
                <a:spcPts val="697"/>
              </a:spcBef>
            </a:pPr>
            <a:r>
              <a:rPr lang="en-US" sz="1199" b="1" dirty="0">
                <a:solidFill>
                  <a:srgbClr val="625756"/>
                </a:solidFill>
              </a:rPr>
              <a:t>Safe Harbor</a:t>
            </a:r>
          </a:p>
          <a:p>
            <a:pPr algn="just" defTabSz="1054470">
              <a:spcBef>
                <a:spcPts val="697"/>
              </a:spcBef>
            </a:pPr>
            <a:r>
              <a:rPr lang="en-US" sz="1199" dirty="0">
                <a:solidFill>
                  <a:srgbClr val="625756"/>
                </a:solidFill>
              </a:rPr>
              <a:t>This document contains forward-looking statements within the meaning of Section 27A of the Securities Act of 1933, as amended, and Section 21E of the Securities Exchange Act of 1934, as amended. The forward-looking statements contained herein are subject to certain risks and uncertainties that could cause actual results to differ materially from those reflected in the forward-looking statements.TechMahindra undertakes no duty to update any forward-looking statements.</a:t>
            </a:r>
            <a:endParaRPr lang="en-US" sz="1199" b="1" dirty="0">
              <a:solidFill>
                <a:srgbClr val="625756"/>
              </a:solidFill>
            </a:endParaRPr>
          </a:p>
        </p:txBody>
      </p:sp>
      <p:sp>
        <p:nvSpPr>
          <p:cNvPr id="2" name="Title 1"/>
          <p:cNvSpPr>
            <a:spLocks noGrp="1"/>
          </p:cNvSpPr>
          <p:nvPr>
            <p:ph type="title"/>
          </p:nvPr>
        </p:nvSpPr>
        <p:spPr>
          <a:xfrm>
            <a:off x="1821739" y="1367960"/>
            <a:ext cx="8969807" cy="387734"/>
          </a:xfrm>
        </p:spPr>
        <p:txBody>
          <a:bodyPr/>
          <a:lstStyle>
            <a:lvl1pPr algn="l">
              <a:defRPr/>
            </a:lvl1pPr>
          </a:lstStyle>
          <a:p>
            <a:r>
              <a:rPr lang="en-US"/>
              <a:t>Click to edit Master title style</a:t>
            </a:r>
            <a:endParaRPr lang="en-US" dirty="0"/>
          </a:p>
        </p:txBody>
      </p:sp>
    </p:spTree>
    <p:extLst>
      <p:ext uri="{BB962C8B-B14F-4D97-AF65-F5344CB8AC3E}">
        <p14:creationId xmlns:p14="http://schemas.microsoft.com/office/powerpoint/2010/main" val="3718949410"/>
      </p:ext>
    </p:extLst>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userDrawn="1">
  <p:cSld name="4_Content slide">
    <p:spTree>
      <p:nvGrpSpPr>
        <p:cNvPr id="1" name=""/>
        <p:cNvGrpSpPr/>
        <p:nvPr/>
      </p:nvGrpSpPr>
      <p:grpSpPr>
        <a:xfrm>
          <a:off x="0" y="0"/>
          <a:ext cx="0" cy="0"/>
          <a:chOff x="0" y="0"/>
          <a:chExt cx="0" cy="0"/>
        </a:xfrm>
      </p:grpSpPr>
      <p:sp>
        <p:nvSpPr>
          <p:cNvPr id="3" name="Title Placeholder 1"/>
          <p:cNvSpPr>
            <a:spLocks noGrp="1"/>
          </p:cNvSpPr>
          <p:nvPr>
            <p:ph type="title"/>
          </p:nvPr>
        </p:nvSpPr>
        <p:spPr>
          <a:xfrm>
            <a:off x="406248" y="111937"/>
            <a:ext cx="11381104" cy="387734"/>
          </a:xfrm>
          <a:prstGeom prst="rect">
            <a:avLst/>
          </a:prstGeom>
          <a:noFill/>
          <a:ln w="9525">
            <a:noFill/>
            <a:miter lim="800000"/>
            <a:headEnd/>
            <a:tailEnd/>
          </a:ln>
        </p:spPr>
        <p:txBody>
          <a:bodyPr/>
          <a:lstStyle/>
          <a:p>
            <a:pPr lvl="0"/>
            <a:r>
              <a:rPr lang="en-US"/>
              <a:t>Click to edit Master title style</a:t>
            </a:r>
            <a:endParaRPr lang="en-US" dirty="0"/>
          </a:p>
        </p:txBody>
      </p:sp>
      <p:sp>
        <p:nvSpPr>
          <p:cNvPr id="4" name="Slide Number Placeholder 6"/>
          <p:cNvSpPr>
            <a:spLocks noGrp="1"/>
          </p:cNvSpPr>
          <p:nvPr>
            <p:ph type="sldNum" sz="quarter" idx="10"/>
          </p:nvPr>
        </p:nvSpPr>
        <p:spPr>
          <a:xfrm>
            <a:off x="3684588" y="6508750"/>
            <a:ext cx="2843212" cy="365125"/>
          </a:xfrm>
          <a:prstGeom prst="rect">
            <a:avLst/>
          </a:prstGeom>
        </p:spPr>
        <p:txBody>
          <a:bodyPr/>
          <a:lstStyle>
            <a:lvl1pPr>
              <a:defRPr/>
            </a:lvl1pPr>
          </a:lstStyle>
          <a:p>
            <a:pPr defTabSz="1054470">
              <a:defRPr/>
            </a:pPr>
            <a:fld id="{327B0726-9CB1-49D3-9C1B-742BD5C76A6A}" type="slidenum">
              <a:rPr lang="en-GB" sz="2039" smtClean="0">
                <a:solidFill>
                  <a:prstClr val="black">
                    <a:tint val="75000"/>
                  </a:prstClr>
                </a:solidFill>
                <a:latin typeface="Arial"/>
              </a:rPr>
              <a:pPr defTabSz="1054470">
                <a:defRPr/>
              </a:pPr>
              <a:t>‹#›</a:t>
            </a:fld>
            <a:endParaRPr lang="en-GB" sz="2039" dirty="0">
              <a:solidFill>
                <a:prstClr val="black">
                  <a:tint val="75000"/>
                </a:prstClr>
              </a:solidFill>
              <a:latin typeface="Arial"/>
            </a:endParaRPr>
          </a:p>
        </p:txBody>
      </p:sp>
    </p:spTree>
    <p:extLst>
      <p:ext uri="{BB962C8B-B14F-4D97-AF65-F5344CB8AC3E}">
        <p14:creationId xmlns:p14="http://schemas.microsoft.com/office/powerpoint/2010/main" val="1762936578"/>
      </p:ext>
    </p:extLst>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06248" y="111937"/>
            <a:ext cx="11381104" cy="387734"/>
          </a:xfrm>
          <a:prstGeom prst="rect">
            <a:avLst/>
          </a:prstGeom>
          <a:noFill/>
          <a:ln w="9525">
            <a:noFill/>
            <a:miter lim="800000"/>
            <a:headEnd/>
            <a:tailEnd/>
          </a:ln>
        </p:spPr>
        <p:txBody>
          <a:bodyPr/>
          <a:lstStyle/>
          <a:p>
            <a:pPr lvl="0"/>
            <a:r>
              <a:rPr lang="en-US"/>
              <a:t>Click to edit Master title style</a:t>
            </a:r>
            <a:endParaRPr lang="en-US" dirty="0"/>
          </a:p>
        </p:txBody>
      </p:sp>
      <p:sp>
        <p:nvSpPr>
          <p:cNvPr id="3" name="Slide Number Placeholder 6"/>
          <p:cNvSpPr>
            <a:spLocks noGrp="1"/>
          </p:cNvSpPr>
          <p:nvPr>
            <p:ph type="sldNum" sz="quarter" idx="10"/>
          </p:nvPr>
        </p:nvSpPr>
        <p:spPr>
          <a:xfrm>
            <a:off x="3684588" y="6508750"/>
            <a:ext cx="2843212" cy="365125"/>
          </a:xfrm>
          <a:prstGeom prst="rect">
            <a:avLst/>
          </a:prstGeom>
        </p:spPr>
        <p:txBody>
          <a:bodyPr/>
          <a:lstStyle>
            <a:lvl1pPr algn="r">
              <a:defRPr sz="1080" smtClean="0">
                <a:solidFill>
                  <a:schemeClr val="tx1">
                    <a:tint val="75000"/>
                  </a:schemeClr>
                </a:solidFill>
              </a:defRPr>
            </a:lvl1pPr>
          </a:lstStyle>
          <a:p>
            <a:pPr defTabSz="1054470">
              <a:defRPr/>
            </a:pPr>
            <a:fld id="{E76439CB-FC87-4779-A170-42955171DE1E}" type="slidenum">
              <a:rPr lang="en-GB">
                <a:solidFill>
                  <a:prstClr val="black">
                    <a:tint val="75000"/>
                  </a:prstClr>
                </a:solidFill>
                <a:latin typeface="Arial"/>
              </a:rPr>
              <a:pPr defTabSz="1054470">
                <a:defRPr/>
              </a:pPr>
              <a:t>‹#›</a:t>
            </a:fld>
            <a:endParaRPr lang="en-GB" dirty="0">
              <a:solidFill>
                <a:prstClr val="black">
                  <a:tint val="75000"/>
                </a:prstClr>
              </a:solidFill>
              <a:latin typeface="Arial"/>
            </a:endParaRPr>
          </a:p>
        </p:txBody>
      </p:sp>
    </p:spTree>
    <p:extLst>
      <p:ext uri="{BB962C8B-B14F-4D97-AF65-F5344CB8AC3E}">
        <p14:creationId xmlns:p14="http://schemas.microsoft.com/office/powerpoint/2010/main" val="187920886"/>
      </p:ext>
    </p:extLst>
  </p:cSld>
  <p:clrMapOvr>
    <a:masterClrMapping/>
  </p:clrMapOvr>
  <p:transition/>
</p:sldLayout>
</file>

<file path=ppt/slideLayouts/slideLayout40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609610" y="6357940"/>
            <a:ext cx="2843213" cy="365125"/>
          </a:xfrm>
          <a:prstGeom prst="rect">
            <a:avLst/>
          </a:prstGeom>
        </p:spPr>
        <p:txBody>
          <a:bodyPr lIns="81633" tIns="40816" rIns="81633" bIns="40816"/>
          <a:lstStyle>
            <a:lvl1pPr defTabSz="1054922" fontAlgn="auto">
              <a:spcBef>
                <a:spcPts val="0"/>
              </a:spcBef>
              <a:spcAft>
                <a:spcPts val="0"/>
              </a:spcAft>
              <a:defRPr>
                <a:latin typeface="+mn-lt"/>
                <a:cs typeface="+mn-cs"/>
              </a:defRPr>
            </a:lvl1pPr>
          </a:lstStyle>
          <a:p>
            <a:pPr>
              <a:defRPr/>
            </a:pPr>
            <a:fld id="{9F339C91-2A62-4319-ADFB-346CEBFFF105}" type="datetimeFigureOut">
              <a:rPr lang="en-US" sz="2039">
                <a:solidFill>
                  <a:prstClr val="black"/>
                </a:solidFill>
              </a:rPr>
              <a:pPr>
                <a:defRPr/>
              </a:pPr>
              <a:t>10/28/2025</a:t>
            </a:fld>
            <a:endParaRPr lang="en-US" sz="2039" dirty="0">
              <a:solidFill>
                <a:prstClr val="black"/>
              </a:solidFill>
            </a:endParaRPr>
          </a:p>
        </p:txBody>
      </p:sp>
      <p:sp>
        <p:nvSpPr>
          <p:cNvPr id="4" name="Footer Placeholder 3"/>
          <p:cNvSpPr>
            <a:spLocks noGrp="1"/>
          </p:cNvSpPr>
          <p:nvPr>
            <p:ph type="ftr" sz="quarter" idx="11"/>
          </p:nvPr>
        </p:nvSpPr>
        <p:spPr>
          <a:xfrm>
            <a:off x="4164013" y="6357940"/>
            <a:ext cx="3859212" cy="365125"/>
          </a:xfrm>
          <a:prstGeom prst="rect">
            <a:avLst/>
          </a:prstGeom>
        </p:spPr>
        <p:txBody>
          <a:bodyPr lIns="81633" tIns="40816" rIns="81633" bIns="40816"/>
          <a:lstStyle>
            <a:lvl1pPr defTabSz="1054922" fontAlgn="auto">
              <a:spcBef>
                <a:spcPts val="0"/>
              </a:spcBef>
              <a:spcAft>
                <a:spcPts val="0"/>
              </a:spcAft>
              <a:defRPr>
                <a:latin typeface="+mn-lt"/>
                <a:cs typeface="+mn-cs"/>
              </a:defRPr>
            </a:lvl1pPr>
          </a:lstStyle>
          <a:p>
            <a:pPr>
              <a:defRPr/>
            </a:pPr>
            <a:endParaRPr lang="en-US" sz="2039" dirty="0">
              <a:solidFill>
                <a:prstClr val="black"/>
              </a:solidFill>
            </a:endParaRPr>
          </a:p>
        </p:txBody>
      </p:sp>
      <p:sp>
        <p:nvSpPr>
          <p:cNvPr id="5" name="Slide Number Placeholder 4"/>
          <p:cNvSpPr>
            <a:spLocks noGrp="1"/>
          </p:cNvSpPr>
          <p:nvPr>
            <p:ph type="sldNum" sz="quarter" idx="12"/>
          </p:nvPr>
        </p:nvSpPr>
        <p:spPr>
          <a:xfrm>
            <a:off x="3684588" y="6508750"/>
            <a:ext cx="2843212" cy="365125"/>
          </a:xfrm>
          <a:prstGeom prst="rect">
            <a:avLst/>
          </a:prstGeom>
        </p:spPr>
        <p:txBody>
          <a:bodyPr/>
          <a:lstStyle>
            <a:lvl1pPr>
              <a:defRPr/>
            </a:lvl1pPr>
          </a:lstStyle>
          <a:p>
            <a:pPr defTabSz="1054470">
              <a:defRPr/>
            </a:pPr>
            <a:fld id="{A969702B-E9BC-455C-99C0-494F7F4B51FD}" type="slidenum">
              <a:rPr lang="en-US" sz="2039" smtClean="0">
                <a:solidFill>
                  <a:prstClr val="black">
                    <a:tint val="75000"/>
                  </a:prstClr>
                </a:solidFill>
                <a:latin typeface="Arial"/>
              </a:rPr>
              <a:pPr defTabSz="1054470">
                <a:defRPr/>
              </a:pPr>
              <a:t>‹#›</a:t>
            </a:fld>
            <a:endParaRPr lang="en-US" sz="2039" dirty="0">
              <a:solidFill>
                <a:prstClr val="black">
                  <a:tint val="75000"/>
                </a:prstClr>
              </a:solidFill>
              <a:latin typeface="Arial"/>
            </a:endParaRPr>
          </a:p>
        </p:txBody>
      </p:sp>
    </p:spTree>
    <p:extLst>
      <p:ext uri="{BB962C8B-B14F-4D97-AF65-F5344CB8AC3E}">
        <p14:creationId xmlns:p14="http://schemas.microsoft.com/office/powerpoint/2010/main" val="2586915279"/>
      </p:ext>
    </p:extLst>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userDrawn="1">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103" y="727247"/>
            <a:ext cx="10964283" cy="526619"/>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422" b="1" kern="1200" dirty="0">
                <a:solidFill>
                  <a:schemeClr val="tx2"/>
                </a:solidFill>
                <a:latin typeface="Arial" pitchFamily="34" charset="0"/>
                <a:ea typeface="+mj-ea"/>
                <a:cs typeface="Arial" pitchFamily="34" charset="0"/>
              </a:defRPr>
            </a:lvl1pPr>
          </a:lstStyle>
          <a:p>
            <a:pPr lvl="0" algn="l" defTabSz="979947"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41099" y="1972133"/>
            <a:ext cx="10962167" cy="2009846"/>
          </a:xfrm>
        </p:spPr>
        <p:txBody>
          <a:bodyPr wrap="square">
            <a:spAutoFit/>
          </a:bodyPr>
          <a:lstStyle>
            <a:lvl1pPr>
              <a:spcBef>
                <a:spcPts val="0"/>
              </a:spcBef>
              <a:spcAft>
                <a:spcPts val="0"/>
              </a:spcAft>
              <a:defRPr lang="en-US" sz="2612"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612"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612"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612"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612" b="0" kern="1200" baseline="0" dirty="0" smtClean="0">
                <a:solidFill>
                  <a:schemeClr val="tx1"/>
                </a:solidFill>
                <a:latin typeface="Arial" pitchFamily="34" charset="0"/>
                <a:ea typeface="+mn-ea"/>
                <a:cs typeface="Arial" pitchFamily="34" charset="0"/>
              </a:defRPr>
            </a:lvl5pPr>
            <a:lvl6pPr marL="1537972" indent="-306234">
              <a:spcBef>
                <a:spcPts val="0"/>
              </a:spcBef>
              <a:spcAft>
                <a:spcPts val="0"/>
              </a:spcAft>
              <a:buClr>
                <a:schemeClr val="tx2"/>
              </a:buClr>
              <a:buSzPct val="70000"/>
              <a:buFont typeface="Wingdings" pitchFamily="2" charset="2"/>
              <a:buChar char="§"/>
              <a:defRPr lang="en-US" sz="2612" kern="1200" dirty="0" smtClean="0">
                <a:solidFill>
                  <a:schemeClr val="tx1"/>
                </a:solidFill>
                <a:latin typeface="Arial" pitchFamily="34" charset="0"/>
                <a:ea typeface="+mn-ea"/>
                <a:cs typeface="Arial" pitchFamily="34" charset="0"/>
              </a:defRPr>
            </a:lvl6pPr>
            <a:lvl7pPr marL="1837400" indent="-292624">
              <a:spcBef>
                <a:spcPts val="0"/>
              </a:spcBef>
              <a:spcAft>
                <a:spcPts val="0"/>
              </a:spcAft>
              <a:buClr>
                <a:schemeClr val="tx2"/>
              </a:buClr>
              <a:buSzPct val="70000"/>
              <a:buFont typeface="Arial" pitchFamily="34" charset="0"/>
              <a:buChar char="–"/>
              <a:defRPr sz="1892" baseline="0">
                <a:solidFill>
                  <a:schemeClr val="tx1"/>
                </a:solidFill>
                <a:latin typeface="+mn-lt"/>
                <a:cs typeface="Arial" pitchFamily="34" charset="0"/>
              </a:defRPr>
            </a:lvl7pPr>
            <a:lvl8pPr marL="1714907" indent="-244987">
              <a:spcBef>
                <a:spcPts val="0"/>
              </a:spcBef>
              <a:spcAft>
                <a:spcPts val="0"/>
              </a:spcAft>
              <a:buSzPct val="70000"/>
              <a:defRPr sz="1892" baseline="0">
                <a:latin typeface="Arial" pitchFamily="34" charset="0"/>
                <a:cs typeface="Arial" pitchFamily="34" charset="0"/>
              </a:defRPr>
            </a:lvl8pPr>
            <a:lvl9pPr marL="1954789" indent="-239884">
              <a:spcBef>
                <a:spcPts val="0"/>
              </a:spcBef>
              <a:spcAft>
                <a:spcPts val="0"/>
              </a:spcAft>
              <a:buSzPct val="70000"/>
              <a:buFont typeface="Arial" pitchFamily="34" charset="0"/>
              <a:buChar char="–"/>
              <a:defRPr sz="1892">
                <a:latin typeface="Arial" pitchFamily="34" charset="0"/>
                <a:cs typeface="Arial" pitchFamily="34" charset="0"/>
              </a:defRPr>
            </a:lvl9pPr>
          </a:lstStyle>
          <a:p>
            <a:pPr marL="311336" lvl="0" indent="-311336" algn="l" defTabSz="979947"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12467" lvl="2" indent="-299427" algn="l" defTabSz="979947"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911894" lvl="3" indent="-299427" algn="l" defTabSz="979947"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218128" lvl="4" indent="-306234" algn="l" defTabSz="1000361"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537972" lvl="5" indent="-306234" algn="l" defTabSz="979947" rtl="0" eaLnBrk="1" latinLnBrk="0" hangingPunct="1">
              <a:spcBef>
                <a:spcPts val="0"/>
              </a:spcBef>
              <a:spcAft>
                <a:spcPts val="0"/>
              </a:spcAft>
              <a:buClr>
                <a:schemeClr val="bg2"/>
              </a:buClr>
              <a:buSzPct val="60000"/>
              <a:buFont typeface="Wingdings" pitchFamily="2" charset="2"/>
              <a:buChar char="§"/>
            </a:pPr>
            <a:r>
              <a:rPr lang="en-US" dirty="0"/>
              <a:t>Fifth level</a:t>
            </a:r>
          </a:p>
        </p:txBody>
      </p:sp>
      <p:pic>
        <p:nvPicPr>
          <p:cNvPr id="5" name="Picture 4" descr="Ridge.pd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612" y="1"/>
            <a:ext cx="2451040" cy="668882"/>
          </a:xfrm>
          <a:prstGeom prst="rect">
            <a:avLst/>
          </a:prstGeom>
        </p:spPr>
      </p:pic>
    </p:spTree>
    <p:extLst>
      <p:ext uri="{BB962C8B-B14F-4D97-AF65-F5344CB8AC3E}">
        <p14:creationId xmlns:p14="http://schemas.microsoft.com/office/powerpoint/2010/main" val="724568388"/>
      </p:ext>
    </p:extLst>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3" name="Title Placeholder 1"/>
          <p:cNvSpPr>
            <a:spLocks noGrp="1"/>
          </p:cNvSpPr>
          <p:nvPr>
            <p:ph type="title"/>
          </p:nvPr>
        </p:nvSpPr>
        <p:spPr>
          <a:xfrm>
            <a:off x="379160" y="111936"/>
            <a:ext cx="11388296" cy="369076"/>
          </a:xfrm>
          <a:prstGeom prst="rect">
            <a:avLst/>
          </a:prstGeom>
          <a:noFill/>
          <a:ln w="9525">
            <a:noFill/>
            <a:miter lim="800000"/>
            <a:headEnd/>
            <a:tailEnd/>
          </a:ln>
        </p:spPr>
        <p:txBody>
          <a:bodyPr/>
          <a:lstStyle>
            <a:lvl1pPr>
              <a:defRPr lang="en-US" sz="2398" b="1" kern="1200" dirty="0">
                <a:solidFill>
                  <a:schemeClr val="bg2"/>
                </a:solidFill>
                <a:latin typeface="Arial" pitchFamily="34" charset="0"/>
                <a:ea typeface="+mj-ea"/>
                <a:cs typeface="Arial" pitchFamily="34" charset="0"/>
              </a:defRPr>
            </a:lvl1pPr>
          </a:lstStyle>
          <a:p>
            <a:pPr lvl="0"/>
            <a:r>
              <a:rPr lang="en-US" dirty="0"/>
              <a:t>Click to edit Master title style</a:t>
            </a:r>
          </a:p>
        </p:txBody>
      </p:sp>
    </p:spTree>
    <p:extLst>
      <p:ext uri="{BB962C8B-B14F-4D97-AF65-F5344CB8AC3E}">
        <p14:creationId xmlns:p14="http://schemas.microsoft.com/office/powerpoint/2010/main" val="2622283678"/>
      </p:ext>
    </p:extLst>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p:cSld name="5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5"/>
            <a:ext cx="10962166" cy="58477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00" b="1" kern="1200" dirty="0">
                <a:solidFill>
                  <a:schemeClr val="tx2"/>
                </a:solidFill>
                <a:latin typeface="Arial" pitchFamily="34" charset="0"/>
                <a:ea typeface="+mj-ea"/>
                <a:cs typeface="Arial" pitchFamily="34" charset="0"/>
              </a:defRPr>
            </a:lvl1pPr>
          </a:lstStyle>
          <a:p>
            <a:pPr lvl="0" algn="l" defTabSz="1088319"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32"/>
            <a:ext cx="10962167" cy="1615827"/>
          </a:xfrm>
        </p:spPr>
        <p:txBody>
          <a:bodyPr wrap="square">
            <a:spAutoFit/>
          </a:bodyPr>
          <a:lstStyle>
            <a:lvl1pPr algn="l" rtl="0" eaLnBrk="1" latinLnBrk="0" hangingPunct="1">
              <a:spcBef>
                <a:spcPts val="0"/>
              </a:spcBef>
              <a:spcAft>
                <a:spcPts val="0"/>
              </a:spcAft>
              <a:buClr>
                <a:schemeClr val="bg2"/>
              </a:buClr>
              <a:buSzPct val="120000"/>
              <a:defRPr lang="en-US" sz="21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1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1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1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100" b="0" kern="1200" baseline="0" dirty="0" smtClean="0">
                <a:solidFill>
                  <a:schemeClr val="tx1"/>
                </a:solidFill>
                <a:latin typeface="Arial" pitchFamily="34" charset="0"/>
                <a:ea typeface="+mn-ea"/>
                <a:cs typeface="Arial" pitchFamily="34" charset="0"/>
              </a:defRPr>
            </a:lvl5pPr>
            <a:lvl6pPr marL="1708056" indent="-340100">
              <a:spcBef>
                <a:spcPts val="0"/>
              </a:spcBef>
              <a:spcAft>
                <a:spcPts val="0"/>
              </a:spcAft>
              <a:buClr>
                <a:schemeClr val="tx2"/>
              </a:buClr>
              <a:buSzPct val="70000"/>
              <a:buFont typeface="Wingdings" pitchFamily="2" charset="2"/>
              <a:buChar char="§"/>
              <a:defRPr lang="en-US" sz="2100" kern="1200" dirty="0" smtClean="0">
                <a:solidFill>
                  <a:schemeClr val="tx1"/>
                </a:solidFill>
                <a:latin typeface="Arial" pitchFamily="34" charset="0"/>
                <a:ea typeface="+mn-ea"/>
                <a:cs typeface="Arial" pitchFamily="34" charset="0"/>
              </a:defRPr>
            </a:lvl6pPr>
            <a:lvl7pPr marL="2040598" indent="-324984">
              <a:spcBef>
                <a:spcPts val="0"/>
              </a:spcBef>
              <a:spcAft>
                <a:spcPts val="0"/>
              </a:spcAft>
              <a:buClr>
                <a:schemeClr val="tx2"/>
              </a:buClr>
              <a:buSzPct val="70000"/>
              <a:buFont typeface="Arial" pitchFamily="34" charset="0"/>
              <a:buChar char="–"/>
              <a:defRPr sz="2100" baseline="0">
                <a:solidFill>
                  <a:schemeClr val="tx1"/>
                </a:solidFill>
                <a:latin typeface="+mn-lt"/>
                <a:cs typeface="Arial" pitchFamily="34" charset="0"/>
              </a:defRPr>
            </a:lvl7pPr>
            <a:lvl8pPr marL="1904558" indent="-272080">
              <a:spcBef>
                <a:spcPts val="0"/>
              </a:spcBef>
              <a:spcAft>
                <a:spcPts val="0"/>
              </a:spcAft>
              <a:buSzPct val="70000"/>
              <a:defRPr sz="2100" baseline="0">
                <a:latin typeface="Arial" pitchFamily="34" charset="0"/>
                <a:cs typeface="Arial" pitchFamily="34" charset="0"/>
              </a:defRPr>
            </a:lvl8pPr>
            <a:lvl9pPr marL="2170970" indent="-266412">
              <a:spcBef>
                <a:spcPts val="0"/>
              </a:spcBef>
              <a:spcAft>
                <a:spcPts val="0"/>
              </a:spcAft>
              <a:buSzPct val="70000"/>
              <a:buFont typeface="Arial" pitchFamily="34" charset="0"/>
              <a:buChar char="–"/>
              <a:defRPr sz="2100">
                <a:latin typeface="Arial" pitchFamily="34" charset="0"/>
                <a:cs typeface="Arial" pitchFamily="34" charset="0"/>
              </a:defRPr>
            </a:lvl9pPr>
          </a:lstStyle>
          <a:p>
            <a:pPr marL="345769" lvl="0" indent="-345769" algn="l" defTabSz="1088319"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0199" lvl="2" indent="-332542" algn="l" defTabSz="1088319"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2741" lvl="3" indent="-332542" algn="l" defTabSz="1088319"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52841" lvl="4" indent="-340100" algn="l" defTabSz="111099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8056" lvl="5" indent="-340100" algn="l" defTabSz="1088319"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099" y="1270747"/>
            <a:ext cx="10962167" cy="353943"/>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103093506"/>
      </p:ext>
    </p:extLst>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41102" y="1972131"/>
            <a:ext cx="10945239" cy="1569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2389827"/>
      </p:ext>
    </p:extLst>
  </p:cSld>
  <p:clrMapOvr>
    <a:masterClrMapping/>
  </p:clrMapOvr>
  <p:transition>
    <p:strips dir="rd"/>
  </p:transition>
</p:sldLayout>
</file>

<file path=ppt/slideLayouts/slideLayout414.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1" y="0"/>
            <a:ext cx="12187239" cy="6859588"/>
          </a:xfrm>
          <a:prstGeom prst="rect">
            <a:avLst/>
          </a:prstGeom>
        </p:spPr>
      </p:pic>
      <p:pic>
        <p:nvPicPr>
          <p:cNvPr id="3" name="Picture 2" descr="Ridge.pdf"/>
          <p:cNvPicPr>
            <a:picLocks noChangeAspect="1"/>
          </p:cNvPicPr>
          <p:nvPr userDrawn="1"/>
        </p:nvPicPr>
        <p:blipFill>
          <a:blip r:embed="rId3" cstate="email"/>
          <a:stretch>
            <a:fillRect/>
          </a:stretch>
        </p:blipFill>
        <p:spPr bwMode="ltGray">
          <a:xfrm>
            <a:off x="612" y="24"/>
            <a:ext cx="3025650" cy="825692"/>
          </a:xfrm>
          <a:prstGeom prst="rect">
            <a:avLst/>
          </a:prstGeom>
        </p:spPr>
      </p:pic>
    </p:spTree>
    <p:extLst>
      <p:ext uri="{BB962C8B-B14F-4D97-AF65-F5344CB8AC3E}">
        <p14:creationId xmlns:p14="http://schemas.microsoft.com/office/powerpoint/2010/main" val="389527461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15.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2" y="1972156"/>
            <a:ext cx="5435592" cy="4163389"/>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49080" y="1972163"/>
            <a:ext cx="5126679" cy="1769074"/>
          </a:xfrm>
          <a:ln>
            <a:noFill/>
          </a:ln>
        </p:spPr>
        <p:txBody>
          <a:bodyPr wrap="square" lIns="0" tIns="0" rIns="0" bIns="0">
            <a:spAutoFit/>
          </a:bodyPr>
          <a:lstStyle>
            <a:lvl1pPr>
              <a:spcBef>
                <a:spcPts val="0"/>
              </a:spcBef>
              <a:spcAft>
                <a:spcPts val="0"/>
              </a:spcAft>
              <a:defRPr lang="en-US" sz="2299"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299" b="0" kern="1200" baseline="0" dirty="0" smtClean="0">
                <a:solidFill>
                  <a:schemeClr val="tx1"/>
                </a:solidFill>
                <a:latin typeface="+mn-lt"/>
                <a:ea typeface="+mn-ea"/>
                <a:cs typeface="Arial" pitchFamily="34" charset="0"/>
              </a:defRPr>
            </a:lvl2pPr>
            <a:lvl3pPr>
              <a:spcBef>
                <a:spcPts val="0"/>
              </a:spcBef>
              <a:spcAft>
                <a:spcPts val="0"/>
              </a:spcAft>
              <a:defRPr lang="en-US" sz="2299"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299"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299" b="0" kern="1200" baseline="0" dirty="0" smtClean="0">
                <a:solidFill>
                  <a:schemeClr val="tx1"/>
                </a:solidFill>
                <a:latin typeface="Arial" pitchFamily="34" charset="0"/>
                <a:ea typeface="+mn-ea"/>
                <a:cs typeface="Arial" pitchFamily="34" charset="0"/>
              </a:defRPr>
            </a:lvl5pPr>
            <a:lvl6pPr marL="1459495" indent="-297977">
              <a:spcBef>
                <a:spcPts val="0"/>
              </a:spcBef>
              <a:spcAft>
                <a:spcPts val="0"/>
              </a:spcAft>
              <a:buSzPct val="70000"/>
              <a:defRPr lang="en-US" sz="2299" kern="1200" dirty="0" smtClean="0">
                <a:solidFill>
                  <a:schemeClr val="tx1"/>
                </a:solidFill>
                <a:latin typeface="Arial" pitchFamily="34" charset="0"/>
                <a:ea typeface="+mn-ea"/>
                <a:cs typeface="Arial" pitchFamily="34" charset="0"/>
              </a:defRPr>
            </a:lvl6pPr>
            <a:lvl7pPr marL="1751402" indent="-291899">
              <a:spcBef>
                <a:spcPts val="0"/>
              </a:spcBef>
              <a:spcAft>
                <a:spcPts val="0"/>
              </a:spcAft>
              <a:buSzPct val="70000"/>
              <a:buFont typeface="Arial" pitchFamily="34" charset="0"/>
              <a:buChar char="–"/>
              <a:defRPr sz="2299" baseline="0">
                <a:latin typeface="+mj-lt"/>
              </a:defRPr>
            </a:lvl7pPr>
            <a:lvl8pPr marL="2043301" indent="-291899">
              <a:spcBef>
                <a:spcPts val="0"/>
              </a:spcBef>
              <a:spcAft>
                <a:spcPts val="0"/>
              </a:spcAft>
              <a:buSzPct val="70000"/>
              <a:defRPr sz="2299" baseline="0">
                <a:latin typeface="+mj-lt"/>
              </a:defRPr>
            </a:lvl8pPr>
            <a:lvl9pPr marL="2329111" indent="-285823">
              <a:spcBef>
                <a:spcPts val="0"/>
              </a:spcBef>
              <a:spcAft>
                <a:spcPts val="0"/>
              </a:spcAft>
              <a:buSzPct val="70000"/>
              <a:buFont typeface="Arial" pitchFamily="34" charset="0"/>
              <a:buChar char="–"/>
              <a:defRPr sz="2299">
                <a:latin typeface="+mj-lt"/>
              </a:defRPr>
            </a:lvl9pPr>
          </a:lstStyle>
          <a:p>
            <a:pPr marL="370958" lvl="0" indent="-370958" algn="l" defTabSz="1167597"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9747" lvl="2" indent="-356764" algn="l" defTabSz="1167597"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6520" lvl="3" indent="-356764" algn="l" defTabSz="1167597"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51394" lvl="4" indent="-364870" algn="l" defTabSz="119192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2488" lvl="5" indent="-364870" algn="l" defTabSz="1167597"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150" y="727249"/>
            <a:ext cx="10964283" cy="61510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97" b="1" kern="1200" dirty="0">
                <a:solidFill>
                  <a:schemeClr val="tx2"/>
                </a:solidFill>
                <a:latin typeface="Arial" pitchFamily="34" charset="0"/>
                <a:ea typeface="+mj-ea"/>
                <a:cs typeface="Arial" pitchFamily="34" charset="0"/>
              </a:defRPr>
            </a:lvl1pPr>
          </a:lstStyle>
          <a:p>
            <a:pPr lvl="0" algn="l" defTabSz="1167597"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099" y="1270776"/>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062921110"/>
      </p:ext>
    </p:extLst>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p:cSld name="7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4" y="719285"/>
            <a:ext cx="10962166" cy="47660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097" b="1" kern="1200" dirty="0">
                <a:solidFill>
                  <a:schemeClr val="tx2"/>
                </a:solidFill>
                <a:latin typeface="Arial" pitchFamily="34" charset="0"/>
                <a:ea typeface="+mj-ea"/>
                <a:cs typeface="Arial" pitchFamily="34" charset="0"/>
              </a:defRPr>
            </a:lvl1pPr>
          </a:lstStyle>
          <a:p>
            <a:pPr lvl="0" algn="l" defTabSz="1167597"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62"/>
            <a:ext cx="10962167" cy="1769074"/>
          </a:xfrm>
        </p:spPr>
        <p:txBody>
          <a:bodyPr wrap="square">
            <a:spAutoFit/>
          </a:bodyPr>
          <a:lstStyle>
            <a:lvl1pPr algn="l" rtl="0" eaLnBrk="1" latinLnBrk="0" hangingPunct="1">
              <a:spcBef>
                <a:spcPts val="0"/>
              </a:spcBef>
              <a:spcAft>
                <a:spcPts val="0"/>
              </a:spcAft>
              <a:buClr>
                <a:schemeClr val="bg2"/>
              </a:buClr>
              <a:buSzPct val="120000"/>
              <a:defRPr lang="en-US" sz="2299"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299"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299"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299"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299" b="0" kern="1200" baseline="0" dirty="0" smtClean="0">
                <a:solidFill>
                  <a:schemeClr val="tx1"/>
                </a:solidFill>
                <a:latin typeface="Arial" pitchFamily="34" charset="0"/>
                <a:ea typeface="+mn-ea"/>
                <a:cs typeface="Arial" pitchFamily="34" charset="0"/>
              </a:defRPr>
            </a:lvl5pPr>
            <a:lvl6pPr marL="1832488" indent="-364870">
              <a:spcBef>
                <a:spcPts val="0"/>
              </a:spcBef>
              <a:spcAft>
                <a:spcPts val="0"/>
              </a:spcAft>
              <a:buClr>
                <a:schemeClr val="tx2"/>
              </a:buClr>
              <a:buSzPct val="70000"/>
              <a:buFont typeface="Wingdings" pitchFamily="2" charset="2"/>
              <a:buChar char="§"/>
              <a:defRPr lang="en-US" sz="2299" kern="1200" dirty="0" smtClean="0">
                <a:solidFill>
                  <a:schemeClr val="tx1"/>
                </a:solidFill>
                <a:latin typeface="Arial" pitchFamily="34" charset="0"/>
                <a:ea typeface="+mn-ea"/>
                <a:cs typeface="Arial" pitchFamily="34" charset="0"/>
              </a:defRPr>
            </a:lvl6pPr>
            <a:lvl7pPr marL="2189247" indent="-348663">
              <a:spcBef>
                <a:spcPts val="0"/>
              </a:spcBef>
              <a:spcAft>
                <a:spcPts val="0"/>
              </a:spcAft>
              <a:buClr>
                <a:schemeClr val="tx2"/>
              </a:buClr>
              <a:buSzPct val="70000"/>
              <a:buFont typeface="Arial" pitchFamily="34" charset="0"/>
              <a:buChar char="–"/>
              <a:defRPr sz="2299" baseline="0">
                <a:solidFill>
                  <a:schemeClr val="tx1"/>
                </a:solidFill>
                <a:latin typeface="+mn-lt"/>
                <a:cs typeface="Arial" pitchFamily="34" charset="0"/>
              </a:defRPr>
            </a:lvl7pPr>
            <a:lvl8pPr marL="2043301" indent="-291899">
              <a:spcBef>
                <a:spcPts val="0"/>
              </a:spcBef>
              <a:spcAft>
                <a:spcPts val="0"/>
              </a:spcAft>
              <a:buSzPct val="70000"/>
              <a:defRPr sz="2299" baseline="0">
                <a:latin typeface="Arial" pitchFamily="34" charset="0"/>
                <a:cs typeface="Arial" pitchFamily="34" charset="0"/>
              </a:defRPr>
            </a:lvl8pPr>
            <a:lvl9pPr marL="2329111" indent="-285823">
              <a:spcBef>
                <a:spcPts val="0"/>
              </a:spcBef>
              <a:spcAft>
                <a:spcPts val="0"/>
              </a:spcAft>
              <a:buSzPct val="70000"/>
              <a:buFont typeface="Arial" pitchFamily="34" charset="0"/>
              <a:buChar char="–"/>
              <a:defRPr sz="2299">
                <a:latin typeface="Arial" pitchFamily="34" charset="0"/>
                <a:cs typeface="Arial" pitchFamily="34" charset="0"/>
              </a:defRPr>
            </a:lvl9pPr>
          </a:lstStyle>
          <a:p>
            <a:pPr marL="370958" lvl="0" indent="-370958" algn="l" defTabSz="1167597"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9747" lvl="2" indent="-356764" algn="l" defTabSz="1167597"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6520" lvl="3" indent="-356764" algn="l" defTabSz="1167597"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51394" lvl="4" indent="-364870" algn="l" defTabSz="119192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2488" lvl="5" indent="-364870" algn="l" defTabSz="1167597"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099" y="1146063"/>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15166086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17.xml><?xml version="1.0" encoding="utf-8"?>
<p:sldLayout xmlns:a="http://schemas.openxmlformats.org/drawingml/2006/main" xmlns:r="http://schemas.openxmlformats.org/officeDocument/2006/relationships" xmlns:p="http://schemas.openxmlformats.org/presentationml/2006/main">
  <p:cSld name="8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4" y="719285"/>
            <a:ext cx="10962166" cy="47660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097" b="1" kern="1200" dirty="0">
                <a:solidFill>
                  <a:schemeClr val="tx2"/>
                </a:solidFill>
                <a:latin typeface="Arial" pitchFamily="34" charset="0"/>
                <a:ea typeface="+mj-ea"/>
                <a:cs typeface="Arial" pitchFamily="34" charset="0"/>
              </a:defRPr>
            </a:lvl1pPr>
          </a:lstStyle>
          <a:p>
            <a:pPr lvl="0" algn="l" defTabSz="1167597"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62"/>
            <a:ext cx="10962167" cy="1769074"/>
          </a:xfrm>
        </p:spPr>
        <p:txBody>
          <a:bodyPr wrap="square">
            <a:spAutoFit/>
          </a:bodyPr>
          <a:lstStyle>
            <a:lvl1pPr algn="l" rtl="0" eaLnBrk="1" latinLnBrk="0" hangingPunct="1">
              <a:spcBef>
                <a:spcPts val="0"/>
              </a:spcBef>
              <a:spcAft>
                <a:spcPts val="0"/>
              </a:spcAft>
              <a:buClr>
                <a:schemeClr val="bg2"/>
              </a:buClr>
              <a:buSzPct val="120000"/>
              <a:defRPr lang="en-US" sz="2299"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299"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299"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299"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299" b="0" kern="1200" baseline="0" dirty="0" smtClean="0">
                <a:solidFill>
                  <a:schemeClr val="tx1"/>
                </a:solidFill>
                <a:latin typeface="Arial" pitchFamily="34" charset="0"/>
                <a:ea typeface="+mn-ea"/>
                <a:cs typeface="Arial" pitchFamily="34" charset="0"/>
              </a:defRPr>
            </a:lvl5pPr>
            <a:lvl6pPr marL="1832488" indent="-364870">
              <a:spcBef>
                <a:spcPts val="0"/>
              </a:spcBef>
              <a:spcAft>
                <a:spcPts val="0"/>
              </a:spcAft>
              <a:buClr>
                <a:schemeClr val="tx2"/>
              </a:buClr>
              <a:buSzPct val="70000"/>
              <a:buFont typeface="Wingdings" pitchFamily="2" charset="2"/>
              <a:buChar char="§"/>
              <a:defRPr lang="en-US" sz="2299" kern="1200" dirty="0" smtClean="0">
                <a:solidFill>
                  <a:schemeClr val="tx1"/>
                </a:solidFill>
                <a:latin typeface="Arial" pitchFamily="34" charset="0"/>
                <a:ea typeface="+mn-ea"/>
                <a:cs typeface="Arial" pitchFamily="34" charset="0"/>
              </a:defRPr>
            </a:lvl6pPr>
            <a:lvl7pPr marL="2189247" indent="-348663">
              <a:spcBef>
                <a:spcPts val="0"/>
              </a:spcBef>
              <a:spcAft>
                <a:spcPts val="0"/>
              </a:spcAft>
              <a:buClr>
                <a:schemeClr val="tx2"/>
              </a:buClr>
              <a:buSzPct val="70000"/>
              <a:buFont typeface="Arial" pitchFamily="34" charset="0"/>
              <a:buChar char="–"/>
              <a:defRPr sz="2299" baseline="0">
                <a:solidFill>
                  <a:schemeClr val="tx1"/>
                </a:solidFill>
                <a:latin typeface="+mn-lt"/>
                <a:cs typeface="Arial" pitchFamily="34" charset="0"/>
              </a:defRPr>
            </a:lvl7pPr>
            <a:lvl8pPr marL="2043301" indent="-291899">
              <a:spcBef>
                <a:spcPts val="0"/>
              </a:spcBef>
              <a:spcAft>
                <a:spcPts val="0"/>
              </a:spcAft>
              <a:buSzPct val="70000"/>
              <a:defRPr sz="2299" baseline="0">
                <a:latin typeface="Arial" pitchFamily="34" charset="0"/>
                <a:cs typeface="Arial" pitchFamily="34" charset="0"/>
              </a:defRPr>
            </a:lvl8pPr>
            <a:lvl9pPr marL="2329111" indent="-285823">
              <a:spcBef>
                <a:spcPts val="0"/>
              </a:spcBef>
              <a:spcAft>
                <a:spcPts val="0"/>
              </a:spcAft>
              <a:buSzPct val="70000"/>
              <a:buFont typeface="Arial" pitchFamily="34" charset="0"/>
              <a:buChar char="–"/>
              <a:defRPr sz="2299">
                <a:latin typeface="Arial" pitchFamily="34" charset="0"/>
                <a:cs typeface="Arial" pitchFamily="34" charset="0"/>
              </a:defRPr>
            </a:lvl9pPr>
          </a:lstStyle>
          <a:p>
            <a:pPr marL="370958" lvl="0" indent="-370958" algn="l" defTabSz="1167597"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9747" lvl="2" indent="-356764" algn="l" defTabSz="1167597"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6520" lvl="3" indent="-356764" algn="l" defTabSz="1167597"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51394" lvl="4" indent="-364870" algn="l" defTabSz="119192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2488" lvl="5" indent="-364870" algn="l" defTabSz="1167597"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099" y="1146063"/>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85951297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18.xml><?xml version="1.0" encoding="utf-8"?>
<p:sldLayout xmlns:a="http://schemas.openxmlformats.org/drawingml/2006/main" xmlns:r="http://schemas.openxmlformats.org/officeDocument/2006/relationships" xmlns:p="http://schemas.openxmlformats.org/presentationml/2006/main">
  <p:cSld name="9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4" y="719285"/>
            <a:ext cx="10962166" cy="47660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097" b="1" kern="1200" dirty="0">
                <a:solidFill>
                  <a:schemeClr val="tx2"/>
                </a:solidFill>
                <a:latin typeface="Arial" pitchFamily="34" charset="0"/>
                <a:ea typeface="+mj-ea"/>
                <a:cs typeface="Arial" pitchFamily="34" charset="0"/>
              </a:defRPr>
            </a:lvl1pPr>
          </a:lstStyle>
          <a:p>
            <a:pPr lvl="0" algn="l" defTabSz="1167597"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62"/>
            <a:ext cx="10962167" cy="1769074"/>
          </a:xfrm>
        </p:spPr>
        <p:txBody>
          <a:bodyPr wrap="square">
            <a:spAutoFit/>
          </a:bodyPr>
          <a:lstStyle>
            <a:lvl1pPr algn="l" rtl="0" eaLnBrk="1" latinLnBrk="0" hangingPunct="1">
              <a:spcBef>
                <a:spcPts val="0"/>
              </a:spcBef>
              <a:spcAft>
                <a:spcPts val="0"/>
              </a:spcAft>
              <a:buClr>
                <a:schemeClr val="bg2"/>
              </a:buClr>
              <a:buSzPct val="120000"/>
              <a:defRPr lang="en-US" sz="2299"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299"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299"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299"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299" b="0" kern="1200" baseline="0" dirty="0" smtClean="0">
                <a:solidFill>
                  <a:schemeClr val="tx1"/>
                </a:solidFill>
                <a:latin typeface="Arial" pitchFamily="34" charset="0"/>
                <a:ea typeface="+mn-ea"/>
                <a:cs typeface="Arial" pitchFamily="34" charset="0"/>
              </a:defRPr>
            </a:lvl5pPr>
            <a:lvl6pPr marL="1832488" indent="-364870">
              <a:spcBef>
                <a:spcPts val="0"/>
              </a:spcBef>
              <a:spcAft>
                <a:spcPts val="0"/>
              </a:spcAft>
              <a:buClr>
                <a:schemeClr val="tx2"/>
              </a:buClr>
              <a:buSzPct val="70000"/>
              <a:buFont typeface="Wingdings" pitchFamily="2" charset="2"/>
              <a:buChar char="§"/>
              <a:defRPr lang="en-US" sz="2299" kern="1200" dirty="0" smtClean="0">
                <a:solidFill>
                  <a:schemeClr val="tx1"/>
                </a:solidFill>
                <a:latin typeface="Arial" pitchFamily="34" charset="0"/>
                <a:ea typeface="+mn-ea"/>
                <a:cs typeface="Arial" pitchFamily="34" charset="0"/>
              </a:defRPr>
            </a:lvl6pPr>
            <a:lvl7pPr marL="2189247" indent="-348663">
              <a:spcBef>
                <a:spcPts val="0"/>
              </a:spcBef>
              <a:spcAft>
                <a:spcPts val="0"/>
              </a:spcAft>
              <a:buClr>
                <a:schemeClr val="tx2"/>
              </a:buClr>
              <a:buSzPct val="70000"/>
              <a:buFont typeface="Arial" pitchFamily="34" charset="0"/>
              <a:buChar char="–"/>
              <a:defRPr sz="2299" baseline="0">
                <a:solidFill>
                  <a:schemeClr val="tx1"/>
                </a:solidFill>
                <a:latin typeface="+mn-lt"/>
                <a:cs typeface="Arial" pitchFamily="34" charset="0"/>
              </a:defRPr>
            </a:lvl7pPr>
            <a:lvl8pPr marL="2043301" indent="-291899">
              <a:spcBef>
                <a:spcPts val="0"/>
              </a:spcBef>
              <a:spcAft>
                <a:spcPts val="0"/>
              </a:spcAft>
              <a:buSzPct val="70000"/>
              <a:defRPr sz="2299" baseline="0">
                <a:latin typeface="Arial" pitchFamily="34" charset="0"/>
                <a:cs typeface="Arial" pitchFamily="34" charset="0"/>
              </a:defRPr>
            </a:lvl8pPr>
            <a:lvl9pPr marL="2329111" indent="-285823">
              <a:spcBef>
                <a:spcPts val="0"/>
              </a:spcBef>
              <a:spcAft>
                <a:spcPts val="0"/>
              </a:spcAft>
              <a:buSzPct val="70000"/>
              <a:buFont typeface="Arial" pitchFamily="34" charset="0"/>
              <a:buChar char="–"/>
              <a:defRPr sz="2299">
                <a:latin typeface="Arial" pitchFamily="34" charset="0"/>
                <a:cs typeface="Arial" pitchFamily="34" charset="0"/>
              </a:defRPr>
            </a:lvl9pPr>
          </a:lstStyle>
          <a:p>
            <a:pPr marL="370958" lvl="0" indent="-370958" algn="l" defTabSz="1167597"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9747" lvl="2" indent="-356764" algn="l" defTabSz="1167597"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6520" lvl="3" indent="-356764" algn="l" defTabSz="1167597"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51394" lvl="4" indent="-364870" algn="l" defTabSz="119192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2488" lvl="5" indent="-364870" algn="l" defTabSz="1167597"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099" y="1146063"/>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53686139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19.xml><?xml version="1.0" encoding="utf-8"?>
<p:sldLayout xmlns:a="http://schemas.openxmlformats.org/drawingml/2006/main" xmlns:r="http://schemas.openxmlformats.org/officeDocument/2006/relationships" xmlns:p="http://schemas.openxmlformats.org/presentationml/2006/main" userDrawn="1">
  <p:cSld name="15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04" y="719338"/>
            <a:ext cx="10962166" cy="61510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97" b="1" kern="1200" dirty="0">
                <a:solidFill>
                  <a:schemeClr val="tx2"/>
                </a:solidFill>
                <a:latin typeface="Arial" pitchFamily="34" charset="0"/>
                <a:ea typeface="+mj-ea"/>
                <a:cs typeface="Arial" pitchFamily="34" charset="0"/>
              </a:defRPr>
            </a:lvl1pPr>
          </a:lstStyle>
          <a:p>
            <a:pPr lvl="0" algn="l" defTabSz="1166568"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03" y="6630950"/>
            <a:ext cx="7810664" cy="184666"/>
          </a:xfrm>
          <a:prstGeom prst="rect">
            <a:avLst/>
          </a:prstGeom>
          <a:noFill/>
          <a:ln w="9525">
            <a:noFill/>
            <a:miter lim="800000"/>
            <a:headEnd/>
            <a:tailEnd/>
          </a:ln>
        </p:spPr>
        <p:txBody>
          <a:bodyPr wrap="none" lIns="0" tIns="0" rIns="0" bIns="0">
            <a:spAutoFit/>
          </a:bodyPr>
          <a:lstStyle/>
          <a:p>
            <a:pPr defTabSz="1166568" fontAlgn="auto">
              <a:spcBef>
                <a:spcPts val="0"/>
              </a:spcBef>
              <a:spcAft>
                <a:spcPts val="0"/>
              </a:spcAft>
              <a:defRPr/>
            </a:pPr>
            <a:r>
              <a:rPr lang="en-US" sz="1200" dirty="0">
                <a:solidFill>
                  <a:srgbClr val="6D6E71"/>
                </a:solidFill>
                <a:latin typeface="Arial"/>
              </a:rPr>
              <a:t> The contents in this document are </a:t>
            </a:r>
            <a:r>
              <a:rPr lang="en-US" sz="1200" dirty="0">
                <a:solidFill>
                  <a:prstClr val="white">
                    <a:lumMod val="50000"/>
                  </a:prstClr>
                </a:solidFill>
                <a:latin typeface="Arial"/>
                <a:ea typeface="Times New Roman"/>
              </a:rPr>
              <a:t>Confidential &amp; Proprietary</a:t>
            </a:r>
            <a:r>
              <a:rPr lang="en-US" sz="1200" dirty="0">
                <a:solidFill>
                  <a:prstClr val="white">
                    <a:lumMod val="50000"/>
                  </a:prstClr>
                </a:solidFill>
                <a:latin typeface="Arial"/>
              </a:rPr>
              <a:t>. </a:t>
            </a:r>
            <a:r>
              <a:rPr lang="en-US" sz="1200" dirty="0">
                <a:solidFill>
                  <a:srgbClr val="6D6E71"/>
                </a:solidFill>
                <a:latin typeface="Arial"/>
              </a:rPr>
              <a:t>Copyright © 2016 Tech Mahindra. All rights reserved.</a:t>
            </a:r>
          </a:p>
        </p:txBody>
      </p:sp>
      <p:sp>
        <p:nvSpPr>
          <p:cNvPr id="6" name="Slide Number Placeholder 5"/>
          <p:cNvSpPr txBox="1">
            <a:spLocks/>
          </p:cNvSpPr>
          <p:nvPr userDrawn="1"/>
        </p:nvSpPr>
        <p:spPr bwMode="auto">
          <a:xfrm>
            <a:off x="11762878" y="6592588"/>
            <a:ext cx="205184" cy="199927"/>
          </a:xfrm>
          <a:prstGeom prst="rect">
            <a:avLst/>
          </a:prstGeom>
          <a:noFill/>
          <a:ln w="9525">
            <a:noFill/>
            <a:miter lim="800000"/>
            <a:headEnd/>
            <a:tailEnd/>
          </a:ln>
        </p:spPr>
        <p:txBody>
          <a:bodyPr wrap="none" lIns="0" tIns="0" rIns="0" bIns="0" anchor="ctr">
            <a:spAutoFit/>
          </a:bodyPr>
          <a:lstStyle/>
          <a:p>
            <a:pPr algn="r" defTabSz="1166568" fontAlgn="auto">
              <a:spcBef>
                <a:spcPts val="0"/>
              </a:spcBef>
              <a:spcAft>
                <a:spcPts val="0"/>
              </a:spcAft>
              <a:defRPr/>
            </a:pPr>
            <a:fld id="{6856ECDB-1CEE-4F69-ADCA-557460F2116E}" type="slidenum">
              <a:rPr lang="en-US" sz="1299">
                <a:solidFill>
                  <a:srgbClr val="6D6E71"/>
                </a:solidFill>
                <a:latin typeface="Arial"/>
              </a:rPr>
              <a:pPr algn="r" defTabSz="1166568" fontAlgn="auto">
                <a:spcBef>
                  <a:spcPts val="0"/>
                </a:spcBef>
                <a:spcAft>
                  <a:spcPts val="0"/>
                </a:spcAft>
                <a:defRPr/>
              </a:pPr>
              <a:t>‹#›</a:t>
            </a:fld>
            <a:endParaRPr lang="en-US" sz="1299"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2" y="24"/>
            <a:ext cx="3025650" cy="825692"/>
          </a:xfrm>
          <a:prstGeom prst="rect">
            <a:avLst/>
          </a:prstGeom>
        </p:spPr>
      </p:pic>
    </p:spTree>
    <p:extLst>
      <p:ext uri="{BB962C8B-B14F-4D97-AF65-F5344CB8AC3E}">
        <p14:creationId xmlns:p14="http://schemas.microsoft.com/office/powerpoint/2010/main" val="187199867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20.xml><?xml version="1.0" encoding="utf-8"?>
<p:sldLayout xmlns:a="http://schemas.openxmlformats.org/drawingml/2006/main" xmlns:r="http://schemas.openxmlformats.org/officeDocument/2006/relationships" xmlns:p="http://schemas.openxmlformats.org/presentationml/2006/main" userDrawn="1">
  <p:cSld name="17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04" y="719338"/>
            <a:ext cx="10962166" cy="61510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97" b="1" kern="1200" dirty="0">
                <a:solidFill>
                  <a:schemeClr val="tx2"/>
                </a:solidFill>
                <a:latin typeface="Arial" pitchFamily="34" charset="0"/>
                <a:ea typeface="+mj-ea"/>
                <a:cs typeface="Arial" pitchFamily="34" charset="0"/>
              </a:defRPr>
            </a:lvl1pPr>
          </a:lstStyle>
          <a:p>
            <a:pPr lvl="0" algn="l" defTabSz="1166568"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03" y="6630950"/>
            <a:ext cx="7810664" cy="184666"/>
          </a:xfrm>
          <a:prstGeom prst="rect">
            <a:avLst/>
          </a:prstGeom>
          <a:noFill/>
          <a:ln w="9525">
            <a:noFill/>
            <a:miter lim="800000"/>
            <a:headEnd/>
            <a:tailEnd/>
          </a:ln>
        </p:spPr>
        <p:txBody>
          <a:bodyPr wrap="none" lIns="0" tIns="0" rIns="0" bIns="0">
            <a:spAutoFit/>
          </a:bodyPr>
          <a:lstStyle/>
          <a:p>
            <a:pPr defTabSz="1166568" fontAlgn="auto">
              <a:spcBef>
                <a:spcPts val="0"/>
              </a:spcBef>
              <a:spcAft>
                <a:spcPts val="0"/>
              </a:spcAft>
              <a:defRPr/>
            </a:pPr>
            <a:r>
              <a:rPr lang="en-US" sz="1200" dirty="0">
                <a:solidFill>
                  <a:srgbClr val="6D6E71"/>
                </a:solidFill>
                <a:latin typeface="Arial"/>
              </a:rPr>
              <a:t> The contents in this document are </a:t>
            </a:r>
            <a:r>
              <a:rPr lang="en-US" sz="1200" dirty="0">
                <a:solidFill>
                  <a:prstClr val="white">
                    <a:lumMod val="50000"/>
                  </a:prstClr>
                </a:solidFill>
                <a:latin typeface="Arial"/>
                <a:ea typeface="Times New Roman"/>
              </a:rPr>
              <a:t>Confidential &amp; Proprietary</a:t>
            </a:r>
            <a:r>
              <a:rPr lang="en-US" sz="1200" dirty="0">
                <a:solidFill>
                  <a:prstClr val="white">
                    <a:lumMod val="50000"/>
                  </a:prstClr>
                </a:solidFill>
                <a:latin typeface="Arial"/>
              </a:rPr>
              <a:t>. </a:t>
            </a:r>
            <a:r>
              <a:rPr lang="en-US" sz="1200" dirty="0">
                <a:solidFill>
                  <a:srgbClr val="6D6E71"/>
                </a:solidFill>
                <a:latin typeface="Arial"/>
              </a:rPr>
              <a:t>Copyright © 2016 Tech Mahindra. All rights reserved.</a:t>
            </a:r>
          </a:p>
        </p:txBody>
      </p:sp>
      <p:sp>
        <p:nvSpPr>
          <p:cNvPr id="6" name="Slide Number Placeholder 5"/>
          <p:cNvSpPr txBox="1">
            <a:spLocks/>
          </p:cNvSpPr>
          <p:nvPr userDrawn="1"/>
        </p:nvSpPr>
        <p:spPr bwMode="auto">
          <a:xfrm>
            <a:off x="11762878" y="6592588"/>
            <a:ext cx="205184" cy="199927"/>
          </a:xfrm>
          <a:prstGeom prst="rect">
            <a:avLst/>
          </a:prstGeom>
          <a:noFill/>
          <a:ln w="9525">
            <a:noFill/>
            <a:miter lim="800000"/>
            <a:headEnd/>
            <a:tailEnd/>
          </a:ln>
        </p:spPr>
        <p:txBody>
          <a:bodyPr wrap="none" lIns="0" tIns="0" rIns="0" bIns="0" anchor="ctr">
            <a:spAutoFit/>
          </a:bodyPr>
          <a:lstStyle/>
          <a:p>
            <a:pPr algn="r" defTabSz="1166568" fontAlgn="auto">
              <a:spcBef>
                <a:spcPts val="0"/>
              </a:spcBef>
              <a:spcAft>
                <a:spcPts val="0"/>
              </a:spcAft>
              <a:defRPr/>
            </a:pPr>
            <a:fld id="{6856ECDB-1CEE-4F69-ADCA-557460F2116E}" type="slidenum">
              <a:rPr lang="en-US" sz="1299">
                <a:solidFill>
                  <a:srgbClr val="6D6E71"/>
                </a:solidFill>
                <a:latin typeface="Arial"/>
              </a:rPr>
              <a:pPr algn="r" defTabSz="1166568" fontAlgn="auto">
                <a:spcBef>
                  <a:spcPts val="0"/>
                </a:spcBef>
                <a:spcAft>
                  <a:spcPts val="0"/>
                </a:spcAft>
                <a:defRPr/>
              </a:pPr>
              <a:t>‹#›</a:t>
            </a:fld>
            <a:endParaRPr lang="en-US" sz="1299"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2" y="24"/>
            <a:ext cx="3025650" cy="825692"/>
          </a:xfrm>
          <a:prstGeom prst="rect">
            <a:avLst/>
          </a:prstGeom>
        </p:spPr>
      </p:pic>
    </p:spTree>
    <p:extLst>
      <p:ext uri="{BB962C8B-B14F-4D97-AF65-F5344CB8AC3E}">
        <p14:creationId xmlns:p14="http://schemas.microsoft.com/office/powerpoint/2010/main" val="267626720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21.xml><?xml version="1.0" encoding="utf-8"?>
<p:sldLayout xmlns:a="http://schemas.openxmlformats.org/drawingml/2006/main" xmlns:r="http://schemas.openxmlformats.org/officeDocument/2006/relationships" xmlns:p="http://schemas.openxmlformats.org/presentationml/2006/main" userDrawn="1">
  <p:cSld name="18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7238" cy="6859588"/>
          </a:xfrm>
          <a:prstGeom prst="rect">
            <a:avLst/>
          </a:prstGeom>
        </p:spPr>
      </p:pic>
      <p:sp>
        <p:nvSpPr>
          <p:cNvPr id="2" name="Title 1"/>
          <p:cNvSpPr>
            <a:spLocks noGrp="1"/>
          </p:cNvSpPr>
          <p:nvPr>
            <p:ph type="title"/>
          </p:nvPr>
        </p:nvSpPr>
        <p:spPr bwMode="gray">
          <a:xfrm>
            <a:off x="641104" y="719338"/>
            <a:ext cx="10962166" cy="61510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97" b="1" kern="1200" dirty="0">
                <a:solidFill>
                  <a:schemeClr val="tx2"/>
                </a:solidFill>
                <a:latin typeface="Arial" pitchFamily="34" charset="0"/>
                <a:ea typeface="+mj-ea"/>
                <a:cs typeface="Arial" pitchFamily="34" charset="0"/>
              </a:defRPr>
            </a:lvl1pPr>
          </a:lstStyle>
          <a:p>
            <a:pPr lvl="0" algn="l" defTabSz="1166568"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41103" y="6630950"/>
            <a:ext cx="7810664" cy="184666"/>
          </a:xfrm>
          <a:prstGeom prst="rect">
            <a:avLst/>
          </a:prstGeom>
          <a:noFill/>
          <a:ln w="9525">
            <a:noFill/>
            <a:miter lim="800000"/>
            <a:headEnd/>
            <a:tailEnd/>
          </a:ln>
        </p:spPr>
        <p:txBody>
          <a:bodyPr wrap="none" lIns="0" tIns="0" rIns="0" bIns="0">
            <a:spAutoFit/>
          </a:bodyPr>
          <a:lstStyle/>
          <a:p>
            <a:pPr defTabSz="1166568" fontAlgn="auto">
              <a:spcBef>
                <a:spcPts val="0"/>
              </a:spcBef>
              <a:spcAft>
                <a:spcPts val="0"/>
              </a:spcAft>
              <a:defRPr/>
            </a:pPr>
            <a:r>
              <a:rPr lang="en-US" sz="1200" dirty="0">
                <a:solidFill>
                  <a:srgbClr val="6D6E71"/>
                </a:solidFill>
                <a:latin typeface="Arial"/>
              </a:rPr>
              <a:t> The contents in this document are </a:t>
            </a:r>
            <a:r>
              <a:rPr lang="en-US" sz="1200" dirty="0">
                <a:solidFill>
                  <a:prstClr val="white">
                    <a:lumMod val="50000"/>
                  </a:prstClr>
                </a:solidFill>
                <a:latin typeface="Arial"/>
                <a:ea typeface="Times New Roman"/>
              </a:rPr>
              <a:t>Confidential &amp; Proprietary</a:t>
            </a:r>
            <a:r>
              <a:rPr lang="en-US" sz="1200" dirty="0">
                <a:solidFill>
                  <a:prstClr val="white">
                    <a:lumMod val="50000"/>
                  </a:prstClr>
                </a:solidFill>
                <a:latin typeface="Arial"/>
              </a:rPr>
              <a:t>. </a:t>
            </a:r>
            <a:r>
              <a:rPr lang="en-US" sz="1200" dirty="0">
                <a:solidFill>
                  <a:srgbClr val="6D6E71"/>
                </a:solidFill>
                <a:latin typeface="Arial"/>
              </a:rPr>
              <a:t>Copyright © 2016 Tech Mahindra. All rights reserved.</a:t>
            </a:r>
          </a:p>
        </p:txBody>
      </p:sp>
      <p:sp>
        <p:nvSpPr>
          <p:cNvPr id="6" name="Slide Number Placeholder 5"/>
          <p:cNvSpPr txBox="1">
            <a:spLocks/>
          </p:cNvSpPr>
          <p:nvPr userDrawn="1"/>
        </p:nvSpPr>
        <p:spPr bwMode="auto">
          <a:xfrm>
            <a:off x="11762878" y="6592588"/>
            <a:ext cx="205184" cy="199927"/>
          </a:xfrm>
          <a:prstGeom prst="rect">
            <a:avLst/>
          </a:prstGeom>
          <a:noFill/>
          <a:ln w="9525">
            <a:noFill/>
            <a:miter lim="800000"/>
            <a:headEnd/>
            <a:tailEnd/>
          </a:ln>
        </p:spPr>
        <p:txBody>
          <a:bodyPr wrap="none" lIns="0" tIns="0" rIns="0" bIns="0" anchor="ctr">
            <a:spAutoFit/>
          </a:bodyPr>
          <a:lstStyle/>
          <a:p>
            <a:pPr algn="r" defTabSz="1166568" fontAlgn="auto">
              <a:spcBef>
                <a:spcPts val="0"/>
              </a:spcBef>
              <a:spcAft>
                <a:spcPts val="0"/>
              </a:spcAft>
              <a:defRPr/>
            </a:pPr>
            <a:fld id="{6856ECDB-1CEE-4F69-ADCA-557460F2116E}" type="slidenum">
              <a:rPr lang="en-US" sz="1299">
                <a:solidFill>
                  <a:srgbClr val="6D6E71"/>
                </a:solidFill>
                <a:latin typeface="Arial"/>
              </a:rPr>
              <a:pPr algn="r" defTabSz="1166568" fontAlgn="auto">
                <a:spcBef>
                  <a:spcPts val="0"/>
                </a:spcBef>
                <a:spcAft>
                  <a:spcPts val="0"/>
                </a:spcAft>
                <a:defRPr/>
              </a:pPr>
              <a:t>‹#›</a:t>
            </a:fld>
            <a:endParaRPr lang="en-US" sz="1299" dirty="0">
              <a:solidFill>
                <a:srgbClr val="6D6E71"/>
              </a:solidFill>
              <a:latin typeface="Arial"/>
            </a:endParaRPr>
          </a:p>
        </p:txBody>
      </p:sp>
      <p:pic>
        <p:nvPicPr>
          <p:cNvPr id="7" name="Picture 6" descr="Ridge.pdf"/>
          <p:cNvPicPr>
            <a:picLocks noChangeAspect="1"/>
          </p:cNvPicPr>
          <p:nvPr userDrawn="1"/>
        </p:nvPicPr>
        <p:blipFill>
          <a:blip r:embed="rId3" cstate="email"/>
          <a:stretch>
            <a:fillRect/>
          </a:stretch>
        </p:blipFill>
        <p:spPr bwMode="ltGray">
          <a:xfrm>
            <a:off x="612" y="24"/>
            <a:ext cx="3025650" cy="825692"/>
          </a:xfrm>
          <a:prstGeom prst="rect">
            <a:avLst/>
          </a:prstGeom>
        </p:spPr>
      </p:pic>
    </p:spTree>
    <p:extLst>
      <p:ext uri="{BB962C8B-B14F-4D97-AF65-F5344CB8AC3E}">
        <p14:creationId xmlns:p14="http://schemas.microsoft.com/office/powerpoint/2010/main" val="353634247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22.xml><?xml version="1.0" encoding="utf-8"?>
<p:sldLayout xmlns:a="http://schemas.openxmlformats.org/drawingml/2006/main" xmlns:r="http://schemas.openxmlformats.org/officeDocument/2006/relationships" xmlns:p="http://schemas.openxmlformats.org/presentationml/2006/main">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151" y="727249"/>
            <a:ext cx="10964283" cy="61510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997" b="1" kern="1200" dirty="0">
                <a:solidFill>
                  <a:schemeClr val="tx2"/>
                </a:solidFill>
                <a:latin typeface="Arial" pitchFamily="34" charset="0"/>
                <a:ea typeface="+mj-ea"/>
                <a:cs typeface="Arial" pitchFamily="34" charset="0"/>
              </a:defRPr>
            </a:lvl1pPr>
          </a:lstStyle>
          <a:p>
            <a:pPr lvl="0" algn="l" defTabSz="1167597"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41099" y="1972136"/>
            <a:ext cx="10962167" cy="2383025"/>
          </a:xfrm>
        </p:spPr>
        <p:txBody>
          <a:bodyPr wrap="square">
            <a:spAutoFit/>
          </a:bodyPr>
          <a:lstStyle>
            <a:lvl1pPr>
              <a:spcBef>
                <a:spcPts val="0"/>
              </a:spcBef>
              <a:spcAft>
                <a:spcPts val="0"/>
              </a:spcAft>
              <a:defRPr lang="en-US" sz="3097"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3097"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3097"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3097"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3097" b="0" kern="1200" baseline="0" dirty="0" smtClean="0">
                <a:solidFill>
                  <a:schemeClr val="tx1"/>
                </a:solidFill>
                <a:latin typeface="Arial" pitchFamily="34" charset="0"/>
                <a:ea typeface="+mn-ea"/>
                <a:cs typeface="Arial" pitchFamily="34" charset="0"/>
              </a:defRPr>
            </a:lvl5pPr>
            <a:lvl6pPr marL="1832488" indent="-364870">
              <a:spcBef>
                <a:spcPts val="0"/>
              </a:spcBef>
              <a:spcAft>
                <a:spcPts val="0"/>
              </a:spcAft>
              <a:buClr>
                <a:schemeClr val="tx2"/>
              </a:buClr>
              <a:buSzPct val="70000"/>
              <a:buFont typeface="Wingdings" pitchFamily="2" charset="2"/>
              <a:buChar char="§"/>
              <a:defRPr lang="en-US" sz="3097" kern="1200" dirty="0" smtClean="0">
                <a:solidFill>
                  <a:schemeClr val="tx1"/>
                </a:solidFill>
                <a:latin typeface="Arial" pitchFamily="34" charset="0"/>
                <a:ea typeface="+mn-ea"/>
                <a:cs typeface="Arial" pitchFamily="34" charset="0"/>
              </a:defRPr>
            </a:lvl6pPr>
            <a:lvl7pPr marL="2189247" indent="-348663">
              <a:spcBef>
                <a:spcPts val="0"/>
              </a:spcBef>
              <a:spcAft>
                <a:spcPts val="0"/>
              </a:spcAft>
              <a:buClr>
                <a:schemeClr val="tx2"/>
              </a:buClr>
              <a:buSzPct val="70000"/>
              <a:buFont typeface="Arial" pitchFamily="34" charset="0"/>
              <a:buChar char="–"/>
              <a:defRPr sz="2299" baseline="0">
                <a:solidFill>
                  <a:schemeClr val="tx1"/>
                </a:solidFill>
                <a:latin typeface="+mn-lt"/>
                <a:cs typeface="Arial" pitchFamily="34" charset="0"/>
              </a:defRPr>
            </a:lvl7pPr>
            <a:lvl8pPr marL="2043301" indent="-291899">
              <a:spcBef>
                <a:spcPts val="0"/>
              </a:spcBef>
              <a:spcAft>
                <a:spcPts val="0"/>
              </a:spcAft>
              <a:buSzPct val="70000"/>
              <a:defRPr sz="2299" baseline="0">
                <a:latin typeface="Arial" pitchFamily="34" charset="0"/>
                <a:cs typeface="Arial" pitchFamily="34" charset="0"/>
              </a:defRPr>
            </a:lvl8pPr>
            <a:lvl9pPr marL="2329111" indent="-285823">
              <a:spcBef>
                <a:spcPts val="0"/>
              </a:spcBef>
              <a:spcAft>
                <a:spcPts val="0"/>
              </a:spcAft>
              <a:buSzPct val="70000"/>
              <a:buFont typeface="Arial" pitchFamily="34" charset="0"/>
              <a:buChar char="–"/>
              <a:defRPr sz="2299">
                <a:latin typeface="Arial" pitchFamily="34" charset="0"/>
                <a:cs typeface="Arial" pitchFamily="34" charset="0"/>
              </a:defRPr>
            </a:lvl9pPr>
          </a:lstStyle>
          <a:p>
            <a:pPr marL="370958" lvl="0" indent="-370958" algn="l" defTabSz="1167597"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9747" lvl="2" indent="-356764" algn="l" defTabSz="1167597"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6520" lvl="3" indent="-356764" algn="l" defTabSz="1167597"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51394" lvl="4" indent="-364870" algn="l" defTabSz="119192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2488" lvl="5" indent="-364870" algn="l" defTabSz="1167597"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405944705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2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2" y="1972161"/>
            <a:ext cx="5435592" cy="4163389"/>
          </a:xfrm>
        </p:spPr>
        <p:txBody>
          <a:bodyPr>
            <a:noAutofit/>
          </a:bodyPr>
          <a:lstStyle>
            <a:lvl1pPr marL="0" indent="0">
              <a:buNone/>
              <a:defRPr>
                <a:latin typeface="Arial" pitchFamily="34" charset="0"/>
                <a:cs typeface="Arial" pitchFamily="34" charset="0"/>
              </a:defRPr>
            </a:lvl1pPr>
          </a:lstStyle>
          <a:p>
            <a:pPr lvl="0"/>
            <a:r>
              <a:rPr lang="en-US" noProof="0" dirty="0"/>
              <a:t>Click icon to add picture</a:t>
            </a:r>
          </a:p>
        </p:txBody>
      </p:sp>
      <p:sp>
        <p:nvSpPr>
          <p:cNvPr id="18" name="Text Placeholder 4"/>
          <p:cNvSpPr>
            <a:spLocks noGrp="1"/>
          </p:cNvSpPr>
          <p:nvPr>
            <p:ph type="body" sz="quarter" idx="19"/>
          </p:nvPr>
        </p:nvSpPr>
        <p:spPr bwMode="gray">
          <a:xfrm>
            <a:off x="6449087" y="1972284"/>
            <a:ext cx="5126679" cy="1461940"/>
          </a:xfrm>
          <a:ln>
            <a:noFill/>
          </a:ln>
        </p:spPr>
        <p:txBody>
          <a:bodyPr/>
          <a:lstStyle>
            <a:lvl1pPr>
              <a:spcBef>
                <a:spcPts val="0"/>
              </a:spcBef>
              <a:spcAft>
                <a:spcPts val="0"/>
              </a:spcAft>
              <a:defRPr lang="en-US" sz="1899"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99" b="0" kern="1200" baseline="0" dirty="0" smtClean="0">
                <a:solidFill>
                  <a:schemeClr val="tx1"/>
                </a:solidFill>
                <a:latin typeface="+mn-lt"/>
                <a:ea typeface="+mn-ea"/>
                <a:cs typeface="Arial" pitchFamily="34" charset="0"/>
              </a:defRPr>
            </a:lvl2pPr>
            <a:lvl3pPr>
              <a:spcBef>
                <a:spcPts val="0"/>
              </a:spcBef>
              <a:spcAft>
                <a:spcPts val="0"/>
              </a:spcAft>
              <a:defRPr lang="en-US" sz="1899"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99"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99" b="0" kern="1200" baseline="0" dirty="0" smtClean="0">
                <a:solidFill>
                  <a:schemeClr val="tx1"/>
                </a:solidFill>
                <a:latin typeface="Arial" pitchFamily="34" charset="0"/>
                <a:ea typeface="+mn-ea"/>
                <a:cs typeface="Arial" pitchFamily="34" charset="0"/>
              </a:defRPr>
            </a:lvl5pPr>
            <a:lvl6pPr marL="1216205" indent="-248311">
              <a:spcBef>
                <a:spcPts val="0"/>
              </a:spcBef>
              <a:spcAft>
                <a:spcPts val="0"/>
              </a:spcAft>
              <a:buSzPct val="70000"/>
              <a:defRPr lang="en-US" sz="1899" kern="1200" dirty="0" smtClean="0">
                <a:solidFill>
                  <a:schemeClr val="tx1"/>
                </a:solidFill>
                <a:latin typeface="Arial" pitchFamily="34" charset="0"/>
                <a:ea typeface="+mn-ea"/>
                <a:cs typeface="Arial" pitchFamily="34" charset="0"/>
              </a:defRPr>
            </a:lvl6pPr>
            <a:lvl7pPr marL="1459427" indent="-243237">
              <a:spcBef>
                <a:spcPts val="0"/>
              </a:spcBef>
              <a:spcAft>
                <a:spcPts val="0"/>
              </a:spcAft>
              <a:buSzPct val="70000"/>
              <a:buFont typeface="Arial" pitchFamily="34" charset="0"/>
              <a:buChar char="–"/>
              <a:defRPr sz="1899" baseline="0">
                <a:latin typeface="+mj-lt"/>
              </a:defRPr>
            </a:lvl7pPr>
            <a:lvl8pPr marL="1702681" indent="-243237">
              <a:spcBef>
                <a:spcPts val="0"/>
              </a:spcBef>
              <a:spcAft>
                <a:spcPts val="0"/>
              </a:spcAft>
              <a:buSzPct val="70000"/>
              <a:defRPr sz="1899" baseline="0">
                <a:latin typeface="+mj-lt"/>
              </a:defRPr>
            </a:lvl8pPr>
            <a:lvl9pPr marL="1940858" indent="-238178">
              <a:spcBef>
                <a:spcPts val="0"/>
              </a:spcBef>
              <a:spcAft>
                <a:spcPts val="0"/>
              </a:spcAft>
              <a:buSzPct val="70000"/>
              <a:buFont typeface="Arial" pitchFamily="34" charset="0"/>
              <a:buChar char="–"/>
              <a:defRPr sz="1899">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p:cNvSpPr>
            <a:spLocks noGrp="1"/>
          </p:cNvSpPr>
          <p:nvPr>
            <p:ph type="title"/>
          </p:nvPr>
        </p:nvSpPr>
        <p:spPr bwMode="gray">
          <a:xfrm>
            <a:off x="641155" y="727272"/>
            <a:ext cx="10964283" cy="538609"/>
          </a:xfrm>
          <a:noFill/>
          <a:ln w="9525">
            <a:noFill/>
            <a:miter lim="800000"/>
            <a:headEnd/>
            <a:tailEnd/>
          </a:ln>
        </p:spPr>
        <p:txBody>
          <a:bodyPr/>
          <a:lstStyle>
            <a:lvl1pPr algn="l">
              <a:defRPr lang="en-US" sz="3497"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7" name="Text Placeholder 41"/>
          <p:cNvSpPr>
            <a:spLocks noGrp="1"/>
          </p:cNvSpPr>
          <p:nvPr>
            <p:ph type="body" sz="quarter" idx="13"/>
          </p:nvPr>
        </p:nvSpPr>
        <p:spPr bwMode="gray">
          <a:xfrm>
            <a:off x="641103" y="1270896"/>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619605074"/>
      </p:ext>
    </p:extLst>
  </p:cSld>
  <p:clrMapOvr>
    <a:masterClrMapping/>
  </p:clrMapOvr>
</p:sldLayout>
</file>

<file path=ppt/slideLayouts/slideLayout424.xml><?xml version="1.0" encoding="utf-8"?>
<p:sldLayout xmlns:a="http://schemas.openxmlformats.org/drawingml/2006/main" xmlns:r="http://schemas.openxmlformats.org/officeDocument/2006/relationships" xmlns:p="http://schemas.openxmlformats.org/presentationml/2006/main">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4"/>
            <a:ext cx="10962166" cy="49231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199" b="1" kern="1200" dirty="0">
                <a:solidFill>
                  <a:schemeClr val="tx2"/>
                </a:solidFill>
                <a:latin typeface="Arial" pitchFamily="34" charset="0"/>
                <a:ea typeface="+mj-ea"/>
                <a:cs typeface="Arial" pitchFamily="34" charset="0"/>
              </a:defRPr>
            </a:lvl1pPr>
          </a:lstStyle>
          <a:p>
            <a:pPr lvl="0" algn="l" defTabSz="1218712"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82"/>
            <a:ext cx="10962167" cy="1846018"/>
          </a:xfrm>
        </p:spPr>
        <p:txBody>
          <a:bodyPr wrap="square">
            <a:spAutoFit/>
          </a:bodyPr>
          <a:lstStyle>
            <a:lvl1pPr algn="l" rtl="0" eaLnBrk="1" latinLnBrk="0" hangingPunct="1">
              <a:spcBef>
                <a:spcPts val="0"/>
              </a:spcBef>
              <a:spcAft>
                <a:spcPts val="0"/>
              </a:spcAft>
              <a:buClr>
                <a:schemeClr val="bg2"/>
              </a:buClr>
              <a:buSzPct val="120000"/>
              <a:defRPr lang="en-US" sz="2399"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399"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399"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399"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399" b="0" kern="1200" baseline="0" dirty="0" smtClean="0">
                <a:solidFill>
                  <a:schemeClr val="tx1"/>
                </a:solidFill>
                <a:latin typeface="Arial" pitchFamily="34" charset="0"/>
                <a:ea typeface="+mn-ea"/>
                <a:cs typeface="Arial" pitchFamily="34" charset="0"/>
              </a:defRPr>
            </a:lvl5pPr>
            <a:lvl6pPr marL="1912701" indent="-380848">
              <a:spcBef>
                <a:spcPts val="0"/>
              </a:spcBef>
              <a:spcAft>
                <a:spcPts val="0"/>
              </a:spcAft>
              <a:buClr>
                <a:schemeClr val="tx2"/>
              </a:buClr>
              <a:buSzPct val="70000"/>
              <a:buFont typeface="Wingdings" pitchFamily="2" charset="2"/>
              <a:buChar char="§"/>
              <a:defRPr lang="en-US" sz="2399" kern="1200" dirty="0" smtClean="0">
                <a:solidFill>
                  <a:schemeClr val="tx1"/>
                </a:solidFill>
                <a:latin typeface="Arial" pitchFamily="34" charset="0"/>
                <a:ea typeface="+mn-ea"/>
                <a:cs typeface="Arial" pitchFamily="34" charset="0"/>
              </a:defRPr>
            </a:lvl6pPr>
            <a:lvl7pPr marL="2285086" indent="-363921">
              <a:spcBef>
                <a:spcPts val="0"/>
              </a:spcBef>
              <a:spcAft>
                <a:spcPts val="0"/>
              </a:spcAft>
              <a:buClr>
                <a:schemeClr val="tx2"/>
              </a:buClr>
              <a:buSzPct val="70000"/>
              <a:buFont typeface="Arial" pitchFamily="34" charset="0"/>
              <a:buChar char="–"/>
              <a:defRPr sz="2399" baseline="0">
                <a:solidFill>
                  <a:schemeClr val="tx1"/>
                </a:solidFill>
                <a:latin typeface="+mn-lt"/>
                <a:cs typeface="Arial" pitchFamily="34" charset="0"/>
              </a:defRPr>
            </a:lvl7pPr>
            <a:lvl8pPr marL="2132747" indent="-304678">
              <a:spcBef>
                <a:spcPts val="0"/>
              </a:spcBef>
              <a:spcAft>
                <a:spcPts val="0"/>
              </a:spcAft>
              <a:buSzPct val="70000"/>
              <a:defRPr sz="2399" baseline="0">
                <a:latin typeface="Arial" pitchFamily="34" charset="0"/>
                <a:cs typeface="Arial" pitchFamily="34" charset="0"/>
              </a:defRPr>
            </a:lvl8pPr>
            <a:lvl9pPr marL="2431078" indent="-298331">
              <a:spcBef>
                <a:spcPts val="0"/>
              </a:spcBef>
              <a:spcAft>
                <a:spcPts val="0"/>
              </a:spcAft>
              <a:buSzPct val="70000"/>
              <a:buFont typeface="Arial" pitchFamily="34" charset="0"/>
              <a:buChar char="–"/>
              <a:defRPr sz="2399">
                <a:latin typeface="Arial" pitchFamily="34" charset="0"/>
                <a:cs typeface="Arial" pitchFamily="34" charset="0"/>
              </a:defRPr>
            </a:lvl9pPr>
          </a:lstStyle>
          <a:p>
            <a:pPr marL="387196" lvl="0" indent="-387196" algn="l" defTabSz="121871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1695" lvl="2" indent="-372384" algn="l" defTabSz="121871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4080" lvl="3" indent="-372384" algn="l" defTabSz="121871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4927" lvl="4" indent="-380848" algn="l" defTabSz="124410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2701" lvl="5" indent="-380848" algn="l" defTabSz="1218712"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099" y="1146072"/>
            <a:ext cx="10962167"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029260128"/>
      </p:ext>
    </p:extLst>
  </p:cSld>
  <p:clrMapOvr>
    <a:masterClrMapping/>
  </p:clrMapOvr>
</p:sldLayout>
</file>

<file path=ppt/slideLayouts/slideLayout425.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35333" y="4054640"/>
            <a:ext cx="7346196" cy="277063"/>
          </a:xfrm>
        </p:spPr>
        <p:txBody>
          <a:bodyPr anchor="b" anchorCtr="0">
            <a:noAutofit/>
          </a:bodyPr>
          <a:lstStyle>
            <a:lvl1pPr marL="0" indent="0" algn="l">
              <a:buNone/>
              <a:defRPr b="1">
                <a:solidFill>
                  <a:schemeClr val="tx2"/>
                </a:solidFill>
                <a:latin typeface="Arial" pitchFamily="34" charset="0"/>
                <a:cs typeface="Arial" pitchFamily="34" charset="0"/>
              </a:defRPr>
            </a:lvl1pPr>
            <a:lvl2pPr marL="457291" indent="0" algn="ctr">
              <a:buNone/>
              <a:defRPr>
                <a:solidFill>
                  <a:schemeClr val="tx1">
                    <a:tint val="75000"/>
                  </a:schemeClr>
                </a:solidFill>
              </a:defRPr>
            </a:lvl2pPr>
            <a:lvl3pPr marL="914583" indent="0" algn="ctr">
              <a:buNone/>
              <a:defRPr>
                <a:solidFill>
                  <a:schemeClr val="tx1">
                    <a:tint val="75000"/>
                  </a:schemeClr>
                </a:solidFill>
              </a:defRPr>
            </a:lvl3pPr>
            <a:lvl4pPr marL="1371874" indent="0" algn="ctr">
              <a:buNone/>
              <a:defRPr>
                <a:solidFill>
                  <a:schemeClr val="tx1">
                    <a:tint val="75000"/>
                  </a:schemeClr>
                </a:solidFill>
              </a:defRPr>
            </a:lvl4pPr>
            <a:lvl5pPr marL="1829166" indent="0" algn="ctr">
              <a:buNone/>
              <a:defRPr>
                <a:solidFill>
                  <a:schemeClr val="tx1">
                    <a:tint val="75000"/>
                  </a:schemeClr>
                </a:solidFill>
              </a:defRPr>
            </a:lvl5pPr>
            <a:lvl6pPr marL="2286457" indent="0" algn="ctr">
              <a:buNone/>
              <a:defRPr>
                <a:solidFill>
                  <a:schemeClr val="tx1">
                    <a:tint val="75000"/>
                  </a:schemeClr>
                </a:solidFill>
              </a:defRPr>
            </a:lvl6pPr>
            <a:lvl7pPr marL="2743749" indent="0" algn="ctr">
              <a:buNone/>
              <a:defRPr>
                <a:solidFill>
                  <a:schemeClr val="tx1">
                    <a:tint val="75000"/>
                  </a:schemeClr>
                </a:solidFill>
              </a:defRPr>
            </a:lvl7pPr>
            <a:lvl8pPr marL="3201040" indent="0" algn="ctr">
              <a:buNone/>
              <a:defRPr>
                <a:solidFill>
                  <a:schemeClr val="tx1">
                    <a:tint val="75000"/>
                  </a:schemeClr>
                </a:solidFill>
              </a:defRPr>
            </a:lvl8pPr>
            <a:lvl9pPr marL="3658332"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35333" y="2184906"/>
            <a:ext cx="7346196" cy="615681"/>
          </a:xfrm>
        </p:spPr>
        <p:txBody>
          <a:bodyPr wrap="square">
            <a:spAutoFit/>
          </a:bodyPr>
          <a:lstStyle>
            <a:lvl1pPr algn="l">
              <a:defRPr sz="4001" b="1">
                <a:solidFill>
                  <a:schemeClr val="bg2"/>
                </a:solidFill>
                <a:latin typeface="Arial" pitchFamily="34" charset="0"/>
                <a:cs typeface="Arial" pitchFamily="34" charset="0"/>
              </a:defRPr>
            </a:lvl1pPr>
          </a:lstStyle>
          <a:p>
            <a:r>
              <a:rPr lang="en-US" dirty="0"/>
              <a:t>Click to Edit Master Title Style</a:t>
            </a:r>
          </a:p>
        </p:txBody>
      </p:sp>
      <p:pic>
        <p:nvPicPr>
          <p:cNvPr id="12" name="Picture 11" descr="ridge4.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bwMode="ltGray">
          <a:xfrm>
            <a:off x="1069" y="1"/>
            <a:ext cx="5289698" cy="1443543"/>
          </a:xfrm>
          <a:prstGeom prst="rect">
            <a:avLst/>
          </a:prstGeom>
        </p:spPr>
      </p:pic>
      <p:pic>
        <p:nvPicPr>
          <p:cNvPr id="6" name="Picture 5" descr="ridge4.png"/>
          <p:cNvPicPr>
            <a:picLocks noChangeAspect="1"/>
          </p:cNvPicPr>
          <p:nvPr/>
        </p:nvPicPr>
        <p:blipFill>
          <a:blip r:embed="rId3" cstate="email"/>
          <a:stretch>
            <a:fillRect/>
          </a:stretch>
        </p:blipFill>
        <p:spPr bwMode="ltGray">
          <a:xfrm>
            <a:off x="1069" y="1"/>
            <a:ext cx="5289698" cy="1443543"/>
          </a:xfrm>
          <a:prstGeom prst="rect">
            <a:avLst/>
          </a:prstGeom>
        </p:spPr>
      </p:pic>
      <p:pic>
        <p:nvPicPr>
          <p:cNvPr id="7" name="Picture 6" descr="Mahindra Logo.png"/>
          <p:cNvPicPr>
            <a:picLocks noChangeAspect="1"/>
          </p:cNvPicPr>
          <p:nvPr/>
        </p:nvPicPr>
        <p:blipFill>
          <a:blip r:embed="rId4" cstate="email"/>
          <a:stretch>
            <a:fillRect/>
          </a:stretch>
        </p:blipFill>
        <p:spPr bwMode="gray">
          <a:xfrm>
            <a:off x="8075394" y="476753"/>
            <a:ext cx="3288454" cy="656706"/>
          </a:xfrm>
          <a:prstGeom prst="rect">
            <a:avLst/>
          </a:prstGeom>
        </p:spPr>
      </p:pic>
    </p:spTree>
    <p:extLst>
      <p:ext uri="{BB962C8B-B14F-4D97-AF65-F5344CB8AC3E}">
        <p14:creationId xmlns:p14="http://schemas.microsoft.com/office/powerpoint/2010/main" val="3218070130"/>
      </p:ext>
    </p:extLst>
  </p:cSld>
  <p:clrMapOvr>
    <a:masterClrMapping/>
  </p:clrMapOvr>
</p:sldLayout>
</file>

<file path=ppt/slideLayouts/slideLayout426.xml><?xml version="1.0" encoding="utf-8"?>
<p:sldLayout xmlns:a="http://schemas.openxmlformats.org/drawingml/2006/main" xmlns:r="http://schemas.openxmlformats.org/officeDocument/2006/relationships" xmlns:p="http://schemas.openxmlformats.org/presentationml/2006/main" preserve="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5"/>
            <a:ext cx="10962166"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32"/>
            <a:ext cx="10962167" cy="1385316"/>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1803338591"/>
      </p:ext>
    </p:extLst>
  </p:cSld>
  <p:clrMapOvr>
    <a:masterClrMapping/>
  </p:clrMapOvr>
</p:sldLayout>
</file>

<file path=ppt/slideLayouts/slideLayout427.xml><?xml version="1.0" encoding="utf-8"?>
<p:sldLayout xmlns:a="http://schemas.openxmlformats.org/drawingml/2006/main" xmlns:r="http://schemas.openxmlformats.org/officeDocument/2006/relationships" xmlns:p="http://schemas.openxmlformats.org/presentationml/2006/main" preserve="1">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5"/>
            <a:ext cx="10962166"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32"/>
            <a:ext cx="10962167" cy="1385316"/>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
        <p:nvSpPr>
          <p:cNvPr id="5" name="Text Placeholder 41"/>
          <p:cNvSpPr>
            <a:spLocks noGrp="1"/>
          </p:cNvSpPr>
          <p:nvPr>
            <p:ph type="body" sz="quarter" idx="13"/>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79012256"/>
      </p:ext>
    </p:extLst>
  </p:cSld>
  <p:clrMapOvr>
    <a:masterClrMapping/>
  </p:clrMapOvr>
</p:sldLayout>
</file>

<file path=ppt/slideLayouts/slideLayout428.xml><?xml version="1.0" encoding="utf-8"?>
<p:sldLayout xmlns:a="http://schemas.openxmlformats.org/drawingml/2006/main" xmlns:r="http://schemas.openxmlformats.org/officeDocument/2006/relationships" xmlns:p="http://schemas.openxmlformats.org/presentationml/2006/main" preserve="1">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41099" y="1972132"/>
            <a:ext cx="10962167" cy="1847087"/>
          </a:xfrm>
        </p:spPr>
        <p:txBody>
          <a:bodyPr wrap="square">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2719443296"/>
      </p:ext>
    </p:extLst>
  </p:cSld>
  <p:clrMapOvr>
    <a:masterClrMapping/>
  </p:clrMapOvr>
</p:sldLayout>
</file>

<file path=ppt/slideLayouts/slideLayout42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1" y="1972132"/>
            <a:ext cx="5435592" cy="4163389"/>
          </a:xfrm>
        </p:spPr>
        <p:txBody>
          <a:bodyPr>
            <a:noAutofit/>
          </a:bodyPr>
          <a:lstStyle>
            <a:lvl1pPr marL="0" indent="0">
              <a:buNone/>
              <a:defRPr>
                <a:latin typeface="Arial" pitchFamily="34" charset="0"/>
                <a:cs typeface="Arial" pitchFamily="34" charset="0"/>
              </a:defRPr>
            </a:lvl1pPr>
          </a:lstStyle>
          <a:p>
            <a:r>
              <a:rPr lang="en-US"/>
              <a:t>Click icon to add picture</a:t>
            </a:r>
            <a:endParaRPr lang="en-US" dirty="0"/>
          </a:p>
        </p:txBody>
      </p:sp>
      <p:sp>
        <p:nvSpPr>
          <p:cNvPr id="18" name="Text Placeholder 4"/>
          <p:cNvSpPr>
            <a:spLocks noGrp="1"/>
          </p:cNvSpPr>
          <p:nvPr>
            <p:ph type="body" sz="quarter" idx="19" hasCustomPrompt="1"/>
          </p:nvPr>
        </p:nvSpPr>
        <p:spPr bwMode="gray">
          <a:xfrm>
            <a:off x="6449080" y="1972132"/>
            <a:ext cx="5126679" cy="1385316"/>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756934671"/>
      </p:ext>
    </p:extLst>
  </p:cSld>
  <p:clrMapOvr>
    <a:masterClrMapping/>
  </p:clrMapOvr>
</p:sldLayout>
</file>

<file path=ppt/slideLayouts/slideLayout430.xml><?xml version="1.0" encoding="utf-8"?>
<p:sldLayout xmlns:a="http://schemas.openxmlformats.org/drawingml/2006/main" xmlns:r="http://schemas.openxmlformats.org/officeDocument/2006/relationships" xmlns:p="http://schemas.openxmlformats.org/presentationml/2006/main" preserve="1">
  <p:cSld name="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52259" y="4068117"/>
            <a:ext cx="7363123" cy="277063"/>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914583" rtl="0" eaLnBrk="1" fontAlgn="base" latinLnBrk="0" hangingPunct="1">
              <a:spcBef>
                <a:spcPts val="0"/>
              </a:spcBef>
              <a:spcAft>
                <a:spcPct val="0"/>
              </a:spcAft>
              <a:buClr>
                <a:schemeClr val="tx2"/>
              </a:buClr>
              <a:buFont typeface="Arial" pitchFamily="34" charset="0"/>
              <a:buNone/>
              <a:defRPr lang="en-US" sz="1800" b="1" kern="1200" baseline="0" dirty="0">
                <a:solidFill>
                  <a:schemeClr val="tx2"/>
                </a:solidFill>
                <a:latin typeface="Arial" pitchFamily="34" charset="0"/>
                <a:ea typeface="+mn-ea"/>
                <a:cs typeface="Arial" pitchFamily="34" charset="0"/>
              </a:defRPr>
            </a:lvl1pPr>
            <a:lvl2pPr marL="457291" indent="0" algn="ctr">
              <a:buNone/>
              <a:defRPr>
                <a:solidFill>
                  <a:schemeClr val="tx1">
                    <a:tint val="75000"/>
                  </a:schemeClr>
                </a:solidFill>
              </a:defRPr>
            </a:lvl2pPr>
            <a:lvl3pPr marL="914583" indent="0" algn="ctr">
              <a:buNone/>
              <a:defRPr>
                <a:solidFill>
                  <a:schemeClr val="tx1">
                    <a:tint val="75000"/>
                  </a:schemeClr>
                </a:solidFill>
              </a:defRPr>
            </a:lvl3pPr>
            <a:lvl4pPr marL="1371874" indent="0" algn="ctr">
              <a:buNone/>
              <a:defRPr>
                <a:solidFill>
                  <a:schemeClr val="tx1">
                    <a:tint val="75000"/>
                  </a:schemeClr>
                </a:solidFill>
              </a:defRPr>
            </a:lvl4pPr>
            <a:lvl5pPr marL="1829166" indent="0" algn="ctr">
              <a:buNone/>
              <a:defRPr>
                <a:solidFill>
                  <a:schemeClr val="tx1">
                    <a:tint val="75000"/>
                  </a:schemeClr>
                </a:solidFill>
              </a:defRPr>
            </a:lvl5pPr>
            <a:lvl6pPr marL="2286457" indent="0" algn="ctr">
              <a:buNone/>
              <a:defRPr>
                <a:solidFill>
                  <a:schemeClr val="tx1">
                    <a:tint val="75000"/>
                  </a:schemeClr>
                </a:solidFill>
              </a:defRPr>
            </a:lvl6pPr>
            <a:lvl7pPr marL="2743749" indent="0" algn="ctr">
              <a:buNone/>
              <a:defRPr>
                <a:solidFill>
                  <a:schemeClr val="tx1">
                    <a:tint val="75000"/>
                  </a:schemeClr>
                </a:solidFill>
              </a:defRPr>
            </a:lvl7pPr>
            <a:lvl8pPr marL="3201040" indent="0" algn="ctr">
              <a:buNone/>
              <a:defRPr>
                <a:solidFill>
                  <a:schemeClr val="tx1">
                    <a:tint val="75000"/>
                  </a:schemeClr>
                </a:solidFill>
              </a:defRPr>
            </a:lvl8pPr>
            <a:lvl9pPr marL="3658332"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52260" y="2200785"/>
            <a:ext cx="7363123" cy="615681"/>
          </a:xfrm>
          <a:noFill/>
          <a:ln w="9525">
            <a:noFill/>
            <a:miter lim="800000"/>
            <a:headEnd/>
            <a:tailEnd/>
          </a:ln>
        </p:spPr>
        <p:txBody>
          <a:bodyPr vert="horz" wrap="square" lIns="0" tIns="0" rIns="0" bIns="0" numCol="1" anchor="t" anchorCtr="0" compatLnSpc="1">
            <a:prstTxWarp prst="textNoShape">
              <a:avLst/>
            </a:prstTxWarp>
            <a:spAutoFit/>
          </a:bodyPr>
          <a:lstStyle>
            <a:lvl1pPr algn="l" defTabSz="914583" rtl="0" eaLnBrk="1" latinLnBrk="0" hangingPunct="1">
              <a:spcBef>
                <a:spcPct val="0"/>
              </a:spcBef>
              <a:buNone/>
              <a:defRPr lang="en-US" sz="4001"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bwMode="ltGray">
          <a:xfrm>
            <a:off x="1069" y="1"/>
            <a:ext cx="5289698" cy="1443543"/>
          </a:xfrm>
          <a:prstGeom prst="rect">
            <a:avLst/>
          </a:prstGeom>
        </p:spPr>
      </p:pic>
      <p:pic>
        <p:nvPicPr>
          <p:cNvPr id="6" name="Picture 5" descr="Mahindra Logo.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bwMode="gray">
          <a:xfrm>
            <a:off x="8436570" y="476753"/>
            <a:ext cx="3168812" cy="656706"/>
          </a:xfrm>
          <a:prstGeom prst="rect">
            <a:avLst/>
          </a:prstGeom>
        </p:spPr>
      </p:pic>
    </p:spTree>
    <p:extLst>
      <p:ext uri="{BB962C8B-B14F-4D97-AF65-F5344CB8AC3E}">
        <p14:creationId xmlns:p14="http://schemas.microsoft.com/office/powerpoint/2010/main" val="1107336915"/>
      </p:ext>
    </p:extLst>
  </p:cSld>
  <p:clrMapOvr>
    <a:masterClrMapping/>
  </p:clrMapOvr>
</p:sldLayout>
</file>

<file path=ppt/slideLayouts/slideLayout431.xml><?xml version="1.0" encoding="utf-8"?>
<p:sldLayout xmlns:a="http://schemas.openxmlformats.org/drawingml/2006/main" xmlns:r="http://schemas.openxmlformats.org/officeDocument/2006/relationships" xmlns:p="http://schemas.openxmlformats.org/presentationml/2006/main" preserve="1">
  <p:cSld name="Divider Slide 2">
    <p:spTree>
      <p:nvGrpSpPr>
        <p:cNvPr id="1" name=""/>
        <p:cNvGrpSpPr/>
        <p:nvPr/>
      </p:nvGrpSpPr>
      <p:grpSpPr>
        <a:xfrm>
          <a:off x="0" y="0"/>
          <a:ext cx="0" cy="0"/>
          <a:chOff x="0" y="0"/>
          <a:chExt cx="0" cy="0"/>
        </a:xfrm>
      </p:grpSpPr>
      <p:sp>
        <p:nvSpPr>
          <p:cNvPr id="12" name="Picture Placeholder 22"/>
          <p:cNvSpPr>
            <a:spLocks noGrp="1"/>
          </p:cNvSpPr>
          <p:nvPr>
            <p:ph type="pic" sz="quarter" idx="13"/>
          </p:nvPr>
        </p:nvSpPr>
        <p:spPr bwMode="gray">
          <a:xfrm>
            <a:off x="641100" y="1972132"/>
            <a:ext cx="5467330" cy="4176092"/>
          </a:xfrm>
        </p:spPr>
        <p:txBody>
          <a:bodyPr rtlCol="0">
            <a:normAutofit/>
          </a:bodyPr>
          <a:lstStyle>
            <a:lvl1pPr>
              <a:buNone/>
              <a:defRPr>
                <a:latin typeface="Arial" pitchFamily="34" charset="0"/>
                <a:cs typeface="Arial" pitchFamily="34" charset="0"/>
              </a:defRPr>
            </a:lvl1pPr>
          </a:lstStyle>
          <a:p>
            <a:pPr lvl="0"/>
            <a:r>
              <a:rPr lang="en-US" noProof="0"/>
              <a:t>Click icon to add picture</a:t>
            </a:r>
          </a:p>
        </p:txBody>
      </p:sp>
      <p:sp>
        <p:nvSpPr>
          <p:cNvPr id="22" name="Subtitle 2"/>
          <p:cNvSpPr>
            <a:spLocks noGrp="1"/>
          </p:cNvSpPr>
          <p:nvPr>
            <p:ph type="subTitle" idx="1" hasCustomPrompt="1"/>
          </p:nvPr>
        </p:nvSpPr>
        <p:spPr bwMode="gray">
          <a:xfrm>
            <a:off x="6565452" y="4296770"/>
            <a:ext cx="5039929" cy="277063"/>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914583" rtl="0" eaLnBrk="1" fontAlgn="base" latinLnBrk="0" hangingPunct="1">
              <a:spcBef>
                <a:spcPts val="0"/>
              </a:spcBef>
              <a:spcAft>
                <a:spcPct val="0"/>
              </a:spcAft>
              <a:buClr>
                <a:schemeClr val="tx2"/>
              </a:buClr>
              <a:buFont typeface="Arial" pitchFamily="34" charset="0"/>
              <a:buNone/>
              <a:defRPr lang="en-US" sz="1800" b="1" kern="1200" baseline="0" dirty="0">
                <a:solidFill>
                  <a:schemeClr val="tx2"/>
                </a:solidFill>
                <a:latin typeface="Arial" pitchFamily="34" charset="0"/>
                <a:ea typeface="+mn-ea"/>
                <a:cs typeface="Arial" pitchFamily="34" charset="0"/>
              </a:defRPr>
            </a:lvl1pPr>
            <a:lvl2pPr marL="457291" indent="0" algn="ctr">
              <a:buNone/>
              <a:defRPr>
                <a:solidFill>
                  <a:schemeClr val="tx1">
                    <a:tint val="75000"/>
                  </a:schemeClr>
                </a:solidFill>
              </a:defRPr>
            </a:lvl2pPr>
            <a:lvl3pPr marL="914583" indent="0" algn="ctr">
              <a:buNone/>
              <a:defRPr>
                <a:solidFill>
                  <a:schemeClr val="tx1">
                    <a:tint val="75000"/>
                  </a:schemeClr>
                </a:solidFill>
              </a:defRPr>
            </a:lvl3pPr>
            <a:lvl4pPr marL="1371874" indent="0" algn="ctr">
              <a:buNone/>
              <a:defRPr>
                <a:solidFill>
                  <a:schemeClr val="tx1">
                    <a:tint val="75000"/>
                  </a:schemeClr>
                </a:solidFill>
              </a:defRPr>
            </a:lvl4pPr>
            <a:lvl5pPr marL="1829166" indent="0" algn="ctr">
              <a:buNone/>
              <a:defRPr>
                <a:solidFill>
                  <a:schemeClr val="tx1">
                    <a:tint val="75000"/>
                  </a:schemeClr>
                </a:solidFill>
              </a:defRPr>
            </a:lvl5pPr>
            <a:lvl6pPr marL="2286457" indent="0" algn="ctr">
              <a:buNone/>
              <a:defRPr>
                <a:solidFill>
                  <a:schemeClr val="tx1">
                    <a:tint val="75000"/>
                  </a:schemeClr>
                </a:solidFill>
              </a:defRPr>
            </a:lvl6pPr>
            <a:lvl7pPr marL="2743749" indent="0" algn="ctr">
              <a:buNone/>
              <a:defRPr>
                <a:solidFill>
                  <a:schemeClr val="tx1">
                    <a:tint val="75000"/>
                  </a:schemeClr>
                </a:solidFill>
              </a:defRPr>
            </a:lvl7pPr>
            <a:lvl8pPr marL="3201040" indent="0" algn="ctr">
              <a:buNone/>
              <a:defRPr>
                <a:solidFill>
                  <a:schemeClr val="tx1">
                    <a:tint val="75000"/>
                  </a:schemeClr>
                </a:solidFill>
              </a:defRPr>
            </a:lvl8pPr>
            <a:lvl9pPr marL="3658332" indent="0" algn="ctr">
              <a:buNone/>
              <a:defRPr>
                <a:solidFill>
                  <a:schemeClr val="tx1">
                    <a:tint val="75000"/>
                  </a:schemeClr>
                </a:solidFill>
              </a:defRPr>
            </a:lvl9pPr>
          </a:lstStyle>
          <a:p>
            <a:r>
              <a:rPr lang="en-US" dirty="0"/>
              <a:t>Click to Edit Master Subtitle Style</a:t>
            </a:r>
          </a:p>
        </p:txBody>
      </p:sp>
      <p:sp>
        <p:nvSpPr>
          <p:cNvPr id="23" name="Title 8"/>
          <p:cNvSpPr>
            <a:spLocks noGrp="1"/>
          </p:cNvSpPr>
          <p:nvPr>
            <p:ph type="title" hasCustomPrompt="1"/>
          </p:nvPr>
        </p:nvSpPr>
        <p:spPr bwMode="gray">
          <a:xfrm>
            <a:off x="6565453" y="1972132"/>
            <a:ext cx="5039929" cy="1231363"/>
          </a:xfrm>
          <a:noFill/>
          <a:ln w="9525">
            <a:noFill/>
            <a:miter lim="800000"/>
            <a:headEnd/>
            <a:tailEnd/>
          </a:ln>
        </p:spPr>
        <p:txBody>
          <a:bodyPr vert="horz" wrap="square" lIns="0" tIns="0" rIns="0" bIns="0" numCol="1" anchor="t" anchorCtr="0" compatLnSpc="1">
            <a:prstTxWarp prst="textNoShape">
              <a:avLst/>
            </a:prstTxWarp>
            <a:spAutoFit/>
          </a:bodyPr>
          <a:lstStyle>
            <a:lvl1pPr algn="l" defTabSz="914583" rtl="0" eaLnBrk="1" latinLnBrk="0" hangingPunct="1">
              <a:spcBef>
                <a:spcPct val="0"/>
              </a:spcBef>
              <a:buNone/>
              <a:defRPr lang="en-US" sz="4001"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bwMode="ltGray">
          <a:xfrm>
            <a:off x="1069" y="1"/>
            <a:ext cx="5289698" cy="1443543"/>
          </a:xfrm>
          <a:prstGeom prst="rect">
            <a:avLst/>
          </a:prstGeom>
        </p:spPr>
      </p:pic>
      <p:pic>
        <p:nvPicPr>
          <p:cNvPr id="6" name="Picture 5" descr="ridge4.png"/>
          <p:cNvPicPr>
            <a:picLocks noChangeAspect="1"/>
          </p:cNvPicPr>
          <p:nvPr/>
        </p:nvPicPr>
        <p:blipFill>
          <a:blip r:embed="rId3" cstate="email"/>
          <a:stretch>
            <a:fillRect/>
          </a:stretch>
        </p:blipFill>
        <p:spPr bwMode="ltGray">
          <a:xfrm>
            <a:off x="1069" y="1"/>
            <a:ext cx="5289698" cy="1443543"/>
          </a:xfrm>
          <a:prstGeom prst="rect">
            <a:avLst/>
          </a:prstGeom>
        </p:spPr>
      </p:pic>
      <p:pic>
        <p:nvPicPr>
          <p:cNvPr id="7" name="Picture 6" descr="Mahindra Logo.png"/>
          <p:cNvPicPr>
            <a:picLocks noChangeAspect="1"/>
          </p:cNvPicPr>
          <p:nvPr/>
        </p:nvPicPr>
        <p:blipFill>
          <a:blip r:embed="rId4" cstate="email"/>
          <a:stretch>
            <a:fillRect/>
          </a:stretch>
        </p:blipFill>
        <p:spPr bwMode="gray">
          <a:xfrm>
            <a:off x="8075394" y="476753"/>
            <a:ext cx="3288454" cy="656706"/>
          </a:xfrm>
          <a:prstGeom prst="rect">
            <a:avLst/>
          </a:prstGeom>
        </p:spPr>
      </p:pic>
    </p:spTree>
    <p:extLst>
      <p:ext uri="{BB962C8B-B14F-4D97-AF65-F5344CB8AC3E}">
        <p14:creationId xmlns:p14="http://schemas.microsoft.com/office/powerpoint/2010/main" val="2628890809"/>
      </p:ext>
    </p:extLst>
  </p:cSld>
  <p:clrMapOvr>
    <a:masterClrMapping/>
  </p:clrMapOvr>
</p:sldLayout>
</file>

<file path=ppt/slideLayouts/slideLayout43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641101" y="2467547"/>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
          <p:cNvSpPr>
            <a:spLocks noGrp="1"/>
          </p:cNvSpPr>
          <p:nvPr>
            <p:ph type="body" sz="quarter" idx="11" hasCustomPrompt="1"/>
          </p:nvPr>
        </p:nvSpPr>
        <p:spPr bwMode="gray">
          <a:xfrm>
            <a:off x="6362332" y="2467547"/>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ext Placeholder 4"/>
          <p:cNvSpPr>
            <a:spLocks noGrp="1"/>
          </p:cNvSpPr>
          <p:nvPr>
            <p:ph type="body" sz="quarter" idx="12" hasCustomPrompt="1"/>
          </p:nvPr>
        </p:nvSpPr>
        <p:spPr bwMode="gray">
          <a:xfrm>
            <a:off x="641101" y="1972132"/>
            <a:ext cx="5243051" cy="286227"/>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1</a:t>
            </a:r>
          </a:p>
        </p:txBody>
      </p:sp>
      <p:sp>
        <p:nvSpPr>
          <p:cNvPr id="6" name="Text Placeholder 4"/>
          <p:cNvSpPr>
            <a:spLocks noGrp="1"/>
          </p:cNvSpPr>
          <p:nvPr>
            <p:ph type="body" sz="quarter" idx="13" hasCustomPrompt="1"/>
          </p:nvPr>
        </p:nvSpPr>
        <p:spPr bwMode="gray">
          <a:xfrm>
            <a:off x="6362332" y="1972132"/>
            <a:ext cx="5243051" cy="286227"/>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2</a:t>
            </a:r>
          </a:p>
        </p:txBody>
      </p:sp>
      <p:cxnSp>
        <p:nvCxnSpPr>
          <p:cNvPr id="8" name="Straight Connector 7"/>
          <p:cNvCxnSpPr/>
          <p:nvPr/>
        </p:nvCxnSpPr>
        <p:spPr bwMode="gray">
          <a:xfrm>
            <a:off x="641100"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gray">
          <a:xfrm>
            <a:off x="6362331"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15" name="Text Placeholder 41"/>
          <p:cNvSpPr>
            <a:spLocks noGrp="1"/>
          </p:cNvSpPr>
          <p:nvPr>
            <p:ph type="body" sz="quarter" idx="14"/>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cxnSp>
        <p:nvCxnSpPr>
          <p:cNvPr id="11" name="Straight Connector 10"/>
          <p:cNvCxnSpPr/>
          <p:nvPr/>
        </p:nvCxnSpPr>
        <p:spPr bwMode="gray">
          <a:xfrm>
            <a:off x="641100"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gray">
          <a:xfrm>
            <a:off x="6362331"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2861543"/>
      </p:ext>
    </p:extLst>
  </p:cSld>
  <p:clrMapOvr>
    <a:masterClrMapping/>
  </p:clrMapOvr>
</p:sldLayout>
</file>

<file path=ppt/slideLayouts/slideLayout433.xml><?xml version="1.0" encoding="utf-8"?>
<p:sldLayout xmlns:a="http://schemas.openxmlformats.org/drawingml/2006/main" xmlns:r="http://schemas.openxmlformats.org/officeDocument/2006/relationships" xmlns:p="http://schemas.openxmlformats.org/presentationml/2006/main" preserve="1">
  <p:cSld name="1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17" name="Text Placeholder 4"/>
          <p:cNvSpPr>
            <a:spLocks noGrp="1"/>
          </p:cNvSpPr>
          <p:nvPr>
            <p:ph type="body" sz="quarter" idx="10" hasCustomPrompt="1"/>
          </p:nvPr>
        </p:nvSpPr>
        <p:spPr bwMode="gray">
          <a:xfrm>
            <a:off x="641101" y="2467547"/>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18" name="Text Placeholder 4"/>
          <p:cNvSpPr>
            <a:spLocks noGrp="1"/>
          </p:cNvSpPr>
          <p:nvPr>
            <p:ph type="body" sz="quarter" idx="11" hasCustomPrompt="1"/>
          </p:nvPr>
        </p:nvSpPr>
        <p:spPr bwMode="gray">
          <a:xfrm>
            <a:off x="6362332" y="2467547"/>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1" name="Text Placeholder 4"/>
          <p:cNvSpPr>
            <a:spLocks noGrp="1"/>
          </p:cNvSpPr>
          <p:nvPr>
            <p:ph type="body" sz="quarter" idx="12" hasCustomPrompt="1"/>
          </p:nvPr>
        </p:nvSpPr>
        <p:spPr bwMode="gray">
          <a:xfrm>
            <a:off x="641101" y="1972132"/>
            <a:ext cx="5243051" cy="286227"/>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1</a:t>
            </a:r>
          </a:p>
        </p:txBody>
      </p:sp>
      <p:sp>
        <p:nvSpPr>
          <p:cNvPr id="32" name="Text Placeholder 4"/>
          <p:cNvSpPr>
            <a:spLocks noGrp="1"/>
          </p:cNvSpPr>
          <p:nvPr>
            <p:ph type="body" sz="quarter" idx="13" hasCustomPrompt="1"/>
          </p:nvPr>
        </p:nvSpPr>
        <p:spPr bwMode="gray">
          <a:xfrm>
            <a:off x="6362332" y="1972132"/>
            <a:ext cx="5243051" cy="286227"/>
          </a:xfrm>
          <a:noFill/>
          <a:ln>
            <a:noFill/>
          </a:ln>
        </p:spPr>
        <p:txBody>
          <a:bodyPr wrap="square" lIns="0" tIns="0" rIns="0" bIns="0" anchor="b" anchorCtr="0">
            <a:spAutoFit/>
          </a:bodyPr>
          <a:lstStyle>
            <a:lvl1pPr marL="0" indent="0">
              <a:spcBef>
                <a:spcPts val="0"/>
              </a:spcBef>
              <a:spcAft>
                <a:spcPts val="0"/>
              </a:spcAft>
              <a:buNone/>
              <a:tabLst/>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2</a:t>
            </a:r>
          </a:p>
        </p:txBody>
      </p:sp>
      <p:cxnSp>
        <p:nvCxnSpPr>
          <p:cNvPr id="33" name="Straight Connector 32"/>
          <p:cNvCxnSpPr/>
          <p:nvPr/>
        </p:nvCxnSpPr>
        <p:spPr bwMode="gray">
          <a:xfrm>
            <a:off x="641100"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gray">
          <a:xfrm>
            <a:off x="6362331"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641101" y="4704385"/>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6" name="Text Placeholder 4"/>
          <p:cNvSpPr>
            <a:spLocks noGrp="1"/>
          </p:cNvSpPr>
          <p:nvPr>
            <p:ph type="body" sz="quarter" idx="16" hasCustomPrompt="1"/>
          </p:nvPr>
        </p:nvSpPr>
        <p:spPr bwMode="gray">
          <a:xfrm>
            <a:off x="6362332" y="4704385"/>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7" name="Text Placeholder 4"/>
          <p:cNvSpPr>
            <a:spLocks noGrp="1"/>
          </p:cNvSpPr>
          <p:nvPr>
            <p:ph type="body" sz="quarter" idx="17" hasCustomPrompt="1"/>
          </p:nvPr>
        </p:nvSpPr>
        <p:spPr bwMode="gray">
          <a:xfrm>
            <a:off x="641101" y="4208970"/>
            <a:ext cx="5243051" cy="286227"/>
          </a:xfrm>
          <a:noFill/>
          <a:ln>
            <a:noFill/>
          </a:ln>
        </p:spPr>
        <p:txBody>
          <a:bodyPr wrap="square" lIns="0" tIns="0" rIns="0" bIns="0" anchor="b" anchorCtr="0">
            <a:spAutoFit/>
          </a:bodyPr>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lvl="0" indent="0" algn="l" defTabSz="914583" rtl="0" eaLnBrk="1" fontAlgn="base" latinLnBrk="0" hangingPunct="1">
              <a:spcBef>
                <a:spcPts val="0"/>
              </a:spcBef>
              <a:spcAft>
                <a:spcPts val="0"/>
              </a:spcAft>
              <a:buClr>
                <a:schemeClr val="bg2"/>
              </a:buClr>
              <a:tabLst/>
            </a:pPr>
            <a:r>
              <a:rPr lang="en-US" dirty="0"/>
              <a:t>Heading 3</a:t>
            </a:r>
          </a:p>
        </p:txBody>
      </p:sp>
      <p:sp>
        <p:nvSpPr>
          <p:cNvPr id="38" name="Text Placeholder 4"/>
          <p:cNvSpPr>
            <a:spLocks noGrp="1"/>
          </p:cNvSpPr>
          <p:nvPr>
            <p:ph type="body" sz="quarter" idx="18" hasCustomPrompt="1"/>
          </p:nvPr>
        </p:nvSpPr>
        <p:spPr bwMode="gray">
          <a:xfrm>
            <a:off x="6362332" y="4208970"/>
            <a:ext cx="5243051" cy="286227"/>
          </a:xfrm>
          <a:noFill/>
          <a:ln>
            <a:noFill/>
          </a:ln>
        </p:spPr>
        <p:txBody>
          <a:bodyPr wrap="square" lIns="0" tIns="0" rIns="0" bIns="0" anchor="b" anchorCtr="0">
            <a:spAutoFit/>
          </a:bodyPr>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lvl="0" indent="0" algn="l" defTabSz="914583" rtl="0" eaLnBrk="1" fontAlgn="base" latinLnBrk="0" hangingPunct="1">
              <a:spcBef>
                <a:spcPts val="0"/>
              </a:spcBef>
              <a:spcAft>
                <a:spcPts val="0"/>
              </a:spcAft>
              <a:buClr>
                <a:schemeClr val="bg2"/>
              </a:buClr>
              <a:tabLst/>
            </a:pPr>
            <a:r>
              <a:rPr lang="en-US" dirty="0"/>
              <a:t>Heading 4</a:t>
            </a:r>
          </a:p>
        </p:txBody>
      </p:sp>
      <p:cxnSp>
        <p:nvCxnSpPr>
          <p:cNvPr id="39" name="Straight Connector 38"/>
          <p:cNvCxnSpPr/>
          <p:nvPr/>
        </p:nvCxnSpPr>
        <p:spPr bwMode="gray">
          <a:xfrm>
            <a:off x="641100" y="4582119"/>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gray">
          <a:xfrm>
            <a:off x="6362331" y="4582119"/>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cxnSp>
        <p:nvCxnSpPr>
          <p:cNvPr id="16" name="Straight Connector 15"/>
          <p:cNvCxnSpPr/>
          <p:nvPr/>
        </p:nvCxnSpPr>
        <p:spPr bwMode="gray">
          <a:xfrm>
            <a:off x="641100"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gray">
          <a:xfrm>
            <a:off x="6362331"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gray">
          <a:xfrm>
            <a:off x="641100" y="4582119"/>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gray">
          <a:xfrm>
            <a:off x="6362331" y="4582119"/>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9262731"/>
      </p:ext>
    </p:extLst>
  </p:cSld>
  <p:clrMapOvr>
    <a:masterClrMapping/>
  </p:clrMapOvr>
</p:sldLayout>
</file>

<file path=ppt/slideLayouts/slideLayout43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3249929" y="1972132"/>
            <a:ext cx="2723087" cy="1261884"/>
          </a:xfrm>
          <a:ln>
            <a:noFill/>
          </a:ln>
        </p:spPr>
        <p:txBody>
          <a:bodyPr wrap="square" lIns="0" tIns="0" rIns="0" bIns="0">
            <a:spAutoFit/>
          </a:bodyPr>
          <a:lstStyle>
            <a:lvl1pPr marL="0" marR="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600">
                <a:latin typeface="Arial" pitchFamily="34" charset="0"/>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marR="0" lvl="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1</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16" name="Picture Placeholder 22"/>
          <p:cNvSpPr>
            <a:spLocks noGrp="1"/>
          </p:cNvSpPr>
          <p:nvPr>
            <p:ph type="pic" sz="quarter" idx="13"/>
          </p:nvPr>
        </p:nvSpPr>
        <p:spPr bwMode="gray">
          <a:xfrm>
            <a:off x="641101" y="1972132"/>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20"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42" name="Text Placeholder 4"/>
          <p:cNvSpPr>
            <a:spLocks noGrp="1"/>
          </p:cNvSpPr>
          <p:nvPr>
            <p:ph type="body" sz="quarter" idx="19" hasCustomPrompt="1"/>
          </p:nvPr>
        </p:nvSpPr>
        <p:spPr bwMode="gray">
          <a:xfrm>
            <a:off x="8888643" y="1972132"/>
            <a:ext cx="2723087" cy="1261884"/>
          </a:xfrm>
          <a:ln>
            <a:noFill/>
          </a:ln>
        </p:spPr>
        <p:txBody>
          <a:bodyPr wrap="square" lIns="0" tIns="0" rIns="0" bIns="0">
            <a:spAutoFit/>
          </a:bodyPr>
          <a:lstStyle>
            <a:lvl1pPr marL="0" marR="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marR="0" lvl="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2</a:t>
            </a:r>
          </a:p>
          <a:p>
            <a:pPr marL="285807" lvl="1" indent="-285807" algn="l" defTabSz="914583"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3" name="Picture Placeholder 22"/>
          <p:cNvSpPr>
            <a:spLocks noGrp="1"/>
          </p:cNvSpPr>
          <p:nvPr>
            <p:ph type="pic" sz="quarter" idx="20"/>
          </p:nvPr>
        </p:nvSpPr>
        <p:spPr bwMode="gray">
          <a:xfrm>
            <a:off x="6279815" y="1972132"/>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45" name="Text Placeholder 4"/>
          <p:cNvSpPr>
            <a:spLocks noGrp="1"/>
          </p:cNvSpPr>
          <p:nvPr>
            <p:ph type="body" sz="quarter" idx="21" hasCustomPrompt="1"/>
          </p:nvPr>
        </p:nvSpPr>
        <p:spPr bwMode="gray">
          <a:xfrm>
            <a:off x="3249929" y="4242784"/>
            <a:ext cx="2723087" cy="1261884"/>
          </a:xfrm>
          <a:ln>
            <a:noFill/>
          </a:ln>
        </p:spPr>
        <p:txBody>
          <a:bodyPr wrap="square" lIns="0" tIns="0" rIns="0" bIns="0">
            <a:spAutoFit/>
          </a:bodyPr>
          <a:lstStyle>
            <a:lvl1pPr marL="0" marR="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marR="0" lvl="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3</a:t>
            </a:r>
          </a:p>
          <a:p>
            <a:pPr marL="285807" lvl="1" indent="-285807" algn="l" defTabSz="914583"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6" name="Picture Placeholder 22"/>
          <p:cNvSpPr>
            <a:spLocks noGrp="1"/>
          </p:cNvSpPr>
          <p:nvPr>
            <p:ph type="pic" sz="quarter" idx="22"/>
          </p:nvPr>
        </p:nvSpPr>
        <p:spPr bwMode="gray">
          <a:xfrm>
            <a:off x="641101" y="4242784"/>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48" name="Text Placeholder 4"/>
          <p:cNvSpPr>
            <a:spLocks noGrp="1"/>
          </p:cNvSpPr>
          <p:nvPr>
            <p:ph type="body" sz="quarter" idx="23" hasCustomPrompt="1"/>
          </p:nvPr>
        </p:nvSpPr>
        <p:spPr bwMode="gray">
          <a:xfrm>
            <a:off x="8888643" y="4242784"/>
            <a:ext cx="2723087" cy="1261884"/>
          </a:xfrm>
          <a:ln>
            <a:noFill/>
          </a:ln>
        </p:spPr>
        <p:txBody>
          <a:bodyPr wrap="square" lIns="0" tIns="0" rIns="0" bIns="0">
            <a:spAutoFit/>
          </a:bodyPr>
          <a:lstStyle>
            <a:lvl1pPr marL="0" marR="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marR="0" lvl="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4</a:t>
            </a:r>
          </a:p>
          <a:p>
            <a:pPr marL="285807" lvl="1" indent="-285807" algn="l" defTabSz="914583"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9" name="Picture Placeholder 22"/>
          <p:cNvSpPr>
            <a:spLocks noGrp="1"/>
          </p:cNvSpPr>
          <p:nvPr>
            <p:ph type="pic" sz="quarter" idx="24"/>
          </p:nvPr>
        </p:nvSpPr>
        <p:spPr bwMode="gray">
          <a:xfrm>
            <a:off x="6279815" y="4242784"/>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51" name="Text Placeholder 41"/>
          <p:cNvSpPr>
            <a:spLocks noGrp="1"/>
          </p:cNvSpPr>
          <p:nvPr>
            <p:ph type="body" sz="quarter" idx="25"/>
          </p:nvPr>
        </p:nvSpPr>
        <p:spPr bwMode="gray">
          <a:xfrm>
            <a:off x="641099" y="1270747"/>
            <a:ext cx="10962167" cy="283777"/>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marL="0" lvl="0" indent="0" algn="l" defTabSz="914583"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2463247789"/>
      </p:ext>
    </p:extLst>
  </p:cSld>
  <p:clrMapOvr>
    <a:masterClrMapping/>
  </p:clrMapOvr>
</p:sldLayout>
</file>

<file path=ppt/slideLayouts/slideLayout435.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41101" y="1972131"/>
            <a:ext cx="10964283" cy="4163390"/>
          </a:xfrm>
        </p:spPr>
        <p:txBody>
          <a:bodyPr>
            <a:noAutofit/>
          </a:bodyPr>
          <a:lstStyle>
            <a:lvl1pPr marL="0" indent="0">
              <a:buNone/>
              <a:defRPr>
                <a:latin typeface="Arial" pitchFamily="34" charset="0"/>
                <a:cs typeface="Arial" pitchFamily="34" charset="0"/>
              </a:defRPr>
            </a:lvl1pPr>
          </a:lstStyle>
          <a:p>
            <a:r>
              <a:rPr lang="en-US"/>
              <a:t>Click icon to add table</a:t>
            </a:r>
            <a:endParaRPr lang="en-US" dirty="0"/>
          </a:p>
        </p:txBody>
      </p:sp>
      <p:sp>
        <p:nvSpPr>
          <p:cNvPr id="4"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8" name="Text Placeholder 41"/>
          <p:cNvSpPr>
            <a:spLocks noGrp="1"/>
          </p:cNvSpPr>
          <p:nvPr>
            <p:ph type="body" sz="quarter" idx="13"/>
          </p:nvPr>
        </p:nvSpPr>
        <p:spPr bwMode="gray">
          <a:xfrm>
            <a:off x="641099" y="1270747"/>
            <a:ext cx="10962167" cy="283777"/>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marL="0" lvl="0" indent="0" algn="l" defTabSz="914583"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3213734032"/>
      </p:ext>
    </p:extLst>
  </p:cSld>
  <p:clrMapOvr>
    <a:masterClrMapping/>
  </p:clrMapOvr>
</p:sldLayout>
</file>

<file path=ppt/slideLayouts/slideLayout436.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41101" y="1972132"/>
            <a:ext cx="10964283" cy="4163389"/>
          </a:xfrm>
        </p:spPr>
        <p:txBody>
          <a:bodyPr>
            <a:noAutofit/>
          </a:bodyPr>
          <a:lstStyle>
            <a:lvl1pPr marL="0" indent="0">
              <a:buNone/>
              <a:defRPr>
                <a:latin typeface="Arial" pitchFamily="34" charset="0"/>
                <a:cs typeface="Arial" pitchFamily="34" charset="0"/>
              </a:defRPr>
            </a:lvl1pPr>
          </a:lstStyle>
          <a:p>
            <a:r>
              <a:rPr lang="en-US"/>
              <a:t>Click icon to add chart</a:t>
            </a:r>
            <a:endParaRPr lang="en-US" dirty="0"/>
          </a:p>
        </p:txBody>
      </p:sp>
      <p:sp>
        <p:nvSpPr>
          <p:cNvPr id="4"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833976011"/>
      </p:ext>
    </p:extLst>
  </p:cSld>
  <p:clrMapOvr>
    <a:masterClrMapping/>
  </p:clrMapOvr>
</p:sldLayout>
</file>

<file path=ppt/slideLayouts/slideLayout437.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21739" y="1527649"/>
            <a:ext cx="8969807"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p:nvSpPr>
        <p:spPr bwMode="gray">
          <a:xfrm>
            <a:off x="1821741" y="3370293"/>
            <a:ext cx="9002897" cy="1892826"/>
          </a:xfrm>
          <a:prstGeom prst="rect">
            <a:avLst/>
          </a:prstGeom>
          <a:noFill/>
          <a:ln w="9525">
            <a:noFill/>
            <a:miter lim="800000"/>
            <a:headEnd/>
            <a:tailEnd/>
          </a:ln>
        </p:spPr>
        <p:txBody>
          <a:bodyPr wrap="square" lIns="0" tIns="0" rIns="0" bIns="0">
            <a:spAutoFit/>
          </a:bodyPr>
          <a:lstStyle/>
          <a:p>
            <a:pPr algn="just" defTabSz="914583" fontAlgn="auto">
              <a:spcBef>
                <a:spcPts val="600"/>
              </a:spcBef>
              <a:spcAft>
                <a:spcPts val="0"/>
              </a:spcAft>
            </a:pPr>
            <a:r>
              <a:rPr lang="en-US" sz="1000" b="1" dirty="0">
                <a:solidFill>
                  <a:srgbClr val="6D6E71"/>
                </a:solidFill>
                <a:latin typeface="Arial"/>
              </a:rPr>
              <a:t>Disclaimer </a:t>
            </a:r>
          </a:p>
          <a:p>
            <a:pPr algn="just" defTabSz="914583" fontAlgn="auto">
              <a:spcBef>
                <a:spcPts val="600"/>
              </a:spcBef>
              <a:spcAft>
                <a:spcPts val="0"/>
              </a:spcAft>
            </a:pPr>
            <a:r>
              <a:rPr lang="en-US" sz="900" dirty="0">
                <a:solidFill>
                  <a:srgbClr val="6D6E71"/>
                </a:solidFill>
                <a:latin typeface="Arial"/>
              </a:rPr>
              <a:t>Tech Mahindra Limited,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21740" y="2140665"/>
            <a:ext cx="8975995" cy="277063"/>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914583" rtl="0" eaLnBrk="1" fontAlgn="base" latinLnBrk="0" hangingPunct="1">
              <a:spcBef>
                <a:spcPts val="0"/>
              </a:spcBef>
              <a:spcAft>
                <a:spcPct val="0"/>
              </a:spcAft>
              <a:buClr>
                <a:schemeClr val="tx2"/>
              </a:buClr>
              <a:buFont typeface="Arial" pitchFamily="34" charset="0"/>
              <a:buNone/>
              <a:defRPr lang="en-US" sz="18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120327716"/>
      </p:ext>
    </p:extLst>
  </p:cSld>
  <p:clrMapOvr>
    <a:masterClrMapping/>
  </p:clrMapOvr>
</p:sldLayout>
</file>

<file path=ppt/slideLayouts/slideLayout438.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3" name="Rectangle 2"/>
          <p:cNvSpPr/>
          <p:nvPr/>
        </p:nvSpPr>
        <p:spPr bwMode="gray">
          <a:xfrm>
            <a:off x="0" y="0"/>
            <a:ext cx="12187238" cy="6859588"/>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defTabSz="914583" fontAlgn="auto">
              <a:spcBef>
                <a:spcPts val="0"/>
              </a:spcBef>
              <a:spcAft>
                <a:spcPts val="0"/>
              </a:spcAft>
            </a:pPr>
            <a:endParaRPr lang="en-US" sz="1800">
              <a:solidFill>
                <a:prstClr val="black"/>
              </a:solidFill>
            </a:endParaRPr>
          </a:p>
        </p:txBody>
      </p:sp>
      <p:pic>
        <p:nvPicPr>
          <p:cNvPr id="4" name="Picture 3" descr="Mahindra Logo.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bwMode="gray">
          <a:xfrm>
            <a:off x="2620599" y="2717856"/>
            <a:ext cx="7196320" cy="1491368"/>
          </a:xfrm>
          <a:prstGeom prst="rect">
            <a:avLst/>
          </a:prstGeom>
        </p:spPr>
      </p:pic>
      <p:sp>
        <p:nvSpPr>
          <p:cNvPr id="5" name="Rectangle 4"/>
          <p:cNvSpPr/>
          <p:nvPr/>
        </p:nvSpPr>
        <p:spPr bwMode="gray">
          <a:xfrm>
            <a:off x="0" y="0"/>
            <a:ext cx="12187238" cy="6859588"/>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defTabSz="914583" fontAlgn="auto">
              <a:spcBef>
                <a:spcPts val="0"/>
              </a:spcBef>
              <a:spcAft>
                <a:spcPts val="0"/>
              </a:spcAft>
            </a:pPr>
            <a:endParaRPr lang="en-US" sz="1800">
              <a:solidFill>
                <a:prstClr val="black"/>
              </a:solidFill>
            </a:endParaRPr>
          </a:p>
        </p:txBody>
      </p:sp>
      <p:pic>
        <p:nvPicPr>
          <p:cNvPr id="6" name="Picture 5" descr="Mahindra Logo.png"/>
          <p:cNvPicPr>
            <a:picLocks noChangeAspect="1"/>
          </p:cNvPicPr>
          <p:nvPr/>
        </p:nvPicPr>
        <p:blipFill>
          <a:blip r:embed="rId3" cstate="email"/>
          <a:stretch>
            <a:fillRect/>
          </a:stretch>
        </p:blipFill>
        <p:spPr bwMode="gray">
          <a:xfrm>
            <a:off x="2484747" y="2717856"/>
            <a:ext cx="7468025" cy="1491368"/>
          </a:xfrm>
          <a:prstGeom prst="rect">
            <a:avLst/>
          </a:prstGeom>
        </p:spPr>
      </p:pic>
    </p:spTree>
    <p:extLst>
      <p:ext uri="{BB962C8B-B14F-4D97-AF65-F5344CB8AC3E}">
        <p14:creationId xmlns:p14="http://schemas.microsoft.com/office/powerpoint/2010/main" val="649410555"/>
      </p:ext>
    </p:extLst>
  </p:cSld>
  <p:clrMapOvr>
    <a:masterClrMapping/>
  </p:clrMapOvr>
</p:sldLayout>
</file>

<file path=ppt/slideLayouts/slideLayout439.xml><?xml version="1.0" encoding="utf-8"?>
<p:sldLayout xmlns:a="http://schemas.openxmlformats.org/drawingml/2006/main" xmlns:r="http://schemas.openxmlformats.org/officeDocument/2006/relationships" xmlns:p="http://schemas.openxmlformats.org/presentationml/2006/main">
  <p:cSld name="1_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21739" y="1367958"/>
            <a:ext cx="8969807" cy="492571"/>
          </a:xfrm>
        </p:spPr>
        <p:txBody>
          <a:bodyPr/>
          <a:lstStyle>
            <a:lvl1pPr algn="l">
              <a:defRPr/>
            </a:lvl1pPr>
          </a:lstStyle>
          <a:p>
            <a:r>
              <a:rPr lang="en-US" dirty="0"/>
              <a:t>Click to edit master title style</a:t>
            </a:r>
          </a:p>
        </p:txBody>
      </p:sp>
    </p:spTree>
    <p:extLst>
      <p:ext uri="{BB962C8B-B14F-4D97-AF65-F5344CB8AC3E}">
        <p14:creationId xmlns:p14="http://schemas.microsoft.com/office/powerpoint/2010/main" val="1005747119"/>
      </p:ext>
    </p:extLst>
  </p:cSld>
  <p:clrMapOvr>
    <a:masterClrMapping/>
  </p:clrMapOvr>
</p:sldLayout>
</file>

<file path=ppt/slideLayouts/slideLayout440.xml><?xml version="1.0" encoding="utf-8"?>
<p:sldLayout xmlns:a="http://schemas.openxmlformats.org/drawingml/2006/main" xmlns:r="http://schemas.openxmlformats.org/officeDocument/2006/relationships" xmlns:p="http://schemas.openxmlformats.org/presentationml/2006/main" preserve="1">
  <p:cSld name="2_Title Slide">
    <p:spTree>
      <p:nvGrpSpPr>
        <p:cNvPr id="1" name=""/>
        <p:cNvGrpSpPr/>
        <p:nvPr/>
      </p:nvGrpSpPr>
      <p:grpSpPr>
        <a:xfrm>
          <a:off x="0" y="0"/>
          <a:ext cx="0" cy="0"/>
          <a:chOff x="0" y="0"/>
          <a:chExt cx="0" cy="0"/>
        </a:xfrm>
      </p:grpSpPr>
      <p:pic>
        <p:nvPicPr>
          <p:cNvPr id="7" name="Picture 6" descr="Mahindra Logo.png"/>
          <p:cNvPicPr>
            <a:picLocks noChangeAspect="1"/>
          </p:cNvPicPr>
          <p:nvPr/>
        </p:nvPicPr>
        <p:blipFill>
          <a:blip r:embed="rId2" cstate="email"/>
          <a:stretch>
            <a:fillRect/>
          </a:stretch>
        </p:blipFill>
        <p:spPr bwMode="gray">
          <a:xfrm>
            <a:off x="8075394" y="476753"/>
            <a:ext cx="3288454" cy="656706"/>
          </a:xfrm>
          <a:prstGeom prst="rect">
            <a:avLst/>
          </a:prstGeom>
        </p:spPr>
      </p:pic>
    </p:spTree>
    <p:extLst>
      <p:ext uri="{BB962C8B-B14F-4D97-AF65-F5344CB8AC3E}">
        <p14:creationId xmlns:p14="http://schemas.microsoft.com/office/powerpoint/2010/main" val="3098238177"/>
      </p:ext>
    </p:extLst>
  </p:cSld>
  <p:clrMapOvr>
    <a:masterClrMapping/>
  </p:clrMapOvr>
</p:sldLayout>
</file>

<file path=ppt/slideLayouts/slideLayout441.xml><?xml version="1.0" encoding="utf-8"?>
<p:sldLayout xmlns:a="http://schemas.openxmlformats.org/drawingml/2006/main" xmlns:r="http://schemas.openxmlformats.org/officeDocument/2006/relationships" xmlns:p="http://schemas.openxmlformats.org/presentationml/2006/main" preserve="1">
  <p:cSld name="1_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35333" y="4054640"/>
            <a:ext cx="7346196" cy="277063"/>
          </a:xfrm>
        </p:spPr>
        <p:txBody>
          <a:bodyPr anchor="b" anchorCtr="0">
            <a:noAutofit/>
          </a:bodyPr>
          <a:lstStyle>
            <a:lvl1pPr marL="0" indent="0" algn="l">
              <a:buNone/>
              <a:defRPr b="1">
                <a:solidFill>
                  <a:schemeClr val="tx2"/>
                </a:solidFill>
                <a:latin typeface="Arial" pitchFamily="34" charset="0"/>
                <a:cs typeface="Arial" pitchFamily="34" charset="0"/>
              </a:defRPr>
            </a:lvl1pPr>
            <a:lvl2pPr marL="457291" indent="0" algn="ctr">
              <a:buNone/>
              <a:defRPr>
                <a:solidFill>
                  <a:schemeClr val="tx1">
                    <a:tint val="75000"/>
                  </a:schemeClr>
                </a:solidFill>
              </a:defRPr>
            </a:lvl2pPr>
            <a:lvl3pPr marL="914583" indent="0" algn="ctr">
              <a:buNone/>
              <a:defRPr>
                <a:solidFill>
                  <a:schemeClr val="tx1">
                    <a:tint val="75000"/>
                  </a:schemeClr>
                </a:solidFill>
              </a:defRPr>
            </a:lvl3pPr>
            <a:lvl4pPr marL="1371874" indent="0" algn="ctr">
              <a:buNone/>
              <a:defRPr>
                <a:solidFill>
                  <a:schemeClr val="tx1">
                    <a:tint val="75000"/>
                  </a:schemeClr>
                </a:solidFill>
              </a:defRPr>
            </a:lvl4pPr>
            <a:lvl5pPr marL="1829166" indent="0" algn="ctr">
              <a:buNone/>
              <a:defRPr>
                <a:solidFill>
                  <a:schemeClr val="tx1">
                    <a:tint val="75000"/>
                  </a:schemeClr>
                </a:solidFill>
              </a:defRPr>
            </a:lvl5pPr>
            <a:lvl6pPr marL="2286457" indent="0" algn="ctr">
              <a:buNone/>
              <a:defRPr>
                <a:solidFill>
                  <a:schemeClr val="tx1">
                    <a:tint val="75000"/>
                  </a:schemeClr>
                </a:solidFill>
              </a:defRPr>
            </a:lvl6pPr>
            <a:lvl7pPr marL="2743749" indent="0" algn="ctr">
              <a:buNone/>
              <a:defRPr>
                <a:solidFill>
                  <a:schemeClr val="tx1">
                    <a:tint val="75000"/>
                  </a:schemeClr>
                </a:solidFill>
              </a:defRPr>
            </a:lvl7pPr>
            <a:lvl8pPr marL="3201040" indent="0" algn="ctr">
              <a:buNone/>
              <a:defRPr>
                <a:solidFill>
                  <a:schemeClr val="tx1">
                    <a:tint val="75000"/>
                  </a:schemeClr>
                </a:solidFill>
              </a:defRPr>
            </a:lvl8pPr>
            <a:lvl9pPr marL="3658332"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35333" y="2184906"/>
            <a:ext cx="7346196" cy="615681"/>
          </a:xfrm>
        </p:spPr>
        <p:txBody>
          <a:bodyPr wrap="square">
            <a:spAutoFit/>
          </a:bodyPr>
          <a:lstStyle>
            <a:lvl1pPr algn="l">
              <a:defRPr sz="4001" b="1">
                <a:solidFill>
                  <a:schemeClr val="bg2"/>
                </a:solidFill>
                <a:latin typeface="Arial" pitchFamily="34" charset="0"/>
                <a:cs typeface="Arial" pitchFamily="34" charset="0"/>
              </a:defRPr>
            </a:lvl1pPr>
          </a:lstStyle>
          <a:p>
            <a:r>
              <a:rPr lang="en-US" dirty="0"/>
              <a:t>Click to Edit Master Title Style</a:t>
            </a:r>
          </a:p>
        </p:txBody>
      </p:sp>
      <p:pic>
        <p:nvPicPr>
          <p:cNvPr id="7" name="Picture 6" descr="Mahindra Logo.png"/>
          <p:cNvPicPr>
            <a:picLocks noChangeAspect="1"/>
          </p:cNvPicPr>
          <p:nvPr/>
        </p:nvPicPr>
        <p:blipFill>
          <a:blip r:embed="rId2" cstate="email"/>
          <a:stretch>
            <a:fillRect/>
          </a:stretch>
        </p:blipFill>
        <p:spPr bwMode="gray">
          <a:xfrm>
            <a:off x="8075394" y="476753"/>
            <a:ext cx="3288454" cy="656706"/>
          </a:xfrm>
          <a:prstGeom prst="rect">
            <a:avLst/>
          </a:prstGeom>
        </p:spPr>
      </p:pic>
    </p:spTree>
    <p:extLst>
      <p:ext uri="{BB962C8B-B14F-4D97-AF65-F5344CB8AC3E}">
        <p14:creationId xmlns:p14="http://schemas.microsoft.com/office/powerpoint/2010/main" val="4233081762"/>
      </p:ext>
    </p:extLst>
  </p:cSld>
  <p:clrMapOvr>
    <a:masterClrMapping/>
  </p:clrMapOvr>
</p:sldLayout>
</file>

<file path=ppt/slideLayouts/slideLayout442.xml><?xml version="1.0" encoding="utf-8"?>
<p:sldLayout xmlns:a="http://schemas.openxmlformats.org/drawingml/2006/main" xmlns:r="http://schemas.openxmlformats.org/officeDocument/2006/relationships" xmlns:p="http://schemas.openxmlformats.org/presentationml/2006/main" preserve="1">
  <p:cSld name="1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5"/>
            <a:ext cx="10962166"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32"/>
            <a:ext cx="10962167" cy="1385316"/>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1342645038"/>
      </p:ext>
    </p:extLst>
  </p:cSld>
  <p:clrMapOvr>
    <a:masterClrMapping/>
  </p:clrMapOvr>
</p:sldLayout>
</file>

<file path=ppt/slideLayouts/slideLayout443.xml><?xml version="1.0" encoding="utf-8"?>
<p:sldLayout xmlns:a="http://schemas.openxmlformats.org/drawingml/2006/main" xmlns:r="http://schemas.openxmlformats.org/officeDocument/2006/relationships" xmlns:p="http://schemas.openxmlformats.org/presentationml/2006/main" preserve="1">
  <p:cSld name="1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5"/>
            <a:ext cx="10962166"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32"/>
            <a:ext cx="10962167" cy="1385316"/>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704147761"/>
      </p:ext>
    </p:extLst>
  </p:cSld>
  <p:clrMapOvr>
    <a:masterClrMapping/>
  </p:clrMapOvr>
</p:sldLayout>
</file>

<file path=ppt/slideLayouts/slideLayout444.xml><?xml version="1.0" encoding="utf-8"?>
<p:sldLayout xmlns:a="http://schemas.openxmlformats.org/drawingml/2006/main" xmlns:r="http://schemas.openxmlformats.org/officeDocument/2006/relationships" xmlns:p="http://schemas.openxmlformats.org/presentationml/2006/main" preserve="1">
  <p:cSld name="1_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41099" y="1972132"/>
            <a:ext cx="10962167" cy="1847087"/>
          </a:xfrm>
        </p:spPr>
        <p:txBody>
          <a:bodyPr wrap="square">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1664860606"/>
      </p:ext>
    </p:extLst>
  </p:cSld>
  <p:clrMapOvr>
    <a:masterClrMapping/>
  </p:clrMapOvr>
</p:sldLayout>
</file>

<file path=ppt/slideLayouts/slideLayout445.xml><?xml version="1.0" encoding="utf-8"?>
<p:sldLayout xmlns:a="http://schemas.openxmlformats.org/drawingml/2006/main" xmlns:r="http://schemas.openxmlformats.org/officeDocument/2006/relationships" xmlns:p="http://schemas.openxmlformats.org/presentationml/2006/main" preserve="1">
  <p:cSld name="1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1" y="1972132"/>
            <a:ext cx="5435592" cy="4163389"/>
          </a:xfrm>
        </p:spPr>
        <p:txBody>
          <a:bodyPr>
            <a:noAutofit/>
          </a:bodyPr>
          <a:lstStyle>
            <a:lvl1pPr marL="0" indent="0">
              <a:buNone/>
              <a:defRPr>
                <a:latin typeface="Arial" pitchFamily="34" charset="0"/>
                <a:cs typeface="Arial" pitchFamily="34" charset="0"/>
              </a:defRPr>
            </a:lvl1pPr>
          </a:lstStyle>
          <a:p>
            <a:r>
              <a:rPr lang="en-US"/>
              <a:t>Click icon to add picture</a:t>
            </a:r>
            <a:endParaRPr lang="en-US" dirty="0"/>
          </a:p>
        </p:txBody>
      </p:sp>
      <p:sp>
        <p:nvSpPr>
          <p:cNvPr id="18" name="Text Placeholder 4"/>
          <p:cNvSpPr>
            <a:spLocks noGrp="1"/>
          </p:cNvSpPr>
          <p:nvPr>
            <p:ph type="body" sz="quarter" idx="19" hasCustomPrompt="1"/>
          </p:nvPr>
        </p:nvSpPr>
        <p:spPr bwMode="gray">
          <a:xfrm>
            <a:off x="6449080" y="1972132"/>
            <a:ext cx="5126679" cy="1385316"/>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760721924"/>
      </p:ext>
    </p:extLst>
  </p:cSld>
  <p:clrMapOvr>
    <a:masterClrMapping/>
  </p:clrMapOvr>
</p:sldLayout>
</file>

<file path=ppt/slideLayouts/slideLayout446.xml><?xml version="1.0" encoding="utf-8"?>
<p:sldLayout xmlns:a="http://schemas.openxmlformats.org/drawingml/2006/main" xmlns:r="http://schemas.openxmlformats.org/officeDocument/2006/relationships" xmlns:p="http://schemas.openxmlformats.org/presentationml/2006/main" preserve="1">
  <p:cSld name="1_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52259" y="4068117"/>
            <a:ext cx="7363123" cy="277063"/>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914583" rtl="0" eaLnBrk="1" fontAlgn="base" latinLnBrk="0" hangingPunct="1">
              <a:spcBef>
                <a:spcPts val="0"/>
              </a:spcBef>
              <a:spcAft>
                <a:spcPct val="0"/>
              </a:spcAft>
              <a:buClr>
                <a:schemeClr val="tx2"/>
              </a:buClr>
              <a:buFont typeface="Arial" pitchFamily="34" charset="0"/>
              <a:buNone/>
              <a:defRPr lang="en-US" sz="1800" b="1" kern="1200" baseline="0" dirty="0">
                <a:solidFill>
                  <a:schemeClr val="tx2"/>
                </a:solidFill>
                <a:latin typeface="Arial" pitchFamily="34" charset="0"/>
                <a:ea typeface="+mn-ea"/>
                <a:cs typeface="Arial" pitchFamily="34" charset="0"/>
              </a:defRPr>
            </a:lvl1pPr>
            <a:lvl2pPr marL="457291" indent="0" algn="ctr">
              <a:buNone/>
              <a:defRPr>
                <a:solidFill>
                  <a:schemeClr val="tx1">
                    <a:tint val="75000"/>
                  </a:schemeClr>
                </a:solidFill>
              </a:defRPr>
            </a:lvl2pPr>
            <a:lvl3pPr marL="914583" indent="0" algn="ctr">
              <a:buNone/>
              <a:defRPr>
                <a:solidFill>
                  <a:schemeClr val="tx1">
                    <a:tint val="75000"/>
                  </a:schemeClr>
                </a:solidFill>
              </a:defRPr>
            </a:lvl3pPr>
            <a:lvl4pPr marL="1371874" indent="0" algn="ctr">
              <a:buNone/>
              <a:defRPr>
                <a:solidFill>
                  <a:schemeClr val="tx1">
                    <a:tint val="75000"/>
                  </a:schemeClr>
                </a:solidFill>
              </a:defRPr>
            </a:lvl4pPr>
            <a:lvl5pPr marL="1829166" indent="0" algn="ctr">
              <a:buNone/>
              <a:defRPr>
                <a:solidFill>
                  <a:schemeClr val="tx1">
                    <a:tint val="75000"/>
                  </a:schemeClr>
                </a:solidFill>
              </a:defRPr>
            </a:lvl5pPr>
            <a:lvl6pPr marL="2286457" indent="0" algn="ctr">
              <a:buNone/>
              <a:defRPr>
                <a:solidFill>
                  <a:schemeClr val="tx1">
                    <a:tint val="75000"/>
                  </a:schemeClr>
                </a:solidFill>
              </a:defRPr>
            </a:lvl6pPr>
            <a:lvl7pPr marL="2743749" indent="0" algn="ctr">
              <a:buNone/>
              <a:defRPr>
                <a:solidFill>
                  <a:schemeClr val="tx1">
                    <a:tint val="75000"/>
                  </a:schemeClr>
                </a:solidFill>
              </a:defRPr>
            </a:lvl7pPr>
            <a:lvl8pPr marL="3201040" indent="0" algn="ctr">
              <a:buNone/>
              <a:defRPr>
                <a:solidFill>
                  <a:schemeClr val="tx1">
                    <a:tint val="75000"/>
                  </a:schemeClr>
                </a:solidFill>
              </a:defRPr>
            </a:lvl8pPr>
            <a:lvl9pPr marL="3658332"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52260" y="2200785"/>
            <a:ext cx="7363123" cy="615681"/>
          </a:xfrm>
          <a:noFill/>
          <a:ln w="9525">
            <a:noFill/>
            <a:miter lim="800000"/>
            <a:headEnd/>
            <a:tailEnd/>
          </a:ln>
        </p:spPr>
        <p:txBody>
          <a:bodyPr vert="horz" wrap="square" lIns="0" tIns="0" rIns="0" bIns="0" numCol="1" anchor="t" anchorCtr="0" compatLnSpc="1">
            <a:prstTxWarp prst="textNoShape">
              <a:avLst/>
            </a:prstTxWarp>
            <a:spAutoFit/>
          </a:bodyPr>
          <a:lstStyle>
            <a:lvl1pPr algn="l" defTabSz="914583" rtl="0" eaLnBrk="1" latinLnBrk="0" hangingPunct="1">
              <a:spcBef>
                <a:spcPct val="0"/>
              </a:spcBef>
              <a:buNone/>
              <a:defRPr lang="en-US" sz="4001"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2" name="Picture 11" descr="Mahindra Logo.png"/>
          <p:cNvPicPr>
            <a:picLocks noChangeAspect="1"/>
          </p:cNvPicPr>
          <p:nvPr/>
        </p:nvPicPr>
        <p:blipFill>
          <a:blip r:embed="rId2" cstate="email"/>
          <a:stretch>
            <a:fillRect/>
          </a:stretch>
        </p:blipFill>
        <p:spPr bwMode="gray">
          <a:xfrm>
            <a:off x="8075394" y="476753"/>
            <a:ext cx="3288454" cy="656706"/>
          </a:xfrm>
          <a:prstGeom prst="rect">
            <a:avLst/>
          </a:prstGeom>
        </p:spPr>
      </p:pic>
    </p:spTree>
    <p:extLst>
      <p:ext uri="{BB962C8B-B14F-4D97-AF65-F5344CB8AC3E}">
        <p14:creationId xmlns:p14="http://schemas.microsoft.com/office/powerpoint/2010/main" val="3109298714"/>
      </p:ext>
    </p:extLst>
  </p:cSld>
  <p:clrMapOvr>
    <a:masterClrMapping/>
  </p:clrMapOvr>
</p:sldLayout>
</file>

<file path=ppt/slideLayouts/slideLayout447.xml><?xml version="1.0" encoding="utf-8"?>
<p:sldLayout xmlns:a="http://schemas.openxmlformats.org/drawingml/2006/main" xmlns:r="http://schemas.openxmlformats.org/officeDocument/2006/relationships" xmlns:p="http://schemas.openxmlformats.org/presentationml/2006/main" preserve="1">
  <p:cSld name="1_Divider Slide 2">
    <p:spTree>
      <p:nvGrpSpPr>
        <p:cNvPr id="1" name=""/>
        <p:cNvGrpSpPr/>
        <p:nvPr/>
      </p:nvGrpSpPr>
      <p:grpSpPr>
        <a:xfrm>
          <a:off x="0" y="0"/>
          <a:ext cx="0" cy="0"/>
          <a:chOff x="0" y="0"/>
          <a:chExt cx="0" cy="0"/>
        </a:xfrm>
      </p:grpSpPr>
      <p:sp>
        <p:nvSpPr>
          <p:cNvPr id="12" name="Picture Placeholder 22"/>
          <p:cNvSpPr>
            <a:spLocks noGrp="1"/>
          </p:cNvSpPr>
          <p:nvPr>
            <p:ph type="pic" sz="quarter" idx="13"/>
          </p:nvPr>
        </p:nvSpPr>
        <p:spPr bwMode="gray">
          <a:xfrm>
            <a:off x="641100" y="1972132"/>
            <a:ext cx="5467330" cy="4176092"/>
          </a:xfrm>
        </p:spPr>
        <p:txBody>
          <a:bodyPr rtlCol="0">
            <a:normAutofit/>
          </a:bodyPr>
          <a:lstStyle>
            <a:lvl1pPr>
              <a:buNone/>
              <a:defRPr>
                <a:latin typeface="Arial" pitchFamily="34" charset="0"/>
                <a:cs typeface="Arial" pitchFamily="34" charset="0"/>
              </a:defRPr>
            </a:lvl1pPr>
          </a:lstStyle>
          <a:p>
            <a:pPr lvl="0"/>
            <a:r>
              <a:rPr lang="en-US" noProof="0"/>
              <a:t>Click icon to add picture</a:t>
            </a:r>
          </a:p>
        </p:txBody>
      </p:sp>
      <p:sp>
        <p:nvSpPr>
          <p:cNvPr id="22" name="Subtitle 2"/>
          <p:cNvSpPr>
            <a:spLocks noGrp="1"/>
          </p:cNvSpPr>
          <p:nvPr>
            <p:ph type="subTitle" idx="1" hasCustomPrompt="1"/>
          </p:nvPr>
        </p:nvSpPr>
        <p:spPr bwMode="gray">
          <a:xfrm>
            <a:off x="6565452" y="4296770"/>
            <a:ext cx="5039929" cy="277063"/>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914583" rtl="0" eaLnBrk="1" fontAlgn="base" latinLnBrk="0" hangingPunct="1">
              <a:spcBef>
                <a:spcPts val="0"/>
              </a:spcBef>
              <a:spcAft>
                <a:spcPct val="0"/>
              </a:spcAft>
              <a:buClr>
                <a:schemeClr val="tx2"/>
              </a:buClr>
              <a:buFont typeface="Arial" pitchFamily="34" charset="0"/>
              <a:buNone/>
              <a:defRPr lang="en-US" sz="1800" b="1" kern="1200" baseline="0" dirty="0">
                <a:solidFill>
                  <a:schemeClr val="tx2"/>
                </a:solidFill>
                <a:latin typeface="Arial" pitchFamily="34" charset="0"/>
                <a:ea typeface="+mn-ea"/>
                <a:cs typeface="Arial" pitchFamily="34" charset="0"/>
              </a:defRPr>
            </a:lvl1pPr>
            <a:lvl2pPr marL="457291" indent="0" algn="ctr">
              <a:buNone/>
              <a:defRPr>
                <a:solidFill>
                  <a:schemeClr val="tx1">
                    <a:tint val="75000"/>
                  </a:schemeClr>
                </a:solidFill>
              </a:defRPr>
            </a:lvl2pPr>
            <a:lvl3pPr marL="914583" indent="0" algn="ctr">
              <a:buNone/>
              <a:defRPr>
                <a:solidFill>
                  <a:schemeClr val="tx1">
                    <a:tint val="75000"/>
                  </a:schemeClr>
                </a:solidFill>
              </a:defRPr>
            </a:lvl3pPr>
            <a:lvl4pPr marL="1371874" indent="0" algn="ctr">
              <a:buNone/>
              <a:defRPr>
                <a:solidFill>
                  <a:schemeClr val="tx1">
                    <a:tint val="75000"/>
                  </a:schemeClr>
                </a:solidFill>
              </a:defRPr>
            </a:lvl4pPr>
            <a:lvl5pPr marL="1829166" indent="0" algn="ctr">
              <a:buNone/>
              <a:defRPr>
                <a:solidFill>
                  <a:schemeClr val="tx1">
                    <a:tint val="75000"/>
                  </a:schemeClr>
                </a:solidFill>
              </a:defRPr>
            </a:lvl5pPr>
            <a:lvl6pPr marL="2286457" indent="0" algn="ctr">
              <a:buNone/>
              <a:defRPr>
                <a:solidFill>
                  <a:schemeClr val="tx1">
                    <a:tint val="75000"/>
                  </a:schemeClr>
                </a:solidFill>
              </a:defRPr>
            </a:lvl6pPr>
            <a:lvl7pPr marL="2743749" indent="0" algn="ctr">
              <a:buNone/>
              <a:defRPr>
                <a:solidFill>
                  <a:schemeClr val="tx1">
                    <a:tint val="75000"/>
                  </a:schemeClr>
                </a:solidFill>
              </a:defRPr>
            </a:lvl7pPr>
            <a:lvl8pPr marL="3201040" indent="0" algn="ctr">
              <a:buNone/>
              <a:defRPr>
                <a:solidFill>
                  <a:schemeClr val="tx1">
                    <a:tint val="75000"/>
                  </a:schemeClr>
                </a:solidFill>
              </a:defRPr>
            </a:lvl8pPr>
            <a:lvl9pPr marL="3658332" indent="0" algn="ctr">
              <a:buNone/>
              <a:defRPr>
                <a:solidFill>
                  <a:schemeClr val="tx1">
                    <a:tint val="75000"/>
                  </a:schemeClr>
                </a:solidFill>
              </a:defRPr>
            </a:lvl9pPr>
          </a:lstStyle>
          <a:p>
            <a:r>
              <a:rPr lang="en-US" dirty="0"/>
              <a:t>Click to Edit Master Subtitle Style</a:t>
            </a:r>
          </a:p>
        </p:txBody>
      </p:sp>
      <p:sp>
        <p:nvSpPr>
          <p:cNvPr id="23" name="Title 8"/>
          <p:cNvSpPr>
            <a:spLocks noGrp="1"/>
          </p:cNvSpPr>
          <p:nvPr>
            <p:ph type="title" hasCustomPrompt="1"/>
          </p:nvPr>
        </p:nvSpPr>
        <p:spPr bwMode="gray">
          <a:xfrm>
            <a:off x="6565453" y="1972132"/>
            <a:ext cx="5039929" cy="1231363"/>
          </a:xfrm>
          <a:noFill/>
          <a:ln w="9525">
            <a:noFill/>
            <a:miter lim="800000"/>
            <a:headEnd/>
            <a:tailEnd/>
          </a:ln>
        </p:spPr>
        <p:txBody>
          <a:bodyPr vert="horz" wrap="square" lIns="0" tIns="0" rIns="0" bIns="0" numCol="1" anchor="t" anchorCtr="0" compatLnSpc="1">
            <a:prstTxWarp prst="textNoShape">
              <a:avLst/>
            </a:prstTxWarp>
            <a:spAutoFit/>
          </a:bodyPr>
          <a:lstStyle>
            <a:lvl1pPr algn="l" defTabSz="914583" rtl="0" eaLnBrk="1" latinLnBrk="0" hangingPunct="1">
              <a:spcBef>
                <a:spcPct val="0"/>
              </a:spcBef>
              <a:buNone/>
              <a:defRPr lang="en-US" sz="4001"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p:nvPicPr>
        <p:blipFill>
          <a:blip r:embed="rId2" cstate="email"/>
          <a:stretch>
            <a:fillRect/>
          </a:stretch>
        </p:blipFill>
        <p:spPr bwMode="ltGray">
          <a:xfrm>
            <a:off x="1069" y="1"/>
            <a:ext cx="5289698" cy="1443543"/>
          </a:xfrm>
          <a:prstGeom prst="rect">
            <a:avLst/>
          </a:prstGeom>
        </p:spPr>
      </p:pic>
      <p:pic>
        <p:nvPicPr>
          <p:cNvPr id="7" name="Picture 6" descr="Mahindra Logo.png"/>
          <p:cNvPicPr>
            <a:picLocks noChangeAspect="1"/>
          </p:cNvPicPr>
          <p:nvPr/>
        </p:nvPicPr>
        <p:blipFill>
          <a:blip r:embed="rId3" cstate="email"/>
          <a:stretch>
            <a:fillRect/>
          </a:stretch>
        </p:blipFill>
        <p:spPr bwMode="gray">
          <a:xfrm>
            <a:off x="8075394" y="476753"/>
            <a:ext cx="3288454" cy="656706"/>
          </a:xfrm>
          <a:prstGeom prst="rect">
            <a:avLst/>
          </a:prstGeom>
        </p:spPr>
      </p:pic>
    </p:spTree>
    <p:extLst>
      <p:ext uri="{BB962C8B-B14F-4D97-AF65-F5344CB8AC3E}">
        <p14:creationId xmlns:p14="http://schemas.microsoft.com/office/powerpoint/2010/main" val="807721081"/>
      </p:ext>
    </p:extLst>
  </p:cSld>
  <p:clrMapOvr>
    <a:masterClrMapping/>
  </p:clrMapOvr>
</p:sldLayout>
</file>

<file path=ppt/slideLayouts/slideLayout448.xml><?xml version="1.0" encoding="utf-8"?>
<p:sldLayout xmlns:a="http://schemas.openxmlformats.org/drawingml/2006/main" xmlns:r="http://schemas.openxmlformats.org/officeDocument/2006/relationships" xmlns:p="http://schemas.openxmlformats.org/presentationml/2006/main" preserve="1">
  <p:cSld name="1_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641101" y="2467547"/>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
          <p:cNvSpPr>
            <a:spLocks noGrp="1"/>
          </p:cNvSpPr>
          <p:nvPr>
            <p:ph type="body" sz="quarter" idx="11" hasCustomPrompt="1"/>
          </p:nvPr>
        </p:nvSpPr>
        <p:spPr bwMode="gray">
          <a:xfrm>
            <a:off x="6362332" y="2467547"/>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ext Placeholder 4"/>
          <p:cNvSpPr>
            <a:spLocks noGrp="1"/>
          </p:cNvSpPr>
          <p:nvPr>
            <p:ph type="body" sz="quarter" idx="12" hasCustomPrompt="1"/>
          </p:nvPr>
        </p:nvSpPr>
        <p:spPr bwMode="gray">
          <a:xfrm>
            <a:off x="641101" y="1972132"/>
            <a:ext cx="5243051" cy="286227"/>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1</a:t>
            </a:r>
          </a:p>
        </p:txBody>
      </p:sp>
      <p:sp>
        <p:nvSpPr>
          <p:cNvPr id="6" name="Text Placeholder 4"/>
          <p:cNvSpPr>
            <a:spLocks noGrp="1"/>
          </p:cNvSpPr>
          <p:nvPr>
            <p:ph type="body" sz="quarter" idx="13" hasCustomPrompt="1"/>
          </p:nvPr>
        </p:nvSpPr>
        <p:spPr bwMode="gray">
          <a:xfrm>
            <a:off x="6362332" y="1972132"/>
            <a:ext cx="5243051" cy="286227"/>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2</a:t>
            </a:r>
          </a:p>
        </p:txBody>
      </p:sp>
      <p:cxnSp>
        <p:nvCxnSpPr>
          <p:cNvPr id="8" name="Straight Connector 7"/>
          <p:cNvCxnSpPr/>
          <p:nvPr/>
        </p:nvCxnSpPr>
        <p:spPr bwMode="gray">
          <a:xfrm>
            <a:off x="641100"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gray">
          <a:xfrm>
            <a:off x="6362331"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15" name="Text Placeholder 41"/>
          <p:cNvSpPr>
            <a:spLocks noGrp="1"/>
          </p:cNvSpPr>
          <p:nvPr>
            <p:ph type="body" sz="quarter" idx="14"/>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543699845"/>
      </p:ext>
    </p:extLst>
  </p:cSld>
  <p:clrMapOvr>
    <a:masterClrMapping/>
  </p:clrMapOvr>
</p:sldLayout>
</file>

<file path=ppt/slideLayouts/slideLayout449.xml><?xml version="1.0" encoding="utf-8"?>
<p:sldLayout xmlns:a="http://schemas.openxmlformats.org/drawingml/2006/main" xmlns:r="http://schemas.openxmlformats.org/officeDocument/2006/relationships" xmlns:p="http://schemas.openxmlformats.org/presentationml/2006/main" preserve="1">
  <p:cSld name="2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17" name="Text Placeholder 4"/>
          <p:cNvSpPr>
            <a:spLocks noGrp="1"/>
          </p:cNvSpPr>
          <p:nvPr>
            <p:ph type="body" sz="quarter" idx="10" hasCustomPrompt="1"/>
          </p:nvPr>
        </p:nvSpPr>
        <p:spPr bwMode="gray">
          <a:xfrm>
            <a:off x="641101" y="2467547"/>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18" name="Text Placeholder 4"/>
          <p:cNvSpPr>
            <a:spLocks noGrp="1"/>
          </p:cNvSpPr>
          <p:nvPr>
            <p:ph type="body" sz="quarter" idx="11" hasCustomPrompt="1"/>
          </p:nvPr>
        </p:nvSpPr>
        <p:spPr bwMode="gray">
          <a:xfrm>
            <a:off x="6362332" y="2467547"/>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1" name="Text Placeholder 4"/>
          <p:cNvSpPr>
            <a:spLocks noGrp="1"/>
          </p:cNvSpPr>
          <p:nvPr>
            <p:ph type="body" sz="quarter" idx="12" hasCustomPrompt="1"/>
          </p:nvPr>
        </p:nvSpPr>
        <p:spPr bwMode="gray">
          <a:xfrm>
            <a:off x="641101" y="1972132"/>
            <a:ext cx="5243051" cy="286227"/>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1</a:t>
            </a:r>
          </a:p>
        </p:txBody>
      </p:sp>
      <p:sp>
        <p:nvSpPr>
          <p:cNvPr id="32" name="Text Placeholder 4"/>
          <p:cNvSpPr>
            <a:spLocks noGrp="1"/>
          </p:cNvSpPr>
          <p:nvPr>
            <p:ph type="body" sz="quarter" idx="13" hasCustomPrompt="1"/>
          </p:nvPr>
        </p:nvSpPr>
        <p:spPr bwMode="gray">
          <a:xfrm>
            <a:off x="6362332" y="1972132"/>
            <a:ext cx="5243051" cy="286227"/>
          </a:xfrm>
          <a:noFill/>
          <a:ln>
            <a:noFill/>
          </a:ln>
        </p:spPr>
        <p:txBody>
          <a:bodyPr wrap="square" lIns="0" tIns="0" rIns="0" bIns="0" anchor="b" anchorCtr="0">
            <a:spAutoFit/>
          </a:bodyPr>
          <a:lstStyle>
            <a:lvl1pPr marL="0" indent="0">
              <a:spcBef>
                <a:spcPts val="0"/>
              </a:spcBef>
              <a:spcAft>
                <a:spcPts val="0"/>
              </a:spcAft>
              <a:buNone/>
              <a:tabLst/>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2</a:t>
            </a:r>
          </a:p>
        </p:txBody>
      </p:sp>
      <p:cxnSp>
        <p:nvCxnSpPr>
          <p:cNvPr id="33" name="Straight Connector 32"/>
          <p:cNvCxnSpPr/>
          <p:nvPr/>
        </p:nvCxnSpPr>
        <p:spPr bwMode="gray">
          <a:xfrm>
            <a:off x="641100"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gray">
          <a:xfrm>
            <a:off x="6362331"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641101" y="4704385"/>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6" name="Text Placeholder 4"/>
          <p:cNvSpPr>
            <a:spLocks noGrp="1"/>
          </p:cNvSpPr>
          <p:nvPr>
            <p:ph type="body" sz="quarter" idx="16" hasCustomPrompt="1"/>
          </p:nvPr>
        </p:nvSpPr>
        <p:spPr bwMode="gray">
          <a:xfrm>
            <a:off x="6362332" y="4704385"/>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7" name="Text Placeholder 4"/>
          <p:cNvSpPr>
            <a:spLocks noGrp="1"/>
          </p:cNvSpPr>
          <p:nvPr>
            <p:ph type="body" sz="quarter" idx="17" hasCustomPrompt="1"/>
          </p:nvPr>
        </p:nvSpPr>
        <p:spPr bwMode="gray">
          <a:xfrm>
            <a:off x="641101" y="4208970"/>
            <a:ext cx="5243051" cy="286227"/>
          </a:xfrm>
          <a:noFill/>
          <a:ln>
            <a:noFill/>
          </a:ln>
        </p:spPr>
        <p:txBody>
          <a:bodyPr wrap="square" lIns="0" tIns="0" rIns="0" bIns="0" anchor="b" anchorCtr="0">
            <a:spAutoFit/>
          </a:bodyPr>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lvl="0" indent="0" algn="l" defTabSz="914583" rtl="0" eaLnBrk="1" fontAlgn="base" latinLnBrk="0" hangingPunct="1">
              <a:spcBef>
                <a:spcPts val="0"/>
              </a:spcBef>
              <a:spcAft>
                <a:spcPts val="0"/>
              </a:spcAft>
              <a:buClr>
                <a:schemeClr val="bg2"/>
              </a:buClr>
              <a:tabLst/>
            </a:pPr>
            <a:r>
              <a:rPr lang="en-US" dirty="0"/>
              <a:t>Heading 3</a:t>
            </a:r>
          </a:p>
        </p:txBody>
      </p:sp>
      <p:sp>
        <p:nvSpPr>
          <p:cNvPr id="38" name="Text Placeholder 4"/>
          <p:cNvSpPr>
            <a:spLocks noGrp="1"/>
          </p:cNvSpPr>
          <p:nvPr>
            <p:ph type="body" sz="quarter" idx="18" hasCustomPrompt="1"/>
          </p:nvPr>
        </p:nvSpPr>
        <p:spPr bwMode="gray">
          <a:xfrm>
            <a:off x="6362332" y="4208970"/>
            <a:ext cx="5243051" cy="286227"/>
          </a:xfrm>
          <a:noFill/>
          <a:ln>
            <a:noFill/>
          </a:ln>
        </p:spPr>
        <p:txBody>
          <a:bodyPr wrap="square" lIns="0" tIns="0" rIns="0" bIns="0" anchor="b" anchorCtr="0">
            <a:spAutoFit/>
          </a:bodyPr>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lvl="0" indent="0" algn="l" defTabSz="914583" rtl="0" eaLnBrk="1" fontAlgn="base" latinLnBrk="0" hangingPunct="1">
              <a:spcBef>
                <a:spcPts val="0"/>
              </a:spcBef>
              <a:spcAft>
                <a:spcPts val="0"/>
              </a:spcAft>
              <a:buClr>
                <a:schemeClr val="bg2"/>
              </a:buClr>
              <a:tabLst/>
            </a:pPr>
            <a:r>
              <a:rPr lang="en-US" dirty="0"/>
              <a:t>Heading 4</a:t>
            </a:r>
          </a:p>
        </p:txBody>
      </p:sp>
      <p:cxnSp>
        <p:nvCxnSpPr>
          <p:cNvPr id="39" name="Straight Connector 38"/>
          <p:cNvCxnSpPr/>
          <p:nvPr/>
        </p:nvCxnSpPr>
        <p:spPr bwMode="gray">
          <a:xfrm>
            <a:off x="641100" y="4582119"/>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gray">
          <a:xfrm>
            <a:off x="6362331" y="4582119"/>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035216172"/>
      </p:ext>
    </p:extLst>
  </p:cSld>
  <p:clrMapOvr>
    <a:masterClrMapping/>
  </p:clrMapOvr>
</p:sldLayout>
</file>

<file path=ppt/slideLayouts/slideLayout450.xml><?xml version="1.0" encoding="utf-8"?>
<p:sldLayout xmlns:a="http://schemas.openxmlformats.org/drawingml/2006/main" xmlns:r="http://schemas.openxmlformats.org/officeDocument/2006/relationships" xmlns:p="http://schemas.openxmlformats.org/presentationml/2006/main" preserve="1">
  <p:cSld name="3_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3249929" y="1972132"/>
            <a:ext cx="2723087" cy="1261884"/>
          </a:xfrm>
          <a:ln>
            <a:noFill/>
          </a:ln>
        </p:spPr>
        <p:txBody>
          <a:bodyPr wrap="square" lIns="0" tIns="0" rIns="0" bIns="0">
            <a:spAutoFit/>
          </a:bodyPr>
          <a:lstStyle>
            <a:lvl1pPr marL="0" marR="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600">
                <a:latin typeface="Arial" pitchFamily="34" charset="0"/>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marR="0" lvl="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1</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16" name="Picture Placeholder 22"/>
          <p:cNvSpPr>
            <a:spLocks noGrp="1"/>
          </p:cNvSpPr>
          <p:nvPr>
            <p:ph type="pic" sz="quarter" idx="13"/>
          </p:nvPr>
        </p:nvSpPr>
        <p:spPr bwMode="gray">
          <a:xfrm>
            <a:off x="641101" y="1972132"/>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20"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42" name="Text Placeholder 4"/>
          <p:cNvSpPr>
            <a:spLocks noGrp="1"/>
          </p:cNvSpPr>
          <p:nvPr>
            <p:ph type="body" sz="quarter" idx="19" hasCustomPrompt="1"/>
          </p:nvPr>
        </p:nvSpPr>
        <p:spPr bwMode="gray">
          <a:xfrm>
            <a:off x="8888643" y="1972132"/>
            <a:ext cx="2723087" cy="1261884"/>
          </a:xfrm>
          <a:ln>
            <a:noFill/>
          </a:ln>
        </p:spPr>
        <p:txBody>
          <a:bodyPr wrap="square" lIns="0" tIns="0" rIns="0" bIns="0">
            <a:spAutoFit/>
          </a:bodyPr>
          <a:lstStyle>
            <a:lvl1pPr marL="0" marR="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marR="0" lvl="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2</a:t>
            </a:r>
          </a:p>
          <a:p>
            <a:pPr marL="285807" lvl="1" indent="-285807" algn="l" defTabSz="914583"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3" name="Picture Placeholder 22"/>
          <p:cNvSpPr>
            <a:spLocks noGrp="1"/>
          </p:cNvSpPr>
          <p:nvPr>
            <p:ph type="pic" sz="quarter" idx="20"/>
          </p:nvPr>
        </p:nvSpPr>
        <p:spPr bwMode="gray">
          <a:xfrm>
            <a:off x="6279815" y="1972132"/>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45" name="Text Placeholder 4"/>
          <p:cNvSpPr>
            <a:spLocks noGrp="1"/>
          </p:cNvSpPr>
          <p:nvPr>
            <p:ph type="body" sz="quarter" idx="21" hasCustomPrompt="1"/>
          </p:nvPr>
        </p:nvSpPr>
        <p:spPr bwMode="gray">
          <a:xfrm>
            <a:off x="3249929" y="4242784"/>
            <a:ext cx="2723087" cy="1261884"/>
          </a:xfrm>
          <a:ln>
            <a:noFill/>
          </a:ln>
        </p:spPr>
        <p:txBody>
          <a:bodyPr wrap="square" lIns="0" tIns="0" rIns="0" bIns="0">
            <a:spAutoFit/>
          </a:bodyPr>
          <a:lstStyle>
            <a:lvl1pPr marL="0" marR="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marR="0" lvl="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3</a:t>
            </a:r>
          </a:p>
          <a:p>
            <a:pPr marL="285807" lvl="1" indent="-285807" algn="l" defTabSz="914583"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6" name="Picture Placeholder 22"/>
          <p:cNvSpPr>
            <a:spLocks noGrp="1"/>
          </p:cNvSpPr>
          <p:nvPr>
            <p:ph type="pic" sz="quarter" idx="22"/>
          </p:nvPr>
        </p:nvSpPr>
        <p:spPr bwMode="gray">
          <a:xfrm>
            <a:off x="641101" y="4242784"/>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48" name="Text Placeholder 4"/>
          <p:cNvSpPr>
            <a:spLocks noGrp="1"/>
          </p:cNvSpPr>
          <p:nvPr>
            <p:ph type="body" sz="quarter" idx="23" hasCustomPrompt="1"/>
          </p:nvPr>
        </p:nvSpPr>
        <p:spPr bwMode="gray">
          <a:xfrm>
            <a:off x="8888643" y="4242784"/>
            <a:ext cx="2723087" cy="1261884"/>
          </a:xfrm>
          <a:ln>
            <a:noFill/>
          </a:ln>
        </p:spPr>
        <p:txBody>
          <a:bodyPr wrap="square" lIns="0" tIns="0" rIns="0" bIns="0">
            <a:spAutoFit/>
          </a:bodyPr>
          <a:lstStyle>
            <a:lvl1pPr marL="0" marR="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marR="0" lvl="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4</a:t>
            </a:r>
          </a:p>
          <a:p>
            <a:pPr marL="285807" lvl="1" indent="-285807" algn="l" defTabSz="914583"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9" name="Picture Placeholder 22"/>
          <p:cNvSpPr>
            <a:spLocks noGrp="1"/>
          </p:cNvSpPr>
          <p:nvPr>
            <p:ph type="pic" sz="quarter" idx="24"/>
          </p:nvPr>
        </p:nvSpPr>
        <p:spPr bwMode="gray">
          <a:xfrm>
            <a:off x="6279815" y="4242784"/>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51" name="Text Placeholder 41"/>
          <p:cNvSpPr>
            <a:spLocks noGrp="1"/>
          </p:cNvSpPr>
          <p:nvPr>
            <p:ph type="body" sz="quarter" idx="25"/>
          </p:nvPr>
        </p:nvSpPr>
        <p:spPr bwMode="gray">
          <a:xfrm>
            <a:off x="641099" y="1270747"/>
            <a:ext cx="10962167" cy="283777"/>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marL="0" lvl="0" indent="0" algn="l" defTabSz="914583"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31846285"/>
      </p:ext>
    </p:extLst>
  </p:cSld>
  <p:clrMapOvr>
    <a:masterClrMapping/>
  </p:clrMapOvr>
</p:sldLayout>
</file>

<file path=ppt/slideLayouts/slideLayout451.xml><?xml version="1.0" encoding="utf-8"?>
<p:sldLayout xmlns:a="http://schemas.openxmlformats.org/drawingml/2006/main" xmlns:r="http://schemas.openxmlformats.org/officeDocument/2006/relationships" xmlns:p="http://schemas.openxmlformats.org/presentationml/2006/main" preserve="1">
  <p:cSld name="1_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41101" y="1972131"/>
            <a:ext cx="10964283" cy="4163390"/>
          </a:xfrm>
        </p:spPr>
        <p:txBody>
          <a:bodyPr>
            <a:noAutofit/>
          </a:bodyPr>
          <a:lstStyle>
            <a:lvl1pPr marL="0" indent="0">
              <a:buNone/>
              <a:defRPr>
                <a:latin typeface="Arial" pitchFamily="34" charset="0"/>
                <a:cs typeface="Arial" pitchFamily="34" charset="0"/>
              </a:defRPr>
            </a:lvl1pPr>
          </a:lstStyle>
          <a:p>
            <a:r>
              <a:rPr lang="en-US"/>
              <a:t>Click icon to add table</a:t>
            </a:r>
            <a:endParaRPr lang="en-US" dirty="0"/>
          </a:p>
        </p:txBody>
      </p:sp>
      <p:sp>
        <p:nvSpPr>
          <p:cNvPr id="4"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8" name="Text Placeholder 41"/>
          <p:cNvSpPr>
            <a:spLocks noGrp="1"/>
          </p:cNvSpPr>
          <p:nvPr>
            <p:ph type="body" sz="quarter" idx="13"/>
          </p:nvPr>
        </p:nvSpPr>
        <p:spPr bwMode="gray">
          <a:xfrm>
            <a:off x="641099" y="1270747"/>
            <a:ext cx="10962167" cy="283777"/>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marL="0" lvl="0" indent="0" algn="l" defTabSz="914583"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1158817585"/>
      </p:ext>
    </p:extLst>
  </p:cSld>
  <p:clrMapOvr>
    <a:masterClrMapping/>
  </p:clrMapOvr>
</p:sldLayout>
</file>

<file path=ppt/slideLayouts/slideLayout452.xml><?xml version="1.0" encoding="utf-8"?>
<p:sldLayout xmlns:a="http://schemas.openxmlformats.org/drawingml/2006/main" xmlns:r="http://schemas.openxmlformats.org/officeDocument/2006/relationships" xmlns:p="http://schemas.openxmlformats.org/presentationml/2006/main" preserve="1">
  <p:cSld name="1_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41101" y="1972132"/>
            <a:ext cx="10964283" cy="4163389"/>
          </a:xfrm>
        </p:spPr>
        <p:txBody>
          <a:bodyPr>
            <a:noAutofit/>
          </a:bodyPr>
          <a:lstStyle>
            <a:lvl1pPr marL="0" indent="0">
              <a:buNone/>
              <a:defRPr>
                <a:latin typeface="Arial" pitchFamily="34" charset="0"/>
                <a:cs typeface="Arial" pitchFamily="34" charset="0"/>
              </a:defRPr>
            </a:lvl1pPr>
          </a:lstStyle>
          <a:p>
            <a:r>
              <a:rPr lang="en-US"/>
              <a:t>Click icon to add chart</a:t>
            </a:r>
            <a:endParaRPr lang="en-US" dirty="0"/>
          </a:p>
        </p:txBody>
      </p:sp>
      <p:sp>
        <p:nvSpPr>
          <p:cNvPr id="4"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48418897"/>
      </p:ext>
    </p:extLst>
  </p:cSld>
  <p:clrMapOvr>
    <a:masterClrMapping/>
  </p:clrMapOvr>
</p:sldLayout>
</file>

<file path=ppt/slideLayouts/slideLayout453.xml><?xml version="1.0" encoding="utf-8"?>
<p:sldLayout xmlns:a="http://schemas.openxmlformats.org/drawingml/2006/main" xmlns:r="http://schemas.openxmlformats.org/officeDocument/2006/relationships" xmlns:p="http://schemas.openxmlformats.org/presentationml/2006/main" preserve="1">
  <p:cSld name="2_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21739" y="1527649"/>
            <a:ext cx="8969807"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p:nvSpPr>
        <p:spPr bwMode="gray">
          <a:xfrm>
            <a:off x="1821741" y="3370293"/>
            <a:ext cx="9002897" cy="1892826"/>
          </a:xfrm>
          <a:prstGeom prst="rect">
            <a:avLst/>
          </a:prstGeom>
          <a:noFill/>
          <a:ln w="9525">
            <a:noFill/>
            <a:miter lim="800000"/>
            <a:headEnd/>
            <a:tailEnd/>
          </a:ln>
        </p:spPr>
        <p:txBody>
          <a:bodyPr wrap="square" lIns="0" tIns="0" rIns="0" bIns="0">
            <a:spAutoFit/>
          </a:bodyPr>
          <a:lstStyle/>
          <a:p>
            <a:pPr algn="just" defTabSz="914583" fontAlgn="auto">
              <a:spcBef>
                <a:spcPts val="600"/>
              </a:spcBef>
              <a:spcAft>
                <a:spcPts val="0"/>
              </a:spcAft>
            </a:pPr>
            <a:r>
              <a:rPr lang="en-US" sz="1000" b="1" dirty="0">
                <a:solidFill>
                  <a:srgbClr val="6D6E71"/>
                </a:solidFill>
                <a:latin typeface="Arial"/>
              </a:rPr>
              <a:t>Disclaimer </a:t>
            </a:r>
          </a:p>
          <a:p>
            <a:pPr algn="just" defTabSz="914583" fontAlgn="auto">
              <a:spcBef>
                <a:spcPts val="600"/>
              </a:spcBef>
              <a:spcAft>
                <a:spcPts val="0"/>
              </a:spcAft>
            </a:pPr>
            <a:r>
              <a:rPr lang="en-US" sz="900" dirty="0">
                <a:solidFill>
                  <a:srgbClr val="6D6E71"/>
                </a:solidFill>
                <a:latin typeface="Arial"/>
              </a:rPr>
              <a:t>Tech Mahindra,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21740" y="2140665"/>
            <a:ext cx="8975995" cy="277063"/>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914583" rtl="0" eaLnBrk="1" fontAlgn="base" latinLnBrk="0" hangingPunct="1">
              <a:spcBef>
                <a:spcPts val="0"/>
              </a:spcBef>
              <a:spcAft>
                <a:spcPct val="0"/>
              </a:spcAft>
              <a:buClr>
                <a:schemeClr val="tx2"/>
              </a:buClr>
              <a:buFont typeface="Arial" pitchFamily="34" charset="0"/>
              <a:buNone/>
              <a:defRPr lang="en-US" sz="18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98413373"/>
      </p:ext>
    </p:extLst>
  </p:cSld>
  <p:clrMapOvr>
    <a:masterClrMapping/>
  </p:clrMapOvr>
</p:sldLayout>
</file>

<file path=ppt/slideLayouts/slideLayout454.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3" name="Rectangle 2"/>
          <p:cNvSpPr/>
          <p:nvPr/>
        </p:nvSpPr>
        <p:spPr bwMode="gray">
          <a:xfrm>
            <a:off x="0" y="0"/>
            <a:ext cx="12187238" cy="6859588"/>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defTabSz="914583" fontAlgn="auto">
              <a:spcBef>
                <a:spcPts val="0"/>
              </a:spcBef>
              <a:spcAft>
                <a:spcPts val="0"/>
              </a:spcAft>
            </a:pPr>
            <a:endParaRPr lang="en-US" sz="1800">
              <a:solidFill>
                <a:prstClr val="black"/>
              </a:solidFill>
            </a:endParaRPr>
          </a:p>
        </p:txBody>
      </p:sp>
      <p:pic>
        <p:nvPicPr>
          <p:cNvPr id="2050"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2361278" y="2686672"/>
            <a:ext cx="7464683" cy="1486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63620453"/>
      </p:ext>
    </p:extLst>
  </p:cSld>
  <p:clrMapOvr>
    <a:masterClrMapping/>
  </p:clrMapOvr>
</p:sldLayout>
</file>

<file path=ppt/slideLayouts/slideLayout455.xml><?xml version="1.0" encoding="utf-8"?>
<p:sldLayout xmlns:a="http://schemas.openxmlformats.org/drawingml/2006/main" xmlns:r="http://schemas.openxmlformats.org/officeDocument/2006/relationships" xmlns:p="http://schemas.openxmlformats.org/presentationml/2006/main">
  <p:cSld name="5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70223620"/>
      </p:ext>
    </p:extLst>
  </p:cSld>
  <p:clrMapOvr>
    <a:masterClrMapping/>
  </p:clrMapOvr>
</p:sldLayout>
</file>

<file path=ppt/slideLayouts/slideLayout456.xml><?xml version="1.0" encoding="utf-8"?>
<p:sldLayout xmlns:a="http://schemas.openxmlformats.org/drawingml/2006/main" xmlns:r="http://schemas.openxmlformats.org/officeDocument/2006/relationships" xmlns:p="http://schemas.openxmlformats.org/presentationml/2006/main">
  <p:cSld name="7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2520356"/>
      </p:ext>
    </p:extLst>
  </p:cSld>
  <p:clrMapOvr>
    <a:masterClrMapping/>
  </p:clrMapOvr>
</p:sldLayout>
</file>

<file path=ppt/slideLayouts/slideLayout457.xml><?xml version="1.0" encoding="utf-8"?>
<p:sldLayout xmlns:a="http://schemas.openxmlformats.org/drawingml/2006/main" xmlns:r="http://schemas.openxmlformats.org/officeDocument/2006/relationships" xmlns:p="http://schemas.openxmlformats.org/presentationml/2006/main">
  <p:cSld name="8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25190283"/>
      </p:ext>
    </p:extLst>
  </p:cSld>
  <p:clrMapOvr>
    <a:masterClrMapping/>
  </p:clrMapOvr>
</p:sldLayout>
</file>

<file path=ppt/slideLayouts/slideLayout458.xml><?xml version="1.0" encoding="utf-8"?>
<p:sldLayout xmlns:a="http://schemas.openxmlformats.org/drawingml/2006/main" xmlns:r="http://schemas.openxmlformats.org/officeDocument/2006/relationships" xmlns:p="http://schemas.openxmlformats.org/presentationml/2006/main">
  <p:cSld name="1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22541607"/>
      </p:ext>
    </p:extLst>
  </p:cSld>
  <p:clrMapOvr>
    <a:masterClrMapping/>
  </p:clrMapOvr>
</p:sldLayout>
</file>

<file path=ppt/slideLayouts/slideLayout459.xml><?xml version="1.0" encoding="utf-8"?>
<p:sldLayout xmlns:a="http://schemas.openxmlformats.org/drawingml/2006/main" xmlns:r="http://schemas.openxmlformats.org/officeDocument/2006/relationships" xmlns:p="http://schemas.openxmlformats.org/presentationml/2006/main">
  <p:cSld name="1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55509319"/>
      </p:ext>
    </p:extLst>
  </p:cSld>
  <p:clrMapOvr>
    <a:masterClrMapping/>
  </p:clrMapOvr>
</p:sldLayout>
</file>

<file path=ppt/slideLayouts/slideLayout460.xml><?xml version="1.0" encoding="utf-8"?>
<p:sldLayout xmlns:a="http://schemas.openxmlformats.org/drawingml/2006/main" xmlns:r="http://schemas.openxmlformats.org/officeDocument/2006/relationships" xmlns:p="http://schemas.openxmlformats.org/presentationml/2006/main">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74624428"/>
      </p:ext>
    </p:extLst>
  </p:cSld>
  <p:clrMapOvr>
    <a:masterClrMapping/>
  </p:clrMapOvr>
</p:sldLayout>
</file>

<file path=ppt/slideLayouts/slideLayout461.xml><?xml version="1.0" encoding="utf-8"?>
<p:sldLayout xmlns:a="http://schemas.openxmlformats.org/drawingml/2006/main" xmlns:r="http://schemas.openxmlformats.org/officeDocument/2006/relationships" xmlns:p="http://schemas.openxmlformats.org/presentationml/2006/main">
  <p:cSld name="4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76408506"/>
      </p:ext>
    </p:extLst>
  </p:cSld>
  <p:clrMapOvr>
    <a:masterClrMapping/>
  </p:clrMapOvr>
</p:sldLayout>
</file>

<file path=ppt/slideLayouts/slideLayout462.xml><?xml version="1.0" encoding="utf-8"?>
<p:sldLayout xmlns:a="http://schemas.openxmlformats.org/drawingml/2006/main" xmlns:r="http://schemas.openxmlformats.org/officeDocument/2006/relationships" xmlns:p="http://schemas.openxmlformats.org/presentationml/2006/main">
  <p:cSld name="6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34579783"/>
      </p:ext>
    </p:extLst>
  </p:cSld>
  <p:clrMapOvr>
    <a:masterClrMapping/>
  </p:clrMapOvr>
</p:sldLayout>
</file>

<file path=ppt/slideLayouts/slideLayout463.xml><?xml version="1.0" encoding="utf-8"?>
<p:sldLayout xmlns:a="http://schemas.openxmlformats.org/drawingml/2006/main" xmlns:r="http://schemas.openxmlformats.org/officeDocument/2006/relationships" xmlns:p="http://schemas.openxmlformats.org/presentationml/2006/main">
  <p:cSld name="2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5"/>
            <a:ext cx="10962166"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32"/>
            <a:ext cx="10962167" cy="1385316"/>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954467219"/>
      </p:ext>
    </p:extLst>
  </p:cSld>
  <p:clrMapOvr>
    <a:masterClrMapping/>
  </p:clrMapOvr>
</p:sldLayout>
</file>

<file path=ppt/slideLayouts/slideLayout464.xml><?xml version="1.0" encoding="utf-8"?>
<p:sldLayout xmlns:a="http://schemas.openxmlformats.org/drawingml/2006/main" xmlns:r="http://schemas.openxmlformats.org/officeDocument/2006/relationships" xmlns:p="http://schemas.openxmlformats.org/presentationml/2006/main">
  <p:cSld name="9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72424364"/>
      </p:ext>
    </p:extLst>
  </p:cSld>
  <p:clrMapOvr>
    <a:masterClrMapping/>
  </p:clrMapOvr>
</p:sldLayout>
</file>

<file path=ppt/slideLayouts/slideLayout465.xml><?xml version="1.0" encoding="utf-8"?>
<p:sldLayout xmlns:a="http://schemas.openxmlformats.org/drawingml/2006/main" xmlns:r="http://schemas.openxmlformats.org/officeDocument/2006/relationships" xmlns:p="http://schemas.openxmlformats.org/presentationml/2006/main" preserve="1">
  <p:cSld name="3_Title Slide">
    <p:spTree>
      <p:nvGrpSpPr>
        <p:cNvPr id="1" name=""/>
        <p:cNvGrpSpPr/>
        <p:nvPr/>
      </p:nvGrpSpPr>
      <p:grpSpPr>
        <a:xfrm>
          <a:off x="0" y="0"/>
          <a:ext cx="0" cy="0"/>
          <a:chOff x="0" y="0"/>
          <a:chExt cx="0" cy="0"/>
        </a:xfrm>
      </p:grpSpPr>
      <p:pic>
        <p:nvPicPr>
          <p:cNvPr id="27" name="Picture 26" descr="ridge4.png"/>
          <p:cNvPicPr>
            <a:picLocks noChangeAspect="1"/>
          </p:cNvPicPr>
          <p:nvPr/>
        </p:nvPicPr>
        <p:blipFill>
          <a:blip r:embed="rId2" cstate="email"/>
          <a:stretch>
            <a:fillRect/>
          </a:stretch>
        </p:blipFill>
        <p:spPr bwMode="ltGray">
          <a:xfrm>
            <a:off x="1069" y="1"/>
            <a:ext cx="5289698" cy="1443543"/>
          </a:xfrm>
          <a:prstGeom prst="rect">
            <a:avLst/>
          </a:prstGeom>
        </p:spPr>
      </p:pic>
      <p:pic>
        <p:nvPicPr>
          <p:cNvPr id="7" name="Picture 6" descr="Mahindra Logo.png"/>
          <p:cNvPicPr>
            <a:picLocks noChangeAspect="1"/>
          </p:cNvPicPr>
          <p:nvPr/>
        </p:nvPicPr>
        <p:blipFill>
          <a:blip r:embed="rId3" cstate="email"/>
          <a:stretch>
            <a:fillRect/>
          </a:stretch>
        </p:blipFill>
        <p:spPr bwMode="gray">
          <a:xfrm>
            <a:off x="8075394" y="476753"/>
            <a:ext cx="3288454" cy="656706"/>
          </a:xfrm>
          <a:prstGeom prst="rect">
            <a:avLst/>
          </a:prstGeom>
        </p:spPr>
      </p:pic>
    </p:spTree>
    <p:extLst>
      <p:ext uri="{BB962C8B-B14F-4D97-AF65-F5344CB8AC3E}">
        <p14:creationId xmlns:p14="http://schemas.microsoft.com/office/powerpoint/2010/main" val="1312638013"/>
      </p:ext>
    </p:extLst>
  </p:cSld>
  <p:clrMapOvr>
    <a:masterClrMapping/>
  </p:clrMapOvr>
</p:sldLayout>
</file>

<file path=ppt/slideLayouts/slideLayout466.xml><?xml version="1.0" encoding="utf-8"?>
<p:sldLayout xmlns:a="http://schemas.openxmlformats.org/drawingml/2006/main" xmlns:r="http://schemas.openxmlformats.org/officeDocument/2006/relationships" xmlns:p="http://schemas.openxmlformats.org/presentationml/2006/main" preserve="1">
  <p:cSld name="2_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35333" y="4054640"/>
            <a:ext cx="7346196" cy="277063"/>
          </a:xfrm>
        </p:spPr>
        <p:txBody>
          <a:bodyPr anchor="b" anchorCtr="0">
            <a:noAutofit/>
          </a:bodyPr>
          <a:lstStyle>
            <a:lvl1pPr marL="0" indent="0" algn="l">
              <a:buNone/>
              <a:defRPr b="1">
                <a:solidFill>
                  <a:schemeClr val="tx2"/>
                </a:solidFill>
                <a:latin typeface="Arial" pitchFamily="34" charset="0"/>
                <a:cs typeface="Arial" pitchFamily="34" charset="0"/>
              </a:defRPr>
            </a:lvl1pPr>
            <a:lvl2pPr marL="457291" indent="0" algn="ctr">
              <a:buNone/>
              <a:defRPr>
                <a:solidFill>
                  <a:schemeClr val="tx1">
                    <a:tint val="75000"/>
                  </a:schemeClr>
                </a:solidFill>
              </a:defRPr>
            </a:lvl2pPr>
            <a:lvl3pPr marL="914583" indent="0" algn="ctr">
              <a:buNone/>
              <a:defRPr>
                <a:solidFill>
                  <a:schemeClr val="tx1">
                    <a:tint val="75000"/>
                  </a:schemeClr>
                </a:solidFill>
              </a:defRPr>
            </a:lvl3pPr>
            <a:lvl4pPr marL="1371874" indent="0" algn="ctr">
              <a:buNone/>
              <a:defRPr>
                <a:solidFill>
                  <a:schemeClr val="tx1">
                    <a:tint val="75000"/>
                  </a:schemeClr>
                </a:solidFill>
              </a:defRPr>
            </a:lvl4pPr>
            <a:lvl5pPr marL="1829166" indent="0" algn="ctr">
              <a:buNone/>
              <a:defRPr>
                <a:solidFill>
                  <a:schemeClr val="tx1">
                    <a:tint val="75000"/>
                  </a:schemeClr>
                </a:solidFill>
              </a:defRPr>
            </a:lvl5pPr>
            <a:lvl6pPr marL="2286457" indent="0" algn="ctr">
              <a:buNone/>
              <a:defRPr>
                <a:solidFill>
                  <a:schemeClr val="tx1">
                    <a:tint val="75000"/>
                  </a:schemeClr>
                </a:solidFill>
              </a:defRPr>
            </a:lvl6pPr>
            <a:lvl7pPr marL="2743749" indent="0" algn="ctr">
              <a:buNone/>
              <a:defRPr>
                <a:solidFill>
                  <a:schemeClr val="tx1">
                    <a:tint val="75000"/>
                  </a:schemeClr>
                </a:solidFill>
              </a:defRPr>
            </a:lvl7pPr>
            <a:lvl8pPr marL="3201040" indent="0" algn="ctr">
              <a:buNone/>
              <a:defRPr>
                <a:solidFill>
                  <a:schemeClr val="tx1">
                    <a:tint val="75000"/>
                  </a:schemeClr>
                </a:solidFill>
              </a:defRPr>
            </a:lvl8pPr>
            <a:lvl9pPr marL="3658332"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35333" y="2184906"/>
            <a:ext cx="7346196" cy="615681"/>
          </a:xfrm>
        </p:spPr>
        <p:txBody>
          <a:bodyPr wrap="square">
            <a:spAutoFit/>
          </a:bodyPr>
          <a:lstStyle>
            <a:lvl1pPr algn="l">
              <a:defRPr sz="4001" b="1">
                <a:solidFill>
                  <a:schemeClr val="bg2"/>
                </a:solidFill>
                <a:latin typeface="Arial" pitchFamily="34" charset="0"/>
                <a:cs typeface="Arial" pitchFamily="34" charset="0"/>
              </a:defRPr>
            </a:lvl1pPr>
          </a:lstStyle>
          <a:p>
            <a:r>
              <a:rPr lang="en-US" dirty="0"/>
              <a:t>Click to Edit Master Title Style</a:t>
            </a:r>
          </a:p>
        </p:txBody>
      </p:sp>
      <p:pic>
        <p:nvPicPr>
          <p:cNvPr id="12" name="Picture 11" descr="ridge4.png"/>
          <p:cNvPicPr>
            <a:picLocks noChangeAspect="1"/>
          </p:cNvPicPr>
          <p:nvPr/>
        </p:nvPicPr>
        <p:blipFill>
          <a:blip r:embed="rId2" cstate="email"/>
          <a:stretch>
            <a:fillRect/>
          </a:stretch>
        </p:blipFill>
        <p:spPr bwMode="ltGray">
          <a:xfrm>
            <a:off x="1069" y="1"/>
            <a:ext cx="5289698" cy="1443543"/>
          </a:xfrm>
          <a:prstGeom prst="rect">
            <a:avLst/>
          </a:prstGeom>
        </p:spPr>
      </p:pic>
      <p:pic>
        <p:nvPicPr>
          <p:cNvPr id="7" name="Picture 6" descr="Mahindra Logo.png"/>
          <p:cNvPicPr>
            <a:picLocks noChangeAspect="1"/>
          </p:cNvPicPr>
          <p:nvPr/>
        </p:nvPicPr>
        <p:blipFill>
          <a:blip r:embed="rId3" cstate="email"/>
          <a:stretch>
            <a:fillRect/>
          </a:stretch>
        </p:blipFill>
        <p:spPr bwMode="gray">
          <a:xfrm>
            <a:off x="8075394" y="476753"/>
            <a:ext cx="3288454" cy="656706"/>
          </a:xfrm>
          <a:prstGeom prst="rect">
            <a:avLst/>
          </a:prstGeom>
        </p:spPr>
      </p:pic>
    </p:spTree>
    <p:extLst>
      <p:ext uri="{BB962C8B-B14F-4D97-AF65-F5344CB8AC3E}">
        <p14:creationId xmlns:p14="http://schemas.microsoft.com/office/powerpoint/2010/main" val="1310580200"/>
      </p:ext>
    </p:extLst>
  </p:cSld>
  <p:clrMapOvr>
    <a:masterClrMapping/>
  </p:clrMapOvr>
</p:sldLayout>
</file>

<file path=ppt/slideLayouts/slideLayout467.xml><?xml version="1.0" encoding="utf-8"?>
<p:sldLayout xmlns:a="http://schemas.openxmlformats.org/drawingml/2006/main" xmlns:r="http://schemas.openxmlformats.org/officeDocument/2006/relationships" xmlns:p="http://schemas.openxmlformats.org/presentationml/2006/main" preserve="1">
  <p:cSld name="2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5"/>
            <a:ext cx="10962166"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32"/>
            <a:ext cx="10962167" cy="1385316"/>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525421323"/>
      </p:ext>
    </p:extLst>
  </p:cSld>
  <p:clrMapOvr>
    <a:masterClrMapping/>
  </p:clrMapOvr>
</p:sldLayout>
</file>

<file path=ppt/slideLayouts/slideLayout468.xml><?xml version="1.0" encoding="utf-8"?>
<p:sldLayout xmlns:a="http://schemas.openxmlformats.org/drawingml/2006/main" xmlns:r="http://schemas.openxmlformats.org/officeDocument/2006/relationships" xmlns:p="http://schemas.openxmlformats.org/presentationml/2006/main" preserve="1">
  <p:cSld name="5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5"/>
            <a:ext cx="10962166"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32"/>
            <a:ext cx="10962167" cy="1385316"/>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518545640"/>
      </p:ext>
    </p:extLst>
  </p:cSld>
  <p:clrMapOvr>
    <a:masterClrMapping/>
  </p:clrMapOvr>
</p:sldLayout>
</file>

<file path=ppt/slideLayouts/slideLayout469.xml><?xml version="1.0" encoding="utf-8"?>
<p:sldLayout xmlns:a="http://schemas.openxmlformats.org/drawingml/2006/main" xmlns:r="http://schemas.openxmlformats.org/officeDocument/2006/relationships" xmlns:p="http://schemas.openxmlformats.org/presentationml/2006/main" preserve="1">
  <p:cSld name="2_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41099" y="1972132"/>
            <a:ext cx="10962167" cy="1847087"/>
          </a:xfrm>
        </p:spPr>
        <p:txBody>
          <a:bodyPr wrap="square">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3830038342"/>
      </p:ext>
    </p:extLst>
  </p:cSld>
  <p:clrMapOvr>
    <a:masterClrMapping/>
  </p:clrMapOvr>
</p:sldLayout>
</file>

<file path=ppt/slideLayouts/slideLayout470.xml><?xml version="1.0" encoding="utf-8"?>
<p:sldLayout xmlns:a="http://schemas.openxmlformats.org/drawingml/2006/main" xmlns:r="http://schemas.openxmlformats.org/officeDocument/2006/relationships" xmlns:p="http://schemas.openxmlformats.org/presentationml/2006/main" preserve="1">
  <p:cSld name="3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1" y="1972132"/>
            <a:ext cx="5435592" cy="4163389"/>
          </a:xfrm>
        </p:spPr>
        <p:txBody>
          <a:bodyPr>
            <a:noAutofit/>
          </a:bodyPr>
          <a:lstStyle>
            <a:lvl1pPr marL="0" indent="0">
              <a:buNone/>
              <a:defRPr>
                <a:latin typeface="Arial" pitchFamily="34" charset="0"/>
                <a:cs typeface="Arial" pitchFamily="34" charset="0"/>
              </a:defRPr>
            </a:lvl1pPr>
          </a:lstStyle>
          <a:p>
            <a:r>
              <a:rPr lang="en-US"/>
              <a:t>Click icon to add picture</a:t>
            </a:r>
            <a:endParaRPr lang="en-US" dirty="0"/>
          </a:p>
        </p:txBody>
      </p:sp>
      <p:sp>
        <p:nvSpPr>
          <p:cNvPr id="18" name="Text Placeholder 4"/>
          <p:cNvSpPr>
            <a:spLocks noGrp="1"/>
          </p:cNvSpPr>
          <p:nvPr>
            <p:ph type="body" sz="quarter" idx="19" hasCustomPrompt="1"/>
          </p:nvPr>
        </p:nvSpPr>
        <p:spPr bwMode="gray">
          <a:xfrm>
            <a:off x="6449080" y="1972132"/>
            <a:ext cx="5126679" cy="1385316"/>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551415906"/>
      </p:ext>
    </p:extLst>
  </p:cSld>
  <p:clrMapOvr>
    <a:masterClrMapping/>
  </p:clrMapOvr>
</p:sldLayout>
</file>

<file path=ppt/slideLayouts/slideLayout471.xml><?xml version="1.0" encoding="utf-8"?>
<p:sldLayout xmlns:a="http://schemas.openxmlformats.org/drawingml/2006/main" xmlns:r="http://schemas.openxmlformats.org/officeDocument/2006/relationships" xmlns:p="http://schemas.openxmlformats.org/presentationml/2006/main" preserve="1">
  <p:cSld name="2_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52259" y="4068117"/>
            <a:ext cx="7363123" cy="277063"/>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914583" rtl="0" eaLnBrk="1" fontAlgn="base" latinLnBrk="0" hangingPunct="1">
              <a:spcBef>
                <a:spcPts val="0"/>
              </a:spcBef>
              <a:spcAft>
                <a:spcPct val="0"/>
              </a:spcAft>
              <a:buClr>
                <a:schemeClr val="tx2"/>
              </a:buClr>
              <a:buFont typeface="Arial" pitchFamily="34" charset="0"/>
              <a:buNone/>
              <a:defRPr lang="en-US" sz="1800" b="1" kern="1200" baseline="0" dirty="0">
                <a:solidFill>
                  <a:schemeClr val="tx2"/>
                </a:solidFill>
                <a:latin typeface="Arial" pitchFamily="34" charset="0"/>
                <a:ea typeface="+mn-ea"/>
                <a:cs typeface="Arial" pitchFamily="34" charset="0"/>
              </a:defRPr>
            </a:lvl1pPr>
            <a:lvl2pPr marL="457291" indent="0" algn="ctr">
              <a:buNone/>
              <a:defRPr>
                <a:solidFill>
                  <a:schemeClr val="tx1">
                    <a:tint val="75000"/>
                  </a:schemeClr>
                </a:solidFill>
              </a:defRPr>
            </a:lvl2pPr>
            <a:lvl3pPr marL="914583" indent="0" algn="ctr">
              <a:buNone/>
              <a:defRPr>
                <a:solidFill>
                  <a:schemeClr val="tx1">
                    <a:tint val="75000"/>
                  </a:schemeClr>
                </a:solidFill>
              </a:defRPr>
            </a:lvl3pPr>
            <a:lvl4pPr marL="1371874" indent="0" algn="ctr">
              <a:buNone/>
              <a:defRPr>
                <a:solidFill>
                  <a:schemeClr val="tx1">
                    <a:tint val="75000"/>
                  </a:schemeClr>
                </a:solidFill>
              </a:defRPr>
            </a:lvl4pPr>
            <a:lvl5pPr marL="1829166" indent="0" algn="ctr">
              <a:buNone/>
              <a:defRPr>
                <a:solidFill>
                  <a:schemeClr val="tx1">
                    <a:tint val="75000"/>
                  </a:schemeClr>
                </a:solidFill>
              </a:defRPr>
            </a:lvl5pPr>
            <a:lvl6pPr marL="2286457" indent="0" algn="ctr">
              <a:buNone/>
              <a:defRPr>
                <a:solidFill>
                  <a:schemeClr val="tx1">
                    <a:tint val="75000"/>
                  </a:schemeClr>
                </a:solidFill>
              </a:defRPr>
            </a:lvl6pPr>
            <a:lvl7pPr marL="2743749" indent="0" algn="ctr">
              <a:buNone/>
              <a:defRPr>
                <a:solidFill>
                  <a:schemeClr val="tx1">
                    <a:tint val="75000"/>
                  </a:schemeClr>
                </a:solidFill>
              </a:defRPr>
            </a:lvl7pPr>
            <a:lvl8pPr marL="3201040" indent="0" algn="ctr">
              <a:buNone/>
              <a:defRPr>
                <a:solidFill>
                  <a:schemeClr val="tx1">
                    <a:tint val="75000"/>
                  </a:schemeClr>
                </a:solidFill>
              </a:defRPr>
            </a:lvl8pPr>
            <a:lvl9pPr marL="3658332"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52260" y="2200785"/>
            <a:ext cx="7363123" cy="615681"/>
          </a:xfrm>
          <a:noFill/>
          <a:ln w="9525">
            <a:noFill/>
            <a:miter lim="800000"/>
            <a:headEnd/>
            <a:tailEnd/>
          </a:ln>
        </p:spPr>
        <p:txBody>
          <a:bodyPr vert="horz" wrap="square" lIns="0" tIns="0" rIns="0" bIns="0" numCol="1" anchor="t" anchorCtr="0" compatLnSpc="1">
            <a:prstTxWarp prst="textNoShape">
              <a:avLst/>
            </a:prstTxWarp>
            <a:spAutoFit/>
          </a:bodyPr>
          <a:lstStyle>
            <a:lvl1pPr algn="l" defTabSz="914583" rtl="0" eaLnBrk="1" latinLnBrk="0" hangingPunct="1">
              <a:spcBef>
                <a:spcPct val="0"/>
              </a:spcBef>
              <a:buNone/>
              <a:defRPr lang="en-US" sz="4001"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p:nvPicPr>
        <p:blipFill>
          <a:blip r:embed="rId2" cstate="email"/>
          <a:stretch>
            <a:fillRect/>
          </a:stretch>
        </p:blipFill>
        <p:spPr bwMode="ltGray">
          <a:xfrm>
            <a:off x="1069" y="1"/>
            <a:ext cx="5289698" cy="1443543"/>
          </a:xfrm>
          <a:prstGeom prst="rect">
            <a:avLst/>
          </a:prstGeom>
        </p:spPr>
      </p:pic>
      <p:pic>
        <p:nvPicPr>
          <p:cNvPr id="12" name="Picture 11" descr="Mahindra Logo.png"/>
          <p:cNvPicPr>
            <a:picLocks noChangeAspect="1"/>
          </p:cNvPicPr>
          <p:nvPr/>
        </p:nvPicPr>
        <p:blipFill>
          <a:blip r:embed="rId3" cstate="email"/>
          <a:stretch>
            <a:fillRect/>
          </a:stretch>
        </p:blipFill>
        <p:spPr bwMode="gray">
          <a:xfrm>
            <a:off x="8075394" y="476753"/>
            <a:ext cx="3288454" cy="656706"/>
          </a:xfrm>
          <a:prstGeom prst="rect">
            <a:avLst/>
          </a:prstGeom>
        </p:spPr>
      </p:pic>
    </p:spTree>
    <p:extLst>
      <p:ext uri="{BB962C8B-B14F-4D97-AF65-F5344CB8AC3E}">
        <p14:creationId xmlns:p14="http://schemas.microsoft.com/office/powerpoint/2010/main" val="4241539615"/>
      </p:ext>
    </p:extLst>
  </p:cSld>
  <p:clrMapOvr>
    <a:masterClrMapping/>
  </p:clrMapOvr>
</p:sldLayout>
</file>

<file path=ppt/slideLayouts/slideLayout472.xml><?xml version="1.0" encoding="utf-8"?>
<p:sldLayout xmlns:a="http://schemas.openxmlformats.org/drawingml/2006/main" xmlns:r="http://schemas.openxmlformats.org/officeDocument/2006/relationships" xmlns:p="http://schemas.openxmlformats.org/presentationml/2006/main" preserve="1">
  <p:cSld name="2_Divider Slide 2">
    <p:spTree>
      <p:nvGrpSpPr>
        <p:cNvPr id="1" name=""/>
        <p:cNvGrpSpPr/>
        <p:nvPr/>
      </p:nvGrpSpPr>
      <p:grpSpPr>
        <a:xfrm>
          <a:off x="0" y="0"/>
          <a:ext cx="0" cy="0"/>
          <a:chOff x="0" y="0"/>
          <a:chExt cx="0" cy="0"/>
        </a:xfrm>
      </p:grpSpPr>
      <p:sp>
        <p:nvSpPr>
          <p:cNvPr id="12" name="Picture Placeholder 22"/>
          <p:cNvSpPr>
            <a:spLocks noGrp="1"/>
          </p:cNvSpPr>
          <p:nvPr>
            <p:ph type="pic" sz="quarter" idx="13"/>
          </p:nvPr>
        </p:nvSpPr>
        <p:spPr bwMode="gray">
          <a:xfrm>
            <a:off x="641100" y="1972132"/>
            <a:ext cx="5467330" cy="4176092"/>
          </a:xfrm>
        </p:spPr>
        <p:txBody>
          <a:bodyPr rtlCol="0">
            <a:normAutofit/>
          </a:bodyPr>
          <a:lstStyle>
            <a:lvl1pPr>
              <a:buNone/>
              <a:defRPr>
                <a:latin typeface="Arial" pitchFamily="34" charset="0"/>
                <a:cs typeface="Arial" pitchFamily="34" charset="0"/>
              </a:defRPr>
            </a:lvl1pPr>
          </a:lstStyle>
          <a:p>
            <a:pPr lvl="0"/>
            <a:r>
              <a:rPr lang="en-US" noProof="0"/>
              <a:t>Click icon to add picture</a:t>
            </a:r>
          </a:p>
        </p:txBody>
      </p:sp>
      <p:sp>
        <p:nvSpPr>
          <p:cNvPr id="22" name="Subtitle 2"/>
          <p:cNvSpPr>
            <a:spLocks noGrp="1"/>
          </p:cNvSpPr>
          <p:nvPr>
            <p:ph type="subTitle" idx="1" hasCustomPrompt="1"/>
          </p:nvPr>
        </p:nvSpPr>
        <p:spPr bwMode="gray">
          <a:xfrm>
            <a:off x="6565452" y="4296770"/>
            <a:ext cx="5039929" cy="277063"/>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914583" rtl="0" eaLnBrk="1" fontAlgn="base" latinLnBrk="0" hangingPunct="1">
              <a:spcBef>
                <a:spcPts val="0"/>
              </a:spcBef>
              <a:spcAft>
                <a:spcPct val="0"/>
              </a:spcAft>
              <a:buClr>
                <a:schemeClr val="tx2"/>
              </a:buClr>
              <a:buFont typeface="Arial" pitchFamily="34" charset="0"/>
              <a:buNone/>
              <a:defRPr lang="en-US" sz="1800" b="1" kern="1200" baseline="0" dirty="0">
                <a:solidFill>
                  <a:schemeClr val="tx2"/>
                </a:solidFill>
                <a:latin typeface="Arial" pitchFamily="34" charset="0"/>
                <a:ea typeface="+mn-ea"/>
                <a:cs typeface="Arial" pitchFamily="34" charset="0"/>
              </a:defRPr>
            </a:lvl1pPr>
            <a:lvl2pPr marL="457291" indent="0" algn="ctr">
              <a:buNone/>
              <a:defRPr>
                <a:solidFill>
                  <a:schemeClr val="tx1">
                    <a:tint val="75000"/>
                  </a:schemeClr>
                </a:solidFill>
              </a:defRPr>
            </a:lvl2pPr>
            <a:lvl3pPr marL="914583" indent="0" algn="ctr">
              <a:buNone/>
              <a:defRPr>
                <a:solidFill>
                  <a:schemeClr val="tx1">
                    <a:tint val="75000"/>
                  </a:schemeClr>
                </a:solidFill>
              </a:defRPr>
            </a:lvl3pPr>
            <a:lvl4pPr marL="1371874" indent="0" algn="ctr">
              <a:buNone/>
              <a:defRPr>
                <a:solidFill>
                  <a:schemeClr val="tx1">
                    <a:tint val="75000"/>
                  </a:schemeClr>
                </a:solidFill>
              </a:defRPr>
            </a:lvl4pPr>
            <a:lvl5pPr marL="1829166" indent="0" algn="ctr">
              <a:buNone/>
              <a:defRPr>
                <a:solidFill>
                  <a:schemeClr val="tx1">
                    <a:tint val="75000"/>
                  </a:schemeClr>
                </a:solidFill>
              </a:defRPr>
            </a:lvl5pPr>
            <a:lvl6pPr marL="2286457" indent="0" algn="ctr">
              <a:buNone/>
              <a:defRPr>
                <a:solidFill>
                  <a:schemeClr val="tx1">
                    <a:tint val="75000"/>
                  </a:schemeClr>
                </a:solidFill>
              </a:defRPr>
            </a:lvl6pPr>
            <a:lvl7pPr marL="2743749" indent="0" algn="ctr">
              <a:buNone/>
              <a:defRPr>
                <a:solidFill>
                  <a:schemeClr val="tx1">
                    <a:tint val="75000"/>
                  </a:schemeClr>
                </a:solidFill>
              </a:defRPr>
            </a:lvl7pPr>
            <a:lvl8pPr marL="3201040" indent="0" algn="ctr">
              <a:buNone/>
              <a:defRPr>
                <a:solidFill>
                  <a:schemeClr val="tx1">
                    <a:tint val="75000"/>
                  </a:schemeClr>
                </a:solidFill>
              </a:defRPr>
            </a:lvl8pPr>
            <a:lvl9pPr marL="3658332" indent="0" algn="ctr">
              <a:buNone/>
              <a:defRPr>
                <a:solidFill>
                  <a:schemeClr val="tx1">
                    <a:tint val="75000"/>
                  </a:schemeClr>
                </a:solidFill>
              </a:defRPr>
            </a:lvl9pPr>
          </a:lstStyle>
          <a:p>
            <a:r>
              <a:rPr lang="en-US" dirty="0"/>
              <a:t>Click to Edit Master Subtitle Style</a:t>
            </a:r>
          </a:p>
        </p:txBody>
      </p:sp>
      <p:sp>
        <p:nvSpPr>
          <p:cNvPr id="23" name="Title 8"/>
          <p:cNvSpPr>
            <a:spLocks noGrp="1"/>
          </p:cNvSpPr>
          <p:nvPr>
            <p:ph type="title" hasCustomPrompt="1"/>
          </p:nvPr>
        </p:nvSpPr>
        <p:spPr bwMode="gray">
          <a:xfrm>
            <a:off x="6565453" y="1972132"/>
            <a:ext cx="5039929" cy="1231363"/>
          </a:xfrm>
          <a:noFill/>
          <a:ln w="9525">
            <a:noFill/>
            <a:miter lim="800000"/>
            <a:headEnd/>
            <a:tailEnd/>
          </a:ln>
        </p:spPr>
        <p:txBody>
          <a:bodyPr vert="horz" wrap="square" lIns="0" tIns="0" rIns="0" bIns="0" numCol="1" anchor="t" anchorCtr="0" compatLnSpc="1">
            <a:prstTxWarp prst="textNoShape">
              <a:avLst/>
            </a:prstTxWarp>
            <a:spAutoFit/>
          </a:bodyPr>
          <a:lstStyle>
            <a:lvl1pPr algn="l" defTabSz="914583" rtl="0" eaLnBrk="1" latinLnBrk="0" hangingPunct="1">
              <a:spcBef>
                <a:spcPct val="0"/>
              </a:spcBef>
              <a:buNone/>
              <a:defRPr lang="en-US" sz="4001"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p:nvPicPr>
        <p:blipFill>
          <a:blip r:embed="rId2" cstate="email"/>
          <a:stretch>
            <a:fillRect/>
          </a:stretch>
        </p:blipFill>
        <p:spPr bwMode="ltGray">
          <a:xfrm>
            <a:off x="1069" y="1"/>
            <a:ext cx="5289698" cy="1443543"/>
          </a:xfrm>
          <a:prstGeom prst="rect">
            <a:avLst/>
          </a:prstGeom>
        </p:spPr>
      </p:pic>
      <p:pic>
        <p:nvPicPr>
          <p:cNvPr id="7" name="Picture 6" descr="Mahindra Logo.png"/>
          <p:cNvPicPr>
            <a:picLocks noChangeAspect="1"/>
          </p:cNvPicPr>
          <p:nvPr/>
        </p:nvPicPr>
        <p:blipFill>
          <a:blip r:embed="rId3" cstate="email"/>
          <a:stretch>
            <a:fillRect/>
          </a:stretch>
        </p:blipFill>
        <p:spPr bwMode="gray">
          <a:xfrm>
            <a:off x="8075394" y="476753"/>
            <a:ext cx="3288454" cy="656706"/>
          </a:xfrm>
          <a:prstGeom prst="rect">
            <a:avLst/>
          </a:prstGeom>
        </p:spPr>
      </p:pic>
    </p:spTree>
    <p:extLst>
      <p:ext uri="{BB962C8B-B14F-4D97-AF65-F5344CB8AC3E}">
        <p14:creationId xmlns:p14="http://schemas.microsoft.com/office/powerpoint/2010/main" val="3377269021"/>
      </p:ext>
    </p:extLst>
  </p:cSld>
  <p:clrMapOvr>
    <a:masterClrMapping/>
  </p:clrMapOvr>
</p:sldLayout>
</file>

<file path=ppt/slideLayouts/slideLayout473.xml><?xml version="1.0" encoding="utf-8"?>
<p:sldLayout xmlns:a="http://schemas.openxmlformats.org/drawingml/2006/main" xmlns:r="http://schemas.openxmlformats.org/officeDocument/2006/relationships" xmlns:p="http://schemas.openxmlformats.org/presentationml/2006/main" preserve="1">
  <p:cSld name="2_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641101" y="2467547"/>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
          <p:cNvSpPr>
            <a:spLocks noGrp="1"/>
          </p:cNvSpPr>
          <p:nvPr>
            <p:ph type="body" sz="quarter" idx="11" hasCustomPrompt="1"/>
          </p:nvPr>
        </p:nvSpPr>
        <p:spPr bwMode="gray">
          <a:xfrm>
            <a:off x="6362332" y="2467547"/>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ext Placeholder 4"/>
          <p:cNvSpPr>
            <a:spLocks noGrp="1"/>
          </p:cNvSpPr>
          <p:nvPr>
            <p:ph type="body" sz="quarter" idx="12" hasCustomPrompt="1"/>
          </p:nvPr>
        </p:nvSpPr>
        <p:spPr bwMode="gray">
          <a:xfrm>
            <a:off x="641101" y="1972132"/>
            <a:ext cx="5243051" cy="286227"/>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1</a:t>
            </a:r>
          </a:p>
        </p:txBody>
      </p:sp>
      <p:sp>
        <p:nvSpPr>
          <p:cNvPr id="6" name="Text Placeholder 4"/>
          <p:cNvSpPr>
            <a:spLocks noGrp="1"/>
          </p:cNvSpPr>
          <p:nvPr>
            <p:ph type="body" sz="quarter" idx="13" hasCustomPrompt="1"/>
          </p:nvPr>
        </p:nvSpPr>
        <p:spPr bwMode="gray">
          <a:xfrm>
            <a:off x="6362332" y="1972132"/>
            <a:ext cx="5243051" cy="286227"/>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2</a:t>
            </a:r>
          </a:p>
        </p:txBody>
      </p:sp>
      <p:cxnSp>
        <p:nvCxnSpPr>
          <p:cNvPr id="8" name="Straight Connector 7"/>
          <p:cNvCxnSpPr/>
          <p:nvPr/>
        </p:nvCxnSpPr>
        <p:spPr bwMode="gray">
          <a:xfrm>
            <a:off x="641100"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gray">
          <a:xfrm>
            <a:off x="6362331"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15" name="Text Placeholder 41"/>
          <p:cNvSpPr>
            <a:spLocks noGrp="1"/>
          </p:cNvSpPr>
          <p:nvPr>
            <p:ph type="body" sz="quarter" idx="14"/>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228077031"/>
      </p:ext>
    </p:extLst>
  </p:cSld>
  <p:clrMapOvr>
    <a:masterClrMapping/>
  </p:clrMapOvr>
</p:sldLayout>
</file>

<file path=ppt/slideLayouts/slideLayout474.xml><?xml version="1.0" encoding="utf-8"?>
<p:sldLayout xmlns:a="http://schemas.openxmlformats.org/drawingml/2006/main" xmlns:r="http://schemas.openxmlformats.org/officeDocument/2006/relationships" xmlns:p="http://schemas.openxmlformats.org/presentationml/2006/main" preserve="1">
  <p:cSld name="4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17" name="Text Placeholder 4"/>
          <p:cNvSpPr>
            <a:spLocks noGrp="1"/>
          </p:cNvSpPr>
          <p:nvPr>
            <p:ph type="body" sz="quarter" idx="10" hasCustomPrompt="1"/>
          </p:nvPr>
        </p:nvSpPr>
        <p:spPr bwMode="gray">
          <a:xfrm>
            <a:off x="641101" y="2467547"/>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18" name="Text Placeholder 4"/>
          <p:cNvSpPr>
            <a:spLocks noGrp="1"/>
          </p:cNvSpPr>
          <p:nvPr>
            <p:ph type="body" sz="quarter" idx="11" hasCustomPrompt="1"/>
          </p:nvPr>
        </p:nvSpPr>
        <p:spPr bwMode="gray">
          <a:xfrm>
            <a:off x="6362332" y="2467547"/>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1" name="Text Placeholder 4"/>
          <p:cNvSpPr>
            <a:spLocks noGrp="1"/>
          </p:cNvSpPr>
          <p:nvPr>
            <p:ph type="body" sz="quarter" idx="12" hasCustomPrompt="1"/>
          </p:nvPr>
        </p:nvSpPr>
        <p:spPr bwMode="gray">
          <a:xfrm>
            <a:off x="641101" y="1972132"/>
            <a:ext cx="5243051" cy="286227"/>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1</a:t>
            </a:r>
          </a:p>
        </p:txBody>
      </p:sp>
      <p:sp>
        <p:nvSpPr>
          <p:cNvPr id="32" name="Text Placeholder 4"/>
          <p:cNvSpPr>
            <a:spLocks noGrp="1"/>
          </p:cNvSpPr>
          <p:nvPr>
            <p:ph type="body" sz="quarter" idx="13" hasCustomPrompt="1"/>
          </p:nvPr>
        </p:nvSpPr>
        <p:spPr bwMode="gray">
          <a:xfrm>
            <a:off x="6362332" y="1972132"/>
            <a:ext cx="5243051" cy="286227"/>
          </a:xfrm>
          <a:noFill/>
          <a:ln>
            <a:noFill/>
          </a:ln>
        </p:spPr>
        <p:txBody>
          <a:bodyPr wrap="square" lIns="0" tIns="0" rIns="0" bIns="0" anchor="b" anchorCtr="0">
            <a:spAutoFit/>
          </a:bodyPr>
          <a:lstStyle>
            <a:lvl1pPr marL="0" indent="0">
              <a:spcBef>
                <a:spcPts val="0"/>
              </a:spcBef>
              <a:spcAft>
                <a:spcPts val="0"/>
              </a:spcAft>
              <a:buNone/>
              <a:tabLst/>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2</a:t>
            </a:r>
          </a:p>
        </p:txBody>
      </p:sp>
      <p:cxnSp>
        <p:nvCxnSpPr>
          <p:cNvPr id="33" name="Straight Connector 32"/>
          <p:cNvCxnSpPr/>
          <p:nvPr/>
        </p:nvCxnSpPr>
        <p:spPr bwMode="gray">
          <a:xfrm>
            <a:off x="641100"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gray">
          <a:xfrm>
            <a:off x="6362331"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641101" y="4704385"/>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6" name="Text Placeholder 4"/>
          <p:cNvSpPr>
            <a:spLocks noGrp="1"/>
          </p:cNvSpPr>
          <p:nvPr>
            <p:ph type="body" sz="quarter" idx="16" hasCustomPrompt="1"/>
          </p:nvPr>
        </p:nvSpPr>
        <p:spPr bwMode="gray">
          <a:xfrm>
            <a:off x="6362332" y="4704385"/>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7" name="Text Placeholder 4"/>
          <p:cNvSpPr>
            <a:spLocks noGrp="1"/>
          </p:cNvSpPr>
          <p:nvPr>
            <p:ph type="body" sz="quarter" idx="17" hasCustomPrompt="1"/>
          </p:nvPr>
        </p:nvSpPr>
        <p:spPr bwMode="gray">
          <a:xfrm>
            <a:off x="641101" y="4208970"/>
            <a:ext cx="5243051" cy="286227"/>
          </a:xfrm>
          <a:noFill/>
          <a:ln>
            <a:noFill/>
          </a:ln>
        </p:spPr>
        <p:txBody>
          <a:bodyPr wrap="square" lIns="0" tIns="0" rIns="0" bIns="0" anchor="b" anchorCtr="0">
            <a:spAutoFit/>
          </a:bodyPr>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lvl="0" indent="0" algn="l" defTabSz="914583" rtl="0" eaLnBrk="1" fontAlgn="base" latinLnBrk="0" hangingPunct="1">
              <a:spcBef>
                <a:spcPts val="0"/>
              </a:spcBef>
              <a:spcAft>
                <a:spcPts val="0"/>
              </a:spcAft>
              <a:buClr>
                <a:schemeClr val="bg2"/>
              </a:buClr>
              <a:tabLst/>
            </a:pPr>
            <a:r>
              <a:rPr lang="en-US" dirty="0"/>
              <a:t>Heading 3</a:t>
            </a:r>
          </a:p>
        </p:txBody>
      </p:sp>
      <p:sp>
        <p:nvSpPr>
          <p:cNvPr id="38" name="Text Placeholder 4"/>
          <p:cNvSpPr>
            <a:spLocks noGrp="1"/>
          </p:cNvSpPr>
          <p:nvPr>
            <p:ph type="body" sz="quarter" idx="18" hasCustomPrompt="1"/>
          </p:nvPr>
        </p:nvSpPr>
        <p:spPr bwMode="gray">
          <a:xfrm>
            <a:off x="6362332" y="4208970"/>
            <a:ext cx="5243051" cy="286227"/>
          </a:xfrm>
          <a:noFill/>
          <a:ln>
            <a:noFill/>
          </a:ln>
        </p:spPr>
        <p:txBody>
          <a:bodyPr wrap="square" lIns="0" tIns="0" rIns="0" bIns="0" anchor="b" anchorCtr="0">
            <a:spAutoFit/>
          </a:bodyPr>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lvl="0" indent="0" algn="l" defTabSz="914583" rtl="0" eaLnBrk="1" fontAlgn="base" latinLnBrk="0" hangingPunct="1">
              <a:spcBef>
                <a:spcPts val="0"/>
              </a:spcBef>
              <a:spcAft>
                <a:spcPts val="0"/>
              </a:spcAft>
              <a:buClr>
                <a:schemeClr val="bg2"/>
              </a:buClr>
              <a:tabLst/>
            </a:pPr>
            <a:r>
              <a:rPr lang="en-US" dirty="0"/>
              <a:t>Heading 4</a:t>
            </a:r>
          </a:p>
        </p:txBody>
      </p:sp>
      <p:cxnSp>
        <p:nvCxnSpPr>
          <p:cNvPr id="39" name="Straight Connector 38"/>
          <p:cNvCxnSpPr/>
          <p:nvPr/>
        </p:nvCxnSpPr>
        <p:spPr bwMode="gray">
          <a:xfrm>
            <a:off x="641100" y="4582119"/>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gray">
          <a:xfrm>
            <a:off x="6362331" y="4582119"/>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339075960"/>
      </p:ext>
    </p:extLst>
  </p:cSld>
  <p:clrMapOvr>
    <a:masterClrMapping/>
  </p:clrMapOvr>
</p:sldLayout>
</file>

<file path=ppt/slideLayouts/slideLayout475.xml><?xml version="1.0" encoding="utf-8"?>
<p:sldLayout xmlns:a="http://schemas.openxmlformats.org/drawingml/2006/main" xmlns:r="http://schemas.openxmlformats.org/officeDocument/2006/relationships" xmlns:p="http://schemas.openxmlformats.org/presentationml/2006/main" preserve="1">
  <p:cSld name="5_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3249929" y="1972132"/>
            <a:ext cx="2723087" cy="1261884"/>
          </a:xfrm>
          <a:ln>
            <a:noFill/>
          </a:ln>
        </p:spPr>
        <p:txBody>
          <a:bodyPr wrap="square" lIns="0" tIns="0" rIns="0" bIns="0">
            <a:spAutoFit/>
          </a:bodyPr>
          <a:lstStyle>
            <a:lvl1pPr marL="0" marR="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600">
                <a:latin typeface="Arial" pitchFamily="34" charset="0"/>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marR="0" lvl="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1</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16" name="Picture Placeholder 22"/>
          <p:cNvSpPr>
            <a:spLocks noGrp="1"/>
          </p:cNvSpPr>
          <p:nvPr>
            <p:ph type="pic" sz="quarter" idx="13"/>
          </p:nvPr>
        </p:nvSpPr>
        <p:spPr bwMode="gray">
          <a:xfrm>
            <a:off x="641101" y="1972132"/>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20"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42" name="Text Placeholder 4"/>
          <p:cNvSpPr>
            <a:spLocks noGrp="1"/>
          </p:cNvSpPr>
          <p:nvPr>
            <p:ph type="body" sz="quarter" idx="19" hasCustomPrompt="1"/>
          </p:nvPr>
        </p:nvSpPr>
        <p:spPr bwMode="gray">
          <a:xfrm>
            <a:off x="8888643" y="1972132"/>
            <a:ext cx="2723087" cy="1261884"/>
          </a:xfrm>
          <a:ln>
            <a:noFill/>
          </a:ln>
        </p:spPr>
        <p:txBody>
          <a:bodyPr wrap="square" lIns="0" tIns="0" rIns="0" bIns="0">
            <a:spAutoFit/>
          </a:bodyPr>
          <a:lstStyle>
            <a:lvl1pPr marL="0" marR="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marR="0" lvl="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2</a:t>
            </a:r>
          </a:p>
          <a:p>
            <a:pPr marL="285807" lvl="1" indent="-285807" algn="l" defTabSz="914583"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3" name="Picture Placeholder 22"/>
          <p:cNvSpPr>
            <a:spLocks noGrp="1"/>
          </p:cNvSpPr>
          <p:nvPr>
            <p:ph type="pic" sz="quarter" idx="20"/>
          </p:nvPr>
        </p:nvSpPr>
        <p:spPr bwMode="gray">
          <a:xfrm>
            <a:off x="6279815" y="1972132"/>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45" name="Text Placeholder 4"/>
          <p:cNvSpPr>
            <a:spLocks noGrp="1"/>
          </p:cNvSpPr>
          <p:nvPr>
            <p:ph type="body" sz="quarter" idx="21" hasCustomPrompt="1"/>
          </p:nvPr>
        </p:nvSpPr>
        <p:spPr bwMode="gray">
          <a:xfrm>
            <a:off x="3249929" y="4242784"/>
            <a:ext cx="2723087" cy="1261884"/>
          </a:xfrm>
          <a:ln>
            <a:noFill/>
          </a:ln>
        </p:spPr>
        <p:txBody>
          <a:bodyPr wrap="square" lIns="0" tIns="0" rIns="0" bIns="0">
            <a:spAutoFit/>
          </a:bodyPr>
          <a:lstStyle>
            <a:lvl1pPr marL="0" marR="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marR="0" lvl="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3</a:t>
            </a:r>
          </a:p>
          <a:p>
            <a:pPr marL="285807" lvl="1" indent="-285807" algn="l" defTabSz="914583"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6" name="Picture Placeholder 22"/>
          <p:cNvSpPr>
            <a:spLocks noGrp="1"/>
          </p:cNvSpPr>
          <p:nvPr>
            <p:ph type="pic" sz="quarter" idx="22"/>
          </p:nvPr>
        </p:nvSpPr>
        <p:spPr bwMode="gray">
          <a:xfrm>
            <a:off x="641101" y="4242784"/>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48" name="Text Placeholder 4"/>
          <p:cNvSpPr>
            <a:spLocks noGrp="1"/>
          </p:cNvSpPr>
          <p:nvPr>
            <p:ph type="body" sz="quarter" idx="23" hasCustomPrompt="1"/>
          </p:nvPr>
        </p:nvSpPr>
        <p:spPr bwMode="gray">
          <a:xfrm>
            <a:off x="8888643" y="4242784"/>
            <a:ext cx="2723087" cy="1261884"/>
          </a:xfrm>
          <a:ln>
            <a:noFill/>
          </a:ln>
        </p:spPr>
        <p:txBody>
          <a:bodyPr wrap="square" lIns="0" tIns="0" rIns="0" bIns="0">
            <a:spAutoFit/>
          </a:bodyPr>
          <a:lstStyle>
            <a:lvl1pPr marL="0" marR="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marR="0" lvl="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4</a:t>
            </a:r>
          </a:p>
          <a:p>
            <a:pPr marL="285807" lvl="1" indent="-285807" algn="l" defTabSz="914583"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9" name="Picture Placeholder 22"/>
          <p:cNvSpPr>
            <a:spLocks noGrp="1"/>
          </p:cNvSpPr>
          <p:nvPr>
            <p:ph type="pic" sz="quarter" idx="24"/>
          </p:nvPr>
        </p:nvSpPr>
        <p:spPr bwMode="gray">
          <a:xfrm>
            <a:off x="6279815" y="4242784"/>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51" name="Text Placeholder 41"/>
          <p:cNvSpPr>
            <a:spLocks noGrp="1"/>
          </p:cNvSpPr>
          <p:nvPr>
            <p:ph type="body" sz="quarter" idx="25"/>
          </p:nvPr>
        </p:nvSpPr>
        <p:spPr bwMode="gray">
          <a:xfrm>
            <a:off x="641099" y="1270747"/>
            <a:ext cx="10962167" cy="283777"/>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marL="0" lvl="0" indent="0" algn="l" defTabSz="914583"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1245640752"/>
      </p:ext>
    </p:extLst>
  </p:cSld>
  <p:clrMapOvr>
    <a:masterClrMapping/>
  </p:clrMapOvr>
</p:sldLayout>
</file>

<file path=ppt/slideLayouts/slideLayout476.xml><?xml version="1.0" encoding="utf-8"?>
<p:sldLayout xmlns:a="http://schemas.openxmlformats.org/drawingml/2006/main" xmlns:r="http://schemas.openxmlformats.org/officeDocument/2006/relationships" xmlns:p="http://schemas.openxmlformats.org/presentationml/2006/main" preserve="1">
  <p:cSld name="2_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41101" y="1972131"/>
            <a:ext cx="10964283" cy="4163390"/>
          </a:xfrm>
        </p:spPr>
        <p:txBody>
          <a:bodyPr>
            <a:noAutofit/>
          </a:bodyPr>
          <a:lstStyle>
            <a:lvl1pPr marL="0" indent="0">
              <a:buNone/>
              <a:defRPr>
                <a:latin typeface="Arial" pitchFamily="34" charset="0"/>
                <a:cs typeface="Arial" pitchFamily="34" charset="0"/>
              </a:defRPr>
            </a:lvl1pPr>
          </a:lstStyle>
          <a:p>
            <a:r>
              <a:rPr lang="en-US"/>
              <a:t>Click icon to add table</a:t>
            </a:r>
            <a:endParaRPr lang="en-US" dirty="0"/>
          </a:p>
        </p:txBody>
      </p:sp>
      <p:sp>
        <p:nvSpPr>
          <p:cNvPr id="4"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8" name="Text Placeholder 41"/>
          <p:cNvSpPr>
            <a:spLocks noGrp="1"/>
          </p:cNvSpPr>
          <p:nvPr>
            <p:ph type="body" sz="quarter" idx="13"/>
          </p:nvPr>
        </p:nvSpPr>
        <p:spPr bwMode="gray">
          <a:xfrm>
            <a:off x="641099" y="1270747"/>
            <a:ext cx="10962167" cy="283777"/>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marL="0" lvl="0" indent="0" algn="l" defTabSz="914583"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1029767951"/>
      </p:ext>
    </p:extLst>
  </p:cSld>
  <p:clrMapOvr>
    <a:masterClrMapping/>
  </p:clrMapOvr>
</p:sldLayout>
</file>

<file path=ppt/slideLayouts/slideLayout477.xml><?xml version="1.0" encoding="utf-8"?>
<p:sldLayout xmlns:a="http://schemas.openxmlformats.org/drawingml/2006/main" xmlns:r="http://schemas.openxmlformats.org/officeDocument/2006/relationships" xmlns:p="http://schemas.openxmlformats.org/presentationml/2006/main" preserve="1">
  <p:cSld name="2_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41101" y="1972132"/>
            <a:ext cx="10964283" cy="4163389"/>
          </a:xfrm>
        </p:spPr>
        <p:txBody>
          <a:bodyPr>
            <a:noAutofit/>
          </a:bodyPr>
          <a:lstStyle>
            <a:lvl1pPr marL="0" indent="0">
              <a:buNone/>
              <a:defRPr>
                <a:latin typeface="Arial" pitchFamily="34" charset="0"/>
                <a:cs typeface="Arial" pitchFamily="34" charset="0"/>
              </a:defRPr>
            </a:lvl1pPr>
          </a:lstStyle>
          <a:p>
            <a:r>
              <a:rPr lang="en-US"/>
              <a:t>Click icon to add chart</a:t>
            </a:r>
            <a:endParaRPr lang="en-US" dirty="0"/>
          </a:p>
        </p:txBody>
      </p:sp>
      <p:sp>
        <p:nvSpPr>
          <p:cNvPr id="4"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669929825"/>
      </p:ext>
    </p:extLst>
  </p:cSld>
  <p:clrMapOvr>
    <a:masterClrMapping/>
  </p:clrMapOvr>
</p:sldLayout>
</file>

<file path=ppt/slideLayouts/slideLayout478.xml><?xml version="1.0" encoding="utf-8"?>
<p:sldLayout xmlns:a="http://schemas.openxmlformats.org/drawingml/2006/main" xmlns:r="http://schemas.openxmlformats.org/officeDocument/2006/relationships" xmlns:p="http://schemas.openxmlformats.org/presentationml/2006/main" preserve="1">
  <p:cSld name="3_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21739" y="1527649"/>
            <a:ext cx="8969807"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p:nvSpPr>
        <p:spPr bwMode="gray">
          <a:xfrm>
            <a:off x="1821741" y="3370293"/>
            <a:ext cx="9002897" cy="1892826"/>
          </a:xfrm>
          <a:prstGeom prst="rect">
            <a:avLst/>
          </a:prstGeom>
          <a:noFill/>
          <a:ln w="9525">
            <a:noFill/>
            <a:miter lim="800000"/>
            <a:headEnd/>
            <a:tailEnd/>
          </a:ln>
        </p:spPr>
        <p:txBody>
          <a:bodyPr wrap="square" lIns="0" tIns="0" rIns="0" bIns="0">
            <a:spAutoFit/>
          </a:bodyPr>
          <a:lstStyle/>
          <a:p>
            <a:pPr algn="just" defTabSz="914583" fontAlgn="auto">
              <a:spcBef>
                <a:spcPts val="600"/>
              </a:spcBef>
              <a:spcAft>
                <a:spcPts val="0"/>
              </a:spcAft>
            </a:pPr>
            <a:r>
              <a:rPr lang="en-US" sz="1000" b="1" dirty="0">
                <a:solidFill>
                  <a:srgbClr val="6D6E71"/>
                </a:solidFill>
                <a:latin typeface="Arial"/>
              </a:rPr>
              <a:t>Disclaimer </a:t>
            </a:r>
          </a:p>
          <a:p>
            <a:pPr algn="just" defTabSz="914583" fontAlgn="auto">
              <a:spcBef>
                <a:spcPts val="600"/>
              </a:spcBef>
              <a:spcAft>
                <a:spcPts val="0"/>
              </a:spcAft>
            </a:pPr>
            <a:r>
              <a:rPr lang="en-US" sz="900" dirty="0">
                <a:solidFill>
                  <a:srgbClr val="6D6E71"/>
                </a:solidFill>
                <a:latin typeface="Arial"/>
              </a:rPr>
              <a:t>Tech Mahindra,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21740" y="2140665"/>
            <a:ext cx="8975995" cy="277063"/>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914583" rtl="0" eaLnBrk="1" fontAlgn="base" latinLnBrk="0" hangingPunct="1">
              <a:spcBef>
                <a:spcPts val="0"/>
              </a:spcBef>
              <a:spcAft>
                <a:spcPct val="0"/>
              </a:spcAft>
              <a:buClr>
                <a:schemeClr val="tx2"/>
              </a:buClr>
              <a:buFont typeface="Arial" pitchFamily="34" charset="0"/>
              <a:buNone/>
              <a:defRPr lang="en-US" sz="18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115965258"/>
      </p:ext>
    </p:extLst>
  </p:cSld>
  <p:clrMapOvr>
    <a:masterClrMapping/>
  </p:clrMapOvr>
</p:sldLayout>
</file>

<file path=ppt/slideLayouts/slideLayout479.xml><?xml version="1.0" encoding="utf-8"?>
<p:sldLayout xmlns:a="http://schemas.openxmlformats.org/drawingml/2006/main" xmlns:r="http://schemas.openxmlformats.org/officeDocument/2006/relationships" xmlns:p="http://schemas.openxmlformats.org/presentationml/2006/main" preserve="1">
  <p:cSld name="12_Custom Layout">
    <p:spTree>
      <p:nvGrpSpPr>
        <p:cNvPr id="1" name=""/>
        <p:cNvGrpSpPr/>
        <p:nvPr/>
      </p:nvGrpSpPr>
      <p:grpSpPr>
        <a:xfrm>
          <a:off x="0" y="0"/>
          <a:ext cx="0" cy="0"/>
          <a:chOff x="0" y="0"/>
          <a:chExt cx="0" cy="0"/>
        </a:xfrm>
      </p:grpSpPr>
      <p:sp>
        <p:nvSpPr>
          <p:cNvPr id="3" name="Rectangle 2"/>
          <p:cNvSpPr/>
          <p:nvPr/>
        </p:nvSpPr>
        <p:spPr bwMode="gray">
          <a:xfrm>
            <a:off x="0" y="0"/>
            <a:ext cx="12187238" cy="6859588"/>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defTabSz="914583" fontAlgn="auto">
              <a:spcBef>
                <a:spcPts val="0"/>
              </a:spcBef>
              <a:spcAft>
                <a:spcPts val="0"/>
              </a:spcAft>
            </a:pPr>
            <a:endParaRPr lang="en-US" sz="1800">
              <a:solidFill>
                <a:prstClr val="black"/>
              </a:solidFill>
            </a:endParaRPr>
          </a:p>
        </p:txBody>
      </p:sp>
      <p:pic>
        <p:nvPicPr>
          <p:cNvPr id="4" name="Picture 3" descr="Mahindra Logo.png"/>
          <p:cNvPicPr>
            <a:picLocks noChangeAspect="1"/>
          </p:cNvPicPr>
          <p:nvPr/>
        </p:nvPicPr>
        <p:blipFill>
          <a:blip r:embed="rId2" cstate="email"/>
          <a:stretch>
            <a:fillRect/>
          </a:stretch>
        </p:blipFill>
        <p:spPr bwMode="gray">
          <a:xfrm>
            <a:off x="2484747" y="2717856"/>
            <a:ext cx="7468025" cy="1491368"/>
          </a:xfrm>
          <a:prstGeom prst="rect">
            <a:avLst/>
          </a:prstGeom>
        </p:spPr>
      </p:pic>
    </p:spTree>
    <p:extLst>
      <p:ext uri="{BB962C8B-B14F-4D97-AF65-F5344CB8AC3E}">
        <p14:creationId xmlns:p14="http://schemas.microsoft.com/office/powerpoint/2010/main" val="2920826358"/>
      </p:ext>
    </p:extLst>
  </p:cSld>
  <p:clrMapOvr>
    <a:masterClrMapping/>
  </p:clrMapOvr>
</p:sldLayout>
</file>

<file path=ppt/slideLayouts/slideLayout480.xml><?xml version="1.0" encoding="utf-8"?>
<p:sldLayout xmlns:a="http://schemas.openxmlformats.org/drawingml/2006/main" xmlns:r="http://schemas.openxmlformats.org/officeDocument/2006/relationships" xmlns:p="http://schemas.openxmlformats.org/presentationml/2006/main" preserve="1">
  <p:cSld name="4_Title Slide">
    <p:spTree>
      <p:nvGrpSpPr>
        <p:cNvPr id="1" name=""/>
        <p:cNvGrpSpPr/>
        <p:nvPr/>
      </p:nvGrpSpPr>
      <p:grpSpPr>
        <a:xfrm>
          <a:off x="0" y="0"/>
          <a:ext cx="0" cy="0"/>
          <a:chOff x="0" y="0"/>
          <a:chExt cx="0" cy="0"/>
        </a:xfrm>
      </p:grpSpPr>
      <p:pic>
        <p:nvPicPr>
          <p:cNvPr id="27" name="Picture 26" descr="ridge4.png"/>
          <p:cNvPicPr>
            <a:picLocks noChangeAspect="1"/>
          </p:cNvPicPr>
          <p:nvPr/>
        </p:nvPicPr>
        <p:blipFill>
          <a:blip r:embed="rId2" cstate="email"/>
          <a:stretch>
            <a:fillRect/>
          </a:stretch>
        </p:blipFill>
        <p:spPr bwMode="ltGray">
          <a:xfrm>
            <a:off x="1069" y="1"/>
            <a:ext cx="5289698" cy="1443543"/>
          </a:xfrm>
          <a:prstGeom prst="rect">
            <a:avLst/>
          </a:prstGeom>
        </p:spPr>
      </p:pic>
      <p:sp>
        <p:nvSpPr>
          <p:cNvPr id="10" name="Slide Number Placeholder 5"/>
          <p:cNvSpPr txBox="1">
            <a:spLocks/>
          </p:cNvSpPr>
          <p:nvPr/>
        </p:nvSpPr>
        <p:spPr bwMode="auto">
          <a:xfrm>
            <a:off x="11810964" y="6615562"/>
            <a:ext cx="157094" cy="153888"/>
          </a:xfrm>
          <a:prstGeom prst="rect">
            <a:avLst/>
          </a:prstGeom>
          <a:noFill/>
          <a:ln w="9525">
            <a:noFill/>
            <a:miter lim="800000"/>
            <a:headEnd/>
            <a:tailEnd/>
          </a:ln>
        </p:spPr>
        <p:txBody>
          <a:bodyPr wrap="none" lIns="0" tIns="0" rIns="0" bIns="0" anchor="ctr">
            <a:spAutoFit/>
          </a:bodyPr>
          <a:lstStyle/>
          <a:p>
            <a:pPr algn="r" defTabSz="914583" fontAlgn="auto">
              <a:spcBef>
                <a:spcPts val="0"/>
              </a:spcBef>
              <a:spcAft>
                <a:spcPts val="0"/>
              </a:spcAft>
              <a:defRPr/>
            </a:pPr>
            <a:fld id="{6856ECDB-1CEE-4F69-ADCA-557460F2116E}" type="slidenum">
              <a:rPr lang="en-US" sz="1000">
                <a:solidFill>
                  <a:srgbClr val="6D6E71"/>
                </a:solidFill>
                <a:latin typeface="Arial"/>
              </a:rPr>
              <a:pPr algn="r" defTabSz="914583" fontAlgn="auto">
                <a:spcBef>
                  <a:spcPts val="0"/>
                </a:spcBef>
                <a:spcAft>
                  <a:spcPts val="0"/>
                </a:spcAft>
                <a:defRPr/>
              </a:pPr>
              <a:t>‹#›</a:t>
            </a:fld>
            <a:endParaRPr lang="en-US" sz="1000" dirty="0">
              <a:solidFill>
                <a:srgbClr val="6D6E71"/>
              </a:solidFill>
              <a:latin typeface="Arial"/>
            </a:endParaRPr>
          </a:p>
        </p:txBody>
      </p:sp>
      <p:pic>
        <p:nvPicPr>
          <p:cNvPr id="7" name="Picture 6" descr="Mahindra Logo.png"/>
          <p:cNvPicPr>
            <a:picLocks noChangeAspect="1"/>
          </p:cNvPicPr>
          <p:nvPr/>
        </p:nvPicPr>
        <p:blipFill>
          <a:blip r:embed="rId3" cstate="email"/>
          <a:stretch>
            <a:fillRect/>
          </a:stretch>
        </p:blipFill>
        <p:spPr bwMode="gray">
          <a:xfrm>
            <a:off x="8075394" y="476753"/>
            <a:ext cx="3288454" cy="656706"/>
          </a:xfrm>
          <a:prstGeom prst="rect">
            <a:avLst/>
          </a:prstGeom>
        </p:spPr>
      </p:pic>
    </p:spTree>
    <p:extLst>
      <p:ext uri="{BB962C8B-B14F-4D97-AF65-F5344CB8AC3E}">
        <p14:creationId xmlns:p14="http://schemas.microsoft.com/office/powerpoint/2010/main" val="81562453"/>
      </p:ext>
    </p:extLst>
  </p:cSld>
  <p:clrMapOvr>
    <a:masterClrMapping/>
  </p:clrMapOvr>
</p:sldLayout>
</file>

<file path=ppt/slideLayouts/slideLayout481.xml><?xml version="1.0" encoding="utf-8"?>
<p:sldLayout xmlns:a="http://schemas.openxmlformats.org/drawingml/2006/main" xmlns:r="http://schemas.openxmlformats.org/officeDocument/2006/relationships" xmlns:p="http://schemas.openxmlformats.org/presentationml/2006/main" preserve="1">
  <p:cSld name="3_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35333" y="4054640"/>
            <a:ext cx="7346196" cy="277063"/>
          </a:xfrm>
        </p:spPr>
        <p:txBody>
          <a:bodyPr anchor="b" anchorCtr="0">
            <a:noAutofit/>
          </a:bodyPr>
          <a:lstStyle>
            <a:lvl1pPr marL="0" indent="0" algn="l">
              <a:buNone/>
              <a:defRPr b="1">
                <a:solidFill>
                  <a:schemeClr val="tx2"/>
                </a:solidFill>
                <a:latin typeface="Arial" pitchFamily="34" charset="0"/>
                <a:cs typeface="Arial" pitchFamily="34" charset="0"/>
              </a:defRPr>
            </a:lvl1pPr>
            <a:lvl2pPr marL="457291" indent="0" algn="ctr">
              <a:buNone/>
              <a:defRPr>
                <a:solidFill>
                  <a:schemeClr val="tx1">
                    <a:tint val="75000"/>
                  </a:schemeClr>
                </a:solidFill>
              </a:defRPr>
            </a:lvl2pPr>
            <a:lvl3pPr marL="914583" indent="0" algn="ctr">
              <a:buNone/>
              <a:defRPr>
                <a:solidFill>
                  <a:schemeClr val="tx1">
                    <a:tint val="75000"/>
                  </a:schemeClr>
                </a:solidFill>
              </a:defRPr>
            </a:lvl3pPr>
            <a:lvl4pPr marL="1371874" indent="0" algn="ctr">
              <a:buNone/>
              <a:defRPr>
                <a:solidFill>
                  <a:schemeClr val="tx1">
                    <a:tint val="75000"/>
                  </a:schemeClr>
                </a:solidFill>
              </a:defRPr>
            </a:lvl4pPr>
            <a:lvl5pPr marL="1829166" indent="0" algn="ctr">
              <a:buNone/>
              <a:defRPr>
                <a:solidFill>
                  <a:schemeClr val="tx1">
                    <a:tint val="75000"/>
                  </a:schemeClr>
                </a:solidFill>
              </a:defRPr>
            </a:lvl5pPr>
            <a:lvl6pPr marL="2286457" indent="0" algn="ctr">
              <a:buNone/>
              <a:defRPr>
                <a:solidFill>
                  <a:schemeClr val="tx1">
                    <a:tint val="75000"/>
                  </a:schemeClr>
                </a:solidFill>
              </a:defRPr>
            </a:lvl6pPr>
            <a:lvl7pPr marL="2743749" indent="0" algn="ctr">
              <a:buNone/>
              <a:defRPr>
                <a:solidFill>
                  <a:schemeClr val="tx1">
                    <a:tint val="75000"/>
                  </a:schemeClr>
                </a:solidFill>
              </a:defRPr>
            </a:lvl7pPr>
            <a:lvl8pPr marL="3201040" indent="0" algn="ctr">
              <a:buNone/>
              <a:defRPr>
                <a:solidFill>
                  <a:schemeClr val="tx1">
                    <a:tint val="75000"/>
                  </a:schemeClr>
                </a:solidFill>
              </a:defRPr>
            </a:lvl8pPr>
            <a:lvl9pPr marL="3658332"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35333" y="2184906"/>
            <a:ext cx="7346196" cy="615681"/>
          </a:xfrm>
        </p:spPr>
        <p:txBody>
          <a:bodyPr wrap="square">
            <a:spAutoFit/>
          </a:bodyPr>
          <a:lstStyle>
            <a:lvl1pPr algn="l">
              <a:defRPr sz="4001" b="1">
                <a:solidFill>
                  <a:schemeClr val="bg2"/>
                </a:solidFill>
                <a:latin typeface="Arial" pitchFamily="34" charset="0"/>
                <a:cs typeface="Arial" pitchFamily="34" charset="0"/>
              </a:defRPr>
            </a:lvl1pPr>
          </a:lstStyle>
          <a:p>
            <a:r>
              <a:rPr lang="en-US" dirty="0"/>
              <a:t>Click to Edit Master Title Style</a:t>
            </a:r>
          </a:p>
        </p:txBody>
      </p:sp>
      <p:pic>
        <p:nvPicPr>
          <p:cNvPr id="12" name="Picture 11" descr="ridge4.png"/>
          <p:cNvPicPr>
            <a:picLocks noChangeAspect="1"/>
          </p:cNvPicPr>
          <p:nvPr/>
        </p:nvPicPr>
        <p:blipFill>
          <a:blip r:embed="rId2" cstate="email"/>
          <a:stretch>
            <a:fillRect/>
          </a:stretch>
        </p:blipFill>
        <p:spPr bwMode="ltGray">
          <a:xfrm>
            <a:off x="1069" y="1"/>
            <a:ext cx="5289698" cy="1443543"/>
          </a:xfrm>
          <a:prstGeom prst="rect">
            <a:avLst/>
          </a:prstGeom>
        </p:spPr>
      </p:pic>
      <p:pic>
        <p:nvPicPr>
          <p:cNvPr id="7" name="Picture 6" descr="Mahindra Logo.png"/>
          <p:cNvPicPr>
            <a:picLocks noChangeAspect="1"/>
          </p:cNvPicPr>
          <p:nvPr/>
        </p:nvPicPr>
        <p:blipFill>
          <a:blip r:embed="rId3" cstate="email"/>
          <a:stretch>
            <a:fillRect/>
          </a:stretch>
        </p:blipFill>
        <p:spPr bwMode="gray">
          <a:xfrm>
            <a:off x="8075394" y="476753"/>
            <a:ext cx="3288454" cy="656706"/>
          </a:xfrm>
          <a:prstGeom prst="rect">
            <a:avLst/>
          </a:prstGeom>
        </p:spPr>
      </p:pic>
    </p:spTree>
    <p:extLst>
      <p:ext uri="{BB962C8B-B14F-4D97-AF65-F5344CB8AC3E}">
        <p14:creationId xmlns:p14="http://schemas.microsoft.com/office/powerpoint/2010/main" val="3972959911"/>
      </p:ext>
    </p:extLst>
  </p:cSld>
  <p:clrMapOvr>
    <a:masterClrMapping/>
  </p:clrMapOvr>
</p:sldLayout>
</file>

<file path=ppt/slideLayouts/slideLayout482.xml><?xml version="1.0" encoding="utf-8"?>
<p:sldLayout xmlns:a="http://schemas.openxmlformats.org/drawingml/2006/main" xmlns:r="http://schemas.openxmlformats.org/officeDocument/2006/relationships" xmlns:p="http://schemas.openxmlformats.org/presentationml/2006/main" preserve="1">
  <p:cSld name="3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5"/>
            <a:ext cx="10962166"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32"/>
            <a:ext cx="10962167" cy="1385316"/>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3153940302"/>
      </p:ext>
    </p:extLst>
  </p:cSld>
  <p:clrMapOvr>
    <a:masterClrMapping/>
  </p:clrMapOvr>
</p:sldLayout>
</file>

<file path=ppt/slideLayouts/slideLayout483.xml><?xml version="1.0" encoding="utf-8"?>
<p:sldLayout xmlns:a="http://schemas.openxmlformats.org/drawingml/2006/main" xmlns:r="http://schemas.openxmlformats.org/officeDocument/2006/relationships" xmlns:p="http://schemas.openxmlformats.org/presentationml/2006/main" preserve="1">
  <p:cSld name="6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5"/>
            <a:ext cx="10962166"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32"/>
            <a:ext cx="10962167" cy="1385316"/>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761388028"/>
      </p:ext>
    </p:extLst>
  </p:cSld>
  <p:clrMapOvr>
    <a:masterClrMapping/>
  </p:clrMapOvr>
</p:sldLayout>
</file>

<file path=ppt/slideLayouts/slideLayout484.xml><?xml version="1.0" encoding="utf-8"?>
<p:sldLayout xmlns:a="http://schemas.openxmlformats.org/drawingml/2006/main" xmlns:r="http://schemas.openxmlformats.org/officeDocument/2006/relationships" xmlns:p="http://schemas.openxmlformats.org/presentationml/2006/main" preserve="1">
  <p:cSld name="3_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41099" y="1972132"/>
            <a:ext cx="10962167" cy="1847087"/>
          </a:xfrm>
        </p:spPr>
        <p:txBody>
          <a:bodyPr wrap="square">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3219575121"/>
      </p:ext>
    </p:extLst>
  </p:cSld>
  <p:clrMapOvr>
    <a:masterClrMapping/>
  </p:clrMapOvr>
</p:sldLayout>
</file>

<file path=ppt/slideLayouts/slideLayout485.xml><?xml version="1.0" encoding="utf-8"?>
<p:sldLayout xmlns:a="http://schemas.openxmlformats.org/drawingml/2006/main" xmlns:r="http://schemas.openxmlformats.org/officeDocument/2006/relationships" xmlns:p="http://schemas.openxmlformats.org/presentationml/2006/main" preserve="1">
  <p:cSld name="4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1" y="1972132"/>
            <a:ext cx="5435592" cy="4163389"/>
          </a:xfrm>
        </p:spPr>
        <p:txBody>
          <a:bodyPr>
            <a:noAutofit/>
          </a:bodyPr>
          <a:lstStyle>
            <a:lvl1pPr marL="0" indent="0">
              <a:buNone/>
              <a:defRPr>
                <a:latin typeface="Arial" pitchFamily="34" charset="0"/>
                <a:cs typeface="Arial" pitchFamily="34" charset="0"/>
              </a:defRPr>
            </a:lvl1pPr>
          </a:lstStyle>
          <a:p>
            <a:r>
              <a:rPr lang="en-US"/>
              <a:t>Click icon to add picture</a:t>
            </a:r>
            <a:endParaRPr lang="en-US" dirty="0"/>
          </a:p>
        </p:txBody>
      </p:sp>
      <p:sp>
        <p:nvSpPr>
          <p:cNvPr id="18" name="Text Placeholder 4"/>
          <p:cNvSpPr>
            <a:spLocks noGrp="1"/>
          </p:cNvSpPr>
          <p:nvPr>
            <p:ph type="body" sz="quarter" idx="19" hasCustomPrompt="1"/>
          </p:nvPr>
        </p:nvSpPr>
        <p:spPr bwMode="gray">
          <a:xfrm>
            <a:off x="6449080" y="1972132"/>
            <a:ext cx="5126679" cy="1385316"/>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771263442"/>
      </p:ext>
    </p:extLst>
  </p:cSld>
  <p:clrMapOvr>
    <a:masterClrMapping/>
  </p:clrMapOvr>
</p:sldLayout>
</file>

<file path=ppt/slideLayouts/slideLayout486.xml><?xml version="1.0" encoding="utf-8"?>
<p:sldLayout xmlns:a="http://schemas.openxmlformats.org/drawingml/2006/main" xmlns:r="http://schemas.openxmlformats.org/officeDocument/2006/relationships" xmlns:p="http://schemas.openxmlformats.org/presentationml/2006/main" preserve="1">
  <p:cSld name="3_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52259" y="4068117"/>
            <a:ext cx="7363123" cy="277063"/>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914583" rtl="0" eaLnBrk="1" fontAlgn="base" latinLnBrk="0" hangingPunct="1">
              <a:spcBef>
                <a:spcPts val="0"/>
              </a:spcBef>
              <a:spcAft>
                <a:spcPct val="0"/>
              </a:spcAft>
              <a:buClr>
                <a:schemeClr val="tx2"/>
              </a:buClr>
              <a:buFont typeface="Arial" pitchFamily="34" charset="0"/>
              <a:buNone/>
              <a:defRPr lang="en-US" sz="1800" b="1" kern="1200" baseline="0" dirty="0">
                <a:solidFill>
                  <a:schemeClr val="tx2"/>
                </a:solidFill>
                <a:latin typeface="Arial" pitchFamily="34" charset="0"/>
                <a:ea typeface="+mn-ea"/>
                <a:cs typeface="Arial" pitchFamily="34" charset="0"/>
              </a:defRPr>
            </a:lvl1pPr>
            <a:lvl2pPr marL="457291" indent="0" algn="ctr">
              <a:buNone/>
              <a:defRPr>
                <a:solidFill>
                  <a:schemeClr val="tx1">
                    <a:tint val="75000"/>
                  </a:schemeClr>
                </a:solidFill>
              </a:defRPr>
            </a:lvl2pPr>
            <a:lvl3pPr marL="914583" indent="0" algn="ctr">
              <a:buNone/>
              <a:defRPr>
                <a:solidFill>
                  <a:schemeClr val="tx1">
                    <a:tint val="75000"/>
                  </a:schemeClr>
                </a:solidFill>
              </a:defRPr>
            </a:lvl3pPr>
            <a:lvl4pPr marL="1371874" indent="0" algn="ctr">
              <a:buNone/>
              <a:defRPr>
                <a:solidFill>
                  <a:schemeClr val="tx1">
                    <a:tint val="75000"/>
                  </a:schemeClr>
                </a:solidFill>
              </a:defRPr>
            </a:lvl4pPr>
            <a:lvl5pPr marL="1829166" indent="0" algn="ctr">
              <a:buNone/>
              <a:defRPr>
                <a:solidFill>
                  <a:schemeClr val="tx1">
                    <a:tint val="75000"/>
                  </a:schemeClr>
                </a:solidFill>
              </a:defRPr>
            </a:lvl5pPr>
            <a:lvl6pPr marL="2286457" indent="0" algn="ctr">
              <a:buNone/>
              <a:defRPr>
                <a:solidFill>
                  <a:schemeClr val="tx1">
                    <a:tint val="75000"/>
                  </a:schemeClr>
                </a:solidFill>
              </a:defRPr>
            </a:lvl6pPr>
            <a:lvl7pPr marL="2743749" indent="0" algn="ctr">
              <a:buNone/>
              <a:defRPr>
                <a:solidFill>
                  <a:schemeClr val="tx1">
                    <a:tint val="75000"/>
                  </a:schemeClr>
                </a:solidFill>
              </a:defRPr>
            </a:lvl7pPr>
            <a:lvl8pPr marL="3201040" indent="0" algn="ctr">
              <a:buNone/>
              <a:defRPr>
                <a:solidFill>
                  <a:schemeClr val="tx1">
                    <a:tint val="75000"/>
                  </a:schemeClr>
                </a:solidFill>
              </a:defRPr>
            </a:lvl8pPr>
            <a:lvl9pPr marL="3658332"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52260" y="2200785"/>
            <a:ext cx="7363123" cy="615681"/>
          </a:xfrm>
          <a:noFill/>
          <a:ln w="9525">
            <a:noFill/>
            <a:miter lim="800000"/>
            <a:headEnd/>
            <a:tailEnd/>
          </a:ln>
        </p:spPr>
        <p:txBody>
          <a:bodyPr vert="horz" wrap="square" lIns="0" tIns="0" rIns="0" bIns="0" numCol="1" anchor="t" anchorCtr="0" compatLnSpc="1">
            <a:prstTxWarp prst="textNoShape">
              <a:avLst/>
            </a:prstTxWarp>
            <a:spAutoFit/>
          </a:bodyPr>
          <a:lstStyle>
            <a:lvl1pPr algn="l" defTabSz="914583" rtl="0" eaLnBrk="1" latinLnBrk="0" hangingPunct="1">
              <a:spcBef>
                <a:spcPct val="0"/>
              </a:spcBef>
              <a:buNone/>
              <a:defRPr lang="en-US" sz="4001"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p:nvPicPr>
        <p:blipFill>
          <a:blip r:embed="rId2" cstate="email"/>
          <a:stretch>
            <a:fillRect/>
          </a:stretch>
        </p:blipFill>
        <p:spPr bwMode="ltGray">
          <a:xfrm>
            <a:off x="1069" y="1"/>
            <a:ext cx="5289698" cy="1443543"/>
          </a:xfrm>
          <a:prstGeom prst="rect">
            <a:avLst/>
          </a:prstGeom>
        </p:spPr>
      </p:pic>
      <p:pic>
        <p:nvPicPr>
          <p:cNvPr id="12" name="Picture 11" descr="Mahindra Logo.png"/>
          <p:cNvPicPr>
            <a:picLocks noChangeAspect="1"/>
          </p:cNvPicPr>
          <p:nvPr/>
        </p:nvPicPr>
        <p:blipFill>
          <a:blip r:embed="rId3" cstate="email"/>
          <a:stretch>
            <a:fillRect/>
          </a:stretch>
        </p:blipFill>
        <p:spPr bwMode="gray">
          <a:xfrm>
            <a:off x="8075394" y="476753"/>
            <a:ext cx="3288454" cy="656706"/>
          </a:xfrm>
          <a:prstGeom prst="rect">
            <a:avLst/>
          </a:prstGeom>
        </p:spPr>
      </p:pic>
    </p:spTree>
    <p:extLst>
      <p:ext uri="{BB962C8B-B14F-4D97-AF65-F5344CB8AC3E}">
        <p14:creationId xmlns:p14="http://schemas.microsoft.com/office/powerpoint/2010/main" val="993370475"/>
      </p:ext>
    </p:extLst>
  </p:cSld>
  <p:clrMapOvr>
    <a:masterClrMapping/>
  </p:clrMapOvr>
</p:sldLayout>
</file>

<file path=ppt/slideLayouts/slideLayout487.xml><?xml version="1.0" encoding="utf-8"?>
<p:sldLayout xmlns:a="http://schemas.openxmlformats.org/drawingml/2006/main" xmlns:r="http://schemas.openxmlformats.org/officeDocument/2006/relationships" xmlns:p="http://schemas.openxmlformats.org/presentationml/2006/main" preserve="1">
  <p:cSld name="3_Divider Slide 2">
    <p:spTree>
      <p:nvGrpSpPr>
        <p:cNvPr id="1" name=""/>
        <p:cNvGrpSpPr/>
        <p:nvPr/>
      </p:nvGrpSpPr>
      <p:grpSpPr>
        <a:xfrm>
          <a:off x="0" y="0"/>
          <a:ext cx="0" cy="0"/>
          <a:chOff x="0" y="0"/>
          <a:chExt cx="0" cy="0"/>
        </a:xfrm>
      </p:grpSpPr>
      <p:sp>
        <p:nvSpPr>
          <p:cNvPr id="12" name="Picture Placeholder 22"/>
          <p:cNvSpPr>
            <a:spLocks noGrp="1"/>
          </p:cNvSpPr>
          <p:nvPr>
            <p:ph type="pic" sz="quarter" idx="13"/>
          </p:nvPr>
        </p:nvSpPr>
        <p:spPr bwMode="gray">
          <a:xfrm>
            <a:off x="641100" y="1972132"/>
            <a:ext cx="5467330" cy="4176092"/>
          </a:xfrm>
        </p:spPr>
        <p:txBody>
          <a:bodyPr rtlCol="0">
            <a:normAutofit/>
          </a:bodyPr>
          <a:lstStyle>
            <a:lvl1pPr>
              <a:buNone/>
              <a:defRPr>
                <a:latin typeface="Arial" pitchFamily="34" charset="0"/>
                <a:cs typeface="Arial" pitchFamily="34" charset="0"/>
              </a:defRPr>
            </a:lvl1pPr>
          </a:lstStyle>
          <a:p>
            <a:pPr lvl="0"/>
            <a:r>
              <a:rPr lang="en-US" noProof="0"/>
              <a:t>Click icon to add picture</a:t>
            </a:r>
          </a:p>
        </p:txBody>
      </p:sp>
      <p:sp>
        <p:nvSpPr>
          <p:cNvPr id="22" name="Subtitle 2"/>
          <p:cNvSpPr>
            <a:spLocks noGrp="1"/>
          </p:cNvSpPr>
          <p:nvPr>
            <p:ph type="subTitle" idx="1" hasCustomPrompt="1"/>
          </p:nvPr>
        </p:nvSpPr>
        <p:spPr bwMode="gray">
          <a:xfrm>
            <a:off x="6565452" y="4296770"/>
            <a:ext cx="5039929" cy="277063"/>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914583" rtl="0" eaLnBrk="1" fontAlgn="base" latinLnBrk="0" hangingPunct="1">
              <a:spcBef>
                <a:spcPts val="0"/>
              </a:spcBef>
              <a:spcAft>
                <a:spcPct val="0"/>
              </a:spcAft>
              <a:buClr>
                <a:schemeClr val="tx2"/>
              </a:buClr>
              <a:buFont typeface="Arial" pitchFamily="34" charset="0"/>
              <a:buNone/>
              <a:defRPr lang="en-US" sz="1800" b="1" kern="1200" baseline="0" dirty="0">
                <a:solidFill>
                  <a:schemeClr val="tx2"/>
                </a:solidFill>
                <a:latin typeface="Arial" pitchFamily="34" charset="0"/>
                <a:ea typeface="+mn-ea"/>
                <a:cs typeface="Arial" pitchFamily="34" charset="0"/>
              </a:defRPr>
            </a:lvl1pPr>
            <a:lvl2pPr marL="457291" indent="0" algn="ctr">
              <a:buNone/>
              <a:defRPr>
                <a:solidFill>
                  <a:schemeClr val="tx1">
                    <a:tint val="75000"/>
                  </a:schemeClr>
                </a:solidFill>
              </a:defRPr>
            </a:lvl2pPr>
            <a:lvl3pPr marL="914583" indent="0" algn="ctr">
              <a:buNone/>
              <a:defRPr>
                <a:solidFill>
                  <a:schemeClr val="tx1">
                    <a:tint val="75000"/>
                  </a:schemeClr>
                </a:solidFill>
              </a:defRPr>
            </a:lvl3pPr>
            <a:lvl4pPr marL="1371874" indent="0" algn="ctr">
              <a:buNone/>
              <a:defRPr>
                <a:solidFill>
                  <a:schemeClr val="tx1">
                    <a:tint val="75000"/>
                  </a:schemeClr>
                </a:solidFill>
              </a:defRPr>
            </a:lvl4pPr>
            <a:lvl5pPr marL="1829166" indent="0" algn="ctr">
              <a:buNone/>
              <a:defRPr>
                <a:solidFill>
                  <a:schemeClr val="tx1">
                    <a:tint val="75000"/>
                  </a:schemeClr>
                </a:solidFill>
              </a:defRPr>
            </a:lvl5pPr>
            <a:lvl6pPr marL="2286457" indent="0" algn="ctr">
              <a:buNone/>
              <a:defRPr>
                <a:solidFill>
                  <a:schemeClr val="tx1">
                    <a:tint val="75000"/>
                  </a:schemeClr>
                </a:solidFill>
              </a:defRPr>
            </a:lvl6pPr>
            <a:lvl7pPr marL="2743749" indent="0" algn="ctr">
              <a:buNone/>
              <a:defRPr>
                <a:solidFill>
                  <a:schemeClr val="tx1">
                    <a:tint val="75000"/>
                  </a:schemeClr>
                </a:solidFill>
              </a:defRPr>
            </a:lvl7pPr>
            <a:lvl8pPr marL="3201040" indent="0" algn="ctr">
              <a:buNone/>
              <a:defRPr>
                <a:solidFill>
                  <a:schemeClr val="tx1">
                    <a:tint val="75000"/>
                  </a:schemeClr>
                </a:solidFill>
              </a:defRPr>
            </a:lvl8pPr>
            <a:lvl9pPr marL="3658332" indent="0" algn="ctr">
              <a:buNone/>
              <a:defRPr>
                <a:solidFill>
                  <a:schemeClr val="tx1">
                    <a:tint val="75000"/>
                  </a:schemeClr>
                </a:solidFill>
              </a:defRPr>
            </a:lvl9pPr>
          </a:lstStyle>
          <a:p>
            <a:r>
              <a:rPr lang="en-US" dirty="0"/>
              <a:t>Click to Edit Master Subtitle Style</a:t>
            </a:r>
          </a:p>
        </p:txBody>
      </p:sp>
      <p:sp>
        <p:nvSpPr>
          <p:cNvPr id="23" name="Title 8"/>
          <p:cNvSpPr>
            <a:spLocks noGrp="1"/>
          </p:cNvSpPr>
          <p:nvPr>
            <p:ph type="title" hasCustomPrompt="1"/>
          </p:nvPr>
        </p:nvSpPr>
        <p:spPr bwMode="gray">
          <a:xfrm>
            <a:off x="6565453" y="1972132"/>
            <a:ext cx="5039929" cy="1231363"/>
          </a:xfrm>
          <a:noFill/>
          <a:ln w="9525">
            <a:noFill/>
            <a:miter lim="800000"/>
            <a:headEnd/>
            <a:tailEnd/>
          </a:ln>
        </p:spPr>
        <p:txBody>
          <a:bodyPr vert="horz" wrap="square" lIns="0" tIns="0" rIns="0" bIns="0" numCol="1" anchor="t" anchorCtr="0" compatLnSpc="1">
            <a:prstTxWarp prst="textNoShape">
              <a:avLst/>
            </a:prstTxWarp>
            <a:spAutoFit/>
          </a:bodyPr>
          <a:lstStyle>
            <a:lvl1pPr algn="l" defTabSz="914583" rtl="0" eaLnBrk="1" latinLnBrk="0" hangingPunct="1">
              <a:spcBef>
                <a:spcPct val="0"/>
              </a:spcBef>
              <a:buNone/>
              <a:defRPr lang="en-US" sz="4001"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p:nvPicPr>
        <p:blipFill>
          <a:blip r:embed="rId2" cstate="email"/>
          <a:stretch>
            <a:fillRect/>
          </a:stretch>
        </p:blipFill>
        <p:spPr bwMode="ltGray">
          <a:xfrm>
            <a:off x="1069" y="1"/>
            <a:ext cx="5289698" cy="1443543"/>
          </a:xfrm>
          <a:prstGeom prst="rect">
            <a:avLst/>
          </a:prstGeom>
        </p:spPr>
      </p:pic>
      <p:pic>
        <p:nvPicPr>
          <p:cNvPr id="7" name="Picture 6" descr="Mahindra Logo.png"/>
          <p:cNvPicPr>
            <a:picLocks noChangeAspect="1"/>
          </p:cNvPicPr>
          <p:nvPr/>
        </p:nvPicPr>
        <p:blipFill>
          <a:blip r:embed="rId3" cstate="email"/>
          <a:stretch>
            <a:fillRect/>
          </a:stretch>
        </p:blipFill>
        <p:spPr bwMode="gray">
          <a:xfrm>
            <a:off x="8075394" y="476753"/>
            <a:ext cx="3288454" cy="656706"/>
          </a:xfrm>
          <a:prstGeom prst="rect">
            <a:avLst/>
          </a:prstGeom>
        </p:spPr>
      </p:pic>
    </p:spTree>
    <p:extLst>
      <p:ext uri="{BB962C8B-B14F-4D97-AF65-F5344CB8AC3E}">
        <p14:creationId xmlns:p14="http://schemas.microsoft.com/office/powerpoint/2010/main" val="2492023778"/>
      </p:ext>
    </p:extLst>
  </p:cSld>
  <p:clrMapOvr>
    <a:masterClrMapping/>
  </p:clrMapOvr>
</p:sldLayout>
</file>

<file path=ppt/slideLayouts/slideLayout488.xml><?xml version="1.0" encoding="utf-8"?>
<p:sldLayout xmlns:a="http://schemas.openxmlformats.org/drawingml/2006/main" xmlns:r="http://schemas.openxmlformats.org/officeDocument/2006/relationships" xmlns:p="http://schemas.openxmlformats.org/presentationml/2006/main" preserve="1">
  <p:cSld name="3_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641101" y="2467547"/>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
          <p:cNvSpPr>
            <a:spLocks noGrp="1"/>
          </p:cNvSpPr>
          <p:nvPr>
            <p:ph type="body" sz="quarter" idx="11" hasCustomPrompt="1"/>
          </p:nvPr>
        </p:nvSpPr>
        <p:spPr bwMode="gray">
          <a:xfrm>
            <a:off x="6362332" y="2467547"/>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ext Placeholder 4"/>
          <p:cNvSpPr>
            <a:spLocks noGrp="1"/>
          </p:cNvSpPr>
          <p:nvPr>
            <p:ph type="body" sz="quarter" idx="12" hasCustomPrompt="1"/>
          </p:nvPr>
        </p:nvSpPr>
        <p:spPr bwMode="gray">
          <a:xfrm>
            <a:off x="641101" y="1972132"/>
            <a:ext cx="5243051" cy="286227"/>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1</a:t>
            </a:r>
          </a:p>
        </p:txBody>
      </p:sp>
      <p:sp>
        <p:nvSpPr>
          <p:cNvPr id="6" name="Text Placeholder 4"/>
          <p:cNvSpPr>
            <a:spLocks noGrp="1"/>
          </p:cNvSpPr>
          <p:nvPr>
            <p:ph type="body" sz="quarter" idx="13" hasCustomPrompt="1"/>
          </p:nvPr>
        </p:nvSpPr>
        <p:spPr bwMode="gray">
          <a:xfrm>
            <a:off x="6362332" y="1972132"/>
            <a:ext cx="5243051" cy="286227"/>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2</a:t>
            </a:r>
          </a:p>
        </p:txBody>
      </p:sp>
      <p:cxnSp>
        <p:nvCxnSpPr>
          <p:cNvPr id="8" name="Straight Connector 7"/>
          <p:cNvCxnSpPr/>
          <p:nvPr/>
        </p:nvCxnSpPr>
        <p:spPr bwMode="gray">
          <a:xfrm>
            <a:off x="641100"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gray">
          <a:xfrm>
            <a:off x="6362331"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15" name="Text Placeholder 41"/>
          <p:cNvSpPr>
            <a:spLocks noGrp="1"/>
          </p:cNvSpPr>
          <p:nvPr>
            <p:ph type="body" sz="quarter" idx="14"/>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874713934"/>
      </p:ext>
    </p:extLst>
  </p:cSld>
  <p:clrMapOvr>
    <a:masterClrMapping/>
  </p:clrMapOvr>
</p:sldLayout>
</file>

<file path=ppt/slideLayouts/slideLayout489.xml><?xml version="1.0" encoding="utf-8"?>
<p:sldLayout xmlns:a="http://schemas.openxmlformats.org/drawingml/2006/main" xmlns:r="http://schemas.openxmlformats.org/officeDocument/2006/relationships" xmlns:p="http://schemas.openxmlformats.org/presentationml/2006/main" preserve="1">
  <p:cSld name="6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17" name="Text Placeholder 4"/>
          <p:cNvSpPr>
            <a:spLocks noGrp="1"/>
          </p:cNvSpPr>
          <p:nvPr>
            <p:ph type="body" sz="quarter" idx="10" hasCustomPrompt="1"/>
          </p:nvPr>
        </p:nvSpPr>
        <p:spPr bwMode="gray">
          <a:xfrm>
            <a:off x="641101" y="2467547"/>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18" name="Text Placeholder 4"/>
          <p:cNvSpPr>
            <a:spLocks noGrp="1"/>
          </p:cNvSpPr>
          <p:nvPr>
            <p:ph type="body" sz="quarter" idx="11" hasCustomPrompt="1"/>
          </p:nvPr>
        </p:nvSpPr>
        <p:spPr bwMode="gray">
          <a:xfrm>
            <a:off x="6362332" y="2467547"/>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1" name="Text Placeholder 4"/>
          <p:cNvSpPr>
            <a:spLocks noGrp="1"/>
          </p:cNvSpPr>
          <p:nvPr>
            <p:ph type="body" sz="quarter" idx="12" hasCustomPrompt="1"/>
          </p:nvPr>
        </p:nvSpPr>
        <p:spPr bwMode="gray">
          <a:xfrm>
            <a:off x="641101" y="1972132"/>
            <a:ext cx="5243051" cy="286227"/>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1</a:t>
            </a:r>
          </a:p>
        </p:txBody>
      </p:sp>
      <p:sp>
        <p:nvSpPr>
          <p:cNvPr id="32" name="Text Placeholder 4"/>
          <p:cNvSpPr>
            <a:spLocks noGrp="1"/>
          </p:cNvSpPr>
          <p:nvPr>
            <p:ph type="body" sz="quarter" idx="13" hasCustomPrompt="1"/>
          </p:nvPr>
        </p:nvSpPr>
        <p:spPr bwMode="gray">
          <a:xfrm>
            <a:off x="6362332" y="1972132"/>
            <a:ext cx="5243051" cy="286227"/>
          </a:xfrm>
          <a:noFill/>
          <a:ln>
            <a:noFill/>
          </a:ln>
        </p:spPr>
        <p:txBody>
          <a:bodyPr wrap="square" lIns="0" tIns="0" rIns="0" bIns="0" anchor="b" anchorCtr="0">
            <a:spAutoFit/>
          </a:bodyPr>
          <a:lstStyle>
            <a:lvl1pPr marL="0" indent="0">
              <a:spcBef>
                <a:spcPts val="0"/>
              </a:spcBef>
              <a:spcAft>
                <a:spcPts val="0"/>
              </a:spcAft>
              <a:buNone/>
              <a:tabLst/>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2</a:t>
            </a:r>
          </a:p>
        </p:txBody>
      </p:sp>
      <p:cxnSp>
        <p:nvCxnSpPr>
          <p:cNvPr id="33" name="Straight Connector 32"/>
          <p:cNvCxnSpPr/>
          <p:nvPr/>
        </p:nvCxnSpPr>
        <p:spPr bwMode="gray">
          <a:xfrm>
            <a:off x="641100"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gray">
          <a:xfrm>
            <a:off x="6362331"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641101" y="4704385"/>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6" name="Text Placeholder 4"/>
          <p:cNvSpPr>
            <a:spLocks noGrp="1"/>
          </p:cNvSpPr>
          <p:nvPr>
            <p:ph type="body" sz="quarter" idx="16" hasCustomPrompt="1"/>
          </p:nvPr>
        </p:nvSpPr>
        <p:spPr bwMode="gray">
          <a:xfrm>
            <a:off x="6362332" y="4704385"/>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7" name="Text Placeholder 4"/>
          <p:cNvSpPr>
            <a:spLocks noGrp="1"/>
          </p:cNvSpPr>
          <p:nvPr>
            <p:ph type="body" sz="quarter" idx="17" hasCustomPrompt="1"/>
          </p:nvPr>
        </p:nvSpPr>
        <p:spPr bwMode="gray">
          <a:xfrm>
            <a:off x="641101" y="4208970"/>
            <a:ext cx="5243051" cy="286227"/>
          </a:xfrm>
          <a:noFill/>
          <a:ln>
            <a:noFill/>
          </a:ln>
        </p:spPr>
        <p:txBody>
          <a:bodyPr wrap="square" lIns="0" tIns="0" rIns="0" bIns="0" anchor="b" anchorCtr="0">
            <a:spAutoFit/>
          </a:bodyPr>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lvl="0" indent="0" algn="l" defTabSz="914583" rtl="0" eaLnBrk="1" fontAlgn="base" latinLnBrk="0" hangingPunct="1">
              <a:spcBef>
                <a:spcPts val="0"/>
              </a:spcBef>
              <a:spcAft>
                <a:spcPts val="0"/>
              </a:spcAft>
              <a:buClr>
                <a:schemeClr val="bg2"/>
              </a:buClr>
              <a:tabLst/>
            </a:pPr>
            <a:r>
              <a:rPr lang="en-US" dirty="0"/>
              <a:t>Heading 3</a:t>
            </a:r>
          </a:p>
        </p:txBody>
      </p:sp>
      <p:sp>
        <p:nvSpPr>
          <p:cNvPr id="38" name="Text Placeholder 4"/>
          <p:cNvSpPr>
            <a:spLocks noGrp="1"/>
          </p:cNvSpPr>
          <p:nvPr>
            <p:ph type="body" sz="quarter" idx="18" hasCustomPrompt="1"/>
          </p:nvPr>
        </p:nvSpPr>
        <p:spPr bwMode="gray">
          <a:xfrm>
            <a:off x="6362332" y="4208970"/>
            <a:ext cx="5243051" cy="286227"/>
          </a:xfrm>
          <a:noFill/>
          <a:ln>
            <a:noFill/>
          </a:ln>
        </p:spPr>
        <p:txBody>
          <a:bodyPr wrap="square" lIns="0" tIns="0" rIns="0" bIns="0" anchor="b" anchorCtr="0">
            <a:spAutoFit/>
          </a:bodyPr>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lvl="0" indent="0" algn="l" defTabSz="914583" rtl="0" eaLnBrk="1" fontAlgn="base" latinLnBrk="0" hangingPunct="1">
              <a:spcBef>
                <a:spcPts val="0"/>
              </a:spcBef>
              <a:spcAft>
                <a:spcPts val="0"/>
              </a:spcAft>
              <a:buClr>
                <a:schemeClr val="bg2"/>
              </a:buClr>
              <a:tabLst/>
            </a:pPr>
            <a:r>
              <a:rPr lang="en-US" dirty="0"/>
              <a:t>Heading 4</a:t>
            </a:r>
          </a:p>
        </p:txBody>
      </p:sp>
      <p:cxnSp>
        <p:nvCxnSpPr>
          <p:cNvPr id="39" name="Straight Connector 38"/>
          <p:cNvCxnSpPr/>
          <p:nvPr/>
        </p:nvCxnSpPr>
        <p:spPr bwMode="gray">
          <a:xfrm>
            <a:off x="641100" y="4582119"/>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gray">
          <a:xfrm>
            <a:off x="6362331" y="4582119"/>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261668512"/>
      </p:ext>
    </p:extLst>
  </p:cSld>
  <p:clrMapOvr>
    <a:masterClrMapping/>
  </p:clrMapOvr>
</p:sldLayout>
</file>

<file path=ppt/slideLayouts/slideLayout490.xml><?xml version="1.0" encoding="utf-8"?>
<p:sldLayout xmlns:a="http://schemas.openxmlformats.org/drawingml/2006/main" xmlns:r="http://schemas.openxmlformats.org/officeDocument/2006/relationships" xmlns:p="http://schemas.openxmlformats.org/presentationml/2006/main" preserve="1">
  <p:cSld name="7_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3249929" y="1972132"/>
            <a:ext cx="2723087" cy="1261884"/>
          </a:xfrm>
          <a:ln>
            <a:noFill/>
          </a:ln>
        </p:spPr>
        <p:txBody>
          <a:bodyPr wrap="square" lIns="0" tIns="0" rIns="0" bIns="0">
            <a:spAutoFit/>
          </a:bodyPr>
          <a:lstStyle>
            <a:lvl1pPr marL="0" marR="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600">
                <a:latin typeface="Arial" pitchFamily="34" charset="0"/>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marR="0" lvl="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1</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16" name="Picture Placeholder 22"/>
          <p:cNvSpPr>
            <a:spLocks noGrp="1"/>
          </p:cNvSpPr>
          <p:nvPr>
            <p:ph type="pic" sz="quarter" idx="13"/>
          </p:nvPr>
        </p:nvSpPr>
        <p:spPr bwMode="gray">
          <a:xfrm>
            <a:off x="641101" y="1972132"/>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20"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42" name="Text Placeholder 4"/>
          <p:cNvSpPr>
            <a:spLocks noGrp="1"/>
          </p:cNvSpPr>
          <p:nvPr>
            <p:ph type="body" sz="quarter" idx="19" hasCustomPrompt="1"/>
          </p:nvPr>
        </p:nvSpPr>
        <p:spPr bwMode="gray">
          <a:xfrm>
            <a:off x="8888643" y="1972132"/>
            <a:ext cx="2723087" cy="1261884"/>
          </a:xfrm>
          <a:ln>
            <a:noFill/>
          </a:ln>
        </p:spPr>
        <p:txBody>
          <a:bodyPr wrap="square" lIns="0" tIns="0" rIns="0" bIns="0">
            <a:spAutoFit/>
          </a:bodyPr>
          <a:lstStyle>
            <a:lvl1pPr marL="0" marR="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marR="0" lvl="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2</a:t>
            </a:r>
          </a:p>
          <a:p>
            <a:pPr marL="285807" lvl="1" indent="-285807" algn="l" defTabSz="914583"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3" name="Picture Placeholder 22"/>
          <p:cNvSpPr>
            <a:spLocks noGrp="1"/>
          </p:cNvSpPr>
          <p:nvPr>
            <p:ph type="pic" sz="quarter" idx="20"/>
          </p:nvPr>
        </p:nvSpPr>
        <p:spPr bwMode="gray">
          <a:xfrm>
            <a:off x="6279815" y="1972132"/>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45" name="Text Placeholder 4"/>
          <p:cNvSpPr>
            <a:spLocks noGrp="1"/>
          </p:cNvSpPr>
          <p:nvPr>
            <p:ph type="body" sz="quarter" idx="21" hasCustomPrompt="1"/>
          </p:nvPr>
        </p:nvSpPr>
        <p:spPr bwMode="gray">
          <a:xfrm>
            <a:off x="3249929" y="4242784"/>
            <a:ext cx="2723087" cy="1261884"/>
          </a:xfrm>
          <a:ln>
            <a:noFill/>
          </a:ln>
        </p:spPr>
        <p:txBody>
          <a:bodyPr wrap="square" lIns="0" tIns="0" rIns="0" bIns="0">
            <a:spAutoFit/>
          </a:bodyPr>
          <a:lstStyle>
            <a:lvl1pPr marL="0" marR="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marR="0" lvl="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3</a:t>
            </a:r>
          </a:p>
          <a:p>
            <a:pPr marL="285807" lvl="1" indent="-285807" algn="l" defTabSz="914583"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6" name="Picture Placeholder 22"/>
          <p:cNvSpPr>
            <a:spLocks noGrp="1"/>
          </p:cNvSpPr>
          <p:nvPr>
            <p:ph type="pic" sz="quarter" idx="22"/>
          </p:nvPr>
        </p:nvSpPr>
        <p:spPr bwMode="gray">
          <a:xfrm>
            <a:off x="641101" y="4242784"/>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48" name="Text Placeholder 4"/>
          <p:cNvSpPr>
            <a:spLocks noGrp="1"/>
          </p:cNvSpPr>
          <p:nvPr>
            <p:ph type="body" sz="quarter" idx="23" hasCustomPrompt="1"/>
          </p:nvPr>
        </p:nvSpPr>
        <p:spPr bwMode="gray">
          <a:xfrm>
            <a:off x="8888643" y="4242784"/>
            <a:ext cx="2723087" cy="1261884"/>
          </a:xfrm>
          <a:ln>
            <a:noFill/>
          </a:ln>
        </p:spPr>
        <p:txBody>
          <a:bodyPr wrap="square" lIns="0" tIns="0" rIns="0" bIns="0">
            <a:spAutoFit/>
          </a:bodyPr>
          <a:lstStyle>
            <a:lvl1pPr marL="0" marR="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marR="0" lvl="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4</a:t>
            </a:r>
          </a:p>
          <a:p>
            <a:pPr marL="285807" lvl="1" indent="-285807" algn="l" defTabSz="914583"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9" name="Picture Placeholder 22"/>
          <p:cNvSpPr>
            <a:spLocks noGrp="1"/>
          </p:cNvSpPr>
          <p:nvPr>
            <p:ph type="pic" sz="quarter" idx="24"/>
          </p:nvPr>
        </p:nvSpPr>
        <p:spPr bwMode="gray">
          <a:xfrm>
            <a:off x="6279815" y="4242784"/>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51" name="Text Placeholder 41"/>
          <p:cNvSpPr>
            <a:spLocks noGrp="1"/>
          </p:cNvSpPr>
          <p:nvPr>
            <p:ph type="body" sz="quarter" idx="25"/>
          </p:nvPr>
        </p:nvSpPr>
        <p:spPr bwMode="gray">
          <a:xfrm>
            <a:off x="641099" y="1270747"/>
            <a:ext cx="10962167" cy="283777"/>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marL="0" lvl="0" indent="0" algn="l" defTabSz="914583"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391592147"/>
      </p:ext>
    </p:extLst>
  </p:cSld>
  <p:clrMapOvr>
    <a:masterClrMapping/>
  </p:clrMapOvr>
</p:sldLayout>
</file>

<file path=ppt/slideLayouts/slideLayout491.xml><?xml version="1.0" encoding="utf-8"?>
<p:sldLayout xmlns:a="http://schemas.openxmlformats.org/drawingml/2006/main" xmlns:r="http://schemas.openxmlformats.org/officeDocument/2006/relationships" xmlns:p="http://schemas.openxmlformats.org/presentationml/2006/main" preserve="1">
  <p:cSld name="3_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41101" y="1972131"/>
            <a:ext cx="10964283" cy="4163390"/>
          </a:xfrm>
        </p:spPr>
        <p:txBody>
          <a:bodyPr>
            <a:noAutofit/>
          </a:bodyPr>
          <a:lstStyle>
            <a:lvl1pPr marL="0" indent="0">
              <a:buNone/>
              <a:defRPr>
                <a:latin typeface="Arial" pitchFamily="34" charset="0"/>
                <a:cs typeface="Arial" pitchFamily="34" charset="0"/>
              </a:defRPr>
            </a:lvl1pPr>
          </a:lstStyle>
          <a:p>
            <a:r>
              <a:rPr lang="en-US"/>
              <a:t>Click icon to add table</a:t>
            </a:r>
            <a:endParaRPr lang="en-US" dirty="0"/>
          </a:p>
        </p:txBody>
      </p:sp>
      <p:sp>
        <p:nvSpPr>
          <p:cNvPr id="4"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8" name="Text Placeholder 41"/>
          <p:cNvSpPr>
            <a:spLocks noGrp="1"/>
          </p:cNvSpPr>
          <p:nvPr>
            <p:ph type="body" sz="quarter" idx="13"/>
          </p:nvPr>
        </p:nvSpPr>
        <p:spPr bwMode="gray">
          <a:xfrm>
            <a:off x="641099" y="1270747"/>
            <a:ext cx="10962167" cy="283777"/>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marL="0" lvl="0" indent="0" algn="l" defTabSz="914583"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652301111"/>
      </p:ext>
    </p:extLst>
  </p:cSld>
  <p:clrMapOvr>
    <a:masterClrMapping/>
  </p:clrMapOvr>
</p:sldLayout>
</file>

<file path=ppt/slideLayouts/slideLayout492.xml><?xml version="1.0" encoding="utf-8"?>
<p:sldLayout xmlns:a="http://schemas.openxmlformats.org/drawingml/2006/main" xmlns:r="http://schemas.openxmlformats.org/officeDocument/2006/relationships" xmlns:p="http://schemas.openxmlformats.org/presentationml/2006/main" preserve="1">
  <p:cSld name="3_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41101" y="1972132"/>
            <a:ext cx="10964283" cy="4163389"/>
          </a:xfrm>
        </p:spPr>
        <p:txBody>
          <a:bodyPr>
            <a:noAutofit/>
          </a:bodyPr>
          <a:lstStyle>
            <a:lvl1pPr marL="0" indent="0">
              <a:buNone/>
              <a:defRPr>
                <a:latin typeface="Arial" pitchFamily="34" charset="0"/>
                <a:cs typeface="Arial" pitchFamily="34" charset="0"/>
              </a:defRPr>
            </a:lvl1pPr>
          </a:lstStyle>
          <a:p>
            <a:r>
              <a:rPr lang="en-US"/>
              <a:t>Click icon to add chart</a:t>
            </a:r>
            <a:endParaRPr lang="en-US" dirty="0"/>
          </a:p>
        </p:txBody>
      </p:sp>
      <p:sp>
        <p:nvSpPr>
          <p:cNvPr id="4"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247152663"/>
      </p:ext>
    </p:extLst>
  </p:cSld>
  <p:clrMapOvr>
    <a:masterClrMapping/>
  </p:clrMapOvr>
</p:sldLayout>
</file>

<file path=ppt/slideLayouts/slideLayout493.xml><?xml version="1.0" encoding="utf-8"?>
<p:sldLayout xmlns:a="http://schemas.openxmlformats.org/drawingml/2006/main" xmlns:r="http://schemas.openxmlformats.org/officeDocument/2006/relationships" xmlns:p="http://schemas.openxmlformats.org/presentationml/2006/main" preserve="1">
  <p:cSld name="4_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21739" y="1527649"/>
            <a:ext cx="8969807"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p:nvSpPr>
        <p:spPr bwMode="gray">
          <a:xfrm>
            <a:off x="1821741" y="3370293"/>
            <a:ext cx="9002897" cy="1892826"/>
          </a:xfrm>
          <a:prstGeom prst="rect">
            <a:avLst/>
          </a:prstGeom>
          <a:noFill/>
          <a:ln w="9525">
            <a:noFill/>
            <a:miter lim="800000"/>
            <a:headEnd/>
            <a:tailEnd/>
          </a:ln>
        </p:spPr>
        <p:txBody>
          <a:bodyPr wrap="square" lIns="0" tIns="0" rIns="0" bIns="0">
            <a:spAutoFit/>
          </a:bodyPr>
          <a:lstStyle/>
          <a:p>
            <a:pPr algn="just" defTabSz="914583" fontAlgn="auto">
              <a:spcBef>
                <a:spcPts val="600"/>
              </a:spcBef>
              <a:spcAft>
                <a:spcPts val="0"/>
              </a:spcAft>
            </a:pPr>
            <a:r>
              <a:rPr lang="en-US" sz="1000" b="1" dirty="0">
                <a:solidFill>
                  <a:srgbClr val="6D6E71"/>
                </a:solidFill>
                <a:latin typeface="Arial"/>
              </a:rPr>
              <a:t>Disclaimer </a:t>
            </a:r>
          </a:p>
          <a:p>
            <a:pPr algn="just" defTabSz="914583" fontAlgn="auto">
              <a:spcBef>
                <a:spcPts val="600"/>
              </a:spcBef>
              <a:spcAft>
                <a:spcPts val="0"/>
              </a:spcAft>
            </a:pPr>
            <a:r>
              <a:rPr lang="en-US" sz="900" dirty="0">
                <a:solidFill>
                  <a:srgbClr val="6D6E71"/>
                </a:solidFill>
                <a:latin typeface="Arial"/>
              </a:rPr>
              <a:t>Tech Mahindra,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21740" y="2140665"/>
            <a:ext cx="8975995" cy="277063"/>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914583" rtl="0" eaLnBrk="1" fontAlgn="base" latinLnBrk="0" hangingPunct="1">
              <a:spcBef>
                <a:spcPts val="0"/>
              </a:spcBef>
              <a:spcAft>
                <a:spcPct val="0"/>
              </a:spcAft>
              <a:buClr>
                <a:schemeClr val="tx2"/>
              </a:buClr>
              <a:buFont typeface="Arial" pitchFamily="34" charset="0"/>
              <a:buNone/>
              <a:defRPr lang="en-US" sz="18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634449112"/>
      </p:ext>
    </p:extLst>
  </p:cSld>
  <p:clrMapOvr>
    <a:masterClrMapping/>
  </p:clrMapOvr>
</p:sldLayout>
</file>

<file path=ppt/slideLayouts/slideLayout494.xml><?xml version="1.0" encoding="utf-8"?>
<p:sldLayout xmlns:a="http://schemas.openxmlformats.org/drawingml/2006/main" xmlns:r="http://schemas.openxmlformats.org/officeDocument/2006/relationships" xmlns:p="http://schemas.openxmlformats.org/presentationml/2006/main" preserve="1">
  <p:cSld name="14_Custom Layout">
    <p:spTree>
      <p:nvGrpSpPr>
        <p:cNvPr id="1" name=""/>
        <p:cNvGrpSpPr/>
        <p:nvPr/>
      </p:nvGrpSpPr>
      <p:grpSpPr>
        <a:xfrm>
          <a:off x="0" y="0"/>
          <a:ext cx="0" cy="0"/>
          <a:chOff x="0" y="0"/>
          <a:chExt cx="0" cy="0"/>
        </a:xfrm>
      </p:grpSpPr>
      <p:sp>
        <p:nvSpPr>
          <p:cNvPr id="3" name="Rectangle 2"/>
          <p:cNvSpPr/>
          <p:nvPr/>
        </p:nvSpPr>
        <p:spPr bwMode="gray">
          <a:xfrm>
            <a:off x="0" y="0"/>
            <a:ext cx="12187238" cy="6859588"/>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defTabSz="914583" fontAlgn="auto">
              <a:spcBef>
                <a:spcPts val="0"/>
              </a:spcBef>
              <a:spcAft>
                <a:spcPts val="0"/>
              </a:spcAft>
            </a:pPr>
            <a:endParaRPr lang="en-US" sz="1800">
              <a:solidFill>
                <a:prstClr val="black"/>
              </a:solidFill>
            </a:endParaRPr>
          </a:p>
        </p:txBody>
      </p:sp>
      <p:pic>
        <p:nvPicPr>
          <p:cNvPr id="4" name="Picture 3" descr="Mahindra Logo.png"/>
          <p:cNvPicPr>
            <a:picLocks noChangeAspect="1"/>
          </p:cNvPicPr>
          <p:nvPr/>
        </p:nvPicPr>
        <p:blipFill>
          <a:blip r:embed="rId2" cstate="email"/>
          <a:stretch>
            <a:fillRect/>
          </a:stretch>
        </p:blipFill>
        <p:spPr bwMode="gray">
          <a:xfrm>
            <a:off x="2484747" y="2717856"/>
            <a:ext cx="7468025" cy="1491368"/>
          </a:xfrm>
          <a:prstGeom prst="rect">
            <a:avLst/>
          </a:prstGeom>
        </p:spPr>
      </p:pic>
    </p:spTree>
    <p:extLst>
      <p:ext uri="{BB962C8B-B14F-4D97-AF65-F5344CB8AC3E}">
        <p14:creationId xmlns:p14="http://schemas.microsoft.com/office/powerpoint/2010/main" val="3443833011"/>
      </p:ext>
    </p:extLst>
  </p:cSld>
  <p:clrMapOvr>
    <a:masterClrMapping/>
  </p:clrMapOvr>
</p:sldLayout>
</file>

<file path=ppt/slideLayouts/slideLayout495.xml><?xml version="1.0" encoding="utf-8"?>
<p:sldLayout xmlns:a="http://schemas.openxmlformats.org/drawingml/2006/main" xmlns:r="http://schemas.openxmlformats.org/officeDocument/2006/relationships" xmlns:p="http://schemas.openxmlformats.org/presentationml/2006/main">
  <p:cSld name="15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4503033"/>
      </p:ext>
    </p:extLst>
  </p:cSld>
  <p:clrMapOvr>
    <a:masterClrMapping/>
  </p:clrMapOvr>
</p:sldLayout>
</file>

<file path=ppt/slideLayouts/slideLayout496.xml><?xml version="1.0" encoding="utf-8"?>
<p:sldLayout xmlns:a="http://schemas.openxmlformats.org/drawingml/2006/main" xmlns:r="http://schemas.openxmlformats.org/officeDocument/2006/relationships" xmlns:p="http://schemas.openxmlformats.org/presentationml/2006/main">
  <p:cSld name="16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67508111"/>
      </p:ext>
    </p:extLst>
  </p:cSld>
  <p:clrMapOvr>
    <a:masterClrMapping/>
  </p:clrMapOvr>
</p:sldLayout>
</file>

<file path=ppt/slideLayouts/slideLayout497.xml><?xml version="1.0" encoding="utf-8"?>
<p:sldLayout xmlns:a="http://schemas.openxmlformats.org/drawingml/2006/main" xmlns:r="http://schemas.openxmlformats.org/officeDocument/2006/relationships" xmlns:p="http://schemas.openxmlformats.org/presentationml/2006/main">
  <p:cSld name="17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98061122"/>
      </p:ext>
    </p:extLst>
  </p:cSld>
  <p:clrMapOvr>
    <a:masterClrMapping/>
  </p:clrMapOvr>
</p:sldLayout>
</file>

<file path=ppt/slideLayouts/slideLayout49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981214"/>
      </p:ext>
    </p:extLst>
  </p:cSld>
  <p:clrMapOvr>
    <a:masterClrMapping/>
  </p:clrMapOvr>
</p:sldLayout>
</file>

<file path=ppt/slideLayouts/slideLayout499.xml><?xml version="1.0" encoding="utf-8"?>
<p:sldLayout xmlns:a="http://schemas.openxmlformats.org/drawingml/2006/main" xmlns:r="http://schemas.openxmlformats.org/officeDocument/2006/relationships" xmlns:p="http://schemas.openxmlformats.org/presentationml/2006/main">
  <p:cSld name="18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58683339"/>
      </p:ext>
    </p:extLst>
  </p:cSld>
  <p:clrMapOvr>
    <a:masterClrMapping/>
  </p:clrMapOvr>
</p:sldLayout>
</file>

<file path=ppt/slideLayouts/slideLayout500.xml><?xml version="1.0" encoding="utf-8"?>
<p:sldLayout xmlns:a="http://schemas.openxmlformats.org/drawingml/2006/main" xmlns:r="http://schemas.openxmlformats.org/officeDocument/2006/relationships" xmlns:p="http://schemas.openxmlformats.org/presentationml/2006/main">
  <p:cSld name="19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38339485"/>
      </p:ext>
    </p:extLst>
  </p:cSld>
  <p:clrMapOvr>
    <a:masterClrMapping/>
  </p:clrMapOvr>
</p:sldLayout>
</file>

<file path=ppt/slideLayouts/slideLayout501.xml><?xml version="1.0" encoding="utf-8"?>
<p:sldLayout xmlns:a="http://schemas.openxmlformats.org/drawingml/2006/main" xmlns:r="http://schemas.openxmlformats.org/officeDocument/2006/relationships" xmlns:p="http://schemas.openxmlformats.org/presentationml/2006/main">
  <p:cSld name="20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99394193"/>
      </p:ext>
    </p:extLst>
  </p:cSld>
  <p:clrMapOvr>
    <a:masterClrMapping/>
  </p:clrMapOvr>
</p:sldLayout>
</file>

<file path=ppt/slideLayouts/slideLayout502.xml><?xml version="1.0" encoding="utf-8"?>
<p:sldLayout xmlns:a="http://schemas.openxmlformats.org/drawingml/2006/main" xmlns:r="http://schemas.openxmlformats.org/officeDocument/2006/relationships" xmlns:p="http://schemas.openxmlformats.org/presentationml/2006/main">
  <p:cSld name="2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44102658"/>
      </p:ext>
    </p:extLst>
  </p:cSld>
  <p:clrMapOvr>
    <a:masterClrMapping/>
  </p:clrMapOvr>
</p:sldLayout>
</file>

<file path=ppt/slideLayouts/slideLayout503.xml><?xml version="1.0" encoding="utf-8"?>
<p:sldLayout xmlns:a="http://schemas.openxmlformats.org/drawingml/2006/main" xmlns:r="http://schemas.openxmlformats.org/officeDocument/2006/relationships" xmlns:p="http://schemas.openxmlformats.org/presentationml/2006/main">
  <p:cSld name="2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11403003"/>
      </p:ext>
    </p:extLst>
  </p:cSld>
  <p:clrMapOvr>
    <a:masterClrMapping/>
  </p:clrMapOvr>
</p:sldLayout>
</file>

<file path=ppt/slideLayouts/slideLayout504.xml><?xml version="1.0" encoding="utf-8"?>
<p:sldLayout xmlns:a="http://schemas.openxmlformats.org/drawingml/2006/main" xmlns:r="http://schemas.openxmlformats.org/officeDocument/2006/relationships" xmlns:p="http://schemas.openxmlformats.org/presentationml/2006/main" preserve="1" userDrawn="1">
  <p:cSld name="4_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2"/>
                </a:solidFill>
              </a:defRPr>
            </a:lvl1pPr>
          </a:lstStyle>
          <a:p>
            <a:r>
              <a:rPr lang="en-US" dirty="0"/>
              <a:t>Click to edit Master title style</a:t>
            </a:r>
          </a:p>
        </p:txBody>
      </p:sp>
      <p:sp>
        <p:nvSpPr>
          <p:cNvPr id="3" name="Text Placeholder 4"/>
          <p:cNvSpPr>
            <a:spLocks noGrp="1"/>
          </p:cNvSpPr>
          <p:nvPr>
            <p:ph type="body" sz="quarter" idx="10" hasCustomPrompt="1"/>
          </p:nvPr>
        </p:nvSpPr>
        <p:spPr>
          <a:xfrm>
            <a:off x="403751" y="1465846"/>
            <a:ext cx="11387826" cy="1939441"/>
          </a:xfrm>
        </p:spPr>
        <p:txBody>
          <a:bodyPr wrap="square">
            <a:sp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435387" indent="-285807">
              <a:spcBef>
                <a:spcPts val="0"/>
              </a:spcBef>
              <a:spcAft>
                <a:spcPts val="0"/>
              </a:spcAft>
              <a:buClr>
                <a:schemeClr val="tx2"/>
              </a:buClr>
              <a:buSzPct val="70000"/>
              <a:buFont typeface="Wingdings" pitchFamily="2" charset="2"/>
              <a:buChar char="§"/>
              <a:defRPr sz="1800">
                <a:latin typeface="Arial" pitchFamily="34" charset="0"/>
                <a:cs typeface="Arial" pitchFamily="34" charset="0"/>
              </a:defRPr>
            </a:lvl6pPr>
            <a:lvl7pPr marL="1714843" indent="-273105">
              <a:spcBef>
                <a:spcPts val="0"/>
              </a:spcBef>
              <a:spcAft>
                <a:spcPts val="0"/>
              </a:spcAft>
              <a:buClr>
                <a:srgbClr val="C00000"/>
              </a:buClr>
              <a:buSzPct val="70000"/>
              <a:buFont typeface="Arial" pitchFamily="34" charset="0"/>
              <a:buChar char="–"/>
              <a:defRPr sz="1800" baseline="0">
                <a:latin typeface="Arial" pitchFamily="34" charset="0"/>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 </a:t>
            </a:r>
          </a:p>
        </p:txBody>
      </p:sp>
    </p:spTree>
    <p:extLst>
      <p:ext uri="{BB962C8B-B14F-4D97-AF65-F5344CB8AC3E}">
        <p14:creationId xmlns:p14="http://schemas.microsoft.com/office/powerpoint/2010/main" val="2603553786"/>
      </p:ext>
    </p:extLst>
  </p:cSld>
  <p:clrMapOvr>
    <a:masterClrMapping/>
  </p:clrMapOvr>
</p:sldLayout>
</file>

<file path=ppt/slideLayouts/slideLayout505.xml><?xml version="1.0" encoding="utf-8"?>
<p:sldLayout xmlns:a="http://schemas.openxmlformats.org/drawingml/2006/main" xmlns:r="http://schemas.openxmlformats.org/officeDocument/2006/relationships" xmlns:p="http://schemas.openxmlformats.org/presentationml/2006/main" preserve="1" userDrawn="1">
  <p:cSld name="4_Content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Text Placeholder 4"/>
          <p:cNvSpPr>
            <a:spLocks noGrp="1"/>
          </p:cNvSpPr>
          <p:nvPr>
            <p:ph type="body" sz="quarter" idx="10" hasCustomPrompt="1"/>
          </p:nvPr>
        </p:nvSpPr>
        <p:spPr>
          <a:xfrm>
            <a:off x="403751" y="960660"/>
            <a:ext cx="5558621" cy="5305066"/>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p:cNvSpPr>
            <a:spLocks noGrp="1"/>
          </p:cNvSpPr>
          <p:nvPr>
            <p:ph type="body" sz="quarter" idx="11" hasCustomPrompt="1"/>
          </p:nvPr>
        </p:nvSpPr>
        <p:spPr>
          <a:xfrm>
            <a:off x="6195180" y="960660"/>
            <a:ext cx="5558621" cy="5305066"/>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2" hasCustomPrompt="1"/>
          </p:nvPr>
        </p:nvSpPr>
        <p:spPr>
          <a:xfrm>
            <a:off x="403751" y="960660"/>
            <a:ext cx="5558621" cy="461772"/>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1</a:t>
            </a:r>
          </a:p>
        </p:txBody>
      </p:sp>
      <p:sp>
        <p:nvSpPr>
          <p:cNvPr id="6" name="Text Placeholder 4"/>
          <p:cNvSpPr>
            <a:spLocks noGrp="1"/>
          </p:cNvSpPr>
          <p:nvPr>
            <p:ph type="body" sz="quarter" idx="13" hasCustomPrompt="1"/>
          </p:nvPr>
        </p:nvSpPr>
        <p:spPr>
          <a:xfrm>
            <a:off x="6195180" y="960660"/>
            <a:ext cx="5558621" cy="461772"/>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2</a:t>
            </a:r>
          </a:p>
        </p:txBody>
      </p:sp>
    </p:spTree>
    <p:extLst>
      <p:ext uri="{BB962C8B-B14F-4D97-AF65-F5344CB8AC3E}">
        <p14:creationId xmlns:p14="http://schemas.microsoft.com/office/powerpoint/2010/main" val="2897162144"/>
      </p:ext>
    </p:extLst>
  </p:cSld>
  <p:clrMapOvr>
    <a:masterClrMapping/>
  </p:clrMapOvr>
</p:sldLayout>
</file>

<file path=ppt/slideLayouts/slideLayout506.xml><?xml version="1.0" encoding="utf-8"?>
<p:sldLayout xmlns:a="http://schemas.openxmlformats.org/drawingml/2006/main" xmlns:r="http://schemas.openxmlformats.org/officeDocument/2006/relationships" xmlns:p="http://schemas.openxmlformats.org/presentationml/2006/main" preserve="1" userDrawn="1">
  <p:cSld name="8_Content 4">
    <p:spTree>
      <p:nvGrpSpPr>
        <p:cNvPr id="1" name=""/>
        <p:cNvGrpSpPr/>
        <p:nvPr/>
      </p:nvGrpSpPr>
      <p:grpSpPr>
        <a:xfrm>
          <a:off x="0" y="0"/>
          <a:ext cx="0" cy="0"/>
          <a:chOff x="0" y="0"/>
          <a:chExt cx="0" cy="0"/>
        </a:xfrm>
      </p:grpSpPr>
      <p:sp>
        <p:nvSpPr>
          <p:cNvPr id="9" name="Title 1"/>
          <p:cNvSpPr>
            <a:spLocks noGrp="1"/>
          </p:cNvSpPr>
          <p:nvPr>
            <p:ph type="title"/>
          </p:nvPr>
        </p:nvSpPr>
        <p:spPr>
          <a:xfrm>
            <a:off x="406240" y="469593"/>
            <a:ext cx="11381104" cy="492571"/>
          </a:xfrm>
        </p:spPr>
        <p:txBody>
          <a:bodyPr/>
          <a:lstStyle>
            <a:lvl1pPr algn="l">
              <a:defRPr/>
            </a:lvl1pPr>
          </a:lstStyle>
          <a:p>
            <a:r>
              <a:rPr lang="en-US" dirty="0"/>
              <a:t>Click to edit Master title style</a:t>
            </a:r>
          </a:p>
        </p:txBody>
      </p:sp>
      <p:sp>
        <p:nvSpPr>
          <p:cNvPr id="11" name="Text Placeholder 4"/>
          <p:cNvSpPr>
            <a:spLocks noGrp="1"/>
          </p:cNvSpPr>
          <p:nvPr>
            <p:ph type="body" sz="quarter" idx="10" hasCustomPrompt="1"/>
          </p:nvPr>
        </p:nvSpPr>
        <p:spPr>
          <a:xfrm>
            <a:off x="403751" y="961638"/>
            <a:ext cx="5558621" cy="2562012"/>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4"/>
          <p:cNvSpPr>
            <a:spLocks noGrp="1"/>
          </p:cNvSpPr>
          <p:nvPr>
            <p:ph type="body" sz="quarter" idx="11" hasCustomPrompt="1"/>
          </p:nvPr>
        </p:nvSpPr>
        <p:spPr>
          <a:xfrm>
            <a:off x="6195180" y="961638"/>
            <a:ext cx="5558621" cy="2562012"/>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4"/>
          <p:cNvSpPr>
            <a:spLocks noGrp="1"/>
          </p:cNvSpPr>
          <p:nvPr>
            <p:ph type="body" sz="quarter" idx="12" hasCustomPrompt="1"/>
          </p:nvPr>
        </p:nvSpPr>
        <p:spPr>
          <a:xfrm>
            <a:off x="403751" y="961638"/>
            <a:ext cx="5558621" cy="461772"/>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1</a:t>
            </a:r>
          </a:p>
        </p:txBody>
      </p:sp>
      <p:sp>
        <p:nvSpPr>
          <p:cNvPr id="14" name="Text Placeholder 4"/>
          <p:cNvSpPr>
            <a:spLocks noGrp="1"/>
          </p:cNvSpPr>
          <p:nvPr>
            <p:ph type="body" sz="quarter" idx="13" hasCustomPrompt="1"/>
          </p:nvPr>
        </p:nvSpPr>
        <p:spPr>
          <a:xfrm>
            <a:off x="6195180" y="961638"/>
            <a:ext cx="5558621" cy="461772"/>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2</a:t>
            </a:r>
          </a:p>
        </p:txBody>
      </p:sp>
      <p:sp>
        <p:nvSpPr>
          <p:cNvPr id="15" name="Text Placeholder 4"/>
          <p:cNvSpPr>
            <a:spLocks noGrp="1"/>
          </p:cNvSpPr>
          <p:nvPr>
            <p:ph type="body" sz="quarter" idx="14" hasCustomPrompt="1"/>
          </p:nvPr>
        </p:nvSpPr>
        <p:spPr>
          <a:xfrm>
            <a:off x="403751" y="3703714"/>
            <a:ext cx="5558621" cy="2562012"/>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4"/>
          <p:cNvSpPr>
            <a:spLocks noGrp="1"/>
          </p:cNvSpPr>
          <p:nvPr>
            <p:ph type="body" sz="quarter" idx="15" hasCustomPrompt="1"/>
          </p:nvPr>
        </p:nvSpPr>
        <p:spPr>
          <a:xfrm>
            <a:off x="6195180" y="3703714"/>
            <a:ext cx="5558621" cy="2562012"/>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4"/>
          <p:cNvSpPr>
            <a:spLocks noGrp="1"/>
          </p:cNvSpPr>
          <p:nvPr>
            <p:ph type="body" sz="quarter" idx="16" hasCustomPrompt="1"/>
          </p:nvPr>
        </p:nvSpPr>
        <p:spPr>
          <a:xfrm>
            <a:off x="403751" y="3703714"/>
            <a:ext cx="5558621" cy="471629"/>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3</a:t>
            </a:r>
          </a:p>
        </p:txBody>
      </p:sp>
      <p:sp>
        <p:nvSpPr>
          <p:cNvPr id="18" name="Text Placeholder 4"/>
          <p:cNvSpPr>
            <a:spLocks noGrp="1"/>
          </p:cNvSpPr>
          <p:nvPr>
            <p:ph type="body" sz="quarter" idx="17" hasCustomPrompt="1"/>
          </p:nvPr>
        </p:nvSpPr>
        <p:spPr>
          <a:xfrm>
            <a:off x="6195180" y="3703714"/>
            <a:ext cx="5558621" cy="471629"/>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4</a:t>
            </a:r>
          </a:p>
        </p:txBody>
      </p:sp>
    </p:spTree>
    <p:extLst>
      <p:ext uri="{BB962C8B-B14F-4D97-AF65-F5344CB8AC3E}">
        <p14:creationId xmlns:p14="http://schemas.microsoft.com/office/powerpoint/2010/main" val="1707062979"/>
      </p:ext>
    </p:extLst>
  </p:cSld>
  <p:clrMapOvr>
    <a:masterClrMapping/>
  </p:clrMapOvr>
</p:sldLayout>
</file>

<file path=ppt/slideLayouts/slideLayout507.xml><?xml version="1.0" encoding="utf-8"?>
<p:sldLayout xmlns:a="http://schemas.openxmlformats.org/drawingml/2006/main" xmlns:r="http://schemas.openxmlformats.org/officeDocument/2006/relationships" xmlns:p="http://schemas.openxmlformats.org/presentationml/2006/main" preserve="1" userDrawn="1">
  <p:cSld name="5_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21739" y="1367958"/>
            <a:ext cx="8969807" cy="492571"/>
          </a:xfrm>
        </p:spPr>
        <p:txBody>
          <a:bodyPr/>
          <a:lstStyle>
            <a:lvl1pPr algn="l">
              <a:defRPr/>
            </a:lvl1pPr>
          </a:lstStyle>
          <a:p>
            <a:r>
              <a:rPr lang="en-US" dirty="0"/>
              <a:t>Click to edit master title style</a:t>
            </a:r>
          </a:p>
        </p:txBody>
      </p:sp>
      <p:sp>
        <p:nvSpPr>
          <p:cNvPr id="8" name="TextBox 7"/>
          <p:cNvSpPr txBox="1">
            <a:spLocks noChangeArrowheads="1"/>
          </p:cNvSpPr>
          <p:nvPr userDrawn="1"/>
        </p:nvSpPr>
        <p:spPr bwMode="gray">
          <a:xfrm>
            <a:off x="1821740" y="3518483"/>
            <a:ext cx="2372444" cy="276999"/>
          </a:xfrm>
          <a:prstGeom prst="rect">
            <a:avLst/>
          </a:prstGeom>
          <a:noFill/>
          <a:ln w="9525">
            <a:noFill/>
            <a:miter lim="800000"/>
            <a:headEnd/>
            <a:tailEnd/>
          </a:ln>
        </p:spPr>
        <p:txBody>
          <a:bodyPr wrap="none" lIns="0" tIns="0" rIns="0" bIns="0" anchor="b" anchorCtr="0">
            <a:spAutoFit/>
          </a:bodyPr>
          <a:lstStyle/>
          <a:p>
            <a:pPr defTabSz="914583" fontAlgn="auto">
              <a:spcBef>
                <a:spcPts val="0"/>
              </a:spcBef>
              <a:spcAft>
                <a:spcPts val="0"/>
              </a:spcAft>
            </a:pPr>
            <a:r>
              <a:rPr lang="en-US" sz="1800" b="1" dirty="0">
                <a:solidFill>
                  <a:srgbClr val="E31837"/>
                </a:solidFill>
                <a:latin typeface="Arial"/>
              </a:rPr>
              <a:t>mahindrasatyam.com</a:t>
            </a:r>
          </a:p>
        </p:txBody>
      </p:sp>
      <p:sp>
        <p:nvSpPr>
          <p:cNvPr id="9" name="TextBox 8"/>
          <p:cNvSpPr txBox="1">
            <a:spLocks noChangeArrowheads="1"/>
          </p:cNvSpPr>
          <p:nvPr userDrawn="1"/>
        </p:nvSpPr>
        <p:spPr bwMode="gray">
          <a:xfrm>
            <a:off x="1821740" y="4234093"/>
            <a:ext cx="8969045" cy="1046440"/>
          </a:xfrm>
          <a:prstGeom prst="rect">
            <a:avLst/>
          </a:prstGeom>
          <a:noFill/>
          <a:ln w="9525">
            <a:noFill/>
            <a:miter lim="800000"/>
            <a:headEnd/>
            <a:tailEnd/>
          </a:ln>
        </p:spPr>
        <p:txBody>
          <a:bodyPr wrap="square" lIns="0" tIns="0" rIns="0" bIns="0">
            <a:spAutoFit/>
          </a:bodyPr>
          <a:lstStyle/>
          <a:p>
            <a:pPr algn="just" defTabSz="914583" fontAlgn="auto">
              <a:spcBef>
                <a:spcPts val="600"/>
              </a:spcBef>
              <a:spcAft>
                <a:spcPts val="0"/>
              </a:spcAft>
            </a:pPr>
            <a:r>
              <a:rPr lang="en-US" sz="900" b="1" dirty="0">
                <a:solidFill>
                  <a:srgbClr val="E31837"/>
                </a:solidFill>
                <a:latin typeface="Arial"/>
                <a:cs typeface="+mn-cs"/>
              </a:rPr>
              <a:t>Safe Harbor</a:t>
            </a:r>
          </a:p>
          <a:p>
            <a:pPr algn="just" defTabSz="914583" fontAlgn="auto">
              <a:spcBef>
                <a:spcPts val="600"/>
              </a:spcBef>
              <a:spcAft>
                <a:spcPts val="0"/>
              </a:spcAft>
            </a:pPr>
            <a:r>
              <a:rPr lang="en-US" sz="900" dirty="0">
                <a:solidFill>
                  <a:srgbClr val="E31837"/>
                </a:solidFill>
                <a:latin typeface="Arial"/>
                <a:cs typeface="+mn-cs"/>
              </a:rPr>
              <a:t>This document contains forward-looking statements within the meaning of section 27A of Securities Act of 1933, as amended, and section 21E of the Securities Exchange Act of 1934, as amended. The forward-looking statements contained herein are subject to certain risks and uncertainties that could cause actual results to differ materially from those reflected in the forward-looking statements. Satyam undertakes no duty to update any forward-looking statements. For a discussion of the risks associated with our business, please see the discussions under the heading “Risk Factors” in our report on Form 6-K concerning the quarter ended September 30, 2008, furnished to the Securities and Exchange Commission on 07 November, 2008, and the other reports filed with the Securities and Exchange Commission from time to time. These filings are available at http://www.sec.gov</a:t>
            </a:r>
            <a:endParaRPr lang="en-US" sz="900" b="1" dirty="0">
              <a:solidFill>
                <a:srgbClr val="E31837"/>
              </a:solidFill>
              <a:latin typeface="Arial"/>
              <a:cs typeface="+mn-cs"/>
            </a:endParaRPr>
          </a:p>
        </p:txBody>
      </p:sp>
    </p:spTree>
    <p:extLst>
      <p:ext uri="{BB962C8B-B14F-4D97-AF65-F5344CB8AC3E}">
        <p14:creationId xmlns:p14="http://schemas.microsoft.com/office/powerpoint/2010/main" val="823346581"/>
      </p:ext>
    </p:extLst>
  </p:cSld>
  <p:clrMapOvr>
    <a:masterClrMapping/>
  </p:clrMapOvr>
</p:sldLayout>
</file>

<file path=ppt/slideLayouts/slideLayout50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8150199"/>
      </p:ext>
    </p:extLst>
  </p:cSld>
  <p:clrMapOvr>
    <a:masterClrMapping/>
  </p:clrMapOvr>
</p:sldLayout>
</file>

<file path=ppt/slideLayouts/slideLayout509.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579" y="0"/>
            <a:ext cx="12176659" cy="2378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bwMode="gray">
          <a:xfrm>
            <a:off x="641099" y="727243"/>
            <a:ext cx="10964283" cy="36941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099" y="1146023"/>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8" name="Picture 7"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2" y="0"/>
            <a:ext cx="3025650" cy="825691"/>
          </a:xfrm>
          <a:prstGeom prst="rect">
            <a:avLst/>
          </a:prstGeom>
        </p:spPr>
      </p:pic>
    </p:spTree>
    <p:extLst>
      <p:ext uri="{BB962C8B-B14F-4D97-AF65-F5344CB8AC3E}">
        <p14:creationId xmlns:p14="http://schemas.microsoft.com/office/powerpoint/2010/main" val="3694274849"/>
      </p:ext>
    </p:extLst>
  </p:cSld>
  <p:clrMapOvr>
    <a:masterClrMapping/>
  </p:clrMapOvr>
</p:sldLayout>
</file>

<file path=ppt/slideLayouts/slideLayout510.xml><?xml version="1.0" encoding="utf-8"?>
<p:sldLayout xmlns:a="http://schemas.openxmlformats.org/drawingml/2006/main" xmlns:r="http://schemas.openxmlformats.org/officeDocument/2006/relationships" xmlns:p="http://schemas.openxmlformats.org/presentationml/2006/main" userDrawn="1">
  <p:cSld name="10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06240" y="575980"/>
            <a:ext cx="11381104" cy="492571"/>
          </a:xfrm>
        </p:spPr>
        <p:txBody>
          <a:bodyPr/>
          <a:lstStyle/>
          <a:p>
            <a:r>
              <a:rPr lang="en-US"/>
              <a:t>Click to edit Master title style</a:t>
            </a:r>
          </a:p>
        </p:txBody>
      </p:sp>
    </p:spTree>
    <p:extLst>
      <p:ext uri="{BB962C8B-B14F-4D97-AF65-F5344CB8AC3E}">
        <p14:creationId xmlns:p14="http://schemas.microsoft.com/office/powerpoint/2010/main" val="1709467177"/>
      </p:ext>
    </p:extLst>
  </p:cSld>
  <p:clrMapOvr>
    <a:masterClrMapping/>
  </p:clrMapOvr>
</p:sldLayout>
</file>

<file path=ppt/slideLayouts/slideLayout511.xml><?xml version="1.0" encoding="utf-8"?>
<p:sldLayout xmlns:a="http://schemas.openxmlformats.org/drawingml/2006/main" xmlns:r="http://schemas.openxmlformats.org/officeDocument/2006/relationships" xmlns:p="http://schemas.openxmlformats.org/presentationml/2006/main" userDrawn="1">
  <p:cSld name="2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03507195"/>
      </p:ext>
    </p:extLst>
  </p:cSld>
  <p:clrMapOvr>
    <a:masterClrMapping/>
  </p:clrMapOvr>
</p:sldLayout>
</file>

<file path=ppt/slideLayouts/slideLayout512.xml><?xml version="1.0" encoding="utf-8"?>
<p:sldLayout xmlns:a="http://schemas.openxmlformats.org/drawingml/2006/main" xmlns:r="http://schemas.openxmlformats.org/officeDocument/2006/relationships" xmlns:p="http://schemas.openxmlformats.org/presentationml/2006/main" userDrawn="1">
  <p:cSld name="5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5"/>
            <a:ext cx="10962166"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32"/>
            <a:ext cx="10962167" cy="1385316"/>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3112266420"/>
      </p:ext>
    </p:extLst>
  </p:cSld>
  <p:clrMapOvr>
    <a:masterClrMapping/>
  </p:clrMapOvr>
</p:sldLayout>
</file>

<file path=ppt/slideLayouts/slideLayout513.xml><?xml version="1.0" encoding="utf-8"?>
<p:sldLayout xmlns:a="http://schemas.openxmlformats.org/drawingml/2006/main" xmlns:r="http://schemas.openxmlformats.org/officeDocument/2006/relationships" xmlns:p="http://schemas.openxmlformats.org/presentationml/2006/main" userDrawn="1">
  <p:cSld name="24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57885007"/>
      </p:ext>
    </p:extLst>
  </p:cSld>
  <p:clrMapOvr>
    <a:masterClrMapping/>
  </p:clrMapOvr>
</p:sldLayout>
</file>

<file path=ppt/slideLayouts/slideLayout514.xml><?xml version="1.0" encoding="utf-8"?>
<p:sldLayout xmlns:a="http://schemas.openxmlformats.org/drawingml/2006/main" xmlns:r="http://schemas.openxmlformats.org/officeDocument/2006/relationships" xmlns:p="http://schemas.openxmlformats.org/presentationml/2006/main" userDrawn="1">
  <p:cSld name="6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5"/>
            <a:ext cx="10962166"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32"/>
            <a:ext cx="10962167" cy="1385316"/>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1818778512"/>
      </p:ext>
    </p:extLst>
  </p:cSld>
  <p:clrMapOvr>
    <a:masterClrMapping/>
  </p:clrMapOvr>
</p:sldLayout>
</file>

<file path=ppt/slideLayouts/slideLayout515.xml><?xml version="1.0" encoding="utf-8"?>
<p:sldLayout xmlns:a="http://schemas.openxmlformats.org/drawingml/2006/main" xmlns:r="http://schemas.openxmlformats.org/officeDocument/2006/relationships" xmlns:p="http://schemas.openxmlformats.org/presentationml/2006/main" preserve="1" userDrawn="1">
  <p:cSld name="5_Agenda">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579" y="0"/>
            <a:ext cx="12176659" cy="2378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bwMode="gray">
          <a:xfrm>
            <a:off x="641099" y="727243"/>
            <a:ext cx="10964283" cy="36941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099" y="1146023"/>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8" name="Picture 7"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2" y="0"/>
            <a:ext cx="3025650" cy="825691"/>
          </a:xfrm>
          <a:prstGeom prst="rect">
            <a:avLst/>
          </a:prstGeom>
        </p:spPr>
      </p:pic>
    </p:spTree>
    <p:extLst>
      <p:ext uri="{BB962C8B-B14F-4D97-AF65-F5344CB8AC3E}">
        <p14:creationId xmlns:p14="http://schemas.microsoft.com/office/powerpoint/2010/main" val="3329626322"/>
      </p:ext>
    </p:extLst>
  </p:cSld>
  <p:clrMapOvr>
    <a:masterClrMapping/>
  </p:clrMapOvr>
</p:sldLayout>
</file>

<file path=ppt/slideLayouts/slideLayout51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6" name="Picture 11" descr="Mahindra Logo.png"/>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bwMode="gray">
          <a:xfrm>
            <a:off x="9891988" y="69325"/>
            <a:ext cx="2232210" cy="46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7262431"/>
      </p:ext>
    </p:extLst>
  </p:cSld>
  <p:clrMapOvr>
    <a:masterClrMapping/>
  </p:clrMapOvr>
</p:sldLayout>
</file>

<file path=ppt/slideLayouts/slideLayout517.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1410793"/>
      </p:ext>
    </p:extLst>
  </p:cSld>
  <p:clrMapOvr>
    <a:masterClrMapping/>
  </p:clrMapOvr>
</p:sldLayout>
</file>

<file path=ppt/slideLayouts/slideLayout518.xml><?xml version="1.0" encoding="utf-8"?>
<p:sldLayout xmlns:a="http://schemas.openxmlformats.org/drawingml/2006/main" xmlns:r="http://schemas.openxmlformats.org/officeDocument/2006/relationships" xmlns:p="http://schemas.openxmlformats.org/presentationml/2006/main" userDrawn="1">
  <p:cSld name="25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02850167"/>
      </p:ext>
    </p:extLst>
  </p:cSld>
  <p:clrMapOvr>
    <a:masterClrMapping/>
  </p:clrMapOvr>
</p:sldLayout>
</file>

<file path=ppt/slideLayouts/slideLayout519.xml><?xml version="1.0" encoding="utf-8"?>
<p:sldLayout xmlns:a="http://schemas.openxmlformats.org/drawingml/2006/main" xmlns:r="http://schemas.openxmlformats.org/officeDocument/2006/relationships" xmlns:p="http://schemas.openxmlformats.org/presentationml/2006/main" userDrawn="1">
  <p:cSld name="6_Agenda">
    <p:spTree>
      <p:nvGrpSpPr>
        <p:cNvPr id="1" name=""/>
        <p:cNvGrpSpPr/>
        <p:nvPr/>
      </p:nvGrpSpPr>
      <p:grpSpPr>
        <a:xfrm>
          <a:off x="0" y="0"/>
          <a:ext cx="0" cy="0"/>
          <a:chOff x="0" y="0"/>
          <a:chExt cx="0" cy="0"/>
        </a:xfrm>
      </p:grpSpPr>
      <p:sp>
        <p:nvSpPr>
          <p:cNvPr id="5"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8" name="Picture 7" descr="Ridge.pd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612" y="0"/>
            <a:ext cx="3025650" cy="825691"/>
          </a:xfrm>
          <a:prstGeom prst="rect">
            <a:avLst/>
          </a:prstGeom>
        </p:spPr>
      </p:pic>
    </p:spTree>
    <p:extLst>
      <p:ext uri="{BB962C8B-B14F-4D97-AF65-F5344CB8AC3E}">
        <p14:creationId xmlns:p14="http://schemas.microsoft.com/office/powerpoint/2010/main" val="3396633348"/>
      </p:ext>
    </p:extLst>
  </p:cSld>
  <p:clrMapOvr>
    <a:masterClrMapping/>
  </p:clrMapOvr>
</p:sldLayout>
</file>

<file path=ppt/slideLayouts/slideLayout520.xml><?xml version="1.0" encoding="utf-8"?>
<p:sldLayout xmlns:a="http://schemas.openxmlformats.org/drawingml/2006/main" xmlns:r="http://schemas.openxmlformats.org/officeDocument/2006/relationships" xmlns:p="http://schemas.openxmlformats.org/presentationml/2006/main" userDrawn="1">
  <p:cSld name="26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5692576"/>
      </p:ext>
    </p:extLst>
  </p:cSld>
  <p:clrMapOvr>
    <a:masterClrMapping/>
  </p:clrMapOvr>
</p:sldLayout>
</file>

<file path=ppt/slideLayouts/slideLayout521.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2858613"/>
      </p:ext>
    </p:extLst>
  </p:cSld>
  <p:clrMapOvr>
    <a:masterClrMapping/>
  </p:clrMapOvr>
</p:sldLayout>
</file>

<file path=ppt/slideLayouts/slideLayout522.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834425" y="63515"/>
            <a:ext cx="2289419" cy="431900"/>
          </a:xfrm>
          <a:prstGeom prst="rect">
            <a:avLst/>
          </a:prstGeom>
          <a:ln>
            <a:noFill/>
          </a:ln>
        </p:spPr>
      </p:pic>
    </p:spTree>
    <p:extLst>
      <p:ext uri="{BB962C8B-B14F-4D97-AF65-F5344CB8AC3E}">
        <p14:creationId xmlns:p14="http://schemas.microsoft.com/office/powerpoint/2010/main" val="140355866"/>
      </p:ext>
    </p:extLst>
  </p:cSld>
  <p:clrMapOvr>
    <a:masterClrMapping/>
  </p:clrMapOvr>
</p:sldLayout>
</file>

<file path=ppt/slideLayouts/slideLayout523.xml><?xml version="1.0" encoding="utf-8"?>
<p:sldLayout xmlns:a="http://schemas.openxmlformats.org/drawingml/2006/main" xmlns:r="http://schemas.openxmlformats.org/officeDocument/2006/relationships" xmlns:p="http://schemas.openxmlformats.org/presentationml/2006/main" userDrawn="1">
  <p:cSld name="27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54884356"/>
      </p:ext>
    </p:extLst>
  </p:cSld>
  <p:clrMapOvr>
    <a:masterClrMapping/>
  </p:clrMapOvr>
</p:sldLayout>
</file>

<file path=ppt/slideLayouts/slideLayout524.xml><?xml version="1.0" encoding="utf-8"?>
<p:sldLayout xmlns:a="http://schemas.openxmlformats.org/drawingml/2006/main" xmlns:r="http://schemas.openxmlformats.org/officeDocument/2006/relationships" xmlns:p="http://schemas.openxmlformats.org/presentationml/2006/main" userDrawn="1">
  <p:cSld name="8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877822813"/>
      </p:ext>
    </p:extLst>
  </p:cSld>
  <p:clrMapOvr>
    <a:masterClrMapping/>
  </p:clrMapOvr>
</p:sldLayout>
</file>

<file path=ppt/slideLayouts/slideLayout525.xml><?xml version="1.0" encoding="utf-8"?>
<p:sldLayout xmlns:a="http://schemas.openxmlformats.org/drawingml/2006/main" xmlns:r="http://schemas.openxmlformats.org/officeDocument/2006/relationships" xmlns:p="http://schemas.openxmlformats.org/presentationml/2006/main" userDrawn="1">
  <p:cSld name="9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8856720"/>
      </p:ext>
    </p:extLst>
  </p:cSld>
  <p:clrMapOvr>
    <a:masterClrMapping/>
  </p:clrMapOvr>
</p:sldLayout>
</file>

<file path=ppt/slideLayouts/slideLayout526.xml><?xml version="1.0" encoding="utf-8"?>
<p:sldLayout xmlns:a="http://schemas.openxmlformats.org/drawingml/2006/main" xmlns:r="http://schemas.openxmlformats.org/officeDocument/2006/relationships" xmlns:p="http://schemas.openxmlformats.org/presentationml/2006/main" userDrawn="1">
  <p:cSld name="10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6339738"/>
      </p:ext>
    </p:extLst>
  </p:cSld>
  <p:clrMapOvr>
    <a:masterClrMapping/>
  </p:clrMapOvr>
</p:sldLayout>
</file>

<file path=ppt/slideLayouts/slideLayout527.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1464391"/>
      </p:ext>
    </p:extLst>
  </p:cSld>
  <p:clrMapOvr>
    <a:masterClrMapping/>
  </p:clrMapOvr>
</p:sldLayout>
</file>

<file path=ppt/slideLayouts/slideLayout528.xml><?xml version="1.0" encoding="utf-8"?>
<p:sldLayout xmlns:a="http://schemas.openxmlformats.org/drawingml/2006/main" xmlns:r="http://schemas.openxmlformats.org/officeDocument/2006/relationships" xmlns:p="http://schemas.openxmlformats.org/presentationml/2006/main" userDrawn="1">
  <p:cSld name="28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47884782"/>
      </p:ext>
    </p:extLst>
  </p:cSld>
  <p:clrMapOvr>
    <a:masterClrMapping/>
  </p:clrMapOvr>
</p:sldLayout>
</file>

<file path=ppt/slideLayouts/slideLayout529.xml><?xml version="1.0" encoding="utf-8"?>
<p:sldLayout xmlns:a="http://schemas.openxmlformats.org/drawingml/2006/main" xmlns:r="http://schemas.openxmlformats.org/officeDocument/2006/relationships" xmlns:p="http://schemas.openxmlformats.org/presentationml/2006/main" preserve="1" userDrawn="1">
  <p:cSld name="7_Agenda">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579" y="0"/>
            <a:ext cx="12176659" cy="2378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bwMode="gray">
          <a:xfrm>
            <a:off x="641099" y="727243"/>
            <a:ext cx="10964283" cy="36941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099" y="1146023"/>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8" name="Picture 7"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2" y="0"/>
            <a:ext cx="3025650" cy="825691"/>
          </a:xfrm>
          <a:prstGeom prst="rect">
            <a:avLst/>
          </a:prstGeom>
        </p:spPr>
      </p:pic>
    </p:spTree>
    <p:extLst>
      <p:ext uri="{BB962C8B-B14F-4D97-AF65-F5344CB8AC3E}">
        <p14:creationId xmlns:p14="http://schemas.microsoft.com/office/powerpoint/2010/main" val="2770465960"/>
      </p:ext>
    </p:extLst>
  </p:cSld>
  <p:clrMapOvr>
    <a:masterClrMapping/>
  </p:clrMapOvr>
</p:sldLayout>
</file>

<file path=ppt/slideLayouts/slideLayout530.xml><?xml version="1.0" encoding="utf-8"?>
<p:sldLayout xmlns:a="http://schemas.openxmlformats.org/drawingml/2006/main" xmlns:r="http://schemas.openxmlformats.org/officeDocument/2006/relationships" xmlns:p="http://schemas.openxmlformats.org/presentationml/2006/main" preserve="1" userDrawn="1">
  <p:cSld name="1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8890622"/>
      </p:ext>
    </p:extLst>
  </p:cSld>
  <p:clrMapOvr>
    <a:masterClrMapping/>
  </p:clrMapOvr>
</p:sldLayout>
</file>

<file path=ppt/slideLayouts/slideLayout531.xml><?xml version="1.0" encoding="utf-8"?>
<p:sldLayout xmlns:a="http://schemas.openxmlformats.org/drawingml/2006/main" xmlns:r="http://schemas.openxmlformats.org/officeDocument/2006/relationships" xmlns:p="http://schemas.openxmlformats.org/presentationml/2006/main" preserve="1" userDrawn="1">
  <p:cSld name="12_Title Slid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834425" y="63515"/>
            <a:ext cx="2289419" cy="431900"/>
          </a:xfrm>
          <a:prstGeom prst="rect">
            <a:avLst/>
          </a:prstGeom>
          <a:ln>
            <a:noFill/>
          </a:ln>
        </p:spPr>
      </p:pic>
    </p:spTree>
    <p:extLst>
      <p:ext uri="{BB962C8B-B14F-4D97-AF65-F5344CB8AC3E}">
        <p14:creationId xmlns:p14="http://schemas.microsoft.com/office/powerpoint/2010/main" val="570512993"/>
      </p:ext>
    </p:extLst>
  </p:cSld>
  <p:clrMapOvr>
    <a:masterClrMapping/>
  </p:clrMapOvr>
</p:sldLayout>
</file>

<file path=ppt/slideLayouts/slideLayout532.xml><?xml version="1.0" encoding="utf-8"?>
<p:sldLayout xmlns:a="http://schemas.openxmlformats.org/drawingml/2006/main" xmlns:r="http://schemas.openxmlformats.org/officeDocument/2006/relationships" xmlns:p="http://schemas.openxmlformats.org/presentationml/2006/main" userDrawn="1">
  <p:cSld name="29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451649"/>
      </p:ext>
    </p:extLst>
  </p:cSld>
  <p:clrMapOvr>
    <a:masterClrMapping/>
  </p:clrMapOvr>
</p:sldLayout>
</file>

<file path=ppt/slideLayouts/slideLayout533.xml><?xml version="1.0" encoding="utf-8"?>
<p:sldLayout xmlns:a="http://schemas.openxmlformats.org/drawingml/2006/main" xmlns:r="http://schemas.openxmlformats.org/officeDocument/2006/relationships" xmlns:p="http://schemas.openxmlformats.org/presentationml/2006/main" userDrawn="1">
  <p:cSld name="13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7710455"/>
      </p:ext>
    </p:extLst>
  </p:cSld>
  <p:clrMapOvr>
    <a:masterClrMapping/>
  </p:clrMapOvr>
</p:sldLayout>
</file>

<file path=ppt/slideLayouts/slideLayout534.xml><?xml version="1.0" encoding="utf-8"?>
<p:sldLayout xmlns:a="http://schemas.openxmlformats.org/drawingml/2006/main" xmlns:r="http://schemas.openxmlformats.org/officeDocument/2006/relationships" xmlns:p="http://schemas.openxmlformats.org/presentationml/2006/main" userDrawn="1">
  <p:cSld name="14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6605798"/>
      </p:ext>
    </p:extLst>
  </p:cSld>
  <p:clrMapOvr>
    <a:masterClrMapping/>
  </p:clrMapOvr>
</p:sldLayout>
</file>

<file path=ppt/slideLayouts/slideLayout535.xml><?xml version="1.0" encoding="utf-8"?>
<p:sldLayout xmlns:a="http://schemas.openxmlformats.org/drawingml/2006/main" xmlns:r="http://schemas.openxmlformats.org/officeDocument/2006/relationships" xmlns:p="http://schemas.openxmlformats.org/presentationml/2006/main" userDrawn="1">
  <p:cSld name="15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630638572"/>
      </p:ext>
    </p:extLst>
  </p:cSld>
  <p:clrMapOvr>
    <a:masterClrMapping/>
  </p:clrMapOvr>
</p:sldLayout>
</file>

<file path=ppt/slideLayouts/slideLayout536.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1547960"/>
      </p:ext>
    </p:extLst>
  </p:cSld>
  <p:clrMapOvr>
    <a:masterClrMapping/>
  </p:clrMapOvr>
</p:sldLayout>
</file>

<file path=ppt/slideLayouts/slideLayout537.xml><?xml version="1.0" encoding="utf-8"?>
<p:sldLayout xmlns:a="http://schemas.openxmlformats.org/drawingml/2006/main" xmlns:r="http://schemas.openxmlformats.org/officeDocument/2006/relationships" xmlns:p="http://schemas.openxmlformats.org/presentationml/2006/main" preserve="1" userDrawn="1">
  <p:cSld name="16_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69" y="1"/>
            <a:ext cx="5289698" cy="1443543"/>
          </a:xfrm>
          <a:prstGeom prst="rect">
            <a:avLst/>
          </a:prstGeom>
        </p:spPr>
      </p:pic>
      <p:sp>
        <p:nvSpPr>
          <p:cNvPr id="10" name="Slide Number Placeholder 5"/>
          <p:cNvSpPr txBox="1">
            <a:spLocks/>
          </p:cNvSpPr>
          <p:nvPr userDrawn="1"/>
        </p:nvSpPr>
        <p:spPr bwMode="auto">
          <a:xfrm>
            <a:off x="11810964" y="6615562"/>
            <a:ext cx="157094" cy="153888"/>
          </a:xfrm>
          <a:prstGeom prst="rect">
            <a:avLst/>
          </a:prstGeom>
          <a:noFill/>
          <a:ln w="9525">
            <a:noFill/>
            <a:miter lim="800000"/>
            <a:headEnd/>
            <a:tailEnd/>
          </a:ln>
        </p:spPr>
        <p:txBody>
          <a:bodyPr wrap="none" lIns="0" tIns="0" rIns="0" bIns="0" anchor="ctr">
            <a:spAutoFit/>
          </a:bodyPr>
          <a:lstStyle/>
          <a:p>
            <a:pPr algn="r" defTabSz="914583" fontAlgn="auto">
              <a:spcBef>
                <a:spcPts val="0"/>
              </a:spcBef>
              <a:spcAft>
                <a:spcPts val="0"/>
              </a:spcAft>
              <a:defRPr/>
            </a:pPr>
            <a:fld id="{6856ECDB-1CEE-4F69-ADCA-557460F2116E}" type="slidenum">
              <a:rPr lang="en-US" sz="1000">
                <a:solidFill>
                  <a:srgbClr val="6D6E71"/>
                </a:solidFill>
                <a:latin typeface="Arial"/>
              </a:rPr>
              <a:pPr algn="r" defTabSz="914583" fontAlgn="auto">
                <a:spcBef>
                  <a:spcPts val="0"/>
                </a:spcBef>
                <a:spcAft>
                  <a:spcPts val="0"/>
                </a:spcAft>
                <a:defRPr/>
              </a:pPr>
              <a:t>‹#›</a:t>
            </a:fld>
            <a:endParaRPr lang="en-US" sz="1000" dirty="0">
              <a:solidFill>
                <a:srgbClr val="6D6E71"/>
              </a:solidFill>
              <a:latin typeface="Arial"/>
            </a:endParaRPr>
          </a:p>
        </p:txBody>
      </p:sp>
    </p:spTree>
    <p:extLst>
      <p:ext uri="{BB962C8B-B14F-4D97-AF65-F5344CB8AC3E}">
        <p14:creationId xmlns:p14="http://schemas.microsoft.com/office/powerpoint/2010/main" val="836240626"/>
      </p:ext>
    </p:extLst>
  </p:cSld>
  <p:clrMapOvr>
    <a:masterClrMapping/>
  </p:clrMapOvr>
</p:sldLayout>
</file>

<file path=ppt/slideLayouts/slideLayout538.xml><?xml version="1.0" encoding="utf-8"?>
<p:sldLayout xmlns:a="http://schemas.openxmlformats.org/drawingml/2006/main" xmlns:r="http://schemas.openxmlformats.org/officeDocument/2006/relationships" xmlns:p="http://schemas.openxmlformats.org/presentationml/2006/main" preserve="1" userDrawn="1">
  <p:cSld name="7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5"/>
            <a:ext cx="10962166"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32"/>
            <a:ext cx="10962167" cy="1385316"/>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3292014766"/>
      </p:ext>
    </p:extLst>
  </p:cSld>
  <p:clrMapOvr>
    <a:masterClrMapping/>
  </p:clrMapOvr>
</p:sldLayout>
</file>

<file path=ppt/slideLayouts/slideLayout539.xml><?xml version="1.0" encoding="utf-8"?>
<p:sldLayout xmlns:a="http://schemas.openxmlformats.org/drawingml/2006/main" xmlns:r="http://schemas.openxmlformats.org/officeDocument/2006/relationships" xmlns:p="http://schemas.openxmlformats.org/presentationml/2006/main" preserve="1" userDrawn="1">
  <p:cSld name="6_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21739" y="1527649"/>
            <a:ext cx="8969807"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821741" y="3370293"/>
            <a:ext cx="9002897" cy="1892826"/>
          </a:xfrm>
          <a:prstGeom prst="rect">
            <a:avLst/>
          </a:prstGeom>
          <a:noFill/>
          <a:ln w="9525">
            <a:noFill/>
            <a:miter lim="800000"/>
            <a:headEnd/>
            <a:tailEnd/>
          </a:ln>
        </p:spPr>
        <p:txBody>
          <a:bodyPr wrap="square" lIns="0" tIns="0" rIns="0" bIns="0">
            <a:spAutoFit/>
          </a:bodyPr>
          <a:lstStyle/>
          <a:p>
            <a:pPr algn="just" defTabSz="914583" fontAlgn="auto">
              <a:spcBef>
                <a:spcPts val="600"/>
              </a:spcBef>
              <a:spcAft>
                <a:spcPts val="0"/>
              </a:spcAft>
            </a:pPr>
            <a:r>
              <a:rPr lang="en-US" sz="1000" b="1" dirty="0">
                <a:solidFill>
                  <a:srgbClr val="6D6E71"/>
                </a:solidFill>
                <a:latin typeface="Arial"/>
              </a:rPr>
              <a:t>Disclaimer </a:t>
            </a:r>
          </a:p>
          <a:p>
            <a:pPr algn="just" defTabSz="914583" fontAlgn="auto">
              <a:spcBef>
                <a:spcPts val="600"/>
              </a:spcBef>
              <a:spcAft>
                <a:spcPts val="0"/>
              </a:spcAft>
            </a:pPr>
            <a:r>
              <a:rPr lang="en-US" sz="900" dirty="0">
                <a:solidFill>
                  <a:srgbClr val="6D6E71"/>
                </a:solidFill>
                <a:latin typeface="Arial"/>
              </a:rPr>
              <a:t>Tech Mahindra Limited,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21740" y="2140665"/>
            <a:ext cx="8975995" cy="277063"/>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914583" rtl="0" eaLnBrk="1" fontAlgn="base" latinLnBrk="0" hangingPunct="1">
              <a:spcBef>
                <a:spcPts val="0"/>
              </a:spcBef>
              <a:spcAft>
                <a:spcPct val="0"/>
              </a:spcAft>
              <a:buClr>
                <a:schemeClr val="tx2"/>
              </a:buClr>
              <a:buFont typeface="Arial" pitchFamily="34" charset="0"/>
              <a:buNone/>
              <a:defRPr lang="en-US" sz="18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864484366"/>
      </p:ext>
    </p:extLst>
  </p:cSld>
  <p:clrMapOvr>
    <a:masterClrMapping/>
  </p:clrMapOvr>
</p:sldLayout>
</file>

<file path=ppt/slideLayouts/slideLayout540.xml><?xml version="1.0" encoding="utf-8"?>
<p:sldLayout xmlns:a="http://schemas.openxmlformats.org/drawingml/2006/main" xmlns:r="http://schemas.openxmlformats.org/officeDocument/2006/relationships" xmlns:p="http://schemas.openxmlformats.org/presentationml/2006/main" userDrawn="1">
  <p:cSld name="8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5"/>
            <a:ext cx="10962166"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32"/>
            <a:ext cx="10962167" cy="1385316"/>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3323247818"/>
      </p:ext>
    </p:extLst>
  </p:cSld>
  <p:clrMapOvr>
    <a:masterClrMapping/>
  </p:clrMapOvr>
</p:sldLayout>
</file>

<file path=ppt/slideLayouts/slideLayout541.xml><?xml version="1.0" encoding="utf-8"?>
<p:sldLayout xmlns:a="http://schemas.openxmlformats.org/drawingml/2006/main" xmlns:r="http://schemas.openxmlformats.org/officeDocument/2006/relationships" xmlns:p="http://schemas.openxmlformats.org/presentationml/2006/main" userDrawn="1">
  <p:cSld name="30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06240" y="575980"/>
            <a:ext cx="11381104" cy="492571"/>
          </a:xfrm>
        </p:spPr>
        <p:txBody>
          <a:bodyPr/>
          <a:lstStyle/>
          <a:p>
            <a:r>
              <a:rPr lang="en-US"/>
              <a:t>Click to edit Master title style</a:t>
            </a:r>
          </a:p>
        </p:txBody>
      </p:sp>
    </p:spTree>
    <p:extLst>
      <p:ext uri="{BB962C8B-B14F-4D97-AF65-F5344CB8AC3E}">
        <p14:creationId xmlns:p14="http://schemas.microsoft.com/office/powerpoint/2010/main" val="2197203123"/>
      </p:ext>
    </p:extLst>
  </p:cSld>
  <p:clrMapOvr>
    <a:masterClrMapping/>
  </p:clrMapOvr>
</p:sldLayout>
</file>

<file path=ppt/slideLayouts/slideLayout542.xml><?xml version="1.0" encoding="utf-8"?>
<p:sldLayout xmlns:a="http://schemas.openxmlformats.org/drawingml/2006/main" xmlns:r="http://schemas.openxmlformats.org/officeDocument/2006/relationships" xmlns:p="http://schemas.openxmlformats.org/presentationml/2006/main" userDrawn="1">
  <p:cSld name="3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06240" y="575980"/>
            <a:ext cx="11381104" cy="492571"/>
          </a:xfrm>
        </p:spPr>
        <p:txBody>
          <a:bodyPr/>
          <a:lstStyle/>
          <a:p>
            <a:r>
              <a:rPr lang="en-US"/>
              <a:t>Click to edit Master title style</a:t>
            </a:r>
          </a:p>
        </p:txBody>
      </p:sp>
    </p:spTree>
    <p:extLst>
      <p:ext uri="{BB962C8B-B14F-4D97-AF65-F5344CB8AC3E}">
        <p14:creationId xmlns:p14="http://schemas.microsoft.com/office/powerpoint/2010/main" val="435944905"/>
      </p:ext>
    </p:extLst>
  </p:cSld>
  <p:clrMapOvr>
    <a:masterClrMapping/>
  </p:clrMapOvr>
</p:sldLayout>
</file>

<file path=ppt/slideLayouts/slideLayout543.xml><?xml version="1.0" encoding="utf-8"?>
<p:sldLayout xmlns:a="http://schemas.openxmlformats.org/drawingml/2006/main" xmlns:r="http://schemas.openxmlformats.org/officeDocument/2006/relationships" xmlns:p="http://schemas.openxmlformats.org/presentationml/2006/main" preserve="1" userDrawn="1">
  <p:cSld name="8_Agenda">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579" y="0"/>
            <a:ext cx="12176659" cy="2378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bwMode="gray">
          <a:xfrm>
            <a:off x="641099" y="727243"/>
            <a:ext cx="10964283" cy="36941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099" y="1146023"/>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8" name="Picture 7"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2" y="0"/>
            <a:ext cx="3025650" cy="825691"/>
          </a:xfrm>
          <a:prstGeom prst="rect">
            <a:avLst/>
          </a:prstGeom>
        </p:spPr>
      </p:pic>
    </p:spTree>
    <p:extLst>
      <p:ext uri="{BB962C8B-B14F-4D97-AF65-F5344CB8AC3E}">
        <p14:creationId xmlns:p14="http://schemas.microsoft.com/office/powerpoint/2010/main" val="3617058181"/>
      </p:ext>
    </p:extLst>
  </p:cSld>
  <p:clrMapOvr>
    <a:masterClrMapping/>
  </p:clrMapOvr>
</p:sldLayout>
</file>

<file path=ppt/slideLayouts/slideLayout544.xml><?xml version="1.0" encoding="utf-8"?>
<p:sldLayout xmlns:a="http://schemas.openxmlformats.org/drawingml/2006/main" xmlns:r="http://schemas.openxmlformats.org/officeDocument/2006/relationships" xmlns:p="http://schemas.openxmlformats.org/presentationml/2006/main" preserve="1" userDrawn="1">
  <p:cSld name="17_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69" y="1"/>
            <a:ext cx="5289698" cy="1443543"/>
          </a:xfrm>
          <a:prstGeom prst="rect">
            <a:avLst/>
          </a:prstGeom>
        </p:spPr>
      </p:pic>
      <p:sp>
        <p:nvSpPr>
          <p:cNvPr id="10" name="Slide Number Placeholder 5"/>
          <p:cNvSpPr txBox="1">
            <a:spLocks/>
          </p:cNvSpPr>
          <p:nvPr userDrawn="1"/>
        </p:nvSpPr>
        <p:spPr bwMode="auto">
          <a:xfrm>
            <a:off x="11810964" y="6615562"/>
            <a:ext cx="157094" cy="153888"/>
          </a:xfrm>
          <a:prstGeom prst="rect">
            <a:avLst/>
          </a:prstGeom>
          <a:noFill/>
          <a:ln w="9525">
            <a:noFill/>
            <a:miter lim="800000"/>
            <a:headEnd/>
            <a:tailEnd/>
          </a:ln>
        </p:spPr>
        <p:txBody>
          <a:bodyPr wrap="none" lIns="0" tIns="0" rIns="0" bIns="0" anchor="ctr">
            <a:spAutoFit/>
          </a:bodyPr>
          <a:lstStyle/>
          <a:p>
            <a:pPr algn="r" defTabSz="914583" fontAlgn="auto">
              <a:spcBef>
                <a:spcPts val="0"/>
              </a:spcBef>
              <a:spcAft>
                <a:spcPts val="0"/>
              </a:spcAft>
              <a:defRPr/>
            </a:pPr>
            <a:fld id="{6856ECDB-1CEE-4F69-ADCA-557460F2116E}" type="slidenum">
              <a:rPr lang="en-US" sz="1000">
                <a:solidFill>
                  <a:srgbClr val="6D6E71"/>
                </a:solidFill>
                <a:latin typeface="Arial"/>
              </a:rPr>
              <a:pPr algn="r" defTabSz="914583" fontAlgn="auto">
                <a:spcBef>
                  <a:spcPts val="0"/>
                </a:spcBef>
                <a:spcAft>
                  <a:spcPts val="0"/>
                </a:spcAft>
                <a:defRPr/>
              </a:pPr>
              <a:t>‹#›</a:t>
            </a:fld>
            <a:endParaRPr lang="en-US" sz="1000" dirty="0">
              <a:solidFill>
                <a:srgbClr val="6D6E71"/>
              </a:solidFill>
              <a:latin typeface="Arial"/>
            </a:endParaRPr>
          </a:p>
        </p:txBody>
      </p:sp>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570" y="476753"/>
            <a:ext cx="3168812" cy="656706"/>
          </a:xfrm>
          <a:prstGeom prst="rect">
            <a:avLst/>
          </a:prstGeom>
        </p:spPr>
      </p:pic>
    </p:spTree>
    <p:extLst>
      <p:ext uri="{BB962C8B-B14F-4D97-AF65-F5344CB8AC3E}">
        <p14:creationId xmlns:p14="http://schemas.microsoft.com/office/powerpoint/2010/main" val="1935817487"/>
      </p:ext>
    </p:extLst>
  </p:cSld>
  <p:clrMapOvr>
    <a:masterClrMapping/>
  </p:clrMapOvr>
</p:sldLayout>
</file>

<file path=ppt/slideLayouts/slideLayout545.xml><?xml version="1.0" encoding="utf-8"?>
<p:sldLayout xmlns:a="http://schemas.openxmlformats.org/drawingml/2006/main" xmlns:r="http://schemas.openxmlformats.org/officeDocument/2006/relationships" xmlns:p="http://schemas.openxmlformats.org/presentationml/2006/main" preserve="1" userDrawn="1">
  <p:cSld name="9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5"/>
            <a:ext cx="10962166"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32"/>
            <a:ext cx="10962167" cy="1385316"/>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612410282"/>
      </p:ext>
    </p:extLst>
  </p:cSld>
  <p:clrMapOvr>
    <a:masterClrMapping/>
  </p:clrMapOvr>
</p:sldLayout>
</file>

<file path=ppt/slideLayouts/slideLayout546.xml><?xml version="1.0" encoding="utf-8"?>
<p:sldLayout xmlns:a="http://schemas.openxmlformats.org/drawingml/2006/main" xmlns:r="http://schemas.openxmlformats.org/officeDocument/2006/relationships" xmlns:p="http://schemas.openxmlformats.org/presentationml/2006/main" userDrawn="1">
  <p:cSld name="10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5"/>
            <a:ext cx="10962166"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32"/>
            <a:ext cx="10962167" cy="1385316"/>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4012097843"/>
      </p:ext>
    </p:extLst>
  </p:cSld>
  <p:clrMapOvr>
    <a:masterClrMapping/>
  </p:clrMapOvr>
</p:sldLayout>
</file>

<file path=ppt/slideLayouts/slideLayout547.xml><?xml version="1.0" encoding="utf-8"?>
<p:sldLayout xmlns:a="http://schemas.openxmlformats.org/drawingml/2006/main" xmlns:r="http://schemas.openxmlformats.org/officeDocument/2006/relationships" xmlns:p="http://schemas.openxmlformats.org/presentationml/2006/main" preserve="1" userDrawn="1">
  <p:cSld name="3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5"/>
            <a:ext cx="10962166"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32"/>
            <a:ext cx="10962167" cy="1385316"/>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userDrawn="1">
            <p:ph type="body" sz="quarter" idx="13"/>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58253042"/>
      </p:ext>
    </p:extLst>
  </p:cSld>
  <p:clrMapOvr>
    <a:masterClrMapping/>
  </p:clrMapOvr>
</p:sldLayout>
</file>

<file path=ppt/slideLayouts/slideLayout548.xml><?xml version="1.0" encoding="utf-8"?>
<p:sldLayout xmlns:a="http://schemas.openxmlformats.org/drawingml/2006/main" xmlns:r="http://schemas.openxmlformats.org/officeDocument/2006/relationships" xmlns:p="http://schemas.openxmlformats.org/presentationml/2006/main" preserve="1" userDrawn="1">
  <p:cSld name="4_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41099" y="1972132"/>
            <a:ext cx="10962167" cy="1847087"/>
          </a:xfrm>
        </p:spPr>
        <p:txBody>
          <a:bodyPr wrap="square">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4178332793"/>
      </p:ext>
    </p:extLst>
  </p:cSld>
  <p:clrMapOvr>
    <a:masterClrMapping/>
  </p:clrMapOvr>
</p:sldLayout>
</file>

<file path=ppt/slideLayouts/slideLayout549.xml><?xml version="1.0" encoding="utf-8"?>
<p:sldLayout xmlns:a="http://schemas.openxmlformats.org/drawingml/2006/main" xmlns:r="http://schemas.openxmlformats.org/officeDocument/2006/relationships" xmlns:p="http://schemas.openxmlformats.org/presentationml/2006/main" preserve="1" userDrawn="1">
  <p:cSld name="9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1" y="1972132"/>
            <a:ext cx="5435592" cy="4163389"/>
          </a:xfrm>
        </p:spPr>
        <p:txBody>
          <a:bodyPr>
            <a:noAutofit/>
          </a:bodyPr>
          <a:lstStyle>
            <a:lvl1pPr marL="0" indent="0">
              <a:buNone/>
              <a:defRPr>
                <a:latin typeface="Arial" pitchFamily="34" charset="0"/>
                <a:cs typeface="Arial" pitchFamily="34" charset="0"/>
              </a:defRPr>
            </a:lvl1pPr>
          </a:lstStyle>
          <a:p>
            <a:r>
              <a:rPr lang="en-US"/>
              <a:t>Click icon to add picture</a:t>
            </a:r>
            <a:endParaRPr lang="en-US" dirty="0"/>
          </a:p>
        </p:txBody>
      </p:sp>
      <p:sp>
        <p:nvSpPr>
          <p:cNvPr id="18" name="Text Placeholder 4"/>
          <p:cNvSpPr>
            <a:spLocks noGrp="1"/>
          </p:cNvSpPr>
          <p:nvPr>
            <p:ph type="body" sz="quarter" idx="19" hasCustomPrompt="1"/>
          </p:nvPr>
        </p:nvSpPr>
        <p:spPr bwMode="gray">
          <a:xfrm>
            <a:off x="6449080" y="1972132"/>
            <a:ext cx="5126679" cy="1385316"/>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390446594"/>
      </p:ext>
    </p:extLst>
  </p:cSld>
  <p:clrMapOvr>
    <a:masterClrMapping/>
  </p:clrMapOvr>
</p:sldLayout>
</file>

<file path=ppt/slideLayouts/slideLayout550.xml><?xml version="1.0" encoding="utf-8"?>
<p:sldLayout xmlns:a="http://schemas.openxmlformats.org/drawingml/2006/main" xmlns:r="http://schemas.openxmlformats.org/officeDocument/2006/relationships" xmlns:p="http://schemas.openxmlformats.org/presentationml/2006/main" preserve="1" userDrawn="1">
  <p:cSld name="5_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641101" y="2467547"/>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
          <p:cNvSpPr>
            <a:spLocks noGrp="1"/>
          </p:cNvSpPr>
          <p:nvPr>
            <p:ph type="body" sz="quarter" idx="11" hasCustomPrompt="1"/>
          </p:nvPr>
        </p:nvSpPr>
        <p:spPr bwMode="gray">
          <a:xfrm>
            <a:off x="6362332" y="2467547"/>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ext Placeholder 4"/>
          <p:cNvSpPr>
            <a:spLocks noGrp="1"/>
          </p:cNvSpPr>
          <p:nvPr>
            <p:ph type="body" sz="quarter" idx="12" hasCustomPrompt="1"/>
          </p:nvPr>
        </p:nvSpPr>
        <p:spPr bwMode="gray">
          <a:xfrm>
            <a:off x="641101" y="1972132"/>
            <a:ext cx="5243051" cy="286227"/>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1</a:t>
            </a:r>
          </a:p>
        </p:txBody>
      </p:sp>
      <p:sp>
        <p:nvSpPr>
          <p:cNvPr id="6" name="Text Placeholder 4"/>
          <p:cNvSpPr>
            <a:spLocks noGrp="1"/>
          </p:cNvSpPr>
          <p:nvPr>
            <p:ph type="body" sz="quarter" idx="13" hasCustomPrompt="1"/>
          </p:nvPr>
        </p:nvSpPr>
        <p:spPr bwMode="gray">
          <a:xfrm>
            <a:off x="6362332" y="1972132"/>
            <a:ext cx="5243051" cy="286227"/>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2</a:t>
            </a:r>
          </a:p>
        </p:txBody>
      </p:sp>
      <p:cxnSp>
        <p:nvCxnSpPr>
          <p:cNvPr id="8" name="Straight Connector 7"/>
          <p:cNvCxnSpPr/>
          <p:nvPr userDrawn="1"/>
        </p:nvCxnSpPr>
        <p:spPr bwMode="gray">
          <a:xfrm>
            <a:off x="641100"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bwMode="gray">
          <a:xfrm>
            <a:off x="6362331"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15" name="Text Placeholder 41"/>
          <p:cNvSpPr>
            <a:spLocks noGrp="1"/>
          </p:cNvSpPr>
          <p:nvPr>
            <p:ph type="body" sz="quarter" idx="14"/>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82974568"/>
      </p:ext>
    </p:extLst>
  </p:cSld>
  <p:clrMapOvr>
    <a:masterClrMapping/>
  </p:clrMapOvr>
</p:sldLayout>
</file>

<file path=ppt/slideLayouts/slideLayout551.xml><?xml version="1.0" encoding="utf-8"?>
<p:sldLayout xmlns:a="http://schemas.openxmlformats.org/drawingml/2006/main" xmlns:r="http://schemas.openxmlformats.org/officeDocument/2006/relationships" xmlns:p="http://schemas.openxmlformats.org/presentationml/2006/main" preserve="1" userDrawn="1">
  <p:cSld name="9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17" name="Text Placeholder 4"/>
          <p:cNvSpPr>
            <a:spLocks noGrp="1"/>
          </p:cNvSpPr>
          <p:nvPr>
            <p:ph type="body" sz="quarter" idx="10" hasCustomPrompt="1"/>
          </p:nvPr>
        </p:nvSpPr>
        <p:spPr bwMode="gray">
          <a:xfrm>
            <a:off x="641101" y="2467547"/>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18" name="Text Placeholder 4"/>
          <p:cNvSpPr>
            <a:spLocks noGrp="1"/>
          </p:cNvSpPr>
          <p:nvPr>
            <p:ph type="body" sz="quarter" idx="11" hasCustomPrompt="1"/>
          </p:nvPr>
        </p:nvSpPr>
        <p:spPr bwMode="gray">
          <a:xfrm>
            <a:off x="6362332" y="2467547"/>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1" name="Text Placeholder 4"/>
          <p:cNvSpPr>
            <a:spLocks noGrp="1"/>
          </p:cNvSpPr>
          <p:nvPr>
            <p:ph type="body" sz="quarter" idx="12" hasCustomPrompt="1"/>
          </p:nvPr>
        </p:nvSpPr>
        <p:spPr bwMode="gray">
          <a:xfrm>
            <a:off x="641101" y="1972132"/>
            <a:ext cx="5243051" cy="286227"/>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1</a:t>
            </a:r>
          </a:p>
        </p:txBody>
      </p:sp>
      <p:sp>
        <p:nvSpPr>
          <p:cNvPr id="32" name="Text Placeholder 4"/>
          <p:cNvSpPr>
            <a:spLocks noGrp="1"/>
          </p:cNvSpPr>
          <p:nvPr>
            <p:ph type="body" sz="quarter" idx="13" hasCustomPrompt="1"/>
          </p:nvPr>
        </p:nvSpPr>
        <p:spPr bwMode="gray">
          <a:xfrm>
            <a:off x="6362332" y="1972132"/>
            <a:ext cx="5243051" cy="286227"/>
          </a:xfrm>
          <a:noFill/>
          <a:ln>
            <a:noFill/>
          </a:ln>
        </p:spPr>
        <p:txBody>
          <a:bodyPr wrap="square" lIns="0" tIns="0" rIns="0" bIns="0" anchor="b" anchorCtr="0">
            <a:spAutoFit/>
          </a:bodyPr>
          <a:lstStyle>
            <a:lvl1pPr marL="0" indent="0">
              <a:spcBef>
                <a:spcPts val="0"/>
              </a:spcBef>
              <a:spcAft>
                <a:spcPts val="0"/>
              </a:spcAft>
              <a:buNone/>
              <a:tabLst/>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2</a:t>
            </a:r>
          </a:p>
        </p:txBody>
      </p:sp>
      <p:cxnSp>
        <p:nvCxnSpPr>
          <p:cNvPr id="33" name="Straight Connector 32"/>
          <p:cNvCxnSpPr/>
          <p:nvPr userDrawn="1"/>
        </p:nvCxnSpPr>
        <p:spPr bwMode="gray">
          <a:xfrm>
            <a:off x="641100"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bwMode="gray">
          <a:xfrm>
            <a:off x="6362331"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641101" y="4704385"/>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6" name="Text Placeholder 4"/>
          <p:cNvSpPr>
            <a:spLocks noGrp="1"/>
          </p:cNvSpPr>
          <p:nvPr>
            <p:ph type="body" sz="quarter" idx="16" hasCustomPrompt="1"/>
          </p:nvPr>
        </p:nvSpPr>
        <p:spPr bwMode="gray">
          <a:xfrm>
            <a:off x="6362332" y="4704385"/>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7" name="Text Placeholder 4"/>
          <p:cNvSpPr>
            <a:spLocks noGrp="1"/>
          </p:cNvSpPr>
          <p:nvPr>
            <p:ph type="body" sz="quarter" idx="17" hasCustomPrompt="1"/>
          </p:nvPr>
        </p:nvSpPr>
        <p:spPr bwMode="gray">
          <a:xfrm>
            <a:off x="641101" y="4208970"/>
            <a:ext cx="5243051" cy="286227"/>
          </a:xfrm>
          <a:noFill/>
          <a:ln>
            <a:noFill/>
          </a:ln>
        </p:spPr>
        <p:txBody>
          <a:bodyPr wrap="square" lIns="0" tIns="0" rIns="0" bIns="0" anchor="b" anchorCtr="0">
            <a:spAutoFit/>
          </a:bodyPr>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lvl="0" indent="0" algn="l" defTabSz="914583" rtl="0" eaLnBrk="1" fontAlgn="base" latinLnBrk="0" hangingPunct="1">
              <a:spcBef>
                <a:spcPts val="0"/>
              </a:spcBef>
              <a:spcAft>
                <a:spcPts val="0"/>
              </a:spcAft>
              <a:buClr>
                <a:schemeClr val="bg2"/>
              </a:buClr>
              <a:tabLst/>
            </a:pPr>
            <a:r>
              <a:rPr lang="en-US" dirty="0"/>
              <a:t>Heading 3</a:t>
            </a:r>
          </a:p>
        </p:txBody>
      </p:sp>
      <p:sp>
        <p:nvSpPr>
          <p:cNvPr id="38" name="Text Placeholder 4"/>
          <p:cNvSpPr>
            <a:spLocks noGrp="1"/>
          </p:cNvSpPr>
          <p:nvPr>
            <p:ph type="body" sz="quarter" idx="18" hasCustomPrompt="1"/>
          </p:nvPr>
        </p:nvSpPr>
        <p:spPr bwMode="gray">
          <a:xfrm>
            <a:off x="6362332" y="4208970"/>
            <a:ext cx="5243051" cy="286227"/>
          </a:xfrm>
          <a:noFill/>
          <a:ln>
            <a:noFill/>
          </a:ln>
        </p:spPr>
        <p:txBody>
          <a:bodyPr wrap="square" lIns="0" tIns="0" rIns="0" bIns="0" anchor="b" anchorCtr="0">
            <a:spAutoFit/>
          </a:bodyPr>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lvl="0" indent="0" algn="l" defTabSz="914583" rtl="0" eaLnBrk="1" fontAlgn="base" latinLnBrk="0" hangingPunct="1">
              <a:spcBef>
                <a:spcPts val="0"/>
              </a:spcBef>
              <a:spcAft>
                <a:spcPts val="0"/>
              </a:spcAft>
              <a:buClr>
                <a:schemeClr val="bg2"/>
              </a:buClr>
              <a:tabLst/>
            </a:pPr>
            <a:r>
              <a:rPr lang="en-US" dirty="0"/>
              <a:t>Heading 4</a:t>
            </a:r>
          </a:p>
        </p:txBody>
      </p:sp>
      <p:cxnSp>
        <p:nvCxnSpPr>
          <p:cNvPr id="39" name="Straight Connector 38"/>
          <p:cNvCxnSpPr/>
          <p:nvPr userDrawn="1"/>
        </p:nvCxnSpPr>
        <p:spPr bwMode="gray">
          <a:xfrm>
            <a:off x="641100" y="4582119"/>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gray">
          <a:xfrm>
            <a:off x="6362331" y="4582119"/>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023095342"/>
      </p:ext>
    </p:extLst>
  </p:cSld>
  <p:clrMapOvr>
    <a:masterClrMapping/>
  </p:clrMapOvr>
</p:sldLayout>
</file>

<file path=ppt/slideLayouts/slideLayout552.xml><?xml version="1.0" encoding="utf-8"?>
<p:sldLayout xmlns:a="http://schemas.openxmlformats.org/drawingml/2006/main" xmlns:r="http://schemas.openxmlformats.org/officeDocument/2006/relationships" xmlns:p="http://schemas.openxmlformats.org/presentationml/2006/main" preserve="1" userDrawn="1">
  <p:cSld name="10_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3249929" y="1972132"/>
            <a:ext cx="2723087" cy="1261884"/>
          </a:xfrm>
          <a:ln>
            <a:noFill/>
          </a:ln>
        </p:spPr>
        <p:txBody>
          <a:bodyPr wrap="square" lIns="0" tIns="0" rIns="0" bIns="0">
            <a:spAutoFit/>
          </a:bodyPr>
          <a:lstStyle>
            <a:lvl1pPr marL="0" marR="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600">
                <a:latin typeface="Arial" pitchFamily="34" charset="0"/>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marR="0" lvl="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1</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16" name="Picture Placeholder 22"/>
          <p:cNvSpPr>
            <a:spLocks noGrp="1"/>
          </p:cNvSpPr>
          <p:nvPr>
            <p:ph type="pic" sz="quarter" idx="13"/>
          </p:nvPr>
        </p:nvSpPr>
        <p:spPr bwMode="gray">
          <a:xfrm>
            <a:off x="641101" y="1972132"/>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20"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42" name="Text Placeholder 4"/>
          <p:cNvSpPr>
            <a:spLocks noGrp="1"/>
          </p:cNvSpPr>
          <p:nvPr>
            <p:ph type="body" sz="quarter" idx="19" hasCustomPrompt="1"/>
          </p:nvPr>
        </p:nvSpPr>
        <p:spPr bwMode="gray">
          <a:xfrm>
            <a:off x="8888643" y="1972132"/>
            <a:ext cx="2723087" cy="1261884"/>
          </a:xfrm>
          <a:ln>
            <a:noFill/>
          </a:ln>
        </p:spPr>
        <p:txBody>
          <a:bodyPr wrap="square" lIns="0" tIns="0" rIns="0" bIns="0">
            <a:spAutoFit/>
          </a:bodyPr>
          <a:lstStyle>
            <a:lvl1pPr marL="0" marR="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marR="0" lvl="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2</a:t>
            </a:r>
          </a:p>
          <a:p>
            <a:pPr marL="285807" lvl="1" indent="-285807" algn="l" defTabSz="914583"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3" name="Picture Placeholder 22"/>
          <p:cNvSpPr>
            <a:spLocks noGrp="1"/>
          </p:cNvSpPr>
          <p:nvPr>
            <p:ph type="pic" sz="quarter" idx="20"/>
          </p:nvPr>
        </p:nvSpPr>
        <p:spPr bwMode="gray">
          <a:xfrm>
            <a:off x="6279815" y="1972132"/>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45" name="Text Placeholder 4"/>
          <p:cNvSpPr>
            <a:spLocks noGrp="1"/>
          </p:cNvSpPr>
          <p:nvPr>
            <p:ph type="body" sz="quarter" idx="21" hasCustomPrompt="1"/>
          </p:nvPr>
        </p:nvSpPr>
        <p:spPr bwMode="gray">
          <a:xfrm>
            <a:off x="3249929" y="4242784"/>
            <a:ext cx="2723087" cy="1261884"/>
          </a:xfrm>
          <a:ln>
            <a:noFill/>
          </a:ln>
        </p:spPr>
        <p:txBody>
          <a:bodyPr wrap="square" lIns="0" tIns="0" rIns="0" bIns="0">
            <a:spAutoFit/>
          </a:bodyPr>
          <a:lstStyle>
            <a:lvl1pPr marL="0" marR="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marR="0" lvl="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3</a:t>
            </a:r>
          </a:p>
          <a:p>
            <a:pPr marL="285807" lvl="1" indent="-285807" algn="l" defTabSz="914583"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6" name="Picture Placeholder 22"/>
          <p:cNvSpPr>
            <a:spLocks noGrp="1"/>
          </p:cNvSpPr>
          <p:nvPr>
            <p:ph type="pic" sz="quarter" idx="22"/>
          </p:nvPr>
        </p:nvSpPr>
        <p:spPr bwMode="gray">
          <a:xfrm>
            <a:off x="641101" y="4242784"/>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48" name="Text Placeholder 4"/>
          <p:cNvSpPr>
            <a:spLocks noGrp="1"/>
          </p:cNvSpPr>
          <p:nvPr>
            <p:ph type="body" sz="quarter" idx="23" hasCustomPrompt="1"/>
          </p:nvPr>
        </p:nvSpPr>
        <p:spPr bwMode="gray">
          <a:xfrm>
            <a:off x="8888643" y="4242784"/>
            <a:ext cx="2723087" cy="1261884"/>
          </a:xfrm>
          <a:ln>
            <a:noFill/>
          </a:ln>
        </p:spPr>
        <p:txBody>
          <a:bodyPr wrap="square" lIns="0" tIns="0" rIns="0" bIns="0">
            <a:spAutoFit/>
          </a:bodyPr>
          <a:lstStyle>
            <a:lvl1pPr marL="0" marR="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marR="0" lvl="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4</a:t>
            </a:r>
          </a:p>
          <a:p>
            <a:pPr marL="285807" lvl="1" indent="-285807" algn="l" defTabSz="914583"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9" name="Picture Placeholder 22"/>
          <p:cNvSpPr>
            <a:spLocks noGrp="1"/>
          </p:cNvSpPr>
          <p:nvPr>
            <p:ph type="pic" sz="quarter" idx="24"/>
          </p:nvPr>
        </p:nvSpPr>
        <p:spPr bwMode="gray">
          <a:xfrm>
            <a:off x="6279815" y="4242784"/>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51" name="Text Placeholder 41"/>
          <p:cNvSpPr>
            <a:spLocks noGrp="1"/>
          </p:cNvSpPr>
          <p:nvPr>
            <p:ph type="body" sz="quarter" idx="25"/>
          </p:nvPr>
        </p:nvSpPr>
        <p:spPr bwMode="gray">
          <a:xfrm>
            <a:off x="641099" y="1270747"/>
            <a:ext cx="10962167" cy="283777"/>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marL="0" lvl="0" indent="0" algn="l" defTabSz="914583"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1532655011"/>
      </p:ext>
    </p:extLst>
  </p:cSld>
  <p:clrMapOvr>
    <a:masterClrMapping/>
  </p:clrMapOvr>
</p:sldLayout>
</file>

<file path=ppt/slideLayouts/slideLayout553.xml><?xml version="1.0" encoding="utf-8"?>
<p:sldLayout xmlns:a="http://schemas.openxmlformats.org/drawingml/2006/main" xmlns:r="http://schemas.openxmlformats.org/officeDocument/2006/relationships" xmlns:p="http://schemas.openxmlformats.org/presentationml/2006/main" preserve="1" userDrawn="1">
  <p:cSld name="4_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41101" y="1972131"/>
            <a:ext cx="10964283" cy="4163390"/>
          </a:xfrm>
        </p:spPr>
        <p:txBody>
          <a:bodyPr>
            <a:noAutofit/>
          </a:bodyPr>
          <a:lstStyle>
            <a:lvl1pPr marL="0" indent="0">
              <a:buNone/>
              <a:defRPr>
                <a:latin typeface="Arial" pitchFamily="34" charset="0"/>
                <a:cs typeface="Arial" pitchFamily="34" charset="0"/>
              </a:defRPr>
            </a:lvl1pPr>
          </a:lstStyle>
          <a:p>
            <a:r>
              <a:rPr lang="en-US"/>
              <a:t>Click icon to add table</a:t>
            </a:r>
            <a:endParaRPr lang="en-US" dirty="0"/>
          </a:p>
        </p:txBody>
      </p:sp>
      <p:sp>
        <p:nvSpPr>
          <p:cNvPr id="4"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8" name="Text Placeholder 41"/>
          <p:cNvSpPr>
            <a:spLocks noGrp="1"/>
          </p:cNvSpPr>
          <p:nvPr>
            <p:ph type="body" sz="quarter" idx="13"/>
          </p:nvPr>
        </p:nvSpPr>
        <p:spPr bwMode="gray">
          <a:xfrm>
            <a:off x="641099" y="1270747"/>
            <a:ext cx="10962167" cy="283777"/>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marL="0" lvl="0" indent="0" algn="l" defTabSz="914583"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2127723677"/>
      </p:ext>
    </p:extLst>
  </p:cSld>
  <p:clrMapOvr>
    <a:masterClrMapping/>
  </p:clrMapOvr>
</p:sldLayout>
</file>

<file path=ppt/slideLayouts/slideLayout554.xml><?xml version="1.0" encoding="utf-8"?>
<p:sldLayout xmlns:a="http://schemas.openxmlformats.org/drawingml/2006/main" xmlns:r="http://schemas.openxmlformats.org/officeDocument/2006/relationships" xmlns:p="http://schemas.openxmlformats.org/presentationml/2006/main" preserve="1" userDrawn="1">
  <p:cSld name="4_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41101" y="1972132"/>
            <a:ext cx="10964283" cy="4163389"/>
          </a:xfrm>
        </p:spPr>
        <p:txBody>
          <a:bodyPr>
            <a:noAutofit/>
          </a:bodyPr>
          <a:lstStyle>
            <a:lvl1pPr marL="0" indent="0">
              <a:buNone/>
              <a:defRPr>
                <a:latin typeface="Arial" pitchFamily="34" charset="0"/>
                <a:cs typeface="Arial" pitchFamily="34" charset="0"/>
              </a:defRPr>
            </a:lvl1pPr>
          </a:lstStyle>
          <a:p>
            <a:r>
              <a:rPr lang="en-US"/>
              <a:t>Click icon to add chart</a:t>
            </a:r>
            <a:endParaRPr lang="en-US" dirty="0"/>
          </a:p>
        </p:txBody>
      </p:sp>
      <p:sp>
        <p:nvSpPr>
          <p:cNvPr id="4"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564643119"/>
      </p:ext>
    </p:extLst>
  </p:cSld>
  <p:clrMapOvr>
    <a:masterClrMapping/>
  </p:clrMapOvr>
</p:sldLayout>
</file>

<file path=ppt/slideLayouts/slideLayout555.xml><?xml version="1.0" encoding="utf-8"?>
<p:sldLayout xmlns:a="http://schemas.openxmlformats.org/drawingml/2006/main" xmlns:r="http://schemas.openxmlformats.org/officeDocument/2006/relationships" xmlns:p="http://schemas.openxmlformats.org/presentationml/2006/main" preserve="1" userDrawn="1">
  <p:cSld name="7_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21739" y="1527649"/>
            <a:ext cx="8969807"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821741" y="3370293"/>
            <a:ext cx="9002897" cy="1892826"/>
          </a:xfrm>
          <a:prstGeom prst="rect">
            <a:avLst/>
          </a:prstGeom>
          <a:noFill/>
          <a:ln w="9525">
            <a:noFill/>
            <a:miter lim="800000"/>
            <a:headEnd/>
            <a:tailEnd/>
          </a:ln>
        </p:spPr>
        <p:txBody>
          <a:bodyPr wrap="square" lIns="0" tIns="0" rIns="0" bIns="0">
            <a:spAutoFit/>
          </a:bodyPr>
          <a:lstStyle/>
          <a:p>
            <a:pPr algn="just" defTabSz="914583" fontAlgn="auto">
              <a:spcBef>
                <a:spcPts val="600"/>
              </a:spcBef>
              <a:spcAft>
                <a:spcPts val="0"/>
              </a:spcAft>
            </a:pPr>
            <a:r>
              <a:rPr lang="en-US" sz="1000" b="1" dirty="0">
                <a:solidFill>
                  <a:srgbClr val="6D6E71"/>
                </a:solidFill>
                <a:latin typeface="Arial"/>
              </a:rPr>
              <a:t>Disclaimer </a:t>
            </a:r>
          </a:p>
          <a:p>
            <a:pPr algn="just" defTabSz="914583" fontAlgn="auto">
              <a:spcBef>
                <a:spcPts val="600"/>
              </a:spcBef>
              <a:spcAft>
                <a:spcPts val="0"/>
              </a:spcAft>
            </a:pPr>
            <a:r>
              <a:rPr lang="en-US" sz="900" dirty="0">
                <a:solidFill>
                  <a:srgbClr val="6D6E71"/>
                </a:solidFill>
                <a:latin typeface="Arial"/>
              </a:rPr>
              <a:t>Satyam Computer Services Limited, herein referred to as MSAT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MSAT or its subsidiaries. Any unauthorized use, disclosure or public dissemination of information contained herein is prohibited. Unless specifically noted, MSAT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MSAT. Information contained in a presentation hosted or promoted by MSAT is provided “as is” without warranty of any kind, either expressed or implied, including any warranty of merchantability or fitness for a particular purpose. MSAT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21740" y="2140665"/>
            <a:ext cx="8975995" cy="277063"/>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914583" rtl="0" eaLnBrk="1" fontAlgn="base" latinLnBrk="0" hangingPunct="1">
              <a:spcBef>
                <a:spcPts val="0"/>
              </a:spcBef>
              <a:spcAft>
                <a:spcPct val="0"/>
              </a:spcAft>
              <a:buClr>
                <a:schemeClr val="tx2"/>
              </a:buClr>
              <a:buFont typeface="Arial" pitchFamily="34" charset="0"/>
              <a:buNone/>
              <a:defRPr lang="en-US" sz="18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
        <p:nvSpPr>
          <p:cNvPr id="8" name="TextBox 20"/>
          <p:cNvSpPr txBox="1">
            <a:spLocks noChangeArrowheads="1"/>
          </p:cNvSpPr>
          <p:nvPr userDrawn="1"/>
        </p:nvSpPr>
        <p:spPr bwMode="gray">
          <a:xfrm>
            <a:off x="641101" y="6630936"/>
            <a:ext cx="2551981" cy="123111"/>
          </a:xfrm>
          <a:prstGeom prst="rect">
            <a:avLst/>
          </a:prstGeom>
          <a:noFill/>
          <a:ln w="9525">
            <a:noFill/>
            <a:miter lim="800000"/>
            <a:headEnd/>
            <a:tailEnd/>
          </a:ln>
        </p:spPr>
        <p:txBody>
          <a:bodyPr wrap="none" lIns="0" tIns="0" rIns="0" bIns="0">
            <a:spAutoFit/>
          </a:bodyPr>
          <a:lstStyle/>
          <a:p>
            <a:pPr defTabSz="914583" fontAlgn="auto">
              <a:spcBef>
                <a:spcPts val="0"/>
              </a:spcBef>
              <a:spcAft>
                <a:spcPts val="0"/>
              </a:spcAft>
              <a:defRPr/>
            </a:pPr>
            <a:r>
              <a:rPr lang="en-US" sz="800" dirty="0">
                <a:solidFill>
                  <a:srgbClr val="6D6E71"/>
                </a:solidFill>
                <a:latin typeface="Arial"/>
              </a:rPr>
              <a:t>Copyright © 2012 Mahindra Satyam. All rights reserved.</a:t>
            </a:r>
          </a:p>
        </p:txBody>
      </p:sp>
    </p:spTree>
    <p:extLst>
      <p:ext uri="{BB962C8B-B14F-4D97-AF65-F5344CB8AC3E}">
        <p14:creationId xmlns:p14="http://schemas.microsoft.com/office/powerpoint/2010/main" val="230907628"/>
      </p:ext>
    </p:extLst>
  </p:cSld>
  <p:clrMapOvr>
    <a:masterClrMapping/>
  </p:clrMapOvr>
</p:sldLayout>
</file>

<file path=ppt/slideLayouts/slideLayout556.xml><?xml version="1.0" encoding="utf-8"?>
<p:sldLayout xmlns:a="http://schemas.openxmlformats.org/drawingml/2006/main" xmlns:r="http://schemas.openxmlformats.org/officeDocument/2006/relationships" xmlns:p="http://schemas.openxmlformats.org/presentationml/2006/main" userDrawn="1">
  <p:cSld name="3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20750230"/>
      </p:ext>
    </p:extLst>
  </p:cSld>
  <p:clrMapOvr>
    <a:masterClrMapping/>
  </p:clrMapOvr>
</p:sldLayout>
</file>

<file path=ppt/slideLayouts/slideLayout55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70" y="11"/>
            <a:ext cx="5289698" cy="1443543"/>
          </a:xfrm>
          <a:prstGeom prst="rect">
            <a:avLst/>
          </a:prstGeom>
        </p:spPr>
      </p:pic>
      <p:sp>
        <p:nvSpPr>
          <p:cNvPr id="10" name="Slide Number Placeholder 5"/>
          <p:cNvSpPr txBox="1">
            <a:spLocks/>
          </p:cNvSpPr>
          <p:nvPr userDrawn="1"/>
        </p:nvSpPr>
        <p:spPr bwMode="auto">
          <a:xfrm>
            <a:off x="11810964" y="6615562"/>
            <a:ext cx="157094" cy="153888"/>
          </a:xfrm>
          <a:prstGeom prst="rect">
            <a:avLst/>
          </a:prstGeom>
          <a:noFill/>
          <a:ln w="9525">
            <a:noFill/>
            <a:miter lim="800000"/>
            <a:headEnd/>
            <a:tailEnd/>
          </a:ln>
        </p:spPr>
        <p:txBody>
          <a:bodyPr wrap="none" lIns="0" tIns="0" rIns="0" bIns="0" anchor="ctr">
            <a:spAutoFit/>
          </a:bodyPr>
          <a:lstStyle/>
          <a:p>
            <a:pPr algn="r" defTabSz="914583" fontAlgn="auto">
              <a:spcBef>
                <a:spcPts val="0"/>
              </a:spcBef>
              <a:spcAft>
                <a:spcPts val="0"/>
              </a:spcAft>
              <a:defRPr/>
            </a:pPr>
            <a:fld id="{6856ECDB-1CEE-4F69-ADCA-557460F2116E}" type="slidenum">
              <a:rPr lang="en-US" sz="1000">
                <a:solidFill>
                  <a:srgbClr val="6D6E71"/>
                </a:solidFill>
                <a:latin typeface="Arial"/>
              </a:rPr>
              <a:pPr algn="r" defTabSz="914583" fontAlgn="auto">
                <a:spcBef>
                  <a:spcPts val="0"/>
                </a:spcBef>
                <a:spcAft>
                  <a:spcPts val="0"/>
                </a:spcAft>
                <a:defRPr/>
              </a:pPr>
              <a:t>‹#›</a:t>
            </a:fld>
            <a:endParaRPr lang="en-US" sz="1000" dirty="0">
              <a:solidFill>
                <a:srgbClr val="6D6E71"/>
              </a:solidFill>
              <a:latin typeface="Arial"/>
            </a:endParaRPr>
          </a:p>
        </p:txBody>
      </p:sp>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570" y="476753"/>
            <a:ext cx="3168812" cy="656706"/>
          </a:xfrm>
          <a:prstGeom prst="rect">
            <a:avLst/>
          </a:prstGeom>
        </p:spPr>
      </p:pic>
    </p:spTree>
    <p:extLst>
      <p:ext uri="{BB962C8B-B14F-4D97-AF65-F5344CB8AC3E}">
        <p14:creationId xmlns:p14="http://schemas.microsoft.com/office/powerpoint/2010/main" val="2578344591"/>
      </p:ext>
    </p:extLst>
  </p:cSld>
  <p:clrMapOvr>
    <a:masterClrMapping/>
  </p:clrMapOvr>
</p:sldLayout>
</file>

<file path=ppt/slideLayouts/slideLayout558.xml><?xml version="1.0" encoding="utf-8"?>
<p:sldLayout xmlns:a="http://schemas.openxmlformats.org/drawingml/2006/main" xmlns:r="http://schemas.openxmlformats.org/officeDocument/2006/relationships" xmlns:p="http://schemas.openxmlformats.org/presentationml/2006/main" preserve="1" userDrawn="1">
  <p:cSld name="4_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35333" y="4054647"/>
            <a:ext cx="7346196" cy="277063"/>
          </a:xfrm>
        </p:spPr>
        <p:txBody>
          <a:bodyPr anchor="b" anchorCtr="0">
            <a:noAutofit/>
          </a:bodyPr>
          <a:lstStyle>
            <a:lvl1pPr marL="0" indent="0" algn="l">
              <a:buNone/>
              <a:defRPr b="1">
                <a:solidFill>
                  <a:schemeClr val="tx2"/>
                </a:solidFill>
                <a:latin typeface="Arial" pitchFamily="34" charset="0"/>
                <a:cs typeface="Arial" pitchFamily="34" charset="0"/>
              </a:defRPr>
            </a:lvl1pPr>
            <a:lvl2pPr marL="457291" indent="0" algn="ctr">
              <a:buNone/>
              <a:defRPr>
                <a:solidFill>
                  <a:schemeClr val="tx1">
                    <a:tint val="75000"/>
                  </a:schemeClr>
                </a:solidFill>
              </a:defRPr>
            </a:lvl2pPr>
            <a:lvl3pPr marL="914583" indent="0" algn="ctr">
              <a:buNone/>
              <a:defRPr>
                <a:solidFill>
                  <a:schemeClr val="tx1">
                    <a:tint val="75000"/>
                  </a:schemeClr>
                </a:solidFill>
              </a:defRPr>
            </a:lvl3pPr>
            <a:lvl4pPr marL="1371874" indent="0" algn="ctr">
              <a:buNone/>
              <a:defRPr>
                <a:solidFill>
                  <a:schemeClr val="tx1">
                    <a:tint val="75000"/>
                  </a:schemeClr>
                </a:solidFill>
              </a:defRPr>
            </a:lvl4pPr>
            <a:lvl5pPr marL="1829166" indent="0" algn="ctr">
              <a:buNone/>
              <a:defRPr>
                <a:solidFill>
                  <a:schemeClr val="tx1">
                    <a:tint val="75000"/>
                  </a:schemeClr>
                </a:solidFill>
              </a:defRPr>
            </a:lvl5pPr>
            <a:lvl6pPr marL="2286457" indent="0" algn="ctr">
              <a:buNone/>
              <a:defRPr>
                <a:solidFill>
                  <a:schemeClr val="tx1">
                    <a:tint val="75000"/>
                  </a:schemeClr>
                </a:solidFill>
              </a:defRPr>
            </a:lvl6pPr>
            <a:lvl7pPr marL="2743749" indent="0" algn="ctr">
              <a:buNone/>
              <a:defRPr>
                <a:solidFill>
                  <a:schemeClr val="tx1">
                    <a:tint val="75000"/>
                  </a:schemeClr>
                </a:solidFill>
              </a:defRPr>
            </a:lvl7pPr>
            <a:lvl8pPr marL="3201040" indent="0" algn="ctr">
              <a:buNone/>
              <a:defRPr>
                <a:solidFill>
                  <a:schemeClr val="tx1">
                    <a:tint val="75000"/>
                  </a:schemeClr>
                </a:solidFill>
              </a:defRPr>
            </a:lvl8pPr>
            <a:lvl9pPr marL="3658332"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35333" y="2184907"/>
            <a:ext cx="7346196" cy="615681"/>
          </a:xfrm>
        </p:spPr>
        <p:txBody>
          <a:bodyPr wrap="square">
            <a:spAutoFit/>
          </a:bodyPr>
          <a:lstStyle>
            <a:lvl1pPr algn="l">
              <a:defRPr sz="4001" b="1">
                <a:solidFill>
                  <a:schemeClr val="bg2"/>
                </a:solidFill>
                <a:latin typeface="Arial" pitchFamily="34" charset="0"/>
                <a:cs typeface="Arial" pitchFamily="34" charset="0"/>
              </a:defRPr>
            </a:lvl1pPr>
          </a:lstStyle>
          <a:p>
            <a:r>
              <a:rPr lang="en-US" dirty="0"/>
              <a:t>Click to Edit Master Title Style</a:t>
            </a:r>
          </a:p>
        </p:txBody>
      </p:sp>
      <p:pic>
        <p:nvPicPr>
          <p:cNvPr id="12" name="Picture 11"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70" y="11"/>
            <a:ext cx="5289698" cy="1443543"/>
          </a:xfrm>
          <a:prstGeom prst="rect">
            <a:avLst/>
          </a:prstGeom>
        </p:spPr>
      </p:pic>
      <p:pic>
        <p:nvPicPr>
          <p:cNvPr id="8" name="Picture 7"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570" y="476753"/>
            <a:ext cx="3168812" cy="656706"/>
          </a:xfrm>
          <a:prstGeom prst="rect">
            <a:avLst/>
          </a:prstGeom>
        </p:spPr>
      </p:pic>
    </p:spTree>
    <p:extLst>
      <p:ext uri="{BB962C8B-B14F-4D97-AF65-F5344CB8AC3E}">
        <p14:creationId xmlns:p14="http://schemas.microsoft.com/office/powerpoint/2010/main" val="2800875594"/>
      </p:ext>
    </p:extLst>
  </p:cSld>
  <p:clrMapOvr>
    <a:masterClrMapping/>
  </p:clrMapOvr>
</p:sldLayout>
</file>

<file path=ppt/slideLayouts/slideLayout559.xml><?xml version="1.0" encoding="utf-8"?>
<p:sldLayout xmlns:a="http://schemas.openxmlformats.org/drawingml/2006/main" xmlns:r="http://schemas.openxmlformats.org/officeDocument/2006/relationships" xmlns:p="http://schemas.openxmlformats.org/presentationml/2006/main" preserve="1" userDrawn="1">
  <p:cSld name="11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9"/>
            <a:ext cx="10962167"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0" y="1972142"/>
            <a:ext cx="10962167" cy="1385316"/>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3492524731"/>
      </p:ext>
    </p:extLst>
  </p:cSld>
  <p:clrMapOvr>
    <a:masterClrMapping/>
  </p:clrMapOvr>
</p:sldLayout>
</file>

<file path=ppt/slideLayouts/slideLayout560.xml><?xml version="1.0" encoding="utf-8"?>
<p:sldLayout xmlns:a="http://schemas.openxmlformats.org/drawingml/2006/main" xmlns:r="http://schemas.openxmlformats.org/officeDocument/2006/relationships" xmlns:p="http://schemas.openxmlformats.org/presentationml/2006/main" preserve="1" userDrawn="1">
  <p:cSld name="4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9"/>
            <a:ext cx="10962167"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100" y="1972142"/>
            <a:ext cx="10962167" cy="1385316"/>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userDrawn="1">
            <p:ph type="body" sz="quarter" idx="13"/>
          </p:nvPr>
        </p:nvSpPr>
        <p:spPr bwMode="gray">
          <a:xfrm>
            <a:off x="641100" y="127075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240126919"/>
      </p:ext>
    </p:extLst>
  </p:cSld>
  <p:clrMapOvr>
    <a:masterClrMapping/>
  </p:clrMapOvr>
</p:sldLayout>
</file>

<file path=ppt/slideLayouts/slideLayout561.xml><?xml version="1.0" encoding="utf-8"?>
<p:sldLayout xmlns:a="http://schemas.openxmlformats.org/drawingml/2006/main" xmlns:r="http://schemas.openxmlformats.org/officeDocument/2006/relationships" xmlns:p="http://schemas.openxmlformats.org/presentationml/2006/main" preserve="1" userDrawn="1">
  <p:cSld name="5_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105"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41100" y="1972142"/>
            <a:ext cx="10962167" cy="1847087"/>
          </a:xfrm>
        </p:spPr>
        <p:txBody>
          <a:bodyPr wrap="square">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1015811741"/>
      </p:ext>
    </p:extLst>
  </p:cSld>
  <p:clrMapOvr>
    <a:masterClrMapping/>
  </p:clrMapOvr>
</p:sldLayout>
</file>

<file path=ppt/slideLayouts/slideLayout562.xml><?xml version="1.0" encoding="utf-8"?>
<p:sldLayout xmlns:a="http://schemas.openxmlformats.org/drawingml/2006/main" xmlns:r="http://schemas.openxmlformats.org/officeDocument/2006/relationships" xmlns:p="http://schemas.openxmlformats.org/presentationml/2006/main" preserve="1" userDrawn="1">
  <p:cSld name="10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6" y="1972136"/>
            <a:ext cx="5435592" cy="4163389"/>
          </a:xfrm>
        </p:spPr>
        <p:txBody>
          <a:bodyPr>
            <a:noAutofit/>
          </a:bodyPr>
          <a:lstStyle>
            <a:lvl1pPr marL="0" indent="0">
              <a:buNone/>
              <a:defRPr>
                <a:latin typeface="Arial" pitchFamily="34" charset="0"/>
                <a:cs typeface="Arial" pitchFamily="34" charset="0"/>
              </a:defRPr>
            </a:lvl1pPr>
          </a:lstStyle>
          <a:p>
            <a:r>
              <a:rPr lang="en-US"/>
              <a:t>Click icon to add picture</a:t>
            </a:r>
            <a:endParaRPr lang="en-US" dirty="0"/>
          </a:p>
        </p:txBody>
      </p:sp>
      <p:sp>
        <p:nvSpPr>
          <p:cNvPr id="18" name="Text Placeholder 4"/>
          <p:cNvSpPr>
            <a:spLocks noGrp="1"/>
          </p:cNvSpPr>
          <p:nvPr>
            <p:ph type="body" sz="quarter" idx="19" hasCustomPrompt="1"/>
          </p:nvPr>
        </p:nvSpPr>
        <p:spPr bwMode="gray">
          <a:xfrm>
            <a:off x="6449080" y="1972142"/>
            <a:ext cx="5126679" cy="1385316"/>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105"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00" y="127075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239414943"/>
      </p:ext>
    </p:extLst>
  </p:cSld>
  <p:clrMapOvr>
    <a:masterClrMapping/>
  </p:clrMapOvr>
</p:sldLayout>
</file>

<file path=ppt/slideLayouts/slideLayout563.xml><?xml version="1.0" encoding="utf-8"?>
<p:sldLayout xmlns:a="http://schemas.openxmlformats.org/drawingml/2006/main" xmlns:r="http://schemas.openxmlformats.org/officeDocument/2006/relationships" xmlns:p="http://schemas.openxmlformats.org/presentationml/2006/main" preserve="1" userDrawn="1">
  <p:cSld name="5_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52259" y="4068127"/>
            <a:ext cx="7363123" cy="277063"/>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914583" rtl="0" eaLnBrk="1" fontAlgn="base" latinLnBrk="0" hangingPunct="1">
              <a:spcBef>
                <a:spcPts val="0"/>
              </a:spcBef>
              <a:spcAft>
                <a:spcPct val="0"/>
              </a:spcAft>
              <a:buClr>
                <a:schemeClr val="tx2"/>
              </a:buClr>
              <a:buFont typeface="Arial" pitchFamily="34" charset="0"/>
              <a:buNone/>
              <a:defRPr lang="en-US" sz="1800" b="1" kern="1200" baseline="0" dirty="0">
                <a:solidFill>
                  <a:schemeClr val="tx2"/>
                </a:solidFill>
                <a:latin typeface="Arial" pitchFamily="34" charset="0"/>
                <a:ea typeface="+mn-ea"/>
                <a:cs typeface="Arial" pitchFamily="34" charset="0"/>
              </a:defRPr>
            </a:lvl1pPr>
            <a:lvl2pPr marL="457291" indent="0" algn="ctr">
              <a:buNone/>
              <a:defRPr>
                <a:solidFill>
                  <a:schemeClr val="tx1">
                    <a:tint val="75000"/>
                  </a:schemeClr>
                </a:solidFill>
              </a:defRPr>
            </a:lvl2pPr>
            <a:lvl3pPr marL="914583" indent="0" algn="ctr">
              <a:buNone/>
              <a:defRPr>
                <a:solidFill>
                  <a:schemeClr val="tx1">
                    <a:tint val="75000"/>
                  </a:schemeClr>
                </a:solidFill>
              </a:defRPr>
            </a:lvl3pPr>
            <a:lvl4pPr marL="1371874" indent="0" algn="ctr">
              <a:buNone/>
              <a:defRPr>
                <a:solidFill>
                  <a:schemeClr val="tx1">
                    <a:tint val="75000"/>
                  </a:schemeClr>
                </a:solidFill>
              </a:defRPr>
            </a:lvl4pPr>
            <a:lvl5pPr marL="1829166" indent="0" algn="ctr">
              <a:buNone/>
              <a:defRPr>
                <a:solidFill>
                  <a:schemeClr val="tx1">
                    <a:tint val="75000"/>
                  </a:schemeClr>
                </a:solidFill>
              </a:defRPr>
            </a:lvl5pPr>
            <a:lvl6pPr marL="2286457" indent="0" algn="ctr">
              <a:buNone/>
              <a:defRPr>
                <a:solidFill>
                  <a:schemeClr val="tx1">
                    <a:tint val="75000"/>
                  </a:schemeClr>
                </a:solidFill>
              </a:defRPr>
            </a:lvl6pPr>
            <a:lvl7pPr marL="2743749" indent="0" algn="ctr">
              <a:buNone/>
              <a:defRPr>
                <a:solidFill>
                  <a:schemeClr val="tx1">
                    <a:tint val="75000"/>
                  </a:schemeClr>
                </a:solidFill>
              </a:defRPr>
            </a:lvl7pPr>
            <a:lvl8pPr marL="3201040" indent="0" algn="ctr">
              <a:buNone/>
              <a:defRPr>
                <a:solidFill>
                  <a:schemeClr val="tx1">
                    <a:tint val="75000"/>
                  </a:schemeClr>
                </a:solidFill>
              </a:defRPr>
            </a:lvl8pPr>
            <a:lvl9pPr marL="3658332"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52260" y="2200786"/>
            <a:ext cx="7363123" cy="615681"/>
          </a:xfrm>
          <a:noFill/>
          <a:ln w="9525">
            <a:noFill/>
            <a:miter lim="800000"/>
            <a:headEnd/>
            <a:tailEnd/>
          </a:ln>
        </p:spPr>
        <p:txBody>
          <a:bodyPr vert="horz" wrap="square" lIns="0" tIns="0" rIns="0" bIns="0" numCol="1" anchor="t" anchorCtr="0" compatLnSpc="1">
            <a:prstTxWarp prst="textNoShape">
              <a:avLst/>
            </a:prstTxWarp>
            <a:spAutoFit/>
          </a:bodyPr>
          <a:lstStyle>
            <a:lvl1pPr algn="l" defTabSz="914583" rtl="0" eaLnBrk="1" latinLnBrk="0" hangingPunct="1">
              <a:spcBef>
                <a:spcPct val="0"/>
              </a:spcBef>
              <a:buNone/>
              <a:defRPr lang="en-US" sz="4001"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70" y="11"/>
            <a:ext cx="5289698" cy="1443543"/>
          </a:xfrm>
          <a:prstGeom prst="rect">
            <a:avLst/>
          </a:prstGeom>
        </p:spPr>
      </p:pic>
      <p:pic>
        <p:nvPicPr>
          <p:cNvPr id="6" name="Picture 5"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570" y="476753"/>
            <a:ext cx="3168812" cy="656706"/>
          </a:xfrm>
          <a:prstGeom prst="rect">
            <a:avLst/>
          </a:prstGeom>
        </p:spPr>
      </p:pic>
    </p:spTree>
    <p:extLst>
      <p:ext uri="{BB962C8B-B14F-4D97-AF65-F5344CB8AC3E}">
        <p14:creationId xmlns:p14="http://schemas.microsoft.com/office/powerpoint/2010/main" val="1580881662"/>
      </p:ext>
    </p:extLst>
  </p:cSld>
  <p:clrMapOvr>
    <a:masterClrMapping/>
  </p:clrMapOvr>
</p:sldLayout>
</file>

<file path=ppt/slideLayouts/slideLayout564.xml><?xml version="1.0" encoding="utf-8"?>
<p:sldLayout xmlns:a="http://schemas.openxmlformats.org/drawingml/2006/main" xmlns:r="http://schemas.openxmlformats.org/officeDocument/2006/relationships" xmlns:p="http://schemas.openxmlformats.org/presentationml/2006/main" preserve="1" userDrawn="1">
  <p:cSld name="4_Divider Slide 2">
    <p:spTree>
      <p:nvGrpSpPr>
        <p:cNvPr id="1" name=""/>
        <p:cNvGrpSpPr/>
        <p:nvPr/>
      </p:nvGrpSpPr>
      <p:grpSpPr>
        <a:xfrm>
          <a:off x="0" y="0"/>
          <a:ext cx="0" cy="0"/>
          <a:chOff x="0" y="0"/>
          <a:chExt cx="0" cy="0"/>
        </a:xfrm>
      </p:grpSpPr>
      <p:sp>
        <p:nvSpPr>
          <p:cNvPr id="12" name="Picture Placeholder 22"/>
          <p:cNvSpPr>
            <a:spLocks noGrp="1"/>
          </p:cNvSpPr>
          <p:nvPr>
            <p:ph type="pic" sz="quarter" idx="13"/>
          </p:nvPr>
        </p:nvSpPr>
        <p:spPr bwMode="gray">
          <a:xfrm>
            <a:off x="641100" y="1972132"/>
            <a:ext cx="5467330" cy="4176092"/>
          </a:xfrm>
        </p:spPr>
        <p:txBody>
          <a:bodyPr rtlCol="0">
            <a:normAutofit/>
          </a:bodyPr>
          <a:lstStyle>
            <a:lvl1pPr>
              <a:buNone/>
              <a:defRPr>
                <a:latin typeface="Arial" pitchFamily="34" charset="0"/>
                <a:cs typeface="Arial" pitchFamily="34" charset="0"/>
              </a:defRPr>
            </a:lvl1pPr>
          </a:lstStyle>
          <a:p>
            <a:pPr lvl="0"/>
            <a:r>
              <a:rPr lang="en-US" noProof="0"/>
              <a:t>Click icon to add picture</a:t>
            </a:r>
          </a:p>
        </p:txBody>
      </p:sp>
      <p:sp>
        <p:nvSpPr>
          <p:cNvPr id="22" name="Subtitle 2"/>
          <p:cNvSpPr>
            <a:spLocks noGrp="1"/>
          </p:cNvSpPr>
          <p:nvPr>
            <p:ph type="subTitle" idx="1" hasCustomPrompt="1"/>
          </p:nvPr>
        </p:nvSpPr>
        <p:spPr bwMode="gray">
          <a:xfrm>
            <a:off x="6565453" y="4296780"/>
            <a:ext cx="5039929" cy="277063"/>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914583" rtl="0" eaLnBrk="1" fontAlgn="base" latinLnBrk="0" hangingPunct="1">
              <a:spcBef>
                <a:spcPts val="0"/>
              </a:spcBef>
              <a:spcAft>
                <a:spcPct val="0"/>
              </a:spcAft>
              <a:buClr>
                <a:schemeClr val="tx2"/>
              </a:buClr>
              <a:buFont typeface="Arial" pitchFamily="34" charset="0"/>
              <a:buNone/>
              <a:defRPr lang="en-US" sz="1800" b="1" kern="1200" baseline="0" dirty="0">
                <a:solidFill>
                  <a:schemeClr val="tx2"/>
                </a:solidFill>
                <a:latin typeface="Arial" pitchFamily="34" charset="0"/>
                <a:ea typeface="+mn-ea"/>
                <a:cs typeface="Arial" pitchFamily="34" charset="0"/>
              </a:defRPr>
            </a:lvl1pPr>
            <a:lvl2pPr marL="457291" indent="0" algn="ctr">
              <a:buNone/>
              <a:defRPr>
                <a:solidFill>
                  <a:schemeClr val="tx1">
                    <a:tint val="75000"/>
                  </a:schemeClr>
                </a:solidFill>
              </a:defRPr>
            </a:lvl2pPr>
            <a:lvl3pPr marL="914583" indent="0" algn="ctr">
              <a:buNone/>
              <a:defRPr>
                <a:solidFill>
                  <a:schemeClr val="tx1">
                    <a:tint val="75000"/>
                  </a:schemeClr>
                </a:solidFill>
              </a:defRPr>
            </a:lvl3pPr>
            <a:lvl4pPr marL="1371874" indent="0" algn="ctr">
              <a:buNone/>
              <a:defRPr>
                <a:solidFill>
                  <a:schemeClr val="tx1">
                    <a:tint val="75000"/>
                  </a:schemeClr>
                </a:solidFill>
              </a:defRPr>
            </a:lvl4pPr>
            <a:lvl5pPr marL="1829166" indent="0" algn="ctr">
              <a:buNone/>
              <a:defRPr>
                <a:solidFill>
                  <a:schemeClr val="tx1">
                    <a:tint val="75000"/>
                  </a:schemeClr>
                </a:solidFill>
              </a:defRPr>
            </a:lvl5pPr>
            <a:lvl6pPr marL="2286457" indent="0" algn="ctr">
              <a:buNone/>
              <a:defRPr>
                <a:solidFill>
                  <a:schemeClr val="tx1">
                    <a:tint val="75000"/>
                  </a:schemeClr>
                </a:solidFill>
              </a:defRPr>
            </a:lvl6pPr>
            <a:lvl7pPr marL="2743749" indent="0" algn="ctr">
              <a:buNone/>
              <a:defRPr>
                <a:solidFill>
                  <a:schemeClr val="tx1">
                    <a:tint val="75000"/>
                  </a:schemeClr>
                </a:solidFill>
              </a:defRPr>
            </a:lvl7pPr>
            <a:lvl8pPr marL="3201040" indent="0" algn="ctr">
              <a:buNone/>
              <a:defRPr>
                <a:solidFill>
                  <a:schemeClr val="tx1">
                    <a:tint val="75000"/>
                  </a:schemeClr>
                </a:solidFill>
              </a:defRPr>
            </a:lvl8pPr>
            <a:lvl9pPr marL="3658332" indent="0" algn="ctr">
              <a:buNone/>
              <a:defRPr>
                <a:solidFill>
                  <a:schemeClr val="tx1">
                    <a:tint val="75000"/>
                  </a:schemeClr>
                </a:solidFill>
              </a:defRPr>
            </a:lvl9pPr>
          </a:lstStyle>
          <a:p>
            <a:r>
              <a:rPr lang="en-US" dirty="0"/>
              <a:t>Click to Edit Master Subtitle Style</a:t>
            </a:r>
          </a:p>
        </p:txBody>
      </p:sp>
      <p:sp>
        <p:nvSpPr>
          <p:cNvPr id="23" name="Title 8"/>
          <p:cNvSpPr>
            <a:spLocks noGrp="1"/>
          </p:cNvSpPr>
          <p:nvPr>
            <p:ph type="title" hasCustomPrompt="1"/>
          </p:nvPr>
        </p:nvSpPr>
        <p:spPr bwMode="gray">
          <a:xfrm>
            <a:off x="6565456" y="1972136"/>
            <a:ext cx="5039929" cy="1231363"/>
          </a:xfrm>
          <a:noFill/>
          <a:ln w="9525">
            <a:noFill/>
            <a:miter lim="800000"/>
            <a:headEnd/>
            <a:tailEnd/>
          </a:ln>
        </p:spPr>
        <p:txBody>
          <a:bodyPr vert="horz" wrap="square" lIns="0" tIns="0" rIns="0" bIns="0" numCol="1" anchor="t" anchorCtr="0" compatLnSpc="1">
            <a:prstTxWarp prst="textNoShape">
              <a:avLst/>
            </a:prstTxWarp>
            <a:spAutoFit/>
          </a:bodyPr>
          <a:lstStyle>
            <a:lvl1pPr algn="l" defTabSz="914583" rtl="0" eaLnBrk="1" latinLnBrk="0" hangingPunct="1">
              <a:spcBef>
                <a:spcPct val="0"/>
              </a:spcBef>
              <a:buNone/>
              <a:defRPr lang="en-US" sz="4001"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70" y="11"/>
            <a:ext cx="5289698" cy="1443543"/>
          </a:xfrm>
          <a:prstGeom prst="rect">
            <a:avLst/>
          </a:prstGeom>
        </p:spPr>
      </p:pic>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36570" y="476753"/>
            <a:ext cx="3168812" cy="656706"/>
          </a:xfrm>
          <a:prstGeom prst="rect">
            <a:avLst/>
          </a:prstGeom>
        </p:spPr>
      </p:pic>
    </p:spTree>
    <p:extLst>
      <p:ext uri="{BB962C8B-B14F-4D97-AF65-F5344CB8AC3E}">
        <p14:creationId xmlns:p14="http://schemas.microsoft.com/office/powerpoint/2010/main" val="2945596913"/>
      </p:ext>
    </p:extLst>
  </p:cSld>
  <p:clrMapOvr>
    <a:masterClrMapping/>
  </p:clrMapOvr>
</p:sldLayout>
</file>

<file path=ppt/slideLayouts/slideLayout565.xml><?xml version="1.0" encoding="utf-8"?>
<p:sldLayout xmlns:a="http://schemas.openxmlformats.org/drawingml/2006/main" xmlns:r="http://schemas.openxmlformats.org/officeDocument/2006/relationships" xmlns:p="http://schemas.openxmlformats.org/presentationml/2006/main" preserve="1" userDrawn="1">
  <p:cSld name="6_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641106" y="2467547"/>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
          <p:cNvSpPr>
            <a:spLocks noGrp="1"/>
          </p:cNvSpPr>
          <p:nvPr>
            <p:ph type="body" sz="quarter" idx="11" hasCustomPrompt="1"/>
          </p:nvPr>
        </p:nvSpPr>
        <p:spPr bwMode="gray">
          <a:xfrm>
            <a:off x="6362338" y="2467547"/>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ext Placeholder 4"/>
          <p:cNvSpPr>
            <a:spLocks noGrp="1"/>
          </p:cNvSpPr>
          <p:nvPr>
            <p:ph type="body" sz="quarter" idx="12" hasCustomPrompt="1"/>
          </p:nvPr>
        </p:nvSpPr>
        <p:spPr bwMode="gray">
          <a:xfrm>
            <a:off x="641106" y="1972142"/>
            <a:ext cx="5243051" cy="286227"/>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1</a:t>
            </a:r>
          </a:p>
        </p:txBody>
      </p:sp>
      <p:sp>
        <p:nvSpPr>
          <p:cNvPr id="6" name="Text Placeholder 4"/>
          <p:cNvSpPr>
            <a:spLocks noGrp="1"/>
          </p:cNvSpPr>
          <p:nvPr>
            <p:ph type="body" sz="quarter" idx="13" hasCustomPrompt="1"/>
          </p:nvPr>
        </p:nvSpPr>
        <p:spPr bwMode="gray">
          <a:xfrm>
            <a:off x="6362338" y="1972142"/>
            <a:ext cx="5243051" cy="286227"/>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2</a:t>
            </a:r>
          </a:p>
        </p:txBody>
      </p:sp>
      <p:cxnSp>
        <p:nvCxnSpPr>
          <p:cNvPr id="8" name="Straight Connector 7"/>
          <p:cNvCxnSpPr/>
          <p:nvPr userDrawn="1"/>
        </p:nvCxnSpPr>
        <p:spPr bwMode="gray">
          <a:xfrm>
            <a:off x="641100"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bwMode="gray">
          <a:xfrm>
            <a:off x="6362331"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641105"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15" name="Text Placeholder 41"/>
          <p:cNvSpPr>
            <a:spLocks noGrp="1"/>
          </p:cNvSpPr>
          <p:nvPr>
            <p:ph type="body" sz="quarter" idx="14"/>
          </p:nvPr>
        </p:nvSpPr>
        <p:spPr bwMode="gray">
          <a:xfrm>
            <a:off x="641100" y="127075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94129352"/>
      </p:ext>
    </p:extLst>
  </p:cSld>
  <p:clrMapOvr>
    <a:masterClrMapping/>
  </p:clrMapOvr>
</p:sldLayout>
</file>

<file path=ppt/slideLayouts/slideLayout566.xml><?xml version="1.0" encoding="utf-8"?>
<p:sldLayout xmlns:a="http://schemas.openxmlformats.org/drawingml/2006/main" xmlns:r="http://schemas.openxmlformats.org/officeDocument/2006/relationships" xmlns:p="http://schemas.openxmlformats.org/presentationml/2006/main" preserve="1" userDrawn="1">
  <p:cSld name="11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641105"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17" name="Text Placeholder 4"/>
          <p:cNvSpPr>
            <a:spLocks noGrp="1"/>
          </p:cNvSpPr>
          <p:nvPr>
            <p:ph type="body" sz="quarter" idx="10" hasCustomPrompt="1"/>
          </p:nvPr>
        </p:nvSpPr>
        <p:spPr bwMode="gray">
          <a:xfrm>
            <a:off x="641106" y="2467547"/>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18" name="Text Placeholder 4"/>
          <p:cNvSpPr>
            <a:spLocks noGrp="1"/>
          </p:cNvSpPr>
          <p:nvPr>
            <p:ph type="body" sz="quarter" idx="11" hasCustomPrompt="1"/>
          </p:nvPr>
        </p:nvSpPr>
        <p:spPr bwMode="gray">
          <a:xfrm>
            <a:off x="6362338" y="2467547"/>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1" name="Text Placeholder 4"/>
          <p:cNvSpPr>
            <a:spLocks noGrp="1"/>
          </p:cNvSpPr>
          <p:nvPr>
            <p:ph type="body" sz="quarter" idx="12" hasCustomPrompt="1"/>
          </p:nvPr>
        </p:nvSpPr>
        <p:spPr bwMode="gray">
          <a:xfrm>
            <a:off x="641106" y="1972142"/>
            <a:ext cx="5243051" cy="286227"/>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1</a:t>
            </a:r>
          </a:p>
        </p:txBody>
      </p:sp>
      <p:sp>
        <p:nvSpPr>
          <p:cNvPr id="32" name="Text Placeholder 4"/>
          <p:cNvSpPr>
            <a:spLocks noGrp="1"/>
          </p:cNvSpPr>
          <p:nvPr>
            <p:ph type="body" sz="quarter" idx="13" hasCustomPrompt="1"/>
          </p:nvPr>
        </p:nvSpPr>
        <p:spPr bwMode="gray">
          <a:xfrm>
            <a:off x="6362338" y="1972142"/>
            <a:ext cx="5243051" cy="286227"/>
          </a:xfrm>
          <a:noFill/>
          <a:ln>
            <a:noFill/>
          </a:ln>
        </p:spPr>
        <p:txBody>
          <a:bodyPr wrap="square" lIns="0" tIns="0" rIns="0" bIns="0" anchor="b" anchorCtr="0">
            <a:spAutoFit/>
          </a:bodyPr>
          <a:lstStyle>
            <a:lvl1pPr marL="0" indent="0">
              <a:spcBef>
                <a:spcPts val="0"/>
              </a:spcBef>
              <a:spcAft>
                <a:spcPts val="0"/>
              </a:spcAft>
              <a:buNone/>
              <a:tabLst/>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2</a:t>
            </a:r>
          </a:p>
        </p:txBody>
      </p:sp>
      <p:cxnSp>
        <p:nvCxnSpPr>
          <p:cNvPr id="33" name="Straight Connector 32"/>
          <p:cNvCxnSpPr/>
          <p:nvPr userDrawn="1"/>
        </p:nvCxnSpPr>
        <p:spPr bwMode="gray">
          <a:xfrm>
            <a:off x="641100"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bwMode="gray">
          <a:xfrm>
            <a:off x="6362331"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641106" y="4704385"/>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6" name="Text Placeholder 4"/>
          <p:cNvSpPr>
            <a:spLocks noGrp="1"/>
          </p:cNvSpPr>
          <p:nvPr>
            <p:ph type="body" sz="quarter" idx="16" hasCustomPrompt="1"/>
          </p:nvPr>
        </p:nvSpPr>
        <p:spPr bwMode="gray">
          <a:xfrm>
            <a:off x="6362338" y="4704385"/>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7" name="Text Placeholder 4"/>
          <p:cNvSpPr>
            <a:spLocks noGrp="1"/>
          </p:cNvSpPr>
          <p:nvPr>
            <p:ph type="body" sz="quarter" idx="17" hasCustomPrompt="1"/>
          </p:nvPr>
        </p:nvSpPr>
        <p:spPr bwMode="gray">
          <a:xfrm>
            <a:off x="641106" y="4208980"/>
            <a:ext cx="5243051" cy="286227"/>
          </a:xfrm>
          <a:noFill/>
          <a:ln>
            <a:noFill/>
          </a:ln>
        </p:spPr>
        <p:txBody>
          <a:bodyPr wrap="square" lIns="0" tIns="0" rIns="0" bIns="0" anchor="b" anchorCtr="0">
            <a:spAutoFit/>
          </a:bodyPr>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lvl="0" indent="0" algn="l" defTabSz="914583" rtl="0" eaLnBrk="1" fontAlgn="base" latinLnBrk="0" hangingPunct="1">
              <a:spcBef>
                <a:spcPts val="0"/>
              </a:spcBef>
              <a:spcAft>
                <a:spcPts val="0"/>
              </a:spcAft>
              <a:buClr>
                <a:schemeClr val="bg2"/>
              </a:buClr>
              <a:tabLst/>
            </a:pPr>
            <a:r>
              <a:rPr lang="en-US" dirty="0"/>
              <a:t>Heading 3</a:t>
            </a:r>
          </a:p>
        </p:txBody>
      </p:sp>
      <p:sp>
        <p:nvSpPr>
          <p:cNvPr id="38" name="Text Placeholder 4"/>
          <p:cNvSpPr>
            <a:spLocks noGrp="1"/>
          </p:cNvSpPr>
          <p:nvPr>
            <p:ph type="body" sz="quarter" idx="18" hasCustomPrompt="1"/>
          </p:nvPr>
        </p:nvSpPr>
        <p:spPr bwMode="gray">
          <a:xfrm>
            <a:off x="6362338" y="4208980"/>
            <a:ext cx="5243051" cy="286227"/>
          </a:xfrm>
          <a:noFill/>
          <a:ln>
            <a:noFill/>
          </a:ln>
        </p:spPr>
        <p:txBody>
          <a:bodyPr wrap="square" lIns="0" tIns="0" rIns="0" bIns="0" anchor="b" anchorCtr="0">
            <a:spAutoFit/>
          </a:bodyPr>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lvl="0" indent="0" algn="l" defTabSz="914583" rtl="0" eaLnBrk="1" fontAlgn="base" latinLnBrk="0" hangingPunct="1">
              <a:spcBef>
                <a:spcPts val="0"/>
              </a:spcBef>
              <a:spcAft>
                <a:spcPts val="0"/>
              </a:spcAft>
              <a:buClr>
                <a:schemeClr val="bg2"/>
              </a:buClr>
              <a:tabLst/>
            </a:pPr>
            <a:r>
              <a:rPr lang="en-US" dirty="0"/>
              <a:t>Heading 4</a:t>
            </a:r>
          </a:p>
        </p:txBody>
      </p:sp>
      <p:cxnSp>
        <p:nvCxnSpPr>
          <p:cNvPr id="39" name="Straight Connector 38"/>
          <p:cNvCxnSpPr/>
          <p:nvPr userDrawn="1"/>
        </p:nvCxnSpPr>
        <p:spPr bwMode="gray">
          <a:xfrm>
            <a:off x="641100" y="4582119"/>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gray">
          <a:xfrm>
            <a:off x="6362331" y="4582119"/>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641100" y="127075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25743650"/>
      </p:ext>
    </p:extLst>
  </p:cSld>
  <p:clrMapOvr>
    <a:masterClrMapping/>
  </p:clrMapOvr>
</p:sldLayout>
</file>

<file path=ppt/slideLayouts/slideLayout567.xml><?xml version="1.0" encoding="utf-8"?>
<p:sldLayout xmlns:a="http://schemas.openxmlformats.org/drawingml/2006/main" xmlns:r="http://schemas.openxmlformats.org/officeDocument/2006/relationships" xmlns:p="http://schemas.openxmlformats.org/presentationml/2006/main" preserve="1" userDrawn="1">
  <p:cSld name="12_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3249935" y="1972136"/>
            <a:ext cx="2723087" cy="1261884"/>
          </a:xfrm>
          <a:ln>
            <a:noFill/>
          </a:ln>
        </p:spPr>
        <p:txBody>
          <a:bodyPr wrap="square" lIns="0" tIns="0" rIns="0" bIns="0">
            <a:spAutoFit/>
          </a:bodyPr>
          <a:lstStyle>
            <a:lvl1pPr marL="0" marR="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600">
                <a:latin typeface="Arial" pitchFamily="34" charset="0"/>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marR="0" lvl="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1</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16" name="Picture Placeholder 22"/>
          <p:cNvSpPr>
            <a:spLocks noGrp="1"/>
          </p:cNvSpPr>
          <p:nvPr>
            <p:ph type="pic" sz="quarter" idx="13"/>
          </p:nvPr>
        </p:nvSpPr>
        <p:spPr bwMode="gray">
          <a:xfrm>
            <a:off x="641106" y="1972142"/>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20" name="Title 1"/>
          <p:cNvSpPr>
            <a:spLocks noGrp="1"/>
          </p:cNvSpPr>
          <p:nvPr>
            <p:ph type="title"/>
          </p:nvPr>
        </p:nvSpPr>
        <p:spPr bwMode="gray">
          <a:xfrm>
            <a:off x="641105"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42" name="Text Placeholder 4"/>
          <p:cNvSpPr>
            <a:spLocks noGrp="1"/>
          </p:cNvSpPr>
          <p:nvPr>
            <p:ph type="body" sz="quarter" idx="19" hasCustomPrompt="1"/>
          </p:nvPr>
        </p:nvSpPr>
        <p:spPr bwMode="gray">
          <a:xfrm>
            <a:off x="8888649" y="1972136"/>
            <a:ext cx="2723087" cy="1261884"/>
          </a:xfrm>
          <a:ln>
            <a:noFill/>
          </a:ln>
        </p:spPr>
        <p:txBody>
          <a:bodyPr wrap="square" lIns="0" tIns="0" rIns="0" bIns="0">
            <a:spAutoFit/>
          </a:bodyPr>
          <a:lstStyle>
            <a:lvl1pPr marL="0" marR="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marR="0" lvl="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2</a:t>
            </a:r>
          </a:p>
          <a:p>
            <a:pPr marL="285807" lvl="1" indent="-285807" algn="l" defTabSz="914583"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3" name="Picture Placeholder 22"/>
          <p:cNvSpPr>
            <a:spLocks noGrp="1"/>
          </p:cNvSpPr>
          <p:nvPr>
            <p:ph type="pic" sz="quarter" idx="20"/>
          </p:nvPr>
        </p:nvSpPr>
        <p:spPr bwMode="gray">
          <a:xfrm>
            <a:off x="6279820" y="1972142"/>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45" name="Text Placeholder 4"/>
          <p:cNvSpPr>
            <a:spLocks noGrp="1"/>
          </p:cNvSpPr>
          <p:nvPr>
            <p:ph type="body" sz="quarter" idx="21" hasCustomPrompt="1"/>
          </p:nvPr>
        </p:nvSpPr>
        <p:spPr bwMode="gray">
          <a:xfrm>
            <a:off x="3249935" y="4242788"/>
            <a:ext cx="2723087" cy="1261884"/>
          </a:xfrm>
          <a:ln>
            <a:noFill/>
          </a:ln>
        </p:spPr>
        <p:txBody>
          <a:bodyPr wrap="square" lIns="0" tIns="0" rIns="0" bIns="0">
            <a:spAutoFit/>
          </a:bodyPr>
          <a:lstStyle>
            <a:lvl1pPr marL="0" marR="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marR="0" lvl="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3</a:t>
            </a:r>
          </a:p>
          <a:p>
            <a:pPr marL="285807" lvl="1" indent="-285807" algn="l" defTabSz="914583"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6" name="Picture Placeholder 22"/>
          <p:cNvSpPr>
            <a:spLocks noGrp="1"/>
          </p:cNvSpPr>
          <p:nvPr>
            <p:ph type="pic" sz="quarter" idx="22"/>
          </p:nvPr>
        </p:nvSpPr>
        <p:spPr bwMode="gray">
          <a:xfrm>
            <a:off x="641106" y="4242794"/>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48" name="Text Placeholder 4"/>
          <p:cNvSpPr>
            <a:spLocks noGrp="1"/>
          </p:cNvSpPr>
          <p:nvPr>
            <p:ph type="body" sz="quarter" idx="23" hasCustomPrompt="1"/>
          </p:nvPr>
        </p:nvSpPr>
        <p:spPr bwMode="gray">
          <a:xfrm>
            <a:off x="8888649" y="4242788"/>
            <a:ext cx="2723087" cy="1261884"/>
          </a:xfrm>
          <a:ln>
            <a:noFill/>
          </a:ln>
        </p:spPr>
        <p:txBody>
          <a:bodyPr wrap="square" lIns="0" tIns="0" rIns="0" bIns="0">
            <a:spAutoFit/>
          </a:bodyPr>
          <a:lstStyle>
            <a:lvl1pPr marL="0" marR="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marR="0" lvl="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4</a:t>
            </a:r>
          </a:p>
          <a:p>
            <a:pPr marL="285807" lvl="1" indent="-285807" algn="l" defTabSz="914583"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9" name="Picture Placeholder 22"/>
          <p:cNvSpPr>
            <a:spLocks noGrp="1"/>
          </p:cNvSpPr>
          <p:nvPr>
            <p:ph type="pic" sz="quarter" idx="24"/>
          </p:nvPr>
        </p:nvSpPr>
        <p:spPr bwMode="gray">
          <a:xfrm>
            <a:off x="6279820" y="4242794"/>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51" name="Text Placeholder 41"/>
          <p:cNvSpPr>
            <a:spLocks noGrp="1"/>
          </p:cNvSpPr>
          <p:nvPr>
            <p:ph type="body" sz="quarter" idx="25"/>
          </p:nvPr>
        </p:nvSpPr>
        <p:spPr bwMode="gray">
          <a:xfrm>
            <a:off x="641100" y="1270757"/>
            <a:ext cx="10962167" cy="283777"/>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marL="0" lvl="0" indent="0" algn="l" defTabSz="914583"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752082243"/>
      </p:ext>
    </p:extLst>
  </p:cSld>
  <p:clrMapOvr>
    <a:masterClrMapping/>
  </p:clrMapOvr>
</p:sldLayout>
</file>

<file path=ppt/slideLayouts/slideLayout568.xml><?xml version="1.0" encoding="utf-8"?>
<p:sldLayout xmlns:a="http://schemas.openxmlformats.org/drawingml/2006/main" xmlns:r="http://schemas.openxmlformats.org/officeDocument/2006/relationships" xmlns:p="http://schemas.openxmlformats.org/presentationml/2006/main" preserve="1" userDrawn="1">
  <p:cSld name="5_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41106" y="1972131"/>
            <a:ext cx="10964283" cy="4163390"/>
          </a:xfrm>
        </p:spPr>
        <p:txBody>
          <a:bodyPr>
            <a:noAutofit/>
          </a:bodyPr>
          <a:lstStyle>
            <a:lvl1pPr marL="0" indent="0">
              <a:buNone/>
              <a:defRPr>
                <a:latin typeface="Arial" pitchFamily="34" charset="0"/>
                <a:cs typeface="Arial" pitchFamily="34" charset="0"/>
              </a:defRPr>
            </a:lvl1pPr>
          </a:lstStyle>
          <a:p>
            <a:r>
              <a:rPr lang="en-US"/>
              <a:t>Click icon to add table</a:t>
            </a:r>
            <a:endParaRPr lang="en-US" dirty="0"/>
          </a:p>
        </p:txBody>
      </p:sp>
      <p:sp>
        <p:nvSpPr>
          <p:cNvPr id="4" name="Title 1"/>
          <p:cNvSpPr>
            <a:spLocks noGrp="1"/>
          </p:cNvSpPr>
          <p:nvPr>
            <p:ph type="title"/>
          </p:nvPr>
        </p:nvSpPr>
        <p:spPr bwMode="gray">
          <a:xfrm>
            <a:off x="641105"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8" name="Text Placeholder 41"/>
          <p:cNvSpPr>
            <a:spLocks noGrp="1"/>
          </p:cNvSpPr>
          <p:nvPr>
            <p:ph type="body" sz="quarter" idx="13"/>
          </p:nvPr>
        </p:nvSpPr>
        <p:spPr bwMode="gray">
          <a:xfrm>
            <a:off x="641100" y="1270757"/>
            <a:ext cx="10962167" cy="283777"/>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marL="0" lvl="0" indent="0" algn="l" defTabSz="914583"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1620000653"/>
      </p:ext>
    </p:extLst>
  </p:cSld>
  <p:clrMapOvr>
    <a:masterClrMapping/>
  </p:clrMapOvr>
</p:sldLayout>
</file>

<file path=ppt/slideLayouts/slideLayout569.xml><?xml version="1.0" encoding="utf-8"?>
<p:sldLayout xmlns:a="http://schemas.openxmlformats.org/drawingml/2006/main" xmlns:r="http://schemas.openxmlformats.org/officeDocument/2006/relationships" xmlns:p="http://schemas.openxmlformats.org/presentationml/2006/main" preserve="1" userDrawn="1">
  <p:cSld name="5_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41106" y="1972136"/>
            <a:ext cx="10964283" cy="4163389"/>
          </a:xfrm>
        </p:spPr>
        <p:txBody>
          <a:bodyPr>
            <a:noAutofit/>
          </a:bodyPr>
          <a:lstStyle>
            <a:lvl1pPr marL="0" indent="0">
              <a:buNone/>
              <a:defRPr>
                <a:latin typeface="Arial" pitchFamily="34" charset="0"/>
                <a:cs typeface="Arial" pitchFamily="34" charset="0"/>
              </a:defRPr>
            </a:lvl1pPr>
          </a:lstStyle>
          <a:p>
            <a:r>
              <a:rPr lang="en-US"/>
              <a:t>Click icon to add chart</a:t>
            </a:r>
            <a:endParaRPr lang="en-US" dirty="0"/>
          </a:p>
        </p:txBody>
      </p:sp>
      <p:sp>
        <p:nvSpPr>
          <p:cNvPr id="4" name="Title 1"/>
          <p:cNvSpPr>
            <a:spLocks noGrp="1"/>
          </p:cNvSpPr>
          <p:nvPr>
            <p:ph type="title"/>
          </p:nvPr>
        </p:nvSpPr>
        <p:spPr bwMode="gray">
          <a:xfrm>
            <a:off x="641105"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100" y="127075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633226138"/>
      </p:ext>
    </p:extLst>
  </p:cSld>
  <p:clrMapOvr>
    <a:masterClrMapping/>
  </p:clrMapOvr>
</p:sldLayout>
</file>

<file path=ppt/slideLayouts/slideLayout570.xml><?xml version="1.0" encoding="utf-8"?>
<p:sldLayout xmlns:a="http://schemas.openxmlformats.org/drawingml/2006/main" xmlns:r="http://schemas.openxmlformats.org/officeDocument/2006/relationships" xmlns:p="http://schemas.openxmlformats.org/presentationml/2006/main" preserve="1" userDrawn="1">
  <p:cSld name="8_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21742" y="1527651"/>
            <a:ext cx="8969807"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821743" y="3370294"/>
            <a:ext cx="9002897" cy="1892826"/>
          </a:xfrm>
          <a:prstGeom prst="rect">
            <a:avLst/>
          </a:prstGeom>
          <a:noFill/>
          <a:ln w="9525">
            <a:noFill/>
            <a:miter lim="800000"/>
            <a:headEnd/>
            <a:tailEnd/>
          </a:ln>
        </p:spPr>
        <p:txBody>
          <a:bodyPr wrap="square" lIns="0" tIns="0" rIns="0" bIns="0">
            <a:spAutoFit/>
          </a:bodyPr>
          <a:lstStyle/>
          <a:p>
            <a:pPr algn="just" defTabSz="914583" fontAlgn="auto">
              <a:spcBef>
                <a:spcPts val="600"/>
              </a:spcBef>
              <a:spcAft>
                <a:spcPts val="0"/>
              </a:spcAft>
            </a:pPr>
            <a:r>
              <a:rPr lang="en-US" sz="1000" b="1" dirty="0">
                <a:solidFill>
                  <a:srgbClr val="6D6E71"/>
                </a:solidFill>
                <a:latin typeface="Arial"/>
              </a:rPr>
              <a:t>Disclaimer </a:t>
            </a:r>
          </a:p>
          <a:p>
            <a:pPr algn="just" defTabSz="914583" fontAlgn="auto">
              <a:spcBef>
                <a:spcPts val="600"/>
              </a:spcBef>
              <a:spcAft>
                <a:spcPts val="0"/>
              </a:spcAft>
            </a:pPr>
            <a:r>
              <a:rPr lang="en-US" sz="900" dirty="0">
                <a:solidFill>
                  <a:srgbClr val="6D6E71"/>
                </a:solidFill>
                <a:latin typeface="Arial"/>
              </a:rPr>
              <a:t>Tech Mahindra Limited,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21746" y="2140675"/>
            <a:ext cx="8975995" cy="277063"/>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914583" rtl="0" eaLnBrk="1" fontAlgn="base" latinLnBrk="0" hangingPunct="1">
              <a:spcBef>
                <a:spcPts val="0"/>
              </a:spcBef>
              <a:spcAft>
                <a:spcPct val="0"/>
              </a:spcAft>
              <a:buClr>
                <a:schemeClr val="tx2"/>
              </a:buClr>
              <a:buFont typeface="Arial" pitchFamily="34" charset="0"/>
              <a:buNone/>
              <a:defRPr lang="en-US" sz="18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921267429"/>
      </p:ext>
    </p:extLst>
  </p:cSld>
  <p:clrMapOvr>
    <a:masterClrMapping/>
  </p:clrMapOvr>
</p:sldLayout>
</file>

<file path=ppt/slideLayouts/slideLayout571.xml><?xml version="1.0" encoding="utf-8"?>
<p:sldLayout xmlns:a="http://schemas.openxmlformats.org/drawingml/2006/main" xmlns:r="http://schemas.openxmlformats.org/officeDocument/2006/relationships" xmlns:p="http://schemas.openxmlformats.org/presentationml/2006/main" preserve="1" userDrawn="1">
  <p:cSld name="33_Custom Layout">
    <p:spTree>
      <p:nvGrpSpPr>
        <p:cNvPr id="1" name=""/>
        <p:cNvGrpSpPr/>
        <p:nvPr/>
      </p:nvGrpSpPr>
      <p:grpSpPr>
        <a:xfrm>
          <a:off x="0" y="0"/>
          <a:ext cx="0" cy="0"/>
          <a:chOff x="0" y="0"/>
          <a:chExt cx="0" cy="0"/>
        </a:xfrm>
      </p:grpSpPr>
      <p:sp>
        <p:nvSpPr>
          <p:cNvPr id="3" name="Rectangle 2"/>
          <p:cNvSpPr/>
          <p:nvPr userDrawn="1"/>
        </p:nvSpPr>
        <p:spPr bwMode="gray">
          <a:xfrm>
            <a:off x="0" y="0"/>
            <a:ext cx="12187238" cy="6859588"/>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defTabSz="914583" fontAlgn="auto">
              <a:spcBef>
                <a:spcPts val="0"/>
              </a:spcBef>
              <a:spcAft>
                <a:spcPts val="0"/>
              </a:spcAft>
            </a:pPr>
            <a:endParaRPr lang="en-US" sz="1800">
              <a:solidFill>
                <a:prstClr val="black"/>
              </a:solidFill>
            </a:endParaRPr>
          </a:p>
        </p:txBody>
      </p:sp>
      <p:pic>
        <p:nvPicPr>
          <p:cNvPr id="4" name="Picture 3" descr="Mahindra Logo.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2620602" y="2717861"/>
            <a:ext cx="7196320" cy="1491368"/>
          </a:xfrm>
          <a:prstGeom prst="rect">
            <a:avLst/>
          </a:prstGeom>
        </p:spPr>
      </p:pic>
    </p:spTree>
    <p:extLst>
      <p:ext uri="{BB962C8B-B14F-4D97-AF65-F5344CB8AC3E}">
        <p14:creationId xmlns:p14="http://schemas.microsoft.com/office/powerpoint/2010/main" val="1998637768"/>
      </p:ext>
    </p:extLst>
  </p:cSld>
  <p:clrMapOvr>
    <a:masterClrMapping/>
  </p:clrMapOvr>
</p:sldLayout>
</file>

<file path=ppt/slideLayouts/slideLayout572.xml><?xml version="1.0" encoding="utf-8"?>
<p:sldLayout xmlns:a="http://schemas.openxmlformats.org/drawingml/2006/main" xmlns:r="http://schemas.openxmlformats.org/officeDocument/2006/relationships" xmlns:p="http://schemas.openxmlformats.org/presentationml/2006/main" preserve="1" userDrawn="1">
  <p:cSld name="11_Agenda">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579" y="0"/>
            <a:ext cx="12176659" cy="2378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bwMode="gray">
          <a:xfrm>
            <a:off x="641099" y="727243"/>
            <a:ext cx="10964283" cy="36941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099" y="1146023"/>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8" name="Picture 7"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2" y="0"/>
            <a:ext cx="3025650" cy="825691"/>
          </a:xfrm>
          <a:prstGeom prst="rect">
            <a:avLst/>
          </a:prstGeom>
        </p:spPr>
      </p:pic>
    </p:spTree>
    <p:extLst>
      <p:ext uri="{BB962C8B-B14F-4D97-AF65-F5344CB8AC3E}">
        <p14:creationId xmlns:p14="http://schemas.microsoft.com/office/powerpoint/2010/main" val="791728655"/>
      </p:ext>
    </p:extLst>
  </p:cSld>
  <p:clrMapOvr>
    <a:masterClrMapping/>
  </p:clrMapOvr>
</p:sldLayout>
</file>

<file path=ppt/slideLayouts/slideLayout573.xml><?xml version="1.0" encoding="utf-8"?>
<p:sldLayout xmlns:a="http://schemas.openxmlformats.org/drawingml/2006/main" xmlns:r="http://schemas.openxmlformats.org/officeDocument/2006/relationships" xmlns:p="http://schemas.openxmlformats.org/presentationml/2006/main" userDrawn="1">
  <p:cSld name="12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5"/>
            <a:ext cx="10962166"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32"/>
            <a:ext cx="10962167" cy="1385316"/>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1204120760"/>
      </p:ext>
    </p:extLst>
  </p:cSld>
  <p:clrMapOvr>
    <a:masterClrMapping/>
  </p:clrMapOvr>
</p:sldLayout>
</file>

<file path=ppt/slideLayouts/slideLayout574.xml><?xml version="1.0" encoding="utf-8"?>
<p:sldLayout xmlns:a="http://schemas.openxmlformats.org/drawingml/2006/main" xmlns:r="http://schemas.openxmlformats.org/officeDocument/2006/relationships" xmlns:p="http://schemas.openxmlformats.org/presentationml/2006/main" userDrawn="1">
  <p:cSld name="34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81664113"/>
      </p:ext>
    </p:extLst>
  </p:cSld>
  <p:clrMapOvr>
    <a:masterClrMapping/>
  </p:clrMapOvr>
</p:sldLayout>
</file>

<file path=ppt/slideLayouts/slideLayout575.xml><?xml version="1.0" encoding="utf-8"?>
<p:sldLayout xmlns:a="http://schemas.openxmlformats.org/drawingml/2006/main" xmlns:r="http://schemas.openxmlformats.org/officeDocument/2006/relationships" xmlns:p="http://schemas.openxmlformats.org/presentationml/2006/main" userDrawn="1">
  <p:cSld name="35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7386789"/>
      </p:ext>
    </p:extLst>
  </p:cSld>
  <p:clrMapOvr>
    <a:masterClrMapping/>
  </p:clrMapOvr>
</p:sldLayout>
</file>

<file path=ppt/slideLayouts/slideLayout576.xml><?xml version="1.0" encoding="utf-8"?>
<p:sldLayout xmlns:a="http://schemas.openxmlformats.org/drawingml/2006/main" xmlns:r="http://schemas.openxmlformats.org/officeDocument/2006/relationships" xmlns:p="http://schemas.openxmlformats.org/presentationml/2006/main">
  <p:cSld name="7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5"/>
            <a:ext cx="10962166"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32"/>
            <a:ext cx="10962167" cy="1385316"/>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717488756"/>
      </p:ext>
    </p:extLst>
  </p:cSld>
  <p:clrMapOvr>
    <a:masterClrMapping/>
  </p:clrMapOvr>
</p:sldLayout>
</file>

<file path=ppt/slideLayouts/slideLayout577.xml><?xml version="1.0" encoding="utf-8"?>
<p:sldLayout xmlns:a="http://schemas.openxmlformats.org/drawingml/2006/main" xmlns:r="http://schemas.openxmlformats.org/officeDocument/2006/relationships" xmlns:p="http://schemas.openxmlformats.org/presentationml/2006/main">
  <p:cSld name="9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4"/>
            <a:ext cx="10962166" cy="36941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32"/>
            <a:ext cx="10962167" cy="1385316"/>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099" y="1146023"/>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854716937"/>
      </p:ext>
    </p:extLst>
  </p:cSld>
  <p:clrMapOvr>
    <a:masterClrMapping/>
  </p:clrMapOvr>
</p:sldLayout>
</file>

<file path=ppt/slideLayouts/slideLayout578.xml><?xml version="1.0" encoding="utf-8"?>
<p:sldLayout xmlns:a="http://schemas.openxmlformats.org/drawingml/2006/main" xmlns:r="http://schemas.openxmlformats.org/officeDocument/2006/relationships" xmlns:p="http://schemas.openxmlformats.org/presentationml/2006/main">
  <p:cSld name="11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4"/>
            <a:ext cx="10962166" cy="36941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32"/>
            <a:ext cx="10962167" cy="1385316"/>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099" y="1146023"/>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04292679"/>
      </p:ext>
    </p:extLst>
  </p:cSld>
  <p:clrMapOvr>
    <a:masterClrMapping/>
  </p:clrMapOvr>
</p:sldLayout>
</file>

<file path=ppt/slideLayouts/slideLayout579.xml><?xml version="1.0" encoding="utf-8"?>
<p:sldLayout xmlns:a="http://schemas.openxmlformats.org/drawingml/2006/main" xmlns:r="http://schemas.openxmlformats.org/officeDocument/2006/relationships" xmlns:p="http://schemas.openxmlformats.org/presentationml/2006/main">
  <p:cSld name="12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4"/>
            <a:ext cx="10962166" cy="36941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32"/>
            <a:ext cx="10962167" cy="1385316"/>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099" y="1146023"/>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65698242"/>
      </p:ext>
    </p:extLst>
  </p:cSld>
  <p:clrMapOvr>
    <a:masterClrMapping/>
  </p:clrMapOvr>
</p:sldLayout>
</file>

<file path=ppt/slideLayouts/slideLayout580.xml><?xml version="1.0" encoding="utf-8"?>
<p:sldLayout xmlns:a="http://schemas.openxmlformats.org/drawingml/2006/main" xmlns:r="http://schemas.openxmlformats.org/officeDocument/2006/relationships" xmlns:p="http://schemas.openxmlformats.org/presentationml/2006/main">
  <p:cSld name="14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4"/>
            <a:ext cx="10962166" cy="36941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32"/>
            <a:ext cx="10962167" cy="1385316"/>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41099" y="1146023"/>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868756379"/>
      </p:ext>
    </p:extLst>
  </p:cSld>
  <p:clrMapOvr>
    <a:masterClrMapping/>
  </p:clrMapOvr>
</p:sldLayout>
</file>

<file path=ppt/slideLayouts/slideLayout581.xml><?xml version="1.0" encoding="utf-8"?>
<p:sldLayout xmlns:a="http://schemas.openxmlformats.org/drawingml/2006/main" xmlns:r="http://schemas.openxmlformats.org/officeDocument/2006/relationships" xmlns:p="http://schemas.openxmlformats.org/presentationml/2006/main" preserve="1" userDrawn="1">
  <p:cSld name="12_Agenda">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579" y="0"/>
            <a:ext cx="12176659" cy="2378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bwMode="gray">
          <a:xfrm>
            <a:off x="641099" y="727243"/>
            <a:ext cx="10964283" cy="36941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099" y="1146023"/>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8" name="Picture 7" descr="Ridge.pdf"/>
          <p:cNvPicPr>
            <a:picLocks noChangeAspect="1"/>
          </p:cNvPicPr>
          <p:nvPr userDrawn="1"/>
        </p:nvPicPr>
        <p:blipFill>
          <a:blip r:embed="rId3" cstate="email"/>
          <a:stretch>
            <a:fillRect/>
          </a:stretch>
        </p:blipFill>
        <p:spPr bwMode="ltGray">
          <a:xfrm>
            <a:off x="612" y="0"/>
            <a:ext cx="3025650" cy="825691"/>
          </a:xfrm>
          <a:prstGeom prst="rect">
            <a:avLst/>
          </a:prstGeom>
        </p:spPr>
      </p:pic>
    </p:spTree>
    <p:extLst>
      <p:ext uri="{BB962C8B-B14F-4D97-AF65-F5344CB8AC3E}">
        <p14:creationId xmlns:p14="http://schemas.microsoft.com/office/powerpoint/2010/main" val="2191914373"/>
      </p:ext>
    </p:extLst>
  </p:cSld>
  <p:clrMapOvr>
    <a:masterClrMapping/>
  </p:clrMapOvr>
</p:sldLayout>
</file>

<file path=ppt/slideLayouts/slideLayout582.xml><?xml version="1.0" encoding="utf-8"?>
<p:sldLayout xmlns:a="http://schemas.openxmlformats.org/drawingml/2006/main" xmlns:r="http://schemas.openxmlformats.org/officeDocument/2006/relationships" xmlns:p="http://schemas.openxmlformats.org/presentationml/2006/main" userDrawn="1">
  <p:cSld name="15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5"/>
            <a:ext cx="10962166"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32"/>
            <a:ext cx="10962167" cy="1385316"/>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userDrawn="1">
            <p:ph type="body" sz="quarter" idx="13"/>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819285467"/>
      </p:ext>
    </p:extLst>
  </p:cSld>
  <p:clrMapOvr>
    <a:masterClrMapping/>
  </p:clrMapOvr>
</p:sldLayout>
</file>

<file path=ppt/slideLayouts/slideLayout583.xml><?xml version="1.0" encoding="utf-8"?>
<p:sldLayout xmlns:a="http://schemas.openxmlformats.org/drawingml/2006/main" xmlns:r="http://schemas.openxmlformats.org/officeDocument/2006/relationships" xmlns:p="http://schemas.openxmlformats.org/presentationml/2006/main" preserve="1" userDrawn="1">
  <p:cSld name="13_Agenda">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579" y="0"/>
            <a:ext cx="12176659" cy="2378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bwMode="gray">
          <a:xfrm>
            <a:off x="641099" y="727243"/>
            <a:ext cx="10964283" cy="36941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099" y="1146023"/>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8" name="Picture 7" descr="Ridge.pdf"/>
          <p:cNvPicPr>
            <a:picLocks noChangeAspect="1"/>
          </p:cNvPicPr>
          <p:nvPr userDrawn="1"/>
        </p:nvPicPr>
        <p:blipFill>
          <a:blip r:embed="rId3" cstate="email"/>
          <a:stretch>
            <a:fillRect/>
          </a:stretch>
        </p:blipFill>
        <p:spPr bwMode="ltGray">
          <a:xfrm>
            <a:off x="612" y="0"/>
            <a:ext cx="3025650" cy="825691"/>
          </a:xfrm>
          <a:prstGeom prst="rect">
            <a:avLst/>
          </a:prstGeom>
        </p:spPr>
      </p:pic>
    </p:spTree>
    <p:extLst>
      <p:ext uri="{BB962C8B-B14F-4D97-AF65-F5344CB8AC3E}">
        <p14:creationId xmlns:p14="http://schemas.microsoft.com/office/powerpoint/2010/main" val="1057654925"/>
      </p:ext>
    </p:extLst>
  </p:cSld>
  <p:clrMapOvr>
    <a:masterClrMapping/>
  </p:clrMapOvr>
</p:sldLayout>
</file>

<file path=ppt/slideLayouts/slideLayout584.xml><?xml version="1.0" encoding="utf-8"?>
<p:sldLayout xmlns:a="http://schemas.openxmlformats.org/drawingml/2006/main" xmlns:r="http://schemas.openxmlformats.org/officeDocument/2006/relationships" xmlns:p="http://schemas.openxmlformats.org/presentationml/2006/main" userDrawn="1">
  <p:cSld name="18_Title Slide">
    <p:spTree>
      <p:nvGrpSpPr>
        <p:cNvPr id="1" name=""/>
        <p:cNvGrpSpPr/>
        <p:nvPr/>
      </p:nvGrpSpPr>
      <p:grpSpPr>
        <a:xfrm>
          <a:off x="0" y="0"/>
          <a:ext cx="0" cy="0"/>
          <a:chOff x="0" y="0"/>
          <a:chExt cx="0" cy="0"/>
        </a:xfrm>
      </p:grpSpPr>
      <p:pic>
        <p:nvPicPr>
          <p:cNvPr id="6" name="Picture 11" descr="Mahindra Logo.png"/>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bwMode="gray">
          <a:xfrm>
            <a:off x="9891988" y="69325"/>
            <a:ext cx="2232210" cy="46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61465086"/>
      </p:ext>
    </p:extLst>
  </p:cSld>
  <p:clrMapOvr>
    <a:masterClrMapping/>
  </p:clrMapOvr>
</p:sldLayout>
</file>

<file path=ppt/slideLayouts/slideLayout585.xml><?xml version="1.0" encoding="utf-8"?>
<p:sldLayout xmlns:a="http://schemas.openxmlformats.org/drawingml/2006/main" xmlns:r="http://schemas.openxmlformats.org/officeDocument/2006/relationships" xmlns:p="http://schemas.openxmlformats.org/presentationml/2006/main" preserve="1" userDrawn="1">
  <p:cSld name="19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4438195"/>
      </p:ext>
    </p:extLst>
  </p:cSld>
  <p:clrMapOvr>
    <a:masterClrMapping/>
  </p:clrMapOvr>
</p:sldLayout>
</file>

<file path=ppt/slideLayouts/slideLayout586.xml><?xml version="1.0" encoding="utf-8"?>
<p:sldLayout xmlns:a="http://schemas.openxmlformats.org/drawingml/2006/main" xmlns:r="http://schemas.openxmlformats.org/officeDocument/2006/relationships" xmlns:p="http://schemas.openxmlformats.org/presentationml/2006/main" userDrawn="1">
  <p:cSld name="36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95141693"/>
      </p:ext>
    </p:extLst>
  </p:cSld>
  <p:clrMapOvr>
    <a:masterClrMapping/>
  </p:clrMapOvr>
</p:sldLayout>
</file>

<file path=ppt/slideLayouts/slideLayout587.xml><?xml version="1.0" encoding="utf-8"?>
<p:sldLayout xmlns:a="http://schemas.openxmlformats.org/drawingml/2006/main" xmlns:r="http://schemas.openxmlformats.org/officeDocument/2006/relationships" xmlns:p="http://schemas.openxmlformats.org/presentationml/2006/main" userDrawn="1">
  <p:cSld name="14_Agenda">
    <p:spTree>
      <p:nvGrpSpPr>
        <p:cNvPr id="1" name=""/>
        <p:cNvGrpSpPr/>
        <p:nvPr/>
      </p:nvGrpSpPr>
      <p:grpSpPr>
        <a:xfrm>
          <a:off x="0" y="0"/>
          <a:ext cx="0" cy="0"/>
          <a:chOff x="0" y="0"/>
          <a:chExt cx="0" cy="0"/>
        </a:xfrm>
      </p:grpSpPr>
      <p:sp>
        <p:nvSpPr>
          <p:cNvPr id="5"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8" name="Picture 7" descr="Ridge.pdf"/>
          <p:cNvPicPr>
            <a:picLocks noChangeAspect="1"/>
          </p:cNvPicPr>
          <p:nvPr userDrawn="1"/>
        </p:nvPicPr>
        <p:blipFill>
          <a:blip r:embed="rId2" cstate="email"/>
          <a:stretch>
            <a:fillRect/>
          </a:stretch>
        </p:blipFill>
        <p:spPr bwMode="ltGray">
          <a:xfrm>
            <a:off x="612" y="0"/>
            <a:ext cx="3025650" cy="825691"/>
          </a:xfrm>
          <a:prstGeom prst="rect">
            <a:avLst/>
          </a:prstGeom>
        </p:spPr>
      </p:pic>
    </p:spTree>
    <p:extLst>
      <p:ext uri="{BB962C8B-B14F-4D97-AF65-F5344CB8AC3E}">
        <p14:creationId xmlns:p14="http://schemas.microsoft.com/office/powerpoint/2010/main" val="3010695075"/>
      </p:ext>
    </p:extLst>
  </p:cSld>
  <p:clrMapOvr>
    <a:masterClrMapping/>
  </p:clrMapOvr>
</p:sldLayout>
</file>

<file path=ppt/slideLayouts/slideLayout588.xml><?xml version="1.0" encoding="utf-8"?>
<p:sldLayout xmlns:a="http://schemas.openxmlformats.org/drawingml/2006/main" xmlns:r="http://schemas.openxmlformats.org/officeDocument/2006/relationships" xmlns:p="http://schemas.openxmlformats.org/presentationml/2006/main" userDrawn="1">
  <p:cSld name="37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98671963"/>
      </p:ext>
    </p:extLst>
  </p:cSld>
  <p:clrMapOvr>
    <a:masterClrMapping/>
  </p:clrMapOvr>
</p:sldLayout>
</file>

<file path=ppt/slideLayouts/slideLayout589.xml><?xml version="1.0" encoding="utf-8"?>
<p:sldLayout xmlns:a="http://schemas.openxmlformats.org/drawingml/2006/main" xmlns:r="http://schemas.openxmlformats.org/officeDocument/2006/relationships" xmlns:p="http://schemas.openxmlformats.org/presentationml/2006/main" preserve="1" userDrawn="1">
  <p:cSld name="20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8879931"/>
      </p:ext>
    </p:extLst>
  </p:cSld>
  <p:clrMapOvr>
    <a:masterClrMapping/>
  </p:clrMapOvr>
</p:sldLayout>
</file>

<file path=ppt/slideLayouts/slideLayout590.xml><?xml version="1.0" encoding="utf-8"?>
<p:sldLayout xmlns:a="http://schemas.openxmlformats.org/drawingml/2006/main" xmlns:r="http://schemas.openxmlformats.org/officeDocument/2006/relationships" xmlns:p="http://schemas.openxmlformats.org/presentationml/2006/main" preserve="1" userDrawn="1">
  <p:cSld name="21_Title Slid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834425" y="63515"/>
            <a:ext cx="2289419" cy="431900"/>
          </a:xfrm>
          <a:prstGeom prst="rect">
            <a:avLst/>
          </a:prstGeom>
          <a:ln>
            <a:noFill/>
          </a:ln>
        </p:spPr>
      </p:pic>
    </p:spTree>
    <p:extLst>
      <p:ext uri="{BB962C8B-B14F-4D97-AF65-F5344CB8AC3E}">
        <p14:creationId xmlns:p14="http://schemas.microsoft.com/office/powerpoint/2010/main" val="2480878893"/>
      </p:ext>
    </p:extLst>
  </p:cSld>
  <p:clrMapOvr>
    <a:masterClrMapping/>
  </p:clrMapOvr>
</p:sldLayout>
</file>

<file path=ppt/slideLayouts/slideLayout591.xml><?xml version="1.0" encoding="utf-8"?>
<p:sldLayout xmlns:a="http://schemas.openxmlformats.org/drawingml/2006/main" xmlns:r="http://schemas.openxmlformats.org/officeDocument/2006/relationships" xmlns:p="http://schemas.openxmlformats.org/presentationml/2006/main" userDrawn="1">
  <p:cSld name="38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88368440"/>
      </p:ext>
    </p:extLst>
  </p:cSld>
  <p:clrMapOvr>
    <a:masterClrMapping/>
  </p:clrMapOvr>
</p:sldLayout>
</file>

<file path=ppt/slideLayouts/slideLayout592.xml><?xml version="1.0" encoding="utf-8"?>
<p:sldLayout xmlns:a="http://schemas.openxmlformats.org/drawingml/2006/main" xmlns:r="http://schemas.openxmlformats.org/officeDocument/2006/relationships" xmlns:p="http://schemas.openxmlformats.org/presentationml/2006/main" userDrawn="1">
  <p:cSld name="2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254997"/>
      </p:ext>
    </p:extLst>
  </p:cSld>
  <p:clrMapOvr>
    <a:masterClrMapping/>
  </p:clrMapOvr>
</p:sldLayout>
</file>

<file path=ppt/slideLayouts/slideLayout593.xml><?xml version="1.0" encoding="utf-8"?>
<p:sldLayout xmlns:a="http://schemas.openxmlformats.org/drawingml/2006/main" xmlns:r="http://schemas.openxmlformats.org/officeDocument/2006/relationships" xmlns:p="http://schemas.openxmlformats.org/presentationml/2006/main" userDrawn="1">
  <p:cSld name="23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5936470"/>
      </p:ext>
    </p:extLst>
  </p:cSld>
  <p:clrMapOvr>
    <a:masterClrMapping/>
  </p:clrMapOvr>
</p:sldLayout>
</file>

<file path=ppt/slideLayouts/slideLayout594.xml><?xml version="1.0" encoding="utf-8"?>
<p:sldLayout xmlns:a="http://schemas.openxmlformats.org/drawingml/2006/main" xmlns:r="http://schemas.openxmlformats.org/officeDocument/2006/relationships" xmlns:p="http://schemas.openxmlformats.org/presentationml/2006/main" userDrawn="1">
  <p:cSld name="24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5706491"/>
      </p:ext>
    </p:extLst>
  </p:cSld>
  <p:clrMapOvr>
    <a:masterClrMapping/>
  </p:clrMapOvr>
</p:sldLayout>
</file>

<file path=ppt/slideLayouts/slideLayout595.xml><?xml version="1.0" encoding="utf-8"?>
<p:sldLayout xmlns:a="http://schemas.openxmlformats.org/drawingml/2006/main" xmlns:r="http://schemas.openxmlformats.org/officeDocument/2006/relationships" xmlns:p="http://schemas.openxmlformats.org/presentationml/2006/main" userDrawn="1">
  <p:cSld name="3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0626352"/>
      </p:ext>
    </p:extLst>
  </p:cSld>
  <p:clrMapOvr>
    <a:masterClrMapping/>
  </p:clrMapOvr>
</p:sldLayout>
</file>

<file path=ppt/slideLayouts/slideLayout596.xml><?xml version="1.0" encoding="utf-8"?>
<p:sldLayout xmlns:a="http://schemas.openxmlformats.org/drawingml/2006/main" xmlns:r="http://schemas.openxmlformats.org/officeDocument/2006/relationships" xmlns:p="http://schemas.openxmlformats.org/presentationml/2006/main" userDrawn="1">
  <p:cSld name="39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92191323"/>
      </p:ext>
    </p:extLst>
  </p:cSld>
  <p:clrMapOvr>
    <a:masterClrMapping/>
  </p:clrMapOvr>
</p:sldLayout>
</file>

<file path=ppt/slideLayouts/slideLayout597.xml><?xml version="1.0" encoding="utf-8"?>
<p:sldLayout xmlns:a="http://schemas.openxmlformats.org/drawingml/2006/main" xmlns:r="http://schemas.openxmlformats.org/officeDocument/2006/relationships" xmlns:p="http://schemas.openxmlformats.org/presentationml/2006/main" preserve="1" userDrawn="1">
  <p:cSld name="15_Agenda">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579" y="0"/>
            <a:ext cx="12176659" cy="2378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bwMode="gray">
          <a:xfrm>
            <a:off x="641099" y="727243"/>
            <a:ext cx="10964283" cy="36941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099" y="1146023"/>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8" name="Picture 7" descr="Ridge.pdf"/>
          <p:cNvPicPr>
            <a:picLocks noChangeAspect="1"/>
          </p:cNvPicPr>
          <p:nvPr userDrawn="1"/>
        </p:nvPicPr>
        <p:blipFill>
          <a:blip r:embed="rId3" cstate="email"/>
          <a:stretch>
            <a:fillRect/>
          </a:stretch>
        </p:blipFill>
        <p:spPr bwMode="ltGray">
          <a:xfrm>
            <a:off x="612" y="0"/>
            <a:ext cx="3025650" cy="825691"/>
          </a:xfrm>
          <a:prstGeom prst="rect">
            <a:avLst/>
          </a:prstGeom>
        </p:spPr>
      </p:pic>
    </p:spTree>
    <p:extLst>
      <p:ext uri="{BB962C8B-B14F-4D97-AF65-F5344CB8AC3E}">
        <p14:creationId xmlns:p14="http://schemas.microsoft.com/office/powerpoint/2010/main" val="1483416852"/>
      </p:ext>
    </p:extLst>
  </p:cSld>
  <p:clrMapOvr>
    <a:masterClrMapping/>
  </p:clrMapOvr>
</p:sldLayout>
</file>

<file path=ppt/slideLayouts/slideLayout598.xml><?xml version="1.0" encoding="utf-8"?>
<p:sldLayout xmlns:a="http://schemas.openxmlformats.org/drawingml/2006/main" xmlns:r="http://schemas.openxmlformats.org/officeDocument/2006/relationships" xmlns:p="http://schemas.openxmlformats.org/presentationml/2006/main" preserve="1" userDrawn="1">
  <p:cSld name="25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1574033"/>
      </p:ext>
    </p:extLst>
  </p:cSld>
  <p:clrMapOvr>
    <a:masterClrMapping/>
  </p:clrMapOvr>
</p:sldLayout>
</file>

<file path=ppt/slideLayouts/slideLayout599.xml><?xml version="1.0" encoding="utf-8"?>
<p:sldLayout xmlns:a="http://schemas.openxmlformats.org/drawingml/2006/main" xmlns:r="http://schemas.openxmlformats.org/officeDocument/2006/relationships" xmlns:p="http://schemas.openxmlformats.org/presentationml/2006/main" preserve="1" userDrawn="1">
  <p:cSld name="26_Title Slid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834425" y="63515"/>
            <a:ext cx="2289419" cy="431900"/>
          </a:xfrm>
          <a:prstGeom prst="rect">
            <a:avLst/>
          </a:prstGeom>
          <a:ln>
            <a:noFill/>
          </a:ln>
        </p:spPr>
      </p:pic>
    </p:spTree>
    <p:extLst>
      <p:ext uri="{BB962C8B-B14F-4D97-AF65-F5344CB8AC3E}">
        <p14:creationId xmlns:p14="http://schemas.microsoft.com/office/powerpoint/2010/main" val="221744567"/>
      </p:ext>
    </p:extLst>
  </p:cSld>
  <p:clrMapOvr>
    <a:masterClrMapping/>
  </p:clrMapOvr>
</p:sldLayout>
</file>

<file path=ppt/slideLayouts/slideLayout600.xml><?xml version="1.0" encoding="utf-8"?>
<p:sldLayout xmlns:a="http://schemas.openxmlformats.org/drawingml/2006/main" xmlns:r="http://schemas.openxmlformats.org/officeDocument/2006/relationships" xmlns:p="http://schemas.openxmlformats.org/presentationml/2006/main" userDrawn="1">
  <p:cSld name="40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48125117"/>
      </p:ext>
    </p:extLst>
  </p:cSld>
  <p:clrMapOvr>
    <a:masterClrMapping/>
  </p:clrMapOvr>
</p:sldLayout>
</file>

<file path=ppt/slideLayouts/slideLayout601.xml><?xml version="1.0" encoding="utf-8"?>
<p:sldLayout xmlns:a="http://schemas.openxmlformats.org/drawingml/2006/main" xmlns:r="http://schemas.openxmlformats.org/officeDocument/2006/relationships" xmlns:p="http://schemas.openxmlformats.org/presentationml/2006/main" userDrawn="1">
  <p:cSld name="27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7547710"/>
      </p:ext>
    </p:extLst>
  </p:cSld>
  <p:clrMapOvr>
    <a:masterClrMapping/>
  </p:clrMapOvr>
</p:sldLayout>
</file>

<file path=ppt/slideLayouts/slideLayout602.xml><?xml version="1.0" encoding="utf-8"?>
<p:sldLayout xmlns:a="http://schemas.openxmlformats.org/drawingml/2006/main" xmlns:r="http://schemas.openxmlformats.org/officeDocument/2006/relationships" xmlns:p="http://schemas.openxmlformats.org/presentationml/2006/main" userDrawn="1">
  <p:cSld name="28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9576827"/>
      </p:ext>
    </p:extLst>
  </p:cSld>
  <p:clrMapOvr>
    <a:masterClrMapping/>
  </p:clrMapOvr>
</p:sldLayout>
</file>

<file path=ppt/slideLayouts/slideLayout603.xml><?xml version="1.0" encoding="utf-8"?>
<p:sldLayout xmlns:a="http://schemas.openxmlformats.org/drawingml/2006/main" xmlns:r="http://schemas.openxmlformats.org/officeDocument/2006/relationships" xmlns:p="http://schemas.openxmlformats.org/presentationml/2006/main" userDrawn="1">
  <p:cSld name="29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0906550"/>
      </p:ext>
    </p:extLst>
  </p:cSld>
  <p:clrMapOvr>
    <a:masterClrMapping/>
  </p:clrMapOvr>
</p:sldLayout>
</file>

<file path=ppt/slideLayouts/slideLayout604.xml><?xml version="1.0" encoding="utf-8"?>
<p:sldLayout xmlns:a="http://schemas.openxmlformats.org/drawingml/2006/main" xmlns:r="http://schemas.openxmlformats.org/officeDocument/2006/relationships" xmlns:p="http://schemas.openxmlformats.org/presentationml/2006/main" userDrawn="1">
  <p:cSld name="4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006187"/>
      </p:ext>
    </p:extLst>
  </p:cSld>
  <p:clrMapOvr>
    <a:masterClrMapping/>
  </p:clrMapOvr>
</p:sldLayout>
</file>

<file path=ppt/slideLayouts/slideLayout605.xml><?xml version="1.0" encoding="utf-8"?>
<p:sldLayout xmlns:a="http://schemas.openxmlformats.org/drawingml/2006/main" xmlns:r="http://schemas.openxmlformats.org/officeDocument/2006/relationships" xmlns:p="http://schemas.openxmlformats.org/presentationml/2006/main" preserve="1" userDrawn="1">
  <p:cSld name="30_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stretch>
            <a:fillRect/>
          </a:stretch>
        </p:blipFill>
        <p:spPr bwMode="ltGray">
          <a:xfrm>
            <a:off x="1069" y="1"/>
            <a:ext cx="5289698" cy="1443543"/>
          </a:xfrm>
          <a:prstGeom prst="rect">
            <a:avLst/>
          </a:prstGeom>
        </p:spPr>
      </p:pic>
      <p:sp>
        <p:nvSpPr>
          <p:cNvPr id="10" name="Slide Number Placeholder 5"/>
          <p:cNvSpPr txBox="1">
            <a:spLocks/>
          </p:cNvSpPr>
          <p:nvPr userDrawn="1"/>
        </p:nvSpPr>
        <p:spPr bwMode="auto">
          <a:xfrm>
            <a:off x="11810964" y="6615562"/>
            <a:ext cx="157094" cy="153888"/>
          </a:xfrm>
          <a:prstGeom prst="rect">
            <a:avLst/>
          </a:prstGeom>
          <a:noFill/>
          <a:ln w="9525">
            <a:noFill/>
            <a:miter lim="800000"/>
            <a:headEnd/>
            <a:tailEnd/>
          </a:ln>
        </p:spPr>
        <p:txBody>
          <a:bodyPr wrap="none" lIns="0" tIns="0" rIns="0" bIns="0" anchor="ctr">
            <a:spAutoFit/>
          </a:bodyPr>
          <a:lstStyle/>
          <a:p>
            <a:pPr algn="r" defTabSz="914583" fontAlgn="auto">
              <a:spcBef>
                <a:spcPts val="0"/>
              </a:spcBef>
              <a:spcAft>
                <a:spcPts val="0"/>
              </a:spcAft>
              <a:defRPr/>
            </a:pPr>
            <a:fld id="{6856ECDB-1CEE-4F69-ADCA-557460F2116E}" type="slidenum">
              <a:rPr lang="en-US" sz="1000">
                <a:solidFill>
                  <a:srgbClr val="6D6E71"/>
                </a:solidFill>
                <a:latin typeface="Arial"/>
              </a:rPr>
              <a:pPr algn="r" defTabSz="914583" fontAlgn="auto">
                <a:spcBef>
                  <a:spcPts val="0"/>
                </a:spcBef>
                <a:spcAft>
                  <a:spcPts val="0"/>
                </a:spcAft>
                <a:defRPr/>
              </a:pPr>
              <a:t>‹#›</a:t>
            </a:fld>
            <a:endParaRPr lang="en-US" sz="1000" dirty="0">
              <a:solidFill>
                <a:srgbClr val="6D6E71"/>
              </a:solidFill>
              <a:latin typeface="Arial"/>
            </a:endParaRPr>
          </a:p>
        </p:txBody>
      </p:sp>
    </p:spTree>
    <p:extLst>
      <p:ext uri="{BB962C8B-B14F-4D97-AF65-F5344CB8AC3E}">
        <p14:creationId xmlns:p14="http://schemas.microsoft.com/office/powerpoint/2010/main" val="530367945"/>
      </p:ext>
    </p:extLst>
  </p:cSld>
  <p:clrMapOvr>
    <a:masterClrMapping/>
  </p:clrMapOvr>
</p:sldLayout>
</file>

<file path=ppt/slideLayouts/slideLayout606.xml><?xml version="1.0" encoding="utf-8"?>
<p:sldLayout xmlns:a="http://schemas.openxmlformats.org/drawingml/2006/main" xmlns:r="http://schemas.openxmlformats.org/officeDocument/2006/relationships" xmlns:p="http://schemas.openxmlformats.org/presentationml/2006/main" preserve="1" userDrawn="1">
  <p:cSld name="13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5"/>
            <a:ext cx="10962166"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32"/>
            <a:ext cx="10962167" cy="1385316"/>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1058237577"/>
      </p:ext>
    </p:extLst>
  </p:cSld>
  <p:clrMapOvr>
    <a:masterClrMapping/>
  </p:clrMapOvr>
</p:sldLayout>
</file>

<file path=ppt/slideLayouts/slideLayout607.xml><?xml version="1.0" encoding="utf-8"?>
<p:sldLayout xmlns:a="http://schemas.openxmlformats.org/drawingml/2006/main" xmlns:r="http://schemas.openxmlformats.org/officeDocument/2006/relationships" xmlns:p="http://schemas.openxmlformats.org/presentationml/2006/main" preserve="1" userDrawn="1">
  <p:cSld name="9_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21739" y="1527649"/>
            <a:ext cx="8969807"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821741" y="3370293"/>
            <a:ext cx="9002897" cy="1892826"/>
          </a:xfrm>
          <a:prstGeom prst="rect">
            <a:avLst/>
          </a:prstGeom>
          <a:noFill/>
          <a:ln w="9525">
            <a:noFill/>
            <a:miter lim="800000"/>
            <a:headEnd/>
            <a:tailEnd/>
          </a:ln>
        </p:spPr>
        <p:txBody>
          <a:bodyPr wrap="square" lIns="0" tIns="0" rIns="0" bIns="0">
            <a:spAutoFit/>
          </a:bodyPr>
          <a:lstStyle/>
          <a:p>
            <a:pPr algn="just" defTabSz="914583" fontAlgn="auto">
              <a:spcBef>
                <a:spcPts val="600"/>
              </a:spcBef>
              <a:spcAft>
                <a:spcPts val="0"/>
              </a:spcAft>
            </a:pPr>
            <a:r>
              <a:rPr lang="en-US" sz="1000" b="1" dirty="0">
                <a:solidFill>
                  <a:srgbClr val="6D6E71"/>
                </a:solidFill>
                <a:latin typeface="Arial"/>
              </a:rPr>
              <a:t>Disclaimer </a:t>
            </a:r>
          </a:p>
          <a:p>
            <a:pPr algn="just" defTabSz="914583" fontAlgn="auto">
              <a:spcBef>
                <a:spcPts val="600"/>
              </a:spcBef>
              <a:spcAft>
                <a:spcPts val="0"/>
              </a:spcAft>
            </a:pPr>
            <a:r>
              <a:rPr lang="en-US" sz="900" dirty="0">
                <a:solidFill>
                  <a:srgbClr val="6D6E71"/>
                </a:solidFill>
                <a:latin typeface="Arial"/>
              </a:rPr>
              <a:t>Tech Mahindra Limited,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21740" y="2140665"/>
            <a:ext cx="8975995" cy="277063"/>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914583" rtl="0" eaLnBrk="1" fontAlgn="base" latinLnBrk="0" hangingPunct="1">
              <a:spcBef>
                <a:spcPts val="0"/>
              </a:spcBef>
              <a:spcAft>
                <a:spcPct val="0"/>
              </a:spcAft>
              <a:buClr>
                <a:schemeClr val="tx2"/>
              </a:buClr>
              <a:buFont typeface="Arial" pitchFamily="34" charset="0"/>
              <a:buNone/>
              <a:defRPr lang="en-US" sz="18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379362616"/>
      </p:ext>
    </p:extLst>
  </p:cSld>
  <p:clrMapOvr>
    <a:masterClrMapping/>
  </p:clrMapOvr>
</p:sldLayout>
</file>

<file path=ppt/slideLayouts/slideLayout608.xml><?xml version="1.0" encoding="utf-8"?>
<p:sldLayout xmlns:a="http://schemas.openxmlformats.org/drawingml/2006/main" xmlns:r="http://schemas.openxmlformats.org/officeDocument/2006/relationships" xmlns:p="http://schemas.openxmlformats.org/presentationml/2006/main" userDrawn="1">
  <p:cSld name="14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5"/>
            <a:ext cx="10962166"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32"/>
            <a:ext cx="10962167" cy="1385316"/>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354751496"/>
      </p:ext>
    </p:extLst>
  </p:cSld>
  <p:clrMapOvr>
    <a:masterClrMapping/>
  </p:clrMapOvr>
</p:sldLayout>
</file>

<file path=ppt/slideLayouts/slideLayout609.xml><?xml version="1.0" encoding="utf-8"?>
<p:sldLayout xmlns:a="http://schemas.openxmlformats.org/drawingml/2006/main" xmlns:r="http://schemas.openxmlformats.org/officeDocument/2006/relationships" xmlns:p="http://schemas.openxmlformats.org/presentationml/2006/main" userDrawn="1">
  <p:cSld name="4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06240" y="575980"/>
            <a:ext cx="11381104" cy="492571"/>
          </a:xfrm>
        </p:spPr>
        <p:txBody>
          <a:bodyPr/>
          <a:lstStyle/>
          <a:p>
            <a:r>
              <a:rPr lang="en-US"/>
              <a:t>Click to edit Master title style</a:t>
            </a:r>
          </a:p>
        </p:txBody>
      </p:sp>
    </p:spTree>
    <p:extLst>
      <p:ext uri="{BB962C8B-B14F-4D97-AF65-F5344CB8AC3E}">
        <p14:creationId xmlns:p14="http://schemas.microsoft.com/office/powerpoint/2010/main" val="2497915898"/>
      </p:ext>
    </p:extLst>
  </p:cSld>
  <p:clrMapOvr>
    <a:masterClrMapping/>
  </p:clrMapOvr>
</p:sldLayout>
</file>

<file path=ppt/slideLayouts/slideLayout610.xml><?xml version="1.0" encoding="utf-8"?>
<p:sldLayout xmlns:a="http://schemas.openxmlformats.org/drawingml/2006/main" xmlns:r="http://schemas.openxmlformats.org/officeDocument/2006/relationships" xmlns:p="http://schemas.openxmlformats.org/presentationml/2006/main" preserve="1" userDrawn="1">
  <p:cSld name="16_Agenda">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579" y="0"/>
            <a:ext cx="12176659" cy="2378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bwMode="gray">
          <a:xfrm>
            <a:off x="641099" y="727243"/>
            <a:ext cx="10964283" cy="36941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099" y="1146023"/>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8" name="Picture 7" descr="Ridge.pdf"/>
          <p:cNvPicPr>
            <a:picLocks noChangeAspect="1"/>
          </p:cNvPicPr>
          <p:nvPr userDrawn="1"/>
        </p:nvPicPr>
        <p:blipFill>
          <a:blip r:embed="rId3" cstate="email"/>
          <a:stretch>
            <a:fillRect/>
          </a:stretch>
        </p:blipFill>
        <p:spPr bwMode="ltGray">
          <a:xfrm>
            <a:off x="612" y="0"/>
            <a:ext cx="3025650" cy="825691"/>
          </a:xfrm>
          <a:prstGeom prst="rect">
            <a:avLst/>
          </a:prstGeom>
        </p:spPr>
      </p:pic>
    </p:spTree>
    <p:extLst>
      <p:ext uri="{BB962C8B-B14F-4D97-AF65-F5344CB8AC3E}">
        <p14:creationId xmlns:p14="http://schemas.microsoft.com/office/powerpoint/2010/main" val="3835412694"/>
      </p:ext>
    </p:extLst>
  </p:cSld>
  <p:clrMapOvr>
    <a:masterClrMapping/>
  </p:clrMapOvr>
</p:sldLayout>
</file>

<file path=ppt/slideLayouts/slideLayout611.xml><?xml version="1.0" encoding="utf-8"?>
<p:sldLayout xmlns:a="http://schemas.openxmlformats.org/drawingml/2006/main" xmlns:r="http://schemas.openxmlformats.org/officeDocument/2006/relationships" xmlns:p="http://schemas.openxmlformats.org/presentationml/2006/main" preserve="1" userDrawn="1">
  <p:cSld name="31_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stretch>
            <a:fillRect/>
          </a:stretch>
        </p:blipFill>
        <p:spPr bwMode="ltGray">
          <a:xfrm>
            <a:off x="1069" y="1"/>
            <a:ext cx="5289698" cy="1443543"/>
          </a:xfrm>
          <a:prstGeom prst="rect">
            <a:avLst/>
          </a:prstGeom>
        </p:spPr>
      </p:pic>
      <p:sp>
        <p:nvSpPr>
          <p:cNvPr id="10" name="Slide Number Placeholder 5"/>
          <p:cNvSpPr txBox="1">
            <a:spLocks/>
          </p:cNvSpPr>
          <p:nvPr userDrawn="1"/>
        </p:nvSpPr>
        <p:spPr bwMode="auto">
          <a:xfrm>
            <a:off x="11810964" y="6615562"/>
            <a:ext cx="157094" cy="153888"/>
          </a:xfrm>
          <a:prstGeom prst="rect">
            <a:avLst/>
          </a:prstGeom>
          <a:noFill/>
          <a:ln w="9525">
            <a:noFill/>
            <a:miter lim="800000"/>
            <a:headEnd/>
            <a:tailEnd/>
          </a:ln>
        </p:spPr>
        <p:txBody>
          <a:bodyPr wrap="none" lIns="0" tIns="0" rIns="0" bIns="0" anchor="ctr">
            <a:spAutoFit/>
          </a:bodyPr>
          <a:lstStyle/>
          <a:p>
            <a:pPr algn="r" defTabSz="914583" fontAlgn="auto">
              <a:spcBef>
                <a:spcPts val="0"/>
              </a:spcBef>
              <a:spcAft>
                <a:spcPts val="0"/>
              </a:spcAft>
              <a:defRPr/>
            </a:pPr>
            <a:fld id="{6856ECDB-1CEE-4F69-ADCA-557460F2116E}" type="slidenum">
              <a:rPr lang="en-US" sz="1000">
                <a:solidFill>
                  <a:srgbClr val="6D6E71"/>
                </a:solidFill>
                <a:latin typeface="Arial"/>
              </a:rPr>
              <a:pPr algn="r" defTabSz="914583" fontAlgn="auto">
                <a:spcBef>
                  <a:spcPts val="0"/>
                </a:spcBef>
                <a:spcAft>
                  <a:spcPts val="0"/>
                </a:spcAft>
                <a:defRPr/>
              </a:pPr>
              <a:t>‹#›</a:t>
            </a:fld>
            <a:endParaRPr lang="en-US" sz="1000" dirty="0">
              <a:solidFill>
                <a:srgbClr val="6D6E71"/>
              </a:solidFill>
              <a:latin typeface="Arial"/>
            </a:endParaRPr>
          </a:p>
        </p:txBody>
      </p:sp>
      <p:pic>
        <p:nvPicPr>
          <p:cNvPr id="7" name="Picture 6" descr="Mahindra Logo.png"/>
          <p:cNvPicPr>
            <a:picLocks noChangeAspect="1"/>
          </p:cNvPicPr>
          <p:nvPr userDrawn="1"/>
        </p:nvPicPr>
        <p:blipFill>
          <a:blip r:embed="rId3" cstate="email"/>
          <a:stretch>
            <a:fillRect/>
          </a:stretch>
        </p:blipFill>
        <p:spPr bwMode="gray">
          <a:xfrm>
            <a:off x="8436570" y="476753"/>
            <a:ext cx="3168812" cy="656706"/>
          </a:xfrm>
          <a:prstGeom prst="rect">
            <a:avLst/>
          </a:prstGeom>
        </p:spPr>
      </p:pic>
    </p:spTree>
    <p:extLst>
      <p:ext uri="{BB962C8B-B14F-4D97-AF65-F5344CB8AC3E}">
        <p14:creationId xmlns:p14="http://schemas.microsoft.com/office/powerpoint/2010/main" val="3920613764"/>
      </p:ext>
    </p:extLst>
  </p:cSld>
  <p:clrMapOvr>
    <a:masterClrMapping/>
  </p:clrMapOvr>
</p:sldLayout>
</file>

<file path=ppt/slideLayouts/slideLayout612.xml><?xml version="1.0" encoding="utf-8"?>
<p:sldLayout xmlns:a="http://schemas.openxmlformats.org/drawingml/2006/main" xmlns:r="http://schemas.openxmlformats.org/officeDocument/2006/relationships" xmlns:p="http://schemas.openxmlformats.org/presentationml/2006/main" preserve="1" userDrawn="1">
  <p:cSld name="15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5"/>
            <a:ext cx="10962166"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32"/>
            <a:ext cx="10962167" cy="1385316"/>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1846372856"/>
      </p:ext>
    </p:extLst>
  </p:cSld>
  <p:clrMapOvr>
    <a:masterClrMapping/>
  </p:clrMapOvr>
</p:sldLayout>
</file>

<file path=ppt/slideLayouts/slideLayout613.xml><?xml version="1.0" encoding="utf-8"?>
<p:sldLayout xmlns:a="http://schemas.openxmlformats.org/drawingml/2006/main" xmlns:r="http://schemas.openxmlformats.org/officeDocument/2006/relationships" xmlns:p="http://schemas.openxmlformats.org/presentationml/2006/main" preserve="1" userDrawn="1">
  <p:cSld name="16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100" y="719305"/>
            <a:ext cx="10962166"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099" y="1972132"/>
            <a:ext cx="10962167" cy="1385316"/>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userDrawn="1">
            <p:ph type="body" sz="quarter" idx="13"/>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056791834"/>
      </p:ext>
    </p:extLst>
  </p:cSld>
  <p:clrMapOvr>
    <a:masterClrMapping/>
  </p:clrMapOvr>
</p:sldLayout>
</file>

<file path=ppt/slideLayouts/slideLayout614.xml><?xml version="1.0" encoding="utf-8"?>
<p:sldLayout xmlns:a="http://schemas.openxmlformats.org/drawingml/2006/main" xmlns:r="http://schemas.openxmlformats.org/officeDocument/2006/relationships" xmlns:p="http://schemas.openxmlformats.org/presentationml/2006/main" preserve="1" userDrawn="1">
  <p:cSld name="6_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41099" y="1972132"/>
            <a:ext cx="10962167" cy="1847087"/>
          </a:xfrm>
        </p:spPr>
        <p:txBody>
          <a:bodyPr wrap="square">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435387" indent="-285807">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1714843" indent="-273105">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520" indent="-228646">
              <a:spcBef>
                <a:spcPts val="0"/>
              </a:spcBef>
              <a:spcAft>
                <a:spcPts val="0"/>
              </a:spcAft>
              <a:buSzPct val="70000"/>
              <a:defRPr sz="1800" baseline="0">
                <a:latin typeface="Arial" pitchFamily="34" charset="0"/>
                <a:cs typeface="Arial" pitchFamily="34" charset="0"/>
              </a:defRPr>
            </a:lvl8pPr>
            <a:lvl9pPr marL="1824403" indent="-223883">
              <a:spcBef>
                <a:spcPts val="0"/>
              </a:spcBef>
              <a:spcAft>
                <a:spcPts val="0"/>
              </a:spcAft>
              <a:buSzPct val="70000"/>
              <a:buFont typeface="Arial" pitchFamily="34" charset="0"/>
              <a:buChar char="–"/>
              <a:defRPr sz="1800">
                <a:latin typeface="Arial" pitchFamily="34" charset="0"/>
                <a:cs typeface="Arial" pitchFamily="34" charset="0"/>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176648319"/>
      </p:ext>
    </p:extLst>
  </p:cSld>
  <p:clrMapOvr>
    <a:masterClrMapping/>
  </p:clrMapOvr>
</p:sldLayout>
</file>

<file path=ppt/slideLayouts/slideLayout615.xml><?xml version="1.0" encoding="utf-8"?>
<p:sldLayout xmlns:a="http://schemas.openxmlformats.org/drawingml/2006/main" xmlns:r="http://schemas.openxmlformats.org/officeDocument/2006/relationships" xmlns:p="http://schemas.openxmlformats.org/presentationml/2006/main" preserve="1" userDrawn="1">
  <p:cSld name="17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101" y="1972132"/>
            <a:ext cx="5435592" cy="4163389"/>
          </a:xfrm>
        </p:spPr>
        <p:txBody>
          <a:bodyPr>
            <a:noAutofit/>
          </a:bodyPr>
          <a:lstStyle>
            <a:lvl1pPr marL="0" indent="0">
              <a:buNone/>
              <a:defRPr>
                <a:latin typeface="Arial" pitchFamily="34" charset="0"/>
                <a:cs typeface="Arial" pitchFamily="34" charset="0"/>
              </a:defRPr>
            </a:lvl1pPr>
          </a:lstStyle>
          <a:p>
            <a:r>
              <a:rPr lang="en-US"/>
              <a:t>Click icon to add picture</a:t>
            </a:r>
            <a:endParaRPr lang="en-US" dirty="0"/>
          </a:p>
        </p:txBody>
      </p:sp>
      <p:sp>
        <p:nvSpPr>
          <p:cNvPr id="18" name="Text Placeholder 4"/>
          <p:cNvSpPr>
            <a:spLocks noGrp="1"/>
          </p:cNvSpPr>
          <p:nvPr>
            <p:ph type="body" sz="quarter" idx="19" hasCustomPrompt="1"/>
          </p:nvPr>
        </p:nvSpPr>
        <p:spPr bwMode="gray">
          <a:xfrm>
            <a:off x="6449080" y="1972132"/>
            <a:ext cx="5126679" cy="1385316"/>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543375921"/>
      </p:ext>
    </p:extLst>
  </p:cSld>
  <p:clrMapOvr>
    <a:masterClrMapping/>
  </p:clrMapOvr>
</p:sldLayout>
</file>

<file path=ppt/slideLayouts/slideLayout616.xml><?xml version="1.0" encoding="utf-8"?>
<p:sldLayout xmlns:a="http://schemas.openxmlformats.org/drawingml/2006/main" xmlns:r="http://schemas.openxmlformats.org/officeDocument/2006/relationships" xmlns:p="http://schemas.openxmlformats.org/presentationml/2006/main" preserve="1" userDrawn="1">
  <p:cSld name="7_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641101" y="2467547"/>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
          <p:cNvSpPr>
            <a:spLocks noGrp="1"/>
          </p:cNvSpPr>
          <p:nvPr>
            <p:ph type="body" sz="quarter" idx="11" hasCustomPrompt="1"/>
          </p:nvPr>
        </p:nvSpPr>
        <p:spPr bwMode="gray">
          <a:xfrm>
            <a:off x="6362332" y="2467547"/>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ext Placeholder 4"/>
          <p:cNvSpPr>
            <a:spLocks noGrp="1"/>
          </p:cNvSpPr>
          <p:nvPr>
            <p:ph type="body" sz="quarter" idx="12" hasCustomPrompt="1"/>
          </p:nvPr>
        </p:nvSpPr>
        <p:spPr bwMode="gray">
          <a:xfrm>
            <a:off x="641101" y="1972132"/>
            <a:ext cx="5243051" cy="286227"/>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1</a:t>
            </a:r>
          </a:p>
        </p:txBody>
      </p:sp>
      <p:sp>
        <p:nvSpPr>
          <p:cNvPr id="6" name="Text Placeholder 4"/>
          <p:cNvSpPr>
            <a:spLocks noGrp="1"/>
          </p:cNvSpPr>
          <p:nvPr>
            <p:ph type="body" sz="quarter" idx="13" hasCustomPrompt="1"/>
          </p:nvPr>
        </p:nvSpPr>
        <p:spPr bwMode="gray">
          <a:xfrm>
            <a:off x="6362332" y="1972132"/>
            <a:ext cx="5243051" cy="286227"/>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2</a:t>
            </a:r>
          </a:p>
        </p:txBody>
      </p:sp>
      <p:cxnSp>
        <p:nvCxnSpPr>
          <p:cNvPr id="8" name="Straight Connector 7"/>
          <p:cNvCxnSpPr/>
          <p:nvPr userDrawn="1"/>
        </p:nvCxnSpPr>
        <p:spPr bwMode="gray">
          <a:xfrm>
            <a:off x="641100"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bwMode="gray">
          <a:xfrm>
            <a:off x="6362331"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15" name="Text Placeholder 41"/>
          <p:cNvSpPr>
            <a:spLocks noGrp="1"/>
          </p:cNvSpPr>
          <p:nvPr>
            <p:ph type="body" sz="quarter" idx="14"/>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135890351"/>
      </p:ext>
    </p:extLst>
  </p:cSld>
  <p:clrMapOvr>
    <a:masterClrMapping/>
  </p:clrMapOvr>
</p:sldLayout>
</file>

<file path=ppt/slideLayouts/slideLayout617.xml><?xml version="1.0" encoding="utf-8"?>
<p:sldLayout xmlns:a="http://schemas.openxmlformats.org/drawingml/2006/main" xmlns:r="http://schemas.openxmlformats.org/officeDocument/2006/relationships" xmlns:p="http://schemas.openxmlformats.org/presentationml/2006/main" preserve="1" userDrawn="1">
  <p:cSld name="13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17" name="Text Placeholder 4"/>
          <p:cNvSpPr>
            <a:spLocks noGrp="1"/>
          </p:cNvSpPr>
          <p:nvPr>
            <p:ph type="body" sz="quarter" idx="10" hasCustomPrompt="1"/>
          </p:nvPr>
        </p:nvSpPr>
        <p:spPr bwMode="gray">
          <a:xfrm>
            <a:off x="641101" y="2467547"/>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18" name="Text Placeholder 4"/>
          <p:cNvSpPr>
            <a:spLocks noGrp="1"/>
          </p:cNvSpPr>
          <p:nvPr>
            <p:ph type="body" sz="quarter" idx="11" hasCustomPrompt="1"/>
          </p:nvPr>
        </p:nvSpPr>
        <p:spPr bwMode="gray">
          <a:xfrm>
            <a:off x="6362332" y="2467547"/>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1" name="Text Placeholder 4"/>
          <p:cNvSpPr>
            <a:spLocks noGrp="1"/>
          </p:cNvSpPr>
          <p:nvPr>
            <p:ph type="body" sz="quarter" idx="12" hasCustomPrompt="1"/>
          </p:nvPr>
        </p:nvSpPr>
        <p:spPr bwMode="gray">
          <a:xfrm>
            <a:off x="641101" y="1972132"/>
            <a:ext cx="5243051" cy="286227"/>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1</a:t>
            </a:r>
          </a:p>
        </p:txBody>
      </p:sp>
      <p:sp>
        <p:nvSpPr>
          <p:cNvPr id="32" name="Text Placeholder 4"/>
          <p:cNvSpPr>
            <a:spLocks noGrp="1"/>
          </p:cNvSpPr>
          <p:nvPr>
            <p:ph type="body" sz="quarter" idx="13" hasCustomPrompt="1"/>
          </p:nvPr>
        </p:nvSpPr>
        <p:spPr bwMode="gray">
          <a:xfrm>
            <a:off x="6362332" y="1972132"/>
            <a:ext cx="5243051" cy="286227"/>
          </a:xfrm>
          <a:noFill/>
          <a:ln>
            <a:noFill/>
          </a:ln>
        </p:spPr>
        <p:txBody>
          <a:bodyPr wrap="square" lIns="0" tIns="0" rIns="0" bIns="0" anchor="b" anchorCtr="0">
            <a:spAutoFit/>
          </a:bodyPr>
          <a:lstStyle>
            <a:lvl1pPr marL="0" indent="0">
              <a:spcBef>
                <a:spcPts val="0"/>
              </a:spcBef>
              <a:spcAft>
                <a:spcPts val="0"/>
              </a:spcAft>
              <a:buNone/>
              <a:tabLst/>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lvl="0"/>
            <a:r>
              <a:rPr lang="en-US" dirty="0"/>
              <a:t>Heading 2</a:t>
            </a:r>
          </a:p>
        </p:txBody>
      </p:sp>
      <p:cxnSp>
        <p:nvCxnSpPr>
          <p:cNvPr id="33" name="Straight Connector 32"/>
          <p:cNvCxnSpPr/>
          <p:nvPr userDrawn="1"/>
        </p:nvCxnSpPr>
        <p:spPr bwMode="gray">
          <a:xfrm>
            <a:off x="641100"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bwMode="gray">
          <a:xfrm>
            <a:off x="6362331" y="2345281"/>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641101" y="4704385"/>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6" name="Text Placeholder 4"/>
          <p:cNvSpPr>
            <a:spLocks noGrp="1"/>
          </p:cNvSpPr>
          <p:nvPr>
            <p:ph type="body" sz="quarter" idx="16" hasCustomPrompt="1"/>
          </p:nvPr>
        </p:nvSpPr>
        <p:spPr bwMode="gray">
          <a:xfrm>
            <a:off x="6362332" y="4704385"/>
            <a:ext cx="5243051" cy="143113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229" indent="-233410">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290571" lvl="0" indent="-290571" algn="l" defTabSz="91458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614" lvl="2" indent="-279456" algn="l" defTabSz="91458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1070" lvl="3" indent="-279456" algn="l" defTabSz="91458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877" lvl="4" indent="-285807" algn="l" defTabSz="93363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387" lvl="5" indent="-285807" algn="l" defTabSz="91458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7" name="Text Placeholder 4"/>
          <p:cNvSpPr>
            <a:spLocks noGrp="1"/>
          </p:cNvSpPr>
          <p:nvPr>
            <p:ph type="body" sz="quarter" idx="17" hasCustomPrompt="1"/>
          </p:nvPr>
        </p:nvSpPr>
        <p:spPr bwMode="gray">
          <a:xfrm>
            <a:off x="641101" y="4208970"/>
            <a:ext cx="5243051" cy="286227"/>
          </a:xfrm>
          <a:noFill/>
          <a:ln>
            <a:noFill/>
          </a:ln>
        </p:spPr>
        <p:txBody>
          <a:bodyPr wrap="square" lIns="0" tIns="0" rIns="0" bIns="0" anchor="b" anchorCtr="0">
            <a:spAutoFit/>
          </a:bodyPr>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lvl="0" indent="0" algn="l" defTabSz="914583" rtl="0" eaLnBrk="1" fontAlgn="base" latinLnBrk="0" hangingPunct="1">
              <a:spcBef>
                <a:spcPts val="0"/>
              </a:spcBef>
              <a:spcAft>
                <a:spcPts val="0"/>
              </a:spcAft>
              <a:buClr>
                <a:schemeClr val="bg2"/>
              </a:buClr>
              <a:tabLst/>
            </a:pPr>
            <a:r>
              <a:rPr lang="en-US" dirty="0"/>
              <a:t>Heading 3</a:t>
            </a:r>
          </a:p>
        </p:txBody>
      </p:sp>
      <p:sp>
        <p:nvSpPr>
          <p:cNvPr id="38" name="Text Placeholder 4"/>
          <p:cNvSpPr>
            <a:spLocks noGrp="1"/>
          </p:cNvSpPr>
          <p:nvPr>
            <p:ph type="body" sz="quarter" idx="18" hasCustomPrompt="1"/>
          </p:nvPr>
        </p:nvSpPr>
        <p:spPr bwMode="gray">
          <a:xfrm>
            <a:off x="6362332" y="4208970"/>
            <a:ext cx="5243051" cy="286227"/>
          </a:xfrm>
          <a:noFill/>
          <a:ln>
            <a:noFill/>
          </a:ln>
        </p:spPr>
        <p:txBody>
          <a:bodyPr wrap="square" lIns="0" tIns="0" rIns="0" bIns="0" anchor="b" anchorCtr="0">
            <a:spAutoFit/>
          </a:bodyPr>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lvl="0" indent="0" algn="l" defTabSz="914583" rtl="0" eaLnBrk="1" fontAlgn="base" latinLnBrk="0" hangingPunct="1">
              <a:spcBef>
                <a:spcPts val="0"/>
              </a:spcBef>
              <a:spcAft>
                <a:spcPts val="0"/>
              </a:spcAft>
              <a:buClr>
                <a:schemeClr val="bg2"/>
              </a:buClr>
              <a:tabLst/>
            </a:pPr>
            <a:r>
              <a:rPr lang="en-US" dirty="0"/>
              <a:t>Heading 4</a:t>
            </a:r>
          </a:p>
        </p:txBody>
      </p:sp>
      <p:cxnSp>
        <p:nvCxnSpPr>
          <p:cNvPr id="39" name="Straight Connector 38"/>
          <p:cNvCxnSpPr/>
          <p:nvPr userDrawn="1"/>
        </p:nvCxnSpPr>
        <p:spPr bwMode="gray">
          <a:xfrm>
            <a:off x="641100" y="4582119"/>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gray">
          <a:xfrm>
            <a:off x="6362331" y="4582119"/>
            <a:ext cx="5206835"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23989215"/>
      </p:ext>
    </p:extLst>
  </p:cSld>
  <p:clrMapOvr>
    <a:masterClrMapping/>
  </p:clrMapOvr>
</p:sldLayout>
</file>

<file path=ppt/slideLayouts/slideLayout618.xml><?xml version="1.0" encoding="utf-8"?>
<p:sldLayout xmlns:a="http://schemas.openxmlformats.org/drawingml/2006/main" xmlns:r="http://schemas.openxmlformats.org/officeDocument/2006/relationships" xmlns:p="http://schemas.openxmlformats.org/presentationml/2006/main" preserve="1" userDrawn="1">
  <p:cSld name="14_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3249929" y="1972132"/>
            <a:ext cx="2723087" cy="1261884"/>
          </a:xfrm>
          <a:ln>
            <a:noFill/>
          </a:ln>
        </p:spPr>
        <p:txBody>
          <a:bodyPr wrap="square" lIns="0" tIns="0" rIns="0" bIns="0">
            <a:spAutoFit/>
          </a:bodyPr>
          <a:lstStyle>
            <a:lvl1pPr marL="0" marR="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600">
                <a:latin typeface="Arial" pitchFamily="34" charset="0"/>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marR="0" lvl="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1</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16" name="Picture Placeholder 22"/>
          <p:cNvSpPr>
            <a:spLocks noGrp="1"/>
          </p:cNvSpPr>
          <p:nvPr>
            <p:ph type="pic" sz="quarter" idx="13"/>
          </p:nvPr>
        </p:nvSpPr>
        <p:spPr bwMode="gray">
          <a:xfrm>
            <a:off x="641101" y="1972132"/>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20"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42" name="Text Placeholder 4"/>
          <p:cNvSpPr>
            <a:spLocks noGrp="1"/>
          </p:cNvSpPr>
          <p:nvPr>
            <p:ph type="body" sz="quarter" idx="19" hasCustomPrompt="1"/>
          </p:nvPr>
        </p:nvSpPr>
        <p:spPr bwMode="gray">
          <a:xfrm>
            <a:off x="8888643" y="1972132"/>
            <a:ext cx="2723087" cy="1261884"/>
          </a:xfrm>
          <a:ln>
            <a:noFill/>
          </a:ln>
        </p:spPr>
        <p:txBody>
          <a:bodyPr wrap="square" lIns="0" tIns="0" rIns="0" bIns="0">
            <a:spAutoFit/>
          </a:bodyPr>
          <a:lstStyle>
            <a:lvl1pPr marL="0" marR="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marR="0" lvl="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2</a:t>
            </a:r>
          </a:p>
          <a:p>
            <a:pPr marL="285807" lvl="1" indent="-285807" algn="l" defTabSz="914583"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3" name="Picture Placeholder 22"/>
          <p:cNvSpPr>
            <a:spLocks noGrp="1"/>
          </p:cNvSpPr>
          <p:nvPr>
            <p:ph type="pic" sz="quarter" idx="20"/>
          </p:nvPr>
        </p:nvSpPr>
        <p:spPr bwMode="gray">
          <a:xfrm>
            <a:off x="6279815" y="1972132"/>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45" name="Text Placeholder 4"/>
          <p:cNvSpPr>
            <a:spLocks noGrp="1"/>
          </p:cNvSpPr>
          <p:nvPr>
            <p:ph type="body" sz="quarter" idx="21" hasCustomPrompt="1"/>
          </p:nvPr>
        </p:nvSpPr>
        <p:spPr bwMode="gray">
          <a:xfrm>
            <a:off x="3249929" y="4242784"/>
            <a:ext cx="2723087" cy="1261884"/>
          </a:xfrm>
          <a:ln>
            <a:noFill/>
          </a:ln>
        </p:spPr>
        <p:txBody>
          <a:bodyPr wrap="square" lIns="0" tIns="0" rIns="0" bIns="0">
            <a:spAutoFit/>
          </a:bodyPr>
          <a:lstStyle>
            <a:lvl1pPr marL="0" marR="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marR="0" lvl="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3</a:t>
            </a:r>
          </a:p>
          <a:p>
            <a:pPr marL="285807" lvl="1" indent="-285807" algn="l" defTabSz="914583"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6" name="Picture Placeholder 22"/>
          <p:cNvSpPr>
            <a:spLocks noGrp="1"/>
          </p:cNvSpPr>
          <p:nvPr>
            <p:ph type="pic" sz="quarter" idx="22"/>
          </p:nvPr>
        </p:nvSpPr>
        <p:spPr bwMode="gray">
          <a:xfrm>
            <a:off x="641101" y="4242784"/>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48" name="Text Placeholder 4"/>
          <p:cNvSpPr>
            <a:spLocks noGrp="1"/>
          </p:cNvSpPr>
          <p:nvPr>
            <p:ph type="body" sz="quarter" idx="23" hasCustomPrompt="1"/>
          </p:nvPr>
        </p:nvSpPr>
        <p:spPr bwMode="gray">
          <a:xfrm>
            <a:off x="8888643" y="4242784"/>
            <a:ext cx="2723087" cy="1261884"/>
          </a:xfrm>
          <a:ln>
            <a:noFill/>
          </a:ln>
        </p:spPr>
        <p:txBody>
          <a:bodyPr wrap="square" lIns="0" tIns="0" rIns="0" bIns="0">
            <a:spAutoFit/>
          </a:bodyPr>
          <a:lstStyle>
            <a:lvl1pPr marL="0" marR="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229" indent="-233410">
              <a:spcBef>
                <a:spcPts val="0"/>
              </a:spcBef>
              <a:spcAft>
                <a:spcPts val="0"/>
              </a:spcAft>
              <a:buSzPct val="70000"/>
              <a:defRPr sz="1800">
                <a:latin typeface="+mj-lt"/>
              </a:defRPr>
            </a:lvl6pPr>
            <a:lvl7pPr marL="1371874" indent="-228646">
              <a:spcBef>
                <a:spcPts val="0"/>
              </a:spcBef>
              <a:spcAft>
                <a:spcPts val="0"/>
              </a:spcAft>
              <a:buSzPct val="70000"/>
              <a:buFont typeface="Arial" pitchFamily="34" charset="0"/>
              <a:buChar char="–"/>
              <a:defRPr sz="1800" baseline="0">
                <a:latin typeface="+mj-lt"/>
              </a:defRPr>
            </a:lvl7pPr>
            <a:lvl8pPr marL="1600520" indent="-228646">
              <a:spcBef>
                <a:spcPts val="0"/>
              </a:spcBef>
              <a:spcAft>
                <a:spcPts val="0"/>
              </a:spcAft>
              <a:buSzPct val="70000"/>
              <a:defRPr sz="1800" baseline="0">
                <a:latin typeface="+mj-lt"/>
              </a:defRPr>
            </a:lvl8pPr>
            <a:lvl9pPr marL="1824403" indent="-223883">
              <a:spcBef>
                <a:spcPts val="0"/>
              </a:spcBef>
              <a:spcAft>
                <a:spcPts val="0"/>
              </a:spcAft>
              <a:buSzPct val="70000"/>
              <a:buFont typeface="Arial" pitchFamily="34" charset="0"/>
              <a:buChar char="–"/>
              <a:defRPr sz="1800">
                <a:latin typeface="+mj-lt"/>
              </a:defRPr>
            </a:lvl9pPr>
          </a:lstStyle>
          <a:p>
            <a:pPr marL="0" marR="0" lvl="0" indent="0" algn="l" defTabSz="914583"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4</a:t>
            </a:r>
          </a:p>
          <a:p>
            <a:pPr marL="285807" lvl="1" indent="-285807" algn="l" defTabSz="914583"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9" name="Picture Placeholder 22"/>
          <p:cNvSpPr>
            <a:spLocks noGrp="1"/>
          </p:cNvSpPr>
          <p:nvPr>
            <p:ph type="pic" sz="quarter" idx="24"/>
          </p:nvPr>
        </p:nvSpPr>
        <p:spPr bwMode="gray">
          <a:xfrm>
            <a:off x="6279815" y="4242784"/>
            <a:ext cx="2304149" cy="1892737"/>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51" name="Text Placeholder 41"/>
          <p:cNvSpPr>
            <a:spLocks noGrp="1"/>
          </p:cNvSpPr>
          <p:nvPr>
            <p:ph type="body" sz="quarter" idx="25"/>
          </p:nvPr>
        </p:nvSpPr>
        <p:spPr bwMode="gray">
          <a:xfrm>
            <a:off x="641099" y="1270747"/>
            <a:ext cx="10962167" cy="283777"/>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marL="0" lvl="0" indent="0" algn="l" defTabSz="914583"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973272354"/>
      </p:ext>
    </p:extLst>
  </p:cSld>
  <p:clrMapOvr>
    <a:masterClrMapping/>
  </p:clrMapOvr>
</p:sldLayout>
</file>

<file path=ppt/slideLayouts/slideLayout619.xml><?xml version="1.0" encoding="utf-8"?>
<p:sldLayout xmlns:a="http://schemas.openxmlformats.org/drawingml/2006/main" xmlns:r="http://schemas.openxmlformats.org/officeDocument/2006/relationships" xmlns:p="http://schemas.openxmlformats.org/presentationml/2006/main" preserve="1" userDrawn="1">
  <p:cSld name="6_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41101" y="1972131"/>
            <a:ext cx="10964283" cy="4163390"/>
          </a:xfrm>
        </p:spPr>
        <p:txBody>
          <a:bodyPr>
            <a:noAutofit/>
          </a:bodyPr>
          <a:lstStyle>
            <a:lvl1pPr marL="0" indent="0">
              <a:buNone/>
              <a:defRPr>
                <a:latin typeface="Arial" pitchFamily="34" charset="0"/>
                <a:cs typeface="Arial" pitchFamily="34" charset="0"/>
              </a:defRPr>
            </a:lvl1pPr>
          </a:lstStyle>
          <a:p>
            <a:r>
              <a:rPr lang="en-US"/>
              <a:t>Click icon to add table</a:t>
            </a:r>
            <a:endParaRPr lang="en-US" dirty="0"/>
          </a:p>
        </p:txBody>
      </p:sp>
      <p:sp>
        <p:nvSpPr>
          <p:cNvPr id="4"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8" name="Text Placeholder 41"/>
          <p:cNvSpPr>
            <a:spLocks noGrp="1"/>
          </p:cNvSpPr>
          <p:nvPr>
            <p:ph type="body" sz="quarter" idx="13"/>
          </p:nvPr>
        </p:nvSpPr>
        <p:spPr bwMode="gray">
          <a:xfrm>
            <a:off x="641099" y="1270747"/>
            <a:ext cx="10962167" cy="283777"/>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marL="0" lvl="0" indent="0" algn="l" defTabSz="914583"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3879844809"/>
      </p:ext>
    </p:extLst>
  </p:cSld>
  <p:clrMapOvr>
    <a:masterClrMapping/>
  </p:clrMapOvr>
</p:sldLayout>
</file>

<file path=ppt/slideLayouts/slideLayout620.xml><?xml version="1.0" encoding="utf-8"?>
<p:sldLayout xmlns:a="http://schemas.openxmlformats.org/drawingml/2006/main" xmlns:r="http://schemas.openxmlformats.org/officeDocument/2006/relationships" xmlns:p="http://schemas.openxmlformats.org/presentationml/2006/main" preserve="1" userDrawn="1">
  <p:cSld name="6_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41101" y="1972132"/>
            <a:ext cx="10964283" cy="4163389"/>
          </a:xfrm>
        </p:spPr>
        <p:txBody>
          <a:bodyPr>
            <a:noAutofit/>
          </a:bodyPr>
          <a:lstStyle>
            <a:lvl1pPr marL="0" indent="0">
              <a:buNone/>
              <a:defRPr>
                <a:latin typeface="Arial" pitchFamily="34" charset="0"/>
                <a:cs typeface="Arial" pitchFamily="34" charset="0"/>
              </a:defRPr>
            </a:lvl1pPr>
          </a:lstStyle>
          <a:p>
            <a:r>
              <a:rPr lang="en-US"/>
              <a:t>Click icon to add chart</a:t>
            </a:r>
            <a:endParaRPr lang="en-US" dirty="0"/>
          </a:p>
        </p:txBody>
      </p:sp>
      <p:sp>
        <p:nvSpPr>
          <p:cNvPr id="4" name="Title 1"/>
          <p:cNvSpPr>
            <a:spLocks noGrp="1"/>
          </p:cNvSpPr>
          <p:nvPr>
            <p:ph type="title"/>
          </p:nvPr>
        </p:nvSpPr>
        <p:spPr bwMode="gray">
          <a:xfrm>
            <a:off x="641099" y="727244"/>
            <a:ext cx="10964283"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099" y="1270747"/>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176993818"/>
      </p:ext>
    </p:extLst>
  </p:cSld>
  <p:clrMapOvr>
    <a:masterClrMapping/>
  </p:clrMapOvr>
</p:sldLayout>
</file>

<file path=ppt/slideLayouts/slideLayout621.xml><?xml version="1.0" encoding="utf-8"?>
<p:sldLayout xmlns:a="http://schemas.openxmlformats.org/drawingml/2006/main" xmlns:r="http://schemas.openxmlformats.org/officeDocument/2006/relationships" xmlns:p="http://schemas.openxmlformats.org/presentationml/2006/main" preserve="1" userDrawn="1">
  <p:cSld name="10_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21739" y="1527649"/>
            <a:ext cx="8969807" cy="49255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1"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821741" y="3370293"/>
            <a:ext cx="9002897" cy="1892826"/>
          </a:xfrm>
          <a:prstGeom prst="rect">
            <a:avLst/>
          </a:prstGeom>
          <a:noFill/>
          <a:ln w="9525">
            <a:noFill/>
            <a:miter lim="800000"/>
            <a:headEnd/>
            <a:tailEnd/>
          </a:ln>
        </p:spPr>
        <p:txBody>
          <a:bodyPr wrap="square" lIns="0" tIns="0" rIns="0" bIns="0">
            <a:spAutoFit/>
          </a:bodyPr>
          <a:lstStyle/>
          <a:p>
            <a:pPr algn="just" defTabSz="914583" fontAlgn="auto">
              <a:spcBef>
                <a:spcPts val="600"/>
              </a:spcBef>
              <a:spcAft>
                <a:spcPts val="0"/>
              </a:spcAft>
            </a:pPr>
            <a:r>
              <a:rPr lang="en-US" sz="1000" b="1" dirty="0">
                <a:solidFill>
                  <a:srgbClr val="6D6E71"/>
                </a:solidFill>
                <a:latin typeface="Arial"/>
              </a:rPr>
              <a:t>Disclaimer </a:t>
            </a:r>
          </a:p>
          <a:p>
            <a:pPr algn="just" defTabSz="914583" fontAlgn="auto">
              <a:spcBef>
                <a:spcPts val="600"/>
              </a:spcBef>
              <a:spcAft>
                <a:spcPts val="0"/>
              </a:spcAft>
            </a:pPr>
            <a:r>
              <a:rPr lang="en-US" sz="900" dirty="0">
                <a:solidFill>
                  <a:srgbClr val="6D6E71"/>
                </a:solidFill>
                <a:latin typeface="Arial"/>
              </a:rPr>
              <a:t>Satyam Computer Services Limited, herein referred to as MSAT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MSAT or its subsidiaries. Any unauthorized use, disclosure or public dissemination of information contained herein is prohibited. Unless specifically noted, MSAT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MSAT. Information contained in a presentation hosted or promoted by MSAT is provided “as is” without warranty of any kind, either expressed or implied, including any warranty of merchantability or fitness for a particular purpose. MSAT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21740" y="2140665"/>
            <a:ext cx="8975995" cy="277063"/>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914583" rtl="0" eaLnBrk="1" fontAlgn="base" latinLnBrk="0" hangingPunct="1">
              <a:spcBef>
                <a:spcPts val="0"/>
              </a:spcBef>
              <a:spcAft>
                <a:spcPct val="0"/>
              </a:spcAft>
              <a:buClr>
                <a:schemeClr val="tx2"/>
              </a:buClr>
              <a:buFont typeface="Arial" pitchFamily="34" charset="0"/>
              <a:buNone/>
              <a:defRPr lang="en-US" sz="18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
        <p:nvSpPr>
          <p:cNvPr id="8" name="TextBox 20"/>
          <p:cNvSpPr txBox="1">
            <a:spLocks noChangeArrowheads="1"/>
          </p:cNvSpPr>
          <p:nvPr userDrawn="1"/>
        </p:nvSpPr>
        <p:spPr bwMode="gray">
          <a:xfrm>
            <a:off x="641101" y="6630936"/>
            <a:ext cx="2551981" cy="123111"/>
          </a:xfrm>
          <a:prstGeom prst="rect">
            <a:avLst/>
          </a:prstGeom>
          <a:noFill/>
          <a:ln w="9525">
            <a:noFill/>
            <a:miter lim="800000"/>
            <a:headEnd/>
            <a:tailEnd/>
          </a:ln>
        </p:spPr>
        <p:txBody>
          <a:bodyPr wrap="none" lIns="0" tIns="0" rIns="0" bIns="0">
            <a:spAutoFit/>
          </a:bodyPr>
          <a:lstStyle/>
          <a:p>
            <a:pPr defTabSz="914583" fontAlgn="auto">
              <a:spcBef>
                <a:spcPts val="0"/>
              </a:spcBef>
              <a:spcAft>
                <a:spcPts val="0"/>
              </a:spcAft>
              <a:defRPr/>
            </a:pPr>
            <a:r>
              <a:rPr lang="en-US" sz="800" dirty="0">
                <a:solidFill>
                  <a:srgbClr val="6D6E71"/>
                </a:solidFill>
                <a:latin typeface="Arial"/>
              </a:rPr>
              <a:t>Copyright © 2012 Mahindra Satyam. All rights reserved.</a:t>
            </a:r>
          </a:p>
        </p:txBody>
      </p:sp>
    </p:spTree>
    <p:extLst>
      <p:ext uri="{BB962C8B-B14F-4D97-AF65-F5344CB8AC3E}">
        <p14:creationId xmlns:p14="http://schemas.microsoft.com/office/powerpoint/2010/main" val="4153586696"/>
      </p:ext>
    </p:extLst>
  </p:cSld>
  <p:clrMapOvr>
    <a:masterClrMapping/>
  </p:clrMapOvr>
</p:sldLayout>
</file>

<file path=ppt/slideLayouts/slideLayout622.xml><?xml version="1.0" encoding="utf-8"?>
<p:sldLayout xmlns:a="http://schemas.openxmlformats.org/drawingml/2006/main" xmlns:r="http://schemas.openxmlformats.org/officeDocument/2006/relationships" xmlns:p="http://schemas.openxmlformats.org/presentationml/2006/main" preserve="1" userDrawn="1">
  <p:cSld name="18_Agenda">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579" y="0"/>
            <a:ext cx="12176659" cy="2378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bwMode="gray">
          <a:xfrm>
            <a:off x="641099" y="727243"/>
            <a:ext cx="10964283" cy="36941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14583"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099" y="1146023"/>
            <a:ext cx="10962167" cy="283777"/>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8" name="Picture 7"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2" y="0"/>
            <a:ext cx="3025650" cy="825691"/>
          </a:xfrm>
          <a:prstGeom prst="rect">
            <a:avLst/>
          </a:prstGeom>
        </p:spPr>
      </p:pic>
    </p:spTree>
    <p:extLst>
      <p:ext uri="{BB962C8B-B14F-4D97-AF65-F5344CB8AC3E}">
        <p14:creationId xmlns:p14="http://schemas.microsoft.com/office/powerpoint/2010/main" val="3332810620"/>
      </p:ext>
    </p:extLst>
  </p:cSld>
  <p:clrMapOvr>
    <a:masterClrMapping/>
  </p:clrMapOvr>
</p:sldLayout>
</file>

<file path=ppt/slideLayouts/slideLayout623.xml><?xml version="1.0" encoding="utf-8"?>
<p:sldLayout xmlns:a="http://schemas.openxmlformats.org/drawingml/2006/main" xmlns:r="http://schemas.openxmlformats.org/officeDocument/2006/relationships" xmlns:p="http://schemas.openxmlformats.org/presentationml/2006/main" userDrawn="1">
  <p:cSld name="4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06240" y="575980"/>
            <a:ext cx="11381104" cy="492571"/>
          </a:xfrm>
        </p:spPr>
        <p:txBody>
          <a:bodyPr/>
          <a:lstStyle/>
          <a:p>
            <a:r>
              <a:rPr lang="en-US"/>
              <a:t>Click to edit Master title style</a:t>
            </a:r>
          </a:p>
        </p:txBody>
      </p:sp>
    </p:spTree>
    <p:extLst>
      <p:ext uri="{BB962C8B-B14F-4D97-AF65-F5344CB8AC3E}">
        <p14:creationId xmlns:p14="http://schemas.microsoft.com/office/powerpoint/2010/main" val="1715986303"/>
      </p:ext>
    </p:extLst>
  </p:cSld>
  <p:clrMapOvr>
    <a:masterClrMapping/>
  </p:clrMapOvr>
</p:sldLayout>
</file>

<file path=ppt/slideLayouts/slideLayout62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41101" y="1972132"/>
            <a:ext cx="10945239" cy="13849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xfrm>
            <a:off x="3757732" y="6516608"/>
            <a:ext cx="2437448" cy="304871"/>
          </a:xfrm>
          <a:prstGeom prst="rect">
            <a:avLst/>
          </a:prstGeom>
        </p:spPr>
        <p:txBody>
          <a:bodyPr/>
          <a:lstStyle>
            <a:lvl1pPr>
              <a:defRPr>
                <a:cs typeface="+mn-cs"/>
              </a:defRPr>
            </a:lvl1pPr>
          </a:lstStyle>
          <a:p>
            <a:pPr defTabSz="914583">
              <a:defRPr/>
            </a:pPr>
            <a:fld id="{FD45A799-3F3D-4C12-A66C-3CF2C57DED83}" type="datetime1">
              <a:rPr lang="en-US" sz="1800" smtClean="0">
                <a:solidFill>
                  <a:prstClr val="black"/>
                </a:solidFill>
                <a:latin typeface="Arial"/>
              </a:rPr>
              <a:pPr defTabSz="914583">
                <a:defRPr/>
              </a:pPr>
              <a:t>10/28/2025</a:t>
            </a:fld>
            <a:endParaRPr lang="en-US" sz="1800">
              <a:solidFill>
                <a:prstClr val="black"/>
              </a:solidFill>
              <a:latin typeface="Arial"/>
            </a:endParaRPr>
          </a:p>
        </p:txBody>
      </p:sp>
      <p:sp>
        <p:nvSpPr>
          <p:cNvPr id="5" name="Rectangle 7"/>
          <p:cNvSpPr>
            <a:spLocks noGrp="1" noChangeArrowheads="1"/>
          </p:cNvSpPr>
          <p:nvPr>
            <p:ph type="ftr" sz="quarter" idx="11"/>
          </p:nvPr>
        </p:nvSpPr>
        <p:spPr>
          <a:xfrm>
            <a:off x="4367094" y="6478502"/>
            <a:ext cx="4570214" cy="347744"/>
          </a:xfrm>
          <a:prstGeom prst="rect">
            <a:avLst/>
          </a:prstGeom>
        </p:spPr>
        <p:txBody>
          <a:bodyPr/>
          <a:lstStyle>
            <a:lvl1pPr>
              <a:defRPr/>
            </a:lvl1pPr>
          </a:lstStyle>
          <a:p>
            <a:pPr defTabSz="914583">
              <a:defRPr/>
            </a:pPr>
            <a:r>
              <a:rPr lang="en-US" sz="1800">
                <a:solidFill>
                  <a:prstClr val="black"/>
                </a:solidFill>
                <a:latin typeface="Arial"/>
                <a:cs typeface="+mn-cs"/>
              </a:rPr>
              <a:t>CONFIDENTIAL© Copyright 2009 Tech Mahindra Limited</a:t>
            </a:r>
          </a:p>
        </p:txBody>
      </p:sp>
      <p:sp>
        <p:nvSpPr>
          <p:cNvPr id="6" name="Rectangle 8"/>
          <p:cNvSpPr>
            <a:spLocks noGrp="1" noChangeArrowheads="1"/>
          </p:cNvSpPr>
          <p:nvPr>
            <p:ph type="sldNum" sz="quarter" idx="12"/>
          </p:nvPr>
        </p:nvSpPr>
        <p:spPr>
          <a:xfrm>
            <a:off x="11780997" y="6511845"/>
            <a:ext cx="406241" cy="228653"/>
          </a:xfrm>
          <a:prstGeom prst="rect">
            <a:avLst/>
          </a:prstGeom>
        </p:spPr>
        <p:txBody>
          <a:bodyPr/>
          <a:lstStyle>
            <a:lvl1pPr>
              <a:defRPr/>
            </a:lvl1pPr>
          </a:lstStyle>
          <a:p>
            <a:pPr defTabSz="914583">
              <a:defRPr/>
            </a:pPr>
            <a:fld id="{13F0FFAF-BE8B-44EA-B82A-0A8CD05EFF8A}" type="slidenum">
              <a:rPr lang="en-US" sz="1800" smtClean="0">
                <a:solidFill>
                  <a:prstClr val="black"/>
                </a:solidFill>
                <a:latin typeface="Arial"/>
                <a:cs typeface="+mn-cs"/>
              </a:rPr>
              <a:pPr defTabSz="914583">
                <a:defRPr/>
              </a:pPr>
              <a:t>‹#›</a:t>
            </a:fld>
            <a:endParaRPr lang="en-US" sz="1800">
              <a:solidFill>
                <a:prstClr val="black"/>
              </a:solidFill>
              <a:latin typeface="Arial"/>
              <a:cs typeface="+mn-cs"/>
            </a:endParaRPr>
          </a:p>
        </p:txBody>
      </p:sp>
    </p:spTree>
    <p:extLst>
      <p:ext uri="{BB962C8B-B14F-4D97-AF65-F5344CB8AC3E}">
        <p14:creationId xmlns:p14="http://schemas.microsoft.com/office/powerpoint/2010/main" val="4187978930"/>
      </p:ext>
    </p:extLst>
  </p:cSld>
  <p:clrMapOvr>
    <a:masterClrMapping/>
  </p:clrMapOvr>
  <p:transition>
    <p:strips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image" Target="../media/image1.png"/><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6" Type="http://schemas.openxmlformats.org/officeDocument/2006/relationships/image" Target="../media/image1.png"/><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theme" Target="../theme/theme4.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18" Type="http://schemas.openxmlformats.org/officeDocument/2006/relationships/theme" Target="../theme/theme5.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10" Type="http://schemas.openxmlformats.org/officeDocument/2006/relationships/slideLayout" Target="../slideLayouts/slideLayout51.xml"/><Relationship Id="rId19" Type="http://schemas.openxmlformats.org/officeDocument/2006/relationships/image" Target="../media/image10.png"/><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slideLayout" Target="../slideLayouts/slideLayout71.xml"/><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slideLayout" Target="../slideLayouts/slideLayout70.xml"/><Relationship Id="rId2" Type="http://schemas.openxmlformats.org/officeDocument/2006/relationships/slideLayout" Target="../slideLayouts/slideLayout60.xml"/><Relationship Id="rId16" Type="http://schemas.openxmlformats.org/officeDocument/2006/relationships/image" Target="../media/image1.png"/><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5" Type="http://schemas.openxmlformats.org/officeDocument/2006/relationships/theme" Target="../theme/theme6.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 Id="rId14" Type="http://schemas.openxmlformats.org/officeDocument/2006/relationships/slideLayout" Target="../slideLayouts/slideLayout72.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slideLayout" Target="../slideLayouts/slideLayout85.xml"/><Relationship Id="rId18" Type="http://schemas.openxmlformats.org/officeDocument/2006/relationships/theme" Target="../theme/theme7.xml"/><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17" Type="http://schemas.openxmlformats.org/officeDocument/2006/relationships/slideLayout" Target="../slideLayouts/slideLayout89.xml"/><Relationship Id="rId2" Type="http://schemas.openxmlformats.org/officeDocument/2006/relationships/slideLayout" Target="../slideLayouts/slideLayout74.xml"/><Relationship Id="rId16" Type="http://schemas.openxmlformats.org/officeDocument/2006/relationships/slideLayout" Target="../slideLayouts/slideLayout88.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5" Type="http://schemas.openxmlformats.org/officeDocument/2006/relationships/slideLayout" Target="../slideLayouts/slideLayout87.xml"/><Relationship Id="rId10" Type="http://schemas.openxmlformats.org/officeDocument/2006/relationships/slideLayout" Target="../slideLayouts/slideLayout82.xml"/><Relationship Id="rId19" Type="http://schemas.openxmlformats.org/officeDocument/2006/relationships/image" Target="../media/image1.png"/><Relationship Id="rId4" Type="http://schemas.openxmlformats.org/officeDocument/2006/relationships/slideLayout" Target="../slideLayouts/slideLayout76.xml"/><Relationship Id="rId9" Type="http://schemas.openxmlformats.org/officeDocument/2006/relationships/slideLayout" Target="../slideLayouts/slideLayout81.xml"/><Relationship Id="rId14" Type="http://schemas.openxmlformats.org/officeDocument/2006/relationships/slideLayout" Target="../slideLayouts/slideLayout86.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slideLayout" Target="../slideLayouts/slideLayout102.xml"/><Relationship Id="rId18" Type="http://schemas.openxmlformats.org/officeDocument/2006/relationships/image" Target="../media/image10.png"/><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17" Type="http://schemas.openxmlformats.org/officeDocument/2006/relationships/theme" Target="../theme/theme8.xml"/><Relationship Id="rId2" Type="http://schemas.openxmlformats.org/officeDocument/2006/relationships/slideLayout" Target="../slideLayouts/slideLayout91.xml"/><Relationship Id="rId16" Type="http://schemas.openxmlformats.org/officeDocument/2006/relationships/slideLayout" Target="../slideLayouts/slideLayout105.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slideLayout" Target="../slideLayouts/slideLayout104.xml"/><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slideLayout" Target="../slideLayouts/slideLayout103.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13.xml"/><Relationship Id="rId13" Type="http://schemas.openxmlformats.org/officeDocument/2006/relationships/slideLayout" Target="../slideLayouts/slideLayout118.xml"/><Relationship Id="rId18" Type="http://schemas.openxmlformats.org/officeDocument/2006/relationships/slideLayout" Target="../slideLayouts/slideLayout123.xml"/><Relationship Id="rId3" Type="http://schemas.openxmlformats.org/officeDocument/2006/relationships/slideLayout" Target="../slideLayouts/slideLayout108.xml"/><Relationship Id="rId21" Type="http://schemas.openxmlformats.org/officeDocument/2006/relationships/slideLayout" Target="../slideLayouts/slideLayout126.xml"/><Relationship Id="rId7" Type="http://schemas.openxmlformats.org/officeDocument/2006/relationships/slideLayout" Target="../slideLayouts/slideLayout112.xml"/><Relationship Id="rId12" Type="http://schemas.openxmlformats.org/officeDocument/2006/relationships/slideLayout" Target="../slideLayouts/slideLayout117.xml"/><Relationship Id="rId17" Type="http://schemas.openxmlformats.org/officeDocument/2006/relationships/slideLayout" Target="../slideLayouts/slideLayout122.xml"/><Relationship Id="rId2" Type="http://schemas.openxmlformats.org/officeDocument/2006/relationships/slideLayout" Target="../slideLayouts/slideLayout107.xml"/><Relationship Id="rId16" Type="http://schemas.openxmlformats.org/officeDocument/2006/relationships/slideLayout" Target="../slideLayouts/slideLayout121.xml"/><Relationship Id="rId20" Type="http://schemas.openxmlformats.org/officeDocument/2006/relationships/slideLayout" Target="../slideLayouts/slideLayout125.xml"/><Relationship Id="rId1" Type="http://schemas.openxmlformats.org/officeDocument/2006/relationships/slideLayout" Target="../slideLayouts/slideLayout106.xml"/><Relationship Id="rId6" Type="http://schemas.openxmlformats.org/officeDocument/2006/relationships/slideLayout" Target="../slideLayouts/slideLayout111.xml"/><Relationship Id="rId11" Type="http://schemas.openxmlformats.org/officeDocument/2006/relationships/slideLayout" Target="../slideLayouts/slideLayout116.xml"/><Relationship Id="rId5" Type="http://schemas.openxmlformats.org/officeDocument/2006/relationships/slideLayout" Target="../slideLayouts/slideLayout110.xml"/><Relationship Id="rId15" Type="http://schemas.openxmlformats.org/officeDocument/2006/relationships/slideLayout" Target="../slideLayouts/slideLayout120.xml"/><Relationship Id="rId23" Type="http://schemas.openxmlformats.org/officeDocument/2006/relationships/image" Target="../media/image18.png"/><Relationship Id="rId10" Type="http://schemas.openxmlformats.org/officeDocument/2006/relationships/slideLayout" Target="../slideLayouts/slideLayout115.xml"/><Relationship Id="rId19" Type="http://schemas.openxmlformats.org/officeDocument/2006/relationships/slideLayout" Target="../slideLayouts/slideLayout124.xml"/><Relationship Id="rId4" Type="http://schemas.openxmlformats.org/officeDocument/2006/relationships/slideLayout" Target="../slideLayouts/slideLayout109.xml"/><Relationship Id="rId9" Type="http://schemas.openxmlformats.org/officeDocument/2006/relationships/slideLayout" Target="../slideLayouts/slideLayout114.xml"/><Relationship Id="rId14" Type="http://schemas.openxmlformats.org/officeDocument/2006/relationships/slideLayout" Target="../slideLayouts/slideLayout119.xml"/><Relationship Id="rId22"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34.xml"/><Relationship Id="rId13" Type="http://schemas.openxmlformats.org/officeDocument/2006/relationships/slideLayout" Target="../slideLayouts/slideLayout139.xml"/><Relationship Id="rId3" Type="http://schemas.openxmlformats.org/officeDocument/2006/relationships/slideLayout" Target="../slideLayouts/slideLayout129.xml"/><Relationship Id="rId7" Type="http://schemas.openxmlformats.org/officeDocument/2006/relationships/slideLayout" Target="../slideLayouts/slideLayout133.xml"/><Relationship Id="rId12" Type="http://schemas.openxmlformats.org/officeDocument/2006/relationships/slideLayout" Target="../slideLayouts/slideLayout138.xml"/><Relationship Id="rId17" Type="http://schemas.openxmlformats.org/officeDocument/2006/relationships/image" Target="../media/image24.png"/><Relationship Id="rId2" Type="http://schemas.openxmlformats.org/officeDocument/2006/relationships/slideLayout" Target="../slideLayouts/slideLayout128.xml"/><Relationship Id="rId16" Type="http://schemas.openxmlformats.org/officeDocument/2006/relationships/theme" Target="../theme/theme10.xml"/><Relationship Id="rId1" Type="http://schemas.openxmlformats.org/officeDocument/2006/relationships/slideLayout" Target="../slideLayouts/slideLayout127.xml"/><Relationship Id="rId6" Type="http://schemas.openxmlformats.org/officeDocument/2006/relationships/slideLayout" Target="../slideLayouts/slideLayout132.xml"/><Relationship Id="rId11" Type="http://schemas.openxmlformats.org/officeDocument/2006/relationships/slideLayout" Target="../slideLayouts/slideLayout137.xml"/><Relationship Id="rId5" Type="http://schemas.openxmlformats.org/officeDocument/2006/relationships/slideLayout" Target="../slideLayouts/slideLayout131.xml"/><Relationship Id="rId15" Type="http://schemas.openxmlformats.org/officeDocument/2006/relationships/slideLayout" Target="../slideLayouts/slideLayout141.xml"/><Relationship Id="rId10" Type="http://schemas.openxmlformats.org/officeDocument/2006/relationships/slideLayout" Target="../slideLayouts/slideLayout136.xml"/><Relationship Id="rId4" Type="http://schemas.openxmlformats.org/officeDocument/2006/relationships/slideLayout" Target="../slideLayouts/slideLayout130.xml"/><Relationship Id="rId9" Type="http://schemas.openxmlformats.org/officeDocument/2006/relationships/slideLayout" Target="../slideLayouts/slideLayout135.xml"/><Relationship Id="rId14" Type="http://schemas.openxmlformats.org/officeDocument/2006/relationships/slideLayout" Target="../slideLayouts/slideLayout140.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49.xml"/><Relationship Id="rId13" Type="http://schemas.openxmlformats.org/officeDocument/2006/relationships/slideLayout" Target="../slideLayouts/slideLayout154.xml"/><Relationship Id="rId3" Type="http://schemas.openxmlformats.org/officeDocument/2006/relationships/slideLayout" Target="../slideLayouts/slideLayout144.xml"/><Relationship Id="rId7" Type="http://schemas.openxmlformats.org/officeDocument/2006/relationships/slideLayout" Target="../slideLayouts/slideLayout148.xml"/><Relationship Id="rId12" Type="http://schemas.openxmlformats.org/officeDocument/2006/relationships/slideLayout" Target="../slideLayouts/slideLayout153.xml"/><Relationship Id="rId17" Type="http://schemas.openxmlformats.org/officeDocument/2006/relationships/image" Target="../media/image10.png"/><Relationship Id="rId2" Type="http://schemas.openxmlformats.org/officeDocument/2006/relationships/slideLayout" Target="../slideLayouts/slideLayout143.xml"/><Relationship Id="rId16" Type="http://schemas.openxmlformats.org/officeDocument/2006/relationships/theme" Target="../theme/theme11.xml"/><Relationship Id="rId1" Type="http://schemas.openxmlformats.org/officeDocument/2006/relationships/slideLayout" Target="../slideLayouts/slideLayout142.xml"/><Relationship Id="rId6" Type="http://schemas.openxmlformats.org/officeDocument/2006/relationships/slideLayout" Target="../slideLayouts/slideLayout147.xml"/><Relationship Id="rId11" Type="http://schemas.openxmlformats.org/officeDocument/2006/relationships/slideLayout" Target="../slideLayouts/slideLayout152.xml"/><Relationship Id="rId5" Type="http://schemas.openxmlformats.org/officeDocument/2006/relationships/slideLayout" Target="../slideLayouts/slideLayout146.xml"/><Relationship Id="rId15" Type="http://schemas.openxmlformats.org/officeDocument/2006/relationships/slideLayout" Target="../slideLayouts/slideLayout156.xml"/><Relationship Id="rId10" Type="http://schemas.openxmlformats.org/officeDocument/2006/relationships/slideLayout" Target="../slideLayouts/slideLayout151.xml"/><Relationship Id="rId4" Type="http://schemas.openxmlformats.org/officeDocument/2006/relationships/slideLayout" Target="../slideLayouts/slideLayout145.xml"/><Relationship Id="rId9" Type="http://schemas.openxmlformats.org/officeDocument/2006/relationships/slideLayout" Target="../slideLayouts/slideLayout150.xml"/><Relationship Id="rId14" Type="http://schemas.openxmlformats.org/officeDocument/2006/relationships/slideLayout" Target="../slideLayouts/slideLayout155.xml"/></Relationships>
</file>

<file path=ppt/slideMasters/_rels/slideMaster12.xml.rels><?xml version="1.0" encoding="UTF-8" standalone="yes"?>
<Relationships xmlns="http://schemas.openxmlformats.org/package/2006/relationships"><Relationship Id="rId26" Type="http://schemas.openxmlformats.org/officeDocument/2006/relationships/slideLayout" Target="../slideLayouts/slideLayout182.xml"/><Relationship Id="rId21" Type="http://schemas.openxmlformats.org/officeDocument/2006/relationships/slideLayout" Target="../slideLayouts/slideLayout177.xml"/><Relationship Id="rId42" Type="http://schemas.openxmlformats.org/officeDocument/2006/relationships/slideLayout" Target="../slideLayouts/slideLayout198.xml"/><Relationship Id="rId47" Type="http://schemas.openxmlformats.org/officeDocument/2006/relationships/slideLayout" Target="../slideLayouts/slideLayout203.xml"/><Relationship Id="rId63" Type="http://schemas.openxmlformats.org/officeDocument/2006/relationships/slideLayout" Target="../slideLayouts/slideLayout219.xml"/><Relationship Id="rId68" Type="http://schemas.openxmlformats.org/officeDocument/2006/relationships/slideLayout" Target="../slideLayouts/slideLayout224.xml"/><Relationship Id="rId84" Type="http://schemas.openxmlformats.org/officeDocument/2006/relationships/slideLayout" Target="../slideLayouts/slideLayout240.xml"/><Relationship Id="rId89" Type="http://schemas.openxmlformats.org/officeDocument/2006/relationships/slideLayout" Target="../slideLayouts/slideLayout245.xml"/><Relationship Id="rId112" Type="http://schemas.openxmlformats.org/officeDocument/2006/relationships/image" Target="../media/image26.png"/><Relationship Id="rId16" Type="http://schemas.openxmlformats.org/officeDocument/2006/relationships/slideLayout" Target="../slideLayouts/slideLayout172.xml"/><Relationship Id="rId107" Type="http://schemas.openxmlformats.org/officeDocument/2006/relationships/slideLayout" Target="../slideLayouts/slideLayout263.xml"/><Relationship Id="rId11" Type="http://schemas.openxmlformats.org/officeDocument/2006/relationships/slideLayout" Target="../slideLayouts/slideLayout167.xml"/><Relationship Id="rId32" Type="http://schemas.openxmlformats.org/officeDocument/2006/relationships/slideLayout" Target="../slideLayouts/slideLayout188.xml"/><Relationship Id="rId37" Type="http://schemas.openxmlformats.org/officeDocument/2006/relationships/slideLayout" Target="../slideLayouts/slideLayout193.xml"/><Relationship Id="rId53" Type="http://schemas.openxmlformats.org/officeDocument/2006/relationships/slideLayout" Target="../slideLayouts/slideLayout209.xml"/><Relationship Id="rId58" Type="http://schemas.openxmlformats.org/officeDocument/2006/relationships/slideLayout" Target="../slideLayouts/slideLayout214.xml"/><Relationship Id="rId74" Type="http://schemas.openxmlformats.org/officeDocument/2006/relationships/slideLayout" Target="../slideLayouts/slideLayout230.xml"/><Relationship Id="rId79" Type="http://schemas.openxmlformats.org/officeDocument/2006/relationships/slideLayout" Target="../slideLayouts/slideLayout235.xml"/><Relationship Id="rId102" Type="http://schemas.openxmlformats.org/officeDocument/2006/relationships/slideLayout" Target="../slideLayouts/slideLayout258.xml"/><Relationship Id="rId5" Type="http://schemas.openxmlformats.org/officeDocument/2006/relationships/slideLayout" Target="../slideLayouts/slideLayout161.xml"/><Relationship Id="rId90" Type="http://schemas.openxmlformats.org/officeDocument/2006/relationships/slideLayout" Target="../slideLayouts/slideLayout246.xml"/><Relationship Id="rId95" Type="http://schemas.openxmlformats.org/officeDocument/2006/relationships/slideLayout" Target="../slideLayouts/slideLayout251.xml"/><Relationship Id="rId22" Type="http://schemas.openxmlformats.org/officeDocument/2006/relationships/slideLayout" Target="../slideLayouts/slideLayout178.xml"/><Relationship Id="rId27" Type="http://schemas.openxmlformats.org/officeDocument/2006/relationships/slideLayout" Target="../slideLayouts/slideLayout183.xml"/><Relationship Id="rId43" Type="http://schemas.openxmlformats.org/officeDocument/2006/relationships/slideLayout" Target="../slideLayouts/slideLayout199.xml"/><Relationship Id="rId48" Type="http://schemas.openxmlformats.org/officeDocument/2006/relationships/slideLayout" Target="../slideLayouts/slideLayout204.xml"/><Relationship Id="rId64" Type="http://schemas.openxmlformats.org/officeDocument/2006/relationships/slideLayout" Target="../slideLayouts/slideLayout220.xml"/><Relationship Id="rId69" Type="http://schemas.openxmlformats.org/officeDocument/2006/relationships/slideLayout" Target="../slideLayouts/slideLayout225.xml"/><Relationship Id="rId80" Type="http://schemas.openxmlformats.org/officeDocument/2006/relationships/slideLayout" Target="../slideLayouts/slideLayout236.xml"/><Relationship Id="rId85" Type="http://schemas.openxmlformats.org/officeDocument/2006/relationships/slideLayout" Target="../slideLayouts/slideLayout241.xml"/><Relationship Id="rId12" Type="http://schemas.openxmlformats.org/officeDocument/2006/relationships/slideLayout" Target="../slideLayouts/slideLayout168.xml"/><Relationship Id="rId17" Type="http://schemas.openxmlformats.org/officeDocument/2006/relationships/slideLayout" Target="../slideLayouts/slideLayout173.xml"/><Relationship Id="rId33" Type="http://schemas.openxmlformats.org/officeDocument/2006/relationships/slideLayout" Target="../slideLayouts/slideLayout189.xml"/><Relationship Id="rId38" Type="http://schemas.openxmlformats.org/officeDocument/2006/relationships/slideLayout" Target="../slideLayouts/slideLayout194.xml"/><Relationship Id="rId59" Type="http://schemas.openxmlformats.org/officeDocument/2006/relationships/slideLayout" Target="../slideLayouts/slideLayout215.xml"/><Relationship Id="rId103" Type="http://schemas.openxmlformats.org/officeDocument/2006/relationships/slideLayout" Target="../slideLayouts/slideLayout259.xml"/><Relationship Id="rId108" Type="http://schemas.openxmlformats.org/officeDocument/2006/relationships/slideLayout" Target="../slideLayouts/slideLayout264.xml"/><Relationship Id="rId54" Type="http://schemas.openxmlformats.org/officeDocument/2006/relationships/slideLayout" Target="../slideLayouts/slideLayout210.xml"/><Relationship Id="rId70" Type="http://schemas.openxmlformats.org/officeDocument/2006/relationships/slideLayout" Target="../slideLayouts/slideLayout226.xml"/><Relationship Id="rId75" Type="http://schemas.openxmlformats.org/officeDocument/2006/relationships/slideLayout" Target="../slideLayouts/slideLayout231.xml"/><Relationship Id="rId91" Type="http://schemas.openxmlformats.org/officeDocument/2006/relationships/slideLayout" Target="../slideLayouts/slideLayout247.xml"/><Relationship Id="rId96" Type="http://schemas.openxmlformats.org/officeDocument/2006/relationships/slideLayout" Target="../slideLayouts/slideLayout252.xml"/><Relationship Id="rId1" Type="http://schemas.openxmlformats.org/officeDocument/2006/relationships/slideLayout" Target="../slideLayouts/slideLayout157.xml"/><Relationship Id="rId6" Type="http://schemas.openxmlformats.org/officeDocument/2006/relationships/slideLayout" Target="../slideLayouts/slideLayout162.xml"/><Relationship Id="rId15" Type="http://schemas.openxmlformats.org/officeDocument/2006/relationships/slideLayout" Target="../slideLayouts/slideLayout171.xml"/><Relationship Id="rId23" Type="http://schemas.openxmlformats.org/officeDocument/2006/relationships/slideLayout" Target="../slideLayouts/slideLayout179.xml"/><Relationship Id="rId28" Type="http://schemas.openxmlformats.org/officeDocument/2006/relationships/slideLayout" Target="../slideLayouts/slideLayout184.xml"/><Relationship Id="rId36" Type="http://schemas.openxmlformats.org/officeDocument/2006/relationships/slideLayout" Target="../slideLayouts/slideLayout192.xml"/><Relationship Id="rId49" Type="http://schemas.openxmlformats.org/officeDocument/2006/relationships/slideLayout" Target="../slideLayouts/slideLayout205.xml"/><Relationship Id="rId57" Type="http://schemas.openxmlformats.org/officeDocument/2006/relationships/slideLayout" Target="../slideLayouts/slideLayout213.xml"/><Relationship Id="rId106" Type="http://schemas.openxmlformats.org/officeDocument/2006/relationships/slideLayout" Target="../slideLayouts/slideLayout262.xml"/><Relationship Id="rId10" Type="http://schemas.openxmlformats.org/officeDocument/2006/relationships/slideLayout" Target="../slideLayouts/slideLayout166.xml"/><Relationship Id="rId31" Type="http://schemas.openxmlformats.org/officeDocument/2006/relationships/slideLayout" Target="../slideLayouts/slideLayout187.xml"/><Relationship Id="rId44" Type="http://schemas.openxmlformats.org/officeDocument/2006/relationships/slideLayout" Target="../slideLayouts/slideLayout200.xml"/><Relationship Id="rId52" Type="http://schemas.openxmlformats.org/officeDocument/2006/relationships/slideLayout" Target="../slideLayouts/slideLayout208.xml"/><Relationship Id="rId60" Type="http://schemas.openxmlformats.org/officeDocument/2006/relationships/slideLayout" Target="../slideLayouts/slideLayout216.xml"/><Relationship Id="rId65" Type="http://schemas.openxmlformats.org/officeDocument/2006/relationships/slideLayout" Target="../slideLayouts/slideLayout221.xml"/><Relationship Id="rId73" Type="http://schemas.openxmlformats.org/officeDocument/2006/relationships/slideLayout" Target="../slideLayouts/slideLayout229.xml"/><Relationship Id="rId78" Type="http://schemas.openxmlformats.org/officeDocument/2006/relationships/slideLayout" Target="../slideLayouts/slideLayout234.xml"/><Relationship Id="rId81" Type="http://schemas.openxmlformats.org/officeDocument/2006/relationships/slideLayout" Target="../slideLayouts/slideLayout237.xml"/><Relationship Id="rId86" Type="http://schemas.openxmlformats.org/officeDocument/2006/relationships/slideLayout" Target="../slideLayouts/slideLayout242.xml"/><Relationship Id="rId94" Type="http://schemas.openxmlformats.org/officeDocument/2006/relationships/slideLayout" Target="../slideLayouts/slideLayout250.xml"/><Relationship Id="rId99" Type="http://schemas.openxmlformats.org/officeDocument/2006/relationships/slideLayout" Target="../slideLayouts/slideLayout255.xml"/><Relationship Id="rId101" Type="http://schemas.openxmlformats.org/officeDocument/2006/relationships/slideLayout" Target="../slideLayouts/slideLayout257.xml"/><Relationship Id="rId4" Type="http://schemas.openxmlformats.org/officeDocument/2006/relationships/slideLayout" Target="../slideLayouts/slideLayout160.xml"/><Relationship Id="rId9" Type="http://schemas.openxmlformats.org/officeDocument/2006/relationships/slideLayout" Target="../slideLayouts/slideLayout165.xml"/><Relationship Id="rId13" Type="http://schemas.openxmlformats.org/officeDocument/2006/relationships/slideLayout" Target="../slideLayouts/slideLayout169.xml"/><Relationship Id="rId18" Type="http://schemas.openxmlformats.org/officeDocument/2006/relationships/slideLayout" Target="../slideLayouts/slideLayout174.xml"/><Relationship Id="rId39" Type="http://schemas.openxmlformats.org/officeDocument/2006/relationships/slideLayout" Target="../slideLayouts/slideLayout195.xml"/><Relationship Id="rId109" Type="http://schemas.openxmlformats.org/officeDocument/2006/relationships/slideLayout" Target="../slideLayouts/slideLayout265.xml"/><Relationship Id="rId34" Type="http://schemas.openxmlformats.org/officeDocument/2006/relationships/slideLayout" Target="../slideLayouts/slideLayout190.xml"/><Relationship Id="rId50" Type="http://schemas.openxmlformats.org/officeDocument/2006/relationships/slideLayout" Target="../slideLayouts/slideLayout206.xml"/><Relationship Id="rId55" Type="http://schemas.openxmlformats.org/officeDocument/2006/relationships/slideLayout" Target="../slideLayouts/slideLayout211.xml"/><Relationship Id="rId76" Type="http://schemas.openxmlformats.org/officeDocument/2006/relationships/slideLayout" Target="../slideLayouts/slideLayout232.xml"/><Relationship Id="rId97" Type="http://schemas.openxmlformats.org/officeDocument/2006/relationships/slideLayout" Target="../slideLayouts/slideLayout253.xml"/><Relationship Id="rId104" Type="http://schemas.openxmlformats.org/officeDocument/2006/relationships/slideLayout" Target="../slideLayouts/slideLayout260.xml"/><Relationship Id="rId7" Type="http://schemas.openxmlformats.org/officeDocument/2006/relationships/slideLayout" Target="../slideLayouts/slideLayout163.xml"/><Relationship Id="rId71" Type="http://schemas.openxmlformats.org/officeDocument/2006/relationships/slideLayout" Target="../slideLayouts/slideLayout227.xml"/><Relationship Id="rId92" Type="http://schemas.openxmlformats.org/officeDocument/2006/relationships/slideLayout" Target="../slideLayouts/slideLayout248.xml"/><Relationship Id="rId2" Type="http://schemas.openxmlformats.org/officeDocument/2006/relationships/slideLayout" Target="../slideLayouts/slideLayout158.xml"/><Relationship Id="rId29" Type="http://schemas.openxmlformats.org/officeDocument/2006/relationships/slideLayout" Target="../slideLayouts/slideLayout185.xml"/><Relationship Id="rId24" Type="http://schemas.openxmlformats.org/officeDocument/2006/relationships/slideLayout" Target="../slideLayouts/slideLayout180.xml"/><Relationship Id="rId40" Type="http://schemas.openxmlformats.org/officeDocument/2006/relationships/slideLayout" Target="../slideLayouts/slideLayout196.xml"/><Relationship Id="rId45" Type="http://schemas.openxmlformats.org/officeDocument/2006/relationships/slideLayout" Target="../slideLayouts/slideLayout201.xml"/><Relationship Id="rId66" Type="http://schemas.openxmlformats.org/officeDocument/2006/relationships/slideLayout" Target="../slideLayouts/slideLayout222.xml"/><Relationship Id="rId87" Type="http://schemas.openxmlformats.org/officeDocument/2006/relationships/slideLayout" Target="../slideLayouts/slideLayout243.xml"/><Relationship Id="rId110" Type="http://schemas.openxmlformats.org/officeDocument/2006/relationships/slideLayout" Target="../slideLayouts/slideLayout266.xml"/><Relationship Id="rId61" Type="http://schemas.openxmlformats.org/officeDocument/2006/relationships/slideLayout" Target="../slideLayouts/slideLayout217.xml"/><Relationship Id="rId82" Type="http://schemas.openxmlformats.org/officeDocument/2006/relationships/slideLayout" Target="../slideLayouts/slideLayout238.xml"/><Relationship Id="rId19" Type="http://schemas.openxmlformats.org/officeDocument/2006/relationships/slideLayout" Target="../slideLayouts/slideLayout175.xml"/><Relationship Id="rId14" Type="http://schemas.openxmlformats.org/officeDocument/2006/relationships/slideLayout" Target="../slideLayouts/slideLayout170.xml"/><Relationship Id="rId30" Type="http://schemas.openxmlformats.org/officeDocument/2006/relationships/slideLayout" Target="../slideLayouts/slideLayout186.xml"/><Relationship Id="rId35" Type="http://schemas.openxmlformats.org/officeDocument/2006/relationships/slideLayout" Target="../slideLayouts/slideLayout191.xml"/><Relationship Id="rId56" Type="http://schemas.openxmlformats.org/officeDocument/2006/relationships/slideLayout" Target="../slideLayouts/slideLayout212.xml"/><Relationship Id="rId77" Type="http://schemas.openxmlformats.org/officeDocument/2006/relationships/slideLayout" Target="../slideLayouts/slideLayout233.xml"/><Relationship Id="rId100" Type="http://schemas.openxmlformats.org/officeDocument/2006/relationships/slideLayout" Target="../slideLayouts/slideLayout256.xml"/><Relationship Id="rId105" Type="http://schemas.openxmlformats.org/officeDocument/2006/relationships/slideLayout" Target="../slideLayouts/slideLayout261.xml"/><Relationship Id="rId8" Type="http://schemas.openxmlformats.org/officeDocument/2006/relationships/slideLayout" Target="../slideLayouts/slideLayout164.xml"/><Relationship Id="rId51" Type="http://schemas.openxmlformats.org/officeDocument/2006/relationships/slideLayout" Target="../slideLayouts/slideLayout207.xml"/><Relationship Id="rId72" Type="http://schemas.openxmlformats.org/officeDocument/2006/relationships/slideLayout" Target="../slideLayouts/slideLayout228.xml"/><Relationship Id="rId93" Type="http://schemas.openxmlformats.org/officeDocument/2006/relationships/slideLayout" Target="../slideLayouts/slideLayout249.xml"/><Relationship Id="rId98" Type="http://schemas.openxmlformats.org/officeDocument/2006/relationships/slideLayout" Target="../slideLayouts/slideLayout254.xml"/><Relationship Id="rId3" Type="http://schemas.openxmlformats.org/officeDocument/2006/relationships/slideLayout" Target="../slideLayouts/slideLayout159.xml"/><Relationship Id="rId25" Type="http://schemas.openxmlformats.org/officeDocument/2006/relationships/slideLayout" Target="../slideLayouts/slideLayout181.xml"/><Relationship Id="rId46" Type="http://schemas.openxmlformats.org/officeDocument/2006/relationships/slideLayout" Target="../slideLayouts/slideLayout202.xml"/><Relationship Id="rId67" Type="http://schemas.openxmlformats.org/officeDocument/2006/relationships/slideLayout" Target="../slideLayouts/slideLayout223.xml"/><Relationship Id="rId20" Type="http://schemas.openxmlformats.org/officeDocument/2006/relationships/slideLayout" Target="../slideLayouts/slideLayout176.xml"/><Relationship Id="rId41" Type="http://schemas.openxmlformats.org/officeDocument/2006/relationships/slideLayout" Target="../slideLayouts/slideLayout197.xml"/><Relationship Id="rId62" Type="http://schemas.openxmlformats.org/officeDocument/2006/relationships/slideLayout" Target="../slideLayouts/slideLayout218.xml"/><Relationship Id="rId83" Type="http://schemas.openxmlformats.org/officeDocument/2006/relationships/slideLayout" Target="../slideLayouts/slideLayout239.xml"/><Relationship Id="rId88" Type="http://schemas.openxmlformats.org/officeDocument/2006/relationships/slideLayout" Target="../slideLayouts/slideLayout244.xml"/><Relationship Id="rId11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slideLayout" Target="../slideLayouts/slideLayout269.xml"/><Relationship Id="rId7" Type="http://schemas.openxmlformats.org/officeDocument/2006/relationships/image" Target="../media/image24.png"/><Relationship Id="rId2" Type="http://schemas.openxmlformats.org/officeDocument/2006/relationships/slideLayout" Target="../slideLayouts/slideLayout268.xml"/><Relationship Id="rId1" Type="http://schemas.openxmlformats.org/officeDocument/2006/relationships/slideLayout" Target="../slideLayouts/slideLayout267.xml"/><Relationship Id="rId6" Type="http://schemas.openxmlformats.org/officeDocument/2006/relationships/theme" Target="../theme/theme13.xml"/><Relationship Id="rId5" Type="http://schemas.openxmlformats.org/officeDocument/2006/relationships/slideLayout" Target="../slideLayouts/slideLayout271.xml"/><Relationship Id="rId4" Type="http://schemas.openxmlformats.org/officeDocument/2006/relationships/slideLayout" Target="../slideLayouts/slideLayout270.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279.xml"/><Relationship Id="rId13" Type="http://schemas.openxmlformats.org/officeDocument/2006/relationships/slideLayout" Target="../slideLayouts/slideLayout284.xml"/><Relationship Id="rId18" Type="http://schemas.openxmlformats.org/officeDocument/2006/relationships/slideLayout" Target="../slideLayouts/slideLayout289.xml"/><Relationship Id="rId3" Type="http://schemas.openxmlformats.org/officeDocument/2006/relationships/slideLayout" Target="../slideLayouts/slideLayout274.xml"/><Relationship Id="rId7" Type="http://schemas.openxmlformats.org/officeDocument/2006/relationships/slideLayout" Target="../slideLayouts/slideLayout278.xml"/><Relationship Id="rId12" Type="http://schemas.openxmlformats.org/officeDocument/2006/relationships/slideLayout" Target="../slideLayouts/slideLayout283.xml"/><Relationship Id="rId17" Type="http://schemas.openxmlformats.org/officeDocument/2006/relationships/slideLayout" Target="../slideLayouts/slideLayout288.xml"/><Relationship Id="rId2" Type="http://schemas.openxmlformats.org/officeDocument/2006/relationships/slideLayout" Target="../slideLayouts/slideLayout273.xml"/><Relationship Id="rId16" Type="http://schemas.openxmlformats.org/officeDocument/2006/relationships/slideLayout" Target="../slideLayouts/slideLayout287.xml"/><Relationship Id="rId20" Type="http://schemas.openxmlformats.org/officeDocument/2006/relationships/image" Target="../media/image10.png"/><Relationship Id="rId1" Type="http://schemas.openxmlformats.org/officeDocument/2006/relationships/slideLayout" Target="../slideLayouts/slideLayout272.xml"/><Relationship Id="rId6" Type="http://schemas.openxmlformats.org/officeDocument/2006/relationships/slideLayout" Target="../slideLayouts/slideLayout277.xml"/><Relationship Id="rId11" Type="http://schemas.openxmlformats.org/officeDocument/2006/relationships/slideLayout" Target="../slideLayouts/slideLayout282.xml"/><Relationship Id="rId5" Type="http://schemas.openxmlformats.org/officeDocument/2006/relationships/slideLayout" Target="../slideLayouts/slideLayout276.xml"/><Relationship Id="rId15" Type="http://schemas.openxmlformats.org/officeDocument/2006/relationships/slideLayout" Target="../slideLayouts/slideLayout286.xml"/><Relationship Id="rId10" Type="http://schemas.openxmlformats.org/officeDocument/2006/relationships/slideLayout" Target="../slideLayouts/slideLayout281.xml"/><Relationship Id="rId19" Type="http://schemas.openxmlformats.org/officeDocument/2006/relationships/theme" Target="../theme/theme14.xml"/><Relationship Id="rId4" Type="http://schemas.openxmlformats.org/officeDocument/2006/relationships/slideLayout" Target="../slideLayouts/slideLayout275.xml"/><Relationship Id="rId9" Type="http://schemas.openxmlformats.org/officeDocument/2006/relationships/slideLayout" Target="../slideLayouts/slideLayout280.xml"/><Relationship Id="rId14" Type="http://schemas.openxmlformats.org/officeDocument/2006/relationships/slideLayout" Target="../slideLayouts/slideLayout285.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297.xml"/><Relationship Id="rId13" Type="http://schemas.openxmlformats.org/officeDocument/2006/relationships/slideLayout" Target="../slideLayouts/slideLayout302.xml"/><Relationship Id="rId3" Type="http://schemas.openxmlformats.org/officeDocument/2006/relationships/slideLayout" Target="../slideLayouts/slideLayout292.xml"/><Relationship Id="rId7" Type="http://schemas.openxmlformats.org/officeDocument/2006/relationships/slideLayout" Target="../slideLayouts/slideLayout296.xml"/><Relationship Id="rId12" Type="http://schemas.openxmlformats.org/officeDocument/2006/relationships/slideLayout" Target="../slideLayouts/slideLayout301.xml"/><Relationship Id="rId2" Type="http://schemas.openxmlformats.org/officeDocument/2006/relationships/slideLayout" Target="../slideLayouts/slideLayout291.xml"/><Relationship Id="rId16" Type="http://schemas.openxmlformats.org/officeDocument/2006/relationships/image" Target="../media/image1.png"/><Relationship Id="rId1" Type="http://schemas.openxmlformats.org/officeDocument/2006/relationships/slideLayout" Target="../slideLayouts/slideLayout290.xml"/><Relationship Id="rId6" Type="http://schemas.openxmlformats.org/officeDocument/2006/relationships/slideLayout" Target="../slideLayouts/slideLayout295.xml"/><Relationship Id="rId11" Type="http://schemas.openxmlformats.org/officeDocument/2006/relationships/slideLayout" Target="../slideLayouts/slideLayout300.xml"/><Relationship Id="rId5" Type="http://schemas.openxmlformats.org/officeDocument/2006/relationships/slideLayout" Target="../slideLayouts/slideLayout294.xml"/><Relationship Id="rId15" Type="http://schemas.openxmlformats.org/officeDocument/2006/relationships/theme" Target="../theme/theme15.xml"/><Relationship Id="rId10" Type="http://schemas.openxmlformats.org/officeDocument/2006/relationships/slideLayout" Target="../slideLayouts/slideLayout299.xml"/><Relationship Id="rId4" Type="http://schemas.openxmlformats.org/officeDocument/2006/relationships/slideLayout" Target="../slideLayouts/slideLayout293.xml"/><Relationship Id="rId9" Type="http://schemas.openxmlformats.org/officeDocument/2006/relationships/slideLayout" Target="../slideLayouts/slideLayout298.xml"/><Relationship Id="rId14" Type="http://schemas.openxmlformats.org/officeDocument/2006/relationships/slideLayout" Target="../slideLayouts/slideLayout303.xml"/></Relationships>
</file>

<file path=ppt/slideMasters/_rels/slideMaster16.xml.rels><?xml version="1.0" encoding="UTF-8" standalone="yes"?>
<Relationships xmlns="http://schemas.openxmlformats.org/package/2006/relationships"><Relationship Id="rId3" Type="http://schemas.openxmlformats.org/officeDocument/2006/relationships/slideLayout" Target="../slideLayouts/slideLayout306.xml"/><Relationship Id="rId2" Type="http://schemas.openxmlformats.org/officeDocument/2006/relationships/slideLayout" Target="../slideLayouts/slideLayout305.xml"/><Relationship Id="rId1" Type="http://schemas.openxmlformats.org/officeDocument/2006/relationships/slideLayout" Target="../slideLayouts/slideLayout304.xml"/><Relationship Id="rId6" Type="http://schemas.openxmlformats.org/officeDocument/2006/relationships/image" Target="../media/image1.png"/><Relationship Id="rId5" Type="http://schemas.openxmlformats.org/officeDocument/2006/relationships/theme" Target="../theme/theme16.xml"/><Relationship Id="rId4" Type="http://schemas.openxmlformats.org/officeDocument/2006/relationships/slideLayout" Target="../slideLayouts/slideLayout307.xml"/></Relationships>
</file>

<file path=ppt/slideMasters/_rels/slideMaster17.xml.rels><?xml version="1.0" encoding="UTF-8" standalone="yes"?>
<Relationships xmlns="http://schemas.openxmlformats.org/package/2006/relationships"><Relationship Id="rId3" Type="http://schemas.openxmlformats.org/officeDocument/2006/relationships/slideLayout" Target="../slideLayouts/slideLayout310.xml"/><Relationship Id="rId2" Type="http://schemas.openxmlformats.org/officeDocument/2006/relationships/slideLayout" Target="../slideLayouts/slideLayout309.xml"/><Relationship Id="rId1" Type="http://schemas.openxmlformats.org/officeDocument/2006/relationships/slideLayout" Target="../slideLayouts/slideLayout308.xml"/><Relationship Id="rId6" Type="http://schemas.openxmlformats.org/officeDocument/2006/relationships/image" Target="../media/image1.png"/><Relationship Id="rId5" Type="http://schemas.openxmlformats.org/officeDocument/2006/relationships/theme" Target="../theme/theme17.xml"/><Relationship Id="rId4" Type="http://schemas.openxmlformats.org/officeDocument/2006/relationships/slideLayout" Target="../slideLayouts/slideLayout311.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319.xml"/><Relationship Id="rId13" Type="http://schemas.openxmlformats.org/officeDocument/2006/relationships/slideLayout" Target="../slideLayouts/slideLayout324.xml"/><Relationship Id="rId18" Type="http://schemas.openxmlformats.org/officeDocument/2006/relationships/slideLayout" Target="../slideLayouts/slideLayout329.xml"/><Relationship Id="rId26" Type="http://schemas.openxmlformats.org/officeDocument/2006/relationships/slideLayout" Target="../slideLayouts/slideLayout337.xml"/><Relationship Id="rId3" Type="http://schemas.openxmlformats.org/officeDocument/2006/relationships/slideLayout" Target="../slideLayouts/slideLayout314.xml"/><Relationship Id="rId21" Type="http://schemas.openxmlformats.org/officeDocument/2006/relationships/slideLayout" Target="../slideLayouts/slideLayout332.xml"/><Relationship Id="rId7" Type="http://schemas.openxmlformats.org/officeDocument/2006/relationships/slideLayout" Target="../slideLayouts/slideLayout318.xml"/><Relationship Id="rId12" Type="http://schemas.openxmlformats.org/officeDocument/2006/relationships/slideLayout" Target="../slideLayouts/slideLayout323.xml"/><Relationship Id="rId17" Type="http://schemas.openxmlformats.org/officeDocument/2006/relationships/slideLayout" Target="../slideLayouts/slideLayout328.xml"/><Relationship Id="rId25" Type="http://schemas.openxmlformats.org/officeDocument/2006/relationships/slideLayout" Target="../slideLayouts/slideLayout336.xml"/><Relationship Id="rId2" Type="http://schemas.openxmlformats.org/officeDocument/2006/relationships/slideLayout" Target="../slideLayouts/slideLayout313.xml"/><Relationship Id="rId16" Type="http://schemas.openxmlformats.org/officeDocument/2006/relationships/slideLayout" Target="../slideLayouts/slideLayout327.xml"/><Relationship Id="rId20" Type="http://schemas.openxmlformats.org/officeDocument/2006/relationships/slideLayout" Target="../slideLayouts/slideLayout331.xml"/><Relationship Id="rId1" Type="http://schemas.openxmlformats.org/officeDocument/2006/relationships/slideLayout" Target="../slideLayouts/slideLayout312.xml"/><Relationship Id="rId6" Type="http://schemas.openxmlformats.org/officeDocument/2006/relationships/slideLayout" Target="../slideLayouts/slideLayout317.xml"/><Relationship Id="rId11" Type="http://schemas.openxmlformats.org/officeDocument/2006/relationships/slideLayout" Target="../slideLayouts/slideLayout322.xml"/><Relationship Id="rId24" Type="http://schemas.openxmlformats.org/officeDocument/2006/relationships/slideLayout" Target="../slideLayouts/slideLayout335.xml"/><Relationship Id="rId5" Type="http://schemas.openxmlformats.org/officeDocument/2006/relationships/slideLayout" Target="../slideLayouts/slideLayout316.xml"/><Relationship Id="rId15" Type="http://schemas.openxmlformats.org/officeDocument/2006/relationships/slideLayout" Target="../slideLayouts/slideLayout326.xml"/><Relationship Id="rId23" Type="http://schemas.openxmlformats.org/officeDocument/2006/relationships/slideLayout" Target="../slideLayouts/slideLayout334.xml"/><Relationship Id="rId28" Type="http://schemas.openxmlformats.org/officeDocument/2006/relationships/image" Target="../media/image26.png"/><Relationship Id="rId10" Type="http://schemas.openxmlformats.org/officeDocument/2006/relationships/slideLayout" Target="../slideLayouts/slideLayout321.xml"/><Relationship Id="rId19" Type="http://schemas.openxmlformats.org/officeDocument/2006/relationships/slideLayout" Target="../slideLayouts/slideLayout330.xml"/><Relationship Id="rId4" Type="http://schemas.openxmlformats.org/officeDocument/2006/relationships/slideLayout" Target="../slideLayouts/slideLayout315.xml"/><Relationship Id="rId9" Type="http://schemas.openxmlformats.org/officeDocument/2006/relationships/slideLayout" Target="../slideLayouts/slideLayout320.xml"/><Relationship Id="rId14" Type="http://schemas.openxmlformats.org/officeDocument/2006/relationships/slideLayout" Target="../slideLayouts/slideLayout325.xml"/><Relationship Id="rId22" Type="http://schemas.openxmlformats.org/officeDocument/2006/relationships/slideLayout" Target="../slideLayouts/slideLayout333.xml"/><Relationship Id="rId27" Type="http://schemas.openxmlformats.org/officeDocument/2006/relationships/theme" Target="../theme/theme18.xml"/></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345.xml"/><Relationship Id="rId13" Type="http://schemas.openxmlformats.org/officeDocument/2006/relationships/slideLayout" Target="../slideLayouts/slideLayout350.xml"/><Relationship Id="rId3" Type="http://schemas.openxmlformats.org/officeDocument/2006/relationships/slideLayout" Target="../slideLayouts/slideLayout340.xml"/><Relationship Id="rId7" Type="http://schemas.openxmlformats.org/officeDocument/2006/relationships/slideLayout" Target="../slideLayouts/slideLayout344.xml"/><Relationship Id="rId12" Type="http://schemas.openxmlformats.org/officeDocument/2006/relationships/slideLayout" Target="../slideLayouts/slideLayout349.xml"/><Relationship Id="rId17" Type="http://schemas.openxmlformats.org/officeDocument/2006/relationships/image" Target="../media/image36.png"/><Relationship Id="rId2" Type="http://schemas.openxmlformats.org/officeDocument/2006/relationships/slideLayout" Target="../slideLayouts/slideLayout339.xml"/><Relationship Id="rId16" Type="http://schemas.openxmlformats.org/officeDocument/2006/relationships/theme" Target="../theme/theme19.xml"/><Relationship Id="rId1" Type="http://schemas.openxmlformats.org/officeDocument/2006/relationships/slideLayout" Target="../slideLayouts/slideLayout338.xml"/><Relationship Id="rId6" Type="http://schemas.openxmlformats.org/officeDocument/2006/relationships/slideLayout" Target="../slideLayouts/slideLayout343.xml"/><Relationship Id="rId11" Type="http://schemas.openxmlformats.org/officeDocument/2006/relationships/slideLayout" Target="../slideLayouts/slideLayout348.xml"/><Relationship Id="rId5" Type="http://schemas.openxmlformats.org/officeDocument/2006/relationships/slideLayout" Target="../slideLayouts/slideLayout342.xml"/><Relationship Id="rId15" Type="http://schemas.openxmlformats.org/officeDocument/2006/relationships/slideLayout" Target="../slideLayouts/slideLayout352.xml"/><Relationship Id="rId10" Type="http://schemas.openxmlformats.org/officeDocument/2006/relationships/slideLayout" Target="../slideLayouts/slideLayout347.xml"/><Relationship Id="rId4" Type="http://schemas.openxmlformats.org/officeDocument/2006/relationships/slideLayout" Target="../slideLayouts/slideLayout341.xml"/><Relationship Id="rId9" Type="http://schemas.openxmlformats.org/officeDocument/2006/relationships/slideLayout" Target="../slideLayouts/slideLayout346.xml"/><Relationship Id="rId14" Type="http://schemas.openxmlformats.org/officeDocument/2006/relationships/slideLayout" Target="../slideLayouts/slideLayout351.xml"/></Relationships>
</file>

<file path=ppt/slideMasters/_rels/slideMaster20.xml.rels><?xml version="1.0" encoding="UTF-8" standalone="yes"?>
<Relationships xmlns="http://schemas.openxmlformats.org/package/2006/relationships"><Relationship Id="rId3" Type="http://schemas.openxmlformats.org/officeDocument/2006/relationships/slideLayout" Target="../slideLayouts/slideLayout355.xml"/><Relationship Id="rId2" Type="http://schemas.openxmlformats.org/officeDocument/2006/relationships/slideLayout" Target="../slideLayouts/slideLayout354.xml"/><Relationship Id="rId1" Type="http://schemas.openxmlformats.org/officeDocument/2006/relationships/slideLayout" Target="../slideLayouts/slideLayout353.xml"/><Relationship Id="rId5" Type="http://schemas.openxmlformats.org/officeDocument/2006/relationships/image" Target="../media/image1.png"/><Relationship Id="rId4" Type="http://schemas.openxmlformats.org/officeDocument/2006/relationships/theme" Target="../theme/theme20.xml"/></Relationships>
</file>

<file path=ppt/slideMasters/_rels/slideMaster21.xml.rels><?xml version="1.0" encoding="UTF-8" standalone="yes"?>
<Relationships xmlns="http://schemas.openxmlformats.org/package/2006/relationships"><Relationship Id="rId8" Type="http://schemas.openxmlformats.org/officeDocument/2006/relationships/slideLayout" Target="../slideLayouts/slideLayout363.xml"/><Relationship Id="rId13" Type="http://schemas.openxmlformats.org/officeDocument/2006/relationships/theme" Target="../theme/theme21.xml"/><Relationship Id="rId3" Type="http://schemas.openxmlformats.org/officeDocument/2006/relationships/slideLayout" Target="../slideLayouts/slideLayout358.xml"/><Relationship Id="rId7" Type="http://schemas.openxmlformats.org/officeDocument/2006/relationships/slideLayout" Target="../slideLayouts/slideLayout362.xml"/><Relationship Id="rId12" Type="http://schemas.openxmlformats.org/officeDocument/2006/relationships/slideLayout" Target="../slideLayouts/slideLayout367.xml"/><Relationship Id="rId2" Type="http://schemas.openxmlformats.org/officeDocument/2006/relationships/slideLayout" Target="../slideLayouts/slideLayout357.xml"/><Relationship Id="rId1" Type="http://schemas.openxmlformats.org/officeDocument/2006/relationships/slideLayout" Target="../slideLayouts/slideLayout356.xml"/><Relationship Id="rId6" Type="http://schemas.openxmlformats.org/officeDocument/2006/relationships/slideLayout" Target="../slideLayouts/slideLayout361.xml"/><Relationship Id="rId11" Type="http://schemas.openxmlformats.org/officeDocument/2006/relationships/slideLayout" Target="../slideLayouts/slideLayout366.xml"/><Relationship Id="rId5" Type="http://schemas.openxmlformats.org/officeDocument/2006/relationships/slideLayout" Target="../slideLayouts/slideLayout360.xml"/><Relationship Id="rId10" Type="http://schemas.openxmlformats.org/officeDocument/2006/relationships/slideLayout" Target="../slideLayouts/slideLayout365.xml"/><Relationship Id="rId4" Type="http://schemas.openxmlformats.org/officeDocument/2006/relationships/slideLayout" Target="../slideLayouts/slideLayout359.xml"/><Relationship Id="rId9" Type="http://schemas.openxmlformats.org/officeDocument/2006/relationships/slideLayout" Target="../slideLayouts/slideLayout364.xml"/><Relationship Id="rId14" Type="http://schemas.openxmlformats.org/officeDocument/2006/relationships/image" Target="../media/image10.png"/></Relationships>
</file>

<file path=ppt/slideMasters/_rels/slideMaster22.xml.rels><?xml version="1.0" encoding="UTF-8" standalone="yes"?>
<Relationships xmlns="http://schemas.openxmlformats.org/package/2006/relationships"><Relationship Id="rId3" Type="http://schemas.openxmlformats.org/officeDocument/2006/relationships/slideLayout" Target="../slideLayouts/slideLayout370.xml"/><Relationship Id="rId2" Type="http://schemas.openxmlformats.org/officeDocument/2006/relationships/slideLayout" Target="../slideLayouts/slideLayout369.xml"/><Relationship Id="rId1" Type="http://schemas.openxmlformats.org/officeDocument/2006/relationships/slideLayout" Target="../slideLayouts/slideLayout368.xml"/><Relationship Id="rId6" Type="http://schemas.openxmlformats.org/officeDocument/2006/relationships/image" Target="../media/image1.png"/><Relationship Id="rId5" Type="http://schemas.openxmlformats.org/officeDocument/2006/relationships/theme" Target="../theme/theme22.xml"/><Relationship Id="rId4" Type="http://schemas.openxmlformats.org/officeDocument/2006/relationships/slideLayout" Target="../slideLayouts/slideLayout371.xml"/></Relationships>
</file>

<file path=ppt/slideMasters/_rels/slideMaster23.xml.rels><?xml version="1.0" encoding="UTF-8" standalone="yes"?>
<Relationships xmlns="http://schemas.openxmlformats.org/package/2006/relationships"><Relationship Id="rId8" Type="http://schemas.openxmlformats.org/officeDocument/2006/relationships/slideLayout" Target="../slideLayouts/slideLayout379.xml"/><Relationship Id="rId13" Type="http://schemas.openxmlformats.org/officeDocument/2006/relationships/slideLayout" Target="../slideLayouts/slideLayout384.xml"/><Relationship Id="rId3" Type="http://schemas.openxmlformats.org/officeDocument/2006/relationships/slideLayout" Target="../slideLayouts/slideLayout374.xml"/><Relationship Id="rId7" Type="http://schemas.openxmlformats.org/officeDocument/2006/relationships/slideLayout" Target="../slideLayouts/slideLayout378.xml"/><Relationship Id="rId12" Type="http://schemas.openxmlformats.org/officeDocument/2006/relationships/slideLayout" Target="../slideLayouts/slideLayout383.xml"/><Relationship Id="rId17" Type="http://schemas.openxmlformats.org/officeDocument/2006/relationships/image" Target="../media/image10.png"/><Relationship Id="rId2" Type="http://schemas.openxmlformats.org/officeDocument/2006/relationships/slideLayout" Target="../slideLayouts/slideLayout373.xml"/><Relationship Id="rId16" Type="http://schemas.openxmlformats.org/officeDocument/2006/relationships/theme" Target="../theme/theme23.xml"/><Relationship Id="rId1" Type="http://schemas.openxmlformats.org/officeDocument/2006/relationships/slideLayout" Target="../slideLayouts/slideLayout372.xml"/><Relationship Id="rId6" Type="http://schemas.openxmlformats.org/officeDocument/2006/relationships/slideLayout" Target="../slideLayouts/slideLayout377.xml"/><Relationship Id="rId11" Type="http://schemas.openxmlformats.org/officeDocument/2006/relationships/slideLayout" Target="../slideLayouts/slideLayout382.xml"/><Relationship Id="rId5" Type="http://schemas.openxmlformats.org/officeDocument/2006/relationships/slideLayout" Target="../slideLayouts/slideLayout376.xml"/><Relationship Id="rId15" Type="http://schemas.openxmlformats.org/officeDocument/2006/relationships/slideLayout" Target="../slideLayouts/slideLayout386.xml"/><Relationship Id="rId10" Type="http://schemas.openxmlformats.org/officeDocument/2006/relationships/slideLayout" Target="../slideLayouts/slideLayout381.xml"/><Relationship Id="rId4" Type="http://schemas.openxmlformats.org/officeDocument/2006/relationships/slideLayout" Target="../slideLayouts/slideLayout375.xml"/><Relationship Id="rId9" Type="http://schemas.openxmlformats.org/officeDocument/2006/relationships/slideLayout" Target="../slideLayouts/slideLayout380.xml"/><Relationship Id="rId14" Type="http://schemas.openxmlformats.org/officeDocument/2006/relationships/slideLayout" Target="../slideLayouts/slideLayout385.xml"/></Relationships>
</file>

<file path=ppt/slideMasters/_rels/slideMaster24.xml.rels><?xml version="1.0" encoding="UTF-8" standalone="yes"?>
<Relationships xmlns="http://schemas.openxmlformats.org/package/2006/relationships"><Relationship Id="rId8" Type="http://schemas.openxmlformats.org/officeDocument/2006/relationships/slideLayout" Target="../slideLayouts/slideLayout394.xml"/><Relationship Id="rId13" Type="http://schemas.openxmlformats.org/officeDocument/2006/relationships/slideLayout" Target="../slideLayouts/slideLayout399.xml"/><Relationship Id="rId3" Type="http://schemas.openxmlformats.org/officeDocument/2006/relationships/slideLayout" Target="../slideLayouts/slideLayout389.xml"/><Relationship Id="rId7" Type="http://schemas.openxmlformats.org/officeDocument/2006/relationships/slideLayout" Target="../slideLayouts/slideLayout393.xml"/><Relationship Id="rId12" Type="http://schemas.openxmlformats.org/officeDocument/2006/relationships/slideLayout" Target="../slideLayouts/slideLayout398.xml"/><Relationship Id="rId2" Type="http://schemas.openxmlformats.org/officeDocument/2006/relationships/slideLayout" Target="../slideLayouts/slideLayout388.xml"/><Relationship Id="rId16" Type="http://schemas.openxmlformats.org/officeDocument/2006/relationships/image" Target="../media/image10.png"/><Relationship Id="rId1" Type="http://schemas.openxmlformats.org/officeDocument/2006/relationships/slideLayout" Target="../slideLayouts/slideLayout387.xml"/><Relationship Id="rId6" Type="http://schemas.openxmlformats.org/officeDocument/2006/relationships/slideLayout" Target="../slideLayouts/slideLayout392.xml"/><Relationship Id="rId11" Type="http://schemas.openxmlformats.org/officeDocument/2006/relationships/slideLayout" Target="../slideLayouts/slideLayout397.xml"/><Relationship Id="rId5" Type="http://schemas.openxmlformats.org/officeDocument/2006/relationships/slideLayout" Target="../slideLayouts/slideLayout391.xml"/><Relationship Id="rId15" Type="http://schemas.openxmlformats.org/officeDocument/2006/relationships/theme" Target="../theme/theme24.xml"/><Relationship Id="rId10" Type="http://schemas.openxmlformats.org/officeDocument/2006/relationships/slideLayout" Target="../slideLayouts/slideLayout396.xml"/><Relationship Id="rId4" Type="http://schemas.openxmlformats.org/officeDocument/2006/relationships/slideLayout" Target="../slideLayouts/slideLayout390.xml"/><Relationship Id="rId9" Type="http://schemas.openxmlformats.org/officeDocument/2006/relationships/slideLayout" Target="../slideLayouts/slideLayout395.xml"/><Relationship Id="rId14" Type="http://schemas.openxmlformats.org/officeDocument/2006/relationships/slideLayout" Target="../slideLayouts/slideLayout400.xml"/></Relationships>
</file>

<file path=ppt/slideMasters/_rels/slideMaster25.xml.rels><?xml version="1.0" encoding="UTF-8" standalone="yes"?>
<Relationships xmlns="http://schemas.openxmlformats.org/package/2006/relationships"><Relationship Id="rId8" Type="http://schemas.openxmlformats.org/officeDocument/2006/relationships/slideLayout" Target="../slideLayouts/slideLayout408.xml"/><Relationship Id="rId13" Type="http://schemas.openxmlformats.org/officeDocument/2006/relationships/slideLayout" Target="../slideLayouts/slideLayout413.xml"/><Relationship Id="rId3" Type="http://schemas.openxmlformats.org/officeDocument/2006/relationships/slideLayout" Target="../slideLayouts/slideLayout403.xml"/><Relationship Id="rId7" Type="http://schemas.openxmlformats.org/officeDocument/2006/relationships/slideLayout" Target="../slideLayouts/slideLayout407.xml"/><Relationship Id="rId12" Type="http://schemas.openxmlformats.org/officeDocument/2006/relationships/slideLayout" Target="../slideLayouts/slideLayout412.xml"/><Relationship Id="rId2" Type="http://schemas.openxmlformats.org/officeDocument/2006/relationships/slideLayout" Target="../slideLayouts/slideLayout402.xml"/><Relationship Id="rId1" Type="http://schemas.openxmlformats.org/officeDocument/2006/relationships/slideLayout" Target="../slideLayouts/slideLayout401.xml"/><Relationship Id="rId6" Type="http://schemas.openxmlformats.org/officeDocument/2006/relationships/slideLayout" Target="../slideLayouts/slideLayout406.xml"/><Relationship Id="rId11" Type="http://schemas.openxmlformats.org/officeDocument/2006/relationships/slideLayout" Target="../slideLayouts/slideLayout411.xml"/><Relationship Id="rId5" Type="http://schemas.openxmlformats.org/officeDocument/2006/relationships/slideLayout" Target="../slideLayouts/slideLayout405.xml"/><Relationship Id="rId15" Type="http://schemas.openxmlformats.org/officeDocument/2006/relationships/image" Target="../media/image40.jpg"/><Relationship Id="rId10" Type="http://schemas.openxmlformats.org/officeDocument/2006/relationships/slideLayout" Target="../slideLayouts/slideLayout410.xml"/><Relationship Id="rId4" Type="http://schemas.openxmlformats.org/officeDocument/2006/relationships/slideLayout" Target="../slideLayouts/slideLayout404.xml"/><Relationship Id="rId9" Type="http://schemas.openxmlformats.org/officeDocument/2006/relationships/slideLayout" Target="../slideLayouts/slideLayout409.xml"/><Relationship Id="rId14" Type="http://schemas.openxmlformats.org/officeDocument/2006/relationships/theme" Target="../theme/theme25.xml"/></Relationships>
</file>

<file path=ppt/slideMasters/_rels/slideMaster26.xml.rels><?xml version="1.0" encoding="UTF-8" standalone="yes"?>
<Relationships xmlns="http://schemas.openxmlformats.org/package/2006/relationships"><Relationship Id="rId8" Type="http://schemas.openxmlformats.org/officeDocument/2006/relationships/slideLayout" Target="../slideLayouts/slideLayout421.xml"/><Relationship Id="rId13" Type="http://schemas.openxmlformats.org/officeDocument/2006/relationships/image" Target="../media/image1.png"/><Relationship Id="rId3" Type="http://schemas.openxmlformats.org/officeDocument/2006/relationships/slideLayout" Target="../slideLayouts/slideLayout416.xml"/><Relationship Id="rId7" Type="http://schemas.openxmlformats.org/officeDocument/2006/relationships/slideLayout" Target="../slideLayouts/slideLayout420.xml"/><Relationship Id="rId12" Type="http://schemas.openxmlformats.org/officeDocument/2006/relationships/theme" Target="../theme/theme26.xml"/><Relationship Id="rId2" Type="http://schemas.openxmlformats.org/officeDocument/2006/relationships/slideLayout" Target="../slideLayouts/slideLayout415.xml"/><Relationship Id="rId1" Type="http://schemas.openxmlformats.org/officeDocument/2006/relationships/slideLayout" Target="../slideLayouts/slideLayout414.xml"/><Relationship Id="rId6" Type="http://schemas.openxmlformats.org/officeDocument/2006/relationships/slideLayout" Target="../slideLayouts/slideLayout419.xml"/><Relationship Id="rId11" Type="http://schemas.openxmlformats.org/officeDocument/2006/relationships/slideLayout" Target="../slideLayouts/slideLayout424.xml"/><Relationship Id="rId5" Type="http://schemas.openxmlformats.org/officeDocument/2006/relationships/slideLayout" Target="../slideLayouts/slideLayout418.xml"/><Relationship Id="rId10" Type="http://schemas.openxmlformats.org/officeDocument/2006/relationships/slideLayout" Target="../slideLayouts/slideLayout423.xml"/><Relationship Id="rId4" Type="http://schemas.openxmlformats.org/officeDocument/2006/relationships/slideLayout" Target="../slideLayouts/slideLayout417.xml"/><Relationship Id="rId9" Type="http://schemas.openxmlformats.org/officeDocument/2006/relationships/slideLayout" Target="../slideLayouts/slideLayout422.xml"/></Relationships>
</file>

<file path=ppt/slideMasters/_rels/slideMaster27.xml.rels><?xml version="1.0" encoding="UTF-8" standalone="yes"?>
<Relationships xmlns="http://schemas.openxmlformats.org/package/2006/relationships"><Relationship Id="rId117" Type="http://schemas.openxmlformats.org/officeDocument/2006/relationships/slideLayout" Target="../slideLayouts/slideLayout541.xml"/><Relationship Id="rId21" Type="http://schemas.openxmlformats.org/officeDocument/2006/relationships/slideLayout" Target="../slideLayouts/slideLayout445.xml"/><Relationship Id="rId42" Type="http://schemas.openxmlformats.org/officeDocument/2006/relationships/slideLayout" Target="../slideLayouts/slideLayout466.xml"/><Relationship Id="rId63" Type="http://schemas.openxmlformats.org/officeDocument/2006/relationships/slideLayout" Target="../slideLayouts/slideLayout487.xml"/><Relationship Id="rId84" Type="http://schemas.openxmlformats.org/officeDocument/2006/relationships/slideLayout" Target="../slideLayouts/slideLayout508.xml"/><Relationship Id="rId138" Type="http://schemas.openxmlformats.org/officeDocument/2006/relationships/slideLayout" Target="../slideLayouts/slideLayout562.xml"/><Relationship Id="rId159" Type="http://schemas.openxmlformats.org/officeDocument/2006/relationships/slideLayout" Target="../slideLayouts/slideLayout583.xml"/><Relationship Id="rId170" Type="http://schemas.openxmlformats.org/officeDocument/2006/relationships/slideLayout" Target="../slideLayouts/slideLayout594.xml"/><Relationship Id="rId191" Type="http://schemas.openxmlformats.org/officeDocument/2006/relationships/slideLayout" Target="../slideLayouts/slideLayout615.xml"/><Relationship Id="rId107" Type="http://schemas.openxmlformats.org/officeDocument/2006/relationships/slideLayout" Target="../slideLayouts/slideLayout531.xml"/><Relationship Id="rId11" Type="http://schemas.openxmlformats.org/officeDocument/2006/relationships/slideLayout" Target="../slideLayouts/slideLayout435.xml"/><Relationship Id="rId32" Type="http://schemas.openxmlformats.org/officeDocument/2006/relationships/slideLayout" Target="../slideLayouts/slideLayout456.xml"/><Relationship Id="rId53" Type="http://schemas.openxmlformats.org/officeDocument/2006/relationships/slideLayout" Target="../slideLayouts/slideLayout477.xml"/><Relationship Id="rId74" Type="http://schemas.openxmlformats.org/officeDocument/2006/relationships/slideLayout" Target="../slideLayouts/slideLayout498.xml"/><Relationship Id="rId128" Type="http://schemas.openxmlformats.org/officeDocument/2006/relationships/slideLayout" Target="../slideLayouts/slideLayout552.xml"/><Relationship Id="rId149" Type="http://schemas.openxmlformats.org/officeDocument/2006/relationships/slideLayout" Target="../slideLayouts/slideLayout573.xml"/><Relationship Id="rId5" Type="http://schemas.openxmlformats.org/officeDocument/2006/relationships/slideLayout" Target="../slideLayouts/slideLayout429.xml"/><Relationship Id="rId95" Type="http://schemas.openxmlformats.org/officeDocument/2006/relationships/slideLayout" Target="../slideLayouts/slideLayout519.xml"/><Relationship Id="rId160" Type="http://schemas.openxmlformats.org/officeDocument/2006/relationships/slideLayout" Target="../slideLayouts/slideLayout584.xml"/><Relationship Id="rId181" Type="http://schemas.openxmlformats.org/officeDocument/2006/relationships/slideLayout" Target="../slideLayouts/slideLayout605.xml"/><Relationship Id="rId22" Type="http://schemas.openxmlformats.org/officeDocument/2006/relationships/slideLayout" Target="../slideLayouts/slideLayout446.xml"/><Relationship Id="rId43" Type="http://schemas.openxmlformats.org/officeDocument/2006/relationships/slideLayout" Target="../slideLayouts/slideLayout467.xml"/><Relationship Id="rId64" Type="http://schemas.openxmlformats.org/officeDocument/2006/relationships/slideLayout" Target="../slideLayouts/slideLayout488.xml"/><Relationship Id="rId118" Type="http://schemas.openxmlformats.org/officeDocument/2006/relationships/slideLayout" Target="../slideLayouts/slideLayout542.xml"/><Relationship Id="rId139" Type="http://schemas.openxmlformats.org/officeDocument/2006/relationships/slideLayout" Target="../slideLayouts/slideLayout563.xml"/><Relationship Id="rId85" Type="http://schemas.openxmlformats.org/officeDocument/2006/relationships/slideLayout" Target="../slideLayouts/slideLayout509.xml"/><Relationship Id="rId150" Type="http://schemas.openxmlformats.org/officeDocument/2006/relationships/slideLayout" Target="../slideLayouts/slideLayout574.xml"/><Relationship Id="rId171" Type="http://schemas.openxmlformats.org/officeDocument/2006/relationships/slideLayout" Target="../slideLayouts/slideLayout595.xml"/><Relationship Id="rId192" Type="http://schemas.openxmlformats.org/officeDocument/2006/relationships/slideLayout" Target="../slideLayouts/slideLayout616.xml"/><Relationship Id="rId12" Type="http://schemas.openxmlformats.org/officeDocument/2006/relationships/slideLayout" Target="../slideLayouts/slideLayout436.xml"/><Relationship Id="rId33" Type="http://schemas.openxmlformats.org/officeDocument/2006/relationships/slideLayout" Target="../slideLayouts/slideLayout457.xml"/><Relationship Id="rId108" Type="http://schemas.openxmlformats.org/officeDocument/2006/relationships/slideLayout" Target="../slideLayouts/slideLayout532.xml"/><Relationship Id="rId129" Type="http://schemas.openxmlformats.org/officeDocument/2006/relationships/slideLayout" Target="../slideLayouts/slideLayout553.xml"/><Relationship Id="rId54" Type="http://schemas.openxmlformats.org/officeDocument/2006/relationships/slideLayout" Target="../slideLayouts/slideLayout478.xml"/><Relationship Id="rId75" Type="http://schemas.openxmlformats.org/officeDocument/2006/relationships/slideLayout" Target="../slideLayouts/slideLayout499.xml"/><Relationship Id="rId96" Type="http://schemas.openxmlformats.org/officeDocument/2006/relationships/slideLayout" Target="../slideLayouts/slideLayout520.xml"/><Relationship Id="rId140" Type="http://schemas.openxmlformats.org/officeDocument/2006/relationships/slideLayout" Target="../slideLayouts/slideLayout564.xml"/><Relationship Id="rId161" Type="http://schemas.openxmlformats.org/officeDocument/2006/relationships/slideLayout" Target="../slideLayouts/slideLayout585.xml"/><Relationship Id="rId182" Type="http://schemas.openxmlformats.org/officeDocument/2006/relationships/slideLayout" Target="../slideLayouts/slideLayout606.xml"/><Relationship Id="rId6" Type="http://schemas.openxmlformats.org/officeDocument/2006/relationships/slideLayout" Target="../slideLayouts/slideLayout430.xml"/><Relationship Id="rId23" Type="http://schemas.openxmlformats.org/officeDocument/2006/relationships/slideLayout" Target="../slideLayouts/slideLayout447.xml"/><Relationship Id="rId119" Type="http://schemas.openxmlformats.org/officeDocument/2006/relationships/slideLayout" Target="../slideLayouts/slideLayout543.xml"/><Relationship Id="rId44" Type="http://schemas.openxmlformats.org/officeDocument/2006/relationships/slideLayout" Target="../slideLayouts/slideLayout468.xml"/><Relationship Id="rId65" Type="http://schemas.openxmlformats.org/officeDocument/2006/relationships/slideLayout" Target="../slideLayouts/slideLayout489.xml"/><Relationship Id="rId86" Type="http://schemas.openxmlformats.org/officeDocument/2006/relationships/slideLayout" Target="../slideLayouts/slideLayout510.xml"/><Relationship Id="rId130" Type="http://schemas.openxmlformats.org/officeDocument/2006/relationships/slideLayout" Target="../slideLayouts/slideLayout554.xml"/><Relationship Id="rId151" Type="http://schemas.openxmlformats.org/officeDocument/2006/relationships/slideLayout" Target="../slideLayouts/slideLayout575.xml"/><Relationship Id="rId172" Type="http://schemas.openxmlformats.org/officeDocument/2006/relationships/slideLayout" Target="../slideLayouts/slideLayout596.xml"/><Relationship Id="rId193" Type="http://schemas.openxmlformats.org/officeDocument/2006/relationships/slideLayout" Target="../slideLayouts/slideLayout617.xml"/><Relationship Id="rId13" Type="http://schemas.openxmlformats.org/officeDocument/2006/relationships/slideLayout" Target="../slideLayouts/slideLayout437.xml"/><Relationship Id="rId109" Type="http://schemas.openxmlformats.org/officeDocument/2006/relationships/slideLayout" Target="../slideLayouts/slideLayout533.xml"/><Relationship Id="rId34" Type="http://schemas.openxmlformats.org/officeDocument/2006/relationships/slideLayout" Target="../slideLayouts/slideLayout458.xml"/><Relationship Id="rId55" Type="http://schemas.openxmlformats.org/officeDocument/2006/relationships/slideLayout" Target="../slideLayouts/slideLayout479.xml"/><Relationship Id="rId76" Type="http://schemas.openxmlformats.org/officeDocument/2006/relationships/slideLayout" Target="../slideLayouts/slideLayout500.xml"/><Relationship Id="rId97" Type="http://schemas.openxmlformats.org/officeDocument/2006/relationships/slideLayout" Target="../slideLayouts/slideLayout521.xml"/><Relationship Id="rId120" Type="http://schemas.openxmlformats.org/officeDocument/2006/relationships/slideLayout" Target="../slideLayouts/slideLayout544.xml"/><Relationship Id="rId141" Type="http://schemas.openxmlformats.org/officeDocument/2006/relationships/slideLayout" Target="../slideLayouts/slideLayout565.xml"/><Relationship Id="rId7" Type="http://schemas.openxmlformats.org/officeDocument/2006/relationships/slideLayout" Target="../slideLayouts/slideLayout431.xml"/><Relationship Id="rId162" Type="http://schemas.openxmlformats.org/officeDocument/2006/relationships/slideLayout" Target="../slideLayouts/slideLayout586.xml"/><Relationship Id="rId183" Type="http://schemas.openxmlformats.org/officeDocument/2006/relationships/slideLayout" Target="../slideLayouts/slideLayout607.xml"/><Relationship Id="rId2" Type="http://schemas.openxmlformats.org/officeDocument/2006/relationships/slideLayout" Target="../slideLayouts/slideLayout426.xml"/><Relationship Id="rId29" Type="http://schemas.openxmlformats.org/officeDocument/2006/relationships/slideLayout" Target="../slideLayouts/slideLayout453.xml"/><Relationship Id="rId24" Type="http://schemas.openxmlformats.org/officeDocument/2006/relationships/slideLayout" Target="../slideLayouts/slideLayout448.xml"/><Relationship Id="rId40" Type="http://schemas.openxmlformats.org/officeDocument/2006/relationships/slideLayout" Target="../slideLayouts/slideLayout464.xml"/><Relationship Id="rId45" Type="http://schemas.openxmlformats.org/officeDocument/2006/relationships/slideLayout" Target="../slideLayouts/slideLayout469.xml"/><Relationship Id="rId66" Type="http://schemas.openxmlformats.org/officeDocument/2006/relationships/slideLayout" Target="../slideLayouts/slideLayout490.xml"/><Relationship Id="rId87" Type="http://schemas.openxmlformats.org/officeDocument/2006/relationships/slideLayout" Target="../slideLayouts/slideLayout511.xml"/><Relationship Id="rId110" Type="http://schemas.openxmlformats.org/officeDocument/2006/relationships/slideLayout" Target="../slideLayouts/slideLayout534.xml"/><Relationship Id="rId115" Type="http://schemas.openxmlformats.org/officeDocument/2006/relationships/slideLayout" Target="../slideLayouts/slideLayout539.xml"/><Relationship Id="rId131" Type="http://schemas.openxmlformats.org/officeDocument/2006/relationships/slideLayout" Target="../slideLayouts/slideLayout555.xml"/><Relationship Id="rId136" Type="http://schemas.openxmlformats.org/officeDocument/2006/relationships/slideLayout" Target="../slideLayouts/slideLayout560.xml"/><Relationship Id="rId157" Type="http://schemas.openxmlformats.org/officeDocument/2006/relationships/slideLayout" Target="../slideLayouts/slideLayout581.xml"/><Relationship Id="rId178" Type="http://schemas.openxmlformats.org/officeDocument/2006/relationships/slideLayout" Target="../slideLayouts/slideLayout602.xml"/><Relationship Id="rId61" Type="http://schemas.openxmlformats.org/officeDocument/2006/relationships/slideLayout" Target="../slideLayouts/slideLayout485.xml"/><Relationship Id="rId82" Type="http://schemas.openxmlformats.org/officeDocument/2006/relationships/slideLayout" Target="../slideLayouts/slideLayout506.xml"/><Relationship Id="rId152" Type="http://schemas.openxmlformats.org/officeDocument/2006/relationships/slideLayout" Target="../slideLayouts/slideLayout576.xml"/><Relationship Id="rId173" Type="http://schemas.openxmlformats.org/officeDocument/2006/relationships/slideLayout" Target="../slideLayouts/slideLayout597.xml"/><Relationship Id="rId194" Type="http://schemas.openxmlformats.org/officeDocument/2006/relationships/slideLayout" Target="../slideLayouts/slideLayout618.xml"/><Relationship Id="rId199" Type="http://schemas.openxmlformats.org/officeDocument/2006/relationships/slideLayout" Target="../slideLayouts/slideLayout623.xml"/><Relationship Id="rId19" Type="http://schemas.openxmlformats.org/officeDocument/2006/relationships/slideLayout" Target="../slideLayouts/slideLayout443.xml"/><Relationship Id="rId14" Type="http://schemas.openxmlformats.org/officeDocument/2006/relationships/slideLayout" Target="../slideLayouts/slideLayout438.xml"/><Relationship Id="rId30" Type="http://schemas.openxmlformats.org/officeDocument/2006/relationships/slideLayout" Target="../slideLayouts/slideLayout454.xml"/><Relationship Id="rId35" Type="http://schemas.openxmlformats.org/officeDocument/2006/relationships/slideLayout" Target="../slideLayouts/slideLayout459.xml"/><Relationship Id="rId56" Type="http://schemas.openxmlformats.org/officeDocument/2006/relationships/slideLayout" Target="../slideLayouts/slideLayout480.xml"/><Relationship Id="rId77" Type="http://schemas.openxmlformats.org/officeDocument/2006/relationships/slideLayout" Target="../slideLayouts/slideLayout501.xml"/><Relationship Id="rId100" Type="http://schemas.openxmlformats.org/officeDocument/2006/relationships/slideLayout" Target="../slideLayouts/slideLayout524.xml"/><Relationship Id="rId105" Type="http://schemas.openxmlformats.org/officeDocument/2006/relationships/slideLayout" Target="../slideLayouts/slideLayout529.xml"/><Relationship Id="rId126" Type="http://schemas.openxmlformats.org/officeDocument/2006/relationships/slideLayout" Target="../slideLayouts/slideLayout550.xml"/><Relationship Id="rId147" Type="http://schemas.openxmlformats.org/officeDocument/2006/relationships/slideLayout" Target="../slideLayouts/slideLayout571.xml"/><Relationship Id="rId168" Type="http://schemas.openxmlformats.org/officeDocument/2006/relationships/slideLayout" Target="../slideLayouts/slideLayout592.xml"/><Relationship Id="rId8" Type="http://schemas.openxmlformats.org/officeDocument/2006/relationships/slideLayout" Target="../slideLayouts/slideLayout432.xml"/><Relationship Id="rId51" Type="http://schemas.openxmlformats.org/officeDocument/2006/relationships/slideLayout" Target="../slideLayouts/slideLayout475.xml"/><Relationship Id="rId72" Type="http://schemas.openxmlformats.org/officeDocument/2006/relationships/slideLayout" Target="../slideLayouts/slideLayout496.xml"/><Relationship Id="rId93" Type="http://schemas.openxmlformats.org/officeDocument/2006/relationships/slideLayout" Target="../slideLayouts/slideLayout517.xml"/><Relationship Id="rId98" Type="http://schemas.openxmlformats.org/officeDocument/2006/relationships/slideLayout" Target="../slideLayouts/slideLayout522.xml"/><Relationship Id="rId121" Type="http://schemas.openxmlformats.org/officeDocument/2006/relationships/slideLayout" Target="../slideLayouts/slideLayout545.xml"/><Relationship Id="rId142" Type="http://schemas.openxmlformats.org/officeDocument/2006/relationships/slideLayout" Target="../slideLayouts/slideLayout566.xml"/><Relationship Id="rId163" Type="http://schemas.openxmlformats.org/officeDocument/2006/relationships/slideLayout" Target="../slideLayouts/slideLayout587.xml"/><Relationship Id="rId184" Type="http://schemas.openxmlformats.org/officeDocument/2006/relationships/slideLayout" Target="../slideLayouts/slideLayout608.xml"/><Relationship Id="rId189" Type="http://schemas.openxmlformats.org/officeDocument/2006/relationships/slideLayout" Target="../slideLayouts/slideLayout613.xml"/><Relationship Id="rId3" Type="http://schemas.openxmlformats.org/officeDocument/2006/relationships/slideLayout" Target="../slideLayouts/slideLayout427.xml"/><Relationship Id="rId25" Type="http://schemas.openxmlformats.org/officeDocument/2006/relationships/slideLayout" Target="../slideLayouts/slideLayout449.xml"/><Relationship Id="rId46" Type="http://schemas.openxmlformats.org/officeDocument/2006/relationships/slideLayout" Target="../slideLayouts/slideLayout470.xml"/><Relationship Id="rId67" Type="http://schemas.openxmlformats.org/officeDocument/2006/relationships/slideLayout" Target="../slideLayouts/slideLayout491.xml"/><Relationship Id="rId116" Type="http://schemas.openxmlformats.org/officeDocument/2006/relationships/slideLayout" Target="../slideLayouts/slideLayout540.xml"/><Relationship Id="rId137" Type="http://schemas.openxmlformats.org/officeDocument/2006/relationships/slideLayout" Target="../slideLayouts/slideLayout561.xml"/><Relationship Id="rId158" Type="http://schemas.openxmlformats.org/officeDocument/2006/relationships/slideLayout" Target="../slideLayouts/slideLayout582.xml"/><Relationship Id="rId20" Type="http://schemas.openxmlformats.org/officeDocument/2006/relationships/slideLayout" Target="../slideLayouts/slideLayout444.xml"/><Relationship Id="rId41" Type="http://schemas.openxmlformats.org/officeDocument/2006/relationships/slideLayout" Target="../slideLayouts/slideLayout465.xml"/><Relationship Id="rId62" Type="http://schemas.openxmlformats.org/officeDocument/2006/relationships/slideLayout" Target="../slideLayouts/slideLayout486.xml"/><Relationship Id="rId83" Type="http://schemas.openxmlformats.org/officeDocument/2006/relationships/slideLayout" Target="../slideLayouts/slideLayout507.xml"/><Relationship Id="rId88" Type="http://schemas.openxmlformats.org/officeDocument/2006/relationships/slideLayout" Target="../slideLayouts/slideLayout512.xml"/><Relationship Id="rId111" Type="http://schemas.openxmlformats.org/officeDocument/2006/relationships/slideLayout" Target="../slideLayouts/slideLayout535.xml"/><Relationship Id="rId132" Type="http://schemas.openxmlformats.org/officeDocument/2006/relationships/slideLayout" Target="../slideLayouts/slideLayout556.xml"/><Relationship Id="rId153" Type="http://schemas.openxmlformats.org/officeDocument/2006/relationships/slideLayout" Target="../slideLayouts/slideLayout577.xml"/><Relationship Id="rId174" Type="http://schemas.openxmlformats.org/officeDocument/2006/relationships/slideLayout" Target="../slideLayouts/slideLayout598.xml"/><Relationship Id="rId179" Type="http://schemas.openxmlformats.org/officeDocument/2006/relationships/slideLayout" Target="../slideLayouts/slideLayout603.xml"/><Relationship Id="rId195" Type="http://schemas.openxmlformats.org/officeDocument/2006/relationships/slideLayout" Target="../slideLayouts/slideLayout619.xml"/><Relationship Id="rId190" Type="http://schemas.openxmlformats.org/officeDocument/2006/relationships/slideLayout" Target="../slideLayouts/slideLayout614.xml"/><Relationship Id="rId15" Type="http://schemas.openxmlformats.org/officeDocument/2006/relationships/slideLayout" Target="../slideLayouts/slideLayout439.xml"/><Relationship Id="rId36" Type="http://schemas.openxmlformats.org/officeDocument/2006/relationships/slideLayout" Target="../slideLayouts/slideLayout460.xml"/><Relationship Id="rId57" Type="http://schemas.openxmlformats.org/officeDocument/2006/relationships/slideLayout" Target="../slideLayouts/slideLayout481.xml"/><Relationship Id="rId106" Type="http://schemas.openxmlformats.org/officeDocument/2006/relationships/slideLayout" Target="../slideLayouts/slideLayout530.xml"/><Relationship Id="rId127" Type="http://schemas.openxmlformats.org/officeDocument/2006/relationships/slideLayout" Target="../slideLayouts/slideLayout551.xml"/><Relationship Id="rId10" Type="http://schemas.openxmlformats.org/officeDocument/2006/relationships/slideLayout" Target="../slideLayouts/slideLayout434.xml"/><Relationship Id="rId31" Type="http://schemas.openxmlformats.org/officeDocument/2006/relationships/slideLayout" Target="../slideLayouts/slideLayout455.xml"/><Relationship Id="rId52" Type="http://schemas.openxmlformats.org/officeDocument/2006/relationships/slideLayout" Target="../slideLayouts/slideLayout476.xml"/><Relationship Id="rId73" Type="http://schemas.openxmlformats.org/officeDocument/2006/relationships/slideLayout" Target="../slideLayouts/slideLayout497.xml"/><Relationship Id="rId78" Type="http://schemas.openxmlformats.org/officeDocument/2006/relationships/slideLayout" Target="../slideLayouts/slideLayout502.xml"/><Relationship Id="rId94" Type="http://schemas.openxmlformats.org/officeDocument/2006/relationships/slideLayout" Target="../slideLayouts/slideLayout518.xml"/><Relationship Id="rId99" Type="http://schemas.openxmlformats.org/officeDocument/2006/relationships/slideLayout" Target="../slideLayouts/slideLayout523.xml"/><Relationship Id="rId101" Type="http://schemas.openxmlformats.org/officeDocument/2006/relationships/slideLayout" Target="../slideLayouts/slideLayout525.xml"/><Relationship Id="rId122" Type="http://schemas.openxmlformats.org/officeDocument/2006/relationships/slideLayout" Target="../slideLayouts/slideLayout546.xml"/><Relationship Id="rId143" Type="http://schemas.openxmlformats.org/officeDocument/2006/relationships/slideLayout" Target="../slideLayouts/slideLayout567.xml"/><Relationship Id="rId148" Type="http://schemas.openxmlformats.org/officeDocument/2006/relationships/slideLayout" Target="../slideLayouts/slideLayout572.xml"/><Relationship Id="rId164" Type="http://schemas.openxmlformats.org/officeDocument/2006/relationships/slideLayout" Target="../slideLayouts/slideLayout588.xml"/><Relationship Id="rId169" Type="http://schemas.openxmlformats.org/officeDocument/2006/relationships/slideLayout" Target="../slideLayouts/slideLayout593.xml"/><Relationship Id="rId185" Type="http://schemas.openxmlformats.org/officeDocument/2006/relationships/slideLayout" Target="../slideLayouts/slideLayout609.xml"/><Relationship Id="rId4" Type="http://schemas.openxmlformats.org/officeDocument/2006/relationships/slideLayout" Target="../slideLayouts/slideLayout428.xml"/><Relationship Id="rId9" Type="http://schemas.openxmlformats.org/officeDocument/2006/relationships/slideLayout" Target="../slideLayouts/slideLayout433.xml"/><Relationship Id="rId180" Type="http://schemas.openxmlformats.org/officeDocument/2006/relationships/slideLayout" Target="../slideLayouts/slideLayout604.xml"/><Relationship Id="rId26" Type="http://schemas.openxmlformats.org/officeDocument/2006/relationships/slideLayout" Target="../slideLayouts/slideLayout450.xml"/><Relationship Id="rId47" Type="http://schemas.openxmlformats.org/officeDocument/2006/relationships/slideLayout" Target="../slideLayouts/slideLayout471.xml"/><Relationship Id="rId68" Type="http://schemas.openxmlformats.org/officeDocument/2006/relationships/slideLayout" Target="../slideLayouts/slideLayout492.xml"/><Relationship Id="rId89" Type="http://schemas.openxmlformats.org/officeDocument/2006/relationships/slideLayout" Target="../slideLayouts/slideLayout513.xml"/><Relationship Id="rId112" Type="http://schemas.openxmlformats.org/officeDocument/2006/relationships/slideLayout" Target="../slideLayouts/slideLayout536.xml"/><Relationship Id="rId133" Type="http://schemas.openxmlformats.org/officeDocument/2006/relationships/slideLayout" Target="../slideLayouts/slideLayout557.xml"/><Relationship Id="rId154" Type="http://schemas.openxmlformats.org/officeDocument/2006/relationships/slideLayout" Target="../slideLayouts/slideLayout578.xml"/><Relationship Id="rId175" Type="http://schemas.openxmlformats.org/officeDocument/2006/relationships/slideLayout" Target="../slideLayouts/slideLayout599.xml"/><Relationship Id="rId196" Type="http://schemas.openxmlformats.org/officeDocument/2006/relationships/slideLayout" Target="../slideLayouts/slideLayout620.xml"/><Relationship Id="rId200" Type="http://schemas.openxmlformats.org/officeDocument/2006/relationships/slideLayout" Target="../slideLayouts/slideLayout624.xml"/><Relationship Id="rId16" Type="http://schemas.openxmlformats.org/officeDocument/2006/relationships/slideLayout" Target="../slideLayouts/slideLayout440.xml"/><Relationship Id="rId37" Type="http://schemas.openxmlformats.org/officeDocument/2006/relationships/slideLayout" Target="../slideLayouts/slideLayout461.xml"/><Relationship Id="rId58" Type="http://schemas.openxmlformats.org/officeDocument/2006/relationships/slideLayout" Target="../slideLayouts/slideLayout482.xml"/><Relationship Id="rId79" Type="http://schemas.openxmlformats.org/officeDocument/2006/relationships/slideLayout" Target="../slideLayouts/slideLayout503.xml"/><Relationship Id="rId102" Type="http://schemas.openxmlformats.org/officeDocument/2006/relationships/slideLayout" Target="../slideLayouts/slideLayout526.xml"/><Relationship Id="rId123" Type="http://schemas.openxmlformats.org/officeDocument/2006/relationships/slideLayout" Target="../slideLayouts/slideLayout547.xml"/><Relationship Id="rId144" Type="http://schemas.openxmlformats.org/officeDocument/2006/relationships/slideLayout" Target="../slideLayouts/slideLayout568.xml"/><Relationship Id="rId90" Type="http://schemas.openxmlformats.org/officeDocument/2006/relationships/slideLayout" Target="../slideLayouts/slideLayout514.xml"/><Relationship Id="rId165" Type="http://schemas.openxmlformats.org/officeDocument/2006/relationships/slideLayout" Target="../slideLayouts/slideLayout589.xml"/><Relationship Id="rId186" Type="http://schemas.openxmlformats.org/officeDocument/2006/relationships/slideLayout" Target="../slideLayouts/slideLayout610.xml"/><Relationship Id="rId27" Type="http://schemas.openxmlformats.org/officeDocument/2006/relationships/slideLayout" Target="../slideLayouts/slideLayout451.xml"/><Relationship Id="rId48" Type="http://schemas.openxmlformats.org/officeDocument/2006/relationships/slideLayout" Target="../slideLayouts/slideLayout472.xml"/><Relationship Id="rId69" Type="http://schemas.openxmlformats.org/officeDocument/2006/relationships/slideLayout" Target="../slideLayouts/slideLayout493.xml"/><Relationship Id="rId113" Type="http://schemas.openxmlformats.org/officeDocument/2006/relationships/slideLayout" Target="../slideLayouts/slideLayout537.xml"/><Relationship Id="rId134" Type="http://schemas.openxmlformats.org/officeDocument/2006/relationships/slideLayout" Target="../slideLayouts/slideLayout558.xml"/><Relationship Id="rId80" Type="http://schemas.openxmlformats.org/officeDocument/2006/relationships/slideLayout" Target="../slideLayouts/slideLayout504.xml"/><Relationship Id="rId155" Type="http://schemas.openxmlformats.org/officeDocument/2006/relationships/slideLayout" Target="../slideLayouts/slideLayout579.xml"/><Relationship Id="rId176" Type="http://schemas.openxmlformats.org/officeDocument/2006/relationships/slideLayout" Target="../slideLayouts/slideLayout600.xml"/><Relationship Id="rId197" Type="http://schemas.openxmlformats.org/officeDocument/2006/relationships/slideLayout" Target="../slideLayouts/slideLayout621.xml"/><Relationship Id="rId201" Type="http://schemas.openxmlformats.org/officeDocument/2006/relationships/theme" Target="../theme/theme27.xml"/><Relationship Id="rId17" Type="http://schemas.openxmlformats.org/officeDocument/2006/relationships/slideLayout" Target="../slideLayouts/slideLayout441.xml"/><Relationship Id="rId38" Type="http://schemas.openxmlformats.org/officeDocument/2006/relationships/slideLayout" Target="../slideLayouts/slideLayout462.xml"/><Relationship Id="rId59" Type="http://schemas.openxmlformats.org/officeDocument/2006/relationships/slideLayout" Target="../slideLayouts/slideLayout483.xml"/><Relationship Id="rId103" Type="http://schemas.openxmlformats.org/officeDocument/2006/relationships/slideLayout" Target="../slideLayouts/slideLayout527.xml"/><Relationship Id="rId124" Type="http://schemas.openxmlformats.org/officeDocument/2006/relationships/slideLayout" Target="../slideLayouts/slideLayout548.xml"/><Relationship Id="rId70" Type="http://schemas.openxmlformats.org/officeDocument/2006/relationships/slideLayout" Target="../slideLayouts/slideLayout494.xml"/><Relationship Id="rId91" Type="http://schemas.openxmlformats.org/officeDocument/2006/relationships/slideLayout" Target="../slideLayouts/slideLayout515.xml"/><Relationship Id="rId145" Type="http://schemas.openxmlformats.org/officeDocument/2006/relationships/slideLayout" Target="../slideLayouts/slideLayout569.xml"/><Relationship Id="rId166" Type="http://schemas.openxmlformats.org/officeDocument/2006/relationships/slideLayout" Target="../slideLayouts/slideLayout590.xml"/><Relationship Id="rId187" Type="http://schemas.openxmlformats.org/officeDocument/2006/relationships/slideLayout" Target="../slideLayouts/slideLayout611.xml"/><Relationship Id="rId1" Type="http://schemas.openxmlformats.org/officeDocument/2006/relationships/slideLayout" Target="../slideLayouts/slideLayout425.xml"/><Relationship Id="rId28" Type="http://schemas.openxmlformats.org/officeDocument/2006/relationships/slideLayout" Target="../slideLayouts/slideLayout452.xml"/><Relationship Id="rId49" Type="http://schemas.openxmlformats.org/officeDocument/2006/relationships/slideLayout" Target="../slideLayouts/slideLayout473.xml"/><Relationship Id="rId114" Type="http://schemas.openxmlformats.org/officeDocument/2006/relationships/slideLayout" Target="../slideLayouts/slideLayout538.xml"/><Relationship Id="rId60" Type="http://schemas.openxmlformats.org/officeDocument/2006/relationships/slideLayout" Target="../slideLayouts/slideLayout484.xml"/><Relationship Id="rId81" Type="http://schemas.openxmlformats.org/officeDocument/2006/relationships/slideLayout" Target="../slideLayouts/slideLayout505.xml"/><Relationship Id="rId135" Type="http://schemas.openxmlformats.org/officeDocument/2006/relationships/slideLayout" Target="../slideLayouts/slideLayout559.xml"/><Relationship Id="rId156" Type="http://schemas.openxmlformats.org/officeDocument/2006/relationships/slideLayout" Target="../slideLayouts/slideLayout580.xml"/><Relationship Id="rId177" Type="http://schemas.openxmlformats.org/officeDocument/2006/relationships/slideLayout" Target="../slideLayouts/slideLayout601.xml"/><Relationship Id="rId198" Type="http://schemas.openxmlformats.org/officeDocument/2006/relationships/slideLayout" Target="../slideLayouts/slideLayout622.xml"/><Relationship Id="rId202" Type="http://schemas.openxmlformats.org/officeDocument/2006/relationships/image" Target="../media/image43.png"/><Relationship Id="rId18" Type="http://schemas.openxmlformats.org/officeDocument/2006/relationships/slideLayout" Target="../slideLayouts/slideLayout442.xml"/><Relationship Id="rId39" Type="http://schemas.openxmlformats.org/officeDocument/2006/relationships/slideLayout" Target="../slideLayouts/slideLayout463.xml"/><Relationship Id="rId50" Type="http://schemas.openxmlformats.org/officeDocument/2006/relationships/slideLayout" Target="../slideLayouts/slideLayout474.xml"/><Relationship Id="rId104" Type="http://schemas.openxmlformats.org/officeDocument/2006/relationships/slideLayout" Target="../slideLayouts/slideLayout528.xml"/><Relationship Id="rId125" Type="http://schemas.openxmlformats.org/officeDocument/2006/relationships/slideLayout" Target="../slideLayouts/slideLayout549.xml"/><Relationship Id="rId146" Type="http://schemas.openxmlformats.org/officeDocument/2006/relationships/slideLayout" Target="../slideLayouts/slideLayout570.xml"/><Relationship Id="rId167" Type="http://schemas.openxmlformats.org/officeDocument/2006/relationships/slideLayout" Target="../slideLayouts/slideLayout591.xml"/><Relationship Id="rId188" Type="http://schemas.openxmlformats.org/officeDocument/2006/relationships/slideLayout" Target="../slideLayouts/slideLayout612.xml"/><Relationship Id="rId71" Type="http://schemas.openxmlformats.org/officeDocument/2006/relationships/slideLayout" Target="../slideLayouts/slideLayout495.xml"/><Relationship Id="rId92" Type="http://schemas.openxmlformats.org/officeDocument/2006/relationships/slideLayout" Target="../slideLayouts/slideLayout5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7" descr="Ridge.pdf"/>
          <p:cNvPicPr>
            <a:picLocks noChangeAspect="1"/>
          </p:cNvPicPr>
          <p:nvPr/>
        </p:nvPicPr>
        <p:blipFill>
          <a:blip r:embed="rId14" cstate="email">
            <a:extLst>
              <a:ext uri="{28A0092B-C50C-407E-A947-70E740481C1C}">
                <a14:useLocalDpi xmlns:a14="http://schemas.microsoft.com/office/drawing/2010/main"/>
              </a:ext>
            </a:extLst>
          </a:blip>
          <a:srcRect/>
          <a:stretch>
            <a:fillRect/>
          </a:stretch>
        </p:blipFill>
        <p:spPr bwMode="ltGray">
          <a:xfrm>
            <a:off x="89" y="71"/>
            <a:ext cx="3025651" cy="825692"/>
          </a:xfrm>
          <a:prstGeom prst="rect">
            <a:avLst/>
          </a:prstGeom>
          <a:noFill/>
          <a:ln w="9525">
            <a:noFill/>
            <a:miter lim="800000"/>
            <a:headEnd/>
            <a:tailEnd/>
          </a:ln>
        </p:spPr>
      </p:pic>
      <p:sp>
        <p:nvSpPr>
          <p:cNvPr id="1027" name="Title Placeholder 1"/>
          <p:cNvSpPr>
            <a:spLocks noGrp="1"/>
          </p:cNvSpPr>
          <p:nvPr>
            <p:ph type="title"/>
          </p:nvPr>
        </p:nvSpPr>
        <p:spPr bwMode="auto">
          <a:xfrm>
            <a:off x="624244" y="711393"/>
            <a:ext cx="10945241" cy="600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a:t>Click to edit Master title style</a:t>
            </a:r>
          </a:p>
        </p:txBody>
      </p:sp>
      <p:sp>
        <p:nvSpPr>
          <p:cNvPr id="3" name="Text Placeholder 2"/>
          <p:cNvSpPr>
            <a:spLocks noGrp="1"/>
          </p:cNvSpPr>
          <p:nvPr>
            <p:ph type="body" idx="1"/>
          </p:nvPr>
        </p:nvSpPr>
        <p:spPr>
          <a:xfrm>
            <a:off x="641181" y="1972137"/>
            <a:ext cx="10945241" cy="155119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lvl="2"/>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11667894" y="6599730"/>
            <a:ext cx="299313" cy="184666"/>
          </a:xfrm>
          <a:prstGeom prst="rect">
            <a:avLst/>
          </a:prstGeom>
          <a:noFill/>
          <a:ln w="9525">
            <a:noFill/>
            <a:miter lim="800000"/>
            <a:headEnd/>
            <a:tailEnd/>
          </a:ln>
        </p:spPr>
        <p:txBody>
          <a:bodyPr wrap="none" lIns="0" tIns="0" rIns="0" bIns="0" anchor="ctr">
            <a:spAutoFit/>
          </a:bodyPr>
          <a:lstStyle/>
          <a:p>
            <a:pPr algn="r" defTabSz="1091937" fontAlgn="auto">
              <a:spcBef>
                <a:spcPts val="0"/>
              </a:spcBef>
              <a:spcAft>
                <a:spcPts val="0"/>
              </a:spcAft>
              <a:defRPr/>
            </a:pPr>
            <a:fld id="{E9B6AED2-E616-4CD5-862A-CB15F603EB39}" type="slidenum">
              <a:rPr lang="en-US" sz="1200">
                <a:solidFill>
                  <a:srgbClr val="6D6E71"/>
                </a:solidFill>
                <a:latin typeface="Arial"/>
              </a:rPr>
              <a:pPr algn="r" defTabSz="1091937" fontAlgn="auto">
                <a:spcBef>
                  <a:spcPts val="0"/>
                </a:spcBef>
                <a:spcAft>
                  <a:spcPts val="0"/>
                </a:spcAft>
                <a:defRPr/>
              </a:pPr>
              <a:t>‹#›</a:t>
            </a:fld>
            <a:endParaRPr lang="en-US" sz="1200" dirty="0">
              <a:solidFill>
                <a:srgbClr val="6D6E71"/>
              </a:solidFill>
              <a:latin typeface="Arial"/>
            </a:endParaRPr>
          </a:p>
        </p:txBody>
      </p:sp>
      <p:sp>
        <p:nvSpPr>
          <p:cNvPr id="7" name="TextBox 20"/>
          <p:cNvSpPr txBox="1">
            <a:spLocks noChangeArrowheads="1"/>
          </p:cNvSpPr>
          <p:nvPr/>
        </p:nvSpPr>
        <p:spPr bwMode="gray">
          <a:xfrm>
            <a:off x="641104" y="6630959"/>
            <a:ext cx="3323026" cy="169277"/>
          </a:xfrm>
          <a:prstGeom prst="rect">
            <a:avLst/>
          </a:prstGeom>
          <a:noFill/>
          <a:ln w="9525">
            <a:noFill/>
            <a:miter lim="800000"/>
            <a:headEnd/>
            <a:tailEnd/>
          </a:ln>
        </p:spPr>
        <p:txBody>
          <a:bodyPr wrap="none" lIns="0" tIns="0" rIns="0" bIns="0">
            <a:spAutoFit/>
          </a:bodyPr>
          <a:lstStyle/>
          <a:p>
            <a:pPr defTabSz="1091937" fontAlgn="auto">
              <a:spcBef>
                <a:spcPts val="0"/>
              </a:spcBef>
              <a:spcAft>
                <a:spcPts val="0"/>
              </a:spcAft>
              <a:defRPr/>
            </a:pPr>
            <a:r>
              <a:rPr lang="en-US" sz="1100" dirty="0">
                <a:solidFill>
                  <a:srgbClr val="6D6E71"/>
                </a:solidFill>
                <a:latin typeface="Arial"/>
              </a:rPr>
              <a:t>Copyright © 2015 Tech Mahindra. All rights reserved.</a:t>
            </a:r>
          </a:p>
        </p:txBody>
      </p:sp>
    </p:spTree>
    <p:extLst>
      <p:ext uri="{BB962C8B-B14F-4D97-AF65-F5344CB8AC3E}">
        <p14:creationId xmlns:p14="http://schemas.microsoft.com/office/powerpoint/2010/main" val="2201710548"/>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4" r:id="rId5"/>
    <p:sldLayoutId id="2147483705" r:id="rId6"/>
    <p:sldLayoutId id="2147483706" r:id="rId7"/>
    <p:sldLayoutId id="2147483707" r:id="rId8"/>
    <p:sldLayoutId id="2147483708" r:id="rId9"/>
    <p:sldLayoutId id="2147483709" r:id="rId10"/>
    <p:sldLayoutId id="2147483711" r:id="rId11"/>
    <p:sldLayoutId id="2147483712" r:id="rId12"/>
  </p:sldLayoutIdLst>
  <p:txStyles>
    <p:titleStyle>
      <a:lvl1pPr algn="l" rtl="0" eaLnBrk="1" fontAlgn="base" hangingPunct="1">
        <a:spcBef>
          <a:spcPct val="0"/>
        </a:spcBef>
        <a:spcAft>
          <a:spcPct val="0"/>
        </a:spcAft>
        <a:defRPr lang="en-US" sz="3900" b="1" kern="1200" dirty="0">
          <a:solidFill>
            <a:schemeClr val="tx2"/>
          </a:solidFill>
          <a:latin typeface="Arial" pitchFamily="34" charset="0"/>
          <a:ea typeface="+mj-ea"/>
          <a:cs typeface="Arial" pitchFamily="34" charset="0"/>
        </a:defRPr>
      </a:lvl1pPr>
      <a:lvl2pPr algn="l" rtl="0" eaLnBrk="1" fontAlgn="base" hangingPunct="1">
        <a:spcBef>
          <a:spcPct val="0"/>
        </a:spcBef>
        <a:spcAft>
          <a:spcPct val="0"/>
        </a:spcAft>
        <a:defRPr sz="3900" b="1">
          <a:solidFill>
            <a:schemeClr val="tx2"/>
          </a:solidFill>
          <a:latin typeface="Arial" charset="0"/>
          <a:cs typeface="Arial" charset="0"/>
        </a:defRPr>
      </a:lvl2pPr>
      <a:lvl3pPr algn="l" rtl="0" eaLnBrk="1" fontAlgn="base" hangingPunct="1">
        <a:spcBef>
          <a:spcPct val="0"/>
        </a:spcBef>
        <a:spcAft>
          <a:spcPct val="0"/>
        </a:spcAft>
        <a:defRPr sz="3900" b="1">
          <a:solidFill>
            <a:schemeClr val="tx2"/>
          </a:solidFill>
          <a:latin typeface="Arial" charset="0"/>
          <a:cs typeface="Arial" charset="0"/>
        </a:defRPr>
      </a:lvl3pPr>
      <a:lvl4pPr algn="l" rtl="0" eaLnBrk="1" fontAlgn="base" hangingPunct="1">
        <a:spcBef>
          <a:spcPct val="0"/>
        </a:spcBef>
        <a:spcAft>
          <a:spcPct val="0"/>
        </a:spcAft>
        <a:defRPr sz="3900" b="1">
          <a:solidFill>
            <a:schemeClr val="tx2"/>
          </a:solidFill>
          <a:latin typeface="Arial" charset="0"/>
          <a:cs typeface="Arial" charset="0"/>
        </a:defRPr>
      </a:lvl4pPr>
      <a:lvl5pPr algn="l" rtl="0" eaLnBrk="1" fontAlgn="base" hangingPunct="1">
        <a:spcBef>
          <a:spcPct val="0"/>
        </a:spcBef>
        <a:spcAft>
          <a:spcPct val="0"/>
        </a:spcAft>
        <a:defRPr sz="3900" b="1">
          <a:solidFill>
            <a:schemeClr val="tx2"/>
          </a:solidFill>
          <a:latin typeface="Arial" charset="0"/>
          <a:cs typeface="Arial" charset="0"/>
        </a:defRPr>
      </a:lvl5pPr>
      <a:lvl6pPr marL="545969" algn="l" rtl="0" eaLnBrk="1" fontAlgn="base" hangingPunct="1">
        <a:spcBef>
          <a:spcPct val="0"/>
        </a:spcBef>
        <a:spcAft>
          <a:spcPct val="0"/>
        </a:spcAft>
        <a:defRPr sz="3900" b="1">
          <a:solidFill>
            <a:schemeClr val="tx2"/>
          </a:solidFill>
          <a:latin typeface="Arial" charset="0"/>
          <a:cs typeface="Arial" charset="0"/>
        </a:defRPr>
      </a:lvl6pPr>
      <a:lvl7pPr marL="1091937" algn="l" rtl="0" eaLnBrk="1" fontAlgn="base" hangingPunct="1">
        <a:spcBef>
          <a:spcPct val="0"/>
        </a:spcBef>
        <a:spcAft>
          <a:spcPct val="0"/>
        </a:spcAft>
        <a:defRPr sz="3900" b="1">
          <a:solidFill>
            <a:schemeClr val="tx2"/>
          </a:solidFill>
          <a:latin typeface="Arial" charset="0"/>
          <a:cs typeface="Arial" charset="0"/>
        </a:defRPr>
      </a:lvl7pPr>
      <a:lvl8pPr marL="1637909" algn="l" rtl="0" eaLnBrk="1" fontAlgn="base" hangingPunct="1">
        <a:spcBef>
          <a:spcPct val="0"/>
        </a:spcBef>
        <a:spcAft>
          <a:spcPct val="0"/>
        </a:spcAft>
        <a:defRPr sz="3900" b="1">
          <a:solidFill>
            <a:schemeClr val="tx2"/>
          </a:solidFill>
          <a:latin typeface="Arial" charset="0"/>
          <a:cs typeface="Arial" charset="0"/>
        </a:defRPr>
      </a:lvl8pPr>
      <a:lvl9pPr marL="2183877" algn="l" rtl="0" eaLnBrk="1" fontAlgn="base" hangingPunct="1">
        <a:spcBef>
          <a:spcPct val="0"/>
        </a:spcBef>
        <a:spcAft>
          <a:spcPct val="0"/>
        </a:spcAft>
        <a:defRPr sz="3900" b="1">
          <a:solidFill>
            <a:schemeClr val="tx2"/>
          </a:solidFill>
          <a:latin typeface="Arial" charset="0"/>
          <a:cs typeface="Arial" charset="0"/>
        </a:defRPr>
      </a:lvl9pPr>
    </p:titleStyle>
    <p:bodyStyle>
      <a:lvl1pPr marL="346918" indent="-346918"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Arial" pitchFamily="34" charset="0"/>
          <a:ea typeface="+mn-ea"/>
          <a:cs typeface="Arial" pitchFamily="34" charset="0"/>
        </a:defRPr>
      </a:lvl1pPr>
      <a:lvl2pPr marL="341242" indent="-341242"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682461" indent="-333646"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Arial" pitchFamily="34" charset="0"/>
          <a:ea typeface="+mn-ea"/>
          <a:cs typeface="Arial" pitchFamily="34" charset="0"/>
        </a:defRPr>
      </a:lvl3pPr>
      <a:lvl4pPr marL="1016107" indent="-333646"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Arial" pitchFamily="34" charset="0"/>
          <a:ea typeface="+mn-ea"/>
          <a:cs typeface="Arial" charset="0"/>
        </a:defRPr>
      </a:lvl4pPr>
      <a:lvl5pPr marL="1357341" indent="-341242" algn="l" defTabSz="1114688"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Arial" pitchFamily="34" charset="0"/>
          <a:ea typeface="+mn-ea"/>
          <a:cs typeface="Arial" charset="0"/>
        </a:defRPr>
      </a:lvl5pPr>
      <a:lvl6pPr marL="1637909" indent="-288156" algn="l" defTabSz="1091937" rtl="0" eaLnBrk="1" latinLnBrk="0" hangingPunct="1">
        <a:spcBef>
          <a:spcPct val="20000"/>
        </a:spcBef>
        <a:buClr>
          <a:schemeClr val="bg2"/>
        </a:buClr>
        <a:buSzPct val="60000"/>
        <a:buFont typeface="Wingdings" pitchFamily="2" charset="2"/>
        <a:buChar char="§"/>
        <a:defRPr sz="2400" kern="1200">
          <a:solidFill>
            <a:schemeClr val="tx1"/>
          </a:solidFill>
          <a:latin typeface="Arial" pitchFamily="34" charset="0"/>
          <a:ea typeface="+mn-ea"/>
          <a:cs typeface="+mn-cs"/>
        </a:defRPr>
      </a:lvl6pPr>
      <a:lvl7pPr marL="3548800" indent="-272990" algn="l" defTabSz="1091937"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94772" indent="-272990" algn="l" defTabSz="1091937"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40742" indent="-272990" algn="l" defTabSz="1091937"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1937" rtl="0" eaLnBrk="1" latinLnBrk="0" hangingPunct="1">
        <a:defRPr sz="2000" kern="1200">
          <a:solidFill>
            <a:schemeClr val="tx1"/>
          </a:solidFill>
          <a:latin typeface="+mn-lt"/>
          <a:ea typeface="+mn-ea"/>
          <a:cs typeface="+mn-cs"/>
        </a:defRPr>
      </a:lvl1pPr>
      <a:lvl2pPr marL="545969" algn="l" defTabSz="1091937" rtl="0" eaLnBrk="1" latinLnBrk="0" hangingPunct="1">
        <a:defRPr sz="2000" kern="1200">
          <a:solidFill>
            <a:schemeClr val="tx1"/>
          </a:solidFill>
          <a:latin typeface="+mn-lt"/>
          <a:ea typeface="+mn-ea"/>
          <a:cs typeface="+mn-cs"/>
        </a:defRPr>
      </a:lvl2pPr>
      <a:lvl3pPr marL="1091937" algn="l" defTabSz="1091937" rtl="0" eaLnBrk="1" latinLnBrk="0" hangingPunct="1">
        <a:defRPr sz="2000" kern="1200">
          <a:solidFill>
            <a:schemeClr val="tx1"/>
          </a:solidFill>
          <a:latin typeface="+mn-lt"/>
          <a:ea typeface="+mn-ea"/>
          <a:cs typeface="+mn-cs"/>
        </a:defRPr>
      </a:lvl3pPr>
      <a:lvl4pPr marL="1637909" algn="l" defTabSz="1091937" rtl="0" eaLnBrk="1" latinLnBrk="0" hangingPunct="1">
        <a:defRPr sz="2000" kern="1200">
          <a:solidFill>
            <a:schemeClr val="tx1"/>
          </a:solidFill>
          <a:latin typeface="+mn-lt"/>
          <a:ea typeface="+mn-ea"/>
          <a:cs typeface="+mn-cs"/>
        </a:defRPr>
      </a:lvl4pPr>
      <a:lvl5pPr marL="2183877" algn="l" defTabSz="1091937" rtl="0" eaLnBrk="1" latinLnBrk="0" hangingPunct="1">
        <a:defRPr sz="2000" kern="1200">
          <a:solidFill>
            <a:schemeClr val="tx1"/>
          </a:solidFill>
          <a:latin typeface="+mn-lt"/>
          <a:ea typeface="+mn-ea"/>
          <a:cs typeface="+mn-cs"/>
        </a:defRPr>
      </a:lvl5pPr>
      <a:lvl6pPr marL="2729847" algn="l" defTabSz="1091937" rtl="0" eaLnBrk="1" latinLnBrk="0" hangingPunct="1">
        <a:defRPr sz="2000" kern="1200">
          <a:solidFill>
            <a:schemeClr val="tx1"/>
          </a:solidFill>
          <a:latin typeface="+mn-lt"/>
          <a:ea typeface="+mn-ea"/>
          <a:cs typeface="+mn-cs"/>
        </a:defRPr>
      </a:lvl6pPr>
      <a:lvl7pPr marL="3275812" algn="l" defTabSz="1091937" rtl="0" eaLnBrk="1" latinLnBrk="0" hangingPunct="1">
        <a:defRPr sz="2000" kern="1200">
          <a:solidFill>
            <a:schemeClr val="tx1"/>
          </a:solidFill>
          <a:latin typeface="+mn-lt"/>
          <a:ea typeface="+mn-ea"/>
          <a:cs typeface="+mn-cs"/>
        </a:defRPr>
      </a:lvl7pPr>
      <a:lvl8pPr marL="3821788" algn="l" defTabSz="1091937" rtl="0" eaLnBrk="1" latinLnBrk="0" hangingPunct="1">
        <a:defRPr sz="2000" kern="1200">
          <a:solidFill>
            <a:schemeClr val="tx1"/>
          </a:solidFill>
          <a:latin typeface="+mn-lt"/>
          <a:ea typeface="+mn-ea"/>
          <a:cs typeface="+mn-cs"/>
        </a:defRPr>
      </a:lvl8pPr>
      <a:lvl9pPr marL="4367758" algn="l" defTabSz="1091937"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descr="Ridge.pdf"/>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bwMode="ltGray">
          <a:xfrm>
            <a:off x="613" y="65"/>
            <a:ext cx="3025650" cy="825692"/>
          </a:xfrm>
          <a:prstGeom prst="rect">
            <a:avLst/>
          </a:prstGeom>
        </p:spPr>
      </p:pic>
      <p:sp>
        <p:nvSpPr>
          <p:cNvPr id="2" name="Title Placeholder 1"/>
          <p:cNvSpPr>
            <a:spLocks noGrp="1"/>
          </p:cNvSpPr>
          <p:nvPr>
            <p:ph type="title"/>
          </p:nvPr>
        </p:nvSpPr>
        <p:spPr>
          <a:xfrm>
            <a:off x="624241" y="711405"/>
            <a:ext cx="10945241" cy="36933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1" fontAlgn="base" hangingPunct="1">
              <a:spcBef>
                <a:spcPct val="0"/>
              </a:spcBef>
              <a:spcAft>
                <a:spcPct val="0"/>
              </a:spcAft>
            </a:pPr>
            <a:r>
              <a:rPr lang="en-US"/>
              <a:t>Click to edit Master title style</a:t>
            </a:r>
            <a:endParaRPr lang="en-US" dirty="0"/>
          </a:p>
        </p:txBody>
      </p:sp>
      <p:sp>
        <p:nvSpPr>
          <p:cNvPr id="3" name="Text Placeholder 2"/>
          <p:cNvSpPr>
            <a:spLocks noGrp="1"/>
          </p:cNvSpPr>
          <p:nvPr>
            <p:ph type="body" idx="1"/>
          </p:nvPr>
        </p:nvSpPr>
        <p:spPr>
          <a:xfrm>
            <a:off x="641181" y="1972137"/>
            <a:ext cx="10945241" cy="1538883"/>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marL="568693" marR="0" lvl="2" indent="-278031" algn="l" defTabSz="909906" rtl="0" eaLnBrk="1" fontAlgn="base" latinLnBrk="0" hangingPunct="1">
              <a:lnSpc>
                <a:spcPct val="100000"/>
              </a:lnSpc>
              <a:spcBef>
                <a:spcPts val="0"/>
              </a:spcBef>
              <a:spcAft>
                <a:spcPts val="0"/>
              </a:spcAft>
              <a:buClr>
                <a:schemeClr val="bg2"/>
              </a:buClr>
              <a:buSzPct val="90000"/>
              <a:buFont typeface="Arial" pitchFamily="34" charset="0"/>
              <a:buChar char="–"/>
              <a:tabLst/>
              <a:defRPr/>
            </a:pPr>
            <a:r>
              <a:rPr lang="en-US" dirty="0"/>
              <a:t>First level</a:t>
            </a:r>
          </a:p>
          <a:p>
            <a:pPr lvl="3"/>
            <a:r>
              <a:rPr lang="en-US" dirty="0"/>
              <a:t>Second level</a:t>
            </a:r>
          </a:p>
          <a:p>
            <a:pPr lvl="4"/>
            <a:r>
              <a:rPr lang="en-US" dirty="0"/>
              <a:t>Third level</a:t>
            </a:r>
          </a:p>
          <a:p>
            <a:pPr lvl="5"/>
            <a:r>
              <a:rPr lang="en-US" dirty="0"/>
              <a:t>Fifth level</a:t>
            </a:r>
          </a:p>
        </p:txBody>
      </p:sp>
    </p:spTree>
    <p:extLst>
      <p:ext uri="{BB962C8B-B14F-4D97-AF65-F5344CB8AC3E}">
        <p14:creationId xmlns:p14="http://schemas.microsoft.com/office/powerpoint/2010/main" val="90088008"/>
      </p:ext>
    </p:extLst>
  </p:cSld>
  <p:clrMap bg1="lt1" tx1="dk1" bg2="lt2" tx2="dk2" accent1="accent1" accent2="accent2" accent3="accent3" accent4="accent4" accent5="accent5" accent6="accent6" hlink="hlink" folHlink="folHlink"/>
  <p:sldLayoutIdLst>
    <p:sldLayoutId id="2147483717" r:id="rId1"/>
    <p:sldLayoutId id="2147483720" r:id="rId2"/>
  </p:sldLayoutIdLst>
  <p:txStyles>
    <p:titleStyle>
      <a:lvl1pPr algn="l" defTabSz="909906" rtl="0" eaLnBrk="1" latinLnBrk="0" hangingPunct="1">
        <a:spcBef>
          <a:spcPct val="0"/>
        </a:spcBef>
        <a:buNone/>
        <a:defRPr lang="en-US" sz="2400" b="1" kern="1200" dirty="0" smtClean="0">
          <a:solidFill>
            <a:schemeClr val="tx2"/>
          </a:solidFill>
          <a:latin typeface="Arial" pitchFamily="34" charset="0"/>
          <a:ea typeface="+mj-ea"/>
          <a:cs typeface="Arial" pitchFamily="34" charset="0"/>
        </a:defRPr>
      </a:lvl1pPr>
    </p:titleStyle>
    <p:bodyStyle>
      <a:lvl1pPr marL="289086" indent="-289086" algn="l" defTabSz="909906" rtl="0" eaLnBrk="1" fontAlgn="base" latinLnBrk="0" hangingPunct="1">
        <a:spcBef>
          <a:spcPts val="0"/>
        </a:spcBef>
        <a:spcAft>
          <a:spcPct val="0"/>
        </a:spcAft>
        <a:buClr>
          <a:schemeClr val="bg2"/>
        </a:buClr>
        <a:buSzPct val="120000"/>
        <a:buFont typeface="Wingdings" pitchFamily="2" charset="2"/>
        <a:buChar char="§"/>
        <a:defRPr lang="en-US" sz="1900" b="0" kern="1200" baseline="0" dirty="0" smtClean="0">
          <a:solidFill>
            <a:schemeClr val="tx1"/>
          </a:solidFill>
          <a:latin typeface="Arial" pitchFamily="34" charset="0"/>
          <a:ea typeface="+mn-ea"/>
          <a:cs typeface="Arial" pitchFamily="34" charset="0"/>
        </a:defRPr>
      </a:lvl1pPr>
      <a:lvl2pPr marL="284348" indent="-284348" algn="l" defTabSz="909906" rtl="0" eaLnBrk="1" fontAlgn="base" latinLnBrk="0" hangingPunct="1">
        <a:spcBef>
          <a:spcPts val="0"/>
        </a:spcBef>
        <a:spcAft>
          <a:spcPct val="0"/>
        </a:spcAft>
        <a:buClr>
          <a:schemeClr val="bg2"/>
        </a:buClr>
        <a:buSzPct val="100000"/>
        <a:buFont typeface="Wingdings" pitchFamily="2" charset="2"/>
        <a:buChar char="§"/>
        <a:defRPr lang="en-US" sz="1900" b="0" kern="1200" baseline="0" dirty="0" smtClean="0">
          <a:solidFill>
            <a:schemeClr val="tx1"/>
          </a:solidFill>
          <a:latin typeface="+mn-lt"/>
          <a:ea typeface="+mn-ea"/>
          <a:cs typeface="+mn-cs"/>
        </a:defRPr>
      </a:lvl2pPr>
      <a:lvl3pPr marL="568693" indent="-278031" algn="l" defTabSz="909906" rtl="0" eaLnBrk="1" fontAlgn="base" latinLnBrk="0" hangingPunct="1">
        <a:spcBef>
          <a:spcPts val="0"/>
        </a:spcBef>
        <a:spcAft>
          <a:spcPct val="0"/>
        </a:spcAft>
        <a:buClr>
          <a:schemeClr val="bg2"/>
        </a:buClr>
        <a:buSzPct val="90000"/>
        <a:buFont typeface="Arial" pitchFamily="34" charset="0"/>
        <a:buChar char="–"/>
        <a:defRPr kumimoji="0" lang="en-US" sz="19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defRPr>
      </a:lvl3pPr>
      <a:lvl4pPr marL="846714" indent="-278031" algn="l" defTabSz="909906" rtl="0" eaLnBrk="1" fontAlgn="base" latinLnBrk="0" hangingPunct="1">
        <a:spcBef>
          <a:spcPts val="0"/>
        </a:spcBef>
        <a:spcAft>
          <a:spcPct val="0"/>
        </a:spcAft>
        <a:buClr>
          <a:schemeClr val="bg2"/>
        </a:buClr>
        <a:buSzPct val="80000"/>
        <a:buFont typeface="Wingdings" pitchFamily="2" charset="2"/>
        <a:buChar char="§"/>
        <a:defRPr lang="en-US" sz="1900" b="0" kern="1200" baseline="0" dirty="0" smtClean="0">
          <a:solidFill>
            <a:schemeClr val="tx1"/>
          </a:solidFill>
          <a:latin typeface="Arial" pitchFamily="34" charset="0"/>
          <a:ea typeface="+mn-ea"/>
          <a:cs typeface="+mn-cs"/>
        </a:defRPr>
      </a:lvl4pPr>
      <a:lvl5pPr marL="1131057" indent="-284348" algn="l" defTabSz="928851" rtl="0" eaLnBrk="1" fontAlgn="base" latinLnBrk="0" hangingPunct="1">
        <a:spcBef>
          <a:spcPts val="0"/>
        </a:spcBef>
        <a:spcAft>
          <a:spcPct val="0"/>
        </a:spcAft>
        <a:buClr>
          <a:schemeClr val="bg2"/>
        </a:buClr>
        <a:buSzPct val="70000"/>
        <a:buFont typeface="Arial" pitchFamily="34" charset="0"/>
        <a:buChar char="–"/>
        <a:defRPr lang="en-US" sz="1900" b="0" kern="1200" baseline="0" dirty="0" smtClean="0">
          <a:solidFill>
            <a:schemeClr val="tx1"/>
          </a:solidFill>
          <a:latin typeface="Arial" pitchFamily="34" charset="0"/>
          <a:ea typeface="+mn-ea"/>
          <a:cs typeface="+mn-cs"/>
        </a:defRPr>
      </a:lvl5pPr>
      <a:lvl6pPr marL="1364855" indent="-240113" algn="l" defTabSz="909906" rtl="0" eaLnBrk="1" latinLnBrk="0" hangingPunct="1">
        <a:spcBef>
          <a:spcPct val="20000"/>
        </a:spcBef>
        <a:buClr>
          <a:schemeClr val="bg2"/>
        </a:buClr>
        <a:buSzPct val="60000"/>
        <a:buFont typeface="Wingdings" pitchFamily="2" charset="2"/>
        <a:buChar char="§"/>
        <a:defRPr sz="2000" kern="1200">
          <a:solidFill>
            <a:schemeClr val="tx1"/>
          </a:solidFill>
          <a:latin typeface="Arial" pitchFamily="34" charset="0"/>
          <a:ea typeface="+mn-ea"/>
          <a:cs typeface="+mn-cs"/>
        </a:defRPr>
      </a:lvl6pPr>
      <a:lvl7pPr marL="2957185" indent="-227496" algn="l" defTabSz="9099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12138" indent="-227496" algn="l" defTabSz="9099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67093" indent="-227496" algn="l" defTabSz="9099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09906" rtl="0" eaLnBrk="1" latinLnBrk="0" hangingPunct="1">
        <a:defRPr sz="1900" kern="1200">
          <a:solidFill>
            <a:schemeClr val="tx1"/>
          </a:solidFill>
          <a:latin typeface="+mn-lt"/>
          <a:ea typeface="+mn-ea"/>
          <a:cs typeface="+mn-cs"/>
        </a:defRPr>
      </a:lvl1pPr>
      <a:lvl2pPr marL="454955" algn="l" defTabSz="909906" rtl="0" eaLnBrk="1" latinLnBrk="0" hangingPunct="1">
        <a:defRPr sz="1900" kern="1200">
          <a:solidFill>
            <a:schemeClr val="tx1"/>
          </a:solidFill>
          <a:latin typeface="+mn-lt"/>
          <a:ea typeface="+mn-ea"/>
          <a:cs typeface="+mn-cs"/>
        </a:defRPr>
      </a:lvl2pPr>
      <a:lvl3pPr marL="909906" algn="l" defTabSz="909906" rtl="0" eaLnBrk="1" latinLnBrk="0" hangingPunct="1">
        <a:defRPr sz="1900" kern="1200">
          <a:solidFill>
            <a:schemeClr val="tx1"/>
          </a:solidFill>
          <a:latin typeface="+mn-lt"/>
          <a:ea typeface="+mn-ea"/>
          <a:cs typeface="+mn-cs"/>
        </a:defRPr>
      </a:lvl3pPr>
      <a:lvl4pPr marL="1364855" algn="l" defTabSz="909906" rtl="0" eaLnBrk="1" latinLnBrk="0" hangingPunct="1">
        <a:defRPr sz="1900" kern="1200">
          <a:solidFill>
            <a:schemeClr val="tx1"/>
          </a:solidFill>
          <a:latin typeface="+mn-lt"/>
          <a:ea typeface="+mn-ea"/>
          <a:cs typeface="+mn-cs"/>
        </a:defRPr>
      </a:lvl4pPr>
      <a:lvl5pPr marL="1819800" algn="l" defTabSz="909906" rtl="0" eaLnBrk="1" latinLnBrk="0" hangingPunct="1">
        <a:defRPr sz="1900" kern="1200">
          <a:solidFill>
            <a:schemeClr val="tx1"/>
          </a:solidFill>
          <a:latin typeface="+mn-lt"/>
          <a:ea typeface="+mn-ea"/>
          <a:cs typeface="+mn-cs"/>
        </a:defRPr>
      </a:lvl5pPr>
      <a:lvl6pPr marL="2274763" algn="l" defTabSz="909906" rtl="0" eaLnBrk="1" latinLnBrk="0" hangingPunct="1">
        <a:defRPr sz="1900" kern="1200">
          <a:solidFill>
            <a:schemeClr val="tx1"/>
          </a:solidFill>
          <a:latin typeface="+mn-lt"/>
          <a:ea typeface="+mn-ea"/>
          <a:cs typeface="+mn-cs"/>
        </a:defRPr>
      </a:lvl6pPr>
      <a:lvl7pPr marL="2729712" algn="l" defTabSz="909906" rtl="0" eaLnBrk="1" latinLnBrk="0" hangingPunct="1">
        <a:defRPr sz="1900" kern="1200">
          <a:solidFill>
            <a:schemeClr val="tx1"/>
          </a:solidFill>
          <a:latin typeface="+mn-lt"/>
          <a:ea typeface="+mn-ea"/>
          <a:cs typeface="+mn-cs"/>
        </a:defRPr>
      </a:lvl7pPr>
      <a:lvl8pPr marL="3184661" algn="l" defTabSz="909906" rtl="0" eaLnBrk="1" latinLnBrk="0" hangingPunct="1">
        <a:defRPr sz="1900" kern="1200">
          <a:solidFill>
            <a:schemeClr val="tx1"/>
          </a:solidFill>
          <a:latin typeface="+mn-lt"/>
          <a:ea typeface="+mn-ea"/>
          <a:cs typeface="+mn-cs"/>
        </a:defRPr>
      </a:lvl8pPr>
      <a:lvl9pPr marL="3639610" algn="l" defTabSz="909906" rtl="0" eaLnBrk="1" latinLnBrk="0" hangingPunct="1">
        <a:defRPr sz="19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7" descr="Ridge.pdf"/>
          <p:cNvPicPr>
            <a:picLocks noChangeAspect="1"/>
          </p:cNvPicPr>
          <p:nvPr/>
        </p:nvPicPr>
        <p:blipFill>
          <a:blip r:embed="rId15" cstate="email">
            <a:extLst>
              <a:ext uri="{28A0092B-C50C-407E-A947-70E740481C1C}">
                <a14:useLocalDpi xmlns:a14="http://schemas.microsoft.com/office/drawing/2010/main"/>
              </a:ext>
            </a:extLst>
          </a:blip>
          <a:srcRect/>
          <a:stretch>
            <a:fillRect/>
          </a:stretch>
        </p:blipFill>
        <p:spPr bwMode="ltGray">
          <a:xfrm>
            <a:off x="86" y="65"/>
            <a:ext cx="3025651" cy="825692"/>
          </a:xfrm>
          <a:prstGeom prst="rect">
            <a:avLst/>
          </a:prstGeom>
          <a:noFill/>
          <a:ln w="9525">
            <a:noFill/>
            <a:miter lim="800000"/>
            <a:headEnd/>
            <a:tailEnd/>
          </a:ln>
        </p:spPr>
      </p:pic>
      <p:sp>
        <p:nvSpPr>
          <p:cNvPr id="1027" name="Title Placeholder 1"/>
          <p:cNvSpPr>
            <a:spLocks noGrp="1"/>
          </p:cNvSpPr>
          <p:nvPr>
            <p:ph type="title"/>
          </p:nvPr>
        </p:nvSpPr>
        <p:spPr bwMode="auto">
          <a:xfrm>
            <a:off x="624240" y="711407"/>
            <a:ext cx="10945241" cy="615553"/>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a:t>Click to edit Master title style</a:t>
            </a:r>
          </a:p>
        </p:txBody>
      </p:sp>
      <p:sp>
        <p:nvSpPr>
          <p:cNvPr id="3" name="Text Placeholder 2"/>
          <p:cNvSpPr>
            <a:spLocks noGrp="1"/>
          </p:cNvSpPr>
          <p:nvPr>
            <p:ph type="body" idx="1"/>
          </p:nvPr>
        </p:nvSpPr>
        <p:spPr>
          <a:xfrm>
            <a:off x="641179" y="1972151"/>
            <a:ext cx="10945241" cy="160659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lvl="2"/>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11667895" y="6599787"/>
            <a:ext cx="299313" cy="184666"/>
          </a:xfrm>
          <a:prstGeom prst="rect">
            <a:avLst/>
          </a:prstGeom>
          <a:noFill/>
          <a:ln w="9525">
            <a:noFill/>
            <a:miter lim="800000"/>
            <a:headEnd/>
            <a:tailEnd/>
          </a:ln>
        </p:spPr>
        <p:txBody>
          <a:bodyPr wrap="none" lIns="0" tIns="0" rIns="0" bIns="0" anchor="ctr">
            <a:spAutoFit/>
          </a:bodyPr>
          <a:lstStyle/>
          <a:p>
            <a:pPr algn="r" defTabSz="1166294" fontAlgn="auto">
              <a:spcBef>
                <a:spcPts val="0"/>
              </a:spcBef>
              <a:spcAft>
                <a:spcPts val="0"/>
              </a:spcAft>
              <a:defRPr/>
            </a:pPr>
            <a:fld id="{E9B6AED2-E616-4CD5-862A-CB15F603EB39}" type="slidenum">
              <a:rPr lang="en-US" sz="1200">
                <a:solidFill>
                  <a:srgbClr val="6D6E71"/>
                </a:solidFill>
                <a:latin typeface="Arial"/>
              </a:rPr>
              <a:pPr algn="r" defTabSz="1166294" fontAlgn="auto">
                <a:spcBef>
                  <a:spcPts val="0"/>
                </a:spcBef>
                <a:spcAft>
                  <a:spcPts val="0"/>
                </a:spcAft>
                <a:defRPr/>
              </a:pPr>
              <a:t>‹#›</a:t>
            </a:fld>
            <a:endParaRPr lang="en-US" sz="1200" dirty="0">
              <a:solidFill>
                <a:srgbClr val="6D6E71"/>
              </a:solidFill>
              <a:latin typeface="Arial"/>
            </a:endParaRPr>
          </a:p>
        </p:txBody>
      </p:sp>
      <p:sp>
        <p:nvSpPr>
          <p:cNvPr id="7" name="TextBox 20"/>
          <p:cNvSpPr txBox="1">
            <a:spLocks noChangeArrowheads="1"/>
          </p:cNvSpPr>
          <p:nvPr/>
        </p:nvSpPr>
        <p:spPr bwMode="gray">
          <a:xfrm>
            <a:off x="641104" y="6630959"/>
            <a:ext cx="3323026" cy="169277"/>
          </a:xfrm>
          <a:prstGeom prst="rect">
            <a:avLst/>
          </a:prstGeom>
          <a:noFill/>
          <a:ln w="9525">
            <a:noFill/>
            <a:miter lim="800000"/>
            <a:headEnd/>
            <a:tailEnd/>
          </a:ln>
        </p:spPr>
        <p:txBody>
          <a:bodyPr wrap="none" lIns="0" tIns="0" rIns="0" bIns="0">
            <a:spAutoFit/>
          </a:bodyPr>
          <a:lstStyle/>
          <a:p>
            <a:pPr defTabSz="1166294" fontAlgn="auto">
              <a:spcBef>
                <a:spcPts val="0"/>
              </a:spcBef>
              <a:spcAft>
                <a:spcPts val="0"/>
              </a:spcAft>
              <a:defRPr/>
            </a:pPr>
            <a:r>
              <a:rPr lang="en-US" sz="1100" dirty="0">
                <a:solidFill>
                  <a:srgbClr val="6D6E71"/>
                </a:solidFill>
                <a:latin typeface="Arial"/>
              </a:rPr>
              <a:t>Copyright © 2016 Tech Mahindra. All rights reserved.</a:t>
            </a:r>
          </a:p>
        </p:txBody>
      </p:sp>
    </p:spTree>
    <p:extLst>
      <p:ext uri="{BB962C8B-B14F-4D97-AF65-F5344CB8AC3E}">
        <p14:creationId xmlns:p14="http://schemas.microsoft.com/office/powerpoint/2010/main" val="3162471234"/>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8" r:id="rId7"/>
    <p:sldLayoutId id="2147483759" r:id="rId8"/>
    <p:sldLayoutId id="2147483760" r:id="rId9"/>
    <p:sldLayoutId id="2147483761" r:id="rId10"/>
    <p:sldLayoutId id="2147483762" r:id="rId11"/>
    <p:sldLayoutId id="2147483763" r:id="rId12"/>
    <p:sldLayoutId id="2147484312" r:id="rId13"/>
  </p:sldLayoutIdLst>
  <p:txStyles>
    <p:titleStyle>
      <a:lvl1pPr algn="l" rtl="0" eaLnBrk="1" fontAlgn="base" hangingPunct="1">
        <a:spcBef>
          <a:spcPct val="0"/>
        </a:spcBef>
        <a:spcAft>
          <a:spcPct val="0"/>
        </a:spcAft>
        <a:defRPr lang="en-US" sz="4000" b="1" kern="1200" dirty="0">
          <a:solidFill>
            <a:schemeClr val="tx2"/>
          </a:solidFill>
          <a:latin typeface="Arial" pitchFamily="34" charset="0"/>
          <a:ea typeface="+mj-ea"/>
          <a:cs typeface="Arial" pitchFamily="34" charset="0"/>
        </a:defRPr>
      </a:lvl1pPr>
      <a:lvl2pPr algn="l" rtl="0" eaLnBrk="1" fontAlgn="base" hangingPunct="1">
        <a:spcBef>
          <a:spcPct val="0"/>
        </a:spcBef>
        <a:spcAft>
          <a:spcPct val="0"/>
        </a:spcAft>
        <a:defRPr sz="4000" b="1">
          <a:solidFill>
            <a:schemeClr val="tx2"/>
          </a:solidFill>
          <a:latin typeface="Arial" charset="0"/>
          <a:cs typeface="Arial" charset="0"/>
        </a:defRPr>
      </a:lvl2pPr>
      <a:lvl3pPr algn="l" rtl="0" eaLnBrk="1" fontAlgn="base" hangingPunct="1">
        <a:spcBef>
          <a:spcPct val="0"/>
        </a:spcBef>
        <a:spcAft>
          <a:spcPct val="0"/>
        </a:spcAft>
        <a:defRPr sz="4000" b="1">
          <a:solidFill>
            <a:schemeClr val="tx2"/>
          </a:solidFill>
          <a:latin typeface="Arial" charset="0"/>
          <a:cs typeface="Arial" charset="0"/>
        </a:defRPr>
      </a:lvl3pPr>
      <a:lvl4pPr algn="l" rtl="0" eaLnBrk="1" fontAlgn="base" hangingPunct="1">
        <a:spcBef>
          <a:spcPct val="0"/>
        </a:spcBef>
        <a:spcAft>
          <a:spcPct val="0"/>
        </a:spcAft>
        <a:defRPr sz="4000" b="1">
          <a:solidFill>
            <a:schemeClr val="tx2"/>
          </a:solidFill>
          <a:latin typeface="Arial" charset="0"/>
          <a:cs typeface="Arial" charset="0"/>
        </a:defRPr>
      </a:lvl4pPr>
      <a:lvl5pPr algn="l" rtl="0" eaLnBrk="1" fontAlgn="base" hangingPunct="1">
        <a:spcBef>
          <a:spcPct val="0"/>
        </a:spcBef>
        <a:spcAft>
          <a:spcPct val="0"/>
        </a:spcAft>
        <a:defRPr sz="4000" b="1">
          <a:solidFill>
            <a:schemeClr val="tx2"/>
          </a:solidFill>
          <a:latin typeface="Arial" charset="0"/>
          <a:cs typeface="Arial" charset="0"/>
        </a:defRPr>
      </a:lvl5pPr>
      <a:lvl6pPr marL="583142" algn="l" rtl="0" eaLnBrk="1" fontAlgn="base" hangingPunct="1">
        <a:spcBef>
          <a:spcPct val="0"/>
        </a:spcBef>
        <a:spcAft>
          <a:spcPct val="0"/>
        </a:spcAft>
        <a:defRPr sz="4000" b="1">
          <a:solidFill>
            <a:schemeClr val="tx2"/>
          </a:solidFill>
          <a:latin typeface="Arial" charset="0"/>
          <a:cs typeface="Arial" charset="0"/>
        </a:defRPr>
      </a:lvl6pPr>
      <a:lvl7pPr marL="1166294" algn="l" rtl="0" eaLnBrk="1" fontAlgn="base" hangingPunct="1">
        <a:spcBef>
          <a:spcPct val="0"/>
        </a:spcBef>
        <a:spcAft>
          <a:spcPct val="0"/>
        </a:spcAft>
        <a:defRPr sz="4000" b="1">
          <a:solidFill>
            <a:schemeClr val="tx2"/>
          </a:solidFill>
          <a:latin typeface="Arial" charset="0"/>
          <a:cs typeface="Arial" charset="0"/>
        </a:defRPr>
      </a:lvl7pPr>
      <a:lvl8pPr marL="1749433" algn="l" rtl="0" eaLnBrk="1" fontAlgn="base" hangingPunct="1">
        <a:spcBef>
          <a:spcPct val="0"/>
        </a:spcBef>
        <a:spcAft>
          <a:spcPct val="0"/>
        </a:spcAft>
        <a:defRPr sz="4000" b="1">
          <a:solidFill>
            <a:schemeClr val="tx2"/>
          </a:solidFill>
          <a:latin typeface="Arial" charset="0"/>
          <a:cs typeface="Arial" charset="0"/>
        </a:defRPr>
      </a:lvl8pPr>
      <a:lvl9pPr marL="2332588" algn="l" rtl="0" eaLnBrk="1" fontAlgn="base" hangingPunct="1">
        <a:spcBef>
          <a:spcPct val="0"/>
        </a:spcBef>
        <a:spcAft>
          <a:spcPct val="0"/>
        </a:spcAft>
        <a:defRPr sz="4000" b="1">
          <a:solidFill>
            <a:schemeClr val="tx2"/>
          </a:solidFill>
          <a:latin typeface="Arial" charset="0"/>
          <a:cs typeface="Arial" charset="0"/>
        </a:defRPr>
      </a:lvl9pPr>
    </p:titleStyle>
    <p:bodyStyle>
      <a:lvl1pPr marL="370540" indent="-370540"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Arial" pitchFamily="34" charset="0"/>
          <a:ea typeface="+mn-ea"/>
          <a:cs typeface="Arial" pitchFamily="34" charset="0"/>
        </a:defRPr>
      </a:lvl1pPr>
      <a:lvl2pPr marL="364464" indent="-364464"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728937" indent="-356366"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Arial" pitchFamily="34" charset="0"/>
          <a:ea typeface="+mn-ea"/>
          <a:cs typeface="Arial" pitchFamily="34" charset="0"/>
        </a:defRPr>
      </a:lvl3pPr>
      <a:lvl4pPr marL="1085302" indent="-356366"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Arial" pitchFamily="34" charset="0"/>
          <a:ea typeface="+mn-ea"/>
          <a:cs typeface="Arial" charset="0"/>
        </a:defRPr>
      </a:lvl4pPr>
      <a:lvl5pPr marL="1449771" indent="-364464" algn="l" defTabSz="1190593"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Arial" pitchFamily="34" charset="0"/>
          <a:ea typeface="+mn-ea"/>
          <a:cs typeface="Arial" charset="0"/>
        </a:defRPr>
      </a:lvl5pPr>
      <a:lvl6pPr marL="1749433" indent="-307780" algn="l" defTabSz="1166294" rtl="0" eaLnBrk="1" latinLnBrk="0" hangingPunct="1">
        <a:spcBef>
          <a:spcPct val="20000"/>
        </a:spcBef>
        <a:buClr>
          <a:schemeClr val="bg2"/>
        </a:buClr>
        <a:buSzPct val="60000"/>
        <a:buFont typeface="Wingdings" pitchFamily="2" charset="2"/>
        <a:buChar char="§"/>
        <a:defRPr sz="2700" kern="1200">
          <a:solidFill>
            <a:schemeClr val="tx1"/>
          </a:solidFill>
          <a:latin typeface="Arial" pitchFamily="34" charset="0"/>
          <a:ea typeface="+mn-ea"/>
          <a:cs typeface="+mn-cs"/>
        </a:defRPr>
      </a:lvl6pPr>
      <a:lvl7pPr marL="3790442" indent="-291572" algn="l" defTabSz="1166294"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373597" indent="-291572" algn="l" defTabSz="1166294"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4956735" indent="-291572" algn="l" defTabSz="1166294"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166294" rtl="0" eaLnBrk="1" latinLnBrk="0" hangingPunct="1">
        <a:defRPr sz="2300" kern="1200">
          <a:solidFill>
            <a:schemeClr val="tx1"/>
          </a:solidFill>
          <a:latin typeface="+mn-lt"/>
          <a:ea typeface="+mn-ea"/>
          <a:cs typeface="+mn-cs"/>
        </a:defRPr>
      </a:lvl1pPr>
      <a:lvl2pPr marL="583142" algn="l" defTabSz="1166294" rtl="0" eaLnBrk="1" latinLnBrk="0" hangingPunct="1">
        <a:defRPr sz="2300" kern="1200">
          <a:solidFill>
            <a:schemeClr val="tx1"/>
          </a:solidFill>
          <a:latin typeface="+mn-lt"/>
          <a:ea typeface="+mn-ea"/>
          <a:cs typeface="+mn-cs"/>
        </a:defRPr>
      </a:lvl2pPr>
      <a:lvl3pPr marL="1166294" algn="l" defTabSz="1166294" rtl="0" eaLnBrk="1" latinLnBrk="0" hangingPunct="1">
        <a:defRPr sz="2300" kern="1200">
          <a:solidFill>
            <a:schemeClr val="tx1"/>
          </a:solidFill>
          <a:latin typeface="+mn-lt"/>
          <a:ea typeface="+mn-ea"/>
          <a:cs typeface="+mn-cs"/>
        </a:defRPr>
      </a:lvl3pPr>
      <a:lvl4pPr marL="1749433" algn="l" defTabSz="1166294" rtl="0" eaLnBrk="1" latinLnBrk="0" hangingPunct="1">
        <a:defRPr sz="2300" kern="1200">
          <a:solidFill>
            <a:schemeClr val="tx1"/>
          </a:solidFill>
          <a:latin typeface="+mn-lt"/>
          <a:ea typeface="+mn-ea"/>
          <a:cs typeface="+mn-cs"/>
        </a:defRPr>
      </a:lvl4pPr>
      <a:lvl5pPr marL="2332588" algn="l" defTabSz="1166294" rtl="0" eaLnBrk="1" latinLnBrk="0" hangingPunct="1">
        <a:defRPr sz="2300" kern="1200">
          <a:solidFill>
            <a:schemeClr val="tx1"/>
          </a:solidFill>
          <a:latin typeface="+mn-lt"/>
          <a:ea typeface="+mn-ea"/>
          <a:cs typeface="+mn-cs"/>
        </a:defRPr>
      </a:lvl5pPr>
      <a:lvl6pPr marL="2915723" algn="l" defTabSz="1166294" rtl="0" eaLnBrk="1" latinLnBrk="0" hangingPunct="1">
        <a:defRPr sz="2300" kern="1200">
          <a:solidFill>
            <a:schemeClr val="tx1"/>
          </a:solidFill>
          <a:latin typeface="+mn-lt"/>
          <a:ea typeface="+mn-ea"/>
          <a:cs typeface="+mn-cs"/>
        </a:defRPr>
      </a:lvl6pPr>
      <a:lvl7pPr marL="3498876" algn="l" defTabSz="1166294" rtl="0" eaLnBrk="1" latinLnBrk="0" hangingPunct="1">
        <a:defRPr sz="2300" kern="1200">
          <a:solidFill>
            <a:schemeClr val="tx1"/>
          </a:solidFill>
          <a:latin typeface="+mn-lt"/>
          <a:ea typeface="+mn-ea"/>
          <a:cs typeface="+mn-cs"/>
        </a:defRPr>
      </a:lvl7pPr>
      <a:lvl8pPr marL="4082016" algn="l" defTabSz="1166294" rtl="0" eaLnBrk="1" latinLnBrk="0" hangingPunct="1">
        <a:defRPr sz="2300" kern="1200">
          <a:solidFill>
            <a:schemeClr val="tx1"/>
          </a:solidFill>
          <a:latin typeface="+mn-lt"/>
          <a:ea typeface="+mn-ea"/>
          <a:cs typeface="+mn-cs"/>
        </a:defRPr>
      </a:lvl8pPr>
      <a:lvl9pPr marL="4665164" algn="l" defTabSz="1166294" rtl="0" eaLnBrk="1" latinLnBrk="0" hangingPunct="1">
        <a:defRPr sz="2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7" descr="Ridge.pdf"/>
          <p:cNvPicPr>
            <a:picLocks noChangeAspect="1"/>
          </p:cNvPicPr>
          <p:nvPr/>
        </p:nvPicPr>
        <p:blipFill>
          <a:blip r:embed="rId16" cstate="email">
            <a:extLst>
              <a:ext uri="{28A0092B-C50C-407E-A947-70E740481C1C}">
                <a14:useLocalDpi xmlns:a14="http://schemas.microsoft.com/office/drawing/2010/main"/>
              </a:ext>
            </a:extLst>
          </a:blip>
          <a:srcRect/>
          <a:stretch>
            <a:fillRect/>
          </a:stretch>
        </p:blipFill>
        <p:spPr bwMode="ltGray">
          <a:xfrm>
            <a:off x="86" y="65"/>
            <a:ext cx="3025651" cy="825692"/>
          </a:xfrm>
          <a:prstGeom prst="rect">
            <a:avLst/>
          </a:prstGeom>
          <a:noFill/>
          <a:ln w="9525">
            <a:noFill/>
            <a:miter lim="800000"/>
            <a:headEnd/>
            <a:tailEnd/>
          </a:ln>
        </p:spPr>
      </p:pic>
      <p:sp>
        <p:nvSpPr>
          <p:cNvPr id="1027" name="Title Placeholder 1"/>
          <p:cNvSpPr>
            <a:spLocks noGrp="1"/>
          </p:cNvSpPr>
          <p:nvPr>
            <p:ph type="title"/>
          </p:nvPr>
        </p:nvSpPr>
        <p:spPr bwMode="auto">
          <a:xfrm>
            <a:off x="624237" y="711407"/>
            <a:ext cx="10945241" cy="615553"/>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a:t>Click to edit Master title style</a:t>
            </a:r>
          </a:p>
        </p:txBody>
      </p:sp>
      <p:sp>
        <p:nvSpPr>
          <p:cNvPr id="3" name="Text Placeholder 2"/>
          <p:cNvSpPr>
            <a:spLocks noGrp="1"/>
          </p:cNvSpPr>
          <p:nvPr>
            <p:ph type="body" idx="1"/>
          </p:nvPr>
        </p:nvSpPr>
        <p:spPr>
          <a:xfrm>
            <a:off x="641177" y="1972151"/>
            <a:ext cx="10945241" cy="160659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lvl="2"/>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11667895" y="6599787"/>
            <a:ext cx="299313" cy="184666"/>
          </a:xfrm>
          <a:prstGeom prst="rect">
            <a:avLst/>
          </a:prstGeom>
          <a:noFill/>
          <a:ln w="9525">
            <a:noFill/>
            <a:miter lim="800000"/>
            <a:headEnd/>
            <a:tailEnd/>
          </a:ln>
        </p:spPr>
        <p:txBody>
          <a:bodyPr wrap="none" lIns="0" tIns="0" rIns="0" bIns="0" anchor="ctr">
            <a:spAutoFit/>
          </a:bodyPr>
          <a:lstStyle/>
          <a:p>
            <a:pPr algn="r" defTabSz="1166456" fontAlgn="auto">
              <a:spcBef>
                <a:spcPts val="0"/>
              </a:spcBef>
              <a:spcAft>
                <a:spcPts val="0"/>
              </a:spcAft>
              <a:defRPr/>
            </a:pPr>
            <a:fld id="{E9B6AED2-E616-4CD5-862A-CB15F603EB39}" type="slidenum">
              <a:rPr lang="en-US" sz="1200">
                <a:solidFill>
                  <a:srgbClr val="6D6E71"/>
                </a:solidFill>
                <a:latin typeface="Arial"/>
              </a:rPr>
              <a:pPr algn="r" defTabSz="1166456" fontAlgn="auto">
                <a:spcBef>
                  <a:spcPts val="0"/>
                </a:spcBef>
                <a:spcAft>
                  <a:spcPts val="0"/>
                </a:spcAft>
                <a:defRPr/>
              </a:pPr>
              <a:t>‹#›</a:t>
            </a:fld>
            <a:endParaRPr lang="en-US" sz="1200" dirty="0">
              <a:solidFill>
                <a:srgbClr val="6D6E71"/>
              </a:solidFill>
              <a:latin typeface="Arial"/>
            </a:endParaRPr>
          </a:p>
        </p:txBody>
      </p:sp>
      <p:sp>
        <p:nvSpPr>
          <p:cNvPr id="7" name="TextBox 20"/>
          <p:cNvSpPr txBox="1">
            <a:spLocks noChangeArrowheads="1"/>
          </p:cNvSpPr>
          <p:nvPr/>
        </p:nvSpPr>
        <p:spPr bwMode="gray">
          <a:xfrm>
            <a:off x="641104" y="6630959"/>
            <a:ext cx="3323026" cy="169277"/>
          </a:xfrm>
          <a:prstGeom prst="rect">
            <a:avLst/>
          </a:prstGeom>
          <a:noFill/>
          <a:ln w="9525">
            <a:noFill/>
            <a:miter lim="800000"/>
            <a:headEnd/>
            <a:tailEnd/>
          </a:ln>
        </p:spPr>
        <p:txBody>
          <a:bodyPr wrap="none" lIns="0" tIns="0" rIns="0" bIns="0">
            <a:spAutoFit/>
          </a:bodyPr>
          <a:lstStyle/>
          <a:p>
            <a:pPr defTabSz="1166456" fontAlgn="auto">
              <a:spcBef>
                <a:spcPts val="0"/>
              </a:spcBef>
              <a:spcAft>
                <a:spcPts val="0"/>
              </a:spcAft>
              <a:defRPr/>
            </a:pPr>
            <a:r>
              <a:rPr lang="en-US" sz="1100" dirty="0">
                <a:solidFill>
                  <a:srgbClr val="6D6E71"/>
                </a:solidFill>
                <a:latin typeface="Arial"/>
              </a:rPr>
              <a:t>Copyright © 2015 Tech Mahindra. All rights reserved.</a:t>
            </a:r>
          </a:p>
        </p:txBody>
      </p:sp>
    </p:spTree>
    <p:extLst>
      <p:ext uri="{BB962C8B-B14F-4D97-AF65-F5344CB8AC3E}">
        <p14:creationId xmlns:p14="http://schemas.microsoft.com/office/powerpoint/2010/main" val="3604663829"/>
      </p:ext>
    </p:extLst>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 id="2147483778" r:id="rId13"/>
    <p:sldLayoutId id="2147483780" r:id="rId14"/>
  </p:sldLayoutIdLst>
  <p:txStyles>
    <p:titleStyle>
      <a:lvl1pPr algn="l" rtl="0" eaLnBrk="1" fontAlgn="base" hangingPunct="1">
        <a:spcBef>
          <a:spcPct val="0"/>
        </a:spcBef>
        <a:spcAft>
          <a:spcPct val="0"/>
        </a:spcAft>
        <a:defRPr lang="en-US" sz="4000" b="1" kern="1200" dirty="0">
          <a:solidFill>
            <a:schemeClr val="tx2"/>
          </a:solidFill>
          <a:latin typeface="Arial" pitchFamily="34" charset="0"/>
          <a:ea typeface="+mj-ea"/>
          <a:cs typeface="Arial" pitchFamily="34" charset="0"/>
        </a:defRPr>
      </a:lvl1pPr>
      <a:lvl2pPr algn="l" rtl="0" eaLnBrk="1" fontAlgn="base" hangingPunct="1">
        <a:spcBef>
          <a:spcPct val="0"/>
        </a:spcBef>
        <a:spcAft>
          <a:spcPct val="0"/>
        </a:spcAft>
        <a:defRPr sz="4000" b="1">
          <a:solidFill>
            <a:schemeClr val="tx2"/>
          </a:solidFill>
          <a:latin typeface="Arial" charset="0"/>
          <a:cs typeface="Arial" charset="0"/>
        </a:defRPr>
      </a:lvl2pPr>
      <a:lvl3pPr algn="l" rtl="0" eaLnBrk="1" fontAlgn="base" hangingPunct="1">
        <a:spcBef>
          <a:spcPct val="0"/>
        </a:spcBef>
        <a:spcAft>
          <a:spcPct val="0"/>
        </a:spcAft>
        <a:defRPr sz="4000" b="1">
          <a:solidFill>
            <a:schemeClr val="tx2"/>
          </a:solidFill>
          <a:latin typeface="Arial" charset="0"/>
          <a:cs typeface="Arial" charset="0"/>
        </a:defRPr>
      </a:lvl3pPr>
      <a:lvl4pPr algn="l" rtl="0" eaLnBrk="1" fontAlgn="base" hangingPunct="1">
        <a:spcBef>
          <a:spcPct val="0"/>
        </a:spcBef>
        <a:spcAft>
          <a:spcPct val="0"/>
        </a:spcAft>
        <a:defRPr sz="4000" b="1">
          <a:solidFill>
            <a:schemeClr val="tx2"/>
          </a:solidFill>
          <a:latin typeface="Arial" charset="0"/>
          <a:cs typeface="Arial" charset="0"/>
        </a:defRPr>
      </a:lvl4pPr>
      <a:lvl5pPr algn="l" rtl="0" eaLnBrk="1" fontAlgn="base" hangingPunct="1">
        <a:spcBef>
          <a:spcPct val="0"/>
        </a:spcBef>
        <a:spcAft>
          <a:spcPct val="0"/>
        </a:spcAft>
        <a:defRPr sz="4000" b="1">
          <a:solidFill>
            <a:schemeClr val="tx2"/>
          </a:solidFill>
          <a:latin typeface="Arial" charset="0"/>
          <a:cs typeface="Arial" charset="0"/>
        </a:defRPr>
      </a:lvl5pPr>
      <a:lvl6pPr marL="583223" algn="l" rtl="0" eaLnBrk="1" fontAlgn="base" hangingPunct="1">
        <a:spcBef>
          <a:spcPct val="0"/>
        </a:spcBef>
        <a:spcAft>
          <a:spcPct val="0"/>
        </a:spcAft>
        <a:defRPr sz="4000" b="1">
          <a:solidFill>
            <a:schemeClr val="tx2"/>
          </a:solidFill>
          <a:latin typeface="Arial" charset="0"/>
          <a:cs typeface="Arial" charset="0"/>
        </a:defRPr>
      </a:lvl6pPr>
      <a:lvl7pPr marL="1166456" algn="l" rtl="0" eaLnBrk="1" fontAlgn="base" hangingPunct="1">
        <a:spcBef>
          <a:spcPct val="0"/>
        </a:spcBef>
        <a:spcAft>
          <a:spcPct val="0"/>
        </a:spcAft>
        <a:defRPr sz="4000" b="1">
          <a:solidFill>
            <a:schemeClr val="tx2"/>
          </a:solidFill>
          <a:latin typeface="Arial" charset="0"/>
          <a:cs typeface="Arial" charset="0"/>
        </a:defRPr>
      </a:lvl7pPr>
      <a:lvl8pPr marL="1749670" algn="l" rtl="0" eaLnBrk="1" fontAlgn="base" hangingPunct="1">
        <a:spcBef>
          <a:spcPct val="0"/>
        </a:spcBef>
        <a:spcAft>
          <a:spcPct val="0"/>
        </a:spcAft>
        <a:defRPr sz="4000" b="1">
          <a:solidFill>
            <a:schemeClr val="tx2"/>
          </a:solidFill>
          <a:latin typeface="Arial" charset="0"/>
          <a:cs typeface="Arial" charset="0"/>
        </a:defRPr>
      </a:lvl8pPr>
      <a:lvl9pPr marL="2332899" algn="l" rtl="0" eaLnBrk="1" fontAlgn="base" hangingPunct="1">
        <a:spcBef>
          <a:spcPct val="0"/>
        </a:spcBef>
        <a:spcAft>
          <a:spcPct val="0"/>
        </a:spcAft>
        <a:defRPr sz="4000" b="1">
          <a:solidFill>
            <a:schemeClr val="tx2"/>
          </a:solidFill>
          <a:latin typeface="Arial" charset="0"/>
          <a:cs typeface="Arial" charset="0"/>
        </a:defRPr>
      </a:lvl9pPr>
    </p:titleStyle>
    <p:bodyStyle>
      <a:lvl1pPr marL="370590" indent="-370590"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Arial" pitchFamily="34" charset="0"/>
          <a:ea typeface="+mn-ea"/>
          <a:cs typeface="Arial" pitchFamily="34" charset="0"/>
        </a:defRPr>
      </a:lvl1pPr>
      <a:lvl2pPr marL="364513" indent="-364513"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729036" indent="-356410"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Arial" pitchFamily="34" charset="0"/>
          <a:ea typeface="+mn-ea"/>
          <a:cs typeface="Arial" pitchFamily="34" charset="0"/>
        </a:defRPr>
      </a:lvl3pPr>
      <a:lvl4pPr marL="1085453" indent="-356410"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Arial" pitchFamily="34" charset="0"/>
          <a:ea typeface="+mn-ea"/>
          <a:cs typeface="Arial" charset="0"/>
        </a:defRPr>
      </a:lvl4pPr>
      <a:lvl5pPr marL="1449960" indent="-364513" algn="l" defTabSz="1190752"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Arial" pitchFamily="34" charset="0"/>
          <a:ea typeface="+mn-ea"/>
          <a:cs typeface="Arial" charset="0"/>
        </a:defRPr>
      </a:lvl5pPr>
      <a:lvl6pPr marL="1749670" indent="-307819" algn="l" defTabSz="1166456" rtl="0" eaLnBrk="1" latinLnBrk="0" hangingPunct="1">
        <a:spcBef>
          <a:spcPct val="20000"/>
        </a:spcBef>
        <a:buClr>
          <a:schemeClr val="bg2"/>
        </a:buClr>
        <a:buSzPct val="60000"/>
        <a:buFont typeface="Wingdings" pitchFamily="2" charset="2"/>
        <a:buChar char="§"/>
        <a:defRPr sz="2700" kern="1200">
          <a:solidFill>
            <a:schemeClr val="tx1"/>
          </a:solidFill>
          <a:latin typeface="Arial" pitchFamily="34" charset="0"/>
          <a:ea typeface="+mn-ea"/>
          <a:cs typeface="+mn-cs"/>
        </a:defRPr>
      </a:lvl6pPr>
      <a:lvl7pPr marL="3790958" indent="-291611" algn="l" defTabSz="1166456"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374187" indent="-291611" algn="l" defTabSz="1166456"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4957404" indent="-291611" algn="l" defTabSz="1166456"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166456" rtl="0" eaLnBrk="1" latinLnBrk="0" hangingPunct="1">
        <a:defRPr sz="2300" kern="1200">
          <a:solidFill>
            <a:schemeClr val="tx1"/>
          </a:solidFill>
          <a:latin typeface="+mn-lt"/>
          <a:ea typeface="+mn-ea"/>
          <a:cs typeface="+mn-cs"/>
        </a:defRPr>
      </a:lvl1pPr>
      <a:lvl2pPr marL="583223" algn="l" defTabSz="1166456" rtl="0" eaLnBrk="1" latinLnBrk="0" hangingPunct="1">
        <a:defRPr sz="2300" kern="1200">
          <a:solidFill>
            <a:schemeClr val="tx1"/>
          </a:solidFill>
          <a:latin typeface="+mn-lt"/>
          <a:ea typeface="+mn-ea"/>
          <a:cs typeface="+mn-cs"/>
        </a:defRPr>
      </a:lvl2pPr>
      <a:lvl3pPr marL="1166456" algn="l" defTabSz="1166456" rtl="0" eaLnBrk="1" latinLnBrk="0" hangingPunct="1">
        <a:defRPr sz="2300" kern="1200">
          <a:solidFill>
            <a:schemeClr val="tx1"/>
          </a:solidFill>
          <a:latin typeface="+mn-lt"/>
          <a:ea typeface="+mn-ea"/>
          <a:cs typeface="+mn-cs"/>
        </a:defRPr>
      </a:lvl3pPr>
      <a:lvl4pPr marL="1749670" algn="l" defTabSz="1166456" rtl="0" eaLnBrk="1" latinLnBrk="0" hangingPunct="1">
        <a:defRPr sz="2300" kern="1200">
          <a:solidFill>
            <a:schemeClr val="tx1"/>
          </a:solidFill>
          <a:latin typeface="+mn-lt"/>
          <a:ea typeface="+mn-ea"/>
          <a:cs typeface="+mn-cs"/>
        </a:defRPr>
      </a:lvl4pPr>
      <a:lvl5pPr marL="2332899" algn="l" defTabSz="1166456" rtl="0" eaLnBrk="1" latinLnBrk="0" hangingPunct="1">
        <a:defRPr sz="2300" kern="1200">
          <a:solidFill>
            <a:schemeClr val="tx1"/>
          </a:solidFill>
          <a:latin typeface="+mn-lt"/>
          <a:ea typeface="+mn-ea"/>
          <a:cs typeface="+mn-cs"/>
        </a:defRPr>
      </a:lvl5pPr>
      <a:lvl6pPr marL="2916122" algn="l" defTabSz="1166456" rtl="0" eaLnBrk="1" latinLnBrk="0" hangingPunct="1">
        <a:defRPr sz="2300" kern="1200">
          <a:solidFill>
            <a:schemeClr val="tx1"/>
          </a:solidFill>
          <a:latin typeface="+mn-lt"/>
          <a:ea typeface="+mn-ea"/>
          <a:cs typeface="+mn-cs"/>
        </a:defRPr>
      </a:lvl6pPr>
      <a:lvl7pPr marL="3499352" algn="l" defTabSz="1166456" rtl="0" eaLnBrk="1" latinLnBrk="0" hangingPunct="1">
        <a:defRPr sz="2300" kern="1200">
          <a:solidFill>
            <a:schemeClr val="tx1"/>
          </a:solidFill>
          <a:latin typeface="+mn-lt"/>
          <a:ea typeface="+mn-ea"/>
          <a:cs typeface="+mn-cs"/>
        </a:defRPr>
      </a:lvl7pPr>
      <a:lvl8pPr marL="4082570" algn="l" defTabSz="1166456" rtl="0" eaLnBrk="1" latinLnBrk="0" hangingPunct="1">
        <a:defRPr sz="2300" kern="1200">
          <a:solidFill>
            <a:schemeClr val="tx1"/>
          </a:solidFill>
          <a:latin typeface="+mn-lt"/>
          <a:ea typeface="+mn-ea"/>
          <a:cs typeface="+mn-cs"/>
        </a:defRPr>
      </a:lvl8pPr>
      <a:lvl9pPr marL="4665803" algn="l" defTabSz="1166456" rtl="0" eaLnBrk="1" latinLnBrk="0" hangingPunct="1">
        <a:defRPr sz="2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7" descr="Ridge.pdf"/>
          <p:cNvPicPr>
            <a:picLocks noChangeAspect="1"/>
          </p:cNvPicPr>
          <p:nvPr/>
        </p:nvPicPr>
        <p:blipFill>
          <a:blip r:embed="rId19" cstate="email">
            <a:extLst>
              <a:ext uri="{28A0092B-C50C-407E-A947-70E740481C1C}">
                <a14:useLocalDpi xmlns:a14="http://schemas.microsoft.com/office/drawing/2010/main"/>
              </a:ext>
            </a:extLst>
          </a:blip>
          <a:srcRect/>
          <a:stretch>
            <a:fillRect/>
          </a:stretch>
        </p:blipFill>
        <p:spPr bwMode="ltGray">
          <a:xfrm>
            <a:off x="81" y="59"/>
            <a:ext cx="3025651" cy="825692"/>
          </a:xfrm>
          <a:prstGeom prst="rect">
            <a:avLst/>
          </a:prstGeom>
          <a:noFill/>
          <a:ln w="9525">
            <a:noFill/>
            <a:miter lim="800000"/>
            <a:headEnd/>
            <a:tailEnd/>
          </a:ln>
        </p:spPr>
      </p:pic>
      <p:sp>
        <p:nvSpPr>
          <p:cNvPr id="1027" name="Title Placeholder 1"/>
          <p:cNvSpPr>
            <a:spLocks noGrp="1"/>
          </p:cNvSpPr>
          <p:nvPr>
            <p:ph type="title"/>
          </p:nvPr>
        </p:nvSpPr>
        <p:spPr bwMode="auto">
          <a:xfrm>
            <a:off x="624232" y="711421"/>
            <a:ext cx="10945241" cy="600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a:t>Click to edit Master title style</a:t>
            </a:r>
          </a:p>
        </p:txBody>
      </p:sp>
      <p:sp>
        <p:nvSpPr>
          <p:cNvPr id="3" name="Text Placeholder 2"/>
          <p:cNvSpPr>
            <a:spLocks noGrp="1"/>
          </p:cNvSpPr>
          <p:nvPr>
            <p:ph type="body" idx="1"/>
          </p:nvPr>
        </p:nvSpPr>
        <p:spPr>
          <a:xfrm>
            <a:off x="641175" y="1972131"/>
            <a:ext cx="10945241" cy="155119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lvl="2"/>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11667894" y="6599730"/>
            <a:ext cx="299313" cy="184666"/>
          </a:xfrm>
          <a:prstGeom prst="rect">
            <a:avLst/>
          </a:prstGeom>
          <a:noFill/>
          <a:ln w="9525">
            <a:noFill/>
            <a:miter lim="800000"/>
            <a:headEnd/>
            <a:tailEnd/>
          </a:ln>
        </p:spPr>
        <p:txBody>
          <a:bodyPr wrap="none" lIns="0" tIns="0" rIns="0" bIns="0" anchor="ctr">
            <a:spAutoFit/>
          </a:bodyPr>
          <a:lstStyle/>
          <a:p>
            <a:pPr algn="r" defTabSz="1083459" fontAlgn="auto">
              <a:spcBef>
                <a:spcPts val="0"/>
              </a:spcBef>
              <a:spcAft>
                <a:spcPts val="0"/>
              </a:spcAft>
              <a:defRPr/>
            </a:pPr>
            <a:fld id="{E9B6AED2-E616-4CD5-862A-CB15F603EB39}" type="slidenum">
              <a:rPr lang="en-US" sz="1200">
                <a:solidFill>
                  <a:prstClr val="black">
                    <a:lumMod val="85000"/>
                    <a:lumOff val="15000"/>
                  </a:prstClr>
                </a:solidFill>
                <a:latin typeface="Arial"/>
              </a:rPr>
              <a:pPr algn="r" defTabSz="1083459" fontAlgn="auto">
                <a:spcBef>
                  <a:spcPts val="0"/>
                </a:spcBef>
                <a:spcAft>
                  <a:spcPts val="0"/>
                </a:spcAft>
                <a:defRPr/>
              </a:pPr>
              <a:t>‹#›</a:t>
            </a:fld>
            <a:endParaRPr lang="en-US" sz="1200" dirty="0">
              <a:solidFill>
                <a:prstClr val="black">
                  <a:lumMod val="85000"/>
                  <a:lumOff val="15000"/>
                </a:prstClr>
              </a:solidFill>
              <a:latin typeface="Arial"/>
            </a:endParaRPr>
          </a:p>
        </p:txBody>
      </p:sp>
      <p:sp>
        <p:nvSpPr>
          <p:cNvPr id="7" name="TextBox 20"/>
          <p:cNvSpPr txBox="1">
            <a:spLocks noChangeArrowheads="1"/>
          </p:cNvSpPr>
          <p:nvPr/>
        </p:nvSpPr>
        <p:spPr bwMode="gray">
          <a:xfrm>
            <a:off x="641104" y="6630995"/>
            <a:ext cx="3323026" cy="169277"/>
          </a:xfrm>
          <a:prstGeom prst="rect">
            <a:avLst/>
          </a:prstGeom>
          <a:noFill/>
          <a:ln w="9525">
            <a:noFill/>
            <a:miter lim="800000"/>
            <a:headEnd/>
            <a:tailEnd/>
          </a:ln>
        </p:spPr>
        <p:txBody>
          <a:bodyPr wrap="none" lIns="0" tIns="0" rIns="0" bIns="0">
            <a:spAutoFit/>
          </a:bodyPr>
          <a:lstStyle/>
          <a:p>
            <a:pPr defTabSz="1083459" fontAlgn="auto">
              <a:spcBef>
                <a:spcPts val="0"/>
              </a:spcBef>
              <a:spcAft>
                <a:spcPts val="0"/>
              </a:spcAft>
              <a:defRPr/>
            </a:pPr>
            <a:r>
              <a:rPr lang="en-US" sz="1100" dirty="0">
                <a:solidFill>
                  <a:srgbClr val="6D6E71"/>
                </a:solidFill>
                <a:latin typeface="Arial"/>
              </a:rPr>
              <a:t>Copyright © 2015 Tech Mahindra. All rights reserved.</a:t>
            </a:r>
          </a:p>
        </p:txBody>
      </p:sp>
    </p:spTree>
    <p:extLst>
      <p:ext uri="{BB962C8B-B14F-4D97-AF65-F5344CB8AC3E}">
        <p14:creationId xmlns:p14="http://schemas.microsoft.com/office/powerpoint/2010/main" val="1256764600"/>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Lst>
  <p:txStyles>
    <p:titleStyle>
      <a:lvl1pPr algn="l" rtl="0" eaLnBrk="1" fontAlgn="base" hangingPunct="1">
        <a:spcBef>
          <a:spcPct val="0"/>
        </a:spcBef>
        <a:spcAft>
          <a:spcPct val="0"/>
        </a:spcAft>
        <a:defRPr lang="en-US" sz="3900" b="1" kern="1200" dirty="0">
          <a:solidFill>
            <a:schemeClr val="tx2"/>
          </a:solidFill>
          <a:latin typeface="Arial" pitchFamily="34" charset="0"/>
          <a:ea typeface="+mj-ea"/>
          <a:cs typeface="Arial" pitchFamily="34" charset="0"/>
        </a:defRPr>
      </a:lvl1pPr>
      <a:lvl2pPr algn="l" rtl="0" eaLnBrk="1" fontAlgn="base" hangingPunct="1">
        <a:spcBef>
          <a:spcPct val="0"/>
        </a:spcBef>
        <a:spcAft>
          <a:spcPct val="0"/>
        </a:spcAft>
        <a:defRPr sz="3900" b="1">
          <a:solidFill>
            <a:schemeClr val="tx2"/>
          </a:solidFill>
          <a:latin typeface="Arial" charset="0"/>
          <a:cs typeface="Arial" charset="0"/>
        </a:defRPr>
      </a:lvl2pPr>
      <a:lvl3pPr algn="l" rtl="0" eaLnBrk="1" fontAlgn="base" hangingPunct="1">
        <a:spcBef>
          <a:spcPct val="0"/>
        </a:spcBef>
        <a:spcAft>
          <a:spcPct val="0"/>
        </a:spcAft>
        <a:defRPr sz="3900" b="1">
          <a:solidFill>
            <a:schemeClr val="tx2"/>
          </a:solidFill>
          <a:latin typeface="Arial" charset="0"/>
          <a:cs typeface="Arial" charset="0"/>
        </a:defRPr>
      </a:lvl3pPr>
      <a:lvl4pPr algn="l" rtl="0" eaLnBrk="1" fontAlgn="base" hangingPunct="1">
        <a:spcBef>
          <a:spcPct val="0"/>
        </a:spcBef>
        <a:spcAft>
          <a:spcPct val="0"/>
        </a:spcAft>
        <a:defRPr sz="3900" b="1">
          <a:solidFill>
            <a:schemeClr val="tx2"/>
          </a:solidFill>
          <a:latin typeface="Arial" charset="0"/>
          <a:cs typeface="Arial" charset="0"/>
        </a:defRPr>
      </a:lvl4pPr>
      <a:lvl5pPr algn="l" rtl="0" eaLnBrk="1" fontAlgn="base" hangingPunct="1">
        <a:spcBef>
          <a:spcPct val="0"/>
        </a:spcBef>
        <a:spcAft>
          <a:spcPct val="0"/>
        </a:spcAft>
        <a:defRPr sz="3900" b="1">
          <a:solidFill>
            <a:schemeClr val="tx2"/>
          </a:solidFill>
          <a:latin typeface="Arial" charset="0"/>
          <a:cs typeface="Arial" charset="0"/>
        </a:defRPr>
      </a:lvl5pPr>
      <a:lvl6pPr marL="541722" algn="l" rtl="0" eaLnBrk="1" fontAlgn="base" hangingPunct="1">
        <a:spcBef>
          <a:spcPct val="0"/>
        </a:spcBef>
        <a:spcAft>
          <a:spcPct val="0"/>
        </a:spcAft>
        <a:defRPr sz="3900" b="1">
          <a:solidFill>
            <a:schemeClr val="tx2"/>
          </a:solidFill>
          <a:latin typeface="Arial" charset="0"/>
          <a:cs typeface="Arial" charset="0"/>
        </a:defRPr>
      </a:lvl6pPr>
      <a:lvl7pPr marL="1083459" algn="l" rtl="0" eaLnBrk="1" fontAlgn="base" hangingPunct="1">
        <a:spcBef>
          <a:spcPct val="0"/>
        </a:spcBef>
        <a:spcAft>
          <a:spcPct val="0"/>
        </a:spcAft>
        <a:defRPr sz="3900" b="1">
          <a:solidFill>
            <a:schemeClr val="tx2"/>
          </a:solidFill>
          <a:latin typeface="Arial" charset="0"/>
          <a:cs typeface="Arial" charset="0"/>
        </a:defRPr>
      </a:lvl7pPr>
      <a:lvl8pPr marL="1625187" algn="l" rtl="0" eaLnBrk="1" fontAlgn="base" hangingPunct="1">
        <a:spcBef>
          <a:spcPct val="0"/>
        </a:spcBef>
        <a:spcAft>
          <a:spcPct val="0"/>
        </a:spcAft>
        <a:defRPr sz="3900" b="1">
          <a:solidFill>
            <a:schemeClr val="tx2"/>
          </a:solidFill>
          <a:latin typeface="Arial" charset="0"/>
          <a:cs typeface="Arial" charset="0"/>
        </a:defRPr>
      </a:lvl8pPr>
      <a:lvl9pPr marL="2166920" algn="l" rtl="0" eaLnBrk="1" fontAlgn="base" hangingPunct="1">
        <a:spcBef>
          <a:spcPct val="0"/>
        </a:spcBef>
        <a:spcAft>
          <a:spcPct val="0"/>
        </a:spcAft>
        <a:defRPr sz="3900" b="1">
          <a:solidFill>
            <a:schemeClr val="tx2"/>
          </a:solidFill>
          <a:latin typeface="Arial" charset="0"/>
          <a:cs typeface="Arial" charset="0"/>
        </a:defRPr>
      </a:lvl9pPr>
    </p:titleStyle>
    <p:bodyStyle>
      <a:lvl1pPr marL="344230" indent="-344230"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Arial" pitchFamily="34" charset="0"/>
          <a:ea typeface="+mn-ea"/>
          <a:cs typeface="Arial" pitchFamily="34" charset="0"/>
        </a:defRPr>
      </a:lvl1pPr>
      <a:lvl2pPr marL="338588" indent="-338588"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677169" indent="-331062"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Arial" pitchFamily="34" charset="0"/>
          <a:ea typeface="+mn-ea"/>
          <a:cs typeface="Arial" pitchFamily="34" charset="0"/>
        </a:defRPr>
      </a:lvl3pPr>
      <a:lvl4pPr marL="1008217" indent="-331062"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Arial" pitchFamily="34" charset="0"/>
          <a:ea typeface="+mn-ea"/>
          <a:cs typeface="Arial" charset="0"/>
        </a:defRPr>
      </a:lvl4pPr>
      <a:lvl5pPr marL="1346804" indent="-338588" algn="l" defTabSz="1106036"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Arial" pitchFamily="34" charset="0"/>
          <a:ea typeface="+mn-ea"/>
          <a:cs typeface="Arial" charset="0"/>
        </a:defRPr>
      </a:lvl5pPr>
      <a:lvl6pPr marL="1625187" indent="-285915" algn="l" defTabSz="1083459" rtl="0" eaLnBrk="1" latinLnBrk="0" hangingPunct="1">
        <a:spcBef>
          <a:spcPct val="20000"/>
        </a:spcBef>
        <a:buClr>
          <a:schemeClr val="bg2"/>
        </a:buClr>
        <a:buSzPct val="60000"/>
        <a:buFont typeface="Wingdings" pitchFamily="2" charset="2"/>
        <a:buChar char="§"/>
        <a:defRPr sz="2400" kern="1200">
          <a:solidFill>
            <a:schemeClr val="tx1"/>
          </a:solidFill>
          <a:latin typeface="Arial" pitchFamily="34" charset="0"/>
          <a:ea typeface="+mn-ea"/>
          <a:cs typeface="+mn-cs"/>
        </a:defRPr>
      </a:lvl6pPr>
      <a:lvl7pPr marL="3521240" indent="-270859" algn="l" defTabSz="1083459"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62975" indent="-270859" algn="l" defTabSz="1083459"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04701" indent="-270859" algn="l" defTabSz="1083459"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83459" rtl="0" eaLnBrk="1" latinLnBrk="0" hangingPunct="1">
        <a:defRPr sz="2000" kern="1200">
          <a:solidFill>
            <a:schemeClr val="tx1"/>
          </a:solidFill>
          <a:latin typeface="+mn-lt"/>
          <a:ea typeface="+mn-ea"/>
          <a:cs typeface="+mn-cs"/>
        </a:defRPr>
      </a:lvl1pPr>
      <a:lvl2pPr marL="541722" algn="l" defTabSz="1083459" rtl="0" eaLnBrk="1" latinLnBrk="0" hangingPunct="1">
        <a:defRPr sz="2000" kern="1200">
          <a:solidFill>
            <a:schemeClr val="tx1"/>
          </a:solidFill>
          <a:latin typeface="+mn-lt"/>
          <a:ea typeface="+mn-ea"/>
          <a:cs typeface="+mn-cs"/>
        </a:defRPr>
      </a:lvl2pPr>
      <a:lvl3pPr marL="1083459" algn="l" defTabSz="1083459" rtl="0" eaLnBrk="1" latinLnBrk="0" hangingPunct="1">
        <a:defRPr sz="2000" kern="1200">
          <a:solidFill>
            <a:schemeClr val="tx1"/>
          </a:solidFill>
          <a:latin typeface="+mn-lt"/>
          <a:ea typeface="+mn-ea"/>
          <a:cs typeface="+mn-cs"/>
        </a:defRPr>
      </a:lvl3pPr>
      <a:lvl4pPr marL="1625187" algn="l" defTabSz="1083459" rtl="0" eaLnBrk="1" latinLnBrk="0" hangingPunct="1">
        <a:defRPr sz="2000" kern="1200">
          <a:solidFill>
            <a:schemeClr val="tx1"/>
          </a:solidFill>
          <a:latin typeface="+mn-lt"/>
          <a:ea typeface="+mn-ea"/>
          <a:cs typeface="+mn-cs"/>
        </a:defRPr>
      </a:lvl4pPr>
      <a:lvl5pPr marL="2166920" algn="l" defTabSz="1083459" rtl="0" eaLnBrk="1" latinLnBrk="0" hangingPunct="1">
        <a:defRPr sz="2000" kern="1200">
          <a:solidFill>
            <a:schemeClr val="tx1"/>
          </a:solidFill>
          <a:latin typeface="+mn-lt"/>
          <a:ea typeface="+mn-ea"/>
          <a:cs typeface="+mn-cs"/>
        </a:defRPr>
      </a:lvl5pPr>
      <a:lvl6pPr marL="2708649" algn="l" defTabSz="1083459" rtl="0" eaLnBrk="1" latinLnBrk="0" hangingPunct="1">
        <a:defRPr sz="2000" kern="1200">
          <a:solidFill>
            <a:schemeClr val="tx1"/>
          </a:solidFill>
          <a:latin typeface="+mn-lt"/>
          <a:ea typeface="+mn-ea"/>
          <a:cs typeface="+mn-cs"/>
        </a:defRPr>
      </a:lvl6pPr>
      <a:lvl7pPr marL="3250374" algn="l" defTabSz="1083459" rtl="0" eaLnBrk="1" latinLnBrk="0" hangingPunct="1">
        <a:defRPr sz="2000" kern="1200">
          <a:solidFill>
            <a:schemeClr val="tx1"/>
          </a:solidFill>
          <a:latin typeface="+mn-lt"/>
          <a:ea typeface="+mn-ea"/>
          <a:cs typeface="+mn-cs"/>
        </a:defRPr>
      </a:lvl7pPr>
      <a:lvl8pPr marL="3792108" algn="l" defTabSz="1083459" rtl="0" eaLnBrk="1" latinLnBrk="0" hangingPunct="1">
        <a:defRPr sz="2000" kern="1200">
          <a:solidFill>
            <a:schemeClr val="tx1"/>
          </a:solidFill>
          <a:latin typeface="+mn-lt"/>
          <a:ea typeface="+mn-ea"/>
          <a:cs typeface="+mn-cs"/>
        </a:defRPr>
      </a:lvl8pPr>
      <a:lvl9pPr marL="4333841" algn="l" defTabSz="1083459"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7" descr="Ridge.pdf"/>
          <p:cNvPicPr>
            <a:picLocks noChangeAspect="1"/>
          </p:cNvPicPr>
          <p:nvPr/>
        </p:nvPicPr>
        <p:blipFill>
          <a:blip r:embed="rId16" cstate="email">
            <a:extLst>
              <a:ext uri="{28A0092B-C50C-407E-A947-70E740481C1C}">
                <a14:useLocalDpi xmlns:a14="http://schemas.microsoft.com/office/drawing/2010/main"/>
              </a:ext>
            </a:extLst>
          </a:blip>
          <a:srcRect/>
          <a:stretch>
            <a:fillRect/>
          </a:stretch>
        </p:blipFill>
        <p:spPr bwMode="ltGray">
          <a:xfrm>
            <a:off x="86" y="59"/>
            <a:ext cx="3025651" cy="825692"/>
          </a:xfrm>
          <a:prstGeom prst="rect">
            <a:avLst/>
          </a:prstGeom>
          <a:noFill/>
          <a:ln w="9525">
            <a:noFill/>
            <a:miter lim="800000"/>
            <a:headEnd/>
            <a:tailEnd/>
          </a:ln>
        </p:spPr>
      </p:pic>
      <p:sp>
        <p:nvSpPr>
          <p:cNvPr id="1027" name="Title Placeholder 1"/>
          <p:cNvSpPr>
            <a:spLocks noGrp="1"/>
          </p:cNvSpPr>
          <p:nvPr>
            <p:ph type="title"/>
          </p:nvPr>
        </p:nvSpPr>
        <p:spPr bwMode="auto">
          <a:xfrm>
            <a:off x="624237" y="711396"/>
            <a:ext cx="10945241" cy="600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a:t>Click to edit Master title style</a:t>
            </a:r>
          </a:p>
        </p:txBody>
      </p:sp>
      <p:sp>
        <p:nvSpPr>
          <p:cNvPr id="3" name="Text Placeholder 2"/>
          <p:cNvSpPr>
            <a:spLocks noGrp="1"/>
          </p:cNvSpPr>
          <p:nvPr>
            <p:ph type="body" idx="1"/>
          </p:nvPr>
        </p:nvSpPr>
        <p:spPr>
          <a:xfrm>
            <a:off x="641175" y="1972137"/>
            <a:ext cx="10945241" cy="155119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lvl="2"/>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11667894" y="6599734"/>
            <a:ext cx="299313" cy="184666"/>
          </a:xfrm>
          <a:prstGeom prst="rect">
            <a:avLst/>
          </a:prstGeom>
          <a:noFill/>
          <a:ln w="9525">
            <a:noFill/>
            <a:miter lim="800000"/>
            <a:headEnd/>
            <a:tailEnd/>
          </a:ln>
        </p:spPr>
        <p:txBody>
          <a:bodyPr wrap="none" lIns="0" tIns="0" rIns="0" bIns="0" anchor="ctr">
            <a:spAutoFit/>
          </a:bodyPr>
          <a:lstStyle/>
          <a:p>
            <a:pPr algn="r" defTabSz="1083950" fontAlgn="auto">
              <a:spcBef>
                <a:spcPts val="0"/>
              </a:spcBef>
              <a:spcAft>
                <a:spcPts val="0"/>
              </a:spcAft>
              <a:defRPr/>
            </a:pPr>
            <a:fld id="{E9B6AED2-E616-4CD5-862A-CB15F603EB39}" type="slidenum">
              <a:rPr lang="en-US" sz="1200">
                <a:solidFill>
                  <a:srgbClr val="6D6E71"/>
                </a:solidFill>
                <a:latin typeface="Arial"/>
              </a:rPr>
              <a:pPr algn="r" defTabSz="1083950" fontAlgn="auto">
                <a:spcBef>
                  <a:spcPts val="0"/>
                </a:spcBef>
                <a:spcAft>
                  <a:spcPts val="0"/>
                </a:spcAft>
                <a:defRPr/>
              </a:pPr>
              <a:t>‹#›</a:t>
            </a:fld>
            <a:endParaRPr lang="en-US" sz="1200" dirty="0">
              <a:solidFill>
                <a:srgbClr val="6D6E71"/>
              </a:solidFill>
              <a:latin typeface="Arial"/>
            </a:endParaRPr>
          </a:p>
        </p:txBody>
      </p:sp>
      <p:sp>
        <p:nvSpPr>
          <p:cNvPr id="7" name="TextBox 20"/>
          <p:cNvSpPr txBox="1">
            <a:spLocks noChangeArrowheads="1"/>
          </p:cNvSpPr>
          <p:nvPr/>
        </p:nvSpPr>
        <p:spPr bwMode="gray">
          <a:xfrm>
            <a:off x="641104" y="6630990"/>
            <a:ext cx="3323026" cy="169277"/>
          </a:xfrm>
          <a:prstGeom prst="rect">
            <a:avLst/>
          </a:prstGeom>
          <a:noFill/>
          <a:ln w="9525">
            <a:noFill/>
            <a:miter lim="800000"/>
            <a:headEnd/>
            <a:tailEnd/>
          </a:ln>
        </p:spPr>
        <p:txBody>
          <a:bodyPr wrap="none" lIns="0" tIns="0" rIns="0" bIns="0">
            <a:spAutoFit/>
          </a:bodyPr>
          <a:lstStyle/>
          <a:p>
            <a:pPr defTabSz="1083950" fontAlgn="auto">
              <a:spcBef>
                <a:spcPts val="0"/>
              </a:spcBef>
              <a:spcAft>
                <a:spcPts val="0"/>
              </a:spcAft>
              <a:defRPr/>
            </a:pPr>
            <a:r>
              <a:rPr lang="en-US" sz="1100" dirty="0">
                <a:solidFill>
                  <a:srgbClr val="6D6E71"/>
                </a:solidFill>
                <a:latin typeface="Arial"/>
              </a:rPr>
              <a:t>Copyright © 2015 Tech Mahindra. All rights reserved.</a:t>
            </a:r>
          </a:p>
        </p:txBody>
      </p:sp>
    </p:spTree>
    <p:extLst>
      <p:ext uri="{BB962C8B-B14F-4D97-AF65-F5344CB8AC3E}">
        <p14:creationId xmlns:p14="http://schemas.microsoft.com/office/powerpoint/2010/main" val="4116774481"/>
      </p:ext>
    </p:extLst>
  </p:cSld>
  <p:clrMap bg1="lt1" tx1="dk1" bg2="lt2" tx2="dk2" accent1="accent1" accent2="accent2" accent3="accent3" accent4="accent4" accent5="accent5" accent6="accent6" hlink="hlink" folHlink="folHlink"/>
  <p:sldLayoutIdLst>
    <p:sldLayoutId id="2147483822" r:id="rId1"/>
    <p:sldLayoutId id="2147483823" r:id="rId2"/>
    <p:sldLayoutId id="2147483824" r:id="rId3"/>
    <p:sldLayoutId id="2147483825" r:id="rId4"/>
    <p:sldLayoutId id="2147483826" r:id="rId5"/>
    <p:sldLayoutId id="2147483827" r:id="rId6"/>
    <p:sldLayoutId id="2147483828" r:id="rId7"/>
    <p:sldLayoutId id="2147483829" r:id="rId8"/>
    <p:sldLayoutId id="2147483830" r:id="rId9"/>
    <p:sldLayoutId id="2147483831" r:id="rId10"/>
    <p:sldLayoutId id="2147483832" r:id="rId11"/>
    <p:sldLayoutId id="2147483834" r:id="rId12"/>
    <p:sldLayoutId id="2147483835" r:id="rId13"/>
    <p:sldLayoutId id="2147483836" r:id="rId14"/>
  </p:sldLayoutIdLst>
  <p:txStyles>
    <p:titleStyle>
      <a:lvl1pPr algn="l" rtl="0" eaLnBrk="1" fontAlgn="base" hangingPunct="1">
        <a:spcBef>
          <a:spcPct val="0"/>
        </a:spcBef>
        <a:spcAft>
          <a:spcPct val="0"/>
        </a:spcAft>
        <a:defRPr lang="en-US" sz="3900" b="1" kern="1200" dirty="0">
          <a:solidFill>
            <a:schemeClr val="tx2"/>
          </a:solidFill>
          <a:latin typeface="Arial" pitchFamily="34" charset="0"/>
          <a:ea typeface="+mj-ea"/>
          <a:cs typeface="Arial" pitchFamily="34" charset="0"/>
        </a:defRPr>
      </a:lvl1pPr>
      <a:lvl2pPr algn="l" rtl="0" eaLnBrk="1" fontAlgn="base" hangingPunct="1">
        <a:spcBef>
          <a:spcPct val="0"/>
        </a:spcBef>
        <a:spcAft>
          <a:spcPct val="0"/>
        </a:spcAft>
        <a:defRPr sz="3900" b="1">
          <a:solidFill>
            <a:schemeClr val="tx2"/>
          </a:solidFill>
          <a:latin typeface="Arial" charset="0"/>
          <a:cs typeface="Arial" charset="0"/>
        </a:defRPr>
      </a:lvl2pPr>
      <a:lvl3pPr algn="l" rtl="0" eaLnBrk="1" fontAlgn="base" hangingPunct="1">
        <a:spcBef>
          <a:spcPct val="0"/>
        </a:spcBef>
        <a:spcAft>
          <a:spcPct val="0"/>
        </a:spcAft>
        <a:defRPr sz="3900" b="1">
          <a:solidFill>
            <a:schemeClr val="tx2"/>
          </a:solidFill>
          <a:latin typeface="Arial" charset="0"/>
          <a:cs typeface="Arial" charset="0"/>
        </a:defRPr>
      </a:lvl3pPr>
      <a:lvl4pPr algn="l" rtl="0" eaLnBrk="1" fontAlgn="base" hangingPunct="1">
        <a:spcBef>
          <a:spcPct val="0"/>
        </a:spcBef>
        <a:spcAft>
          <a:spcPct val="0"/>
        </a:spcAft>
        <a:defRPr sz="3900" b="1">
          <a:solidFill>
            <a:schemeClr val="tx2"/>
          </a:solidFill>
          <a:latin typeface="Arial" charset="0"/>
          <a:cs typeface="Arial" charset="0"/>
        </a:defRPr>
      </a:lvl4pPr>
      <a:lvl5pPr algn="l" rtl="0" eaLnBrk="1" fontAlgn="base" hangingPunct="1">
        <a:spcBef>
          <a:spcPct val="0"/>
        </a:spcBef>
        <a:spcAft>
          <a:spcPct val="0"/>
        </a:spcAft>
        <a:defRPr sz="3900" b="1">
          <a:solidFill>
            <a:schemeClr val="tx2"/>
          </a:solidFill>
          <a:latin typeface="Arial" charset="0"/>
          <a:cs typeface="Arial" charset="0"/>
        </a:defRPr>
      </a:lvl5pPr>
      <a:lvl6pPr marL="541968" algn="l" rtl="0" eaLnBrk="1" fontAlgn="base" hangingPunct="1">
        <a:spcBef>
          <a:spcPct val="0"/>
        </a:spcBef>
        <a:spcAft>
          <a:spcPct val="0"/>
        </a:spcAft>
        <a:defRPr sz="3900" b="1">
          <a:solidFill>
            <a:schemeClr val="tx2"/>
          </a:solidFill>
          <a:latin typeface="Arial" charset="0"/>
          <a:cs typeface="Arial" charset="0"/>
        </a:defRPr>
      </a:lvl6pPr>
      <a:lvl7pPr marL="1083950" algn="l" rtl="0" eaLnBrk="1" fontAlgn="base" hangingPunct="1">
        <a:spcBef>
          <a:spcPct val="0"/>
        </a:spcBef>
        <a:spcAft>
          <a:spcPct val="0"/>
        </a:spcAft>
        <a:defRPr sz="3900" b="1">
          <a:solidFill>
            <a:schemeClr val="tx2"/>
          </a:solidFill>
          <a:latin typeface="Arial" charset="0"/>
          <a:cs typeface="Arial" charset="0"/>
        </a:defRPr>
      </a:lvl7pPr>
      <a:lvl8pPr marL="1625919" algn="l" rtl="0" eaLnBrk="1" fontAlgn="base" hangingPunct="1">
        <a:spcBef>
          <a:spcPct val="0"/>
        </a:spcBef>
        <a:spcAft>
          <a:spcPct val="0"/>
        </a:spcAft>
        <a:defRPr sz="3900" b="1">
          <a:solidFill>
            <a:schemeClr val="tx2"/>
          </a:solidFill>
          <a:latin typeface="Arial" charset="0"/>
          <a:cs typeface="Arial" charset="0"/>
        </a:defRPr>
      </a:lvl8pPr>
      <a:lvl9pPr marL="2167903" algn="l" rtl="0" eaLnBrk="1" fontAlgn="base" hangingPunct="1">
        <a:spcBef>
          <a:spcPct val="0"/>
        </a:spcBef>
        <a:spcAft>
          <a:spcPct val="0"/>
        </a:spcAft>
        <a:defRPr sz="3900" b="1">
          <a:solidFill>
            <a:schemeClr val="tx2"/>
          </a:solidFill>
          <a:latin typeface="Arial" charset="0"/>
          <a:cs typeface="Arial" charset="0"/>
        </a:defRPr>
      </a:lvl9pPr>
    </p:titleStyle>
    <p:bodyStyle>
      <a:lvl1pPr marL="344384" indent="-344384"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Arial" pitchFamily="34" charset="0"/>
          <a:ea typeface="+mn-ea"/>
          <a:cs typeface="Arial" pitchFamily="34" charset="0"/>
        </a:defRPr>
      </a:lvl1pPr>
      <a:lvl2pPr marL="338738" indent="-338738"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677471" indent="-331212"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Arial" pitchFamily="34" charset="0"/>
          <a:ea typeface="+mn-ea"/>
          <a:cs typeface="Arial" pitchFamily="34" charset="0"/>
        </a:defRPr>
      </a:lvl3pPr>
      <a:lvl4pPr marL="1008677" indent="-331212"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Arial" pitchFamily="34" charset="0"/>
          <a:ea typeface="+mn-ea"/>
          <a:cs typeface="Arial" charset="0"/>
        </a:defRPr>
      </a:lvl4pPr>
      <a:lvl5pPr marL="1347409" indent="-338738" algn="l" defTabSz="1106538"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Arial" pitchFamily="34" charset="0"/>
          <a:ea typeface="+mn-ea"/>
          <a:cs typeface="Arial" charset="0"/>
        </a:defRPr>
      </a:lvl5pPr>
      <a:lvl6pPr marL="1625919" indent="-286046" algn="l" defTabSz="1083950" rtl="0" eaLnBrk="1" latinLnBrk="0" hangingPunct="1">
        <a:spcBef>
          <a:spcPct val="20000"/>
        </a:spcBef>
        <a:buClr>
          <a:schemeClr val="bg2"/>
        </a:buClr>
        <a:buSzPct val="60000"/>
        <a:buFont typeface="Wingdings" pitchFamily="2" charset="2"/>
        <a:buChar char="§"/>
        <a:defRPr sz="2400" kern="1200">
          <a:solidFill>
            <a:schemeClr val="tx1"/>
          </a:solidFill>
          <a:latin typeface="Arial" pitchFamily="34" charset="0"/>
          <a:ea typeface="+mn-ea"/>
          <a:cs typeface="+mn-cs"/>
        </a:defRPr>
      </a:lvl6pPr>
      <a:lvl7pPr marL="3522833" indent="-270980" algn="l" defTabSz="1083950"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64809" indent="-270980" algn="l" defTabSz="1083950"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06787" indent="-270980" algn="l" defTabSz="1083950"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83950" rtl="0" eaLnBrk="1" latinLnBrk="0" hangingPunct="1">
        <a:defRPr sz="2000" kern="1200">
          <a:solidFill>
            <a:schemeClr val="tx1"/>
          </a:solidFill>
          <a:latin typeface="+mn-lt"/>
          <a:ea typeface="+mn-ea"/>
          <a:cs typeface="+mn-cs"/>
        </a:defRPr>
      </a:lvl1pPr>
      <a:lvl2pPr marL="541968" algn="l" defTabSz="1083950" rtl="0" eaLnBrk="1" latinLnBrk="0" hangingPunct="1">
        <a:defRPr sz="2000" kern="1200">
          <a:solidFill>
            <a:schemeClr val="tx1"/>
          </a:solidFill>
          <a:latin typeface="+mn-lt"/>
          <a:ea typeface="+mn-ea"/>
          <a:cs typeface="+mn-cs"/>
        </a:defRPr>
      </a:lvl2pPr>
      <a:lvl3pPr marL="1083950" algn="l" defTabSz="1083950" rtl="0" eaLnBrk="1" latinLnBrk="0" hangingPunct="1">
        <a:defRPr sz="2000" kern="1200">
          <a:solidFill>
            <a:schemeClr val="tx1"/>
          </a:solidFill>
          <a:latin typeface="+mn-lt"/>
          <a:ea typeface="+mn-ea"/>
          <a:cs typeface="+mn-cs"/>
        </a:defRPr>
      </a:lvl3pPr>
      <a:lvl4pPr marL="1625919" algn="l" defTabSz="1083950" rtl="0" eaLnBrk="1" latinLnBrk="0" hangingPunct="1">
        <a:defRPr sz="2000" kern="1200">
          <a:solidFill>
            <a:schemeClr val="tx1"/>
          </a:solidFill>
          <a:latin typeface="+mn-lt"/>
          <a:ea typeface="+mn-ea"/>
          <a:cs typeface="+mn-cs"/>
        </a:defRPr>
      </a:lvl4pPr>
      <a:lvl5pPr marL="2167903" algn="l" defTabSz="1083950" rtl="0" eaLnBrk="1" latinLnBrk="0" hangingPunct="1">
        <a:defRPr sz="2000" kern="1200">
          <a:solidFill>
            <a:schemeClr val="tx1"/>
          </a:solidFill>
          <a:latin typeface="+mn-lt"/>
          <a:ea typeface="+mn-ea"/>
          <a:cs typeface="+mn-cs"/>
        </a:defRPr>
      </a:lvl5pPr>
      <a:lvl6pPr marL="2709874" algn="l" defTabSz="1083950" rtl="0" eaLnBrk="1" latinLnBrk="0" hangingPunct="1">
        <a:defRPr sz="2000" kern="1200">
          <a:solidFill>
            <a:schemeClr val="tx1"/>
          </a:solidFill>
          <a:latin typeface="+mn-lt"/>
          <a:ea typeface="+mn-ea"/>
          <a:cs typeface="+mn-cs"/>
        </a:defRPr>
      </a:lvl6pPr>
      <a:lvl7pPr marL="3251843" algn="l" defTabSz="1083950" rtl="0" eaLnBrk="1" latinLnBrk="0" hangingPunct="1">
        <a:defRPr sz="2000" kern="1200">
          <a:solidFill>
            <a:schemeClr val="tx1"/>
          </a:solidFill>
          <a:latin typeface="+mn-lt"/>
          <a:ea typeface="+mn-ea"/>
          <a:cs typeface="+mn-cs"/>
        </a:defRPr>
      </a:lvl7pPr>
      <a:lvl8pPr marL="3793821" algn="l" defTabSz="1083950" rtl="0" eaLnBrk="1" latinLnBrk="0" hangingPunct="1">
        <a:defRPr sz="2000" kern="1200">
          <a:solidFill>
            <a:schemeClr val="tx1"/>
          </a:solidFill>
          <a:latin typeface="+mn-lt"/>
          <a:ea typeface="+mn-ea"/>
          <a:cs typeface="+mn-cs"/>
        </a:defRPr>
      </a:lvl8pPr>
      <a:lvl9pPr marL="4335799" algn="l" defTabSz="1083950"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7" descr="Ridge.pdf"/>
          <p:cNvPicPr>
            <a:picLocks noChangeAspect="1"/>
          </p:cNvPicPr>
          <p:nvPr/>
        </p:nvPicPr>
        <p:blipFill>
          <a:blip r:embed="rId19" cstate="email">
            <a:extLst>
              <a:ext uri="{28A0092B-C50C-407E-A947-70E740481C1C}">
                <a14:useLocalDpi xmlns:a14="http://schemas.microsoft.com/office/drawing/2010/main"/>
              </a:ext>
            </a:extLst>
          </a:blip>
          <a:srcRect/>
          <a:stretch>
            <a:fillRect/>
          </a:stretch>
        </p:blipFill>
        <p:spPr bwMode="ltGray">
          <a:xfrm>
            <a:off x="65" y="53"/>
            <a:ext cx="3025651" cy="825692"/>
          </a:xfrm>
          <a:prstGeom prst="rect">
            <a:avLst/>
          </a:prstGeom>
          <a:noFill/>
          <a:ln w="9525">
            <a:noFill/>
            <a:miter lim="800000"/>
            <a:headEnd/>
            <a:tailEnd/>
          </a:ln>
        </p:spPr>
      </p:pic>
      <p:sp>
        <p:nvSpPr>
          <p:cNvPr id="1027" name="Title Placeholder 1"/>
          <p:cNvSpPr>
            <a:spLocks noGrp="1"/>
          </p:cNvSpPr>
          <p:nvPr>
            <p:ph type="title"/>
          </p:nvPr>
        </p:nvSpPr>
        <p:spPr bwMode="auto">
          <a:xfrm>
            <a:off x="624220" y="711395"/>
            <a:ext cx="10945241" cy="615553"/>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a:t>Click to edit Master title style</a:t>
            </a:r>
          </a:p>
        </p:txBody>
      </p:sp>
      <p:sp>
        <p:nvSpPr>
          <p:cNvPr id="3" name="Text Placeholder 2"/>
          <p:cNvSpPr>
            <a:spLocks noGrp="1"/>
          </p:cNvSpPr>
          <p:nvPr>
            <p:ph type="body" idx="1"/>
          </p:nvPr>
        </p:nvSpPr>
        <p:spPr>
          <a:xfrm>
            <a:off x="641159" y="1972139"/>
            <a:ext cx="10945241" cy="160659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lvl="2"/>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11667895" y="6599772"/>
            <a:ext cx="299313" cy="184666"/>
          </a:xfrm>
          <a:prstGeom prst="rect">
            <a:avLst/>
          </a:prstGeom>
          <a:noFill/>
          <a:ln w="9525">
            <a:noFill/>
            <a:miter lim="800000"/>
            <a:headEnd/>
            <a:tailEnd/>
          </a:ln>
        </p:spPr>
        <p:txBody>
          <a:bodyPr wrap="none" lIns="0" tIns="0" rIns="0" bIns="0" anchor="ctr">
            <a:spAutoFit/>
          </a:bodyPr>
          <a:lstStyle/>
          <a:p>
            <a:pPr algn="r" defTabSz="1168088" fontAlgn="auto">
              <a:spcBef>
                <a:spcPts val="0"/>
              </a:spcBef>
              <a:spcAft>
                <a:spcPts val="0"/>
              </a:spcAft>
              <a:defRPr/>
            </a:pPr>
            <a:fld id="{E9B6AED2-E616-4CD5-862A-CB15F603EB39}" type="slidenum">
              <a:rPr lang="en-US" sz="1200">
                <a:solidFill>
                  <a:prstClr val="black">
                    <a:lumMod val="85000"/>
                    <a:lumOff val="15000"/>
                  </a:prstClr>
                </a:solidFill>
                <a:latin typeface="Arial"/>
              </a:rPr>
              <a:pPr algn="r" defTabSz="1168088" fontAlgn="auto">
                <a:spcBef>
                  <a:spcPts val="0"/>
                </a:spcBef>
                <a:spcAft>
                  <a:spcPts val="0"/>
                </a:spcAft>
                <a:defRPr/>
              </a:pPr>
              <a:t>‹#›</a:t>
            </a:fld>
            <a:endParaRPr lang="en-US" sz="1200" dirty="0">
              <a:solidFill>
                <a:prstClr val="black">
                  <a:lumMod val="85000"/>
                  <a:lumOff val="15000"/>
                </a:prstClr>
              </a:solidFill>
              <a:latin typeface="Arial"/>
            </a:endParaRPr>
          </a:p>
        </p:txBody>
      </p:sp>
      <p:sp>
        <p:nvSpPr>
          <p:cNvPr id="7" name="TextBox 20"/>
          <p:cNvSpPr txBox="1">
            <a:spLocks noChangeArrowheads="1"/>
          </p:cNvSpPr>
          <p:nvPr/>
        </p:nvSpPr>
        <p:spPr bwMode="gray">
          <a:xfrm>
            <a:off x="641104" y="6630956"/>
            <a:ext cx="3323026" cy="169277"/>
          </a:xfrm>
          <a:prstGeom prst="rect">
            <a:avLst/>
          </a:prstGeom>
          <a:noFill/>
          <a:ln w="9525">
            <a:noFill/>
            <a:miter lim="800000"/>
            <a:headEnd/>
            <a:tailEnd/>
          </a:ln>
        </p:spPr>
        <p:txBody>
          <a:bodyPr wrap="none" lIns="0" tIns="0" rIns="0" bIns="0">
            <a:spAutoFit/>
          </a:bodyPr>
          <a:lstStyle/>
          <a:p>
            <a:pPr defTabSz="1168088" fontAlgn="auto">
              <a:spcBef>
                <a:spcPts val="0"/>
              </a:spcBef>
              <a:spcAft>
                <a:spcPts val="0"/>
              </a:spcAft>
              <a:defRPr/>
            </a:pPr>
            <a:r>
              <a:rPr lang="en-US" sz="1100" dirty="0">
                <a:solidFill>
                  <a:srgbClr val="6D6E71"/>
                </a:solidFill>
                <a:latin typeface="Arial"/>
              </a:rPr>
              <a:t>Copyright © 2015 Tech Mahindra. All rights reserved.</a:t>
            </a:r>
          </a:p>
        </p:txBody>
      </p:sp>
    </p:spTree>
    <p:extLst>
      <p:ext uri="{BB962C8B-B14F-4D97-AF65-F5344CB8AC3E}">
        <p14:creationId xmlns:p14="http://schemas.microsoft.com/office/powerpoint/2010/main" val="3753045909"/>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4" r:id="rId4"/>
    <p:sldLayoutId id="2147483885" r:id="rId5"/>
    <p:sldLayoutId id="2147483886" r:id="rId6"/>
    <p:sldLayoutId id="2147483887" r:id="rId7"/>
    <p:sldLayoutId id="2147483888" r:id="rId8"/>
    <p:sldLayoutId id="2147483889" r:id="rId9"/>
    <p:sldLayoutId id="2147483891" r:id="rId10"/>
    <p:sldLayoutId id="2147483892" r:id="rId11"/>
    <p:sldLayoutId id="2147483893" r:id="rId12"/>
    <p:sldLayoutId id="2147483894" r:id="rId13"/>
    <p:sldLayoutId id="2147483895" r:id="rId14"/>
    <p:sldLayoutId id="2147483896" r:id="rId15"/>
    <p:sldLayoutId id="2147483897" r:id="rId16"/>
    <p:sldLayoutId id="2147483898" r:id="rId17"/>
  </p:sldLayoutIdLst>
  <p:txStyles>
    <p:titleStyle>
      <a:lvl1pPr algn="l" rtl="0" eaLnBrk="1" fontAlgn="base" hangingPunct="1">
        <a:spcBef>
          <a:spcPct val="0"/>
        </a:spcBef>
        <a:spcAft>
          <a:spcPct val="0"/>
        </a:spcAft>
        <a:defRPr lang="en-US" sz="4000" b="1" kern="1200" dirty="0">
          <a:solidFill>
            <a:schemeClr val="tx2"/>
          </a:solidFill>
          <a:latin typeface="Arial" pitchFamily="34" charset="0"/>
          <a:ea typeface="+mj-ea"/>
          <a:cs typeface="Arial" pitchFamily="34" charset="0"/>
        </a:defRPr>
      </a:lvl1pPr>
      <a:lvl2pPr algn="l" rtl="0" eaLnBrk="1" fontAlgn="base" hangingPunct="1">
        <a:spcBef>
          <a:spcPct val="0"/>
        </a:spcBef>
        <a:spcAft>
          <a:spcPct val="0"/>
        </a:spcAft>
        <a:defRPr sz="4000" b="1">
          <a:solidFill>
            <a:schemeClr val="tx2"/>
          </a:solidFill>
          <a:latin typeface="Arial" charset="0"/>
          <a:cs typeface="Arial" charset="0"/>
        </a:defRPr>
      </a:lvl2pPr>
      <a:lvl3pPr algn="l" rtl="0" eaLnBrk="1" fontAlgn="base" hangingPunct="1">
        <a:spcBef>
          <a:spcPct val="0"/>
        </a:spcBef>
        <a:spcAft>
          <a:spcPct val="0"/>
        </a:spcAft>
        <a:defRPr sz="4000" b="1">
          <a:solidFill>
            <a:schemeClr val="tx2"/>
          </a:solidFill>
          <a:latin typeface="Arial" charset="0"/>
          <a:cs typeface="Arial" charset="0"/>
        </a:defRPr>
      </a:lvl3pPr>
      <a:lvl4pPr algn="l" rtl="0" eaLnBrk="1" fontAlgn="base" hangingPunct="1">
        <a:spcBef>
          <a:spcPct val="0"/>
        </a:spcBef>
        <a:spcAft>
          <a:spcPct val="0"/>
        </a:spcAft>
        <a:defRPr sz="4000" b="1">
          <a:solidFill>
            <a:schemeClr val="tx2"/>
          </a:solidFill>
          <a:latin typeface="Arial" charset="0"/>
          <a:cs typeface="Arial" charset="0"/>
        </a:defRPr>
      </a:lvl4pPr>
      <a:lvl5pPr algn="l" rtl="0" eaLnBrk="1" fontAlgn="base" hangingPunct="1">
        <a:spcBef>
          <a:spcPct val="0"/>
        </a:spcBef>
        <a:spcAft>
          <a:spcPct val="0"/>
        </a:spcAft>
        <a:defRPr sz="4000" b="1">
          <a:solidFill>
            <a:schemeClr val="tx2"/>
          </a:solidFill>
          <a:latin typeface="Arial" charset="0"/>
          <a:cs typeface="Arial" charset="0"/>
        </a:defRPr>
      </a:lvl5pPr>
      <a:lvl6pPr marL="584043" algn="l" rtl="0" eaLnBrk="1" fontAlgn="base" hangingPunct="1">
        <a:spcBef>
          <a:spcPct val="0"/>
        </a:spcBef>
        <a:spcAft>
          <a:spcPct val="0"/>
        </a:spcAft>
        <a:defRPr sz="4000" b="1">
          <a:solidFill>
            <a:schemeClr val="tx2"/>
          </a:solidFill>
          <a:latin typeface="Arial" charset="0"/>
          <a:cs typeface="Arial" charset="0"/>
        </a:defRPr>
      </a:lvl6pPr>
      <a:lvl7pPr marL="1168088" algn="l" rtl="0" eaLnBrk="1" fontAlgn="base" hangingPunct="1">
        <a:spcBef>
          <a:spcPct val="0"/>
        </a:spcBef>
        <a:spcAft>
          <a:spcPct val="0"/>
        </a:spcAft>
        <a:defRPr sz="4000" b="1">
          <a:solidFill>
            <a:schemeClr val="tx2"/>
          </a:solidFill>
          <a:latin typeface="Arial" charset="0"/>
          <a:cs typeface="Arial" charset="0"/>
        </a:defRPr>
      </a:lvl7pPr>
      <a:lvl8pPr marL="1752126" algn="l" rtl="0" eaLnBrk="1" fontAlgn="base" hangingPunct="1">
        <a:spcBef>
          <a:spcPct val="0"/>
        </a:spcBef>
        <a:spcAft>
          <a:spcPct val="0"/>
        </a:spcAft>
        <a:defRPr sz="4000" b="1">
          <a:solidFill>
            <a:schemeClr val="tx2"/>
          </a:solidFill>
          <a:latin typeface="Arial" charset="0"/>
          <a:cs typeface="Arial" charset="0"/>
        </a:defRPr>
      </a:lvl8pPr>
      <a:lvl9pPr marL="2336172" algn="l" rtl="0" eaLnBrk="1" fontAlgn="base" hangingPunct="1">
        <a:spcBef>
          <a:spcPct val="0"/>
        </a:spcBef>
        <a:spcAft>
          <a:spcPct val="0"/>
        </a:spcAft>
        <a:defRPr sz="4000" b="1">
          <a:solidFill>
            <a:schemeClr val="tx2"/>
          </a:solidFill>
          <a:latin typeface="Arial" charset="0"/>
          <a:cs typeface="Arial" charset="0"/>
        </a:defRPr>
      </a:lvl9pPr>
    </p:titleStyle>
    <p:bodyStyle>
      <a:lvl1pPr marL="371112" indent="-371112"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Arial" pitchFamily="34" charset="0"/>
          <a:ea typeface="+mn-ea"/>
          <a:cs typeface="Arial" pitchFamily="34" charset="0"/>
        </a:defRPr>
      </a:lvl1pPr>
      <a:lvl2pPr marL="365022" indent="-365022"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730057" indent="-356911"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Arial" pitchFamily="34" charset="0"/>
          <a:ea typeface="+mn-ea"/>
          <a:cs typeface="Arial" pitchFamily="34" charset="0"/>
        </a:defRPr>
      </a:lvl3pPr>
      <a:lvl4pPr marL="1086967" indent="-356911"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Arial" pitchFamily="34" charset="0"/>
          <a:ea typeface="+mn-ea"/>
          <a:cs typeface="Arial" charset="0"/>
        </a:defRPr>
      </a:lvl4pPr>
      <a:lvl5pPr marL="1451993" indent="-365022" algn="l" defTabSz="1192422"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Arial" pitchFamily="34" charset="0"/>
          <a:ea typeface="+mn-ea"/>
          <a:cs typeface="Arial" charset="0"/>
        </a:defRPr>
      </a:lvl5pPr>
      <a:lvl6pPr marL="1752126" indent="-308249" algn="l" defTabSz="1168088" rtl="0" eaLnBrk="1" latinLnBrk="0" hangingPunct="1">
        <a:spcBef>
          <a:spcPct val="20000"/>
        </a:spcBef>
        <a:buClr>
          <a:schemeClr val="bg2"/>
        </a:buClr>
        <a:buSzPct val="60000"/>
        <a:buFont typeface="Wingdings" pitchFamily="2" charset="2"/>
        <a:buChar char="§"/>
        <a:defRPr sz="2700" kern="1200">
          <a:solidFill>
            <a:schemeClr val="tx1"/>
          </a:solidFill>
          <a:latin typeface="Arial" pitchFamily="34" charset="0"/>
          <a:ea typeface="+mn-ea"/>
          <a:cs typeface="+mn-cs"/>
        </a:defRPr>
      </a:lvl6pPr>
      <a:lvl7pPr marL="3796274" indent="-292016" algn="l" defTabSz="1168088"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380324" indent="-292016" algn="l" defTabSz="1168088"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4964353" indent="-292016" algn="l" defTabSz="1168088"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168088" rtl="0" eaLnBrk="1" latinLnBrk="0" hangingPunct="1">
        <a:defRPr sz="2300" kern="1200">
          <a:solidFill>
            <a:schemeClr val="tx1"/>
          </a:solidFill>
          <a:latin typeface="+mn-lt"/>
          <a:ea typeface="+mn-ea"/>
          <a:cs typeface="+mn-cs"/>
        </a:defRPr>
      </a:lvl1pPr>
      <a:lvl2pPr marL="584043" algn="l" defTabSz="1168088" rtl="0" eaLnBrk="1" latinLnBrk="0" hangingPunct="1">
        <a:defRPr sz="2300" kern="1200">
          <a:solidFill>
            <a:schemeClr val="tx1"/>
          </a:solidFill>
          <a:latin typeface="+mn-lt"/>
          <a:ea typeface="+mn-ea"/>
          <a:cs typeface="+mn-cs"/>
        </a:defRPr>
      </a:lvl2pPr>
      <a:lvl3pPr marL="1168088" algn="l" defTabSz="1168088" rtl="0" eaLnBrk="1" latinLnBrk="0" hangingPunct="1">
        <a:defRPr sz="2300" kern="1200">
          <a:solidFill>
            <a:schemeClr val="tx1"/>
          </a:solidFill>
          <a:latin typeface="+mn-lt"/>
          <a:ea typeface="+mn-ea"/>
          <a:cs typeface="+mn-cs"/>
        </a:defRPr>
      </a:lvl3pPr>
      <a:lvl4pPr marL="1752126" algn="l" defTabSz="1168088" rtl="0" eaLnBrk="1" latinLnBrk="0" hangingPunct="1">
        <a:defRPr sz="2300" kern="1200">
          <a:solidFill>
            <a:schemeClr val="tx1"/>
          </a:solidFill>
          <a:latin typeface="+mn-lt"/>
          <a:ea typeface="+mn-ea"/>
          <a:cs typeface="+mn-cs"/>
        </a:defRPr>
      </a:lvl4pPr>
      <a:lvl5pPr marL="2336172" algn="l" defTabSz="1168088" rtl="0" eaLnBrk="1" latinLnBrk="0" hangingPunct="1">
        <a:defRPr sz="2300" kern="1200">
          <a:solidFill>
            <a:schemeClr val="tx1"/>
          </a:solidFill>
          <a:latin typeface="+mn-lt"/>
          <a:ea typeface="+mn-ea"/>
          <a:cs typeface="+mn-cs"/>
        </a:defRPr>
      </a:lvl5pPr>
      <a:lvl6pPr marL="2920213" algn="l" defTabSz="1168088" rtl="0" eaLnBrk="1" latinLnBrk="0" hangingPunct="1">
        <a:defRPr sz="2300" kern="1200">
          <a:solidFill>
            <a:schemeClr val="tx1"/>
          </a:solidFill>
          <a:latin typeface="+mn-lt"/>
          <a:ea typeface="+mn-ea"/>
          <a:cs typeface="+mn-cs"/>
        </a:defRPr>
      </a:lvl6pPr>
      <a:lvl7pPr marL="3504257" algn="l" defTabSz="1168088" rtl="0" eaLnBrk="1" latinLnBrk="0" hangingPunct="1">
        <a:defRPr sz="2300" kern="1200">
          <a:solidFill>
            <a:schemeClr val="tx1"/>
          </a:solidFill>
          <a:latin typeface="+mn-lt"/>
          <a:ea typeface="+mn-ea"/>
          <a:cs typeface="+mn-cs"/>
        </a:defRPr>
      </a:lvl7pPr>
      <a:lvl8pPr marL="4088298" algn="l" defTabSz="1168088" rtl="0" eaLnBrk="1" latinLnBrk="0" hangingPunct="1">
        <a:defRPr sz="2300" kern="1200">
          <a:solidFill>
            <a:schemeClr val="tx1"/>
          </a:solidFill>
          <a:latin typeface="+mn-lt"/>
          <a:ea typeface="+mn-ea"/>
          <a:cs typeface="+mn-cs"/>
        </a:defRPr>
      </a:lvl8pPr>
      <a:lvl9pPr marL="4672340" algn="l" defTabSz="1168088" rtl="0" eaLnBrk="1" latinLnBrk="0" hangingPunct="1">
        <a:defRPr sz="23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7" descr="Ridge.pdf"/>
          <p:cNvPicPr>
            <a:picLocks noChangeAspect="1"/>
          </p:cNvPicPr>
          <p:nvPr/>
        </p:nvPicPr>
        <p:blipFill>
          <a:blip r:embed="rId18" cstate="email">
            <a:extLst>
              <a:ext uri="{28A0092B-C50C-407E-A947-70E740481C1C}">
                <a14:useLocalDpi xmlns:a14="http://schemas.microsoft.com/office/drawing/2010/main"/>
              </a:ext>
            </a:extLst>
          </a:blip>
          <a:srcRect/>
          <a:stretch>
            <a:fillRect/>
          </a:stretch>
        </p:blipFill>
        <p:spPr bwMode="ltGray">
          <a:xfrm>
            <a:off x="57" y="11"/>
            <a:ext cx="3025651" cy="825691"/>
          </a:xfrm>
          <a:prstGeom prst="rect">
            <a:avLst/>
          </a:prstGeom>
          <a:noFill/>
          <a:ln w="9525">
            <a:noFill/>
            <a:miter lim="800000"/>
            <a:headEnd/>
            <a:tailEnd/>
          </a:ln>
        </p:spPr>
      </p:pic>
      <p:sp>
        <p:nvSpPr>
          <p:cNvPr id="1027" name="Title Placeholder 1"/>
          <p:cNvSpPr>
            <a:spLocks noGrp="1"/>
          </p:cNvSpPr>
          <p:nvPr>
            <p:ph type="title"/>
          </p:nvPr>
        </p:nvSpPr>
        <p:spPr bwMode="auto">
          <a:xfrm>
            <a:off x="624208" y="711388"/>
            <a:ext cx="10945241" cy="600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a:t>Click to edit Master title style</a:t>
            </a:r>
          </a:p>
        </p:txBody>
      </p:sp>
      <p:sp>
        <p:nvSpPr>
          <p:cNvPr id="3" name="Text Placeholder 2"/>
          <p:cNvSpPr>
            <a:spLocks noGrp="1"/>
          </p:cNvSpPr>
          <p:nvPr>
            <p:ph type="body" idx="1"/>
          </p:nvPr>
        </p:nvSpPr>
        <p:spPr>
          <a:xfrm>
            <a:off x="641147" y="1972131"/>
            <a:ext cx="10945241" cy="155119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lvl="2"/>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11667894" y="6599741"/>
            <a:ext cx="299313" cy="184666"/>
          </a:xfrm>
          <a:prstGeom prst="rect">
            <a:avLst/>
          </a:prstGeom>
          <a:noFill/>
          <a:ln w="9525">
            <a:noFill/>
            <a:miter lim="800000"/>
            <a:headEnd/>
            <a:tailEnd/>
          </a:ln>
        </p:spPr>
        <p:txBody>
          <a:bodyPr wrap="none" lIns="0" tIns="0" rIns="0" bIns="0" anchor="ctr">
            <a:spAutoFit/>
          </a:bodyPr>
          <a:lstStyle/>
          <a:p>
            <a:pPr algn="r" defTabSz="1085595" fontAlgn="auto">
              <a:spcBef>
                <a:spcPts val="0"/>
              </a:spcBef>
              <a:spcAft>
                <a:spcPts val="0"/>
              </a:spcAft>
              <a:defRPr/>
            </a:pPr>
            <a:fld id="{E9B6AED2-E616-4CD5-862A-CB15F603EB39}" type="slidenum">
              <a:rPr lang="en-US" sz="1200">
                <a:solidFill>
                  <a:prstClr val="black">
                    <a:lumMod val="85000"/>
                    <a:lumOff val="15000"/>
                  </a:prstClr>
                </a:solidFill>
                <a:latin typeface="Arial"/>
              </a:rPr>
              <a:pPr algn="r" defTabSz="1085595" fontAlgn="auto">
                <a:spcBef>
                  <a:spcPts val="0"/>
                </a:spcBef>
                <a:spcAft>
                  <a:spcPts val="0"/>
                </a:spcAft>
                <a:defRPr/>
              </a:pPr>
              <a:t>‹#›</a:t>
            </a:fld>
            <a:endParaRPr lang="en-US" sz="1200" dirty="0">
              <a:solidFill>
                <a:prstClr val="black">
                  <a:lumMod val="85000"/>
                  <a:lumOff val="15000"/>
                </a:prstClr>
              </a:solidFill>
              <a:latin typeface="Arial"/>
            </a:endParaRPr>
          </a:p>
        </p:txBody>
      </p:sp>
      <p:sp>
        <p:nvSpPr>
          <p:cNvPr id="7" name="TextBox 20"/>
          <p:cNvSpPr txBox="1">
            <a:spLocks noChangeArrowheads="1"/>
          </p:cNvSpPr>
          <p:nvPr/>
        </p:nvSpPr>
        <p:spPr bwMode="gray">
          <a:xfrm>
            <a:off x="641104" y="6630979"/>
            <a:ext cx="3323026" cy="169277"/>
          </a:xfrm>
          <a:prstGeom prst="rect">
            <a:avLst/>
          </a:prstGeom>
          <a:noFill/>
          <a:ln w="9525">
            <a:noFill/>
            <a:miter lim="800000"/>
            <a:headEnd/>
            <a:tailEnd/>
          </a:ln>
        </p:spPr>
        <p:txBody>
          <a:bodyPr wrap="none" lIns="0" tIns="0" rIns="0" bIns="0">
            <a:spAutoFit/>
          </a:bodyPr>
          <a:lstStyle/>
          <a:p>
            <a:pPr defTabSz="1085595" fontAlgn="auto">
              <a:spcBef>
                <a:spcPts val="0"/>
              </a:spcBef>
              <a:spcAft>
                <a:spcPts val="0"/>
              </a:spcAft>
              <a:defRPr/>
            </a:pPr>
            <a:r>
              <a:rPr lang="en-US" sz="1100" dirty="0">
                <a:solidFill>
                  <a:srgbClr val="6D6E71"/>
                </a:solidFill>
                <a:latin typeface="Arial"/>
              </a:rPr>
              <a:t>Copyright © 2015 Tech Mahindra. All rights reserved.</a:t>
            </a:r>
          </a:p>
        </p:txBody>
      </p:sp>
    </p:spTree>
    <p:extLst>
      <p:ext uri="{BB962C8B-B14F-4D97-AF65-F5344CB8AC3E}">
        <p14:creationId xmlns:p14="http://schemas.microsoft.com/office/powerpoint/2010/main" val="2570211797"/>
      </p:ext>
    </p:extLst>
  </p:cSld>
  <p:clrMap bg1="lt1" tx1="dk1" bg2="lt2" tx2="dk2" accent1="accent1" accent2="accent2" accent3="accent3" accent4="accent4" accent5="accent5" accent6="accent6" hlink="hlink" folHlink="folHlink"/>
  <p:sldLayoutIdLst>
    <p:sldLayoutId id="2147483909" r:id="rId1"/>
    <p:sldLayoutId id="2147483910" r:id="rId2"/>
    <p:sldLayoutId id="2147483911" r:id="rId3"/>
    <p:sldLayoutId id="2147483912" r:id="rId4"/>
    <p:sldLayoutId id="2147483913" r:id="rId5"/>
    <p:sldLayoutId id="2147483914" r:id="rId6"/>
    <p:sldLayoutId id="2147483915" r:id="rId7"/>
    <p:sldLayoutId id="2147483916" r:id="rId8"/>
    <p:sldLayoutId id="2147483917" r:id="rId9"/>
    <p:sldLayoutId id="2147483918" r:id="rId10"/>
    <p:sldLayoutId id="2147483919" r:id="rId11"/>
    <p:sldLayoutId id="2147483921" r:id="rId12"/>
    <p:sldLayoutId id="2147483922" r:id="rId13"/>
    <p:sldLayoutId id="2147483924" r:id="rId14"/>
    <p:sldLayoutId id="2147483925" r:id="rId15"/>
    <p:sldLayoutId id="2147483926" r:id="rId16"/>
  </p:sldLayoutIdLst>
  <p:txStyles>
    <p:titleStyle>
      <a:lvl1pPr algn="l" rtl="0" eaLnBrk="1" fontAlgn="base" hangingPunct="1">
        <a:spcBef>
          <a:spcPct val="0"/>
        </a:spcBef>
        <a:spcAft>
          <a:spcPct val="0"/>
        </a:spcAft>
        <a:defRPr lang="en-US" sz="3900" b="1" kern="1200" dirty="0">
          <a:solidFill>
            <a:schemeClr val="tx2"/>
          </a:solidFill>
          <a:latin typeface="Arial" pitchFamily="34" charset="0"/>
          <a:ea typeface="+mj-ea"/>
          <a:cs typeface="Arial" pitchFamily="34" charset="0"/>
        </a:defRPr>
      </a:lvl1pPr>
      <a:lvl2pPr algn="l" rtl="0" eaLnBrk="1" fontAlgn="base" hangingPunct="1">
        <a:spcBef>
          <a:spcPct val="0"/>
        </a:spcBef>
        <a:spcAft>
          <a:spcPct val="0"/>
        </a:spcAft>
        <a:defRPr sz="3900" b="1">
          <a:solidFill>
            <a:schemeClr val="tx2"/>
          </a:solidFill>
          <a:latin typeface="Arial" charset="0"/>
          <a:cs typeface="Arial" charset="0"/>
        </a:defRPr>
      </a:lvl2pPr>
      <a:lvl3pPr algn="l" rtl="0" eaLnBrk="1" fontAlgn="base" hangingPunct="1">
        <a:spcBef>
          <a:spcPct val="0"/>
        </a:spcBef>
        <a:spcAft>
          <a:spcPct val="0"/>
        </a:spcAft>
        <a:defRPr sz="3900" b="1">
          <a:solidFill>
            <a:schemeClr val="tx2"/>
          </a:solidFill>
          <a:latin typeface="Arial" charset="0"/>
          <a:cs typeface="Arial" charset="0"/>
        </a:defRPr>
      </a:lvl3pPr>
      <a:lvl4pPr algn="l" rtl="0" eaLnBrk="1" fontAlgn="base" hangingPunct="1">
        <a:spcBef>
          <a:spcPct val="0"/>
        </a:spcBef>
        <a:spcAft>
          <a:spcPct val="0"/>
        </a:spcAft>
        <a:defRPr sz="3900" b="1">
          <a:solidFill>
            <a:schemeClr val="tx2"/>
          </a:solidFill>
          <a:latin typeface="Arial" charset="0"/>
          <a:cs typeface="Arial" charset="0"/>
        </a:defRPr>
      </a:lvl4pPr>
      <a:lvl5pPr algn="l" rtl="0" eaLnBrk="1" fontAlgn="base" hangingPunct="1">
        <a:spcBef>
          <a:spcPct val="0"/>
        </a:spcBef>
        <a:spcAft>
          <a:spcPct val="0"/>
        </a:spcAft>
        <a:defRPr sz="3900" b="1">
          <a:solidFill>
            <a:schemeClr val="tx2"/>
          </a:solidFill>
          <a:latin typeface="Arial" charset="0"/>
          <a:cs typeface="Arial" charset="0"/>
        </a:defRPr>
      </a:lvl5pPr>
      <a:lvl6pPr marL="542791" algn="l" rtl="0" eaLnBrk="1" fontAlgn="base" hangingPunct="1">
        <a:spcBef>
          <a:spcPct val="0"/>
        </a:spcBef>
        <a:spcAft>
          <a:spcPct val="0"/>
        </a:spcAft>
        <a:defRPr sz="3900" b="1">
          <a:solidFill>
            <a:schemeClr val="tx2"/>
          </a:solidFill>
          <a:latin typeface="Arial" charset="0"/>
          <a:cs typeface="Arial" charset="0"/>
        </a:defRPr>
      </a:lvl6pPr>
      <a:lvl7pPr marL="1085595" algn="l" rtl="0" eaLnBrk="1" fontAlgn="base" hangingPunct="1">
        <a:spcBef>
          <a:spcPct val="0"/>
        </a:spcBef>
        <a:spcAft>
          <a:spcPct val="0"/>
        </a:spcAft>
        <a:defRPr sz="3900" b="1">
          <a:solidFill>
            <a:schemeClr val="tx2"/>
          </a:solidFill>
          <a:latin typeface="Arial" charset="0"/>
          <a:cs typeface="Arial" charset="0"/>
        </a:defRPr>
      </a:lvl7pPr>
      <a:lvl8pPr marL="1628386" algn="l" rtl="0" eaLnBrk="1" fontAlgn="base" hangingPunct="1">
        <a:spcBef>
          <a:spcPct val="0"/>
        </a:spcBef>
        <a:spcAft>
          <a:spcPct val="0"/>
        </a:spcAft>
        <a:defRPr sz="3900" b="1">
          <a:solidFill>
            <a:schemeClr val="tx2"/>
          </a:solidFill>
          <a:latin typeface="Arial" charset="0"/>
          <a:cs typeface="Arial" charset="0"/>
        </a:defRPr>
      </a:lvl8pPr>
      <a:lvl9pPr marL="2171184" algn="l" rtl="0" eaLnBrk="1" fontAlgn="base" hangingPunct="1">
        <a:spcBef>
          <a:spcPct val="0"/>
        </a:spcBef>
        <a:spcAft>
          <a:spcPct val="0"/>
        </a:spcAft>
        <a:defRPr sz="3900" b="1">
          <a:solidFill>
            <a:schemeClr val="tx2"/>
          </a:solidFill>
          <a:latin typeface="Arial" charset="0"/>
          <a:cs typeface="Arial" charset="0"/>
        </a:defRPr>
      </a:lvl9pPr>
    </p:titleStyle>
    <p:bodyStyle>
      <a:lvl1pPr marL="344904" indent="-344904"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Arial" pitchFamily="34" charset="0"/>
          <a:ea typeface="+mn-ea"/>
          <a:cs typeface="Arial" pitchFamily="34" charset="0"/>
        </a:defRPr>
      </a:lvl1pPr>
      <a:lvl2pPr marL="339250" indent="-339250"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678496" indent="-331705"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Arial" pitchFamily="34" charset="0"/>
          <a:ea typeface="+mn-ea"/>
          <a:cs typeface="Arial" pitchFamily="34" charset="0"/>
        </a:defRPr>
      </a:lvl3pPr>
      <a:lvl4pPr marL="1010202" indent="-331705"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Arial" pitchFamily="34" charset="0"/>
          <a:ea typeface="+mn-ea"/>
          <a:cs typeface="Arial" charset="0"/>
        </a:defRPr>
      </a:lvl4pPr>
      <a:lvl5pPr marL="1349455" indent="-339250" algn="l" defTabSz="1108214"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Arial" pitchFamily="34" charset="0"/>
          <a:ea typeface="+mn-ea"/>
          <a:cs typeface="Arial" charset="0"/>
        </a:defRPr>
      </a:lvl5pPr>
      <a:lvl6pPr marL="1628386" indent="-286475" algn="l" defTabSz="1085595" rtl="0" eaLnBrk="1" latinLnBrk="0" hangingPunct="1">
        <a:spcBef>
          <a:spcPct val="20000"/>
        </a:spcBef>
        <a:buClr>
          <a:schemeClr val="bg2"/>
        </a:buClr>
        <a:buSzPct val="60000"/>
        <a:buFont typeface="Wingdings" pitchFamily="2" charset="2"/>
        <a:buChar char="§"/>
        <a:defRPr sz="2400" kern="1200">
          <a:solidFill>
            <a:schemeClr val="tx1"/>
          </a:solidFill>
          <a:latin typeface="Arial" pitchFamily="34" charset="0"/>
          <a:ea typeface="+mn-ea"/>
          <a:cs typeface="+mn-cs"/>
        </a:defRPr>
      </a:lvl6pPr>
      <a:lvl7pPr marL="3528172" indent="-271392" algn="l" defTabSz="1085595"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0970" indent="-271392" algn="l" defTabSz="1085595"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3766" indent="-271392" algn="l" defTabSz="1085595"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85595" rtl="0" eaLnBrk="1" latinLnBrk="0" hangingPunct="1">
        <a:defRPr sz="2000" kern="1200">
          <a:solidFill>
            <a:schemeClr val="tx1"/>
          </a:solidFill>
          <a:latin typeface="+mn-lt"/>
          <a:ea typeface="+mn-ea"/>
          <a:cs typeface="+mn-cs"/>
        </a:defRPr>
      </a:lvl1pPr>
      <a:lvl2pPr marL="542791" algn="l" defTabSz="1085595" rtl="0" eaLnBrk="1" latinLnBrk="0" hangingPunct="1">
        <a:defRPr sz="2000" kern="1200">
          <a:solidFill>
            <a:schemeClr val="tx1"/>
          </a:solidFill>
          <a:latin typeface="+mn-lt"/>
          <a:ea typeface="+mn-ea"/>
          <a:cs typeface="+mn-cs"/>
        </a:defRPr>
      </a:lvl2pPr>
      <a:lvl3pPr marL="1085595" algn="l" defTabSz="1085595" rtl="0" eaLnBrk="1" latinLnBrk="0" hangingPunct="1">
        <a:defRPr sz="2000" kern="1200">
          <a:solidFill>
            <a:schemeClr val="tx1"/>
          </a:solidFill>
          <a:latin typeface="+mn-lt"/>
          <a:ea typeface="+mn-ea"/>
          <a:cs typeface="+mn-cs"/>
        </a:defRPr>
      </a:lvl3pPr>
      <a:lvl4pPr marL="1628386" algn="l" defTabSz="1085595" rtl="0" eaLnBrk="1" latinLnBrk="0" hangingPunct="1">
        <a:defRPr sz="2000" kern="1200">
          <a:solidFill>
            <a:schemeClr val="tx1"/>
          </a:solidFill>
          <a:latin typeface="+mn-lt"/>
          <a:ea typeface="+mn-ea"/>
          <a:cs typeface="+mn-cs"/>
        </a:defRPr>
      </a:lvl4pPr>
      <a:lvl5pPr marL="2171184" algn="l" defTabSz="1085595" rtl="0" eaLnBrk="1" latinLnBrk="0" hangingPunct="1">
        <a:defRPr sz="2000" kern="1200">
          <a:solidFill>
            <a:schemeClr val="tx1"/>
          </a:solidFill>
          <a:latin typeface="+mn-lt"/>
          <a:ea typeface="+mn-ea"/>
          <a:cs typeface="+mn-cs"/>
        </a:defRPr>
      </a:lvl5pPr>
      <a:lvl6pPr marL="2713981" algn="l" defTabSz="1085595" rtl="0" eaLnBrk="1" latinLnBrk="0" hangingPunct="1">
        <a:defRPr sz="2000" kern="1200">
          <a:solidFill>
            <a:schemeClr val="tx1"/>
          </a:solidFill>
          <a:latin typeface="+mn-lt"/>
          <a:ea typeface="+mn-ea"/>
          <a:cs typeface="+mn-cs"/>
        </a:defRPr>
      </a:lvl6pPr>
      <a:lvl7pPr marL="3256770" algn="l" defTabSz="1085595" rtl="0" eaLnBrk="1" latinLnBrk="0" hangingPunct="1">
        <a:defRPr sz="2000" kern="1200">
          <a:solidFill>
            <a:schemeClr val="tx1"/>
          </a:solidFill>
          <a:latin typeface="+mn-lt"/>
          <a:ea typeface="+mn-ea"/>
          <a:cs typeface="+mn-cs"/>
        </a:defRPr>
      </a:lvl7pPr>
      <a:lvl8pPr marL="3799571" algn="l" defTabSz="1085595" rtl="0" eaLnBrk="1" latinLnBrk="0" hangingPunct="1">
        <a:defRPr sz="2000" kern="1200">
          <a:solidFill>
            <a:schemeClr val="tx1"/>
          </a:solidFill>
          <a:latin typeface="+mn-lt"/>
          <a:ea typeface="+mn-ea"/>
          <a:cs typeface="+mn-cs"/>
        </a:defRPr>
      </a:lvl8pPr>
      <a:lvl9pPr marL="4342369" algn="l" defTabSz="1085595"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4208" y="889211"/>
            <a:ext cx="10945241" cy="66172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1" fontAlgn="base" hangingPunct="1">
              <a:spcBef>
                <a:spcPct val="0"/>
              </a:spcBef>
              <a:spcAft>
                <a:spcPct val="0"/>
              </a:spcAft>
            </a:pPr>
            <a:r>
              <a:rPr lang="en-US" dirty="0"/>
              <a:t>Click to edit Master title style</a:t>
            </a:r>
          </a:p>
        </p:txBody>
      </p:sp>
      <p:sp>
        <p:nvSpPr>
          <p:cNvPr id="3" name="Text Placeholder 2"/>
          <p:cNvSpPr>
            <a:spLocks noGrp="1"/>
          </p:cNvSpPr>
          <p:nvPr>
            <p:ph type="body" idx="1"/>
          </p:nvPr>
        </p:nvSpPr>
        <p:spPr>
          <a:xfrm>
            <a:off x="641145" y="1972154"/>
            <a:ext cx="10945241" cy="197592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marL="759989" marR="0" lvl="2" indent="-371549" algn="l" defTabSz="1215982" rtl="0" eaLnBrk="1" fontAlgn="base" latinLnBrk="0" hangingPunct="1">
              <a:lnSpc>
                <a:spcPct val="100000"/>
              </a:lnSpc>
              <a:spcBef>
                <a:spcPts val="0"/>
              </a:spcBef>
              <a:spcAft>
                <a:spcPts val="0"/>
              </a:spcAft>
              <a:buClr>
                <a:schemeClr val="bg2"/>
              </a:buClr>
              <a:buSzPct val="90000"/>
              <a:buFont typeface="Arial" pitchFamily="34" charset="0"/>
              <a:buChar char="–"/>
              <a:tabLst/>
              <a:defRPr/>
            </a:pPr>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11668770" y="6600200"/>
            <a:ext cx="299313" cy="184666"/>
          </a:xfrm>
          <a:prstGeom prst="rect">
            <a:avLst/>
          </a:prstGeom>
          <a:noFill/>
          <a:ln w="9525">
            <a:noFill/>
            <a:miter lim="800000"/>
            <a:headEnd/>
            <a:tailEnd/>
          </a:ln>
        </p:spPr>
        <p:txBody>
          <a:bodyPr wrap="none" lIns="0" tIns="0" rIns="0" bIns="0" anchor="ctr">
            <a:spAutoFit/>
          </a:bodyPr>
          <a:lstStyle/>
          <a:p>
            <a:pPr algn="r" defTabSz="1215982" fontAlgn="auto">
              <a:spcBef>
                <a:spcPts val="0"/>
              </a:spcBef>
              <a:spcAft>
                <a:spcPts val="0"/>
              </a:spcAft>
              <a:defRPr/>
            </a:pPr>
            <a:fld id="{6856ECDB-1CEE-4F69-ADCA-557460F2116E}" type="slidenum">
              <a:rPr lang="en-US" sz="1200" smtClean="0">
                <a:solidFill>
                  <a:srgbClr val="6D6E71"/>
                </a:solidFill>
              </a:rPr>
              <a:pPr algn="r" defTabSz="1215982" fontAlgn="auto">
                <a:spcBef>
                  <a:spcPts val="0"/>
                </a:spcBef>
                <a:spcAft>
                  <a:spcPts val="0"/>
                </a:spcAft>
                <a:defRPr/>
              </a:pPr>
              <a:t>‹#›</a:t>
            </a:fld>
            <a:endParaRPr lang="en-US" sz="1200" dirty="0">
              <a:solidFill>
                <a:srgbClr val="6D6E71"/>
              </a:solidFill>
            </a:endParaRPr>
          </a:p>
        </p:txBody>
      </p:sp>
      <p:sp>
        <p:nvSpPr>
          <p:cNvPr id="7" name="TextBox 20"/>
          <p:cNvSpPr txBox="1">
            <a:spLocks noChangeArrowheads="1"/>
          </p:cNvSpPr>
          <p:nvPr/>
        </p:nvSpPr>
        <p:spPr bwMode="gray">
          <a:xfrm>
            <a:off x="641104" y="6630956"/>
            <a:ext cx="3323026" cy="169277"/>
          </a:xfrm>
          <a:prstGeom prst="rect">
            <a:avLst/>
          </a:prstGeom>
          <a:noFill/>
          <a:ln w="9525">
            <a:noFill/>
            <a:miter lim="800000"/>
            <a:headEnd/>
            <a:tailEnd/>
          </a:ln>
        </p:spPr>
        <p:txBody>
          <a:bodyPr wrap="none" lIns="0" tIns="0" rIns="0" bIns="0">
            <a:spAutoFit/>
          </a:bodyPr>
          <a:lstStyle/>
          <a:p>
            <a:pPr defTabSz="1215982" fontAlgn="auto">
              <a:spcBef>
                <a:spcPts val="0"/>
              </a:spcBef>
              <a:spcAft>
                <a:spcPts val="0"/>
              </a:spcAft>
              <a:defRPr/>
            </a:pPr>
            <a:r>
              <a:rPr lang="en-US" sz="1100" dirty="0">
                <a:solidFill>
                  <a:srgbClr val="6D6E71"/>
                </a:solidFill>
              </a:rPr>
              <a:t>Copyright © 2014 Tech Mahindra. All rights reserved.</a:t>
            </a:r>
          </a:p>
        </p:txBody>
      </p:sp>
      <p:pic>
        <p:nvPicPr>
          <p:cNvPr id="11" name="Picture 10" descr="Ridge.pdf"/>
          <p:cNvPicPr>
            <a:picLocks noChangeAspect="1"/>
          </p:cNvPicPr>
          <p:nvPr userDrawn="1"/>
        </p:nvPicPr>
        <p:blipFill>
          <a:blip r:embed="rId23" cstate="email">
            <a:extLst>
              <a:ext uri="{28A0092B-C50C-407E-A947-70E740481C1C}">
                <a14:useLocalDpi xmlns:a14="http://schemas.microsoft.com/office/drawing/2010/main"/>
              </a:ext>
            </a:extLst>
          </a:blip>
          <a:stretch>
            <a:fillRect/>
          </a:stretch>
        </p:blipFill>
        <p:spPr bwMode="ltGray">
          <a:xfrm>
            <a:off x="613" y="0"/>
            <a:ext cx="3025650" cy="1100922"/>
          </a:xfrm>
          <a:prstGeom prst="rect">
            <a:avLst/>
          </a:prstGeom>
        </p:spPr>
      </p:pic>
    </p:spTree>
    <p:extLst>
      <p:ext uri="{BB962C8B-B14F-4D97-AF65-F5344CB8AC3E}">
        <p14:creationId xmlns:p14="http://schemas.microsoft.com/office/powerpoint/2010/main" val="3553002248"/>
      </p:ext>
    </p:extLst>
  </p:cSld>
  <p:clrMap bg1="lt1" tx1="dk1" bg2="lt2" tx2="dk2" accent1="accent1" accent2="accent2" accent3="accent3" accent4="accent4" accent5="accent5" accent6="accent6" hlink="hlink" folHlink="folHlink"/>
  <p:sldLayoutIdLst>
    <p:sldLayoutId id="2147483928" r:id="rId1"/>
    <p:sldLayoutId id="2147483929" r:id="rId2"/>
    <p:sldLayoutId id="2147483930" r:id="rId3"/>
    <p:sldLayoutId id="2147483931" r:id="rId4"/>
    <p:sldLayoutId id="2147483932" r:id="rId5"/>
    <p:sldLayoutId id="2147483933" r:id="rId6"/>
    <p:sldLayoutId id="2147483934" r:id="rId7"/>
    <p:sldLayoutId id="2147483935" r:id="rId8"/>
    <p:sldLayoutId id="2147483936" r:id="rId9"/>
    <p:sldLayoutId id="2147483937" r:id="rId10"/>
    <p:sldLayoutId id="2147483938" r:id="rId11"/>
    <p:sldLayoutId id="2147483939" r:id="rId12"/>
    <p:sldLayoutId id="2147483940" r:id="rId13"/>
    <p:sldLayoutId id="2147483941" r:id="rId14"/>
    <p:sldLayoutId id="2147483942" r:id="rId15"/>
    <p:sldLayoutId id="2147483943" r:id="rId16"/>
    <p:sldLayoutId id="2147483944" r:id="rId17"/>
    <p:sldLayoutId id="2147483945" r:id="rId18"/>
    <p:sldLayoutId id="2147483946" r:id="rId19"/>
    <p:sldLayoutId id="2147483947" r:id="rId20"/>
    <p:sldLayoutId id="2147483948" r:id="rId21"/>
  </p:sldLayoutIdLst>
  <p:transition spd="slow">
    <p:wipe/>
  </p:transition>
  <p:txStyles>
    <p:titleStyle>
      <a:lvl1pPr algn="l" defTabSz="1215982" rtl="0" eaLnBrk="1" latinLnBrk="0" hangingPunct="1">
        <a:spcBef>
          <a:spcPct val="0"/>
        </a:spcBef>
        <a:buNone/>
        <a:defRPr lang="en-US" sz="4300" b="1" kern="1200" dirty="0" smtClean="0">
          <a:solidFill>
            <a:schemeClr val="tx2"/>
          </a:solidFill>
          <a:latin typeface="Arial" pitchFamily="34" charset="0"/>
          <a:ea typeface="+mj-ea"/>
          <a:cs typeface="Arial" pitchFamily="34" charset="0"/>
        </a:defRPr>
      </a:lvl1pPr>
    </p:titleStyle>
    <p:bodyStyle>
      <a:lvl1pPr marL="386328" indent="-386328" algn="l" defTabSz="1215982" rtl="0" eaLnBrk="1" fontAlgn="base" latinLnBrk="0" hangingPunct="1">
        <a:spcBef>
          <a:spcPts val="0"/>
        </a:spcBef>
        <a:spcAft>
          <a:spcPct val="0"/>
        </a:spcAft>
        <a:buClr>
          <a:schemeClr val="bg2"/>
        </a:buClr>
        <a:buSzPct val="120000"/>
        <a:buFont typeface="Wingdings" pitchFamily="2" charset="2"/>
        <a:buChar char="§"/>
        <a:defRPr lang="en-US" sz="2400" b="0" kern="1200" baseline="0" dirty="0" smtClean="0">
          <a:solidFill>
            <a:schemeClr val="tx1"/>
          </a:solidFill>
          <a:latin typeface="Arial" pitchFamily="34" charset="0"/>
          <a:ea typeface="+mn-ea"/>
          <a:cs typeface="Arial" pitchFamily="34" charset="0"/>
        </a:defRPr>
      </a:lvl1pPr>
      <a:lvl2pPr marL="379994" indent="-379994" algn="l" defTabSz="1215982" rtl="0" eaLnBrk="1" fontAlgn="base" latinLnBrk="0" hangingPunct="1">
        <a:spcBef>
          <a:spcPts val="0"/>
        </a:spcBef>
        <a:spcAft>
          <a:spcPct val="0"/>
        </a:spcAft>
        <a:buClr>
          <a:schemeClr val="bg2"/>
        </a:buClr>
        <a:buSzPct val="100000"/>
        <a:buFont typeface="Wingdings" pitchFamily="2" charset="2"/>
        <a:buChar char="§"/>
        <a:defRPr lang="en-US" sz="2400" b="0" kern="1200" baseline="0" dirty="0" smtClean="0">
          <a:solidFill>
            <a:schemeClr val="tx1"/>
          </a:solidFill>
          <a:latin typeface="+mn-lt"/>
          <a:ea typeface="+mn-ea"/>
          <a:cs typeface="+mn-cs"/>
        </a:defRPr>
      </a:lvl2pPr>
      <a:lvl3pPr marL="759989" indent="-371549" algn="l" defTabSz="1215982" rtl="0" eaLnBrk="1" fontAlgn="base" latinLnBrk="0" hangingPunct="1">
        <a:spcBef>
          <a:spcPts val="0"/>
        </a:spcBef>
        <a:spcAft>
          <a:spcPct val="0"/>
        </a:spcAft>
        <a:buClr>
          <a:schemeClr val="bg2"/>
        </a:buClr>
        <a:buSzPct val="90000"/>
        <a:buFont typeface="Arial" pitchFamily="34" charset="0"/>
        <a:buChar char="–"/>
        <a:defRPr kumimoji="0" lang="en-US" sz="24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defRPr>
      </a:lvl3pPr>
      <a:lvl4pPr marL="1131539" indent="-371549" algn="l" defTabSz="1215982" rtl="0" eaLnBrk="1" fontAlgn="base" latinLnBrk="0" hangingPunct="1">
        <a:spcBef>
          <a:spcPts val="0"/>
        </a:spcBef>
        <a:spcAft>
          <a:spcPct val="0"/>
        </a:spcAft>
        <a:buClr>
          <a:schemeClr val="bg2"/>
        </a:buClr>
        <a:buSzPct val="80000"/>
        <a:buFont typeface="Wingdings" pitchFamily="2" charset="2"/>
        <a:buChar char="§"/>
        <a:defRPr lang="en-US" sz="2400" b="0" kern="1200" baseline="0" dirty="0" smtClean="0">
          <a:solidFill>
            <a:schemeClr val="tx1"/>
          </a:solidFill>
          <a:latin typeface="Arial" pitchFamily="34" charset="0"/>
          <a:ea typeface="+mn-ea"/>
          <a:cs typeface="+mn-cs"/>
        </a:defRPr>
      </a:lvl4pPr>
      <a:lvl5pPr marL="1511534" indent="-379994" algn="l" defTabSz="1241316" rtl="0" eaLnBrk="1" fontAlgn="base" latinLnBrk="0" hangingPunct="1">
        <a:spcBef>
          <a:spcPts val="0"/>
        </a:spcBef>
        <a:spcAft>
          <a:spcPct val="0"/>
        </a:spcAft>
        <a:buClr>
          <a:schemeClr val="bg2"/>
        </a:buClr>
        <a:buSzPct val="70000"/>
        <a:buFont typeface="Arial" pitchFamily="34" charset="0"/>
        <a:buChar char="–"/>
        <a:defRPr lang="en-US" sz="2400" b="0" kern="1200" baseline="0" dirty="0" smtClean="0">
          <a:solidFill>
            <a:schemeClr val="tx1"/>
          </a:solidFill>
          <a:latin typeface="Arial" pitchFamily="34" charset="0"/>
          <a:ea typeface="+mn-ea"/>
          <a:cs typeface="+mn-cs"/>
        </a:defRPr>
      </a:lvl5pPr>
      <a:lvl6pPr marL="1823974" indent="-320880" algn="l" defTabSz="1215982" rtl="0" eaLnBrk="1" latinLnBrk="0" hangingPunct="1">
        <a:spcBef>
          <a:spcPct val="20000"/>
        </a:spcBef>
        <a:buClr>
          <a:schemeClr val="bg2"/>
        </a:buClr>
        <a:buSzPct val="60000"/>
        <a:buFont typeface="Wingdings" pitchFamily="2" charset="2"/>
        <a:buChar char="§"/>
        <a:defRPr sz="2700" kern="1200">
          <a:solidFill>
            <a:schemeClr val="tx1"/>
          </a:solidFill>
          <a:latin typeface="Arial" pitchFamily="34" charset="0"/>
          <a:ea typeface="+mn-ea"/>
          <a:cs typeface="+mn-cs"/>
        </a:defRPr>
      </a:lvl6pPr>
      <a:lvl7pPr marL="3951946" indent="-303994" algn="l" defTabSz="1215982"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59935" indent="-303994" algn="l" defTabSz="1215982"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67926" indent="-303994" algn="l" defTabSz="1215982"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5982" rtl="0" eaLnBrk="1" latinLnBrk="0" hangingPunct="1">
        <a:defRPr sz="2400" kern="1200">
          <a:solidFill>
            <a:schemeClr val="tx1"/>
          </a:solidFill>
          <a:latin typeface="+mn-lt"/>
          <a:ea typeface="+mn-ea"/>
          <a:cs typeface="+mn-cs"/>
        </a:defRPr>
      </a:lvl1pPr>
      <a:lvl2pPr marL="607990" algn="l" defTabSz="1215982" rtl="0" eaLnBrk="1" latinLnBrk="0" hangingPunct="1">
        <a:defRPr sz="2400" kern="1200">
          <a:solidFill>
            <a:schemeClr val="tx1"/>
          </a:solidFill>
          <a:latin typeface="+mn-lt"/>
          <a:ea typeface="+mn-ea"/>
          <a:cs typeface="+mn-cs"/>
        </a:defRPr>
      </a:lvl2pPr>
      <a:lvl3pPr marL="1215982" algn="l" defTabSz="1215982" rtl="0" eaLnBrk="1" latinLnBrk="0" hangingPunct="1">
        <a:defRPr sz="2400" kern="1200">
          <a:solidFill>
            <a:schemeClr val="tx1"/>
          </a:solidFill>
          <a:latin typeface="+mn-lt"/>
          <a:ea typeface="+mn-ea"/>
          <a:cs typeface="+mn-cs"/>
        </a:defRPr>
      </a:lvl3pPr>
      <a:lvl4pPr marL="1823974" algn="l" defTabSz="1215982" rtl="0" eaLnBrk="1" latinLnBrk="0" hangingPunct="1">
        <a:defRPr sz="2400" kern="1200">
          <a:solidFill>
            <a:schemeClr val="tx1"/>
          </a:solidFill>
          <a:latin typeface="+mn-lt"/>
          <a:ea typeface="+mn-ea"/>
          <a:cs typeface="+mn-cs"/>
        </a:defRPr>
      </a:lvl4pPr>
      <a:lvl5pPr marL="2431963" algn="l" defTabSz="1215982" rtl="0" eaLnBrk="1" latinLnBrk="0" hangingPunct="1">
        <a:defRPr sz="2400" kern="1200">
          <a:solidFill>
            <a:schemeClr val="tx1"/>
          </a:solidFill>
          <a:latin typeface="+mn-lt"/>
          <a:ea typeface="+mn-ea"/>
          <a:cs typeface="+mn-cs"/>
        </a:defRPr>
      </a:lvl5pPr>
      <a:lvl6pPr marL="3039960" algn="l" defTabSz="1215982" rtl="0" eaLnBrk="1" latinLnBrk="0" hangingPunct="1">
        <a:defRPr sz="2400" kern="1200">
          <a:solidFill>
            <a:schemeClr val="tx1"/>
          </a:solidFill>
          <a:latin typeface="+mn-lt"/>
          <a:ea typeface="+mn-ea"/>
          <a:cs typeface="+mn-cs"/>
        </a:defRPr>
      </a:lvl6pPr>
      <a:lvl7pPr marL="3647946" algn="l" defTabSz="1215982" rtl="0" eaLnBrk="1" latinLnBrk="0" hangingPunct="1">
        <a:defRPr sz="2400" kern="1200">
          <a:solidFill>
            <a:schemeClr val="tx1"/>
          </a:solidFill>
          <a:latin typeface="+mn-lt"/>
          <a:ea typeface="+mn-ea"/>
          <a:cs typeface="+mn-cs"/>
        </a:defRPr>
      </a:lvl7pPr>
      <a:lvl8pPr marL="4255939" algn="l" defTabSz="1215982" rtl="0" eaLnBrk="1" latinLnBrk="0" hangingPunct="1">
        <a:defRPr sz="2400" kern="1200">
          <a:solidFill>
            <a:schemeClr val="tx1"/>
          </a:solidFill>
          <a:latin typeface="+mn-lt"/>
          <a:ea typeface="+mn-ea"/>
          <a:cs typeface="+mn-cs"/>
        </a:defRPr>
      </a:lvl8pPr>
      <a:lvl9pPr marL="4863931" algn="l" defTabSz="1215982" rtl="0" eaLnBrk="1" latinLnBrk="0" hangingPunct="1">
        <a:defRPr sz="24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7" descr="Ridge.pdf"/>
          <p:cNvPicPr>
            <a:picLocks noChangeAspect="1"/>
          </p:cNvPicPr>
          <p:nvPr/>
        </p:nvPicPr>
        <p:blipFill>
          <a:blip r:embed="rId17"/>
          <a:srcRect/>
          <a:stretch>
            <a:fillRect/>
          </a:stretch>
        </p:blipFill>
        <p:spPr bwMode="ltGray">
          <a:xfrm>
            <a:off x="54" y="2"/>
            <a:ext cx="3025651" cy="825691"/>
          </a:xfrm>
          <a:prstGeom prst="rect">
            <a:avLst/>
          </a:prstGeom>
          <a:noFill/>
          <a:ln w="9525">
            <a:noFill/>
            <a:miter lim="800000"/>
            <a:headEnd/>
            <a:tailEnd/>
          </a:ln>
        </p:spPr>
      </p:pic>
      <p:sp>
        <p:nvSpPr>
          <p:cNvPr id="1027" name="Title Placeholder 1"/>
          <p:cNvSpPr>
            <a:spLocks noGrp="1"/>
          </p:cNvSpPr>
          <p:nvPr>
            <p:ph type="title"/>
          </p:nvPr>
        </p:nvSpPr>
        <p:spPr bwMode="auto">
          <a:xfrm>
            <a:off x="624205" y="711384"/>
            <a:ext cx="10945241" cy="600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a:t>Click to edit Master title style</a:t>
            </a:r>
          </a:p>
        </p:txBody>
      </p:sp>
      <p:sp>
        <p:nvSpPr>
          <p:cNvPr id="3" name="Text Placeholder 2"/>
          <p:cNvSpPr>
            <a:spLocks noGrp="1"/>
          </p:cNvSpPr>
          <p:nvPr>
            <p:ph type="body" idx="1"/>
          </p:nvPr>
        </p:nvSpPr>
        <p:spPr>
          <a:xfrm>
            <a:off x="641145" y="1972133"/>
            <a:ext cx="10945241" cy="155119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lvl="2"/>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11667894" y="6599738"/>
            <a:ext cx="299313" cy="184666"/>
          </a:xfrm>
          <a:prstGeom prst="rect">
            <a:avLst/>
          </a:prstGeom>
          <a:noFill/>
          <a:ln w="9525">
            <a:noFill/>
            <a:miter lim="800000"/>
            <a:headEnd/>
            <a:tailEnd/>
          </a:ln>
        </p:spPr>
        <p:txBody>
          <a:bodyPr wrap="none" lIns="0" tIns="0" rIns="0" bIns="0" anchor="ctr">
            <a:spAutoFit/>
          </a:bodyPr>
          <a:lstStyle/>
          <a:p>
            <a:pPr algn="r" defTabSz="1085636" fontAlgn="auto">
              <a:spcBef>
                <a:spcPts val="0"/>
              </a:spcBef>
              <a:spcAft>
                <a:spcPts val="0"/>
              </a:spcAft>
              <a:defRPr/>
            </a:pPr>
            <a:fld id="{E9B6AED2-E616-4CD5-862A-CB15F603EB39}" type="slidenum">
              <a:rPr lang="en-US" sz="1200">
                <a:solidFill>
                  <a:srgbClr val="6D6E71"/>
                </a:solidFill>
                <a:latin typeface="Arial"/>
              </a:rPr>
              <a:pPr algn="r" defTabSz="1085636" fontAlgn="auto">
                <a:spcBef>
                  <a:spcPts val="0"/>
                </a:spcBef>
                <a:spcAft>
                  <a:spcPts val="0"/>
                </a:spcAft>
                <a:defRPr/>
              </a:pPr>
              <a:t>‹#›</a:t>
            </a:fld>
            <a:endParaRPr lang="en-US" sz="1200" dirty="0">
              <a:solidFill>
                <a:srgbClr val="6D6E71"/>
              </a:solidFill>
              <a:latin typeface="Arial"/>
            </a:endParaRPr>
          </a:p>
        </p:txBody>
      </p:sp>
      <p:sp>
        <p:nvSpPr>
          <p:cNvPr id="7" name="TextBox 20"/>
          <p:cNvSpPr txBox="1">
            <a:spLocks noChangeArrowheads="1"/>
          </p:cNvSpPr>
          <p:nvPr/>
        </p:nvSpPr>
        <p:spPr bwMode="gray">
          <a:xfrm>
            <a:off x="641107" y="6630943"/>
            <a:ext cx="3323026" cy="169277"/>
          </a:xfrm>
          <a:prstGeom prst="rect">
            <a:avLst/>
          </a:prstGeom>
          <a:noFill/>
          <a:ln w="9525">
            <a:noFill/>
            <a:miter lim="800000"/>
            <a:headEnd/>
            <a:tailEnd/>
          </a:ln>
        </p:spPr>
        <p:txBody>
          <a:bodyPr wrap="none" lIns="0" tIns="0" rIns="0" bIns="0">
            <a:spAutoFit/>
          </a:bodyPr>
          <a:lstStyle/>
          <a:p>
            <a:pPr defTabSz="1085636" fontAlgn="auto">
              <a:spcBef>
                <a:spcPts val="0"/>
              </a:spcBef>
              <a:spcAft>
                <a:spcPts val="0"/>
              </a:spcAft>
              <a:defRPr/>
            </a:pPr>
            <a:r>
              <a:rPr lang="en-US" sz="1100" dirty="0">
                <a:solidFill>
                  <a:srgbClr val="6D6E71"/>
                </a:solidFill>
                <a:latin typeface="Arial"/>
              </a:rPr>
              <a:t>Copyright © 2013 Tech Mahindra. All rights reserved.</a:t>
            </a:r>
          </a:p>
        </p:txBody>
      </p:sp>
    </p:spTree>
    <p:extLst>
      <p:ext uri="{BB962C8B-B14F-4D97-AF65-F5344CB8AC3E}">
        <p14:creationId xmlns:p14="http://schemas.microsoft.com/office/powerpoint/2010/main" val="1909464938"/>
      </p:ext>
    </p:extLst>
  </p:cSld>
  <p:clrMap bg1="lt1" tx1="dk1" bg2="lt2" tx2="dk2" accent1="accent1" accent2="accent2" accent3="accent3" accent4="accent4" accent5="accent5" accent6="accent6" hlink="hlink" folHlink="folHlink"/>
  <p:sldLayoutIdLst>
    <p:sldLayoutId id="2147483962" r:id="rId1"/>
    <p:sldLayoutId id="2147483963" r:id="rId2"/>
    <p:sldLayoutId id="2147483964" r:id="rId3"/>
    <p:sldLayoutId id="2147483965" r:id="rId4"/>
    <p:sldLayoutId id="2147483966" r:id="rId5"/>
    <p:sldLayoutId id="2147483967" r:id="rId6"/>
    <p:sldLayoutId id="2147483968" r:id="rId7"/>
    <p:sldLayoutId id="2147483969" r:id="rId8"/>
    <p:sldLayoutId id="2147483970" r:id="rId9"/>
    <p:sldLayoutId id="2147483971" r:id="rId10"/>
    <p:sldLayoutId id="2147483972" r:id="rId11"/>
    <p:sldLayoutId id="2147483973" r:id="rId12"/>
    <p:sldLayoutId id="2147483974" r:id="rId13"/>
    <p:sldLayoutId id="2147483975" r:id="rId14"/>
    <p:sldLayoutId id="2147483976" r:id="rId15"/>
  </p:sldLayoutIdLst>
  <p:txStyles>
    <p:titleStyle>
      <a:lvl1pPr algn="l" rtl="0" eaLnBrk="1" fontAlgn="base" hangingPunct="1">
        <a:spcBef>
          <a:spcPct val="0"/>
        </a:spcBef>
        <a:spcAft>
          <a:spcPct val="0"/>
        </a:spcAft>
        <a:defRPr lang="en-US" sz="3900" b="1" kern="1200" dirty="0">
          <a:solidFill>
            <a:schemeClr val="tx2"/>
          </a:solidFill>
          <a:latin typeface="Arial" pitchFamily="34" charset="0"/>
          <a:ea typeface="+mj-ea"/>
          <a:cs typeface="Arial" pitchFamily="34" charset="0"/>
        </a:defRPr>
      </a:lvl1pPr>
      <a:lvl2pPr algn="l" rtl="0" eaLnBrk="1" fontAlgn="base" hangingPunct="1">
        <a:spcBef>
          <a:spcPct val="0"/>
        </a:spcBef>
        <a:spcAft>
          <a:spcPct val="0"/>
        </a:spcAft>
        <a:defRPr sz="3900" b="1">
          <a:solidFill>
            <a:schemeClr val="tx2"/>
          </a:solidFill>
          <a:latin typeface="Arial" charset="0"/>
          <a:cs typeface="Arial" charset="0"/>
        </a:defRPr>
      </a:lvl2pPr>
      <a:lvl3pPr algn="l" rtl="0" eaLnBrk="1" fontAlgn="base" hangingPunct="1">
        <a:spcBef>
          <a:spcPct val="0"/>
        </a:spcBef>
        <a:spcAft>
          <a:spcPct val="0"/>
        </a:spcAft>
        <a:defRPr sz="3900" b="1">
          <a:solidFill>
            <a:schemeClr val="tx2"/>
          </a:solidFill>
          <a:latin typeface="Arial" charset="0"/>
          <a:cs typeface="Arial" charset="0"/>
        </a:defRPr>
      </a:lvl3pPr>
      <a:lvl4pPr algn="l" rtl="0" eaLnBrk="1" fontAlgn="base" hangingPunct="1">
        <a:spcBef>
          <a:spcPct val="0"/>
        </a:spcBef>
        <a:spcAft>
          <a:spcPct val="0"/>
        </a:spcAft>
        <a:defRPr sz="3900" b="1">
          <a:solidFill>
            <a:schemeClr val="tx2"/>
          </a:solidFill>
          <a:latin typeface="Arial" charset="0"/>
          <a:cs typeface="Arial" charset="0"/>
        </a:defRPr>
      </a:lvl4pPr>
      <a:lvl5pPr algn="l" rtl="0" eaLnBrk="1" fontAlgn="base" hangingPunct="1">
        <a:spcBef>
          <a:spcPct val="0"/>
        </a:spcBef>
        <a:spcAft>
          <a:spcPct val="0"/>
        </a:spcAft>
        <a:defRPr sz="3900" b="1">
          <a:solidFill>
            <a:schemeClr val="tx2"/>
          </a:solidFill>
          <a:latin typeface="Arial" charset="0"/>
          <a:cs typeface="Arial" charset="0"/>
        </a:defRPr>
      </a:lvl5pPr>
      <a:lvl6pPr marL="542813" algn="l" rtl="0" eaLnBrk="1" fontAlgn="base" hangingPunct="1">
        <a:spcBef>
          <a:spcPct val="0"/>
        </a:spcBef>
        <a:spcAft>
          <a:spcPct val="0"/>
        </a:spcAft>
        <a:defRPr sz="3900" b="1">
          <a:solidFill>
            <a:schemeClr val="tx2"/>
          </a:solidFill>
          <a:latin typeface="Arial" charset="0"/>
          <a:cs typeface="Arial" charset="0"/>
        </a:defRPr>
      </a:lvl6pPr>
      <a:lvl7pPr marL="1085636" algn="l" rtl="0" eaLnBrk="1" fontAlgn="base" hangingPunct="1">
        <a:spcBef>
          <a:spcPct val="0"/>
        </a:spcBef>
        <a:spcAft>
          <a:spcPct val="0"/>
        </a:spcAft>
        <a:defRPr sz="3900" b="1">
          <a:solidFill>
            <a:schemeClr val="tx2"/>
          </a:solidFill>
          <a:latin typeface="Arial" charset="0"/>
          <a:cs typeface="Arial" charset="0"/>
        </a:defRPr>
      </a:lvl7pPr>
      <a:lvl8pPr marL="1628454" algn="l" rtl="0" eaLnBrk="1" fontAlgn="base" hangingPunct="1">
        <a:spcBef>
          <a:spcPct val="0"/>
        </a:spcBef>
        <a:spcAft>
          <a:spcPct val="0"/>
        </a:spcAft>
        <a:defRPr sz="3900" b="1">
          <a:solidFill>
            <a:schemeClr val="tx2"/>
          </a:solidFill>
          <a:latin typeface="Arial" charset="0"/>
          <a:cs typeface="Arial" charset="0"/>
        </a:defRPr>
      </a:lvl8pPr>
      <a:lvl9pPr marL="2171277" algn="l" rtl="0" eaLnBrk="1" fontAlgn="base" hangingPunct="1">
        <a:spcBef>
          <a:spcPct val="0"/>
        </a:spcBef>
        <a:spcAft>
          <a:spcPct val="0"/>
        </a:spcAft>
        <a:defRPr sz="3900" b="1">
          <a:solidFill>
            <a:schemeClr val="tx2"/>
          </a:solidFill>
          <a:latin typeface="Arial" charset="0"/>
          <a:cs typeface="Arial" charset="0"/>
        </a:defRPr>
      </a:lvl9pPr>
    </p:titleStyle>
    <p:bodyStyle>
      <a:lvl1pPr marL="344916" indent="-344916"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Arial" pitchFamily="34" charset="0"/>
          <a:ea typeface="+mn-ea"/>
          <a:cs typeface="Arial" pitchFamily="34" charset="0"/>
        </a:defRPr>
      </a:lvl1pPr>
      <a:lvl2pPr marL="339264" indent="-339264"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678523" indent="-331727"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Arial" pitchFamily="34" charset="0"/>
          <a:ea typeface="+mn-ea"/>
          <a:cs typeface="Arial" pitchFamily="34" charset="0"/>
        </a:defRPr>
      </a:lvl3pPr>
      <a:lvl4pPr marL="1010245" indent="-331727"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Arial" pitchFamily="34" charset="0"/>
          <a:ea typeface="+mn-ea"/>
          <a:cs typeface="Arial" charset="0"/>
        </a:defRPr>
      </a:lvl4pPr>
      <a:lvl5pPr marL="1349508" indent="-339264" algn="l" defTabSz="1108258"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Arial" pitchFamily="34" charset="0"/>
          <a:ea typeface="+mn-ea"/>
          <a:cs typeface="Arial" charset="0"/>
        </a:defRPr>
      </a:lvl5pPr>
      <a:lvl6pPr marL="1628454" indent="-286491" algn="l" defTabSz="1085636" rtl="0" eaLnBrk="1" latinLnBrk="0" hangingPunct="1">
        <a:spcBef>
          <a:spcPct val="20000"/>
        </a:spcBef>
        <a:buClr>
          <a:schemeClr val="bg2"/>
        </a:buClr>
        <a:buSzPct val="60000"/>
        <a:buFont typeface="Wingdings" pitchFamily="2" charset="2"/>
        <a:buChar char="§"/>
        <a:defRPr sz="2400" kern="1200">
          <a:solidFill>
            <a:schemeClr val="tx1"/>
          </a:solidFill>
          <a:latin typeface="Arial" pitchFamily="34" charset="0"/>
          <a:ea typeface="+mn-ea"/>
          <a:cs typeface="+mn-cs"/>
        </a:defRPr>
      </a:lvl6pPr>
      <a:lvl7pPr marL="3528317" indent="-271405" algn="l" defTabSz="108563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1137" indent="-271405" algn="l" defTabSz="108563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3959" indent="-271405" algn="l" defTabSz="1085636"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85636" rtl="0" eaLnBrk="1" latinLnBrk="0" hangingPunct="1">
        <a:defRPr sz="2000" kern="1200">
          <a:solidFill>
            <a:schemeClr val="tx1"/>
          </a:solidFill>
          <a:latin typeface="+mn-lt"/>
          <a:ea typeface="+mn-ea"/>
          <a:cs typeface="+mn-cs"/>
        </a:defRPr>
      </a:lvl1pPr>
      <a:lvl2pPr marL="542813" algn="l" defTabSz="1085636" rtl="0" eaLnBrk="1" latinLnBrk="0" hangingPunct="1">
        <a:defRPr sz="2000" kern="1200">
          <a:solidFill>
            <a:schemeClr val="tx1"/>
          </a:solidFill>
          <a:latin typeface="+mn-lt"/>
          <a:ea typeface="+mn-ea"/>
          <a:cs typeface="+mn-cs"/>
        </a:defRPr>
      </a:lvl2pPr>
      <a:lvl3pPr marL="1085636" algn="l" defTabSz="1085636" rtl="0" eaLnBrk="1" latinLnBrk="0" hangingPunct="1">
        <a:defRPr sz="2000" kern="1200">
          <a:solidFill>
            <a:schemeClr val="tx1"/>
          </a:solidFill>
          <a:latin typeface="+mn-lt"/>
          <a:ea typeface="+mn-ea"/>
          <a:cs typeface="+mn-cs"/>
        </a:defRPr>
      </a:lvl3pPr>
      <a:lvl4pPr marL="1628454" algn="l" defTabSz="1085636" rtl="0" eaLnBrk="1" latinLnBrk="0" hangingPunct="1">
        <a:defRPr sz="2000" kern="1200">
          <a:solidFill>
            <a:schemeClr val="tx1"/>
          </a:solidFill>
          <a:latin typeface="+mn-lt"/>
          <a:ea typeface="+mn-ea"/>
          <a:cs typeface="+mn-cs"/>
        </a:defRPr>
      </a:lvl4pPr>
      <a:lvl5pPr marL="2171277" algn="l" defTabSz="1085636" rtl="0" eaLnBrk="1" latinLnBrk="0" hangingPunct="1">
        <a:defRPr sz="2000" kern="1200">
          <a:solidFill>
            <a:schemeClr val="tx1"/>
          </a:solidFill>
          <a:latin typeface="+mn-lt"/>
          <a:ea typeface="+mn-ea"/>
          <a:cs typeface="+mn-cs"/>
        </a:defRPr>
      </a:lvl5pPr>
      <a:lvl6pPr marL="2714094" algn="l" defTabSz="1085636" rtl="0" eaLnBrk="1" latinLnBrk="0" hangingPunct="1">
        <a:defRPr sz="2000" kern="1200">
          <a:solidFill>
            <a:schemeClr val="tx1"/>
          </a:solidFill>
          <a:latin typeface="+mn-lt"/>
          <a:ea typeface="+mn-ea"/>
          <a:cs typeface="+mn-cs"/>
        </a:defRPr>
      </a:lvl6pPr>
      <a:lvl7pPr marL="3256907" algn="l" defTabSz="1085636" rtl="0" eaLnBrk="1" latinLnBrk="0" hangingPunct="1">
        <a:defRPr sz="2000" kern="1200">
          <a:solidFill>
            <a:schemeClr val="tx1"/>
          </a:solidFill>
          <a:latin typeface="+mn-lt"/>
          <a:ea typeface="+mn-ea"/>
          <a:cs typeface="+mn-cs"/>
        </a:defRPr>
      </a:lvl7pPr>
      <a:lvl8pPr marL="3799729" algn="l" defTabSz="1085636" rtl="0" eaLnBrk="1" latinLnBrk="0" hangingPunct="1">
        <a:defRPr sz="2000" kern="1200">
          <a:solidFill>
            <a:schemeClr val="tx1"/>
          </a:solidFill>
          <a:latin typeface="+mn-lt"/>
          <a:ea typeface="+mn-ea"/>
          <a:cs typeface="+mn-cs"/>
        </a:defRPr>
      </a:lvl8pPr>
      <a:lvl9pPr marL="4342552" algn="l" defTabSz="108563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7" descr="Ridge.pdf"/>
          <p:cNvPicPr>
            <a:picLocks noChangeAspect="1"/>
          </p:cNvPicPr>
          <p:nvPr/>
        </p:nvPicPr>
        <p:blipFill>
          <a:blip r:embed="rId17" cstate="email">
            <a:extLst>
              <a:ext uri="{28A0092B-C50C-407E-A947-70E740481C1C}">
                <a14:useLocalDpi xmlns:a14="http://schemas.microsoft.com/office/drawing/2010/main"/>
              </a:ext>
            </a:extLst>
          </a:blip>
          <a:srcRect/>
          <a:stretch>
            <a:fillRect/>
          </a:stretch>
        </p:blipFill>
        <p:spPr bwMode="ltGray">
          <a:xfrm>
            <a:off x="45" y="10"/>
            <a:ext cx="3025651" cy="825691"/>
          </a:xfrm>
          <a:prstGeom prst="rect">
            <a:avLst/>
          </a:prstGeom>
          <a:noFill/>
          <a:ln w="9525">
            <a:noFill/>
            <a:miter lim="800000"/>
            <a:headEnd/>
            <a:tailEnd/>
          </a:ln>
        </p:spPr>
      </p:pic>
      <p:sp>
        <p:nvSpPr>
          <p:cNvPr id="1027" name="Title Placeholder 1"/>
          <p:cNvSpPr>
            <a:spLocks noGrp="1"/>
          </p:cNvSpPr>
          <p:nvPr>
            <p:ph type="title"/>
          </p:nvPr>
        </p:nvSpPr>
        <p:spPr bwMode="auto">
          <a:xfrm>
            <a:off x="624196" y="711388"/>
            <a:ext cx="10945241" cy="600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a:t>Click to edit Master title style</a:t>
            </a:r>
          </a:p>
        </p:txBody>
      </p:sp>
      <p:sp>
        <p:nvSpPr>
          <p:cNvPr id="3" name="Text Placeholder 2"/>
          <p:cNvSpPr>
            <a:spLocks noGrp="1"/>
          </p:cNvSpPr>
          <p:nvPr>
            <p:ph type="body" idx="1"/>
          </p:nvPr>
        </p:nvSpPr>
        <p:spPr>
          <a:xfrm>
            <a:off x="641133" y="1972131"/>
            <a:ext cx="10945241" cy="155119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lvl="2"/>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11667894" y="6599747"/>
            <a:ext cx="299313" cy="184666"/>
          </a:xfrm>
          <a:prstGeom prst="rect">
            <a:avLst/>
          </a:prstGeom>
          <a:noFill/>
          <a:ln w="9525">
            <a:noFill/>
            <a:miter lim="800000"/>
            <a:headEnd/>
            <a:tailEnd/>
          </a:ln>
        </p:spPr>
        <p:txBody>
          <a:bodyPr wrap="none" lIns="0" tIns="0" rIns="0" bIns="0" anchor="ctr">
            <a:spAutoFit/>
          </a:bodyPr>
          <a:lstStyle/>
          <a:p>
            <a:pPr algn="r" defTabSz="1086742" fontAlgn="auto">
              <a:spcBef>
                <a:spcPts val="0"/>
              </a:spcBef>
              <a:spcAft>
                <a:spcPts val="0"/>
              </a:spcAft>
              <a:defRPr/>
            </a:pPr>
            <a:fld id="{E9B6AED2-E616-4CD5-862A-CB15F603EB39}" type="slidenum">
              <a:rPr lang="en-US" sz="1200">
                <a:solidFill>
                  <a:prstClr val="black">
                    <a:lumMod val="85000"/>
                    <a:lumOff val="15000"/>
                  </a:prstClr>
                </a:solidFill>
                <a:latin typeface="Arial"/>
              </a:rPr>
              <a:pPr algn="r" defTabSz="1086742" fontAlgn="auto">
                <a:spcBef>
                  <a:spcPts val="0"/>
                </a:spcBef>
                <a:spcAft>
                  <a:spcPts val="0"/>
                </a:spcAft>
                <a:defRPr/>
              </a:pPr>
              <a:t>‹#›</a:t>
            </a:fld>
            <a:endParaRPr lang="en-US" sz="1200" dirty="0">
              <a:solidFill>
                <a:prstClr val="black">
                  <a:lumMod val="85000"/>
                  <a:lumOff val="15000"/>
                </a:prstClr>
              </a:solidFill>
              <a:latin typeface="Arial"/>
            </a:endParaRPr>
          </a:p>
        </p:txBody>
      </p:sp>
      <p:sp>
        <p:nvSpPr>
          <p:cNvPr id="7" name="TextBox 20"/>
          <p:cNvSpPr txBox="1">
            <a:spLocks noChangeArrowheads="1"/>
          </p:cNvSpPr>
          <p:nvPr/>
        </p:nvSpPr>
        <p:spPr bwMode="gray">
          <a:xfrm>
            <a:off x="641107" y="6630958"/>
            <a:ext cx="3323026" cy="169277"/>
          </a:xfrm>
          <a:prstGeom prst="rect">
            <a:avLst/>
          </a:prstGeom>
          <a:noFill/>
          <a:ln w="9525">
            <a:noFill/>
            <a:miter lim="800000"/>
            <a:headEnd/>
            <a:tailEnd/>
          </a:ln>
        </p:spPr>
        <p:txBody>
          <a:bodyPr wrap="none" lIns="0" tIns="0" rIns="0" bIns="0">
            <a:spAutoFit/>
          </a:bodyPr>
          <a:lstStyle/>
          <a:p>
            <a:pPr defTabSz="1086742" fontAlgn="auto">
              <a:spcBef>
                <a:spcPts val="0"/>
              </a:spcBef>
              <a:spcAft>
                <a:spcPts val="0"/>
              </a:spcAft>
              <a:defRPr/>
            </a:pPr>
            <a:r>
              <a:rPr lang="en-US" sz="1100" dirty="0">
                <a:solidFill>
                  <a:srgbClr val="6D6E71"/>
                </a:solidFill>
                <a:latin typeface="Arial"/>
              </a:rPr>
              <a:t>Copyright © 2015 Tech Mahindra. All rights reserved.</a:t>
            </a:r>
          </a:p>
        </p:txBody>
      </p:sp>
    </p:spTree>
    <p:extLst>
      <p:ext uri="{BB962C8B-B14F-4D97-AF65-F5344CB8AC3E}">
        <p14:creationId xmlns:p14="http://schemas.microsoft.com/office/powerpoint/2010/main" val="610290557"/>
      </p:ext>
    </p:extLst>
  </p:cSld>
  <p:clrMap bg1="lt1" tx1="dk1" bg2="lt2" tx2="dk2" accent1="accent1" accent2="accent2" accent3="accent3" accent4="accent4" accent5="accent5" accent6="accent6" hlink="hlink" folHlink="folHlink"/>
  <p:sldLayoutIdLst>
    <p:sldLayoutId id="2147483995" r:id="rId1"/>
    <p:sldLayoutId id="2147483996" r:id="rId2"/>
    <p:sldLayoutId id="2147483997" r:id="rId3"/>
    <p:sldLayoutId id="2147483998" r:id="rId4"/>
    <p:sldLayoutId id="2147483999" r:id="rId5"/>
    <p:sldLayoutId id="2147484000" r:id="rId6"/>
    <p:sldLayoutId id="2147484001" r:id="rId7"/>
    <p:sldLayoutId id="2147484002" r:id="rId8"/>
    <p:sldLayoutId id="2147484003" r:id="rId9"/>
    <p:sldLayoutId id="2147484005" r:id="rId10"/>
    <p:sldLayoutId id="2147484006" r:id="rId11"/>
    <p:sldLayoutId id="2147484007" r:id="rId12"/>
    <p:sldLayoutId id="2147484008" r:id="rId13"/>
    <p:sldLayoutId id="2147484009" r:id="rId14"/>
    <p:sldLayoutId id="2147484010" r:id="rId15"/>
  </p:sldLayoutIdLst>
  <p:txStyles>
    <p:titleStyle>
      <a:lvl1pPr algn="l" rtl="0" eaLnBrk="1" fontAlgn="base" hangingPunct="1">
        <a:spcBef>
          <a:spcPct val="0"/>
        </a:spcBef>
        <a:spcAft>
          <a:spcPct val="0"/>
        </a:spcAft>
        <a:defRPr lang="en-US" sz="3900" b="1" kern="1200" dirty="0">
          <a:solidFill>
            <a:schemeClr val="tx2"/>
          </a:solidFill>
          <a:latin typeface="Arial" pitchFamily="34" charset="0"/>
          <a:ea typeface="+mj-ea"/>
          <a:cs typeface="Arial" pitchFamily="34" charset="0"/>
        </a:defRPr>
      </a:lvl1pPr>
      <a:lvl2pPr algn="l" rtl="0" eaLnBrk="1" fontAlgn="base" hangingPunct="1">
        <a:spcBef>
          <a:spcPct val="0"/>
        </a:spcBef>
        <a:spcAft>
          <a:spcPct val="0"/>
        </a:spcAft>
        <a:defRPr sz="3900" b="1">
          <a:solidFill>
            <a:schemeClr val="tx2"/>
          </a:solidFill>
          <a:latin typeface="Arial" charset="0"/>
          <a:cs typeface="Arial" charset="0"/>
        </a:defRPr>
      </a:lvl2pPr>
      <a:lvl3pPr algn="l" rtl="0" eaLnBrk="1" fontAlgn="base" hangingPunct="1">
        <a:spcBef>
          <a:spcPct val="0"/>
        </a:spcBef>
        <a:spcAft>
          <a:spcPct val="0"/>
        </a:spcAft>
        <a:defRPr sz="3900" b="1">
          <a:solidFill>
            <a:schemeClr val="tx2"/>
          </a:solidFill>
          <a:latin typeface="Arial" charset="0"/>
          <a:cs typeface="Arial" charset="0"/>
        </a:defRPr>
      </a:lvl3pPr>
      <a:lvl4pPr algn="l" rtl="0" eaLnBrk="1" fontAlgn="base" hangingPunct="1">
        <a:spcBef>
          <a:spcPct val="0"/>
        </a:spcBef>
        <a:spcAft>
          <a:spcPct val="0"/>
        </a:spcAft>
        <a:defRPr sz="3900" b="1">
          <a:solidFill>
            <a:schemeClr val="tx2"/>
          </a:solidFill>
          <a:latin typeface="Arial" charset="0"/>
          <a:cs typeface="Arial" charset="0"/>
        </a:defRPr>
      </a:lvl4pPr>
      <a:lvl5pPr algn="l" rtl="0" eaLnBrk="1" fontAlgn="base" hangingPunct="1">
        <a:spcBef>
          <a:spcPct val="0"/>
        </a:spcBef>
        <a:spcAft>
          <a:spcPct val="0"/>
        </a:spcAft>
        <a:defRPr sz="3900" b="1">
          <a:solidFill>
            <a:schemeClr val="tx2"/>
          </a:solidFill>
          <a:latin typeface="Arial" charset="0"/>
          <a:cs typeface="Arial" charset="0"/>
        </a:defRPr>
      </a:lvl5pPr>
      <a:lvl6pPr marL="543369" algn="l" rtl="0" eaLnBrk="1" fontAlgn="base" hangingPunct="1">
        <a:spcBef>
          <a:spcPct val="0"/>
        </a:spcBef>
        <a:spcAft>
          <a:spcPct val="0"/>
        </a:spcAft>
        <a:defRPr sz="3900" b="1">
          <a:solidFill>
            <a:schemeClr val="tx2"/>
          </a:solidFill>
          <a:latin typeface="Arial" charset="0"/>
          <a:cs typeface="Arial" charset="0"/>
        </a:defRPr>
      </a:lvl6pPr>
      <a:lvl7pPr marL="1086742" algn="l" rtl="0" eaLnBrk="1" fontAlgn="base" hangingPunct="1">
        <a:spcBef>
          <a:spcPct val="0"/>
        </a:spcBef>
        <a:spcAft>
          <a:spcPct val="0"/>
        </a:spcAft>
        <a:defRPr sz="3900" b="1">
          <a:solidFill>
            <a:schemeClr val="tx2"/>
          </a:solidFill>
          <a:latin typeface="Arial" charset="0"/>
          <a:cs typeface="Arial" charset="0"/>
        </a:defRPr>
      </a:lvl7pPr>
      <a:lvl8pPr marL="1630112" algn="l" rtl="0" eaLnBrk="1" fontAlgn="base" hangingPunct="1">
        <a:spcBef>
          <a:spcPct val="0"/>
        </a:spcBef>
        <a:spcAft>
          <a:spcPct val="0"/>
        </a:spcAft>
        <a:defRPr sz="3900" b="1">
          <a:solidFill>
            <a:schemeClr val="tx2"/>
          </a:solidFill>
          <a:latin typeface="Arial" charset="0"/>
          <a:cs typeface="Arial" charset="0"/>
        </a:defRPr>
      </a:lvl8pPr>
      <a:lvl9pPr marL="2173487" algn="l" rtl="0" eaLnBrk="1" fontAlgn="base" hangingPunct="1">
        <a:spcBef>
          <a:spcPct val="0"/>
        </a:spcBef>
        <a:spcAft>
          <a:spcPct val="0"/>
        </a:spcAft>
        <a:defRPr sz="3900" b="1">
          <a:solidFill>
            <a:schemeClr val="tx2"/>
          </a:solidFill>
          <a:latin typeface="Arial" charset="0"/>
          <a:cs typeface="Arial" charset="0"/>
        </a:defRPr>
      </a:lvl9pPr>
    </p:titleStyle>
    <p:bodyStyle>
      <a:lvl1pPr marL="345267" indent="-345267"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Arial" pitchFamily="34" charset="0"/>
          <a:ea typeface="+mn-ea"/>
          <a:cs typeface="Arial" pitchFamily="34" charset="0"/>
        </a:defRPr>
      </a:lvl1pPr>
      <a:lvl2pPr marL="339607" indent="-339607"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679214" indent="-332063"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Arial" pitchFamily="34" charset="0"/>
          <a:ea typeface="+mn-ea"/>
          <a:cs typeface="Arial" pitchFamily="34" charset="0"/>
        </a:defRPr>
      </a:lvl3pPr>
      <a:lvl4pPr marL="1011272" indent="-332063"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Arial" pitchFamily="34" charset="0"/>
          <a:ea typeface="+mn-ea"/>
          <a:cs typeface="Arial" charset="0"/>
        </a:defRPr>
      </a:lvl4pPr>
      <a:lvl5pPr marL="1350879" indent="-339607" algn="l" defTabSz="1109382"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Arial" pitchFamily="34" charset="0"/>
          <a:ea typeface="+mn-ea"/>
          <a:cs typeface="Arial" charset="0"/>
        </a:defRPr>
      </a:lvl5pPr>
      <a:lvl6pPr marL="1630112" indent="-286781" algn="l" defTabSz="1086742" rtl="0" eaLnBrk="1" latinLnBrk="0" hangingPunct="1">
        <a:spcBef>
          <a:spcPct val="20000"/>
        </a:spcBef>
        <a:buClr>
          <a:schemeClr val="bg2"/>
        </a:buClr>
        <a:buSzPct val="60000"/>
        <a:buFont typeface="Wingdings" pitchFamily="2" charset="2"/>
        <a:buChar char="§"/>
        <a:defRPr sz="2400" kern="1200">
          <a:solidFill>
            <a:schemeClr val="tx1"/>
          </a:solidFill>
          <a:latin typeface="Arial" pitchFamily="34" charset="0"/>
          <a:ea typeface="+mn-ea"/>
          <a:cs typeface="+mn-cs"/>
        </a:defRPr>
      </a:lvl6pPr>
      <a:lvl7pPr marL="3531909" indent="-271682" algn="l" defTabSz="1086742"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5284" indent="-271682" algn="l" defTabSz="1086742"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8654" indent="-271682" algn="l" defTabSz="1086742"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86742" rtl="0" eaLnBrk="1" latinLnBrk="0" hangingPunct="1">
        <a:defRPr sz="2000" kern="1200">
          <a:solidFill>
            <a:schemeClr val="tx1"/>
          </a:solidFill>
          <a:latin typeface="+mn-lt"/>
          <a:ea typeface="+mn-ea"/>
          <a:cs typeface="+mn-cs"/>
        </a:defRPr>
      </a:lvl1pPr>
      <a:lvl2pPr marL="543369" algn="l" defTabSz="1086742" rtl="0" eaLnBrk="1" latinLnBrk="0" hangingPunct="1">
        <a:defRPr sz="2000" kern="1200">
          <a:solidFill>
            <a:schemeClr val="tx1"/>
          </a:solidFill>
          <a:latin typeface="+mn-lt"/>
          <a:ea typeface="+mn-ea"/>
          <a:cs typeface="+mn-cs"/>
        </a:defRPr>
      </a:lvl2pPr>
      <a:lvl3pPr marL="1086742" algn="l" defTabSz="1086742" rtl="0" eaLnBrk="1" latinLnBrk="0" hangingPunct="1">
        <a:defRPr sz="2000" kern="1200">
          <a:solidFill>
            <a:schemeClr val="tx1"/>
          </a:solidFill>
          <a:latin typeface="+mn-lt"/>
          <a:ea typeface="+mn-ea"/>
          <a:cs typeface="+mn-cs"/>
        </a:defRPr>
      </a:lvl3pPr>
      <a:lvl4pPr marL="1630112" algn="l" defTabSz="1086742" rtl="0" eaLnBrk="1" latinLnBrk="0" hangingPunct="1">
        <a:defRPr sz="2000" kern="1200">
          <a:solidFill>
            <a:schemeClr val="tx1"/>
          </a:solidFill>
          <a:latin typeface="+mn-lt"/>
          <a:ea typeface="+mn-ea"/>
          <a:cs typeface="+mn-cs"/>
        </a:defRPr>
      </a:lvl4pPr>
      <a:lvl5pPr marL="2173487" algn="l" defTabSz="1086742" rtl="0" eaLnBrk="1" latinLnBrk="0" hangingPunct="1">
        <a:defRPr sz="2000" kern="1200">
          <a:solidFill>
            <a:schemeClr val="tx1"/>
          </a:solidFill>
          <a:latin typeface="+mn-lt"/>
          <a:ea typeface="+mn-ea"/>
          <a:cs typeface="+mn-cs"/>
        </a:defRPr>
      </a:lvl5pPr>
      <a:lvl6pPr marL="2716856" algn="l" defTabSz="1086742" rtl="0" eaLnBrk="1" latinLnBrk="0" hangingPunct="1">
        <a:defRPr sz="2000" kern="1200">
          <a:solidFill>
            <a:schemeClr val="tx1"/>
          </a:solidFill>
          <a:latin typeface="+mn-lt"/>
          <a:ea typeface="+mn-ea"/>
          <a:cs typeface="+mn-cs"/>
        </a:defRPr>
      </a:lvl6pPr>
      <a:lvl7pPr marL="3260227" algn="l" defTabSz="1086742" rtl="0" eaLnBrk="1" latinLnBrk="0" hangingPunct="1">
        <a:defRPr sz="2000" kern="1200">
          <a:solidFill>
            <a:schemeClr val="tx1"/>
          </a:solidFill>
          <a:latin typeface="+mn-lt"/>
          <a:ea typeface="+mn-ea"/>
          <a:cs typeface="+mn-cs"/>
        </a:defRPr>
      </a:lvl7pPr>
      <a:lvl8pPr marL="3803595" algn="l" defTabSz="1086742" rtl="0" eaLnBrk="1" latinLnBrk="0" hangingPunct="1">
        <a:defRPr sz="2000" kern="1200">
          <a:solidFill>
            <a:schemeClr val="tx1"/>
          </a:solidFill>
          <a:latin typeface="+mn-lt"/>
          <a:ea typeface="+mn-ea"/>
          <a:cs typeface="+mn-cs"/>
        </a:defRPr>
      </a:lvl8pPr>
      <a:lvl9pPr marL="4346967" algn="l" defTabSz="108674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descr="Ridge.pdf"/>
          <p:cNvPicPr>
            <a:picLocks noChangeAspect="1"/>
          </p:cNvPicPr>
          <p:nvPr/>
        </p:nvPicPr>
        <p:blipFill>
          <a:blip r:embed="rId112" cstate="email">
            <a:extLst>
              <a:ext uri="{28A0092B-C50C-407E-A947-70E740481C1C}">
                <a14:useLocalDpi xmlns:a14="http://schemas.microsoft.com/office/drawing/2010/main"/>
              </a:ext>
            </a:extLst>
          </a:blip>
          <a:stretch>
            <a:fillRect/>
          </a:stretch>
        </p:blipFill>
        <p:spPr bwMode="ltGray">
          <a:xfrm>
            <a:off x="613" y="6"/>
            <a:ext cx="3025650" cy="825691"/>
          </a:xfrm>
          <a:prstGeom prst="rect">
            <a:avLst/>
          </a:prstGeom>
        </p:spPr>
      </p:pic>
      <p:sp>
        <p:nvSpPr>
          <p:cNvPr id="2" name="Title Placeholder 1"/>
          <p:cNvSpPr>
            <a:spLocks noGrp="1"/>
          </p:cNvSpPr>
          <p:nvPr>
            <p:ph type="title"/>
          </p:nvPr>
        </p:nvSpPr>
        <p:spPr>
          <a:xfrm>
            <a:off x="624228" y="711411"/>
            <a:ext cx="10945241" cy="66172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1" fontAlgn="base" hangingPunct="1">
              <a:spcBef>
                <a:spcPct val="0"/>
              </a:spcBef>
              <a:spcAft>
                <a:spcPct val="0"/>
              </a:spcAft>
            </a:pPr>
            <a:r>
              <a:rPr lang="en-US"/>
              <a:t>Click to edit Master title style</a:t>
            </a:r>
            <a:endParaRPr lang="en-US" dirty="0"/>
          </a:p>
        </p:txBody>
      </p:sp>
      <p:sp>
        <p:nvSpPr>
          <p:cNvPr id="3" name="Text Placeholder 2"/>
          <p:cNvSpPr>
            <a:spLocks noGrp="1"/>
          </p:cNvSpPr>
          <p:nvPr>
            <p:ph type="body" idx="1"/>
          </p:nvPr>
        </p:nvSpPr>
        <p:spPr>
          <a:xfrm>
            <a:off x="641239" y="1972162"/>
            <a:ext cx="10945241" cy="197592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marL="760668" marR="0" lvl="2" indent="-371877" algn="l" defTabSz="1217070" rtl="0" eaLnBrk="1" fontAlgn="base" latinLnBrk="0" hangingPunct="1">
              <a:lnSpc>
                <a:spcPct val="100000"/>
              </a:lnSpc>
              <a:spcBef>
                <a:spcPts val="0"/>
              </a:spcBef>
              <a:spcAft>
                <a:spcPts val="0"/>
              </a:spcAft>
              <a:buClr>
                <a:schemeClr val="bg2"/>
              </a:buClr>
              <a:buSzPct val="90000"/>
              <a:buFont typeface="Arial" pitchFamily="34" charset="0"/>
              <a:buChar char="–"/>
              <a:tabLst/>
              <a:defRPr/>
            </a:pPr>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11668807" y="6600299"/>
            <a:ext cx="299313" cy="184666"/>
          </a:xfrm>
          <a:prstGeom prst="rect">
            <a:avLst/>
          </a:prstGeom>
          <a:noFill/>
          <a:ln w="9525">
            <a:noFill/>
            <a:miter lim="800000"/>
            <a:headEnd/>
            <a:tailEnd/>
          </a:ln>
        </p:spPr>
        <p:txBody>
          <a:bodyPr wrap="none" lIns="0" tIns="0" rIns="0" bIns="0" anchor="ctr">
            <a:spAutoFit/>
          </a:bodyPr>
          <a:lstStyle/>
          <a:p>
            <a:pPr algn="r" defTabSz="1217070" fontAlgn="auto">
              <a:spcBef>
                <a:spcPts val="0"/>
              </a:spcBef>
              <a:spcAft>
                <a:spcPts val="0"/>
              </a:spcAft>
              <a:defRPr/>
            </a:pPr>
            <a:fld id="{6856ECDB-1CEE-4F69-ADCA-557460F2116E}" type="slidenum">
              <a:rPr lang="en-US" sz="1200">
                <a:solidFill>
                  <a:srgbClr val="6D6E71"/>
                </a:solidFill>
                <a:latin typeface="Arial"/>
              </a:rPr>
              <a:pPr algn="r" defTabSz="1217070" fontAlgn="auto">
                <a:spcBef>
                  <a:spcPts val="0"/>
                </a:spcBef>
                <a:spcAft>
                  <a:spcPts val="0"/>
                </a:spcAft>
                <a:defRPr/>
              </a:pPr>
              <a:t>‹#›</a:t>
            </a:fld>
            <a:endParaRPr lang="en-US" sz="1200" dirty="0">
              <a:solidFill>
                <a:srgbClr val="6D6E71"/>
              </a:solidFill>
              <a:latin typeface="Arial"/>
            </a:endParaRPr>
          </a:p>
        </p:txBody>
      </p:sp>
      <p:sp>
        <p:nvSpPr>
          <p:cNvPr id="7" name="TextBox 20"/>
          <p:cNvSpPr txBox="1">
            <a:spLocks noChangeArrowheads="1"/>
          </p:cNvSpPr>
          <p:nvPr userDrawn="1"/>
        </p:nvSpPr>
        <p:spPr bwMode="gray">
          <a:xfrm>
            <a:off x="641100" y="6631427"/>
            <a:ext cx="3323026" cy="169277"/>
          </a:xfrm>
          <a:prstGeom prst="rect">
            <a:avLst/>
          </a:prstGeom>
          <a:noFill/>
          <a:ln w="9525">
            <a:noFill/>
            <a:miter lim="800000"/>
            <a:headEnd/>
            <a:tailEnd/>
          </a:ln>
        </p:spPr>
        <p:txBody>
          <a:bodyPr wrap="none" lIns="0" tIns="0" rIns="0" bIns="0">
            <a:spAutoFit/>
          </a:bodyPr>
          <a:lstStyle/>
          <a:p>
            <a:pPr defTabSz="1217070" fontAlgn="auto">
              <a:spcBef>
                <a:spcPts val="0"/>
              </a:spcBef>
              <a:spcAft>
                <a:spcPts val="0"/>
              </a:spcAft>
              <a:defRPr/>
            </a:pPr>
            <a:r>
              <a:rPr lang="en-US" sz="1100" dirty="0">
                <a:solidFill>
                  <a:srgbClr val="6D6E71"/>
                </a:solidFill>
                <a:latin typeface="Arial"/>
              </a:rPr>
              <a:t>Copyright © 2015 Tech Mahindra. All rights reserved.</a:t>
            </a:r>
          </a:p>
        </p:txBody>
      </p:sp>
    </p:spTree>
    <p:extLst>
      <p:ext uri="{BB962C8B-B14F-4D97-AF65-F5344CB8AC3E}">
        <p14:creationId xmlns:p14="http://schemas.microsoft.com/office/powerpoint/2010/main" val="3366555357"/>
      </p:ext>
    </p:extLst>
  </p:cSld>
  <p:clrMap bg1="lt1" tx1="dk1" bg2="lt2" tx2="dk2" accent1="accent1" accent2="accent2" accent3="accent3" accent4="accent4" accent5="accent5" accent6="accent6" hlink="hlink" folHlink="folHlink"/>
  <p:sldLayoutIdLst>
    <p:sldLayoutId id="2147484041" r:id="rId1"/>
    <p:sldLayoutId id="2147484042" r:id="rId2"/>
    <p:sldLayoutId id="2147484043" r:id="rId3"/>
    <p:sldLayoutId id="2147484044" r:id="rId4"/>
    <p:sldLayoutId id="2147484045" r:id="rId5"/>
    <p:sldLayoutId id="2147484046" r:id="rId6"/>
    <p:sldLayoutId id="2147484047" r:id="rId7"/>
    <p:sldLayoutId id="2147484048" r:id="rId8"/>
    <p:sldLayoutId id="2147484049" r:id="rId9"/>
    <p:sldLayoutId id="2147484050" r:id="rId10"/>
    <p:sldLayoutId id="2147484051" r:id="rId11"/>
    <p:sldLayoutId id="2147484052" r:id="rId12"/>
    <p:sldLayoutId id="2147484053" r:id="rId13"/>
    <p:sldLayoutId id="2147484054" r:id="rId14"/>
    <p:sldLayoutId id="2147484055" r:id="rId15"/>
    <p:sldLayoutId id="2147484056" r:id="rId16"/>
    <p:sldLayoutId id="2147484057" r:id="rId17"/>
    <p:sldLayoutId id="2147484058" r:id="rId18"/>
    <p:sldLayoutId id="2147484059" r:id="rId19"/>
    <p:sldLayoutId id="2147484060" r:id="rId20"/>
    <p:sldLayoutId id="2147484061" r:id="rId21"/>
    <p:sldLayoutId id="2147484062" r:id="rId22"/>
    <p:sldLayoutId id="2147484063" r:id="rId23"/>
    <p:sldLayoutId id="2147484064" r:id="rId24"/>
    <p:sldLayoutId id="2147484065" r:id="rId25"/>
    <p:sldLayoutId id="2147484066" r:id="rId26"/>
    <p:sldLayoutId id="2147484067" r:id="rId27"/>
    <p:sldLayoutId id="2147484068" r:id="rId28"/>
    <p:sldLayoutId id="2147484069" r:id="rId29"/>
    <p:sldLayoutId id="2147484070" r:id="rId30"/>
    <p:sldLayoutId id="2147484071" r:id="rId31"/>
    <p:sldLayoutId id="2147484072" r:id="rId32"/>
    <p:sldLayoutId id="2147484073" r:id="rId33"/>
    <p:sldLayoutId id="2147484074" r:id="rId34"/>
    <p:sldLayoutId id="2147484075" r:id="rId35"/>
    <p:sldLayoutId id="2147484076" r:id="rId36"/>
    <p:sldLayoutId id="2147484077" r:id="rId37"/>
    <p:sldLayoutId id="2147484078" r:id="rId38"/>
    <p:sldLayoutId id="2147484079" r:id="rId39"/>
    <p:sldLayoutId id="2147484080" r:id="rId40"/>
    <p:sldLayoutId id="2147484081" r:id="rId41"/>
    <p:sldLayoutId id="2147484082" r:id="rId42"/>
    <p:sldLayoutId id="2147484083" r:id="rId43"/>
    <p:sldLayoutId id="2147484084" r:id="rId44"/>
    <p:sldLayoutId id="2147484085" r:id="rId45"/>
    <p:sldLayoutId id="2147484086" r:id="rId46"/>
    <p:sldLayoutId id="2147484087" r:id="rId47"/>
    <p:sldLayoutId id="2147484088" r:id="rId48"/>
    <p:sldLayoutId id="2147484089" r:id="rId49"/>
    <p:sldLayoutId id="2147484090" r:id="rId50"/>
    <p:sldLayoutId id="2147484091" r:id="rId51"/>
    <p:sldLayoutId id="2147484092" r:id="rId52"/>
    <p:sldLayoutId id="2147484093" r:id="rId53"/>
    <p:sldLayoutId id="2147484094" r:id="rId54"/>
    <p:sldLayoutId id="2147484095" r:id="rId55"/>
    <p:sldLayoutId id="2147484096" r:id="rId56"/>
    <p:sldLayoutId id="2147484097" r:id="rId57"/>
    <p:sldLayoutId id="2147484098" r:id="rId58"/>
    <p:sldLayoutId id="2147484099" r:id="rId59"/>
    <p:sldLayoutId id="2147484100" r:id="rId60"/>
    <p:sldLayoutId id="2147484101" r:id="rId61"/>
    <p:sldLayoutId id="2147484102" r:id="rId62"/>
    <p:sldLayoutId id="2147484103" r:id="rId63"/>
    <p:sldLayoutId id="2147484104" r:id="rId64"/>
    <p:sldLayoutId id="2147484105" r:id="rId65"/>
    <p:sldLayoutId id="2147484106" r:id="rId66"/>
    <p:sldLayoutId id="2147484107" r:id="rId67"/>
    <p:sldLayoutId id="2147484108" r:id="rId68"/>
    <p:sldLayoutId id="2147484109" r:id="rId69"/>
    <p:sldLayoutId id="2147484110" r:id="rId70"/>
    <p:sldLayoutId id="2147484111" r:id="rId71"/>
    <p:sldLayoutId id="2147484112" r:id="rId72"/>
    <p:sldLayoutId id="2147484113" r:id="rId73"/>
    <p:sldLayoutId id="2147484114" r:id="rId74"/>
    <p:sldLayoutId id="2147484115" r:id="rId75"/>
    <p:sldLayoutId id="2147484116" r:id="rId76"/>
    <p:sldLayoutId id="2147484117" r:id="rId77"/>
    <p:sldLayoutId id="2147484118" r:id="rId78"/>
    <p:sldLayoutId id="2147484119" r:id="rId79"/>
    <p:sldLayoutId id="2147484120" r:id="rId80"/>
    <p:sldLayoutId id="2147484121" r:id="rId81"/>
    <p:sldLayoutId id="2147484122" r:id="rId82"/>
    <p:sldLayoutId id="2147484123" r:id="rId83"/>
    <p:sldLayoutId id="2147484124" r:id="rId84"/>
    <p:sldLayoutId id="2147484125" r:id="rId85"/>
    <p:sldLayoutId id="2147484126" r:id="rId86"/>
    <p:sldLayoutId id="2147484127" r:id="rId87"/>
    <p:sldLayoutId id="2147484128" r:id="rId88"/>
    <p:sldLayoutId id="2147484129" r:id="rId89"/>
    <p:sldLayoutId id="2147484130" r:id="rId90"/>
    <p:sldLayoutId id="2147484131" r:id="rId91"/>
    <p:sldLayoutId id="2147484132" r:id="rId92"/>
    <p:sldLayoutId id="2147484133" r:id="rId93"/>
    <p:sldLayoutId id="2147484134" r:id="rId94"/>
    <p:sldLayoutId id="2147484135" r:id="rId95"/>
    <p:sldLayoutId id="2147484136" r:id="rId96"/>
    <p:sldLayoutId id="2147484137" r:id="rId97"/>
    <p:sldLayoutId id="2147484138" r:id="rId98"/>
    <p:sldLayoutId id="2147484139" r:id="rId99"/>
    <p:sldLayoutId id="2147484140" r:id="rId100"/>
    <p:sldLayoutId id="2147484141" r:id="rId101"/>
    <p:sldLayoutId id="2147484142" r:id="rId102"/>
    <p:sldLayoutId id="2147484143" r:id="rId103"/>
    <p:sldLayoutId id="2147484144" r:id="rId104"/>
    <p:sldLayoutId id="2147484145" r:id="rId105"/>
    <p:sldLayoutId id="2147484146" r:id="rId106"/>
    <p:sldLayoutId id="2147484147" r:id="rId107"/>
    <p:sldLayoutId id="2147484148" r:id="rId108"/>
    <p:sldLayoutId id="2147484149" r:id="rId109"/>
    <p:sldLayoutId id="2147484150" r:id="rId110"/>
  </p:sldLayoutIdLst>
  <p:txStyles>
    <p:titleStyle>
      <a:lvl1pPr algn="l" defTabSz="1217070" rtl="0" eaLnBrk="1" latinLnBrk="0" hangingPunct="1">
        <a:spcBef>
          <a:spcPct val="0"/>
        </a:spcBef>
        <a:buNone/>
        <a:defRPr lang="en-US" sz="4300" b="1" kern="1200" dirty="0" smtClean="0">
          <a:solidFill>
            <a:schemeClr val="tx2"/>
          </a:solidFill>
          <a:latin typeface="Arial" pitchFamily="34" charset="0"/>
          <a:ea typeface="+mj-ea"/>
          <a:cs typeface="Arial" pitchFamily="34" charset="0"/>
        </a:defRPr>
      </a:lvl1pPr>
    </p:titleStyle>
    <p:bodyStyle>
      <a:lvl1pPr marL="386675" indent="-386675" algn="l" defTabSz="1217070" rtl="0" eaLnBrk="1" fontAlgn="base" latinLnBrk="0" hangingPunct="1">
        <a:spcBef>
          <a:spcPts val="0"/>
        </a:spcBef>
        <a:spcAft>
          <a:spcPct val="0"/>
        </a:spcAft>
        <a:buClr>
          <a:schemeClr val="bg2"/>
        </a:buClr>
        <a:buSzPct val="120000"/>
        <a:buFont typeface="Wingdings" pitchFamily="2" charset="2"/>
        <a:buChar char="§"/>
        <a:defRPr lang="en-US" sz="2400" b="0" kern="1200" baseline="0" dirty="0" smtClean="0">
          <a:solidFill>
            <a:schemeClr val="tx1"/>
          </a:solidFill>
          <a:latin typeface="Arial" pitchFamily="34" charset="0"/>
          <a:ea typeface="+mn-ea"/>
          <a:cs typeface="Arial" pitchFamily="34" charset="0"/>
        </a:defRPr>
      </a:lvl1pPr>
      <a:lvl2pPr marL="380334" indent="-380334" algn="l" defTabSz="1217070" rtl="0" eaLnBrk="1" fontAlgn="base" latinLnBrk="0" hangingPunct="1">
        <a:spcBef>
          <a:spcPts val="0"/>
        </a:spcBef>
        <a:spcAft>
          <a:spcPct val="0"/>
        </a:spcAft>
        <a:buClr>
          <a:schemeClr val="bg2"/>
        </a:buClr>
        <a:buSzPct val="100000"/>
        <a:buFont typeface="Wingdings" pitchFamily="2" charset="2"/>
        <a:buChar char="§"/>
        <a:defRPr lang="en-US" sz="2400" b="0" kern="1200" baseline="0" dirty="0" smtClean="0">
          <a:solidFill>
            <a:schemeClr val="tx1"/>
          </a:solidFill>
          <a:latin typeface="+mn-lt"/>
          <a:ea typeface="+mn-ea"/>
          <a:cs typeface="+mn-cs"/>
        </a:defRPr>
      </a:lvl2pPr>
      <a:lvl3pPr marL="760668" indent="-371877" algn="l" defTabSz="1217070" rtl="0" eaLnBrk="1" fontAlgn="base" latinLnBrk="0" hangingPunct="1">
        <a:spcBef>
          <a:spcPts val="0"/>
        </a:spcBef>
        <a:spcAft>
          <a:spcPct val="0"/>
        </a:spcAft>
        <a:buClr>
          <a:schemeClr val="bg2"/>
        </a:buClr>
        <a:buSzPct val="90000"/>
        <a:buFont typeface="Arial" pitchFamily="34" charset="0"/>
        <a:buChar char="–"/>
        <a:defRPr kumimoji="0" lang="en-US" sz="24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defRPr>
      </a:lvl3pPr>
      <a:lvl4pPr marL="1132543" indent="-371877" algn="l" defTabSz="1217070" rtl="0" eaLnBrk="1" fontAlgn="base" latinLnBrk="0" hangingPunct="1">
        <a:spcBef>
          <a:spcPts val="0"/>
        </a:spcBef>
        <a:spcAft>
          <a:spcPct val="0"/>
        </a:spcAft>
        <a:buClr>
          <a:schemeClr val="bg2"/>
        </a:buClr>
        <a:buSzPct val="80000"/>
        <a:buFont typeface="Wingdings" pitchFamily="2" charset="2"/>
        <a:buChar char="§"/>
        <a:defRPr lang="en-US" sz="2400" b="0" kern="1200" baseline="0" dirty="0" smtClean="0">
          <a:solidFill>
            <a:schemeClr val="tx1"/>
          </a:solidFill>
          <a:latin typeface="Arial" pitchFamily="34" charset="0"/>
          <a:ea typeface="+mn-ea"/>
          <a:cs typeface="+mn-cs"/>
        </a:defRPr>
      </a:lvl4pPr>
      <a:lvl5pPr marL="1512881" indent="-380334" algn="l" defTabSz="1242427" rtl="0" eaLnBrk="1" fontAlgn="base" latinLnBrk="0" hangingPunct="1">
        <a:spcBef>
          <a:spcPts val="0"/>
        </a:spcBef>
        <a:spcAft>
          <a:spcPct val="0"/>
        </a:spcAft>
        <a:buClr>
          <a:schemeClr val="bg2"/>
        </a:buClr>
        <a:buSzPct val="70000"/>
        <a:buFont typeface="Arial" pitchFamily="34" charset="0"/>
        <a:buChar char="–"/>
        <a:defRPr lang="en-US" sz="2400" b="0" kern="1200" baseline="0" dirty="0" smtClean="0">
          <a:solidFill>
            <a:schemeClr val="tx1"/>
          </a:solidFill>
          <a:latin typeface="Arial" pitchFamily="34" charset="0"/>
          <a:ea typeface="+mn-ea"/>
          <a:cs typeface="+mn-cs"/>
        </a:defRPr>
      </a:lvl5pPr>
      <a:lvl6pPr marL="1825612" indent="-321171" algn="l" defTabSz="1217070" rtl="0" eaLnBrk="1" latinLnBrk="0" hangingPunct="1">
        <a:spcBef>
          <a:spcPct val="20000"/>
        </a:spcBef>
        <a:buClr>
          <a:schemeClr val="bg2"/>
        </a:buClr>
        <a:buSzPct val="60000"/>
        <a:buFont typeface="Wingdings" pitchFamily="2" charset="2"/>
        <a:buChar char="§"/>
        <a:defRPr sz="2700" kern="1200">
          <a:solidFill>
            <a:schemeClr val="tx1"/>
          </a:solidFill>
          <a:latin typeface="Arial" pitchFamily="34" charset="0"/>
          <a:ea typeface="+mn-ea"/>
          <a:cs typeface="+mn-cs"/>
        </a:defRPr>
      </a:lvl6pPr>
      <a:lvl7pPr marL="3955479" indent="-304275" algn="l" defTabSz="1217070"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64016" indent="-304275" algn="l" defTabSz="1217070"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72552" indent="-304275" algn="l" defTabSz="1217070"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7070" rtl="0" eaLnBrk="1" latinLnBrk="0" hangingPunct="1">
        <a:defRPr sz="2400" kern="1200">
          <a:solidFill>
            <a:schemeClr val="tx1"/>
          </a:solidFill>
          <a:latin typeface="+mn-lt"/>
          <a:ea typeface="+mn-ea"/>
          <a:cs typeface="+mn-cs"/>
        </a:defRPr>
      </a:lvl1pPr>
      <a:lvl2pPr marL="608536" algn="l" defTabSz="1217070" rtl="0" eaLnBrk="1" latinLnBrk="0" hangingPunct="1">
        <a:defRPr sz="2400" kern="1200">
          <a:solidFill>
            <a:schemeClr val="tx1"/>
          </a:solidFill>
          <a:latin typeface="+mn-lt"/>
          <a:ea typeface="+mn-ea"/>
          <a:cs typeface="+mn-cs"/>
        </a:defRPr>
      </a:lvl2pPr>
      <a:lvl3pPr marL="1217070" algn="l" defTabSz="1217070" rtl="0" eaLnBrk="1" latinLnBrk="0" hangingPunct="1">
        <a:defRPr sz="2400" kern="1200">
          <a:solidFill>
            <a:schemeClr val="tx1"/>
          </a:solidFill>
          <a:latin typeface="+mn-lt"/>
          <a:ea typeface="+mn-ea"/>
          <a:cs typeface="+mn-cs"/>
        </a:defRPr>
      </a:lvl3pPr>
      <a:lvl4pPr marL="1825612" algn="l" defTabSz="1217070" rtl="0" eaLnBrk="1" latinLnBrk="0" hangingPunct="1">
        <a:defRPr sz="2400" kern="1200">
          <a:solidFill>
            <a:schemeClr val="tx1"/>
          </a:solidFill>
          <a:latin typeface="+mn-lt"/>
          <a:ea typeface="+mn-ea"/>
          <a:cs typeface="+mn-cs"/>
        </a:defRPr>
      </a:lvl4pPr>
      <a:lvl5pPr marL="2434141" algn="l" defTabSz="1217070" rtl="0" eaLnBrk="1" latinLnBrk="0" hangingPunct="1">
        <a:defRPr sz="2400" kern="1200">
          <a:solidFill>
            <a:schemeClr val="tx1"/>
          </a:solidFill>
          <a:latin typeface="+mn-lt"/>
          <a:ea typeface="+mn-ea"/>
          <a:cs typeface="+mn-cs"/>
        </a:defRPr>
      </a:lvl5pPr>
      <a:lvl6pPr marL="3042674" algn="l" defTabSz="1217070" rtl="0" eaLnBrk="1" latinLnBrk="0" hangingPunct="1">
        <a:defRPr sz="2400" kern="1200">
          <a:solidFill>
            <a:schemeClr val="tx1"/>
          </a:solidFill>
          <a:latin typeface="+mn-lt"/>
          <a:ea typeface="+mn-ea"/>
          <a:cs typeface="+mn-cs"/>
        </a:defRPr>
      </a:lvl6pPr>
      <a:lvl7pPr marL="3651217" algn="l" defTabSz="1217070" rtl="0" eaLnBrk="1" latinLnBrk="0" hangingPunct="1">
        <a:defRPr sz="2400" kern="1200">
          <a:solidFill>
            <a:schemeClr val="tx1"/>
          </a:solidFill>
          <a:latin typeface="+mn-lt"/>
          <a:ea typeface="+mn-ea"/>
          <a:cs typeface="+mn-cs"/>
        </a:defRPr>
      </a:lvl7pPr>
      <a:lvl8pPr marL="4259746" algn="l" defTabSz="1217070" rtl="0" eaLnBrk="1" latinLnBrk="0" hangingPunct="1">
        <a:defRPr sz="2400" kern="1200">
          <a:solidFill>
            <a:schemeClr val="tx1"/>
          </a:solidFill>
          <a:latin typeface="+mn-lt"/>
          <a:ea typeface="+mn-ea"/>
          <a:cs typeface="+mn-cs"/>
        </a:defRPr>
      </a:lvl8pPr>
      <a:lvl9pPr marL="4868282" algn="l" defTabSz="1217070" rtl="0" eaLnBrk="1" latinLnBrk="0" hangingPunct="1">
        <a:defRPr sz="24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descr="Ridge.pdf"/>
          <p:cNvPicPr>
            <a:picLocks noChangeAspect="1"/>
          </p:cNvPicPr>
          <p:nvPr/>
        </p:nvPicPr>
        <p:blipFill>
          <a:blip r:embed="rId7"/>
          <a:stretch>
            <a:fillRect/>
          </a:stretch>
        </p:blipFill>
        <p:spPr bwMode="ltGray">
          <a:xfrm>
            <a:off x="613" y="46"/>
            <a:ext cx="3025650" cy="825692"/>
          </a:xfrm>
          <a:prstGeom prst="rect">
            <a:avLst/>
          </a:prstGeom>
        </p:spPr>
      </p:pic>
      <p:sp>
        <p:nvSpPr>
          <p:cNvPr id="2" name="Title Placeholder 1"/>
          <p:cNvSpPr>
            <a:spLocks noGrp="1"/>
          </p:cNvSpPr>
          <p:nvPr>
            <p:ph type="title"/>
          </p:nvPr>
        </p:nvSpPr>
        <p:spPr>
          <a:xfrm>
            <a:off x="624220" y="711393"/>
            <a:ext cx="10945241" cy="36933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1" fontAlgn="base" hangingPunct="1">
              <a:spcBef>
                <a:spcPct val="0"/>
              </a:spcBef>
              <a:spcAft>
                <a:spcPct val="0"/>
              </a:spcAft>
            </a:pPr>
            <a:r>
              <a:rPr lang="en-US"/>
              <a:t>Click to edit Master title style</a:t>
            </a:r>
            <a:endParaRPr lang="en-US" dirty="0"/>
          </a:p>
        </p:txBody>
      </p:sp>
      <p:sp>
        <p:nvSpPr>
          <p:cNvPr id="3" name="Text Placeholder 2"/>
          <p:cNvSpPr>
            <a:spLocks noGrp="1"/>
          </p:cNvSpPr>
          <p:nvPr>
            <p:ph type="body" idx="1"/>
          </p:nvPr>
        </p:nvSpPr>
        <p:spPr>
          <a:xfrm>
            <a:off x="641165" y="1972122"/>
            <a:ext cx="10945241" cy="1538883"/>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marL="569463" marR="0" lvl="2" indent="-278406" algn="l" defTabSz="911140" rtl="0" eaLnBrk="1" fontAlgn="base" latinLnBrk="0" hangingPunct="1">
              <a:lnSpc>
                <a:spcPct val="100000"/>
              </a:lnSpc>
              <a:spcBef>
                <a:spcPts val="0"/>
              </a:spcBef>
              <a:spcAft>
                <a:spcPts val="0"/>
              </a:spcAft>
              <a:buClr>
                <a:schemeClr val="bg2"/>
              </a:buClr>
              <a:buSzPct val="90000"/>
              <a:buFont typeface="Arial" pitchFamily="34" charset="0"/>
              <a:buChar char="–"/>
              <a:tabLst/>
              <a:defRPr/>
            </a:pPr>
            <a:r>
              <a:rPr lang="en-US" dirty="0"/>
              <a:t>First level</a:t>
            </a:r>
          </a:p>
          <a:p>
            <a:pPr lvl="3"/>
            <a:r>
              <a:rPr lang="en-US" dirty="0"/>
              <a:t>Second level</a:t>
            </a:r>
          </a:p>
          <a:p>
            <a:pPr lvl="4"/>
            <a:r>
              <a:rPr lang="en-US" dirty="0"/>
              <a:t>Third level</a:t>
            </a:r>
          </a:p>
          <a:p>
            <a:pPr lvl="5"/>
            <a:r>
              <a:rPr lang="en-US" dirty="0"/>
              <a:t>Fifth level</a:t>
            </a:r>
          </a:p>
        </p:txBody>
      </p:sp>
    </p:spTree>
    <p:extLst>
      <p:ext uri="{BB962C8B-B14F-4D97-AF65-F5344CB8AC3E}">
        <p14:creationId xmlns:p14="http://schemas.microsoft.com/office/powerpoint/2010/main" val="807419442"/>
      </p:ext>
    </p:extLst>
  </p:cSld>
  <p:clrMap bg1="lt1" tx1="dk1" bg2="lt2" tx2="dk2" accent1="accent1" accent2="accent2" accent3="accent3" accent4="accent4" accent5="accent5" accent6="accent6" hlink="hlink" folHlink="folHlink"/>
  <p:sldLayoutIdLst>
    <p:sldLayoutId id="2147484191" r:id="rId1"/>
    <p:sldLayoutId id="2147484192" r:id="rId2"/>
    <p:sldLayoutId id="2147484194" r:id="rId3"/>
    <p:sldLayoutId id="2147484195" r:id="rId4"/>
    <p:sldLayoutId id="2147484197" r:id="rId5"/>
  </p:sldLayoutIdLst>
  <p:txStyles>
    <p:titleStyle>
      <a:lvl1pPr algn="l" defTabSz="911140" rtl="0" eaLnBrk="1" latinLnBrk="0" hangingPunct="1">
        <a:spcBef>
          <a:spcPct val="0"/>
        </a:spcBef>
        <a:buNone/>
        <a:defRPr lang="en-US" sz="2400" b="1" kern="1200" dirty="0" smtClean="0">
          <a:solidFill>
            <a:schemeClr val="tx2"/>
          </a:solidFill>
          <a:latin typeface="Arial" pitchFamily="34" charset="0"/>
          <a:ea typeface="+mj-ea"/>
          <a:cs typeface="Arial" pitchFamily="34" charset="0"/>
        </a:defRPr>
      </a:lvl1pPr>
    </p:titleStyle>
    <p:bodyStyle>
      <a:lvl1pPr marL="289480" indent="-289480" algn="l" defTabSz="911140" rtl="0" eaLnBrk="1" fontAlgn="base" latinLnBrk="0" hangingPunct="1">
        <a:spcBef>
          <a:spcPts val="0"/>
        </a:spcBef>
        <a:spcAft>
          <a:spcPct val="0"/>
        </a:spcAft>
        <a:buClr>
          <a:schemeClr val="bg2"/>
        </a:buClr>
        <a:buSzPct val="120000"/>
        <a:buFont typeface="Wingdings" pitchFamily="2" charset="2"/>
        <a:buChar char="§"/>
        <a:defRPr lang="en-US" sz="1900" b="0" kern="1200" baseline="0" dirty="0" smtClean="0">
          <a:solidFill>
            <a:schemeClr val="tx1"/>
          </a:solidFill>
          <a:latin typeface="Arial" pitchFamily="34" charset="0"/>
          <a:ea typeface="+mn-ea"/>
          <a:cs typeface="Arial" pitchFamily="34" charset="0"/>
        </a:defRPr>
      </a:lvl1pPr>
      <a:lvl2pPr marL="284734" indent="-284734" algn="l" defTabSz="911140" rtl="0" eaLnBrk="1" fontAlgn="base" latinLnBrk="0" hangingPunct="1">
        <a:spcBef>
          <a:spcPts val="0"/>
        </a:spcBef>
        <a:spcAft>
          <a:spcPct val="0"/>
        </a:spcAft>
        <a:buClr>
          <a:schemeClr val="bg2"/>
        </a:buClr>
        <a:buSzPct val="100000"/>
        <a:buFont typeface="Wingdings" pitchFamily="2" charset="2"/>
        <a:buChar char="§"/>
        <a:defRPr lang="en-US" sz="1900" b="0" kern="1200" baseline="0" dirty="0" smtClean="0">
          <a:solidFill>
            <a:schemeClr val="tx1"/>
          </a:solidFill>
          <a:latin typeface="+mn-lt"/>
          <a:ea typeface="+mn-ea"/>
          <a:cs typeface="+mn-cs"/>
        </a:defRPr>
      </a:lvl2pPr>
      <a:lvl3pPr marL="569463" indent="-278406" algn="l" defTabSz="911140" rtl="0" eaLnBrk="1" fontAlgn="base" latinLnBrk="0" hangingPunct="1">
        <a:spcBef>
          <a:spcPts val="0"/>
        </a:spcBef>
        <a:spcAft>
          <a:spcPct val="0"/>
        </a:spcAft>
        <a:buClr>
          <a:schemeClr val="bg2"/>
        </a:buClr>
        <a:buSzPct val="90000"/>
        <a:buFont typeface="Arial" pitchFamily="34" charset="0"/>
        <a:buChar char="–"/>
        <a:defRPr kumimoji="0" lang="en-US" sz="19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defRPr>
      </a:lvl3pPr>
      <a:lvl4pPr marL="847863" indent="-278406" algn="l" defTabSz="911140" rtl="0" eaLnBrk="1" fontAlgn="base" latinLnBrk="0" hangingPunct="1">
        <a:spcBef>
          <a:spcPts val="0"/>
        </a:spcBef>
        <a:spcAft>
          <a:spcPct val="0"/>
        </a:spcAft>
        <a:buClr>
          <a:schemeClr val="bg2"/>
        </a:buClr>
        <a:buSzPct val="80000"/>
        <a:buFont typeface="Wingdings" pitchFamily="2" charset="2"/>
        <a:buChar char="§"/>
        <a:defRPr lang="en-US" sz="1900" b="0" kern="1200" baseline="0" dirty="0" smtClean="0">
          <a:solidFill>
            <a:schemeClr val="tx1"/>
          </a:solidFill>
          <a:latin typeface="Arial" pitchFamily="34" charset="0"/>
          <a:ea typeface="+mn-ea"/>
          <a:cs typeface="+mn-cs"/>
        </a:defRPr>
      </a:lvl4pPr>
      <a:lvl5pPr marL="1132592" indent="-284734" algn="l" defTabSz="930110" rtl="0" eaLnBrk="1" fontAlgn="base" latinLnBrk="0" hangingPunct="1">
        <a:spcBef>
          <a:spcPts val="0"/>
        </a:spcBef>
        <a:spcAft>
          <a:spcPct val="0"/>
        </a:spcAft>
        <a:buClr>
          <a:schemeClr val="bg2"/>
        </a:buClr>
        <a:buSzPct val="70000"/>
        <a:buFont typeface="Arial" pitchFamily="34" charset="0"/>
        <a:buChar char="–"/>
        <a:defRPr lang="en-US" sz="1900" b="0" kern="1200" baseline="0" dirty="0" smtClean="0">
          <a:solidFill>
            <a:schemeClr val="tx1"/>
          </a:solidFill>
          <a:latin typeface="Arial" pitchFamily="34" charset="0"/>
          <a:ea typeface="+mn-ea"/>
          <a:cs typeface="+mn-cs"/>
        </a:defRPr>
      </a:lvl5pPr>
      <a:lvl6pPr marL="1366708" indent="-240439" algn="l" defTabSz="911140" rtl="0" eaLnBrk="1" latinLnBrk="0" hangingPunct="1">
        <a:spcBef>
          <a:spcPct val="20000"/>
        </a:spcBef>
        <a:buClr>
          <a:schemeClr val="bg2"/>
        </a:buClr>
        <a:buSzPct val="60000"/>
        <a:buFont typeface="Wingdings" pitchFamily="2" charset="2"/>
        <a:buChar char="§"/>
        <a:defRPr sz="2000" kern="1200">
          <a:solidFill>
            <a:schemeClr val="tx1"/>
          </a:solidFill>
          <a:latin typeface="Arial" pitchFamily="34" charset="0"/>
          <a:ea typeface="+mn-ea"/>
          <a:cs typeface="+mn-cs"/>
        </a:defRPr>
      </a:lvl6pPr>
      <a:lvl7pPr marL="2961196" indent="-227796" algn="l" defTabSz="91114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16764" indent="-227796" algn="l" defTabSz="91114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2338" indent="-227796" algn="l" defTabSz="91114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1140" rtl="0" eaLnBrk="1" latinLnBrk="0" hangingPunct="1">
        <a:defRPr sz="1900" kern="1200">
          <a:solidFill>
            <a:schemeClr val="tx1"/>
          </a:solidFill>
          <a:latin typeface="+mn-lt"/>
          <a:ea typeface="+mn-ea"/>
          <a:cs typeface="+mn-cs"/>
        </a:defRPr>
      </a:lvl1pPr>
      <a:lvl2pPr marL="455573" algn="l" defTabSz="911140" rtl="0" eaLnBrk="1" latinLnBrk="0" hangingPunct="1">
        <a:defRPr sz="1900" kern="1200">
          <a:solidFill>
            <a:schemeClr val="tx1"/>
          </a:solidFill>
          <a:latin typeface="+mn-lt"/>
          <a:ea typeface="+mn-ea"/>
          <a:cs typeface="+mn-cs"/>
        </a:defRPr>
      </a:lvl2pPr>
      <a:lvl3pPr marL="911140" algn="l" defTabSz="911140" rtl="0" eaLnBrk="1" latinLnBrk="0" hangingPunct="1">
        <a:defRPr sz="1900" kern="1200">
          <a:solidFill>
            <a:schemeClr val="tx1"/>
          </a:solidFill>
          <a:latin typeface="+mn-lt"/>
          <a:ea typeface="+mn-ea"/>
          <a:cs typeface="+mn-cs"/>
        </a:defRPr>
      </a:lvl3pPr>
      <a:lvl4pPr marL="1366708" algn="l" defTabSz="911140" rtl="0" eaLnBrk="1" latinLnBrk="0" hangingPunct="1">
        <a:defRPr sz="1900" kern="1200">
          <a:solidFill>
            <a:schemeClr val="tx1"/>
          </a:solidFill>
          <a:latin typeface="+mn-lt"/>
          <a:ea typeface="+mn-ea"/>
          <a:cs typeface="+mn-cs"/>
        </a:defRPr>
      </a:lvl4pPr>
      <a:lvl5pPr marL="1822272" algn="l" defTabSz="911140" rtl="0" eaLnBrk="1" latinLnBrk="0" hangingPunct="1">
        <a:defRPr sz="1900" kern="1200">
          <a:solidFill>
            <a:schemeClr val="tx1"/>
          </a:solidFill>
          <a:latin typeface="+mn-lt"/>
          <a:ea typeface="+mn-ea"/>
          <a:cs typeface="+mn-cs"/>
        </a:defRPr>
      </a:lvl5pPr>
      <a:lvl6pPr marL="2277851" algn="l" defTabSz="911140" rtl="0" eaLnBrk="1" latinLnBrk="0" hangingPunct="1">
        <a:defRPr sz="1900" kern="1200">
          <a:solidFill>
            <a:schemeClr val="tx1"/>
          </a:solidFill>
          <a:latin typeface="+mn-lt"/>
          <a:ea typeface="+mn-ea"/>
          <a:cs typeface="+mn-cs"/>
        </a:defRPr>
      </a:lvl6pPr>
      <a:lvl7pPr marL="2733413" algn="l" defTabSz="911140" rtl="0" eaLnBrk="1" latinLnBrk="0" hangingPunct="1">
        <a:defRPr sz="1900" kern="1200">
          <a:solidFill>
            <a:schemeClr val="tx1"/>
          </a:solidFill>
          <a:latin typeface="+mn-lt"/>
          <a:ea typeface="+mn-ea"/>
          <a:cs typeface="+mn-cs"/>
        </a:defRPr>
      </a:lvl7pPr>
      <a:lvl8pPr marL="3188981" algn="l" defTabSz="911140" rtl="0" eaLnBrk="1" latinLnBrk="0" hangingPunct="1">
        <a:defRPr sz="1900" kern="1200">
          <a:solidFill>
            <a:schemeClr val="tx1"/>
          </a:solidFill>
          <a:latin typeface="+mn-lt"/>
          <a:ea typeface="+mn-ea"/>
          <a:cs typeface="+mn-cs"/>
        </a:defRPr>
      </a:lvl8pPr>
      <a:lvl9pPr marL="3644546" algn="l" defTabSz="911140" rtl="0" eaLnBrk="1" latinLnBrk="0" hangingPunct="1">
        <a:defRPr sz="19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7" descr="Ridge.pdf"/>
          <p:cNvPicPr>
            <a:picLocks noChangeAspect="1"/>
          </p:cNvPicPr>
          <p:nvPr/>
        </p:nvPicPr>
        <p:blipFill>
          <a:blip r:embed="rId20" cstate="email">
            <a:extLst>
              <a:ext uri="{28A0092B-C50C-407E-A947-70E740481C1C}">
                <a14:useLocalDpi xmlns:a14="http://schemas.microsoft.com/office/drawing/2010/main"/>
              </a:ext>
            </a:extLst>
          </a:blip>
          <a:srcRect/>
          <a:stretch>
            <a:fillRect/>
          </a:stretch>
        </p:blipFill>
        <p:spPr bwMode="ltGray">
          <a:xfrm>
            <a:off x="34" y="11"/>
            <a:ext cx="3025651" cy="825691"/>
          </a:xfrm>
          <a:prstGeom prst="rect">
            <a:avLst/>
          </a:prstGeom>
          <a:noFill/>
          <a:ln w="9525">
            <a:noFill/>
            <a:miter lim="800000"/>
            <a:headEnd/>
            <a:tailEnd/>
          </a:ln>
        </p:spPr>
      </p:pic>
      <p:sp>
        <p:nvSpPr>
          <p:cNvPr id="1027" name="Title Placeholder 1"/>
          <p:cNvSpPr>
            <a:spLocks noGrp="1"/>
          </p:cNvSpPr>
          <p:nvPr>
            <p:ph type="title"/>
          </p:nvPr>
        </p:nvSpPr>
        <p:spPr bwMode="auto">
          <a:xfrm>
            <a:off x="624188" y="711388"/>
            <a:ext cx="10945241" cy="600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a:t>Click to edit Master title style</a:t>
            </a:r>
          </a:p>
        </p:txBody>
      </p:sp>
      <p:sp>
        <p:nvSpPr>
          <p:cNvPr id="3" name="Text Placeholder 2"/>
          <p:cNvSpPr>
            <a:spLocks noGrp="1"/>
          </p:cNvSpPr>
          <p:nvPr>
            <p:ph type="body" idx="1"/>
          </p:nvPr>
        </p:nvSpPr>
        <p:spPr>
          <a:xfrm>
            <a:off x="641131" y="1972131"/>
            <a:ext cx="10945241" cy="155119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lvl="2"/>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11667885" y="6599751"/>
            <a:ext cx="299313" cy="184666"/>
          </a:xfrm>
          <a:prstGeom prst="rect">
            <a:avLst/>
          </a:prstGeom>
          <a:noFill/>
          <a:ln w="9525">
            <a:noFill/>
            <a:miter lim="800000"/>
            <a:headEnd/>
            <a:tailEnd/>
          </a:ln>
        </p:spPr>
        <p:txBody>
          <a:bodyPr wrap="none" lIns="0" tIns="0" rIns="0" bIns="0" anchor="ctr">
            <a:spAutoFit/>
          </a:bodyPr>
          <a:lstStyle/>
          <a:p>
            <a:pPr algn="r" defTabSz="1087066" fontAlgn="auto">
              <a:spcBef>
                <a:spcPts val="0"/>
              </a:spcBef>
              <a:spcAft>
                <a:spcPts val="0"/>
              </a:spcAft>
              <a:defRPr/>
            </a:pPr>
            <a:fld id="{E9B6AED2-E616-4CD5-862A-CB15F603EB39}" type="slidenum">
              <a:rPr lang="en-US" sz="1200">
                <a:solidFill>
                  <a:prstClr val="black">
                    <a:lumMod val="85000"/>
                    <a:lumOff val="15000"/>
                  </a:prstClr>
                </a:solidFill>
                <a:latin typeface="Arial"/>
              </a:rPr>
              <a:pPr algn="r" defTabSz="1087066" fontAlgn="auto">
                <a:spcBef>
                  <a:spcPts val="0"/>
                </a:spcBef>
                <a:spcAft>
                  <a:spcPts val="0"/>
                </a:spcAft>
                <a:defRPr/>
              </a:pPr>
              <a:t>‹#›</a:t>
            </a:fld>
            <a:endParaRPr lang="en-US" sz="1200" dirty="0">
              <a:solidFill>
                <a:prstClr val="black">
                  <a:lumMod val="85000"/>
                  <a:lumOff val="15000"/>
                </a:prstClr>
              </a:solidFill>
              <a:latin typeface="Arial"/>
            </a:endParaRPr>
          </a:p>
        </p:txBody>
      </p:sp>
      <p:sp>
        <p:nvSpPr>
          <p:cNvPr id="7" name="TextBox 20"/>
          <p:cNvSpPr txBox="1">
            <a:spLocks noChangeArrowheads="1"/>
          </p:cNvSpPr>
          <p:nvPr/>
        </p:nvSpPr>
        <p:spPr bwMode="gray">
          <a:xfrm>
            <a:off x="641104" y="6630967"/>
            <a:ext cx="3323026" cy="169277"/>
          </a:xfrm>
          <a:prstGeom prst="rect">
            <a:avLst/>
          </a:prstGeom>
          <a:noFill/>
          <a:ln w="9525">
            <a:noFill/>
            <a:miter lim="800000"/>
            <a:headEnd/>
            <a:tailEnd/>
          </a:ln>
        </p:spPr>
        <p:txBody>
          <a:bodyPr wrap="none" lIns="0" tIns="0" rIns="0" bIns="0">
            <a:spAutoFit/>
          </a:bodyPr>
          <a:lstStyle/>
          <a:p>
            <a:pPr defTabSz="1087066" fontAlgn="auto">
              <a:spcBef>
                <a:spcPts val="0"/>
              </a:spcBef>
              <a:spcAft>
                <a:spcPts val="0"/>
              </a:spcAft>
              <a:defRPr/>
            </a:pPr>
            <a:r>
              <a:rPr lang="en-US" sz="1100" dirty="0">
                <a:solidFill>
                  <a:srgbClr val="6D6E71"/>
                </a:solidFill>
                <a:latin typeface="Arial"/>
              </a:rPr>
              <a:t>Copyright © 2015 Tech Mahindra. All rights reserved.</a:t>
            </a:r>
          </a:p>
        </p:txBody>
      </p:sp>
    </p:spTree>
    <p:extLst>
      <p:ext uri="{BB962C8B-B14F-4D97-AF65-F5344CB8AC3E}">
        <p14:creationId xmlns:p14="http://schemas.microsoft.com/office/powerpoint/2010/main" val="1411335466"/>
      </p:ext>
    </p:extLst>
  </p:cSld>
  <p:clrMap bg1="lt1" tx1="dk1" bg2="lt2" tx2="dk2" accent1="accent1" accent2="accent2" accent3="accent3" accent4="accent4" accent5="accent5" accent6="accent6" hlink="hlink" folHlink="folHlink"/>
  <p:sldLayoutIdLst>
    <p:sldLayoutId id="2147484208" r:id="rId1"/>
    <p:sldLayoutId id="2147484209" r:id="rId2"/>
    <p:sldLayoutId id="2147484210" r:id="rId3"/>
    <p:sldLayoutId id="2147484211" r:id="rId4"/>
    <p:sldLayoutId id="2147484212" r:id="rId5"/>
    <p:sldLayoutId id="2147484213" r:id="rId6"/>
    <p:sldLayoutId id="2147484214" r:id="rId7"/>
    <p:sldLayoutId id="2147484215" r:id="rId8"/>
    <p:sldLayoutId id="2147484216" r:id="rId9"/>
    <p:sldLayoutId id="2147484217" r:id="rId10"/>
    <p:sldLayoutId id="2147484218" r:id="rId11"/>
    <p:sldLayoutId id="2147484219" r:id="rId12"/>
    <p:sldLayoutId id="2147484220" r:id="rId13"/>
    <p:sldLayoutId id="2147484221" r:id="rId14"/>
    <p:sldLayoutId id="2147484222" r:id="rId15"/>
    <p:sldLayoutId id="2147484223" r:id="rId16"/>
    <p:sldLayoutId id="2147484224" r:id="rId17"/>
    <p:sldLayoutId id="2147484225" r:id="rId18"/>
  </p:sldLayoutIdLst>
  <p:txStyles>
    <p:titleStyle>
      <a:lvl1pPr algn="l" rtl="0" eaLnBrk="1" fontAlgn="base" hangingPunct="1">
        <a:spcBef>
          <a:spcPct val="0"/>
        </a:spcBef>
        <a:spcAft>
          <a:spcPct val="0"/>
        </a:spcAft>
        <a:defRPr lang="en-US" sz="3900" b="1" kern="1200" dirty="0">
          <a:solidFill>
            <a:schemeClr val="tx2"/>
          </a:solidFill>
          <a:latin typeface="Arial" pitchFamily="34" charset="0"/>
          <a:ea typeface="+mj-ea"/>
          <a:cs typeface="Arial" pitchFamily="34" charset="0"/>
        </a:defRPr>
      </a:lvl1pPr>
      <a:lvl2pPr algn="l" rtl="0" eaLnBrk="1" fontAlgn="base" hangingPunct="1">
        <a:spcBef>
          <a:spcPct val="0"/>
        </a:spcBef>
        <a:spcAft>
          <a:spcPct val="0"/>
        </a:spcAft>
        <a:defRPr sz="3900" b="1">
          <a:solidFill>
            <a:schemeClr val="tx2"/>
          </a:solidFill>
          <a:latin typeface="Arial" charset="0"/>
          <a:cs typeface="Arial" charset="0"/>
        </a:defRPr>
      </a:lvl2pPr>
      <a:lvl3pPr algn="l" rtl="0" eaLnBrk="1" fontAlgn="base" hangingPunct="1">
        <a:spcBef>
          <a:spcPct val="0"/>
        </a:spcBef>
        <a:spcAft>
          <a:spcPct val="0"/>
        </a:spcAft>
        <a:defRPr sz="3900" b="1">
          <a:solidFill>
            <a:schemeClr val="tx2"/>
          </a:solidFill>
          <a:latin typeface="Arial" charset="0"/>
          <a:cs typeface="Arial" charset="0"/>
        </a:defRPr>
      </a:lvl3pPr>
      <a:lvl4pPr algn="l" rtl="0" eaLnBrk="1" fontAlgn="base" hangingPunct="1">
        <a:spcBef>
          <a:spcPct val="0"/>
        </a:spcBef>
        <a:spcAft>
          <a:spcPct val="0"/>
        </a:spcAft>
        <a:defRPr sz="3900" b="1">
          <a:solidFill>
            <a:schemeClr val="tx2"/>
          </a:solidFill>
          <a:latin typeface="Arial" charset="0"/>
          <a:cs typeface="Arial" charset="0"/>
        </a:defRPr>
      </a:lvl4pPr>
      <a:lvl5pPr algn="l" rtl="0" eaLnBrk="1" fontAlgn="base" hangingPunct="1">
        <a:spcBef>
          <a:spcPct val="0"/>
        </a:spcBef>
        <a:spcAft>
          <a:spcPct val="0"/>
        </a:spcAft>
        <a:defRPr sz="3900" b="1">
          <a:solidFill>
            <a:schemeClr val="tx2"/>
          </a:solidFill>
          <a:latin typeface="Arial" charset="0"/>
          <a:cs typeface="Arial" charset="0"/>
        </a:defRPr>
      </a:lvl5pPr>
      <a:lvl6pPr marL="543531" algn="l" rtl="0" eaLnBrk="1" fontAlgn="base" hangingPunct="1">
        <a:spcBef>
          <a:spcPct val="0"/>
        </a:spcBef>
        <a:spcAft>
          <a:spcPct val="0"/>
        </a:spcAft>
        <a:defRPr sz="3900" b="1">
          <a:solidFill>
            <a:schemeClr val="tx2"/>
          </a:solidFill>
          <a:latin typeface="Arial" charset="0"/>
          <a:cs typeface="Arial" charset="0"/>
        </a:defRPr>
      </a:lvl6pPr>
      <a:lvl7pPr marL="1087066" algn="l" rtl="0" eaLnBrk="1" fontAlgn="base" hangingPunct="1">
        <a:spcBef>
          <a:spcPct val="0"/>
        </a:spcBef>
        <a:spcAft>
          <a:spcPct val="0"/>
        </a:spcAft>
        <a:defRPr sz="3900" b="1">
          <a:solidFill>
            <a:schemeClr val="tx2"/>
          </a:solidFill>
          <a:latin typeface="Arial" charset="0"/>
          <a:cs typeface="Arial" charset="0"/>
        </a:defRPr>
      </a:lvl7pPr>
      <a:lvl8pPr marL="1630597" algn="l" rtl="0" eaLnBrk="1" fontAlgn="base" hangingPunct="1">
        <a:spcBef>
          <a:spcPct val="0"/>
        </a:spcBef>
        <a:spcAft>
          <a:spcPct val="0"/>
        </a:spcAft>
        <a:defRPr sz="3900" b="1">
          <a:solidFill>
            <a:schemeClr val="tx2"/>
          </a:solidFill>
          <a:latin typeface="Arial" charset="0"/>
          <a:cs typeface="Arial" charset="0"/>
        </a:defRPr>
      </a:lvl8pPr>
      <a:lvl9pPr marL="2174130" algn="l" rtl="0" eaLnBrk="1" fontAlgn="base" hangingPunct="1">
        <a:spcBef>
          <a:spcPct val="0"/>
        </a:spcBef>
        <a:spcAft>
          <a:spcPct val="0"/>
        </a:spcAft>
        <a:defRPr sz="3900" b="1">
          <a:solidFill>
            <a:schemeClr val="tx2"/>
          </a:solidFill>
          <a:latin typeface="Arial" charset="0"/>
          <a:cs typeface="Arial" charset="0"/>
        </a:defRPr>
      </a:lvl9pPr>
    </p:titleStyle>
    <p:bodyStyle>
      <a:lvl1pPr marL="345372" indent="-345372"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Arial" pitchFamily="34" charset="0"/>
          <a:ea typeface="+mn-ea"/>
          <a:cs typeface="Arial" pitchFamily="34" charset="0"/>
        </a:defRPr>
      </a:lvl1pPr>
      <a:lvl2pPr marL="339709" indent="-339709"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679415" indent="-332155"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Arial" pitchFamily="34" charset="0"/>
          <a:ea typeface="+mn-ea"/>
          <a:cs typeface="Arial" pitchFamily="34" charset="0"/>
        </a:defRPr>
      </a:lvl3pPr>
      <a:lvl4pPr marL="1011576" indent="-332155"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Arial" pitchFamily="34" charset="0"/>
          <a:ea typeface="+mn-ea"/>
          <a:cs typeface="Arial" charset="0"/>
        </a:defRPr>
      </a:lvl4pPr>
      <a:lvl5pPr marL="1351285" indent="-339709" algn="l" defTabSz="1109715"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Arial" pitchFamily="34" charset="0"/>
          <a:ea typeface="+mn-ea"/>
          <a:cs typeface="Arial" charset="0"/>
        </a:defRPr>
      </a:lvl5pPr>
      <a:lvl6pPr marL="1630597" indent="-286866" algn="l" defTabSz="1087066" rtl="0" eaLnBrk="1" latinLnBrk="0" hangingPunct="1">
        <a:spcBef>
          <a:spcPct val="20000"/>
        </a:spcBef>
        <a:buClr>
          <a:schemeClr val="bg2"/>
        </a:buClr>
        <a:buSzPct val="60000"/>
        <a:buFont typeface="Wingdings" pitchFamily="2" charset="2"/>
        <a:buChar char="§"/>
        <a:defRPr sz="2400" kern="1200">
          <a:solidFill>
            <a:schemeClr val="tx1"/>
          </a:solidFill>
          <a:latin typeface="Arial" pitchFamily="34" charset="0"/>
          <a:ea typeface="+mn-ea"/>
          <a:cs typeface="+mn-cs"/>
        </a:defRPr>
      </a:lvl6pPr>
      <a:lvl7pPr marL="3532959" indent="-271763" algn="l" defTabSz="108706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493" indent="-271763" algn="l" defTabSz="108706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0026" indent="-271763" algn="l" defTabSz="1087066"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87066" rtl="0" eaLnBrk="1" latinLnBrk="0" hangingPunct="1">
        <a:defRPr sz="2000" kern="1200">
          <a:solidFill>
            <a:schemeClr val="tx1"/>
          </a:solidFill>
          <a:latin typeface="+mn-lt"/>
          <a:ea typeface="+mn-ea"/>
          <a:cs typeface="+mn-cs"/>
        </a:defRPr>
      </a:lvl1pPr>
      <a:lvl2pPr marL="543531" algn="l" defTabSz="1087066" rtl="0" eaLnBrk="1" latinLnBrk="0" hangingPunct="1">
        <a:defRPr sz="2000" kern="1200">
          <a:solidFill>
            <a:schemeClr val="tx1"/>
          </a:solidFill>
          <a:latin typeface="+mn-lt"/>
          <a:ea typeface="+mn-ea"/>
          <a:cs typeface="+mn-cs"/>
        </a:defRPr>
      </a:lvl2pPr>
      <a:lvl3pPr marL="1087066" algn="l" defTabSz="1087066" rtl="0" eaLnBrk="1" latinLnBrk="0" hangingPunct="1">
        <a:defRPr sz="2000" kern="1200">
          <a:solidFill>
            <a:schemeClr val="tx1"/>
          </a:solidFill>
          <a:latin typeface="+mn-lt"/>
          <a:ea typeface="+mn-ea"/>
          <a:cs typeface="+mn-cs"/>
        </a:defRPr>
      </a:lvl3pPr>
      <a:lvl4pPr marL="1630597" algn="l" defTabSz="1087066" rtl="0" eaLnBrk="1" latinLnBrk="0" hangingPunct="1">
        <a:defRPr sz="2000" kern="1200">
          <a:solidFill>
            <a:schemeClr val="tx1"/>
          </a:solidFill>
          <a:latin typeface="+mn-lt"/>
          <a:ea typeface="+mn-ea"/>
          <a:cs typeface="+mn-cs"/>
        </a:defRPr>
      </a:lvl4pPr>
      <a:lvl5pPr marL="2174130" algn="l" defTabSz="1087066" rtl="0" eaLnBrk="1" latinLnBrk="0" hangingPunct="1">
        <a:defRPr sz="2000" kern="1200">
          <a:solidFill>
            <a:schemeClr val="tx1"/>
          </a:solidFill>
          <a:latin typeface="+mn-lt"/>
          <a:ea typeface="+mn-ea"/>
          <a:cs typeface="+mn-cs"/>
        </a:defRPr>
      </a:lvl5pPr>
      <a:lvl6pPr marL="2717663" algn="l" defTabSz="1087066" rtl="0" eaLnBrk="1" latinLnBrk="0" hangingPunct="1">
        <a:defRPr sz="2000" kern="1200">
          <a:solidFill>
            <a:schemeClr val="tx1"/>
          </a:solidFill>
          <a:latin typeface="+mn-lt"/>
          <a:ea typeface="+mn-ea"/>
          <a:cs typeface="+mn-cs"/>
        </a:defRPr>
      </a:lvl6pPr>
      <a:lvl7pPr marL="3261196" algn="l" defTabSz="1087066" rtl="0" eaLnBrk="1" latinLnBrk="0" hangingPunct="1">
        <a:defRPr sz="2000" kern="1200">
          <a:solidFill>
            <a:schemeClr val="tx1"/>
          </a:solidFill>
          <a:latin typeface="+mn-lt"/>
          <a:ea typeface="+mn-ea"/>
          <a:cs typeface="+mn-cs"/>
        </a:defRPr>
      </a:lvl7pPr>
      <a:lvl8pPr marL="3804727" algn="l" defTabSz="1087066" rtl="0" eaLnBrk="1" latinLnBrk="0" hangingPunct="1">
        <a:defRPr sz="2000" kern="1200">
          <a:solidFill>
            <a:schemeClr val="tx1"/>
          </a:solidFill>
          <a:latin typeface="+mn-lt"/>
          <a:ea typeface="+mn-ea"/>
          <a:cs typeface="+mn-cs"/>
        </a:defRPr>
      </a:lvl8pPr>
      <a:lvl9pPr marL="4348260" algn="l" defTabSz="1087066"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7" descr="Ridge.pdf"/>
          <p:cNvPicPr>
            <a:picLocks noChangeAspect="1"/>
          </p:cNvPicPr>
          <p:nvPr/>
        </p:nvPicPr>
        <p:blipFill>
          <a:blip r:embed="rId16" cstate="email">
            <a:extLst>
              <a:ext uri="{28A0092B-C50C-407E-A947-70E740481C1C}">
                <a14:useLocalDpi xmlns:a14="http://schemas.microsoft.com/office/drawing/2010/main"/>
              </a:ext>
            </a:extLst>
          </a:blip>
          <a:srcRect/>
          <a:stretch>
            <a:fillRect/>
          </a:stretch>
        </p:blipFill>
        <p:spPr bwMode="ltGray">
          <a:xfrm>
            <a:off x="70" y="43"/>
            <a:ext cx="3025651" cy="825692"/>
          </a:xfrm>
          <a:prstGeom prst="rect">
            <a:avLst/>
          </a:prstGeom>
          <a:noFill/>
          <a:ln w="9525">
            <a:noFill/>
            <a:miter lim="800000"/>
            <a:headEnd/>
            <a:tailEnd/>
          </a:ln>
        </p:spPr>
      </p:pic>
      <p:sp>
        <p:nvSpPr>
          <p:cNvPr id="1027" name="Title Placeholder 1"/>
          <p:cNvSpPr>
            <a:spLocks noGrp="1"/>
          </p:cNvSpPr>
          <p:nvPr>
            <p:ph type="title"/>
          </p:nvPr>
        </p:nvSpPr>
        <p:spPr bwMode="auto">
          <a:xfrm>
            <a:off x="624232" y="711398"/>
            <a:ext cx="10945241" cy="615553"/>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a:t>Click to edit Master title style</a:t>
            </a:r>
          </a:p>
        </p:txBody>
      </p:sp>
      <p:sp>
        <p:nvSpPr>
          <p:cNvPr id="3" name="Text Placeholder 2"/>
          <p:cNvSpPr>
            <a:spLocks noGrp="1"/>
          </p:cNvSpPr>
          <p:nvPr>
            <p:ph type="body" idx="1"/>
          </p:nvPr>
        </p:nvSpPr>
        <p:spPr>
          <a:xfrm>
            <a:off x="641169" y="1972154"/>
            <a:ext cx="10945241" cy="160659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lvl="2"/>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11667879" y="6599780"/>
            <a:ext cx="299313" cy="184666"/>
          </a:xfrm>
          <a:prstGeom prst="rect">
            <a:avLst/>
          </a:prstGeom>
          <a:noFill/>
          <a:ln w="9525">
            <a:noFill/>
            <a:miter lim="800000"/>
            <a:headEnd/>
            <a:tailEnd/>
          </a:ln>
        </p:spPr>
        <p:txBody>
          <a:bodyPr wrap="none" lIns="0" tIns="0" rIns="0" bIns="0" anchor="ctr">
            <a:spAutoFit/>
          </a:bodyPr>
          <a:lstStyle/>
          <a:p>
            <a:pPr algn="r" defTabSz="1166869" fontAlgn="auto">
              <a:spcBef>
                <a:spcPts val="0"/>
              </a:spcBef>
              <a:spcAft>
                <a:spcPts val="0"/>
              </a:spcAft>
              <a:defRPr/>
            </a:pPr>
            <a:fld id="{E9B6AED2-E616-4CD5-862A-CB15F603EB39}" type="slidenum">
              <a:rPr lang="en-US" sz="1200">
                <a:solidFill>
                  <a:srgbClr val="6D6E71"/>
                </a:solidFill>
                <a:latin typeface="Arial"/>
              </a:rPr>
              <a:pPr algn="r" defTabSz="1166869" fontAlgn="auto">
                <a:spcBef>
                  <a:spcPts val="0"/>
                </a:spcBef>
                <a:spcAft>
                  <a:spcPts val="0"/>
                </a:spcAft>
                <a:defRPr/>
              </a:pPr>
              <a:t>‹#›</a:t>
            </a:fld>
            <a:endParaRPr lang="en-US" sz="1200" dirty="0">
              <a:solidFill>
                <a:srgbClr val="6D6E71"/>
              </a:solidFill>
              <a:latin typeface="Arial"/>
            </a:endParaRPr>
          </a:p>
        </p:txBody>
      </p:sp>
      <p:sp>
        <p:nvSpPr>
          <p:cNvPr id="7" name="TextBox 20"/>
          <p:cNvSpPr txBox="1">
            <a:spLocks noChangeArrowheads="1"/>
          </p:cNvSpPr>
          <p:nvPr/>
        </p:nvSpPr>
        <p:spPr bwMode="gray">
          <a:xfrm>
            <a:off x="641111" y="6630945"/>
            <a:ext cx="3591304" cy="184666"/>
          </a:xfrm>
          <a:prstGeom prst="rect">
            <a:avLst/>
          </a:prstGeom>
          <a:noFill/>
          <a:ln w="9525">
            <a:noFill/>
            <a:miter lim="800000"/>
            <a:headEnd/>
            <a:tailEnd/>
          </a:ln>
        </p:spPr>
        <p:txBody>
          <a:bodyPr wrap="none" lIns="0" tIns="0" rIns="0" bIns="0">
            <a:spAutoFit/>
          </a:bodyPr>
          <a:lstStyle/>
          <a:p>
            <a:pPr defTabSz="1166869" fontAlgn="auto">
              <a:spcBef>
                <a:spcPts val="0"/>
              </a:spcBef>
              <a:spcAft>
                <a:spcPts val="0"/>
              </a:spcAft>
              <a:defRPr/>
            </a:pPr>
            <a:r>
              <a:rPr lang="en-US" sz="1200" dirty="0">
                <a:solidFill>
                  <a:srgbClr val="6D6E71"/>
                </a:solidFill>
                <a:latin typeface="Arial"/>
              </a:rPr>
              <a:t>Copyright © 2016 Tech Mahindra. All rights reserved.</a:t>
            </a:r>
          </a:p>
        </p:txBody>
      </p:sp>
    </p:spTree>
    <p:extLst>
      <p:ext uri="{BB962C8B-B14F-4D97-AF65-F5344CB8AC3E}">
        <p14:creationId xmlns:p14="http://schemas.microsoft.com/office/powerpoint/2010/main" val="3124653098"/>
      </p:ext>
    </p:extLst>
  </p:cSld>
  <p:clrMap bg1="lt1" tx1="dk1" bg2="lt2" tx2="dk2" accent1="accent1" accent2="accent2" accent3="accent3" accent4="accent4" accent5="accent5" accent6="accent6" hlink="hlink" folHlink="folHlink"/>
  <p:sldLayoutIdLst>
    <p:sldLayoutId id="2147484234" r:id="rId1"/>
    <p:sldLayoutId id="2147484235" r:id="rId2"/>
    <p:sldLayoutId id="2147484236" r:id="rId3"/>
    <p:sldLayoutId id="2147484237" r:id="rId4"/>
    <p:sldLayoutId id="2147484238" r:id="rId5"/>
    <p:sldLayoutId id="2147484239" r:id="rId6"/>
    <p:sldLayoutId id="2147484240" r:id="rId7"/>
    <p:sldLayoutId id="2147484242" r:id="rId8"/>
    <p:sldLayoutId id="2147484243" r:id="rId9"/>
    <p:sldLayoutId id="2147484244" r:id="rId10"/>
    <p:sldLayoutId id="2147484245" r:id="rId11"/>
    <p:sldLayoutId id="2147484246" r:id="rId12"/>
    <p:sldLayoutId id="2147484247" r:id="rId13"/>
    <p:sldLayoutId id="2147484248" r:id="rId14"/>
  </p:sldLayoutIdLst>
  <p:txStyles>
    <p:titleStyle>
      <a:lvl1pPr algn="l" rtl="0" eaLnBrk="1" fontAlgn="base" hangingPunct="1">
        <a:spcBef>
          <a:spcPct val="0"/>
        </a:spcBef>
        <a:spcAft>
          <a:spcPct val="0"/>
        </a:spcAft>
        <a:defRPr lang="en-US" sz="4000" b="1" kern="1200" dirty="0">
          <a:solidFill>
            <a:schemeClr val="tx2"/>
          </a:solidFill>
          <a:latin typeface="Arial" pitchFamily="34" charset="0"/>
          <a:ea typeface="+mj-ea"/>
          <a:cs typeface="Arial" pitchFamily="34" charset="0"/>
        </a:defRPr>
      </a:lvl1pPr>
      <a:lvl2pPr algn="l" rtl="0" eaLnBrk="1" fontAlgn="base" hangingPunct="1">
        <a:spcBef>
          <a:spcPct val="0"/>
        </a:spcBef>
        <a:spcAft>
          <a:spcPct val="0"/>
        </a:spcAft>
        <a:defRPr sz="4000" b="1">
          <a:solidFill>
            <a:schemeClr val="tx2"/>
          </a:solidFill>
          <a:latin typeface="Arial" charset="0"/>
          <a:cs typeface="Arial" charset="0"/>
        </a:defRPr>
      </a:lvl2pPr>
      <a:lvl3pPr algn="l" rtl="0" eaLnBrk="1" fontAlgn="base" hangingPunct="1">
        <a:spcBef>
          <a:spcPct val="0"/>
        </a:spcBef>
        <a:spcAft>
          <a:spcPct val="0"/>
        </a:spcAft>
        <a:defRPr sz="4000" b="1">
          <a:solidFill>
            <a:schemeClr val="tx2"/>
          </a:solidFill>
          <a:latin typeface="Arial" charset="0"/>
          <a:cs typeface="Arial" charset="0"/>
        </a:defRPr>
      </a:lvl3pPr>
      <a:lvl4pPr algn="l" rtl="0" eaLnBrk="1" fontAlgn="base" hangingPunct="1">
        <a:spcBef>
          <a:spcPct val="0"/>
        </a:spcBef>
        <a:spcAft>
          <a:spcPct val="0"/>
        </a:spcAft>
        <a:defRPr sz="4000" b="1">
          <a:solidFill>
            <a:schemeClr val="tx2"/>
          </a:solidFill>
          <a:latin typeface="Arial" charset="0"/>
          <a:cs typeface="Arial" charset="0"/>
        </a:defRPr>
      </a:lvl4pPr>
      <a:lvl5pPr algn="l" rtl="0" eaLnBrk="1" fontAlgn="base" hangingPunct="1">
        <a:spcBef>
          <a:spcPct val="0"/>
        </a:spcBef>
        <a:spcAft>
          <a:spcPct val="0"/>
        </a:spcAft>
        <a:defRPr sz="4000" b="1">
          <a:solidFill>
            <a:schemeClr val="tx2"/>
          </a:solidFill>
          <a:latin typeface="Arial" charset="0"/>
          <a:cs typeface="Arial" charset="0"/>
        </a:defRPr>
      </a:lvl5pPr>
      <a:lvl6pPr marL="583434" algn="l" rtl="0" eaLnBrk="1" fontAlgn="base" hangingPunct="1">
        <a:spcBef>
          <a:spcPct val="0"/>
        </a:spcBef>
        <a:spcAft>
          <a:spcPct val="0"/>
        </a:spcAft>
        <a:defRPr sz="4000" b="1">
          <a:solidFill>
            <a:schemeClr val="tx2"/>
          </a:solidFill>
          <a:latin typeface="Arial" charset="0"/>
          <a:cs typeface="Arial" charset="0"/>
        </a:defRPr>
      </a:lvl6pPr>
      <a:lvl7pPr marL="1166869" algn="l" rtl="0" eaLnBrk="1" fontAlgn="base" hangingPunct="1">
        <a:spcBef>
          <a:spcPct val="0"/>
        </a:spcBef>
        <a:spcAft>
          <a:spcPct val="0"/>
        </a:spcAft>
        <a:defRPr sz="4000" b="1">
          <a:solidFill>
            <a:schemeClr val="tx2"/>
          </a:solidFill>
          <a:latin typeface="Arial" charset="0"/>
          <a:cs typeface="Arial" charset="0"/>
        </a:defRPr>
      </a:lvl7pPr>
      <a:lvl8pPr marL="1750301" algn="l" rtl="0" eaLnBrk="1" fontAlgn="base" hangingPunct="1">
        <a:spcBef>
          <a:spcPct val="0"/>
        </a:spcBef>
        <a:spcAft>
          <a:spcPct val="0"/>
        </a:spcAft>
        <a:defRPr sz="4000" b="1">
          <a:solidFill>
            <a:schemeClr val="tx2"/>
          </a:solidFill>
          <a:latin typeface="Arial" charset="0"/>
          <a:cs typeface="Arial" charset="0"/>
        </a:defRPr>
      </a:lvl8pPr>
      <a:lvl9pPr marL="2333733" algn="l" rtl="0" eaLnBrk="1" fontAlgn="base" hangingPunct="1">
        <a:spcBef>
          <a:spcPct val="0"/>
        </a:spcBef>
        <a:spcAft>
          <a:spcPct val="0"/>
        </a:spcAft>
        <a:defRPr sz="4000" b="1">
          <a:solidFill>
            <a:schemeClr val="tx2"/>
          </a:solidFill>
          <a:latin typeface="Arial" charset="0"/>
          <a:cs typeface="Arial" charset="0"/>
        </a:defRPr>
      </a:lvl9pPr>
    </p:titleStyle>
    <p:bodyStyle>
      <a:lvl1pPr marL="370727" indent="-370727"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Arial" pitchFamily="34" charset="0"/>
          <a:ea typeface="+mn-ea"/>
          <a:cs typeface="Arial" pitchFamily="34" charset="0"/>
        </a:defRPr>
      </a:lvl1pPr>
      <a:lvl2pPr marL="364640" indent="-364640"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729290" indent="-356541"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Arial" pitchFamily="34" charset="0"/>
          <a:ea typeface="+mn-ea"/>
          <a:cs typeface="Arial" pitchFamily="34" charset="0"/>
        </a:defRPr>
      </a:lvl3pPr>
      <a:lvl4pPr marL="1085837" indent="-356541"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Arial" pitchFamily="34" charset="0"/>
          <a:ea typeface="+mn-ea"/>
          <a:cs typeface="Arial" charset="0"/>
        </a:defRPr>
      </a:lvl4pPr>
      <a:lvl5pPr marL="1450481" indent="-364640" algn="l" defTabSz="1191180"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Arial" pitchFamily="34" charset="0"/>
          <a:ea typeface="+mn-ea"/>
          <a:cs typeface="Arial" charset="0"/>
        </a:defRPr>
      </a:lvl5pPr>
      <a:lvl6pPr marL="1750301" indent="-307931" algn="l" defTabSz="1166869" rtl="0" eaLnBrk="1" latinLnBrk="0" hangingPunct="1">
        <a:spcBef>
          <a:spcPct val="20000"/>
        </a:spcBef>
        <a:buClr>
          <a:schemeClr val="bg2"/>
        </a:buClr>
        <a:buSzPct val="60000"/>
        <a:buFont typeface="Wingdings" pitchFamily="2" charset="2"/>
        <a:buChar char="§"/>
        <a:defRPr sz="2700" kern="1200">
          <a:solidFill>
            <a:schemeClr val="tx1"/>
          </a:solidFill>
          <a:latin typeface="Arial" pitchFamily="34" charset="0"/>
          <a:ea typeface="+mn-ea"/>
          <a:cs typeface="+mn-cs"/>
        </a:defRPr>
      </a:lvl6pPr>
      <a:lvl7pPr marL="3792313" indent="-291714" algn="l" defTabSz="1166869"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375751" indent="-291714" algn="l" defTabSz="1166869"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4959181" indent="-291714" algn="l" defTabSz="1166869"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166869" rtl="0" eaLnBrk="1" latinLnBrk="0" hangingPunct="1">
        <a:defRPr sz="2300" kern="1200">
          <a:solidFill>
            <a:schemeClr val="tx1"/>
          </a:solidFill>
          <a:latin typeface="+mn-lt"/>
          <a:ea typeface="+mn-ea"/>
          <a:cs typeface="+mn-cs"/>
        </a:defRPr>
      </a:lvl1pPr>
      <a:lvl2pPr marL="583434" algn="l" defTabSz="1166869" rtl="0" eaLnBrk="1" latinLnBrk="0" hangingPunct="1">
        <a:defRPr sz="2300" kern="1200">
          <a:solidFill>
            <a:schemeClr val="tx1"/>
          </a:solidFill>
          <a:latin typeface="+mn-lt"/>
          <a:ea typeface="+mn-ea"/>
          <a:cs typeface="+mn-cs"/>
        </a:defRPr>
      </a:lvl2pPr>
      <a:lvl3pPr marL="1166869" algn="l" defTabSz="1166869" rtl="0" eaLnBrk="1" latinLnBrk="0" hangingPunct="1">
        <a:defRPr sz="2300" kern="1200">
          <a:solidFill>
            <a:schemeClr val="tx1"/>
          </a:solidFill>
          <a:latin typeface="+mn-lt"/>
          <a:ea typeface="+mn-ea"/>
          <a:cs typeface="+mn-cs"/>
        </a:defRPr>
      </a:lvl3pPr>
      <a:lvl4pPr marL="1750301" algn="l" defTabSz="1166869" rtl="0" eaLnBrk="1" latinLnBrk="0" hangingPunct="1">
        <a:defRPr sz="2300" kern="1200">
          <a:solidFill>
            <a:schemeClr val="tx1"/>
          </a:solidFill>
          <a:latin typeface="+mn-lt"/>
          <a:ea typeface="+mn-ea"/>
          <a:cs typeface="+mn-cs"/>
        </a:defRPr>
      </a:lvl4pPr>
      <a:lvl5pPr marL="2333733" algn="l" defTabSz="1166869" rtl="0" eaLnBrk="1" latinLnBrk="0" hangingPunct="1">
        <a:defRPr sz="2300" kern="1200">
          <a:solidFill>
            <a:schemeClr val="tx1"/>
          </a:solidFill>
          <a:latin typeface="+mn-lt"/>
          <a:ea typeface="+mn-ea"/>
          <a:cs typeface="+mn-cs"/>
        </a:defRPr>
      </a:lvl5pPr>
      <a:lvl6pPr marL="2917164" algn="l" defTabSz="1166869" rtl="0" eaLnBrk="1" latinLnBrk="0" hangingPunct="1">
        <a:defRPr sz="2300" kern="1200">
          <a:solidFill>
            <a:schemeClr val="tx1"/>
          </a:solidFill>
          <a:latin typeface="+mn-lt"/>
          <a:ea typeface="+mn-ea"/>
          <a:cs typeface="+mn-cs"/>
        </a:defRPr>
      </a:lvl6pPr>
      <a:lvl7pPr marL="3500597" algn="l" defTabSz="1166869" rtl="0" eaLnBrk="1" latinLnBrk="0" hangingPunct="1">
        <a:defRPr sz="2300" kern="1200">
          <a:solidFill>
            <a:schemeClr val="tx1"/>
          </a:solidFill>
          <a:latin typeface="+mn-lt"/>
          <a:ea typeface="+mn-ea"/>
          <a:cs typeface="+mn-cs"/>
        </a:defRPr>
      </a:lvl7pPr>
      <a:lvl8pPr marL="4084033" algn="l" defTabSz="1166869" rtl="0" eaLnBrk="1" latinLnBrk="0" hangingPunct="1">
        <a:defRPr sz="2300" kern="1200">
          <a:solidFill>
            <a:schemeClr val="tx1"/>
          </a:solidFill>
          <a:latin typeface="+mn-lt"/>
          <a:ea typeface="+mn-ea"/>
          <a:cs typeface="+mn-cs"/>
        </a:defRPr>
      </a:lvl8pPr>
      <a:lvl9pPr marL="4667465" algn="l" defTabSz="1166869" rtl="0" eaLnBrk="1" latinLnBrk="0" hangingPunct="1">
        <a:defRPr sz="23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descr="Ridge.pdf"/>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bwMode="ltGray">
          <a:xfrm>
            <a:off x="613" y="63"/>
            <a:ext cx="3025650" cy="825692"/>
          </a:xfrm>
          <a:prstGeom prst="rect">
            <a:avLst/>
          </a:prstGeom>
        </p:spPr>
      </p:pic>
      <p:sp>
        <p:nvSpPr>
          <p:cNvPr id="2" name="Title Placeholder 1"/>
          <p:cNvSpPr>
            <a:spLocks noGrp="1"/>
          </p:cNvSpPr>
          <p:nvPr>
            <p:ph type="title"/>
          </p:nvPr>
        </p:nvSpPr>
        <p:spPr>
          <a:xfrm>
            <a:off x="624280" y="711405"/>
            <a:ext cx="10945241" cy="36933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1" fontAlgn="base" hangingPunct="1">
              <a:spcBef>
                <a:spcPct val="0"/>
              </a:spcBef>
              <a:spcAft>
                <a:spcPct val="0"/>
              </a:spcAft>
            </a:pPr>
            <a:r>
              <a:rPr lang="en-US"/>
              <a:t>Click to edit Master title style</a:t>
            </a:r>
            <a:endParaRPr lang="en-US" dirty="0"/>
          </a:p>
        </p:txBody>
      </p:sp>
      <p:sp>
        <p:nvSpPr>
          <p:cNvPr id="3" name="Text Placeholder 2"/>
          <p:cNvSpPr>
            <a:spLocks noGrp="1"/>
          </p:cNvSpPr>
          <p:nvPr>
            <p:ph type="body" idx="1"/>
          </p:nvPr>
        </p:nvSpPr>
        <p:spPr>
          <a:xfrm>
            <a:off x="641217" y="1972181"/>
            <a:ext cx="10945241" cy="1538883"/>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marL="566221" marR="0" lvl="2" indent="-276821" algn="l" defTabSz="905949" rtl="0" eaLnBrk="1" fontAlgn="base" latinLnBrk="0" hangingPunct="1">
              <a:lnSpc>
                <a:spcPct val="100000"/>
              </a:lnSpc>
              <a:spcBef>
                <a:spcPts val="0"/>
              </a:spcBef>
              <a:spcAft>
                <a:spcPts val="0"/>
              </a:spcAft>
              <a:buClr>
                <a:schemeClr val="bg2"/>
              </a:buClr>
              <a:buSzPct val="90000"/>
              <a:buFont typeface="Arial" pitchFamily="34" charset="0"/>
              <a:buChar char="–"/>
              <a:tabLst/>
              <a:defRPr/>
            </a:pPr>
            <a:r>
              <a:rPr lang="en-US" dirty="0"/>
              <a:t>First level</a:t>
            </a:r>
          </a:p>
          <a:p>
            <a:pPr lvl="3"/>
            <a:r>
              <a:rPr lang="en-US" dirty="0"/>
              <a:t>Second level</a:t>
            </a:r>
          </a:p>
          <a:p>
            <a:pPr lvl="4"/>
            <a:r>
              <a:rPr lang="en-US" dirty="0"/>
              <a:t>Third level</a:t>
            </a:r>
          </a:p>
          <a:p>
            <a:pPr lvl="5"/>
            <a:r>
              <a:rPr lang="en-US" dirty="0"/>
              <a:t>Fifth level</a:t>
            </a:r>
          </a:p>
        </p:txBody>
      </p:sp>
    </p:spTree>
    <p:extLst>
      <p:ext uri="{BB962C8B-B14F-4D97-AF65-F5344CB8AC3E}">
        <p14:creationId xmlns:p14="http://schemas.microsoft.com/office/powerpoint/2010/main" val="1103883640"/>
      </p:ext>
    </p:extLst>
  </p:cSld>
  <p:clrMap bg1="lt1" tx1="dk1" bg2="lt2" tx2="dk2" accent1="accent1" accent2="accent2" accent3="accent3" accent4="accent4" accent5="accent5" accent6="accent6" hlink="hlink" folHlink="folHlink"/>
  <p:sldLayoutIdLst>
    <p:sldLayoutId id="2147484270" r:id="rId1"/>
    <p:sldLayoutId id="2147484271" r:id="rId2"/>
    <p:sldLayoutId id="2147484273" r:id="rId3"/>
    <p:sldLayoutId id="2147484274" r:id="rId4"/>
  </p:sldLayoutIdLst>
  <p:txStyles>
    <p:titleStyle>
      <a:lvl1pPr algn="l" defTabSz="905949" rtl="0" eaLnBrk="1" latinLnBrk="0" hangingPunct="1">
        <a:spcBef>
          <a:spcPct val="0"/>
        </a:spcBef>
        <a:buNone/>
        <a:defRPr lang="en-US" sz="2400" b="1" kern="1200" dirty="0" smtClean="0">
          <a:solidFill>
            <a:schemeClr val="tx2"/>
          </a:solidFill>
          <a:latin typeface="Arial" pitchFamily="34" charset="0"/>
          <a:ea typeface="+mj-ea"/>
          <a:cs typeface="Arial" pitchFamily="34" charset="0"/>
        </a:defRPr>
      </a:lvl1pPr>
    </p:titleStyle>
    <p:bodyStyle>
      <a:lvl1pPr marL="287832" indent="-287832" algn="l" defTabSz="905949" rtl="0" eaLnBrk="1" fontAlgn="base" latinLnBrk="0" hangingPunct="1">
        <a:spcBef>
          <a:spcPts val="0"/>
        </a:spcBef>
        <a:spcAft>
          <a:spcPct val="0"/>
        </a:spcAft>
        <a:buClr>
          <a:schemeClr val="bg2"/>
        </a:buClr>
        <a:buSzPct val="120000"/>
        <a:buFont typeface="Wingdings" pitchFamily="2" charset="2"/>
        <a:buChar char="§"/>
        <a:defRPr lang="en-US" sz="1900" b="0" kern="1200" baseline="0" dirty="0" smtClean="0">
          <a:solidFill>
            <a:schemeClr val="tx1"/>
          </a:solidFill>
          <a:latin typeface="Arial" pitchFamily="34" charset="0"/>
          <a:ea typeface="+mn-ea"/>
          <a:cs typeface="Arial" pitchFamily="34" charset="0"/>
        </a:defRPr>
      </a:lvl1pPr>
      <a:lvl2pPr marL="283110" indent="-283110" algn="l" defTabSz="905949" rtl="0" eaLnBrk="1" fontAlgn="base" latinLnBrk="0" hangingPunct="1">
        <a:spcBef>
          <a:spcPts val="0"/>
        </a:spcBef>
        <a:spcAft>
          <a:spcPct val="0"/>
        </a:spcAft>
        <a:buClr>
          <a:schemeClr val="bg2"/>
        </a:buClr>
        <a:buSzPct val="100000"/>
        <a:buFont typeface="Wingdings" pitchFamily="2" charset="2"/>
        <a:buChar char="§"/>
        <a:defRPr lang="en-US" sz="1900" b="0" kern="1200" baseline="0" dirty="0" smtClean="0">
          <a:solidFill>
            <a:schemeClr val="tx1"/>
          </a:solidFill>
          <a:latin typeface="+mn-lt"/>
          <a:ea typeface="+mn-ea"/>
          <a:cs typeface="+mn-cs"/>
        </a:defRPr>
      </a:lvl2pPr>
      <a:lvl3pPr marL="566221" indent="-276821" algn="l" defTabSz="905949" rtl="0" eaLnBrk="1" fontAlgn="base" latinLnBrk="0" hangingPunct="1">
        <a:spcBef>
          <a:spcPts val="0"/>
        </a:spcBef>
        <a:spcAft>
          <a:spcPct val="0"/>
        </a:spcAft>
        <a:buClr>
          <a:schemeClr val="bg2"/>
        </a:buClr>
        <a:buSzPct val="90000"/>
        <a:buFont typeface="Arial" pitchFamily="34" charset="0"/>
        <a:buChar char="–"/>
        <a:defRPr kumimoji="0" lang="en-US" sz="19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defRPr>
      </a:lvl3pPr>
      <a:lvl4pPr marL="843041" indent="-276821" algn="l" defTabSz="905949" rtl="0" eaLnBrk="1" fontAlgn="base" latinLnBrk="0" hangingPunct="1">
        <a:spcBef>
          <a:spcPts val="0"/>
        </a:spcBef>
        <a:spcAft>
          <a:spcPct val="0"/>
        </a:spcAft>
        <a:buClr>
          <a:schemeClr val="bg2"/>
        </a:buClr>
        <a:buSzPct val="80000"/>
        <a:buFont typeface="Wingdings" pitchFamily="2" charset="2"/>
        <a:buChar char="§"/>
        <a:defRPr lang="en-US" sz="1900" b="0" kern="1200" baseline="0" dirty="0" smtClean="0">
          <a:solidFill>
            <a:schemeClr val="tx1"/>
          </a:solidFill>
          <a:latin typeface="Arial" pitchFamily="34" charset="0"/>
          <a:ea typeface="+mn-ea"/>
          <a:cs typeface="+mn-cs"/>
        </a:defRPr>
      </a:lvl4pPr>
      <a:lvl5pPr marL="1126149" indent="-283110" algn="l" defTabSz="924819" rtl="0" eaLnBrk="1" fontAlgn="base" latinLnBrk="0" hangingPunct="1">
        <a:spcBef>
          <a:spcPts val="0"/>
        </a:spcBef>
        <a:spcAft>
          <a:spcPct val="0"/>
        </a:spcAft>
        <a:buClr>
          <a:schemeClr val="bg2"/>
        </a:buClr>
        <a:buSzPct val="70000"/>
        <a:buFont typeface="Arial" pitchFamily="34" charset="0"/>
        <a:buChar char="–"/>
        <a:defRPr lang="en-US" sz="1900" b="0" kern="1200" baseline="0" dirty="0" smtClean="0">
          <a:solidFill>
            <a:schemeClr val="tx1"/>
          </a:solidFill>
          <a:latin typeface="Arial" pitchFamily="34" charset="0"/>
          <a:ea typeface="+mn-ea"/>
          <a:cs typeface="+mn-cs"/>
        </a:defRPr>
      </a:lvl5pPr>
      <a:lvl6pPr marL="1358918" indent="-239058" algn="l" defTabSz="905949" rtl="0" eaLnBrk="1" latinLnBrk="0" hangingPunct="1">
        <a:spcBef>
          <a:spcPct val="20000"/>
        </a:spcBef>
        <a:buClr>
          <a:schemeClr val="bg2"/>
        </a:buClr>
        <a:buSzPct val="60000"/>
        <a:buFont typeface="Wingdings" pitchFamily="2" charset="2"/>
        <a:buChar char="§"/>
        <a:defRPr sz="2000" kern="1200">
          <a:solidFill>
            <a:schemeClr val="tx1"/>
          </a:solidFill>
          <a:latin typeface="Arial" pitchFamily="34" charset="0"/>
          <a:ea typeface="+mn-ea"/>
          <a:cs typeface="+mn-cs"/>
        </a:defRPr>
      </a:lvl6pPr>
      <a:lvl7pPr marL="2944336" indent="-226502" algn="l" defTabSz="905949"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397312" indent="-226502" algn="l" defTabSz="905949"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50293" indent="-226502" algn="l" defTabSz="905949"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05949" rtl="0" eaLnBrk="1" latinLnBrk="0" hangingPunct="1">
        <a:defRPr sz="1900" kern="1200">
          <a:solidFill>
            <a:schemeClr val="tx1"/>
          </a:solidFill>
          <a:latin typeface="+mn-lt"/>
          <a:ea typeface="+mn-ea"/>
          <a:cs typeface="+mn-cs"/>
        </a:defRPr>
      </a:lvl1pPr>
      <a:lvl2pPr marL="452976" algn="l" defTabSz="905949" rtl="0" eaLnBrk="1" latinLnBrk="0" hangingPunct="1">
        <a:defRPr sz="1900" kern="1200">
          <a:solidFill>
            <a:schemeClr val="tx1"/>
          </a:solidFill>
          <a:latin typeface="+mn-lt"/>
          <a:ea typeface="+mn-ea"/>
          <a:cs typeface="+mn-cs"/>
        </a:defRPr>
      </a:lvl2pPr>
      <a:lvl3pPr marL="905949" algn="l" defTabSz="905949" rtl="0" eaLnBrk="1" latinLnBrk="0" hangingPunct="1">
        <a:defRPr sz="1900" kern="1200">
          <a:solidFill>
            <a:schemeClr val="tx1"/>
          </a:solidFill>
          <a:latin typeface="+mn-lt"/>
          <a:ea typeface="+mn-ea"/>
          <a:cs typeface="+mn-cs"/>
        </a:defRPr>
      </a:lvl3pPr>
      <a:lvl4pPr marL="1358918" algn="l" defTabSz="905949" rtl="0" eaLnBrk="1" latinLnBrk="0" hangingPunct="1">
        <a:defRPr sz="1900" kern="1200">
          <a:solidFill>
            <a:schemeClr val="tx1"/>
          </a:solidFill>
          <a:latin typeface="+mn-lt"/>
          <a:ea typeface="+mn-ea"/>
          <a:cs typeface="+mn-cs"/>
        </a:defRPr>
      </a:lvl4pPr>
      <a:lvl5pPr marL="1811895" algn="l" defTabSz="905949" rtl="0" eaLnBrk="1" latinLnBrk="0" hangingPunct="1">
        <a:defRPr sz="1900" kern="1200">
          <a:solidFill>
            <a:schemeClr val="tx1"/>
          </a:solidFill>
          <a:latin typeface="+mn-lt"/>
          <a:ea typeface="+mn-ea"/>
          <a:cs typeface="+mn-cs"/>
        </a:defRPr>
      </a:lvl5pPr>
      <a:lvl6pPr marL="2264882" algn="l" defTabSz="905949" rtl="0" eaLnBrk="1" latinLnBrk="0" hangingPunct="1">
        <a:defRPr sz="1900" kern="1200">
          <a:solidFill>
            <a:schemeClr val="tx1"/>
          </a:solidFill>
          <a:latin typeface="+mn-lt"/>
          <a:ea typeface="+mn-ea"/>
          <a:cs typeface="+mn-cs"/>
        </a:defRPr>
      </a:lvl6pPr>
      <a:lvl7pPr marL="2717849" algn="l" defTabSz="905949" rtl="0" eaLnBrk="1" latinLnBrk="0" hangingPunct="1">
        <a:defRPr sz="1900" kern="1200">
          <a:solidFill>
            <a:schemeClr val="tx1"/>
          </a:solidFill>
          <a:latin typeface="+mn-lt"/>
          <a:ea typeface="+mn-ea"/>
          <a:cs typeface="+mn-cs"/>
        </a:defRPr>
      </a:lvl7pPr>
      <a:lvl8pPr marL="3170821" algn="l" defTabSz="905949" rtl="0" eaLnBrk="1" latinLnBrk="0" hangingPunct="1">
        <a:defRPr sz="1900" kern="1200">
          <a:solidFill>
            <a:schemeClr val="tx1"/>
          </a:solidFill>
          <a:latin typeface="+mn-lt"/>
          <a:ea typeface="+mn-ea"/>
          <a:cs typeface="+mn-cs"/>
        </a:defRPr>
      </a:lvl8pPr>
      <a:lvl9pPr marL="3623803" algn="l" defTabSz="905949" rtl="0" eaLnBrk="1" latinLnBrk="0" hangingPunct="1">
        <a:defRPr sz="19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descr="Ridge.pdf"/>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bwMode="ltGray">
          <a:xfrm>
            <a:off x="613" y="65"/>
            <a:ext cx="3025650" cy="825692"/>
          </a:xfrm>
          <a:prstGeom prst="rect">
            <a:avLst/>
          </a:prstGeom>
        </p:spPr>
      </p:pic>
      <p:sp>
        <p:nvSpPr>
          <p:cNvPr id="2" name="Title Placeholder 1"/>
          <p:cNvSpPr>
            <a:spLocks noGrp="1"/>
          </p:cNvSpPr>
          <p:nvPr>
            <p:ph type="title"/>
          </p:nvPr>
        </p:nvSpPr>
        <p:spPr>
          <a:xfrm>
            <a:off x="624280" y="711405"/>
            <a:ext cx="10945241" cy="36933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1" fontAlgn="base" hangingPunct="1">
              <a:spcBef>
                <a:spcPct val="0"/>
              </a:spcBef>
              <a:spcAft>
                <a:spcPct val="0"/>
              </a:spcAft>
            </a:pPr>
            <a:r>
              <a:rPr lang="en-US"/>
              <a:t>Click to edit Master title style</a:t>
            </a:r>
            <a:endParaRPr lang="en-US" dirty="0"/>
          </a:p>
        </p:txBody>
      </p:sp>
      <p:sp>
        <p:nvSpPr>
          <p:cNvPr id="3" name="Text Placeholder 2"/>
          <p:cNvSpPr>
            <a:spLocks noGrp="1"/>
          </p:cNvSpPr>
          <p:nvPr>
            <p:ph type="body" idx="1"/>
          </p:nvPr>
        </p:nvSpPr>
        <p:spPr>
          <a:xfrm>
            <a:off x="641220" y="1972181"/>
            <a:ext cx="10945241" cy="1538883"/>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marL="566221" marR="0" lvl="2" indent="-276821" algn="l" defTabSz="905949" rtl="0" eaLnBrk="1" fontAlgn="base" latinLnBrk="0" hangingPunct="1">
              <a:lnSpc>
                <a:spcPct val="100000"/>
              </a:lnSpc>
              <a:spcBef>
                <a:spcPts val="0"/>
              </a:spcBef>
              <a:spcAft>
                <a:spcPts val="0"/>
              </a:spcAft>
              <a:buClr>
                <a:schemeClr val="bg2"/>
              </a:buClr>
              <a:buSzPct val="90000"/>
              <a:buFont typeface="Arial" pitchFamily="34" charset="0"/>
              <a:buChar char="–"/>
              <a:tabLst/>
              <a:defRPr/>
            </a:pPr>
            <a:r>
              <a:rPr lang="en-US" dirty="0"/>
              <a:t>First level</a:t>
            </a:r>
          </a:p>
          <a:p>
            <a:pPr lvl="3"/>
            <a:r>
              <a:rPr lang="en-US" dirty="0"/>
              <a:t>Second level</a:t>
            </a:r>
          </a:p>
          <a:p>
            <a:pPr lvl="4"/>
            <a:r>
              <a:rPr lang="en-US" dirty="0"/>
              <a:t>Third level</a:t>
            </a:r>
          </a:p>
          <a:p>
            <a:pPr lvl="5"/>
            <a:r>
              <a:rPr lang="en-US" dirty="0"/>
              <a:t>Fifth level</a:t>
            </a:r>
          </a:p>
        </p:txBody>
      </p:sp>
    </p:spTree>
    <p:extLst>
      <p:ext uri="{BB962C8B-B14F-4D97-AF65-F5344CB8AC3E}">
        <p14:creationId xmlns:p14="http://schemas.microsoft.com/office/powerpoint/2010/main" val="2900596777"/>
      </p:ext>
    </p:extLst>
  </p:cSld>
  <p:clrMap bg1="lt1" tx1="dk1" bg2="lt2" tx2="dk2" accent1="accent1" accent2="accent2" accent3="accent3" accent4="accent4" accent5="accent5" accent6="accent6" hlink="hlink" folHlink="folHlink"/>
  <p:sldLayoutIdLst>
    <p:sldLayoutId id="2147484276" r:id="rId1"/>
    <p:sldLayoutId id="2147484277" r:id="rId2"/>
    <p:sldLayoutId id="2147484278" r:id="rId3"/>
    <p:sldLayoutId id="2147484279" r:id="rId4"/>
  </p:sldLayoutIdLst>
  <p:txStyles>
    <p:titleStyle>
      <a:lvl1pPr algn="l" defTabSz="905949" rtl="0" eaLnBrk="1" latinLnBrk="0" hangingPunct="1">
        <a:spcBef>
          <a:spcPct val="0"/>
        </a:spcBef>
        <a:buNone/>
        <a:defRPr lang="en-US" sz="2400" b="1" kern="1200" dirty="0" smtClean="0">
          <a:solidFill>
            <a:schemeClr val="tx2"/>
          </a:solidFill>
          <a:latin typeface="Arial" pitchFamily="34" charset="0"/>
          <a:ea typeface="+mj-ea"/>
          <a:cs typeface="Arial" pitchFamily="34" charset="0"/>
        </a:defRPr>
      </a:lvl1pPr>
    </p:titleStyle>
    <p:bodyStyle>
      <a:lvl1pPr marL="287832" indent="-287832" algn="l" defTabSz="905949" rtl="0" eaLnBrk="1" fontAlgn="base" latinLnBrk="0" hangingPunct="1">
        <a:spcBef>
          <a:spcPts val="0"/>
        </a:spcBef>
        <a:spcAft>
          <a:spcPct val="0"/>
        </a:spcAft>
        <a:buClr>
          <a:schemeClr val="bg2"/>
        </a:buClr>
        <a:buSzPct val="120000"/>
        <a:buFont typeface="Wingdings" pitchFamily="2" charset="2"/>
        <a:buChar char="§"/>
        <a:defRPr lang="en-US" sz="1900" b="0" kern="1200" baseline="0" dirty="0" smtClean="0">
          <a:solidFill>
            <a:schemeClr val="tx1"/>
          </a:solidFill>
          <a:latin typeface="Arial" pitchFamily="34" charset="0"/>
          <a:ea typeface="+mn-ea"/>
          <a:cs typeface="Arial" pitchFamily="34" charset="0"/>
        </a:defRPr>
      </a:lvl1pPr>
      <a:lvl2pPr marL="283110" indent="-283110" algn="l" defTabSz="905949" rtl="0" eaLnBrk="1" fontAlgn="base" latinLnBrk="0" hangingPunct="1">
        <a:spcBef>
          <a:spcPts val="0"/>
        </a:spcBef>
        <a:spcAft>
          <a:spcPct val="0"/>
        </a:spcAft>
        <a:buClr>
          <a:schemeClr val="bg2"/>
        </a:buClr>
        <a:buSzPct val="100000"/>
        <a:buFont typeface="Wingdings" pitchFamily="2" charset="2"/>
        <a:buChar char="§"/>
        <a:defRPr lang="en-US" sz="1900" b="0" kern="1200" baseline="0" dirty="0" smtClean="0">
          <a:solidFill>
            <a:schemeClr val="tx1"/>
          </a:solidFill>
          <a:latin typeface="+mn-lt"/>
          <a:ea typeface="+mn-ea"/>
          <a:cs typeface="+mn-cs"/>
        </a:defRPr>
      </a:lvl2pPr>
      <a:lvl3pPr marL="566221" indent="-276821" algn="l" defTabSz="905949" rtl="0" eaLnBrk="1" fontAlgn="base" latinLnBrk="0" hangingPunct="1">
        <a:spcBef>
          <a:spcPts val="0"/>
        </a:spcBef>
        <a:spcAft>
          <a:spcPct val="0"/>
        </a:spcAft>
        <a:buClr>
          <a:schemeClr val="bg2"/>
        </a:buClr>
        <a:buSzPct val="90000"/>
        <a:buFont typeface="Arial" pitchFamily="34" charset="0"/>
        <a:buChar char="–"/>
        <a:defRPr kumimoji="0" lang="en-US" sz="19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defRPr>
      </a:lvl3pPr>
      <a:lvl4pPr marL="843041" indent="-276821" algn="l" defTabSz="905949" rtl="0" eaLnBrk="1" fontAlgn="base" latinLnBrk="0" hangingPunct="1">
        <a:spcBef>
          <a:spcPts val="0"/>
        </a:spcBef>
        <a:spcAft>
          <a:spcPct val="0"/>
        </a:spcAft>
        <a:buClr>
          <a:schemeClr val="bg2"/>
        </a:buClr>
        <a:buSzPct val="80000"/>
        <a:buFont typeface="Wingdings" pitchFamily="2" charset="2"/>
        <a:buChar char="§"/>
        <a:defRPr lang="en-US" sz="1900" b="0" kern="1200" baseline="0" dirty="0" smtClean="0">
          <a:solidFill>
            <a:schemeClr val="tx1"/>
          </a:solidFill>
          <a:latin typeface="Arial" pitchFamily="34" charset="0"/>
          <a:ea typeface="+mn-ea"/>
          <a:cs typeface="+mn-cs"/>
        </a:defRPr>
      </a:lvl4pPr>
      <a:lvl5pPr marL="1126149" indent="-283110" algn="l" defTabSz="924819" rtl="0" eaLnBrk="1" fontAlgn="base" latinLnBrk="0" hangingPunct="1">
        <a:spcBef>
          <a:spcPts val="0"/>
        </a:spcBef>
        <a:spcAft>
          <a:spcPct val="0"/>
        </a:spcAft>
        <a:buClr>
          <a:schemeClr val="bg2"/>
        </a:buClr>
        <a:buSzPct val="70000"/>
        <a:buFont typeface="Arial" pitchFamily="34" charset="0"/>
        <a:buChar char="–"/>
        <a:defRPr lang="en-US" sz="1900" b="0" kern="1200" baseline="0" dirty="0" smtClean="0">
          <a:solidFill>
            <a:schemeClr val="tx1"/>
          </a:solidFill>
          <a:latin typeface="Arial" pitchFamily="34" charset="0"/>
          <a:ea typeface="+mn-ea"/>
          <a:cs typeface="+mn-cs"/>
        </a:defRPr>
      </a:lvl5pPr>
      <a:lvl6pPr marL="1358918" indent="-239058" algn="l" defTabSz="905949" rtl="0" eaLnBrk="1" latinLnBrk="0" hangingPunct="1">
        <a:spcBef>
          <a:spcPct val="20000"/>
        </a:spcBef>
        <a:buClr>
          <a:schemeClr val="bg2"/>
        </a:buClr>
        <a:buSzPct val="60000"/>
        <a:buFont typeface="Wingdings" pitchFamily="2" charset="2"/>
        <a:buChar char="§"/>
        <a:defRPr sz="2000" kern="1200">
          <a:solidFill>
            <a:schemeClr val="tx1"/>
          </a:solidFill>
          <a:latin typeface="Arial" pitchFamily="34" charset="0"/>
          <a:ea typeface="+mn-ea"/>
          <a:cs typeface="+mn-cs"/>
        </a:defRPr>
      </a:lvl6pPr>
      <a:lvl7pPr marL="2944336" indent="-226502" algn="l" defTabSz="905949"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397312" indent="-226502" algn="l" defTabSz="905949"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50293" indent="-226502" algn="l" defTabSz="905949"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05949" rtl="0" eaLnBrk="1" latinLnBrk="0" hangingPunct="1">
        <a:defRPr sz="1900" kern="1200">
          <a:solidFill>
            <a:schemeClr val="tx1"/>
          </a:solidFill>
          <a:latin typeface="+mn-lt"/>
          <a:ea typeface="+mn-ea"/>
          <a:cs typeface="+mn-cs"/>
        </a:defRPr>
      </a:lvl1pPr>
      <a:lvl2pPr marL="452976" algn="l" defTabSz="905949" rtl="0" eaLnBrk="1" latinLnBrk="0" hangingPunct="1">
        <a:defRPr sz="1900" kern="1200">
          <a:solidFill>
            <a:schemeClr val="tx1"/>
          </a:solidFill>
          <a:latin typeface="+mn-lt"/>
          <a:ea typeface="+mn-ea"/>
          <a:cs typeface="+mn-cs"/>
        </a:defRPr>
      </a:lvl2pPr>
      <a:lvl3pPr marL="905949" algn="l" defTabSz="905949" rtl="0" eaLnBrk="1" latinLnBrk="0" hangingPunct="1">
        <a:defRPr sz="1900" kern="1200">
          <a:solidFill>
            <a:schemeClr val="tx1"/>
          </a:solidFill>
          <a:latin typeface="+mn-lt"/>
          <a:ea typeface="+mn-ea"/>
          <a:cs typeface="+mn-cs"/>
        </a:defRPr>
      </a:lvl3pPr>
      <a:lvl4pPr marL="1358918" algn="l" defTabSz="905949" rtl="0" eaLnBrk="1" latinLnBrk="0" hangingPunct="1">
        <a:defRPr sz="1900" kern="1200">
          <a:solidFill>
            <a:schemeClr val="tx1"/>
          </a:solidFill>
          <a:latin typeface="+mn-lt"/>
          <a:ea typeface="+mn-ea"/>
          <a:cs typeface="+mn-cs"/>
        </a:defRPr>
      </a:lvl4pPr>
      <a:lvl5pPr marL="1811895" algn="l" defTabSz="905949" rtl="0" eaLnBrk="1" latinLnBrk="0" hangingPunct="1">
        <a:defRPr sz="1900" kern="1200">
          <a:solidFill>
            <a:schemeClr val="tx1"/>
          </a:solidFill>
          <a:latin typeface="+mn-lt"/>
          <a:ea typeface="+mn-ea"/>
          <a:cs typeface="+mn-cs"/>
        </a:defRPr>
      </a:lvl5pPr>
      <a:lvl6pPr marL="2264882" algn="l" defTabSz="905949" rtl="0" eaLnBrk="1" latinLnBrk="0" hangingPunct="1">
        <a:defRPr sz="1900" kern="1200">
          <a:solidFill>
            <a:schemeClr val="tx1"/>
          </a:solidFill>
          <a:latin typeface="+mn-lt"/>
          <a:ea typeface="+mn-ea"/>
          <a:cs typeface="+mn-cs"/>
        </a:defRPr>
      </a:lvl6pPr>
      <a:lvl7pPr marL="2717849" algn="l" defTabSz="905949" rtl="0" eaLnBrk="1" latinLnBrk="0" hangingPunct="1">
        <a:defRPr sz="1900" kern="1200">
          <a:solidFill>
            <a:schemeClr val="tx1"/>
          </a:solidFill>
          <a:latin typeface="+mn-lt"/>
          <a:ea typeface="+mn-ea"/>
          <a:cs typeface="+mn-cs"/>
        </a:defRPr>
      </a:lvl7pPr>
      <a:lvl8pPr marL="3170821" algn="l" defTabSz="905949" rtl="0" eaLnBrk="1" latinLnBrk="0" hangingPunct="1">
        <a:defRPr sz="1900" kern="1200">
          <a:solidFill>
            <a:schemeClr val="tx1"/>
          </a:solidFill>
          <a:latin typeface="+mn-lt"/>
          <a:ea typeface="+mn-ea"/>
          <a:cs typeface="+mn-cs"/>
        </a:defRPr>
      </a:lvl8pPr>
      <a:lvl9pPr marL="3623803" algn="l" defTabSz="905949" rtl="0" eaLnBrk="1" latinLnBrk="0" hangingPunct="1">
        <a:defRPr sz="19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descr="Ridge.pdf"/>
          <p:cNvPicPr>
            <a:picLocks noChangeAspect="1"/>
          </p:cNvPicPr>
          <p:nvPr/>
        </p:nvPicPr>
        <p:blipFill>
          <a:blip r:embed="rId28" cstate="email">
            <a:extLst>
              <a:ext uri="{28A0092B-C50C-407E-A947-70E740481C1C}">
                <a14:useLocalDpi xmlns:a14="http://schemas.microsoft.com/office/drawing/2010/main"/>
              </a:ext>
            </a:extLst>
          </a:blip>
          <a:stretch>
            <a:fillRect/>
          </a:stretch>
        </p:blipFill>
        <p:spPr bwMode="ltGray">
          <a:xfrm>
            <a:off x="613" y="3"/>
            <a:ext cx="3025650" cy="825691"/>
          </a:xfrm>
          <a:prstGeom prst="rect">
            <a:avLst/>
          </a:prstGeom>
        </p:spPr>
      </p:pic>
      <p:sp>
        <p:nvSpPr>
          <p:cNvPr id="2" name="Title Placeholder 1"/>
          <p:cNvSpPr>
            <a:spLocks noGrp="1"/>
          </p:cNvSpPr>
          <p:nvPr>
            <p:ph type="title"/>
          </p:nvPr>
        </p:nvSpPr>
        <p:spPr>
          <a:xfrm>
            <a:off x="624231" y="711393"/>
            <a:ext cx="10945241" cy="492443"/>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1" fontAlgn="base" hangingPunct="1">
              <a:spcBef>
                <a:spcPct val="0"/>
              </a:spcBef>
              <a:spcAft>
                <a:spcPct val="0"/>
              </a:spcAft>
            </a:pPr>
            <a:r>
              <a:rPr lang="en-US"/>
              <a:t>Click to edit Master title style</a:t>
            </a:r>
            <a:endParaRPr lang="en-US" dirty="0"/>
          </a:p>
        </p:txBody>
      </p:sp>
      <p:sp>
        <p:nvSpPr>
          <p:cNvPr id="3" name="Text Placeholder 2"/>
          <p:cNvSpPr>
            <a:spLocks noGrp="1"/>
          </p:cNvSpPr>
          <p:nvPr>
            <p:ph type="body" idx="1"/>
          </p:nvPr>
        </p:nvSpPr>
        <p:spPr>
          <a:xfrm>
            <a:off x="641155" y="1972154"/>
            <a:ext cx="10945241" cy="1477328"/>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marL="570290" marR="0" lvl="2" indent="-278817" algn="l" defTabSz="912467" rtl="0" eaLnBrk="1" fontAlgn="base" latinLnBrk="0" hangingPunct="1">
              <a:lnSpc>
                <a:spcPct val="100000"/>
              </a:lnSpc>
              <a:spcBef>
                <a:spcPts val="0"/>
              </a:spcBef>
              <a:spcAft>
                <a:spcPts val="0"/>
              </a:spcAft>
              <a:buClr>
                <a:schemeClr val="bg2"/>
              </a:buClr>
              <a:buSzPct val="90000"/>
              <a:buFont typeface="Arial" pitchFamily="34" charset="0"/>
              <a:buChar char="–"/>
              <a:tabLst/>
              <a:defRPr/>
            </a:pPr>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11709975" y="6615565"/>
            <a:ext cx="258083" cy="153888"/>
          </a:xfrm>
          <a:prstGeom prst="rect">
            <a:avLst/>
          </a:prstGeom>
          <a:noFill/>
          <a:ln w="9525">
            <a:noFill/>
            <a:miter lim="800000"/>
            <a:headEnd/>
            <a:tailEnd/>
          </a:ln>
        </p:spPr>
        <p:txBody>
          <a:bodyPr wrap="none" lIns="0" tIns="0" rIns="0" bIns="0" anchor="ctr">
            <a:spAutoFit/>
          </a:bodyPr>
          <a:lstStyle/>
          <a:p>
            <a:pPr algn="r" defTabSz="912467" fontAlgn="auto">
              <a:spcBef>
                <a:spcPts val="0"/>
              </a:spcBef>
              <a:spcAft>
                <a:spcPts val="0"/>
              </a:spcAft>
              <a:defRPr/>
            </a:pPr>
            <a:fld id="{6856ECDB-1CEE-4F69-ADCA-557460F2116E}" type="slidenum">
              <a:rPr lang="en-US" sz="1000" smtClean="0">
                <a:solidFill>
                  <a:srgbClr val="6D6E71"/>
                </a:solidFill>
                <a:latin typeface="Arial"/>
              </a:rPr>
              <a:pPr algn="r" defTabSz="912467" fontAlgn="auto">
                <a:spcBef>
                  <a:spcPts val="0"/>
                </a:spcBef>
                <a:spcAft>
                  <a:spcPts val="0"/>
                </a:spcAft>
                <a:defRPr/>
              </a:pPr>
              <a:t>‹#›</a:t>
            </a:fld>
            <a:endParaRPr lang="en-US" sz="1000" dirty="0">
              <a:solidFill>
                <a:srgbClr val="6D6E71"/>
              </a:solidFill>
              <a:latin typeface="Arial"/>
            </a:endParaRPr>
          </a:p>
        </p:txBody>
      </p:sp>
      <p:sp>
        <p:nvSpPr>
          <p:cNvPr id="7" name="TextBox 20"/>
          <p:cNvSpPr txBox="1">
            <a:spLocks noChangeArrowheads="1"/>
          </p:cNvSpPr>
          <p:nvPr userDrawn="1"/>
        </p:nvSpPr>
        <p:spPr bwMode="gray">
          <a:xfrm>
            <a:off x="641105" y="6631002"/>
            <a:ext cx="2431756" cy="123111"/>
          </a:xfrm>
          <a:prstGeom prst="rect">
            <a:avLst/>
          </a:prstGeom>
          <a:noFill/>
          <a:ln w="9525">
            <a:noFill/>
            <a:miter lim="800000"/>
            <a:headEnd/>
            <a:tailEnd/>
          </a:ln>
        </p:spPr>
        <p:txBody>
          <a:bodyPr wrap="none" lIns="0" tIns="0" rIns="0" bIns="0">
            <a:spAutoFit/>
          </a:bodyPr>
          <a:lstStyle/>
          <a:p>
            <a:pPr defTabSz="912467" fontAlgn="auto">
              <a:spcBef>
                <a:spcPts val="0"/>
              </a:spcBef>
              <a:spcAft>
                <a:spcPts val="0"/>
              </a:spcAft>
              <a:defRPr/>
            </a:pPr>
            <a:r>
              <a:rPr lang="en-US" sz="800" dirty="0">
                <a:solidFill>
                  <a:srgbClr val="6D6E71"/>
                </a:solidFill>
                <a:latin typeface="Arial"/>
              </a:rPr>
              <a:t>Copyright © 2016 Tech Mahindra. All rights reserved.</a:t>
            </a:r>
          </a:p>
        </p:txBody>
      </p:sp>
    </p:spTree>
    <p:extLst>
      <p:ext uri="{BB962C8B-B14F-4D97-AF65-F5344CB8AC3E}">
        <p14:creationId xmlns:p14="http://schemas.microsoft.com/office/powerpoint/2010/main" val="2683445115"/>
      </p:ext>
    </p:extLst>
  </p:cSld>
  <p:clrMap bg1="lt1" tx1="dk1" bg2="lt2" tx2="dk2" accent1="accent1" accent2="accent2" accent3="accent3" accent4="accent4" accent5="accent5" accent6="accent6" hlink="hlink" folHlink="folHlink"/>
  <p:sldLayoutIdLst>
    <p:sldLayoutId id="2147484316" r:id="rId1"/>
    <p:sldLayoutId id="2147484317" r:id="rId2"/>
    <p:sldLayoutId id="2147484318" r:id="rId3"/>
    <p:sldLayoutId id="2147484319" r:id="rId4"/>
    <p:sldLayoutId id="2147484320" r:id="rId5"/>
    <p:sldLayoutId id="2147484321" r:id="rId6"/>
    <p:sldLayoutId id="2147484322" r:id="rId7"/>
    <p:sldLayoutId id="2147484323" r:id="rId8"/>
    <p:sldLayoutId id="2147484324" r:id="rId9"/>
    <p:sldLayoutId id="2147484325" r:id="rId10"/>
    <p:sldLayoutId id="2147484326" r:id="rId11"/>
    <p:sldLayoutId id="2147484327" r:id="rId12"/>
    <p:sldLayoutId id="2147484328" r:id="rId13"/>
    <p:sldLayoutId id="2147484329" r:id="rId14"/>
    <p:sldLayoutId id="2147484330" r:id="rId15"/>
    <p:sldLayoutId id="2147484331" r:id="rId16"/>
    <p:sldLayoutId id="2147484332" r:id="rId17"/>
    <p:sldLayoutId id="2147484333" r:id="rId18"/>
    <p:sldLayoutId id="2147484334" r:id="rId19"/>
    <p:sldLayoutId id="2147484335" r:id="rId20"/>
    <p:sldLayoutId id="2147484336" r:id="rId21"/>
    <p:sldLayoutId id="2147484337" r:id="rId22"/>
    <p:sldLayoutId id="2147484338" r:id="rId23"/>
    <p:sldLayoutId id="2147484339" r:id="rId24"/>
    <p:sldLayoutId id="2147484340" r:id="rId25"/>
    <p:sldLayoutId id="2147484341" r:id="rId26"/>
  </p:sldLayoutIdLst>
  <p:txStyles>
    <p:titleStyle>
      <a:lvl1pPr algn="l" defTabSz="912467" rtl="0" eaLnBrk="1" latinLnBrk="0" hangingPunct="1">
        <a:spcBef>
          <a:spcPct val="0"/>
        </a:spcBef>
        <a:buNone/>
        <a:defRPr lang="en-US" sz="3200" b="1" kern="1200" dirty="0" smtClean="0">
          <a:solidFill>
            <a:schemeClr val="tx2"/>
          </a:solidFill>
          <a:latin typeface="Arial" pitchFamily="34" charset="0"/>
          <a:ea typeface="+mj-ea"/>
          <a:cs typeface="Arial" pitchFamily="34" charset="0"/>
        </a:defRPr>
      </a:lvl1pPr>
    </p:titleStyle>
    <p:bodyStyle>
      <a:lvl1pPr marL="289903" indent="-289903" algn="l" defTabSz="912467" rtl="0" eaLnBrk="1" fontAlgn="base" latinLnBrk="0" hangingPunct="1">
        <a:spcBef>
          <a:spcPts val="0"/>
        </a:spcBef>
        <a:spcAft>
          <a:spcPct val="0"/>
        </a:spcAft>
        <a:buClr>
          <a:schemeClr val="bg2"/>
        </a:buClr>
        <a:buSzPct val="120000"/>
        <a:buFont typeface="Wingdings" pitchFamily="2" charset="2"/>
        <a:buChar char="§"/>
        <a:defRPr lang="en-US" sz="1800" b="0" kern="1200" baseline="0" dirty="0" smtClean="0">
          <a:solidFill>
            <a:schemeClr val="tx1"/>
          </a:solidFill>
          <a:latin typeface="Arial" pitchFamily="34" charset="0"/>
          <a:ea typeface="+mn-ea"/>
          <a:cs typeface="Arial" pitchFamily="34" charset="0"/>
        </a:defRPr>
      </a:lvl1pPr>
      <a:lvl2pPr marL="285147" indent="-285147" algn="l" defTabSz="912467" rtl="0" eaLnBrk="1" fontAlgn="base" latinLnBrk="0" hangingPunct="1">
        <a:spcBef>
          <a:spcPts val="0"/>
        </a:spcBef>
        <a:spcAft>
          <a:spcPct val="0"/>
        </a:spcAft>
        <a:buClr>
          <a:schemeClr val="bg2"/>
        </a:buClr>
        <a:buSzPct val="100000"/>
        <a:buFont typeface="Wingdings" pitchFamily="2" charset="2"/>
        <a:buChar char="§"/>
        <a:defRPr lang="en-US" sz="1800" b="0" kern="1200" baseline="0" dirty="0" smtClean="0">
          <a:solidFill>
            <a:schemeClr val="tx1"/>
          </a:solidFill>
          <a:latin typeface="+mn-lt"/>
          <a:ea typeface="+mn-ea"/>
          <a:cs typeface="+mn-cs"/>
        </a:defRPr>
      </a:lvl2pPr>
      <a:lvl3pPr marL="570290" indent="-278817" algn="l" defTabSz="912467" rtl="0" eaLnBrk="1" fontAlgn="base" latinLnBrk="0" hangingPunct="1">
        <a:spcBef>
          <a:spcPts val="0"/>
        </a:spcBef>
        <a:spcAft>
          <a:spcPct val="0"/>
        </a:spcAft>
        <a:buClr>
          <a:schemeClr val="bg2"/>
        </a:buClr>
        <a:buSzPct val="90000"/>
        <a:buFont typeface="Arial" pitchFamily="34" charset="0"/>
        <a:buChar char="–"/>
        <a:defRPr kumimoji="0" lang="en-US" sz="18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defRPr>
      </a:lvl3pPr>
      <a:lvl4pPr marL="849105" indent="-278817" algn="l" defTabSz="912467" rtl="0" eaLnBrk="1" fontAlgn="base" latinLnBrk="0" hangingPunct="1">
        <a:spcBef>
          <a:spcPts val="0"/>
        </a:spcBef>
        <a:spcAft>
          <a:spcPct val="0"/>
        </a:spcAft>
        <a:buClr>
          <a:schemeClr val="bg2"/>
        </a:buClr>
        <a:buSzPct val="80000"/>
        <a:buFont typeface="Wingdings" pitchFamily="2" charset="2"/>
        <a:buChar char="§"/>
        <a:defRPr lang="en-US" sz="1800" b="0" kern="1200" baseline="0" dirty="0" smtClean="0">
          <a:solidFill>
            <a:schemeClr val="tx1"/>
          </a:solidFill>
          <a:latin typeface="Arial" pitchFamily="34" charset="0"/>
          <a:ea typeface="+mn-ea"/>
          <a:cs typeface="+mn-cs"/>
        </a:defRPr>
      </a:lvl4pPr>
      <a:lvl5pPr marL="1134250" indent="-285147" algn="l" defTabSz="931473" rtl="0" eaLnBrk="1" fontAlgn="base" latinLnBrk="0" hangingPunct="1">
        <a:spcBef>
          <a:spcPts val="0"/>
        </a:spcBef>
        <a:spcAft>
          <a:spcPct val="0"/>
        </a:spcAft>
        <a:buClr>
          <a:schemeClr val="bg2"/>
        </a:buClr>
        <a:buSzPct val="70000"/>
        <a:buFont typeface="Arial" pitchFamily="34" charset="0"/>
        <a:buChar char="–"/>
        <a:defRPr lang="en-US" sz="1800" b="0" kern="1200" baseline="0" dirty="0" smtClean="0">
          <a:solidFill>
            <a:schemeClr val="tx1"/>
          </a:solidFill>
          <a:latin typeface="Arial" pitchFamily="34" charset="0"/>
          <a:ea typeface="+mn-ea"/>
          <a:cs typeface="+mn-cs"/>
        </a:defRPr>
      </a:lvl5pPr>
      <a:lvl6pPr marL="1368703" indent="-240793" algn="l" defTabSz="912467" rtl="0" eaLnBrk="1" latinLnBrk="0" hangingPunct="1">
        <a:spcBef>
          <a:spcPct val="20000"/>
        </a:spcBef>
        <a:buClr>
          <a:schemeClr val="bg2"/>
        </a:buClr>
        <a:buSzPct val="60000"/>
        <a:buFont typeface="Wingdings" pitchFamily="2" charset="2"/>
        <a:buChar char="§"/>
        <a:defRPr sz="2000" kern="1200">
          <a:solidFill>
            <a:schemeClr val="tx1"/>
          </a:solidFill>
          <a:latin typeface="Arial" pitchFamily="34" charset="0"/>
          <a:ea typeface="+mn-ea"/>
          <a:cs typeface="+mn-cs"/>
        </a:defRPr>
      </a:lvl6pPr>
      <a:lvl7pPr marL="2965517" indent="-228128" algn="l" defTabSz="91246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1743" indent="-228128" algn="l" defTabSz="91246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7981" indent="-228128" algn="l" defTabSz="91246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2467" rtl="0" eaLnBrk="1" latinLnBrk="0" hangingPunct="1">
        <a:defRPr sz="1800" kern="1200">
          <a:solidFill>
            <a:schemeClr val="tx1"/>
          </a:solidFill>
          <a:latin typeface="+mn-lt"/>
          <a:ea typeface="+mn-ea"/>
          <a:cs typeface="+mn-cs"/>
        </a:defRPr>
      </a:lvl1pPr>
      <a:lvl2pPr marL="456235" algn="l" defTabSz="912467" rtl="0" eaLnBrk="1" latinLnBrk="0" hangingPunct="1">
        <a:defRPr sz="1800" kern="1200">
          <a:solidFill>
            <a:schemeClr val="tx1"/>
          </a:solidFill>
          <a:latin typeface="+mn-lt"/>
          <a:ea typeface="+mn-ea"/>
          <a:cs typeface="+mn-cs"/>
        </a:defRPr>
      </a:lvl2pPr>
      <a:lvl3pPr marL="912467" algn="l" defTabSz="912467" rtl="0" eaLnBrk="1" latinLnBrk="0" hangingPunct="1">
        <a:defRPr sz="1800" kern="1200">
          <a:solidFill>
            <a:schemeClr val="tx1"/>
          </a:solidFill>
          <a:latin typeface="+mn-lt"/>
          <a:ea typeface="+mn-ea"/>
          <a:cs typeface="+mn-cs"/>
        </a:defRPr>
      </a:lvl3pPr>
      <a:lvl4pPr marL="1368703" algn="l" defTabSz="912467" rtl="0" eaLnBrk="1" latinLnBrk="0" hangingPunct="1">
        <a:defRPr sz="1800" kern="1200">
          <a:solidFill>
            <a:schemeClr val="tx1"/>
          </a:solidFill>
          <a:latin typeface="+mn-lt"/>
          <a:ea typeface="+mn-ea"/>
          <a:cs typeface="+mn-cs"/>
        </a:defRPr>
      </a:lvl4pPr>
      <a:lvl5pPr marL="1824931" algn="l" defTabSz="912467" rtl="0" eaLnBrk="1" latinLnBrk="0" hangingPunct="1">
        <a:defRPr sz="1800" kern="1200">
          <a:solidFill>
            <a:schemeClr val="tx1"/>
          </a:solidFill>
          <a:latin typeface="+mn-lt"/>
          <a:ea typeface="+mn-ea"/>
          <a:cs typeface="+mn-cs"/>
        </a:defRPr>
      </a:lvl5pPr>
      <a:lvl6pPr marL="2281169" algn="l" defTabSz="912467" rtl="0" eaLnBrk="1" latinLnBrk="0" hangingPunct="1">
        <a:defRPr sz="1800" kern="1200">
          <a:solidFill>
            <a:schemeClr val="tx1"/>
          </a:solidFill>
          <a:latin typeface="+mn-lt"/>
          <a:ea typeface="+mn-ea"/>
          <a:cs typeface="+mn-cs"/>
        </a:defRPr>
      </a:lvl6pPr>
      <a:lvl7pPr marL="2737403" algn="l" defTabSz="912467" rtl="0" eaLnBrk="1" latinLnBrk="0" hangingPunct="1">
        <a:defRPr sz="1800" kern="1200">
          <a:solidFill>
            <a:schemeClr val="tx1"/>
          </a:solidFill>
          <a:latin typeface="+mn-lt"/>
          <a:ea typeface="+mn-ea"/>
          <a:cs typeface="+mn-cs"/>
        </a:defRPr>
      </a:lvl7pPr>
      <a:lvl8pPr marL="3193633" algn="l" defTabSz="912467" rtl="0" eaLnBrk="1" latinLnBrk="0" hangingPunct="1">
        <a:defRPr sz="1800" kern="1200">
          <a:solidFill>
            <a:schemeClr val="tx1"/>
          </a:solidFill>
          <a:latin typeface="+mn-lt"/>
          <a:ea typeface="+mn-ea"/>
          <a:cs typeface="+mn-cs"/>
        </a:defRPr>
      </a:lvl8pPr>
      <a:lvl9pPr marL="3649866" algn="l" defTabSz="912467"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descr="Ridge.pdf"/>
          <p:cNvPicPr>
            <a:picLocks noChangeAspect="1"/>
          </p:cNvPicPr>
          <p:nvPr/>
        </p:nvPicPr>
        <p:blipFill>
          <a:blip r:embed="rId17" cstate="print"/>
          <a:stretch>
            <a:fillRect/>
          </a:stretch>
        </p:blipFill>
        <p:spPr bwMode="ltGray">
          <a:xfrm>
            <a:off x="612" y="0"/>
            <a:ext cx="3025650" cy="825691"/>
          </a:xfrm>
          <a:prstGeom prst="rect">
            <a:avLst/>
          </a:prstGeom>
        </p:spPr>
      </p:pic>
      <p:sp>
        <p:nvSpPr>
          <p:cNvPr id="2" name="Title Placeholder 1"/>
          <p:cNvSpPr>
            <a:spLocks noGrp="1"/>
          </p:cNvSpPr>
          <p:nvPr>
            <p:ph type="title"/>
          </p:nvPr>
        </p:nvSpPr>
        <p:spPr>
          <a:xfrm>
            <a:off x="624174" y="711365"/>
            <a:ext cx="10945239" cy="4001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1" fontAlgn="base" hangingPunct="1">
              <a:spcBef>
                <a:spcPct val="0"/>
              </a:spcBef>
              <a:spcAft>
                <a:spcPct val="0"/>
              </a:spcAft>
            </a:pPr>
            <a:r>
              <a:rPr lang="en-US"/>
              <a:t>Click to edit Master title style</a:t>
            </a:r>
            <a:endParaRPr lang="en-US" dirty="0"/>
          </a:p>
        </p:txBody>
      </p:sp>
      <p:sp>
        <p:nvSpPr>
          <p:cNvPr id="3" name="Text Placeholder 2"/>
          <p:cNvSpPr>
            <a:spLocks noGrp="1"/>
          </p:cNvSpPr>
          <p:nvPr>
            <p:ph type="body" idx="1"/>
          </p:nvPr>
        </p:nvSpPr>
        <p:spPr>
          <a:xfrm>
            <a:off x="641101" y="1972132"/>
            <a:ext cx="10945239" cy="155734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marL="680199" marR="0" lvl="2" indent="-332542" algn="l" defTabSz="1088319" rtl="0" eaLnBrk="1" fontAlgn="base" latinLnBrk="0" hangingPunct="1">
              <a:lnSpc>
                <a:spcPct val="100000"/>
              </a:lnSpc>
              <a:spcBef>
                <a:spcPts val="0"/>
              </a:spcBef>
              <a:spcAft>
                <a:spcPts val="0"/>
              </a:spcAft>
              <a:buClr>
                <a:schemeClr val="bg2"/>
              </a:buClr>
              <a:buSzPct val="90000"/>
              <a:buFont typeface="Arial" pitchFamily="34" charset="0"/>
              <a:buChar char="–"/>
              <a:tabLst/>
              <a:defRPr/>
            </a:pPr>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11780507" y="6600173"/>
            <a:ext cx="187551" cy="184666"/>
          </a:xfrm>
          <a:prstGeom prst="rect">
            <a:avLst/>
          </a:prstGeom>
          <a:noFill/>
          <a:ln w="9525">
            <a:noFill/>
            <a:miter lim="800000"/>
            <a:headEnd/>
            <a:tailEnd/>
          </a:ln>
        </p:spPr>
        <p:txBody>
          <a:bodyPr wrap="none" lIns="0" tIns="0" rIns="0" bIns="0" anchor="ctr">
            <a:spAutoFit/>
          </a:bodyPr>
          <a:lstStyle/>
          <a:p>
            <a:pPr algn="r" defTabSz="1088319" fontAlgn="auto">
              <a:spcBef>
                <a:spcPts val="0"/>
              </a:spcBef>
              <a:spcAft>
                <a:spcPts val="0"/>
              </a:spcAft>
              <a:defRPr/>
            </a:pPr>
            <a:fld id="{6856ECDB-1CEE-4F69-ADCA-557460F2116E}" type="slidenum">
              <a:rPr lang="en-US" sz="1200">
                <a:solidFill>
                  <a:srgbClr val="6D6E71"/>
                </a:solidFill>
                <a:latin typeface="Arial"/>
              </a:rPr>
              <a:pPr algn="r" defTabSz="1088319" fontAlgn="auto">
                <a:spcBef>
                  <a:spcPts val="0"/>
                </a:spcBef>
                <a:spcAft>
                  <a:spcPts val="0"/>
                </a:spcAft>
                <a:defRPr/>
              </a:pPr>
              <a:t>‹#›</a:t>
            </a:fld>
            <a:endParaRPr lang="en-US" sz="1200" dirty="0">
              <a:solidFill>
                <a:srgbClr val="6D6E71"/>
              </a:solidFill>
              <a:latin typeface="Arial"/>
            </a:endParaRPr>
          </a:p>
        </p:txBody>
      </p:sp>
      <p:sp>
        <p:nvSpPr>
          <p:cNvPr id="7" name="TextBox 20"/>
          <p:cNvSpPr txBox="1">
            <a:spLocks noChangeArrowheads="1"/>
          </p:cNvSpPr>
          <p:nvPr/>
        </p:nvSpPr>
        <p:spPr bwMode="gray">
          <a:xfrm>
            <a:off x="641100" y="6630936"/>
            <a:ext cx="3008837" cy="153888"/>
          </a:xfrm>
          <a:prstGeom prst="rect">
            <a:avLst/>
          </a:prstGeom>
          <a:noFill/>
          <a:ln w="9525">
            <a:noFill/>
            <a:miter lim="800000"/>
            <a:headEnd/>
            <a:tailEnd/>
          </a:ln>
        </p:spPr>
        <p:txBody>
          <a:bodyPr wrap="none" lIns="0" tIns="0" rIns="0" bIns="0">
            <a:spAutoFit/>
          </a:bodyPr>
          <a:lstStyle/>
          <a:p>
            <a:pPr defTabSz="1088319" fontAlgn="auto">
              <a:spcBef>
                <a:spcPts val="0"/>
              </a:spcBef>
              <a:spcAft>
                <a:spcPts val="0"/>
              </a:spcAft>
              <a:defRPr/>
            </a:pPr>
            <a:r>
              <a:rPr lang="en-US" sz="1000" dirty="0">
                <a:solidFill>
                  <a:prstClr val="white">
                    <a:lumMod val="85000"/>
                  </a:prstClr>
                </a:solidFill>
                <a:latin typeface="Arial"/>
              </a:rPr>
              <a:t>Copyright © 2013 Tech Mahindra. All rights reserved.</a:t>
            </a:r>
          </a:p>
        </p:txBody>
      </p:sp>
    </p:spTree>
    <p:extLst>
      <p:ext uri="{BB962C8B-B14F-4D97-AF65-F5344CB8AC3E}">
        <p14:creationId xmlns:p14="http://schemas.microsoft.com/office/powerpoint/2010/main" val="1865185242"/>
      </p:ext>
    </p:extLst>
  </p:cSld>
  <p:clrMap bg1="lt1" tx1="dk1" bg2="lt2" tx2="dk2" accent1="accent1" accent2="accent2" accent3="accent3" accent4="accent4" accent5="accent5" accent6="accent6" hlink="hlink" folHlink="folHlink"/>
  <p:sldLayoutIdLst>
    <p:sldLayoutId id="2147484585" r:id="rId1"/>
    <p:sldLayoutId id="2147484586" r:id="rId2"/>
    <p:sldLayoutId id="2147484587" r:id="rId3"/>
    <p:sldLayoutId id="2147484588" r:id="rId4"/>
    <p:sldLayoutId id="2147484589" r:id="rId5"/>
    <p:sldLayoutId id="2147484590" r:id="rId6"/>
    <p:sldLayoutId id="2147484591" r:id="rId7"/>
    <p:sldLayoutId id="2147484592" r:id="rId8"/>
    <p:sldLayoutId id="2147484593" r:id="rId9"/>
    <p:sldLayoutId id="2147484594" r:id="rId10"/>
    <p:sldLayoutId id="2147484595" r:id="rId11"/>
    <p:sldLayoutId id="2147484596" r:id="rId12"/>
    <p:sldLayoutId id="2147484597" r:id="rId13"/>
    <p:sldLayoutId id="2147484598" r:id="rId14"/>
    <p:sldLayoutId id="2147484600" r:id="rId15"/>
  </p:sldLayoutIdLst>
  <p:txStyles>
    <p:titleStyle>
      <a:lvl1pPr algn="l" defTabSz="1088319" rtl="0" eaLnBrk="1" latinLnBrk="0" hangingPunct="1">
        <a:spcBef>
          <a:spcPct val="0"/>
        </a:spcBef>
        <a:buNone/>
        <a:defRPr lang="en-US" sz="2600" b="1" kern="1200" dirty="0" smtClean="0">
          <a:solidFill>
            <a:schemeClr val="tx2"/>
          </a:solidFill>
          <a:latin typeface="Arial" pitchFamily="34" charset="0"/>
          <a:ea typeface="+mj-ea"/>
          <a:cs typeface="Arial" pitchFamily="34" charset="0"/>
        </a:defRPr>
      </a:lvl1pPr>
    </p:titleStyle>
    <p:bodyStyle>
      <a:lvl1pPr marL="345769" indent="-345769" algn="l" defTabSz="1088319" rtl="0" eaLnBrk="1" fontAlgn="base" latinLnBrk="0" hangingPunct="1">
        <a:spcBef>
          <a:spcPts val="0"/>
        </a:spcBef>
        <a:spcAft>
          <a:spcPct val="0"/>
        </a:spcAft>
        <a:buClr>
          <a:schemeClr val="bg2"/>
        </a:buClr>
        <a:buSzPct val="120000"/>
        <a:buFont typeface="Wingdings" pitchFamily="2" charset="2"/>
        <a:buChar char="§"/>
        <a:defRPr lang="en-US" sz="1900" b="0" kern="1200" baseline="0" dirty="0" smtClean="0">
          <a:solidFill>
            <a:schemeClr val="tx1"/>
          </a:solidFill>
          <a:latin typeface="Arial" pitchFamily="34" charset="0"/>
          <a:ea typeface="+mn-ea"/>
          <a:cs typeface="Arial" pitchFamily="34" charset="0"/>
        </a:defRPr>
      </a:lvl1pPr>
      <a:lvl2pPr marL="340100" indent="-340100" algn="l" defTabSz="1088319" rtl="0" eaLnBrk="1" fontAlgn="base" latinLnBrk="0" hangingPunct="1">
        <a:spcBef>
          <a:spcPts val="0"/>
        </a:spcBef>
        <a:spcAft>
          <a:spcPct val="0"/>
        </a:spcAft>
        <a:buClr>
          <a:schemeClr val="bg2"/>
        </a:buClr>
        <a:buSzPct val="100000"/>
        <a:buFont typeface="Wingdings" pitchFamily="2" charset="2"/>
        <a:buChar char="§"/>
        <a:defRPr lang="en-US" sz="2100" b="0" kern="1200" baseline="0" dirty="0" smtClean="0">
          <a:solidFill>
            <a:schemeClr val="tx1"/>
          </a:solidFill>
          <a:latin typeface="+mn-lt"/>
          <a:ea typeface="+mn-ea"/>
          <a:cs typeface="+mn-cs"/>
        </a:defRPr>
      </a:lvl2pPr>
      <a:lvl3pPr marL="680199" indent="-332542" algn="l" defTabSz="1088319" rtl="0" eaLnBrk="1" fontAlgn="base" latinLnBrk="0" hangingPunct="1">
        <a:spcBef>
          <a:spcPts val="0"/>
        </a:spcBef>
        <a:spcAft>
          <a:spcPct val="0"/>
        </a:spcAft>
        <a:buClr>
          <a:schemeClr val="bg2"/>
        </a:buClr>
        <a:buSzPct val="90000"/>
        <a:buFont typeface="Arial" pitchFamily="34" charset="0"/>
        <a:buChar char="–"/>
        <a:defRPr kumimoji="0" lang="en-US" sz="19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defRPr>
      </a:lvl3pPr>
      <a:lvl4pPr marL="1012741" indent="-332542" algn="l" defTabSz="1088319" rtl="0" eaLnBrk="1" fontAlgn="base" latinLnBrk="0" hangingPunct="1">
        <a:spcBef>
          <a:spcPts val="0"/>
        </a:spcBef>
        <a:spcAft>
          <a:spcPct val="0"/>
        </a:spcAft>
        <a:buClr>
          <a:schemeClr val="bg2"/>
        </a:buClr>
        <a:buSzPct val="80000"/>
        <a:buFont typeface="Wingdings" pitchFamily="2" charset="2"/>
        <a:buChar char="§"/>
        <a:defRPr lang="en-US" sz="1900" b="0" kern="1200" baseline="0" dirty="0" smtClean="0">
          <a:solidFill>
            <a:schemeClr val="tx1"/>
          </a:solidFill>
          <a:latin typeface="Arial" pitchFamily="34" charset="0"/>
          <a:ea typeface="+mn-ea"/>
          <a:cs typeface="+mn-cs"/>
        </a:defRPr>
      </a:lvl4pPr>
      <a:lvl5pPr marL="1352841" indent="-340100" algn="l" defTabSz="1110992" rtl="0" eaLnBrk="1" fontAlgn="base" latinLnBrk="0" hangingPunct="1">
        <a:spcBef>
          <a:spcPts val="0"/>
        </a:spcBef>
        <a:spcAft>
          <a:spcPct val="0"/>
        </a:spcAft>
        <a:buClr>
          <a:schemeClr val="bg2"/>
        </a:buClr>
        <a:buSzPct val="70000"/>
        <a:buFont typeface="Arial" pitchFamily="34" charset="0"/>
        <a:buChar char="–"/>
        <a:defRPr lang="en-US" sz="1900" b="0" kern="1200" baseline="0" dirty="0" smtClean="0">
          <a:solidFill>
            <a:schemeClr val="tx1"/>
          </a:solidFill>
          <a:latin typeface="Arial" pitchFamily="34" charset="0"/>
          <a:ea typeface="+mn-ea"/>
          <a:cs typeface="+mn-cs"/>
        </a:defRPr>
      </a:lvl5pPr>
      <a:lvl6pPr marL="1632478" indent="-287195" algn="l" defTabSz="1088319" rtl="0" eaLnBrk="1" latinLnBrk="0" hangingPunct="1">
        <a:spcBef>
          <a:spcPct val="20000"/>
        </a:spcBef>
        <a:buClr>
          <a:schemeClr val="bg2"/>
        </a:buClr>
        <a:buSzPct val="60000"/>
        <a:buFont typeface="Wingdings" pitchFamily="2" charset="2"/>
        <a:buChar char="§"/>
        <a:defRPr sz="2100" kern="1200">
          <a:solidFill>
            <a:schemeClr val="tx1"/>
          </a:solidFill>
          <a:latin typeface="Arial" pitchFamily="34" charset="0"/>
          <a:ea typeface="+mn-ea"/>
          <a:cs typeface="+mn-cs"/>
        </a:defRPr>
      </a:lvl6pPr>
      <a:lvl7pPr marL="3537036" indent="-272080" algn="l" defTabSz="1088319"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1196" indent="-272080" algn="l" defTabSz="1088319"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5355" indent="-272080" algn="l" defTabSz="1088319"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88319" rtl="0" eaLnBrk="1" latinLnBrk="0" hangingPunct="1">
        <a:defRPr sz="2100" kern="1200">
          <a:solidFill>
            <a:schemeClr val="tx1"/>
          </a:solidFill>
          <a:latin typeface="+mn-lt"/>
          <a:ea typeface="+mn-ea"/>
          <a:cs typeface="+mn-cs"/>
        </a:defRPr>
      </a:lvl1pPr>
      <a:lvl2pPr marL="544159" algn="l" defTabSz="1088319" rtl="0" eaLnBrk="1" latinLnBrk="0" hangingPunct="1">
        <a:defRPr sz="2100" kern="1200">
          <a:solidFill>
            <a:schemeClr val="tx1"/>
          </a:solidFill>
          <a:latin typeface="+mn-lt"/>
          <a:ea typeface="+mn-ea"/>
          <a:cs typeface="+mn-cs"/>
        </a:defRPr>
      </a:lvl2pPr>
      <a:lvl3pPr marL="1088319" algn="l" defTabSz="1088319" rtl="0" eaLnBrk="1" latinLnBrk="0" hangingPunct="1">
        <a:defRPr sz="2100" kern="1200">
          <a:solidFill>
            <a:schemeClr val="tx1"/>
          </a:solidFill>
          <a:latin typeface="+mn-lt"/>
          <a:ea typeface="+mn-ea"/>
          <a:cs typeface="+mn-cs"/>
        </a:defRPr>
      </a:lvl3pPr>
      <a:lvl4pPr marL="1632478" algn="l" defTabSz="1088319" rtl="0" eaLnBrk="1" latinLnBrk="0" hangingPunct="1">
        <a:defRPr sz="2100" kern="1200">
          <a:solidFill>
            <a:schemeClr val="tx1"/>
          </a:solidFill>
          <a:latin typeface="+mn-lt"/>
          <a:ea typeface="+mn-ea"/>
          <a:cs typeface="+mn-cs"/>
        </a:defRPr>
      </a:lvl4pPr>
      <a:lvl5pPr marL="2176638" algn="l" defTabSz="1088319" rtl="0" eaLnBrk="1" latinLnBrk="0" hangingPunct="1">
        <a:defRPr sz="2100" kern="1200">
          <a:solidFill>
            <a:schemeClr val="tx1"/>
          </a:solidFill>
          <a:latin typeface="+mn-lt"/>
          <a:ea typeface="+mn-ea"/>
          <a:cs typeface="+mn-cs"/>
        </a:defRPr>
      </a:lvl5pPr>
      <a:lvl6pPr marL="2720797" algn="l" defTabSz="1088319" rtl="0" eaLnBrk="1" latinLnBrk="0" hangingPunct="1">
        <a:defRPr sz="2100" kern="1200">
          <a:solidFill>
            <a:schemeClr val="tx1"/>
          </a:solidFill>
          <a:latin typeface="+mn-lt"/>
          <a:ea typeface="+mn-ea"/>
          <a:cs typeface="+mn-cs"/>
        </a:defRPr>
      </a:lvl6pPr>
      <a:lvl7pPr marL="3264957" algn="l" defTabSz="1088319" rtl="0" eaLnBrk="1" latinLnBrk="0" hangingPunct="1">
        <a:defRPr sz="2100" kern="1200">
          <a:solidFill>
            <a:schemeClr val="tx1"/>
          </a:solidFill>
          <a:latin typeface="+mn-lt"/>
          <a:ea typeface="+mn-ea"/>
          <a:cs typeface="+mn-cs"/>
        </a:defRPr>
      </a:lvl7pPr>
      <a:lvl8pPr marL="3809116" algn="l" defTabSz="1088319" rtl="0" eaLnBrk="1" latinLnBrk="0" hangingPunct="1">
        <a:defRPr sz="2100" kern="1200">
          <a:solidFill>
            <a:schemeClr val="tx1"/>
          </a:solidFill>
          <a:latin typeface="+mn-lt"/>
          <a:ea typeface="+mn-ea"/>
          <a:cs typeface="+mn-cs"/>
        </a:defRPr>
      </a:lvl8pPr>
      <a:lvl9pPr marL="4353276" algn="l" defTabSz="1088319" rtl="0" eaLnBrk="1" latinLnBrk="0" hangingPunct="1">
        <a:defRPr sz="21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descr="Ridge.pdf"/>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bwMode="ltGray">
          <a:xfrm>
            <a:off x="612" y="44"/>
            <a:ext cx="3025650" cy="825692"/>
          </a:xfrm>
          <a:prstGeom prst="rect">
            <a:avLst/>
          </a:prstGeom>
        </p:spPr>
      </p:pic>
      <p:sp>
        <p:nvSpPr>
          <p:cNvPr id="2" name="Title Placeholder 1"/>
          <p:cNvSpPr>
            <a:spLocks noGrp="1"/>
          </p:cNvSpPr>
          <p:nvPr>
            <p:ph type="title"/>
          </p:nvPr>
        </p:nvSpPr>
        <p:spPr>
          <a:xfrm>
            <a:off x="624273" y="711396"/>
            <a:ext cx="10945239" cy="36933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1" fontAlgn="base" hangingPunct="1">
              <a:spcBef>
                <a:spcPct val="0"/>
              </a:spcBef>
              <a:spcAft>
                <a:spcPct val="0"/>
              </a:spcAft>
            </a:pPr>
            <a:r>
              <a:rPr lang="en-US"/>
              <a:t>Click to edit Master title style</a:t>
            </a:r>
            <a:endParaRPr lang="en-US" dirty="0"/>
          </a:p>
        </p:txBody>
      </p:sp>
      <p:sp>
        <p:nvSpPr>
          <p:cNvPr id="3" name="Text Placeholder 2"/>
          <p:cNvSpPr>
            <a:spLocks noGrp="1"/>
          </p:cNvSpPr>
          <p:nvPr>
            <p:ph type="body" idx="1"/>
          </p:nvPr>
        </p:nvSpPr>
        <p:spPr>
          <a:xfrm>
            <a:off x="641200" y="1972172"/>
            <a:ext cx="10945239" cy="155734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marL="566803" marR="0" lvl="2" indent="-277104" algn="l" defTabSz="906880" rtl="0" eaLnBrk="1" fontAlgn="base" latinLnBrk="0" hangingPunct="1">
              <a:lnSpc>
                <a:spcPct val="100000"/>
              </a:lnSpc>
              <a:spcBef>
                <a:spcPts val="0"/>
              </a:spcBef>
              <a:spcAft>
                <a:spcPts val="0"/>
              </a:spcAft>
              <a:buClr>
                <a:schemeClr val="bg2"/>
              </a:buClr>
              <a:buSzPct val="90000"/>
              <a:buFont typeface="Arial" pitchFamily="34" charset="0"/>
              <a:buChar char="–"/>
              <a:tabLst/>
              <a:defRPr/>
            </a:pPr>
            <a:r>
              <a:rPr lang="en-US" dirty="0"/>
              <a:t>First level</a:t>
            </a:r>
          </a:p>
          <a:p>
            <a:pPr lvl="3"/>
            <a:r>
              <a:rPr lang="en-US" dirty="0"/>
              <a:t>Second level</a:t>
            </a:r>
          </a:p>
          <a:p>
            <a:pPr lvl="4"/>
            <a:r>
              <a:rPr lang="en-US" dirty="0"/>
              <a:t>Third level</a:t>
            </a:r>
          </a:p>
          <a:p>
            <a:pPr lvl="5"/>
            <a:r>
              <a:rPr lang="en-US" dirty="0"/>
              <a:t>Fifth level</a:t>
            </a:r>
          </a:p>
        </p:txBody>
      </p:sp>
    </p:spTree>
    <p:extLst>
      <p:ext uri="{BB962C8B-B14F-4D97-AF65-F5344CB8AC3E}">
        <p14:creationId xmlns:p14="http://schemas.microsoft.com/office/powerpoint/2010/main" val="2638868564"/>
      </p:ext>
    </p:extLst>
  </p:cSld>
  <p:clrMap bg1="lt1" tx1="dk1" bg2="lt2" tx2="dk2" accent1="accent1" accent2="accent2" accent3="accent3" accent4="accent4" accent5="accent5" accent6="accent6" hlink="hlink" folHlink="folHlink"/>
  <p:sldLayoutIdLst>
    <p:sldLayoutId id="2147484603" r:id="rId1"/>
    <p:sldLayoutId id="2147484604" r:id="rId2"/>
    <p:sldLayoutId id="2147484605" r:id="rId3"/>
  </p:sldLayoutIdLst>
  <p:txStyles>
    <p:titleStyle>
      <a:lvl1pPr algn="l" defTabSz="906880" rtl="0" eaLnBrk="1" latinLnBrk="0" hangingPunct="1">
        <a:spcBef>
          <a:spcPct val="0"/>
        </a:spcBef>
        <a:buNone/>
        <a:defRPr lang="en-US" sz="2400" b="1" kern="1200" dirty="0" smtClean="0">
          <a:solidFill>
            <a:schemeClr val="tx2"/>
          </a:solidFill>
          <a:latin typeface="Arial" pitchFamily="34" charset="0"/>
          <a:ea typeface="+mj-ea"/>
          <a:cs typeface="Arial" pitchFamily="34" charset="0"/>
        </a:defRPr>
      </a:lvl1pPr>
    </p:titleStyle>
    <p:bodyStyle>
      <a:lvl1pPr marL="288126" indent="-288126" algn="l" defTabSz="906880" rtl="0" eaLnBrk="1" fontAlgn="base" latinLnBrk="0" hangingPunct="1">
        <a:spcBef>
          <a:spcPts val="0"/>
        </a:spcBef>
        <a:spcAft>
          <a:spcPct val="0"/>
        </a:spcAft>
        <a:buClr>
          <a:schemeClr val="bg2"/>
        </a:buClr>
        <a:buSzPct val="120000"/>
        <a:buFont typeface="Wingdings" pitchFamily="2" charset="2"/>
        <a:buChar char="§"/>
        <a:defRPr lang="en-US" sz="1900" b="0" kern="1200" baseline="0" dirty="0" smtClean="0">
          <a:solidFill>
            <a:schemeClr val="tx1"/>
          </a:solidFill>
          <a:latin typeface="Arial" pitchFamily="34" charset="0"/>
          <a:ea typeface="+mn-ea"/>
          <a:cs typeface="Arial" pitchFamily="34" charset="0"/>
        </a:defRPr>
      </a:lvl1pPr>
      <a:lvl2pPr marL="283403" indent="-283403" algn="l" defTabSz="906880" rtl="0" eaLnBrk="1" fontAlgn="base" latinLnBrk="0" hangingPunct="1">
        <a:spcBef>
          <a:spcPts val="0"/>
        </a:spcBef>
        <a:spcAft>
          <a:spcPct val="0"/>
        </a:spcAft>
        <a:buClr>
          <a:schemeClr val="bg2"/>
        </a:buClr>
        <a:buSzPct val="100000"/>
        <a:buFont typeface="Wingdings" pitchFamily="2" charset="2"/>
        <a:buChar char="§"/>
        <a:defRPr lang="en-US" sz="1900" b="0" kern="1200" baseline="0" dirty="0" smtClean="0">
          <a:solidFill>
            <a:schemeClr val="tx1"/>
          </a:solidFill>
          <a:latin typeface="+mn-lt"/>
          <a:ea typeface="+mn-ea"/>
          <a:cs typeface="+mn-cs"/>
        </a:defRPr>
      </a:lvl2pPr>
      <a:lvl3pPr marL="566803" indent="-277104" algn="l" defTabSz="906880" rtl="0" eaLnBrk="1" fontAlgn="base" latinLnBrk="0" hangingPunct="1">
        <a:spcBef>
          <a:spcPts val="0"/>
        </a:spcBef>
        <a:spcAft>
          <a:spcPct val="0"/>
        </a:spcAft>
        <a:buClr>
          <a:schemeClr val="bg2"/>
        </a:buClr>
        <a:buSzPct val="90000"/>
        <a:buFont typeface="Arial" pitchFamily="34" charset="0"/>
        <a:buChar char="–"/>
        <a:defRPr kumimoji="0" lang="en-US" sz="19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defRPr>
      </a:lvl3pPr>
      <a:lvl4pPr marL="843909" indent="-277104" algn="l" defTabSz="906880" rtl="0" eaLnBrk="1" fontAlgn="base" latinLnBrk="0" hangingPunct="1">
        <a:spcBef>
          <a:spcPts val="0"/>
        </a:spcBef>
        <a:spcAft>
          <a:spcPct val="0"/>
        </a:spcAft>
        <a:buClr>
          <a:schemeClr val="bg2"/>
        </a:buClr>
        <a:buSzPct val="80000"/>
        <a:buFont typeface="Wingdings" pitchFamily="2" charset="2"/>
        <a:buChar char="§"/>
        <a:defRPr lang="en-US" sz="1900" b="0" kern="1200" baseline="0" dirty="0" smtClean="0">
          <a:solidFill>
            <a:schemeClr val="tx1"/>
          </a:solidFill>
          <a:latin typeface="Arial" pitchFamily="34" charset="0"/>
          <a:ea typeface="+mn-ea"/>
          <a:cs typeface="+mn-cs"/>
        </a:defRPr>
      </a:lvl4pPr>
      <a:lvl5pPr marL="1127309" indent="-283403" algn="l" defTabSz="925771" rtl="0" eaLnBrk="1" fontAlgn="base" latinLnBrk="0" hangingPunct="1">
        <a:spcBef>
          <a:spcPts val="0"/>
        </a:spcBef>
        <a:spcAft>
          <a:spcPct val="0"/>
        </a:spcAft>
        <a:buClr>
          <a:schemeClr val="bg2"/>
        </a:buClr>
        <a:buSzPct val="70000"/>
        <a:buFont typeface="Arial" pitchFamily="34" charset="0"/>
        <a:buChar char="–"/>
        <a:defRPr lang="en-US" sz="1900" b="0" kern="1200" baseline="0" dirty="0" smtClean="0">
          <a:solidFill>
            <a:schemeClr val="tx1"/>
          </a:solidFill>
          <a:latin typeface="Arial" pitchFamily="34" charset="0"/>
          <a:ea typeface="+mn-ea"/>
          <a:cs typeface="+mn-cs"/>
        </a:defRPr>
      </a:lvl5pPr>
      <a:lvl6pPr marL="1360314" indent="-239304" algn="l" defTabSz="906880" rtl="0" eaLnBrk="1" latinLnBrk="0" hangingPunct="1">
        <a:spcBef>
          <a:spcPct val="20000"/>
        </a:spcBef>
        <a:buClr>
          <a:schemeClr val="bg2"/>
        </a:buClr>
        <a:buSzPct val="60000"/>
        <a:buFont typeface="Wingdings" pitchFamily="2" charset="2"/>
        <a:buChar char="§"/>
        <a:defRPr sz="2100" kern="1200">
          <a:solidFill>
            <a:schemeClr val="tx1"/>
          </a:solidFill>
          <a:latin typeface="Arial" pitchFamily="34" charset="0"/>
          <a:ea typeface="+mn-ea"/>
          <a:cs typeface="+mn-cs"/>
        </a:defRPr>
      </a:lvl6pPr>
      <a:lvl7pPr marL="2947362" indent="-226735" algn="l" defTabSz="906880" rtl="0" eaLnBrk="1" latinLnBrk="0" hangingPunct="1">
        <a:spcBef>
          <a:spcPct val="20000"/>
        </a:spcBef>
        <a:buFont typeface="Arial" pitchFamily="34" charset="0"/>
        <a:buChar char="•"/>
        <a:defRPr sz="2100" kern="1200">
          <a:solidFill>
            <a:schemeClr val="tx1"/>
          </a:solidFill>
          <a:latin typeface="+mn-lt"/>
          <a:ea typeface="+mn-ea"/>
          <a:cs typeface="+mn-cs"/>
        </a:defRPr>
      </a:lvl7pPr>
      <a:lvl8pPr marL="3400805" indent="-226735" algn="l" defTabSz="906880" rtl="0" eaLnBrk="1" latinLnBrk="0" hangingPunct="1">
        <a:spcBef>
          <a:spcPct val="20000"/>
        </a:spcBef>
        <a:buFont typeface="Arial" pitchFamily="34" charset="0"/>
        <a:buChar char="•"/>
        <a:defRPr sz="2100" kern="1200">
          <a:solidFill>
            <a:schemeClr val="tx1"/>
          </a:solidFill>
          <a:latin typeface="+mn-lt"/>
          <a:ea typeface="+mn-ea"/>
          <a:cs typeface="+mn-cs"/>
        </a:defRPr>
      </a:lvl8pPr>
      <a:lvl9pPr marL="3854251" indent="-226735" algn="l" defTabSz="906880" rtl="0" eaLnBrk="1" latinLnBrk="0" hangingPunct="1">
        <a:spcBef>
          <a:spcPct val="20000"/>
        </a:spcBef>
        <a:buFont typeface="Arial" pitchFamily="34" charset="0"/>
        <a:buChar char="•"/>
        <a:defRPr sz="2100" kern="1200">
          <a:solidFill>
            <a:schemeClr val="tx1"/>
          </a:solidFill>
          <a:latin typeface="+mn-lt"/>
          <a:ea typeface="+mn-ea"/>
          <a:cs typeface="+mn-cs"/>
        </a:defRPr>
      </a:lvl9pPr>
    </p:bodyStyle>
    <p:otherStyle>
      <a:defPPr>
        <a:defRPr lang="en-US"/>
      </a:defPPr>
      <a:lvl1pPr marL="0" algn="l" defTabSz="906880" rtl="0" eaLnBrk="1" latinLnBrk="0" hangingPunct="1">
        <a:defRPr sz="1900" kern="1200">
          <a:solidFill>
            <a:schemeClr val="tx1"/>
          </a:solidFill>
          <a:latin typeface="+mn-lt"/>
          <a:ea typeface="+mn-ea"/>
          <a:cs typeface="+mn-cs"/>
        </a:defRPr>
      </a:lvl1pPr>
      <a:lvl2pPr marL="453441" algn="l" defTabSz="906880" rtl="0" eaLnBrk="1" latinLnBrk="0" hangingPunct="1">
        <a:defRPr sz="1900" kern="1200">
          <a:solidFill>
            <a:schemeClr val="tx1"/>
          </a:solidFill>
          <a:latin typeface="+mn-lt"/>
          <a:ea typeface="+mn-ea"/>
          <a:cs typeface="+mn-cs"/>
        </a:defRPr>
      </a:lvl2pPr>
      <a:lvl3pPr marL="906880" algn="l" defTabSz="906880" rtl="0" eaLnBrk="1" latinLnBrk="0" hangingPunct="1">
        <a:defRPr sz="1900" kern="1200">
          <a:solidFill>
            <a:schemeClr val="tx1"/>
          </a:solidFill>
          <a:latin typeface="+mn-lt"/>
          <a:ea typeface="+mn-ea"/>
          <a:cs typeface="+mn-cs"/>
        </a:defRPr>
      </a:lvl3pPr>
      <a:lvl4pPr marL="1360314" algn="l" defTabSz="906880" rtl="0" eaLnBrk="1" latinLnBrk="0" hangingPunct="1">
        <a:defRPr sz="1900" kern="1200">
          <a:solidFill>
            <a:schemeClr val="tx1"/>
          </a:solidFill>
          <a:latin typeface="+mn-lt"/>
          <a:ea typeface="+mn-ea"/>
          <a:cs typeface="+mn-cs"/>
        </a:defRPr>
      </a:lvl4pPr>
      <a:lvl5pPr marL="1813758" algn="l" defTabSz="906880" rtl="0" eaLnBrk="1" latinLnBrk="0" hangingPunct="1">
        <a:defRPr sz="1900" kern="1200">
          <a:solidFill>
            <a:schemeClr val="tx1"/>
          </a:solidFill>
          <a:latin typeface="+mn-lt"/>
          <a:ea typeface="+mn-ea"/>
          <a:cs typeface="+mn-cs"/>
        </a:defRPr>
      </a:lvl5pPr>
      <a:lvl6pPr marL="2267210" algn="l" defTabSz="906880" rtl="0" eaLnBrk="1" latinLnBrk="0" hangingPunct="1">
        <a:defRPr sz="1900" kern="1200">
          <a:solidFill>
            <a:schemeClr val="tx1"/>
          </a:solidFill>
          <a:latin typeface="+mn-lt"/>
          <a:ea typeface="+mn-ea"/>
          <a:cs typeface="+mn-cs"/>
        </a:defRPr>
      </a:lvl6pPr>
      <a:lvl7pPr marL="2720641" algn="l" defTabSz="906880" rtl="0" eaLnBrk="1" latinLnBrk="0" hangingPunct="1">
        <a:defRPr sz="1900" kern="1200">
          <a:solidFill>
            <a:schemeClr val="tx1"/>
          </a:solidFill>
          <a:latin typeface="+mn-lt"/>
          <a:ea typeface="+mn-ea"/>
          <a:cs typeface="+mn-cs"/>
        </a:defRPr>
      </a:lvl7pPr>
      <a:lvl8pPr marL="3174084" algn="l" defTabSz="906880" rtl="0" eaLnBrk="1" latinLnBrk="0" hangingPunct="1">
        <a:defRPr sz="1900" kern="1200">
          <a:solidFill>
            <a:schemeClr val="tx1"/>
          </a:solidFill>
          <a:latin typeface="+mn-lt"/>
          <a:ea typeface="+mn-ea"/>
          <a:cs typeface="+mn-cs"/>
        </a:defRPr>
      </a:lvl8pPr>
      <a:lvl9pPr marL="3627526" algn="l" defTabSz="906880" rtl="0" eaLnBrk="1" latinLnBrk="0" hangingPunct="1">
        <a:defRPr sz="19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7" descr="Ridge.pdf"/>
          <p:cNvPicPr>
            <a:picLocks noChangeAspect="1"/>
          </p:cNvPicPr>
          <p:nvPr/>
        </p:nvPicPr>
        <p:blipFill>
          <a:blip r:embed="rId14" cstate="email">
            <a:extLst>
              <a:ext uri="{28A0092B-C50C-407E-A947-70E740481C1C}">
                <a14:useLocalDpi xmlns:a14="http://schemas.microsoft.com/office/drawing/2010/main"/>
              </a:ext>
            </a:extLst>
          </a:blip>
          <a:srcRect/>
          <a:stretch>
            <a:fillRect/>
          </a:stretch>
        </p:blipFill>
        <p:spPr bwMode="ltGray">
          <a:xfrm>
            <a:off x="26" y="17"/>
            <a:ext cx="3025651" cy="825692"/>
          </a:xfrm>
          <a:prstGeom prst="rect">
            <a:avLst/>
          </a:prstGeom>
          <a:noFill/>
          <a:ln w="9525">
            <a:noFill/>
            <a:miter lim="800000"/>
            <a:headEnd/>
            <a:tailEnd/>
          </a:ln>
        </p:spPr>
      </p:pic>
      <p:sp>
        <p:nvSpPr>
          <p:cNvPr id="1027" name="Title Placeholder 1"/>
          <p:cNvSpPr>
            <a:spLocks noGrp="1"/>
          </p:cNvSpPr>
          <p:nvPr>
            <p:ph type="title"/>
          </p:nvPr>
        </p:nvSpPr>
        <p:spPr bwMode="auto">
          <a:xfrm>
            <a:off x="624186" y="711369"/>
            <a:ext cx="10945239" cy="63094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a:t>Click to edit Master title style</a:t>
            </a:r>
          </a:p>
        </p:txBody>
      </p:sp>
      <p:sp>
        <p:nvSpPr>
          <p:cNvPr id="3" name="Text Placeholder 2"/>
          <p:cNvSpPr>
            <a:spLocks noGrp="1"/>
          </p:cNvSpPr>
          <p:nvPr>
            <p:ph type="body" idx="1"/>
          </p:nvPr>
        </p:nvSpPr>
        <p:spPr>
          <a:xfrm>
            <a:off x="641125" y="1972143"/>
            <a:ext cx="10945239" cy="1588127"/>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lvl="2"/>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11762007" y="6592057"/>
            <a:ext cx="205184" cy="200055"/>
          </a:xfrm>
          <a:prstGeom prst="rect">
            <a:avLst/>
          </a:prstGeom>
          <a:noFill/>
          <a:ln w="9525">
            <a:noFill/>
            <a:miter lim="800000"/>
            <a:headEnd/>
            <a:tailEnd/>
          </a:ln>
        </p:spPr>
        <p:txBody>
          <a:bodyPr wrap="none" lIns="0" tIns="0" rIns="0" bIns="0" anchor="ctr">
            <a:spAutoFit/>
          </a:bodyPr>
          <a:lstStyle/>
          <a:p>
            <a:pPr algn="r" defTabSz="1171442" fontAlgn="auto">
              <a:spcBef>
                <a:spcPts val="0"/>
              </a:spcBef>
              <a:spcAft>
                <a:spcPts val="0"/>
              </a:spcAft>
              <a:defRPr/>
            </a:pPr>
            <a:fld id="{E9B6AED2-E616-4CD5-862A-CB15F603EB39}" type="slidenum">
              <a:rPr lang="en-US" sz="1300">
                <a:solidFill>
                  <a:prstClr val="black">
                    <a:lumMod val="85000"/>
                    <a:lumOff val="15000"/>
                  </a:prstClr>
                </a:solidFill>
                <a:latin typeface="Arial"/>
              </a:rPr>
              <a:pPr algn="r" defTabSz="1171442" fontAlgn="auto">
                <a:spcBef>
                  <a:spcPts val="0"/>
                </a:spcBef>
                <a:spcAft>
                  <a:spcPts val="0"/>
                </a:spcAft>
                <a:defRPr/>
              </a:pPr>
              <a:t>‹#›</a:t>
            </a:fld>
            <a:endParaRPr lang="en-US" sz="1300" dirty="0">
              <a:solidFill>
                <a:prstClr val="black">
                  <a:lumMod val="85000"/>
                  <a:lumOff val="15000"/>
                </a:prstClr>
              </a:solidFill>
              <a:latin typeface="Arial"/>
            </a:endParaRPr>
          </a:p>
        </p:txBody>
      </p:sp>
      <p:sp>
        <p:nvSpPr>
          <p:cNvPr id="7" name="TextBox 20"/>
          <p:cNvSpPr txBox="1">
            <a:spLocks noChangeArrowheads="1"/>
          </p:cNvSpPr>
          <p:nvPr/>
        </p:nvSpPr>
        <p:spPr bwMode="gray">
          <a:xfrm>
            <a:off x="641112" y="6630939"/>
            <a:ext cx="3008837" cy="153888"/>
          </a:xfrm>
          <a:prstGeom prst="rect">
            <a:avLst/>
          </a:prstGeom>
          <a:noFill/>
          <a:ln w="9525">
            <a:noFill/>
            <a:miter lim="800000"/>
            <a:headEnd/>
            <a:tailEnd/>
          </a:ln>
        </p:spPr>
        <p:txBody>
          <a:bodyPr wrap="none" lIns="0" tIns="0" rIns="0" bIns="0">
            <a:spAutoFit/>
          </a:bodyPr>
          <a:lstStyle/>
          <a:p>
            <a:pPr defTabSz="1171442" fontAlgn="auto">
              <a:spcBef>
                <a:spcPts val="0"/>
              </a:spcBef>
              <a:spcAft>
                <a:spcPts val="0"/>
              </a:spcAft>
              <a:defRPr/>
            </a:pPr>
            <a:r>
              <a:rPr lang="en-US" sz="1000" dirty="0">
                <a:solidFill>
                  <a:srgbClr val="6D6E71"/>
                </a:solidFill>
                <a:latin typeface="Arial"/>
              </a:rPr>
              <a:t>Copyright © 2016 Tech Mahindra. All rights reserved.</a:t>
            </a:r>
          </a:p>
        </p:txBody>
      </p:sp>
    </p:spTree>
    <p:extLst>
      <p:ext uri="{BB962C8B-B14F-4D97-AF65-F5344CB8AC3E}">
        <p14:creationId xmlns:p14="http://schemas.microsoft.com/office/powerpoint/2010/main" val="1565989906"/>
      </p:ext>
    </p:extLst>
  </p:cSld>
  <p:clrMap bg1="lt1" tx1="dk1" bg2="lt2" tx2="dk2" accent1="accent1" accent2="accent2" accent3="accent3" accent4="accent4" accent5="accent5" accent6="accent6" hlink="hlink" folHlink="folHlink"/>
  <p:sldLayoutIdLst>
    <p:sldLayoutId id="2147484666" r:id="rId1"/>
    <p:sldLayoutId id="2147484667" r:id="rId2"/>
    <p:sldLayoutId id="2147484668" r:id="rId3"/>
    <p:sldLayoutId id="2147484669" r:id="rId4"/>
    <p:sldLayoutId id="2147484670" r:id="rId5"/>
    <p:sldLayoutId id="2147484671" r:id="rId6"/>
    <p:sldLayoutId id="2147484672" r:id="rId7"/>
    <p:sldLayoutId id="2147484673" r:id="rId8"/>
    <p:sldLayoutId id="2147484674" r:id="rId9"/>
    <p:sldLayoutId id="2147484675" r:id="rId10"/>
    <p:sldLayoutId id="2147484676" r:id="rId11"/>
    <p:sldLayoutId id="2147484677" r:id="rId12"/>
  </p:sldLayoutIdLst>
  <p:txStyles>
    <p:titleStyle>
      <a:lvl1pPr algn="l" rtl="0" eaLnBrk="1" fontAlgn="base" hangingPunct="1">
        <a:spcBef>
          <a:spcPct val="0"/>
        </a:spcBef>
        <a:spcAft>
          <a:spcPct val="0"/>
        </a:spcAft>
        <a:defRPr lang="en-US" sz="4100" b="1" kern="1200" dirty="0">
          <a:solidFill>
            <a:schemeClr val="tx2"/>
          </a:solidFill>
          <a:latin typeface="Arial" pitchFamily="34" charset="0"/>
          <a:ea typeface="+mj-ea"/>
          <a:cs typeface="Arial" pitchFamily="34" charset="0"/>
        </a:defRPr>
      </a:lvl1pPr>
      <a:lvl2pPr algn="l" rtl="0" eaLnBrk="1" fontAlgn="base" hangingPunct="1">
        <a:spcBef>
          <a:spcPct val="0"/>
        </a:spcBef>
        <a:spcAft>
          <a:spcPct val="0"/>
        </a:spcAft>
        <a:defRPr sz="4100" b="1">
          <a:solidFill>
            <a:schemeClr val="tx2"/>
          </a:solidFill>
          <a:latin typeface="Arial" charset="0"/>
          <a:cs typeface="Arial" charset="0"/>
        </a:defRPr>
      </a:lvl2pPr>
      <a:lvl3pPr algn="l" rtl="0" eaLnBrk="1" fontAlgn="base" hangingPunct="1">
        <a:spcBef>
          <a:spcPct val="0"/>
        </a:spcBef>
        <a:spcAft>
          <a:spcPct val="0"/>
        </a:spcAft>
        <a:defRPr sz="4100" b="1">
          <a:solidFill>
            <a:schemeClr val="tx2"/>
          </a:solidFill>
          <a:latin typeface="Arial" charset="0"/>
          <a:cs typeface="Arial" charset="0"/>
        </a:defRPr>
      </a:lvl3pPr>
      <a:lvl4pPr algn="l" rtl="0" eaLnBrk="1" fontAlgn="base" hangingPunct="1">
        <a:spcBef>
          <a:spcPct val="0"/>
        </a:spcBef>
        <a:spcAft>
          <a:spcPct val="0"/>
        </a:spcAft>
        <a:defRPr sz="4100" b="1">
          <a:solidFill>
            <a:schemeClr val="tx2"/>
          </a:solidFill>
          <a:latin typeface="Arial" charset="0"/>
          <a:cs typeface="Arial" charset="0"/>
        </a:defRPr>
      </a:lvl4pPr>
      <a:lvl5pPr algn="l" rtl="0" eaLnBrk="1" fontAlgn="base" hangingPunct="1">
        <a:spcBef>
          <a:spcPct val="0"/>
        </a:spcBef>
        <a:spcAft>
          <a:spcPct val="0"/>
        </a:spcAft>
        <a:defRPr sz="4100" b="1">
          <a:solidFill>
            <a:schemeClr val="tx2"/>
          </a:solidFill>
          <a:latin typeface="Arial" charset="0"/>
          <a:cs typeface="Arial" charset="0"/>
        </a:defRPr>
      </a:lvl5pPr>
      <a:lvl6pPr marL="585721" algn="l" rtl="0" eaLnBrk="1" fontAlgn="base" hangingPunct="1">
        <a:spcBef>
          <a:spcPct val="0"/>
        </a:spcBef>
        <a:spcAft>
          <a:spcPct val="0"/>
        </a:spcAft>
        <a:defRPr sz="4100" b="1">
          <a:solidFill>
            <a:schemeClr val="tx2"/>
          </a:solidFill>
          <a:latin typeface="Arial" charset="0"/>
          <a:cs typeface="Arial" charset="0"/>
        </a:defRPr>
      </a:lvl6pPr>
      <a:lvl7pPr marL="1171442" algn="l" rtl="0" eaLnBrk="1" fontAlgn="base" hangingPunct="1">
        <a:spcBef>
          <a:spcPct val="0"/>
        </a:spcBef>
        <a:spcAft>
          <a:spcPct val="0"/>
        </a:spcAft>
        <a:defRPr sz="4100" b="1">
          <a:solidFill>
            <a:schemeClr val="tx2"/>
          </a:solidFill>
          <a:latin typeface="Arial" charset="0"/>
          <a:cs typeface="Arial" charset="0"/>
        </a:defRPr>
      </a:lvl7pPr>
      <a:lvl8pPr marL="1757163" algn="l" rtl="0" eaLnBrk="1" fontAlgn="base" hangingPunct="1">
        <a:spcBef>
          <a:spcPct val="0"/>
        </a:spcBef>
        <a:spcAft>
          <a:spcPct val="0"/>
        </a:spcAft>
        <a:defRPr sz="4100" b="1">
          <a:solidFill>
            <a:schemeClr val="tx2"/>
          </a:solidFill>
          <a:latin typeface="Arial" charset="0"/>
          <a:cs typeface="Arial" charset="0"/>
        </a:defRPr>
      </a:lvl8pPr>
      <a:lvl9pPr marL="2342884" algn="l" rtl="0" eaLnBrk="1" fontAlgn="base" hangingPunct="1">
        <a:spcBef>
          <a:spcPct val="0"/>
        </a:spcBef>
        <a:spcAft>
          <a:spcPct val="0"/>
        </a:spcAft>
        <a:defRPr sz="4100" b="1">
          <a:solidFill>
            <a:schemeClr val="tx2"/>
          </a:solidFill>
          <a:latin typeface="Arial" charset="0"/>
          <a:cs typeface="Arial" charset="0"/>
        </a:defRPr>
      </a:lvl9pPr>
    </p:titleStyle>
    <p:bodyStyle>
      <a:lvl1pPr marL="372180" indent="-372180"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Arial" pitchFamily="34" charset="0"/>
          <a:ea typeface="+mn-ea"/>
          <a:cs typeface="Arial" pitchFamily="34" charset="0"/>
        </a:defRPr>
      </a:lvl1pPr>
      <a:lvl2pPr marL="366074" indent="-366074"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732149" indent="-357940"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Arial" pitchFamily="34" charset="0"/>
          <a:ea typeface="+mn-ea"/>
          <a:cs typeface="Arial" pitchFamily="34" charset="0"/>
        </a:defRPr>
      </a:lvl3pPr>
      <a:lvl4pPr marL="1090091" indent="-357940"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Arial" pitchFamily="34" charset="0"/>
          <a:ea typeface="+mn-ea"/>
          <a:cs typeface="Arial" charset="0"/>
        </a:defRPr>
      </a:lvl4pPr>
      <a:lvl5pPr marL="1456168" indent="-366074" algn="l" defTabSz="1195844"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Arial" pitchFamily="34" charset="0"/>
          <a:ea typeface="+mn-ea"/>
          <a:cs typeface="Arial" charset="0"/>
        </a:defRPr>
      </a:lvl5pPr>
      <a:lvl6pPr marL="1757163" indent="-309132" algn="l" defTabSz="1171442" rtl="0" eaLnBrk="1" latinLnBrk="0" hangingPunct="1">
        <a:spcBef>
          <a:spcPct val="20000"/>
        </a:spcBef>
        <a:buClr>
          <a:schemeClr val="bg2"/>
        </a:buClr>
        <a:buSzPct val="60000"/>
        <a:buFont typeface="Wingdings" pitchFamily="2" charset="2"/>
        <a:buChar char="§"/>
        <a:defRPr sz="2600" kern="1200">
          <a:solidFill>
            <a:schemeClr val="tx1"/>
          </a:solidFill>
          <a:latin typeface="Arial" pitchFamily="34" charset="0"/>
          <a:ea typeface="+mn-ea"/>
          <a:cs typeface="+mn-cs"/>
        </a:defRPr>
      </a:lvl6pPr>
      <a:lvl7pPr marL="3807184" indent="-292862" algn="l" defTabSz="1171442"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392907" indent="-292862" algn="l" defTabSz="1171442"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4978632" indent="-292862" algn="l" defTabSz="1171442" rtl="0" eaLnBrk="1" latinLnBrk="0" hangingPunct="1">
        <a:spcBef>
          <a:spcPct val="20000"/>
        </a:spcBef>
        <a:buFont typeface="Arial" pitchFamily="34" charset="0"/>
        <a:buChar char="•"/>
        <a:defRPr sz="2600" kern="1200">
          <a:solidFill>
            <a:schemeClr val="tx1"/>
          </a:solidFill>
          <a:latin typeface="+mn-lt"/>
          <a:ea typeface="+mn-ea"/>
          <a:cs typeface="+mn-cs"/>
        </a:defRPr>
      </a:lvl9pPr>
    </p:bodyStyle>
    <p:otherStyle>
      <a:defPPr>
        <a:defRPr lang="en-US"/>
      </a:defPPr>
      <a:lvl1pPr marL="0" algn="l" defTabSz="1171442" rtl="0" eaLnBrk="1" latinLnBrk="0" hangingPunct="1">
        <a:defRPr sz="2300" kern="1200">
          <a:solidFill>
            <a:schemeClr val="tx1"/>
          </a:solidFill>
          <a:latin typeface="+mn-lt"/>
          <a:ea typeface="+mn-ea"/>
          <a:cs typeface="+mn-cs"/>
        </a:defRPr>
      </a:lvl1pPr>
      <a:lvl2pPr marL="585721" algn="l" defTabSz="1171442" rtl="0" eaLnBrk="1" latinLnBrk="0" hangingPunct="1">
        <a:defRPr sz="2300" kern="1200">
          <a:solidFill>
            <a:schemeClr val="tx1"/>
          </a:solidFill>
          <a:latin typeface="+mn-lt"/>
          <a:ea typeface="+mn-ea"/>
          <a:cs typeface="+mn-cs"/>
        </a:defRPr>
      </a:lvl2pPr>
      <a:lvl3pPr marL="1171442" algn="l" defTabSz="1171442" rtl="0" eaLnBrk="1" latinLnBrk="0" hangingPunct="1">
        <a:defRPr sz="2300" kern="1200">
          <a:solidFill>
            <a:schemeClr val="tx1"/>
          </a:solidFill>
          <a:latin typeface="+mn-lt"/>
          <a:ea typeface="+mn-ea"/>
          <a:cs typeface="+mn-cs"/>
        </a:defRPr>
      </a:lvl3pPr>
      <a:lvl4pPr marL="1757163" algn="l" defTabSz="1171442" rtl="0" eaLnBrk="1" latinLnBrk="0" hangingPunct="1">
        <a:defRPr sz="2300" kern="1200">
          <a:solidFill>
            <a:schemeClr val="tx1"/>
          </a:solidFill>
          <a:latin typeface="+mn-lt"/>
          <a:ea typeface="+mn-ea"/>
          <a:cs typeface="+mn-cs"/>
        </a:defRPr>
      </a:lvl4pPr>
      <a:lvl5pPr marL="2342884" algn="l" defTabSz="1171442" rtl="0" eaLnBrk="1" latinLnBrk="0" hangingPunct="1">
        <a:defRPr sz="2300" kern="1200">
          <a:solidFill>
            <a:schemeClr val="tx1"/>
          </a:solidFill>
          <a:latin typeface="+mn-lt"/>
          <a:ea typeface="+mn-ea"/>
          <a:cs typeface="+mn-cs"/>
        </a:defRPr>
      </a:lvl5pPr>
      <a:lvl6pPr marL="2928605" algn="l" defTabSz="1171442" rtl="0" eaLnBrk="1" latinLnBrk="0" hangingPunct="1">
        <a:defRPr sz="2300" kern="1200">
          <a:solidFill>
            <a:schemeClr val="tx1"/>
          </a:solidFill>
          <a:latin typeface="+mn-lt"/>
          <a:ea typeface="+mn-ea"/>
          <a:cs typeface="+mn-cs"/>
        </a:defRPr>
      </a:lvl6pPr>
      <a:lvl7pPr marL="3514326" algn="l" defTabSz="1171442" rtl="0" eaLnBrk="1" latinLnBrk="0" hangingPunct="1">
        <a:defRPr sz="2300" kern="1200">
          <a:solidFill>
            <a:schemeClr val="tx1"/>
          </a:solidFill>
          <a:latin typeface="+mn-lt"/>
          <a:ea typeface="+mn-ea"/>
          <a:cs typeface="+mn-cs"/>
        </a:defRPr>
      </a:lvl7pPr>
      <a:lvl8pPr marL="4100048" algn="l" defTabSz="1171442" rtl="0" eaLnBrk="1" latinLnBrk="0" hangingPunct="1">
        <a:defRPr sz="2300" kern="1200">
          <a:solidFill>
            <a:schemeClr val="tx1"/>
          </a:solidFill>
          <a:latin typeface="+mn-lt"/>
          <a:ea typeface="+mn-ea"/>
          <a:cs typeface="+mn-cs"/>
        </a:defRPr>
      </a:lvl8pPr>
      <a:lvl9pPr marL="4685769" algn="l" defTabSz="1171442" rtl="0" eaLnBrk="1" latinLnBrk="0" hangingPunct="1">
        <a:defRPr sz="23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descr="Ridge.pdf"/>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bwMode="ltGray">
          <a:xfrm>
            <a:off x="612" y="53"/>
            <a:ext cx="3025650" cy="825692"/>
          </a:xfrm>
          <a:prstGeom prst="rect">
            <a:avLst/>
          </a:prstGeom>
        </p:spPr>
      </p:pic>
      <p:sp>
        <p:nvSpPr>
          <p:cNvPr id="2" name="Title Placeholder 1"/>
          <p:cNvSpPr>
            <a:spLocks noGrp="1"/>
          </p:cNvSpPr>
          <p:nvPr>
            <p:ph type="title"/>
          </p:nvPr>
        </p:nvSpPr>
        <p:spPr>
          <a:xfrm>
            <a:off x="624256" y="711402"/>
            <a:ext cx="10945239" cy="36933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1" fontAlgn="base" hangingPunct="1">
              <a:spcBef>
                <a:spcPct val="0"/>
              </a:spcBef>
              <a:spcAft>
                <a:spcPct val="0"/>
              </a:spcAft>
            </a:pPr>
            <a:r>
              <a:rPr lang="en-US"/>
              <a:t>Click to edit Master title style</a:t>
            </a:r>
            <a:endParaRPr lang="en-US" dirty="0"/>
          </a:p>
        </p:txBody>
      </p:sp>
      <p:sp>
        <p:nvSpPr>
          <p:cNvPr id="3" name="Text Placeholder 2"/>
          <p:cNvSpPr>
            <a:spLocks noGrp="1"/>
          </p:cNvSpPr>
          <p:nvPr>
            <p:ph type="body" idx="1"/>
          </p:nvPr>
        </p:nvSpPr>
        <p:spPr>
          <a:xfrm>
            <a:off x="641194" y="1972151"/>
            <a:ext cx="10945239" cy="155734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marL="568323" marR="0" lvl="2" indent="-277860" algn="l" defTabSz="909314" rtl="0" eaLnBrk="1" fontAlgn="base" latinLnBrk="0" hangingPunct="1">
              <a:lnSpc>
                <a:spcPct val="100000"/>
              </a:lnSpc>
              <a:spcBef>
                <a:spcPts val="0"/>
              </a:spcBef>
              <a:spcAft>
                <a:spcPts val="0"/>
              </a:spcAft>
              <a:buClr>
                <a:schemeClr val="bg2"/>
              </a:buClr>
              <a:buSzPct val="90000"/>
              <a:buFont typeface="Arial" pitchFamily="34" charset="0"/>
              <a:buChar char="–"/>
              <a:tabLst/>
              <a:defRPr/>
            </a:pPr>
            <a:r>
              <a:rPr lang="en-US" dirty="0"/>
              <a:t>First level</a:t>
            </a:r>
          </a:p>
          <a:p>
            <a:pPr lvl="3"/>
            <a:r>
              <a:rPr lang="en-US" dirty="0"/>
              <a:t>Second level</a:t>
            </a:r>
          </a:p>
          <a:p>
            <a:pPr lvl="4"/>
            <a:r>
              <a:rPr lang="en-US" dirty="0"/>
              <a:t>Third level</a:t>
            </a:r>
          </a:p>
          <a:p>
            <a:pPr lvl="5"/>
            <a:r>
              <a:rPr lang="en-US" dirty="0"/>
              <a:t>Fifth level</a:t>
            </a:r>
          </a:p>
        </p:txBody>
      </p:sp>
    </p:spTree>
    <p:extLst>
      <p:ext uri="{BB962C8B-B14F-4D97-AF65-F5344CB8AC3E}">
        <p14:creationId xmlns:p14="http://schemas.microsoft.com/office/powerpoint/2010/main" val="3567532517"/>
      </p:ext>
    </p:extLst>
  </p:cSld>
  <p:clrMap bg1="lt1" tx1="dk1" bg2="lt2" tx2="dk2" accent1="accent1" accent2="accent2" accent3="accent3" accent4="accent4" accent5="accent5" accent6="accent6" hlink="hlink" folHlink="folHlink"/>
  <p:sldLayoutIdLst>
    <p:sldLayoutId id="2147484680" r:id="rId1"/>
    <p:sldLayoutId id="2147484681" r:id="rId2"/>
    <p:sldLayoutId id="2147484682" r:id="rId3"/>
    <p:sldLayoutId id="2147484684" r:id="rId4"/>
  </p:sldLayoutIdLst>
  <p:txStyles>
    <p:titleStyle>
      <a:lvl1pPr algn="l" defTabSz="909314" rtl="0" eaLnBrk="1" latinLnBrk="0" hangingPunct="1">
        <a:spcBef>
          <a:spcPct val="0"/>
        </a:spcBef>
        <a:buNone/>
        <a:defRPr lang="en-US" sz="2400" b="1" kern="1200" dirty="0" smtClean="0">
          <a:solidFill>
            <a:schemeClr val="tx2"/>
          </a:solidFill>
          <a:latin typeface="Arial" pitchFamily="34" charset="0"/>
          <a:ea typeface="+mj-ea"/>
          <a:cs typeface="Arial" pitchFamily="34" charset="0"/>
        </a:defRPr>
      </a:lvl1pPr>
    </p:titleStyle>
    <p:bodyStyle>
      <a:lvl1pPr marL="288898" indent="-288898" algn="l" defTabSz="909314" rtl="0" eaLnBrk="1" fontAlgn="base" latinLnBrk="0" hangingPunct="1">
        <a:spcBef>
          <a:spcPts val="0"/>
        </a:spcBef>
        <a:spcAft>
          <a:spcPct val="0"/>
        </a:spcAft>
        <a:buClr>
          <a:schemeClr val="bg2"/>
        </a:buClr>
        <a:buSzPct val="120000"/>
        <a:buFont typeface="Wingdings" pitchFamily="2" charset="2"/>
        <a:buChar char="§"/>
        <a:defRPr lang="en-US" sz="1900" b="0" kern="1200" baseline="0" dirty="0" smtClean="0">
          <a:solidFill>
            <a:schemeClr val="tx1"/>
          </a:solidFill>
          <a:latin typeface="Arial" pitchFamily="34" charset="0"/>
          <a:ea typeface="+mn-ea"/>
          <a:cs typeface="Arial" pitchFamily="34" charset="0"/>
        </a:defRPr>
      </a:lvl1pPr>
      <a:lvl2pPr marL="284164" indent="-284164" algn="l" defTabSz="909314" rtl="0" eaLnBrk="1" fontAlgn="base" latinLnBrk="0" hangingPunct="1">
        <a:spcBef>
          <a:spcPts val="0"/>
        </a:spcBef>
        <a:spcAft>
          <a:spcPct val="0"/>
        </a:spcAft>
        <a:buClr>
          <a:schemeClr val="bg2"/>
        </a:buClr>
        <a:buSzPct val="100000"/>
        <a:buFont typeface="Wingdings" pitchFamily="2" charset="2"/>
        <a:buChar char="§"/>
        <a:defRPr lang="en-US" sz="1900" b="0" kern="1200" baseline="0" dirty="0" smtClean="0">
          <a:solidFill>
            <a:schemeClr val="tx1"/>
          </a:solidFill>
          <a:latin typeface="+mn-lt"/>
          <a:ea typeface="+mn-ea"/>
          <a:cs typeface="+mn-cs"/>
        </a:defRPr>
      </a:lvl2pPr>
      <a:lvl3pPr marL="568323" indent="-277860" algn="l" defTabSz="909314" rtl="0" eaLnBrk="1" fontAlgn="base" latinLnBrk="0" hangingPunct="1">
        <a:spcBef>
          <a:spcPts val="0"/>
        </a:spcBef>
        <a:spcAft>
          <a:spcPct val="0"/>
        </a:spcAft>
        <a:buClr>
          <a:schemeClr val="bg2"/>
        </a:buClr>
        <a:buSzPct val="90000"/>
        <a:buFont typeface="Arial" pitchFamily="34" charset="0"/>
        <a:buChar char="–"/>
        <a:defRPr kumimoji="0" lang="en-US" sz="19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defRPr>
      </a:lvl3pPr>
      <a:lvl4pPr marL="846162" indent="-277860" algn="l" defTabSz="909314" rtl="0" eaLnBrk="1" fontAlgn="base" latinLnBrk="0" hangingPunct="1">
        <a:spcBef>
          <a:spcPts val="0"/>
        </a:spcBef>
        <a:spcAft>
          <a:spcPct val="0"/>
        </a:spcAft>
        <a:buClr>
          <a:schemeClr val="bg2"/>
        </a:buClr>
        <a:buSzPct val="80000"/>
        <a:buFont typeface="Wingdings" pitchFamily="2" charset="2"/>
        <a:buChar char="§"/>
        <a:defRPr lang="en-US" sz="1900" b="0" kern="1200" baseline="0" dirty="0" smtClean="0">
          <a:solidFill>
            <a:schemeClr val="tx1"/>
          </a:solidFill>
          <a:latin typeface="Arial" pitchFamily="34" charset="0"/>
          <a:ea typeface="+mn-ea"/>
          <a:cs typeface="+mn-cs"/>
        </a:defRPr>
      </a:lvl4pPr>
      <a:lvl5pPr marL="1130318" indent="-284164" algn="l" defTabSz="928246" rtl="0" eaLnBrk="1" fontAlgn="base" latinLnBrk="0" hangingPunct="1">
        <a:spcBef>
          <a:spcPts val="0"/>
        </a:spcBef>
        <a:spcAft>
          <a:spcPct val="0"/>
        </a:spcAft>
        <a:buClr>
          <a:schemeClr val="bg2"/>
        </a:buClr>
        <a:buSzPct val="70000"/>
        <a:buFont typeface="Arial" pitchFamily="34" charset="0"/>
        <a:buChar char="–"/>
        <a:defRPr lang="en-US" sz="1900" b="0" kern="1200" baseline="0" dirty="0" smtClean="0">
          <a:solidFill>
            <a:schemeClr val="tx1"/>
          </a:solidFill>
          <a:latin typeface="Arial" pitchFamily="34" charset="0"/>
          <a:ea typeface="+mn-ea"/>
          <a:cs typeface="+mn-cs"/>
        </a:defRPr>
      </a:lvl5pPr>
      <a:lvl6pPr marL="1363967" indent="-239957" algn="l" defTabSz="909314" rtl="0" eaLnBrk="1" latinLnBrk="0" hangingPunct="1">
        <a:spcBef>
          <a:spcPct val="20000"/>
        </a:spcBef>
        <a:buClr>
          <a:schemeClr val="bg2"/>
        </a:buClr>
        <a:buSzPct val="60000"/>
        <a:buFont typeface="Wingdings" pitchFamily="2" charset="2"/>
        <a:buChar char="§"/>
        <a:defRPr sz="2100" kern="1200">
          <a:solidFill>
            <a:schemeClr val="tx1"/>
          </a:solidFill>
          <a:latin typeface="Arial" pitchFamily="34" charset="0"/>
          <a:ea typeface="+mn-ea"/>
          <a:cs typeface="+mn-cs"/>
        </a:defRPr>
      </a:lvl6pPr>
      <a:lvl7pPr marL="2955263" indent="-227349" algn="l" defTabSz="909314" rtl="0" eaLnBrk="1" latinLnBrk="0" hangingPunct="1">
        <a:spcBef>
          <a:spcPct val="20000"/>
        </a:spcBef>
        <a:buFont typeface="Arial" pitchFamily="34" charset="0"/>
        <a:buChar char="•"/>
        <a:defRPr sz="2100" kern="1200">
          <a:solidFill>
            <a:schemeClr val="tx1"/>
          </a:solidFill>
          <a:latin typeface="+mn-lt"/>
          <a:ea typeface="+mn-ea"/>
          <a:cs typeface="+mn-cs"/>
        </a:defRPr>
      </a:lvl7pPr>
      <a:lvl8pPr marL="3409907" indent="-227349" algn="l" defTabSz="909314" rtl="0" eaLnBrk="1" latinLnBrk="0" hangingPunct="1">
        <a:spcBef>
          <a:spcPct val="20000"/>
        </a:spcBef>
        <a:buFont typeface="Arial" pitchFamily="34" charset="0"/>
        <a:buChar char="•"/>
        <a:defRPr sz="2100" kern="1200">
          <a:solidFill>
            <a:schemeClr val="tx1"/>
          </a:solidFill>
          <a:latin typeface="+mn-lt"/>
          <a:ea typeface="+mn-ea"/>
          <a:cs typeface="+mn-cs"/>
        </a:defRPr>
      </a:lvl8pPr>
      <a:lvl9pPr marL="3864568" indent="-227349" algn="l" defTabSz="909314" rtl="0" eaLnBrk="1" latinLnBrk="0" hangingPunct="1">
        <a:spcBef>
          <a:spcPct val="20000"/>
        </a:spcBef>
        <a:buFont typeface="Arial" pitchFamily="34" charset="0"/>
        <a:buChar char="•"/>
        <a:defRPr sz="2100" kern="1200">
          <a:solidFill>
            <a:schemeClr val="tx1"/>
          </a:solidFill>
          <a:latin typeface="+mn-lt"/>
          <a:ea typeface="+mn-ea"/>
          <a:cs typeface="+mn-cs"/>
        </a:defRPr>
      </a:lvl9pPr>
    </p:bodyStyle>
    <p:otherStyle>
      <a:defPPr>
        <a:defRPr lang="en-US"/>
      </a:defPPr>
      <a:lvl1pPr marL="0" algn="l" defTabSz="909314" rtl="0" eaLnBrk="1" latinLnBrk="0" hangingPunct="1">
        <a:defRPr sz="1900" kern="1200">
          <a:solidFill>
            <a:schemeClr val="tx1"/>
          </a:solidFill>
          <a:latin typeface="+mn-lt"/>
          <a:ea typeface="+mn-ea"/>
          <a:cs typeface="+mn-cs"/>
        </a:defRPr>
      </a:lvl1pPr>
      <a:lvl2pPr marL="454660" algn="l" defTabSz="909314" rtl="0" eaLnBrk="1" latinLnBrk="0" hangingPunct="1">
        <a:defRPr sz="1900" kern="1200">
          <a:solidFill>
            <a:schemeClr val="tx1"/>
          </a:solidFill>
          <a:latin typeface="+mn-lt"/>
          <a:ea typeface="+mn-ea"/>
          <a:cs typeface="+mn-cs"/>
        </a:defRPr>
      </a:lvl2pPr>
      <a:lvl3pPr marL="909314" algn="l" defTabSz="909314" rtl="0" eaLnBrk="1" latinLnBrk="0" hangingPunct="1">
        <a:defRPr sz="1900" kern="1200">
          <a:solidFill>
            <a:schemeClr val="tx1"/>
          </a:solidFill>
          <a:latin typeface="+mn-lt"/>
          <a:ea typeface="+mn-ea"/>
          <a:cs typeface="+mn-cs"/>
        </a:defRPr>
      </a:lvl3pPr>
      <a:lvl4pPr marL="1363967" algn="l" defTabSz="909314" rtl="0" eaLnBrk="1" latinLnBrk="0" hangingPunct="1">
        <a:defRPr sz="1900" kern="1200">
          <a:solidFill>
            <a:schemeClr val="tx1"/>
          </a:solidFill>
          <a:latin typeface="+mn-lt"/>
          <a:ea typeface="+mn-ea"/>
          <a:cs typeface="+mn-cs"/>
        </a:defRPr>
      </a:lvl4pPr>
      <a:lvl5pPr marL="1818623" algn="l" defTabSz="909314" rtl="0" eaLnBrk="1" latinLnBrk="0" hangingPunct="1">
        <a:defRPr sz="1900" kern="1200">
          <a:solidFill>
            <a:schemeClr val="tx1"/>
          </a:solidFill>
          <a:latin typeface="+mn-lt"/>
          <a:ea typeface="+mn-ea"/>
          <a:cs typeface="+mn-cs"/>
        </a:defRPr>
      </a:lvl5pPr>
      <a:lvl6pPr marL="2273277" algn="l" defTabSz="909314" rtl="0" eaLnBrk="1" latinLnBrk="0" hangingPunct="1">
        <a:defRPr sz="1900" kern="1200">
          <a:solidFill>
            <a:schemeClr val="tx1"/>
          </a:solidFill>
          <a:latin typeface="+mn-lt"/>
          <a:ea typeface="+mn-ea"/>
          <a:cs typeface="+mn-cs"/>
        </a:defRPr>
      </a:lvl6pPr>
      <a:lvl7pPr marL="2727931" algn="l" defTabSz="909314" rtl="0" eaLnBrk="1" latinLnBrk="0" hangingPunct="1">
        <a:defRPr sz="1900" kern="1200">
          <a:solidFill>
            <a:schemeClr val="tx1"/>
          </a:solidFill>
          <a:latin typeface="+mn-lt"/>
          <a:ea typeface="+mn-ea"/>
          <a:cs typeface="+mn-cs"/>
        </a:defRPr>
      </a:lvl7pPr>
      <a:lvl8pPr marL="3182586" algn="l" defTabSz="909314" rtl="0" eaLnBrk="1" latinLnBrk="0" hangingPunct="1">
        <a:defRPr sz="1900" kern="1200">
          <a:solidFill>
            <a:schemeClr val="tx1"/>
          </a:solidFill>
          <a:latin typeface="+mn-lt"/>
          <a:ea typeface="+mn-ea"/>
          <a:cs typeface="+mn-cs"/>
        </a:defRPr>
      </a:lvl8pPr>
      <a:lvl9pPr marL="3637241" algn="l" defTabSz="909314" rtl="0" eaLnBrk="1" latinLnBrk="0" hangingPunct="1">
        <a:defRPr sz="19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7" descr="Ridge.pdf"/>
          <p:cNvPicPr>
            <a:picLocks noChangeAspect="1"/>
          </p:cNvPicPr>
          <p:nvPr/>
        </p:nvPicPr>
        <p:blipFill>
          <a:blip r:embed="rId17" cstate="email">
            <a:extLst>
              <a:ext uri="{28A0092B-C50C-407E-A947-70E740481C1C}">
                <a14:useLocalDpi xmlns:a14="http://schemas.microsoft.com/office/drawing/2010/main"/>
              </a:ext>
            </a:extLst>
          </a:blip>
          <a:srcRect/>
          <a:stretch>
            <a:fillRect/>
          </a:stretch>
        </p:blipFill>
        <p:spPr bwMode="ltGray">
          <a:xfrm>
            <a:off x="45" y="19"/>
            <a:ext cx="3025651" cy="825692"/>
          </a:xfrm>
          <a:prstGeom prst="rect">
            <a:avLst/>
          </a:prstGeom>
          <a:noFill/>
          <a:ln w="9525">
            <a:noFill/>
            <a:miter lim="800000"/>
            <a:headEnd/>
            <a:tailEnd/>
          </a:ln>
        </p:spPr>
      </p:pic>
      <p:sp>
        <p:nvSpPr>
          <p:cNvPr id="1027" name="Title Placeholder 1"/>
          <p:cNvSpPr>
            <a:spLocks noGrp="1"/>
          </p:cNvSpPr>
          <p:nvPr>
            <p:ph type="title"/>
          </p:nvPr>
        </p:nvSpPr>
        <p:spPr bwMode="auto">
          <a:xfrm>
            <a:off x="624209" y="711415"/>
            <a:ext cx="10945239" cy="584775"/>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a:t>Click to edit Master title style</a:t>
            </a:r>
          </a:p>
        </p:txBody>
      </p:sp>
      <p:sp>
        <p:nvSpPr>
          <p:cNvPr id="3" name="Text Placeholder 2"/>
          <p:cNvSpPr>
            <a:spLocks noGrp="1"/>
          </p:cNvSpPr>
          <p:nvPr>
            <p:ph type="body" idx="1"/>
          </p:nvPr>
        </p:nvSpPr>
        <p:spPr>
          <a:xfrm>
            <a:off x="641144" y="1972131"/>
            <a:ext cx="10945239" cy="155119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lvl="2"/>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11779641" y="6599746"/>
            <a:ext cx="187551" cy="184666"/>
          </a:xfrm>
          <a:prstGeom prst="rect">
            <a:avLst/>
          </a:prstGeom>
          <a:noFill/>
          <a:ln w="9525">
            <a:noFill/>
            <a:miter lim="800000"/>
            <a:headEnd/>
            <a:tailEnd/>
          </a:ln>
        </p:spPr>
        <p:txBody>
          <a:bodyPr wrap="none" lIns="0" tIns="0" rIns="0" bIns="0" anchor="ctr">
            <a:spAutoFit/>
          </a:bodyPr>
          <a:lstStyle/>
          <a:p>
            <a:pPr algn="r" defTabSz="1086037" fontAlgn="auto">
              <a:spcBef>
                <a:spcPts val="0"/>
              </a:spcBef>
              <a:spcAft>
                <a:spcPts val="0"/>
              </a:spcAft>
              <a:defRPr/>
            </a:pPr>
            <a:fld id="{E9B6AED2-E616-4CD5-862A-CB15F603EB39}" type="slidenum">
              <a:rPr lang="en-US" sz="1200">
                <a:solidFill>
                  <a:prstClr val="black">
                    <a:lumMod val="85000"/>
                    <a:lumOff val="15000"/>
                  </a:prstClr>
                </a:solidFill>
                <a:latin typeface="Arial"/>
              </a:rPr>
              <a:pPr algn="r" defTabSz="1086037" fontAlgn="auto">
                <a:spcBef>
                  <a:spcPts val="0"/>
                </a:spcBef>
                <a:spcAft>
                  <a:spcPts val="0"/>
                </a:spcAft>
                <a:defRPr/>
              </a:pPr>
              <a:t>‹#›</a:t>
            </a:fld>
            <a:endParaRPr lang="en-US" sz="1200" dirty="0">
              <a:solidFill>
                <a:prstClr val="black">
                  <a:lumMod val="85000"/>
                  <a:lumOff val="15000"/>
                </a:prstClr>
              </a:solidFill>
              <a:latin typeface="Arial"/>
            </a:endParaRPr>
          </a:p>
        </p:txBody>
      </p:sp>
      <p:sp>
        <p:nvSpPr>
          <p:cNvPr id="7" name="TextBox 20"/>
          <p:cNvSpPr txBox="1">
            <a:spLocks noChangeArrowheads="1"/>
          </p:cNvSpPr>
          <p:nvPr/>
        </p:nvSpPr>
        <p:spPr bwMode="gray">
          <a:xfrm>
            <a:off x="641108" y="6630951"/>
            <a:ext cx="3008837" cy="153888"/>
          </a:xfrm>
          <a:prstGeom prst="rect">
            <a:avLst/>
          </a:prstGeom>
          <a:noFill/>
          <a:ln w="9525">
            <a:noFill/>
            <a:miter lim="800000"/>
            <a:headEnd/>
            <a:tailEnd/>
          </a:ln>
        </p:spPr>
        <p:txBody>
          <a:bodyPr wrap="none" lIns="0" tIns="0" rIns="0" bIns="0">
            <a:spAutoFit/>
          </a:bodyPr>
          <a:lstStyle/>
          <a:p>
            <a:pPr defTabSz="1086037" fontAlgn="auto">
              <a:spcBef>
                <a:spcPts val="0"/>
              </a:spcBef>
              <a:spcAft>
                <a:spcPts val="0"/>
              </a:spcAft>
              <a:defRPr/>
            </a:pPr>
            <a:r>
              <a:rPr lang="en-US" sz="1000" dirty="0">
                <a:solidFill>
                  <a:srgbClr val="6D6E71"/>
                </a:solidFill>
                <a:latin typeface="Arial"/>
              </a:rPr>
              <a:t>Copyright © 2015 Tech Mahindra. All rights reserved.</a:t>
            </a:r>
          </a:p>
        </p:txBody>
      </p:sp>
    </p:spTree>
    <p:extLst>
      <p:ext uri="{BB962C8B-B14F-4D97-AF65-F5344CB8AC3E}">
        <p14:creationId xmlns:p14="http://schemas.microsoft.com/office/powerpoint/2010/main" val="1843348376"/>
      </p:ext>
    </p:extLst>
  </p:cSld>
  <p:clrMap bg1="lt1" tx1="dk1" bg2="lt2" tx2="dk2" accent1="accent1" accent2="accent2" accent3="accent3" accent4="accent4" accent5="accent5" accent6="accent6" hlink="hlink" folHlink="folHlink"/>
  <p:sldLayoutIdLst>
    <p:sldLayoutId id="2147484730" r:id="rId1"/>
    <p:sldLayoutId id="2147484731" r:id="rId2"/>
    <p:sldLayoutId id="2147484732" r:id="rId3"/>
    <p:sldLayoutId id="2147484733" r:id="rId4"/>
    <p:sldLayoutId id="2147484734" r:id="rId5"/>
    <p:sldLayoutId id="2147484735" r:id="rId6"/>
    <p:sldLayoutId id="2147484736" r:id="rId7"/>
    <p:sldLayoutId id="2147484737" r:id="rId8"/>
    <p:sldLayoutId id="2147484738" r:id="rId9"/>
    <p:sldLayoutId id="2147484739" r:id="rId10"/>
    <p:sldLayoutId id="2147484740" r:id="rId11"/>
    <p:sldLayoutId id="2147484741" r:id="rId12"/>
    <p:sldLayoutId id="2147484742" r:id="rId13"/>
    <p:sldLayoutId id="2147484744" r:id="rId14"/>
    <p:sldLayoutId id="2147484745" r:id="rId15"/>
  </p:sldLayoutIdLst>
  <p:txStyles>
    <p:titleStyle>
      <a:lvl1pPr algn="l" rtl="0" eaLnBrk="1" fontAlgn="base" hangingPunct="1">
        <a:spcBef>
          <a:spcPct val="0"/>
        </a:spcBef>
        <a:spcAft>
          <a:spcPct val="0"/>
        </a:spcAft>
        <a:defRPr lang="en-US" sz="3800" b="1" kern="1200" dirty="0">
          <a:solidFill>
            <a:schemeClr val="tx2"/>
          </a:solidFill>
          <a:latin typeface="Arial" pitchFamily="34" charset="0"/>
          <a:ea typeface="+mj-ea"/>
          <a:cs typeface="Arial" pitchFamily="34" charset="0"/>
        </a:defRPr>
      </a:lvl1pPr>
      <a:lvl2pPr algn="l" rtl="0" eaLnBrk="1" fontAlgn="base" hangingPunct="1">
        <a:spcBef>
          <a:spcPct val="0"/>
        </a:spcBef>
        <a:spcAft>
          <a:spcPct val="0"/>
        </a:spcAft>
        <a:defRPr sz="3800" b="1">
          <a:solidFill>
            <a:schemeClr val="tx2"/>
          </a:solidFill>
          <a:latin typeface="Arial" charset="0"/>
          <a:cs typeface="Arial" charset="0"/>
        </a:defRPr>
      </a:lvl2pPr>
      <a:lvl3pPr algn="l" rtl="0" eaLnBrk="1" fontAlgn="base" hangingPunct="1">
        <a:spcBef>
          <a:spcPct val="0"/>
        </a:spcBef>
        <a:spcAft>
          <a:spcPct val="0"/>
        </a:spcAft>
        <a:defRPr sz="3800" b="1">
          <a:solidFill>
            <a:schemeClr val="tx2"/>
          </a:solidFill>
          <a:latin typeface="Arial" charset="0"/>
          <a:cs typeface="Arial" charset="0"/>
        </a:defRPr>
      </a:lvl3pPr>
      <a:lvl4pPr algn="l" rtl="0" eaLnBrk="1" fontAlgn="base" hangingPunct="1">
        <a:spcBef>
          <a:spcPct val="0"/>
        </a:spcBef>
        <a:spcAft>
          <a:spcPct val="0"/>
        </a:spcAft>
        <a:defRPr sz="3800" b="1">
          <a:solidFill>
            <a:schemeClr val="tx2"/>
          </a:solidFill>
          <a:latin typeface="Arial" charset="0"/>
          <a:cs typeface="Arial" charset="0"/>
        </a:defRPr>
      </a:lvl4pPr>
      <a:lvl5pPr algn="l" rtl="0" eaLnBrk="1" fontAlgn="base" hangingPunct="1">
        <a:spcBef>
          <a:spcPct val="0"/>
        </a:spcBef>
        <a:spcAft>
          <a:spcPct val="0"/>
        </a:spcAft>
        <a:defRPr sz="3800" b="1">
          <a:solidFill>
            <a:schemeClr val="tx2"/>
          </a:solidFill>
          <a:latin typeface="Arial" charset="0"/>
          <a:cs typeface="Arial" charset="0"/>
        </a:defRPr>
      </a:lvl5pPr>
      <a:lvl6pPr marL="543022" algn="l" rtl="0" eaLnBrk="1" fontAlgn="base" hangingPunct="1">
        <a:spcBef>
          <a:spcPct val="0"/>
        </a:spcBef>
        <a:spcAft>
          <a:spcPct val="0"/>
        </a:spcAft>
        <a:defRPr sz="3800" b="1">
          <a:solidFill>
            <a:schemeClr val="tx2"/>
          </a:solidFill>
          <a:latin typeface="Arial" charset="0"/>
          <a:cs typeface="Arial" charset="0"/>
        </a:defRPr>
      </a:lvl6pPr>
      <a:lvl7pPr marL="1086037" algn="l" rtl="0" eaLnBrk="1" fontAlgn="base" hangingPunct="1">
        <a:spcBef>
          <a:spcPct val="0"/>
        </a:spcBef>
        <a:spcAft>
          <a:spcPct val="0"/>
        </a:spcAft>
        <a:defRPr sz="3800" b="1">
          <a:solidFill>
            <a:schemeClr val="tx2"/>
          </a:solidFill>
          <a:latin typeface="Arial" charset="0"/>
          <a:cs typeface="Arial" charset="0"/>
        </a:defRPr>
      </a:lvl7pPr>
      <a:lvl8pPr marL="1629050" algn="l" rtl="0" eaLnBrk="1" fontAlgn="base" hangingPunct="1">
        <a:spcBef>
          <a:spcPct val="0"/>
        </a:spcBef>
        <a:spcAft>
          <a:spcPct val="0"/>
        </a:spcAft>
        <a:defRPr sz="3800" b="1">
          <a:solidFill>
            <a:schemeClr val="tx2"/>
          </a:solidFill>
          <a:latin typeface="Arial" charset="0"/>
          <a:cs typeface="Arial" charset="0"/>
        </a:defRPr>
      </a:lvl8pPr>
      <a:lvl9pPr marL="2172068" algn="l" rtl="0" eaLnBrk="1" fontAlgn="base" hangingPunct="1">
        <a:spcBef>
          <a:spcPct val="0"/>
        </a:spcBef>
        <a:spcAft>
          <a:spcPct val="0"/>
        </a:spcAft>
        <a:defRPr sz="3800" b="1">
          <a:solidFill>
            <a:schemeClr val="tx2"/>
          </a:solidFill>
          <a:latin typeface="Arial" charset="0"/>
          <a:cs typeface="Arial" charset="0"/>
        </a:defRPr>
      </a:lvl9pPr>
    </p:titleStyle>
    <p:bodyStyle>
      <a:lvl1pPr marL="345046" indent="-345046"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Arial" pitchFamily="34" charset="0"/>
          <a:ea typeface="+mn-ea"/>
          <a:cs typeface="Arial" pitchFamily="34" charset="0"/>
        </a:defRPr>
      </a:lvl1pPr>
      <a:lvl2pPr marL="339387" indent="-339387"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678769" indent="-331840"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Arial" pitchFamily="34" charset="0"/>
          <a:ea typeface="+mn-ea"/>
          <a:cs typeface="Arial" pitchFamily="34" charset="0"/>
        </a:defRPr>
      </a:lvl3pPr>
      <a:lvl4pPr marL="1010620" indent="-331840"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Arial" pitchFamily="34" charset="0"/>
          <a:ea typeface="+mn-ea"/>
          <a:cs typeface="Arial" charset="0"/>
        </a:defRPr>
      </a:lvl4pPr>
      <a:lvl5pPr marL="1350006" indent="-339387" algn="l" defTabSz="1108665"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Arial" pitchFamily="34" charset="0"/>
          <a:ea typeface="+mn-ea"/>
          <a:cs typeface="Arial" charset="0"/>
        </a:defRPr>
      </a:lvl5pPr>
      <a:lvl6pPr marL="1629050" indent="-286596" algn="l" defTabSz="1086037" rtl="0" eaLnBrk="1" latinLnBrk="0" hangingPunct="1">
        <a:spcBef>
          <a:spcPct val="20000"/>
        </a:spcBef>
        <a:buClr>
          <a:schemeClr val="bg2"/>
        </a:buClr>
        <a:buSzPct val="60000"/>
        <a:buFont typeface="Wingdings" pitchFamily="2" charset="2"/>
        <a:buChar char="§"/>
        <a:defRPr sz="2400" kern="1200">
          <a:solidFill>
            <a:schemeClr val="tx1"/>
          </a:solidFill>
          <a:latin typeface="Arial" pitchFamily="34" charset="0"/>
          <a:ea typeface="+mn-ea"/>
          <a:cs typeface="+mn-cs"/>
        </a:defRPr>
      </a:lvl6pPr>
      <a:lvl7pPr marL="3529607" indent="-271512" algn="l" defTabSz="1086037"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2620" indent="-271512" algn="l" defTabSz="1086037"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5637" indent="-271512" algn="l" defTabSz="1086037"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86037" rtl="0" eaLnBrk="1" latinLnBrk="0" hangingPunct="1">
        <a:defRPr sz="2100" kern="1200">
          <a:solidFill>
            <a:schemeClr val="tx1"/>
          </a:solidFill>
          <a:latin typeface="+mn-lt"/>
          <a:ea typeface="+mn-ea"/>
          <a:cs typeface="+mn-cs"/>
        </a:defRPr>
      </a:lvl1pPr>
      <a:lvl2pPr marL="543022" algn="l" defTabSz="1086037" rtl="0" eaLnBrk="1" latinLnBrk="0" hangingPunct="1">
        <a:defRPr sz="2100" kern="1200">
          <a:solidFill>
            <a:schemeClr val="tx1"/>
          </a:solidFill>
          <a:latin typeface="+mn-lt"/>
          <a:ea typeface="+mn-ea"/>
          <a:cs typeface="+mn-cs"/>
        </a:defRPr>
      </a:lvl2pPr>
      <a:lvl3pPr marL="1086037" algn="l" defTabSz="1086037" rtl="0" eaLnBrk="1" latinLnBrk="0" hangingPunct="1">
        <a:defRPr sz="2100" kern="1200">
          <a:solidFill>
            <a:schemeClr val="tx1"/>
          </a:solidFill>
          <a:latin typeface="+mn-lt"/>
          <a:ea typeface="+mn-ea"/>
          <a:cs typeface="+mn-cs"/>
        </a:defRPr>
      </a:lvl3pPr>
      <a:lvl4pPr marL="1629050" algn="l" defTabSz="1086037" rtl="0" eaLnBrk="1" latinLnBrk="0" hangingPunct="1">
        <a:defRPr sz="2100" kern="1200">
          <a:solidFill>
            <a:schemeClr val="tx1"/>
          </a:solidFill>
          <a:latin typeface="+mn-lt"/>
          <a:ea typeface="+mn-ea"/>
          <a:cs typeface="+mn-cs"/>
        </a:defRPr>
      </a:lvl4pPr>
      <a:lvl5pPr marL="2172068" algn="l" defTabSz="1086037" rtl="0" eaLnBrk="1" latinLnBrk="0" hangingPunct="1">
        <a:defRPr sz="2100" kern="1200">
          <a:solidFill>
            <a:schemeClr val="tx1"/>
          </a:solidFill>
          <a:latin typeface="+mn-lt"/>
          <a:ea typeface="+mn-ea"/>
          <a:cs typeface="+mn-cs"/>
        </a:defRPr>
      </a:lvl5pPr>
      <a:lvl6pPr marL="2715086" algn="l" defTabSz="1086037" rtl="0" eaLnBrk="1" latinLnBrk="0" hangingPunct="1">
        <a:defRPr sz="2100" kern="1200">
          <a:solidFill>
            <a:schemeClr val="tx1"/>
          </a:solidFill>
          <a:latin typeface="+mn-lt"/>
          <a:ea typeface="+mn-ea"/>
          <a:cs typeface="+mn-cs"/>
        </a:defRPr>
      </a:lvl6pPr>
      <a:lvl7pPr marL="3258095" algn="l" defTabSz="1086037" rtl="0" eaLnBrk="1" latinLnBrk="0" hangingPunct="1">
        <a:defRPr sz="2100" kern="1200">
          <a:solidFill>
            <a:schemeClr val="tx1"/>
          </a:solidFill>
          <a:latin typeface="+mn-lt"/>
          <a:ea typeface="+mn-ea"/>
          <a:cs typeface="+mn-cs"/>
        </a:defRPr>
      </a:lvl7pPr>
      <a:lvl8pPr marL="3801115" algn="l" defTabSz="1086037" rtl="0" eaLnBrk="1" latinLnBrk="0" hangingPunct="1">
        <a:defRPr sz="2100" kern="1200">
          <a:solidFill>
            <a:schemeClr val="tx1"/>
          </a:solidFill>
          <a:latin typeface="+mn-lt"/>
          <a:ea typeface="+mn-ea"/>
          <a:cs typeface="+mn-cs"/>
        </a:defRPr>
      </a:lvl8pPr>
      <a:lvl9pPr marL="4344134" algn="l" defTabSz="1086037" rtl="0" eaLnBrk="1" latinLnBrk="0" hangingPunct="1">
        <a:defRPr sz="21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7" descr="Ridge.pdf"/>
          <p:cNvPicPr>
            <a:picLocks noChangeAspect="1"/>
          </p:cNvPicPr>
          <p:nvPr/>
        </p:nvPicPr>
        <p:blipFill>
          <a:blip r:embed="rId16" cstate="email">
            <a:extLst>
              <a:ext uri="{28A0092B-C50C-407E-A947-70E740481C1C}">
                <a14:useLocalDpi xmlns:a14="http://schemas.microsoft.com/office/drawing/2010/main"/>
              </a:ext>
            </a:extLst>
          </a:blip>
          <a:srcRect/>
          <a:stretch>
            <a:fillRect/>
          </a:stretch>
        </p:blipFill>
        <p:spPr bwMode="ltGray">
          <a:xfrm>
            <a:off x="38" y="12"/>
            <a:ext cx="3025651" cy="825692"/>
          </a:xfrm>
          <a:prstGeom prst="rect">
            <a:avLst/>
          </a:prstGeom>
          <a:noFill/>
          <a:ln w="9525">
            <a:noFill/>
            <a:miter lim="800000"/>
            <a:headEnd/>
            <a:tailEnd/>
          </a:ln>
        </p:spPr>
      </p:pic>
      <p:sp>
        <p:nvSpPr>
          <p:cNvPr id="1027" name="Title Placeholder 1"/>
          <p:cNvSpPr>
            <a:spLocks noGrp="1"/>
          </p:cNvSpPr>
          <p:nvPr>
            <p:ph type="title"/>
          </p:nvPr>
        </p:nvSpPr>
        <p:spPr bwMode="auto">
          <a:xfrm>
            <a:off x="624209" y="711408"/>
            <a:ext cx="10945239" cy="584775"/>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a:t>Click to edit Master title style</a:t>
            </a:r>
          </a:p>
        </p:txBody>
      </p:sp>
      <p:sp>
        <p:nvSpPr>
          <p:cNvPr id="3" name="Text Placeholder 2"/>
          <p:cNvSpPr>
            <a:spLocks noGrp="1"/>
          </p:cNvSpPr>
          <p:nvPr>
            <p:ph type="body" idx="1"/>
          </p:nvPr>
        </p:nvSpPr>
        <p:spPr>
          <a:xfrm>
            <a:off x="641137" y="1972131"/>
            <a:ext cx="10945239" cy="155119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lvl="2"/>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11779641" y="6599746"/>
            <a:ext cx="187551" cy="184666"/>
          </a:xfrm>
          <a:prstGeom prst="rect">
            <a:avLst/>
          </a:prstGeom>
          <a:noFill/>
          <a:ln w="9525">
            <a:noFill/>
            <a:miter lim="800000"/>
            <a:headEnd/>
            <a:tailEnd/>
          </a:ln>
        </p:spPr>
        <p:txBody>
          <a:bodyPr wrap="none" lIns="0" tIns="0" rIns="0" bIns="0" anchor="ctr">
            <a:spAutoFit/>
          </a:bodyPr>
          <a:lstStyle/>
          <a:p>
            <a:pPr algn="r" defTabSz="1086037" fontAlgn="auto">
              <a:spcBef>
                <a:spcPts val="0"/>
              </a:spcBef>
              <a:spcAft>
                <a:spcPts val="0"/>
              </a:spcAft>
              <a:defRPr/>
            </a:pPr>
            <a:fld id="{E9B6AED2-E616-4CD5-862A-CB15F603EB39}" type="slidenum">
              <a:rPr lang="en-US" sz="1200">
                <a:solidFill>
                  <a:prstClr val="black">
                    <a:lumMod val="85000"/>
                    <a:lumOff val="15000"/>
                  </a:prstClr>
                </a:solidFill>
                <a:latin typeface="Arial"/>
              </a:rPr>
              <a:pPr algn="r" defTabSz="1086037" fontAlgn="auto">
                <a:spcBef>
                  <a:spcPts val="0"/>
                </a:spcBef>
                <a:spcAft>
                  <a:spcPts val="0"/>
                </a:spcAft>
                <a:defRPr/>
              </a:pPr>
              <a:t>‹#›</a:t>
            </a:fld>
            <a:endParaRPr lang="en-US" sz="1200" dirty="0">
              <a:solidFill>
                <a:prstClr val="black">
                  <a:lumMod val="85000"/>
                  <a:lumOff val="15000"/>
                </a:prstClr>
              </a:solidFill>
              <a:latin typeface="Arial"/>
            </a:endParaRPr>
          </a:p>
        </p:txBody>
      </p:sp>
      <p:sp>
        <p:nvSpPr>
          <p:cNvPr id="7" name="TextBox 20"/>
          <p:cNvSpPr txBox="1">
            <a:spLocks noChangeArrowheads="1"/>
          </p:cNvSpPr>
          <p:nvPr/>
        </p:nvSpPr>
        <p:spPr bwMode="gray">
          <a:xfrm>
            <a:off x="641101" y="6630951"/>
            <a:ext cx="3008837" cy="153888"/>
          </a:xfrm>
          <a:prstGeom prst="rect">
            <a:avLst/>
          </a:prstGeom>
          <a:noFill/>
          <a:ln w="9525">
            <a:noFill/>
            <a:miter lim="800000"/>
            <a:headEnd/>
            <a:tailEnd/>
          </a:ln>
        </p:spPr>
        <p:txBody>
          <a:bodyPr wrap="none" lIns="0" tIns="0" rIns="0" bIns="0">
            <a:spAutoFit/>
          </a:bodyPr>
          <a:lstStyle/>
          <a:p>
            <a:pPr defTabSz="1086037" fontAlgn="auto">
              <a:spcBef>
                <a:spcPts val="0"/>
              </a:spcBef>
              <a:spcAft>
                <a:spcPts val="0"/>
              </a:spcAft>
              <a:defRPr/>
            </a:pPr>
            <a:r>
              <a:rPr lang="en-US" sz="1000" dirty="0">
                <a:solidFill>
                  <a:srgbClr val="6D6E71"/>
                </a:solidFill>
                <a:latin typeface="Arial"/>
              </a:rPr>
              <a:t>Copyright © 2015 Tech Mahindra. All rights reserved.</a:t>
            </a:r>
          </a:p>
        </p:txBody>
      </p:sp>
    </p:spTree>
    <p:extLst>
      <p:ext uri="{BB962C8B-B14F-4D97-AF65-F5344CB8AC3E}">
        <p14:creationId xmlns:p14="http://schemas.microsoft.com/office/powerpoint/2010/main" val="644224012"/>
      </p:ext>
    </p:extLst>
  </p:cSld>
  <p:clrMap bg1="lt1" tx1="dk1" bg2="lt2" tx2="dk2" accent1="accent1" accent2="accent2" accent3="accent3" accent4="accent4" accent5="accent5" accent6="accent6" hlink="hlink" folHlink="folHlink"/>
  <p:sldLayoutIdLst>
    <p:sldLayoutId id="2147484747" r:id="rId1"/>
    <p:sldLayoutId id="2147484748" r:id="rId2"/>
    <p:sldLayoutId id="2147484749" r:id="rId3"/>
    <p:sldLayoutId id="2147484750" r:id="rId4"/>
    <p:sldLayoutId id="2147484751" r:id="rId5"/>
    <p:sldLayoutId id="2147484752" r:id="rId6"/>
    <p:sldLayoutId id="2147484753" r:id="rId7"/>
    <p:sldLayoutId id="2147484755" r:id="rId8"/>
    <p:sldLayoutId id="2147484757" r:id="rId9"/>
    <p:sldLayoutId id="2147484758" r:id="rId10"/>
    <p:sldLayoutId id="2147484759" r:id="rId11"/>
    <p:sldLayoutId id="2147484760" r:id="rId12"/>
    <p:sldLayoutId id="2147484761" r:id="rId13"/>
    <p:sldLayoutId id="2147484762" r:id="rId14"/>
  </p:sldLayoutIdLst>
  <p:txStyles>
    <p:titleStyle>
      <a:lvl1pPr algn="l" rtl="0" eaLnBrk="1" fontAlgn="base" hangingPunct="1">
        <a:spcBef>
          <a:spcPct val="0"/>
        </a:spcBef>
        <a:spcAft>
          <a:spcPct val="0"/>
        </a:spcAft>
        <a:defRPr lang="en-US" sz="3800" b="1" kern="1200" dirty="0">
          <a:solidFill>
            <a:schemeClr val="tx2"/>
          </a:solidFill>
          <a:latin typeface="Arial" pitchFamily="34" charset="0"/>
          <a:ea typeface="+mj-ea"/>
          <a:cs typeface="Arial" pitchFamily="34" charset="0"/>
        </a:defRPr>
      </a:lvl1pPr>
      <a:lvl2pPr algn="l" rtl="0" eaLnBrk="1" fontAlgn="base" hangingPunct="1">
        <a:spcBef>
          <a:spcPct val="0"/>
        </a:spcBef>
        <a:spcAft>
          <a:spcPct val="0"/>
        </a:spcAft>
        <a:defRPr sz="3800" b="1">
          <a:solidFill>
            <a:schemeClr val="tx2"/>
          </a:solidFill>
          <a:latin typeface="Arial" charset="0"/>
          <a:cs typeface="Arial" charset="0"/>
        </a:defRPr>
      </a:lvl2pPr>
      <a:lvl3pPr algn="l" rtl="0" eaLnBrk="1" fontAlgn="base" hangingPunct="1">
        <a:spcBef>
          <a:spcPct val="0"/>
        </a:spcBef>
        <a:spcAft>
          <a:spcPct val="0"/>
        </a:spcAft>
        <a:defRPr sz="3800" b="1">
          <a:solidFill>
            <a:schemeClr val="tx2"/>
          </a:solidFill>
          <a:latin typeface="Arial" charset="0"/>
          <a:cs typeface="Arial" charset="0"/>
        </a:defRPr>
      </a:lvl3pPr>
      <a:lvl4pPr algn="l" rtl="0" eaLnBrk="1" fontAlgn="base" hangingPunct="1">
        <a:spcBef>
          <a:spcPct val="0"/>
        </a:spcBef>
        <a:spcAft>
          <a:spcPct val="0"/>
        </a:spcAft>
        <a:defRPr sz="3800" b="1">
          <a:solidFill>
            <a:schemeClr val="tx2"/>
          </a:solidFill>
          <a:latin typeface="Arial" charset="0"/>
          <a:cs typeface="Arial" charset="0"/>
        </a:defRPr>
      </a:lvl4pPr>
      <a:lvl5pPr algn="l" rtl="0" eaLnBrk="1" fontAlgn="base" hangingPunct="1">
        <a:spcBef>
          <a:spcPct val="0"/>
        </a:spcBef>
        <a:spcAft>
          <a:spcPct val="0"/>
        </a:spcAft>
        <a:defRPr sz="3800" b="1">
          <a:solidFill>
            <a:schemeClr val="tx2"/>
          </a:solidFill>
          <a:latin typeface="Arial" charset="0"/>
          <a:cs typeface="Arial" charset="0"/>
        </a:defRPr>
      </a:lvl5pPr>
      <a:lvl6pPr marL="543022" algn="l" rtl="0" eaLnBrk="1" fontAlgn="base" hangingPunct="1">
        <a:spcBef>
          <a:spcPct val="0"/>
        </a:spcBef>
        <a:spcAft>
          <a:spcPct val="0"/>
        </a:spcAft>
        <a:defRPr sz="3800" b="1">
          <a:solidFill>
            <a:schemeClr val="tx2"/>
          </a:solidFill>
          <a:latin typeface="Arial" charset="0"/>
          <a:cs typeface="Arial" charset="0"/>
        </a:defRPr>
      </a:lvl6pPr>
      <a:lvl7pPr marL="1086037" algn="l" rtl="0" eaLnBrk="1" fontAlgn="base" hangingPunct="1">
        <a:spcBef>
          <a:spcPct val="0"/>
        </a:spcBef>
        <a:spcAft>
          <a:spcPct val="0"/>
        </a:spcAft>
        <a:defRPr sz="3800" b="1">
          <a:solidFill>
            <a:schemeClr val="tx2"/>
          </a:solidFill>
          <a:latin typeface="Arial" charset="0"/>
          <a:cs typeface="Arial" charset="0"/>
        </a:defRPr>
      </a:lvl7pPr>
      <a:lvl8pPr marL="1629050" algn="l" rtl="0" eaLnBrk="1" fontAlgn="base" hangingPunct="1">
        <a:spcBef>
          <a:spcPct val="0"/>
        </a:spcBef>
        <a:spcAft>
          <a:spcPct val="0"/>
        </a:spcAft>
        <a:defRPr sz="3800" b="1">
          <a:solidFill>
            <a:schemeClr val="tx2"/>
          </a:solidFill>
          <a:latin typeface="Arial" charset="0"/>
          <a:cs typeface="Arial" charset="0"/>
        </a:defRPr>
      </a:lvl8pPr>
      <a:lvl9pPr marL="2172068" algn="l" rtl="0" eaLnBrk="1" fontAlgn="base" hangingPunct="1">
        <a:spcBef>
          <a:spcPct val="0"/>
        </a:spcBef>
        <a:spcAft>
          <a:spcPct val="0"/>
        </a:spcAft>
        <a:defRPr sz="3800" b="1">
          <a:solidFill>
            <a:schemeClr val="tx2"/>
          </a:solidFill>
          <a:latin typeface="Arial" charset="0"/>
          <a:cs typeface="Arial" charset="0"/>
        </a:defRPr>
      </a:lvl9pPr>
    </p:titleStyle>
    <p:bodyStyle>
      <a:lvl1pPr marL="345046" indent="-345046"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Arial" pitchFamily="34" charset="0"/>
          <a:ea typeface="+mn-ea"/>
          <a:cs typeface="Arial" pitchFamily="34" charset="0"/>
        </a:defRPr>
      </a:lvl1pPr>
      <a:lvl2pPr marL="339387" indent="-339387"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678769" indent="-331840"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Arial" pitchFamily="34" charset="0"/>
          <a:ea typeface="+mn-ea"/>
          <a:cs typeface="Arial" pitchFamily="34" charset="0"/>
        </a:defRPr>
      </a:lvl3pPr>
      <a:lvl4pPr marL="1010620" indent="-331840"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Arial" pitchFamily="34" charset="0"/>
          <a:ea typeface="+mn-ea"/>
          <a:cs typeface="Arial" charset="0"/>
        </a:defRPr>
      </a:lvl4pPr>
      <a:lvl5pPr marL="1350006" indent="-339387" algn="l" defTabSz="1108665"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Arial" pitchFamily="34" charset="0"/>
          <a:ea typeface="+mn-ea"/>
          <a:cs typeface="Arial" charset="0"/>
        </a:defRPr>
      </a:lvl5pPr>
      <a:lvl6pPr marL="1629050" indent="-286596" algn="l" defTabSz="1086037" rtl="0" eaLnBrk="1" latinLnBrk="0" hangingPunct="1">
        <a:spcBef>
          <a:spcPct val="20000"/>
        </a:spcBef>
        <a:buClr>
          <a:schemeClr val="bg2"/>
        </a:buClr>
        <a:buSzPct val="60000"/>
        <a:buFont typeface="Wingdings" pitchFamily="2" charset="2"/>
        <a:buChar char="§"/>
        <a:defRPr sz="2400" kern="1200">
          <a:solidFill>
            <a:schemeClr val="tx1"/>
          </a:solidFill>
          <a:latin typeface="Arial" pitchFamily="34" charset="0"/>
          <a:ea typeface="+mn-ea"/>
          <a:cs typeface="+mn-cs"/>
        </a:defRPr>
      </a:lvl6pPr>
      <a:lvl7pPr marL="3529607" indent="-271512" algn="l" defTabSz="1086037"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2620" indent="-271512" algn="l" defTabSz="1086037"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5637" indent="-271512" algn="l" defTabSz="1086037"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86037" rtl="0" eaLnBrk="1" latinLnBrk="0" hangingPunct="1">
        <a:defRPr sz="2100" kern="1200">
          <a:solidFill>
            <a:schemeClr val="tx1"/>
          </a:solidFill>
          <a:latin typeface="+mn-lt"/>
          <a:ea typeface="+mn-ea"/>
          <a:cs typeface="+mn-cs"/>
        </a:defRPr>
      </a:lvl1pPr>
      <a:lvl2pPr marL="543022" algn="l" defTabSz="1086037" rtl="0" eaLnBrk="1" latinLnBrk="0" hangingPunct="1">
        <a:defRPr sz="2100" kern="1200">
          <a:solidFill>
            <a:schemeClr val="tx1"/>
          </a:solidFill>
          <a:latin typeface="+mn-lt"/>
          <a:ea typeface="+mn-ea"/>
          <a:cs typeface="+mn-cs"/>
        </a:defRPr>
      </a:lvl2pPr>
      <a:lvl3pPr marL="1086037" algn="l" defTabSz="1086037" rtl="0" eaLnBrk="1" latinLnBrk="0" hangingPunct="1">
        <a:defRPr sz="2100" kern="1200">
          <a:solidFill>
            <a:schemeClr val="tx1"/>
          </a:solidFill>
          <a:latin typeface="+mn-lt"/>
          <a:ea typeface="+mn-ea"/>
          <a:cs typeface="+mn-cs"/>
        </a:defRPr>
      </a:lvl3pPr>
      <a:lvl4pPr marL="1629050" algn="l" defTabSz="1086037" rtl="0" eaLnBrk="1" latinLnBrk="0" hangingPunct="1">
        <a:defRPr sz="2100" kern="1200">
          <a:solidFill>
            <a:schemeClr val="tx1"/>
          </a:solidFill>
          <a:latin typeface="+mn-lt"/>
          <a:ea typeface="+mn-ea"/>
          <a:cs typeface="+mn-cs"/>
        </a:defRPr>
      </a:lvl4pPr>
      <a:lvl5pPr marL="2172068" algn="l" defTabSz="1086037" rtl="0" eaLnBrk="1" latinLnBrk="0" hangingPunct="1">
        <a:defRPr sz="2100" kern="1200">
          <a:solidFill>
            <a:schemeClr val="tx1"/>
          </a:solidFill>
          <a:latin typeface="+mn-lt"/>
          <a:ea typeface="+mn-ea"/>
          <a:cs typeface="+mn-cs"/>
        </a:defRPr>
      </a:lvl5pPr>
      <a:lvl6pPr marL="2715086" algn="l" defTabSz="1086037" rtl="0" eaLnBrk="1" latinLnBrk="0" hangingPunct="1">
        <a:defRPr sz="2100" kern="1200">
          <a:solidFill>
            <a:schemeClr val="tx1"/>
          </a:solidFill>
          <a:latin typeface="+mn-lt"/>
          <a:ea typeface="+mn-ea"/>
          <a:cs typeface="+mn-cs"/>
        </a:defRPr>
      </a:lvl6pPr>
      <a:lvl7pPr marL="3258095" algn="l" defTabSz="1086037" rtl="0" eaLnBrk="1" latinLnBrk="0" hangingPunct="1">
        <a:defRPr sz="2100" kern="1200">
          <a:solidFill>
            <a:schemeClr val="tx1"/>
          </a:solidFill>
          <a:latin typeface="+mn-lt"/>
          <a:ea typeface="+mn-ea"/>
          <a:cs typeface="+mn-cs"/>
        </a:defRPr>
      </a:lvl7pPr>
      <a:lvl8pPr marL="3801115" algn="l" defTabSz="1086037" rtl="0" eaLnBrk="1" latinLnBrk="0" hangingPunct="1">
        <a:defRPr sz="2100" kern="1200">
          <a:solidFill>
            <a:schemeClr val="tx1"/>
          </a:solidFill>
          <a:latin typeface="+mn-lt"/>
          <a:ea typeface="+mn-ea"/>
          <a:cs typeface="+mn-cs"/>
        </a:defRPr>
      </a:lvl8pPr>
      <a:lvl9pPr marL="4344134" algn="l" defTabSz="1086037" rtl="0" eaLnBrk="1" latinLnBrk="0" hangingPunct="1">
        <a:defRPr sz="21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t="-17000" b="-17000"/>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06400" y="112714"/>
            <a:ext cx="11380788" cy="387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r>
              <a:rPr lang="en-US"/>
              <a:t>Click to edit Master title style</a:t>
            </a:r>
          </a:p>
        </p:txBody>
      </p:sp>
      <p:sp>
        <p:nvSpPr>
          <p:cNvPr id="1027" name="Text Placeholder 2"/>
          <p:cNvSpPr>
            <a:spLocks noGrp="1"/>
          </p:cNvSpPr>
          <p:nvPr>
            <p:ph type="body" idx="1"/>
          </p:nvPr>
        </p:nvSpPr>
        <p:spPr bwMode="auto">
          <a:xfrm>
            <a:off x="395300" y="1152535"/>
            <a:ext cx="11382375" cy="1569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r>
              <a:rPr lang="en-US"/>
              <a:t>Click to edit master text styles</a:t>
            </a:r>
          </a:p>
          <a:p>
            <a:pPr lvl="1"/>
            <a:r>
              <a:rPr lang="en-US"/>
              <a:t>First level</a:t>
            </a:r>
          </a:p>
          <a:p>
            <a:pPr lvl="2"/>
            <a:r>
              <a:rPr lang="en-US"/>
              <a:t>Second level</a:t>
            </a:r>
          </a:p>
          <a:p>
            <a:pPr lvl="3"/>
            <a:r>
              <a:rPr lang="en-US"/>
              <a:t>Third level</a:t>
            </a:r>
          </a:p>
          <a:p>
            <a:pPr lvl="4"/>
            <a:r>
              <a:rPr lang="en-US"/>
              <a:t>Fifth level</a:t>
            </a:r>
          </a:p>
        </p:txBody>
      </p:sp>
      <p:sp>
        <p:nvSpPr>
          <p:cNvPr id="4" name="Slide Number Placeholder 5"/>
          <p:cNvSpPr txBox="1">
            <a:spLocks/>
          </p:cNvSpPr>
          <p:nvPr userDrawn="1"/>
        </p:nvSpPr>
        <p:spPr bwMode="auto">
          <a:xfrm>
            <a:off x="11797274" y="6608969"/>
            <a:ext cx="169918" cy="166199"/>
          </a:xfrm>
          <a:prstGeom prst="rect">
            <a:avLst/>
          </a:prstGeom>
          <a:noFill/>
          <a:ln w="9525">
            <a:noFill/>
            <a:miter lim="800000"/>
            <a:headEnd/>
            <a:tailEnd/>
          </a:ln>
        </p:spPr>
        <p:txBody>
          <a:bodyPr wrap="none" lIns="0" tIns="0" rIns="0" bIns="0" anchor="ctr">
            <a:spAutoFit/>
          </a:bodyPr>
          <a:lstStyle/>
          <a:p>
            <a:pPr algn="r" defTabSz="823000" fontAlgn="auto">
              <a:spcBef>
                <a:spcPts val="0"/>
              </a:spcBef>
              <a:spcAft>
                <a:spcPts val="0"/>
              </a:spcAft>
              <a:defRPr/>
            </a:pPr>
            <a:fld id="{E9B6AED2-E616-4CD5-862A-CB15F603EB39}" type="slidenum">
              <a:rPr lang="en-US" sz="1080">
                <a:solidFill>
                  <a:srgbClr val="6D6E71"/>
                </a:solidFill>
                <a:latin typeface="Arial"/>
              </a:rPr>
              <a:pPr algn="r" defTabSz="823000" fontAlgn="auto">
                <a:spcBef>
                  <a:spcPts val="0"/>
                </a:spcBef>
                <a:spcAft>
                  <a:spcPts val="0"/>
                </a:spcAft>
                <a:defRPr/>
              </a:pPr>
              <a:t>‹#›</a:t>
            </a:fld>
            <a:endParaRPr lang="en-US" sz="1080" dirty="0">
              <a:solidFill>
                <a:srgbClr val="6D6E71"/>
              </a:solidFill>
              <a:latin typeface="Arial"/>
            </a:endParaRPr>
          </a:p>
        </p:txBody>
      </p:sp>
      <p:sp>
        <p:nvSpPr>
          <p:cNvPr id="5" name="TextBox 20"/>
          <p:cNvSpPr txBox="1">
            <a:spLocks noChangeArrowheads="1"/>
          </p:cNvSpPr>
          <p:nvPr userDrawn="1"/>
        </p:nvSpPr>
        <p:spPr bwMode="gray">
          <a:xfrm>
            <a:off x="67709" y="6630941"/>
            <a:ext cx="3845605" cy="147733"/>
          </a:xfrm>
          <a:prstGeom prst="rect">
            <a:avLst/>
          </a:prstGeom>
          <a:noFill/>
          <a:ln w="9525">
            <a:noFill/>
            <a:miter lim="800000"/>
            <a:headEnd/>
            <a:tailEnd/>
          </a:ln>
        </p:spPr>
        <p:txBody>
          <a:bodyPr wrap="none" lIns="0" tIns="0" rIns="0" bIns="0">
            <a:spAutoFit/>
          </a:bodyPr>
          <a:lstStyle/>
          <a:p>
            <a:pPr defTabSz="823000" fontAlgn="auto">
              <a:spcBef>
                <a:spcPts val="0"/>
              </a:spcBef>
              <a:spcAft>
                <a:spcPts val="0"/>
              </a:spcAft>
              <a:defRPr/>
            </a:pPr>
            <a:r>
              <a:rPr lang="en-IN" sz="960" dirty="0">
                <a:solidFill>
                  <a:srgbClr val="6D6E71"/>
                </a:solidFill>
                <a:latin typeface="Arial"/>
              </a:rPr>
              <a:t>Copyright © 2016. All Rights Reserved.  l  Tech Mahindra Confidential.</a:t>
            </a:r>
            <a:endParaRPr lang="en-US" sz="960" dirty="0">
              <a:solidFill>
                <a:srgbClr val="6D6E71"/>
              </a:solidFill>
              <a:latin typeface="Arial"/>
            </a:endParaRPr>
          </a:p>
        </p:txBody>
      </p:sp>
    </p:spTree>
    <p:extLst>
      <p:ext uri="{BB962C8B-B14F-4D97-AF65-F5344CB8AC3E}">
        <p14:creationId xmlns:p14="http://schemas.microsoft.com/office/powerpoint/2010/main" val="1991880224"/>
      </p:ext>
    </p:extLst>
  </p:cSld>
  <p:clrMap bg1="lt1" tx1="dk1" bg2="lt2" tx2="dk2" accent1="accent1" accent2="accent2" accent3="accent3" accent4="accent4" accent5="accent5" accent6="accent6" hlink="hlink" folHlink="folHlink"/>
  <p:sldLayoutIdLst>
    <p:sldLayoutId id="2147484805" r:id="rId1"/>
    <p:sldLayoutId id="2147484806" r:id="rId2"/>
    <p:sldLayoutId id="2147484807" r:id="rId3"/>
    <p:sldLayoutId id="2147484808" r:id="rId4"/>
    <p:sldLayoutId id="2147484809" r:id="rId5"/>
    <p:sldLayoutId id="2147484810" r:id="rId6"/>
    <p:sldLayoutId id="2147484811" r:id="rId7"/>
    <p:sldLayoutId id="2147484813" r:id="rId8"/>
    <p:sldLayoutId id="2147484814" r:id="rId9"/>
    <p:sldLayoutId id="2147484815" r:id="rId10"/>
    <p:sldLayoutId id="2147484816" r:id="rId11"/>
    <p:sldLayoutId id="2147484817" r:id="rId12"/>
    <p:sldLayoutId id="2147484869" r:id="rId13"/>
  </p:sldLayoutIdLst>
  <p:hf hdr="0" ftr="0" dt="0"/>
  <p:txStyles>
    <p:titleStyle>
      <a:lvl1pPr algn="l" defTabSz="1054470" rtl="0" eaLnBrk="1" fontAlgn="base" hangingPunct="1">
        <a:spcBef>
          <a:spcPct val="0"/>
        </a:spcBef>
        <a:spcAft>
          <a:spcPct val="0"/>
        </a:spcAft>
        <a:defRPr lang="en-US" sz="2519" b="1" kern="1200" dirty="0">
          <a:solidFill>
            <a:schemeClr val="tx2"/>
          </a:solidFill>
          <a:latin typeface="Arial" pitchFamily="34" charset="0"/>
          <a:ea typeface="+mj-ea"/>
          <a:cs typeface="+mj-cs"/>
        </a:defRPr>
      </a:lvl1pPr>
      <a:lvl2pPr algn="l" defTabSz="1054470" rtl="0" eaLnBrk="1" fontAlgn="base" hangingPunct="1">
        <a:spcBef>
          <a:spcPct val="0"/>
        </a:spcBef>
        <a:spcAft>
          <a:spcPct val="0"/>
        </a:spcAft>
        <a:defRPr sz="2519" b="1">
          <a:solidFill>
            <a:schemeClr val="tx2"/>
          </a:solidFill>
          <a:latin typeface="Arial" pitchFamily="34" charset="0"/>
        </a:defRPr>
      </a:lvl2pPr>
      <a:lvl3pPr algn="l" defTabSz="1054470" rtl="0" eaLnBrk="1" fontAlgn="base" hangingPunct="1">
        <a:spcBef>
          <a:spcPct val="0"/>
        </a:spcBef>
        <a:spcAft>
          <a:spcPct val="0"/>
        </a:spcAft>
        <a:defRPr sz="2519" b="1">
          <a:solidFill>
            <a:schemeClr val="tx2"/>
          </a:solidFill>
          <a:latin typeface="Arial" pitchFamily="34" charset="0"/>
        </a:defRPr>
      </a:lvl3pPr>
      <a:lvl4pPr algn="l" defTabSz="1054470" rtl="0" eaLnBrk="1" fontAlgn="base" hangingPunct="1">
        <a:spcBef>
          <a:spcPct val="0"/>
        </a:spcBef>
        <a:spcAft>
          <a:spcPct val="0"/>
        </a:spcAft>
        <a:defRPr sz="2519" b="1">
          <a:solidFill>
            <a:schemeClr val="tx2"/>
          </a:solidFill>
          <a:latin typeface="Arial" pitchFamily="34" charset="0"/>
        </a:defRPr>
      </a:lvl4pPr>
      <a:lvl5pPr algn="l" defTabSz="1054470" rtl="0" eaLnBrk="1" fontAlgn="base" hangingPunct="1">
        <a:spcBef>
          <a:spcPct val="0"/>
        </a:spcBef>
        <a:spcAft>
          <a:spcPct val="0"/>
        </a:spcAft>
        <a:defRPr sz="2519" b="1">
          <a:solidFill>
            <a:schemeClr val="tx2"/>
          </a:solidFill>
          <a:latin typeface="Arial" pitchFamily="34" charset="0"/>
        </a:defRPr>
      </a:lvl5pPr>
      <a:lvl6pPr marL="411500" algn="l" defTabSz="1054470" rtl="0" eaLnBrk="1" fontAlgn="base" hangingPunct="1">
        <a:spcBef>
          <a:spcPct val="0"/>
        </a:spcBef>
        <a:spcAft>
          <a:spcPct val="0"/>
        </a:spcAft>
        <a:defRPr sz="2519" b="1">
          <a:solidFill>
            <a:schemeClr val="tx2"/>
          </a:solidFill>
          <a:latin typeface="Arial" pitchFamily="34" charset="0"/>
        </a:defRPr>
      </a:lvl6pPr>
      <a:lvl7pPr marL="823000" algn="l" defTabSz="1054470" rtl="0" eaLnBrk="1" fontAlgn="base" hangingPunct="1">
        <a:spcBef>
          <a:spcPct val="0"/>
        </a:spcBef>
        <a:spcAft>
          <a:spcPct val="0"/>
        </a:spcAft>
        <a:defRPr sz="2519" b="1">
          <a:solidFill>
            <a:schemeClr val="tx2"/>
          </a:solidFill>
          <a:latin typeface="Arial" pitchFamily="34" charset="0"/>
        </a:defRPr>
      </a:lvl7pPr>
      <a:lvl8pPr marL="1234500" algn="l" defTabSz="1054470" rtl="0" eaLnBrk="1" fontAlgn="base" hangingPunct="1">
        <a:spcBef>
          <a:spcPct val="0"/>
        </a:spcBef>
        <a:spcAft>
          <a:spcPct val="0"/>
        </a:spcAft>
        <a:defRPr sz="2519" b="1">
          <a:solidFill>
            <a:schemeClr val="tx2"/>
          </a:solidFill>
          <a:latin typeface="Arial" pitchFamily="34" charset="0"/>
        </a:defRPr>
      </a:lvl8pPr>
      <a:lvl9pPr marL="1646001" algn="l" defTabSz="1054470" rtl="0" eaLnBrk="1" fontAlgn="base" hangingPunct="1">
        <a:spcBef>
          <a:spcPct val="0"/>
        </a:spcBef>
        <a:spcAft>
          <a:spcPct val="0"/>
        </a:spcAft>
        <a:defRPr sz="2519" b="1">
          <a:solidFill>
            <a:schemeClr val="tx2"/>
          </a:solidFill>
          <a:latin typeface="Arial" pitchFamily="34" charset="0"/>
        </a:defRPr>
      </a:lvl9pPr>
    </p:titleStyle>
    <p:bodyStyle>
      <a:lvl1pPr algn="l" defTabSz="1054470" rtl="0" eaLnBrk="1" fontAlgn="base" hangingPunct="1">
        <a:spcBef>
          <a:spcPct val="0"/>
        </a:spcBef>
        <a:spcAft>
          <a:spcPct val="0"/>
        </a:spcAft>
        <a:buFont typeface="Arial" pitchFamily="34" charset="0"/>
        <a:defRPr lang="en-US" sz="2039" kern="1200" dirty="0">
          <a:solidFill>
            <a:schemeClr val="tx1"/>
          </a:solidFill>
          <a:latin typeface="Arial" pitchFamily="34" charset="0"/>
          <a:ea typeface="+mn-ea"/>
          <a:cs typeface="+mn-cs"/>
        </a:defRPr>
      </a:lvl1pPr>
      <a:lvl2pPr marL="328629" indent="-328629" algn="l" defTabSz="1054470" rtl="0" eaLnBrk="1" fontAlgn="base" hangingPunct="1">
        <a:spcBef>
          <a:spcPct val="0"/>
        </a:spcBef>
        <a:spcAft>
          <a:spcPct val="0"/>
        </a:spcAft>
        <a:buClr>
          <a:schemeClr val="tx2"/>
        </a:buClr>
        <a:buSzPct val="120000"/>
        <a:buFont typeface="Wingdings" pitchFamily="2" charset="2"/>
        <a:buChar char="§"/>
        <a:defRPr lang="en-US" sz="2039" kern="1200" dirty="0">
          <a:solidFill>
            <a:schemeClr val="tx1"/>
          </a:solidFill>
          <a:latin typeface="Arial" pitchFamily="34" charset="0"/>
          <a:ea typeface="+mn-ea"/>
          <a:cs typeface="+mn-cs"/>
        </a:defRPr>
      </a:lvl2pPr>
      <a:lvl3pPr marL="658687" indent="-321486" algn="l" defTabSz="1054470" rtl="0" eaLnBrk="1" fontAlgn="base" hangingPunct="1">
        <a:spcBef>
          <a:spcPct val="0"/>
        </a:spcBef>
        <a:spcAft>
          <a:spcPct val="0"/>
        </a:spcAft>
        <a:buClr>
          <a:schemeClr val="tx2"/>
        </a:buClr>
        <a:buSzPct val="110000"/>
        <a:buFont typeface="Arial" pitchFamily="34" charset="0"/>
        <a:buChar char="–"/>
        <a:defRPr lang="en-US" sz="2039" kern="1200" dirty="0">
          <a:solidFill>
            <a:schemeClr val="tx1"/>
          </a:solidFill>
          <a:latin typeface="Arial" pitchFamily="34" charset="0"/>
          <a:ea typeface="+mn-ea"/>
          <a:cs typeface="+mn-cs"/>
        </a:defRPr>
      </a:lvl3pPr>
      <a:lvl4pPr marL="981599" indent="-321486" algn="l" defTabSz="1054470" rtl="0" eaLnBrk="1" fontAlgn="base" hangingPunct="1">
        <a:spcBef>
          <a:spcPct val="0"/>
        </a:spcBef>
        <a:spcAft>
          <a:spcPct val="0"/>
        </a:spcAft>
        <a:buClr>
          <a:schemeClr val="tx2"/>
        </a:buClr>
        <a:buSzPct val="80000"/>
        <a:buFont typeface="Wingdings" pitchFamily="2" charset="2"/>
        <a:buChar char="§"/>
        <a:defRPr lang="en-US" sz="2039" kern="1200" dirty="0">
          <a:solidFill>
            <a:schemeClr val="tx1"/>
          </a:solidFill>
          <a:latin typeface="Arial" pitchFamily="34" charset="0"/>
          <a:ea typeface="+mn-ea"/>
          <a:cs typeface="+mn-cs"/>
        </a:defRPr>
      </a:lvl4pPr>
      <a:lvl5pPr marL="1310228" indent="-328629" algn="l" defTabSz="1075902" rtl="0" eaLnBrk="1" fontAlgn="base" hangingPunct="1">
        <a:spcBef>
          <a:spcPct val="0"/>
        </a:spcBef>
        <a:spcAft>
          <a:spcPct val="0"/>
        </a:spcAft>
        <a:buClr>
          <a:schemeClr val="tx2"/>
        </a:buClr>
        <a:buSzPct val="80000"/>
        <a:buFont typeface="Arial" pitchFamily="34" charset="0"/>
        <a:buChar char="–"/>
        <a:defRPr lang="en-US" sz="2039" kern="1200" dirty="0">
          <a:solidFill>
            <a:schemeClr val="tx1"/>
          </a:solidFill>
          <a:latin typeface="Arial" pitchFamily="34" charset="0"/>
          <a:ea typeface="+mn-ea"/>
          <a:cs typeface="+mn-cs"/>
        </a:defRPr>
      </a:lvl5pPr>
      <a:lvl6pPr marL="2901034" indent="-263730" algn="l" defTabSz="1054922" rtl="0" eaLnBrk="1" latinLnBrk="0" hangingPunct="1">
        <a:spcBef>
          <a:spcPct val="20000"/>
        </a:spcBef>
        <a:buFont typeface="Arial" pitchFamily="34" charset="0"/>
        <a:buChar char="•"/>
        <a:defRPr sz="2401" kern="1200">
          <a:solidFill>
            <a:schemeClr val="tx1"/>
          </a:solidFill>
          <a:latin typeface="+mn-lt"/>
          <a:ea typeface="+mn-ea"/>
          <a:cs typeface="+mn-cs"/>
        </a:defRPr>
      </a:lvl6pPr>
      <a:lvl7pPr marL="3428495" indent="-263730" algn="l" defTabSz="1054922" rtl="0" eaLnBrk="1" latinLnBrk="0" hangingPunct="1">
        <a:spcBef>
          <a:spcPct val="20000"/>
        </a:spcBef>
        <a:buFont typeface="Arial" pitchFamily="34" charset="0"/>
        <a:buChar char="•"/>
        <a:defRPr sz="2401" kern="1200">
          <a:solidFill>
            <a:schemeClr val="tx1"/>
          </a:solidFill>
          <a:latin typeface="+mn-lt"/>
          <a:ea typeface="+mn-ea"/>
          <a:cs typeface="+mn-cs"/>
        </a:defRPr>
      </a:lvl7pPr>
      <a:lvl8pPr marL="3955956" indent="-263730" algn="l" defTabSz="1054922" rtl="0" eaLnBrk="1" latinLnBrk="0" hangingPunct="1">
        <a:spcBef>
          <a:spcPct val="20000"/>
        </a:spcBef>
        <a:buFont typeface="Arial" pitchFamily="34" charset="0"/>
        <a:buChar char="•"/>
        <a:defRPr sz="2401" kern="1200">
          <a:solidFill>
            <a:schemeClr val="tx1"/>
          </a:solidFill>
          <a:latin typeface="+mn-lt"/>
          <a:ea typeface="+mn-ea"/>
          <a:cs typeface="+mn-cs"/>
        </a:defRPr>
      </a:lvl8pPr>
      <a:lvl9pPr marL="4483417" indent="-263730" algn="l" defTabSz="1054922" rtl="0" eaLnBrk="1" latinLnBrk="0" hangingPunct="1">
        <a:spcBef>
          <a:spcPct val="20000"/>
        </a:spcBef>
        <a:buFont typeface="Arial" pitchFamily="34" charset="0"/>
        <a:buChar char="•"/>
        <a:defRPr sz="2401" kern="1200">
          <a:solidFill>
            <a:schemeClr val="tx1"/>
          </a:solidFill>
          <a:latin typeface="+mn-lt"/>
          <a:ea typeface="+mn-ea"/>
          <a:cs typeface="+mn-cs"/>
        </a:defRPr>
      </a:lvl9pPr>
    </p:bodyStyle>
    <p:otherStyle>
      <a:defPPr>
        <a:defRPr lang="en-US"/>
      </a:defPPr>
      <a:lvl1pPr marL="0" algn="l" defTabSz="1054922" rtl="0" eaLnBrk="1" latinLnBrk="0" hangingPunct="1">
        <a:defRPr sz="2039" kern="1200">
          <a:solidFill>
            <a:schemeClr val="tx1"/>
          </a:solidFill>
          <a:latin typeface="+mn-lt"/>
          <a:ea typeface="+mn-ea"/>
          <a:cs typeface="+mn-cs"/>
        </a:defRPr>
      </a:lvl1pPr>
      <a:lvl2pPr marL="527461" algn="l" defTabSz="1054922" rtl="0" eaLnBrk="1" latinLnBrk="0" hangingPunct="1">
        <a:defRPr sz="2039" kern="1200">
          <a:solidFill>
            <a:schemeClr val="tx1"/>
          </a:solidFill>
          <a:latin typeface="+mn-lt"/>
          <a:ea typeface="+mn-ea"/>
          <a:cs typeface="+mn-cs"/>
        </a:defRPr>
      </a:lvl2pPr>
      <a:lvl3pPr marL="1054922" algn="l" defTabSz="1054922" rtl="0" eaLnBrk="1" latinLnBrk="0" hangingPunct="1">
        <a:defRPr sz="2039" kern="1200">
          <a:solidFill>
            <a:schemeClr val="tx1"/>
          </a:solidFill>
          <a:latin typeface="+mn-lt"/>
          <a:ea typeface="+mn-ea"/>
          <a:cs typeface="+mn-cs"/>
        </a:defRPr>
      </a:lvl3pPr>
      <a:lvl4pPr marL="1582383" algn="l" defTabSz="1054922" rtl="0" eaLnBrk="1" latinLnBrk="0" hangingPunct="1">
        <a:defRPr sz="2039" kern="1200">
          <a:solidFill>
            <a:schemeClr val="tx1"/>
          </a:solidFill>
          <a:latin typeface="+mn-lt"/>
          <a:ea typeface="+mn-ea"/>
          <a:cs typeface="+mn-cs"/>
        </a:defRPr>
      </a:lvl4pPr>
      <a:lvl5pPr marL="2109844" algn="l" defTabSz="1054922" rtl="0" eaLnBrk="1" latinLnBrk="0" hangingPunct="1">
        <a:defRPr sz="2039" kern="1200">
          <a:solidFill>
            <a:schemeClr val="tx1"/>
          </a:solidFill>
          <a:latin typeface="+mn-lt"/>
          <a:ea typeface="+mn-ea"/>
          <a:cs typeface="+mn-cs"/>
        </a:defRPr>
      </a:lvl5pPr>
      <a:lvl6pPr marL="2637304" algn="l" defTabSz="1054922" rtl="0" eaLnBrk="1" latinLnBrk="0" hangingPunct="1">
        <a:defRPr sz="2039" kern="1200">
          <a:solidFill>
            <a:schemeClr val="tx1"/>
          </a:solidFill>
          <a:latin typeface="+mn-lt"/>
          <a:ea typeface="+mn-ea"/>
          <a:cs typeface="+mn-cs"/>
        </a:defRPr>
      </a:lvl6pPr>
      <a:lvl7pPr marL="3164765" algn="l" defTabSz="1054922" rtl="0" eaLnBrk="1" latinLnBrk="0" hangingPunct="1">
        <a:defRPr sz="2039" kern="1200">
          <a:solidFill>
            <a:schemeClr val="tx1"/>
          </a:solidFill>
          <a:latin typeface="+mn-lt"/>
          <a:ea typeface="+mn-ea"/>
          <a:cs typeface="+mn-cs"/>
        </a:defRPr>
      </a:lvl7pPr>
      <a:lvl8pPr marL="3692226" algn="l" defTabSz="1054922" rtl="0" eaLnBrk="1" latinLnBrk="0" hangingPunct="1">
        <a:defRPr sz="2039" kern="1200">
          <a:solidFill>
            <a:schemeClr val="tx1"/>
          </a:solidFill>
          <a:latin typeface="+mn-lt"/>
          <a:ea typeface="+mn-ea"/>
          <a:cs typeface="+mn-cs"/>
        </a:defRPr>
      </a:lvl8pPr>
      <a:lvl9pPr marL="4219687" algn="l" defTabSz="1054922" rtl="0" eaLnBrk="1" latinLnBrk="0" hangingPunct="1">
        <a:defRPr sz="2039"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7" descr="Ridge.pdf"/>
          <p:cNvPicPr>
            <a:picLocks noChangeAspect="1"/>
          </p:cNvPicPr>
          <p:nvPr/>
        </p:nvPicPr>
        <p:blipFill>
          <a:blip r:embed="rId13" cstate="email">
            <a:extLst>
              <a:ext uri="{28A0092B-C50C-407E-A947-70E740481C1C}">
                <a14:useLocalDpi xmlns:a14="http://schemas.microsoft.com/office/drawing/2010/main"/>
              </a:ext>
            </a:extLst>
          </a:blip>
          <a:srcRect/>
          <a:stretch>
            <a:fillRect/>
          </a:stretch>
        </p:blipFill>
        <p:spPr bwMode="ltGray">
          <a:xfrm>
            <a:off x="53" y="24"/>
            <a:ext cx="3025651" cy="825692"/>
          </a:xfrm>
          <a:prstGeom prst="rect">
            <a:avLst/>
          </a:prstGeom>
          <a:noFill/>
          <a:ln w="9525">
            <a:noFill/>
            <a:miter lim="800000"/>
            <a:headEnd/>
            <a:tailEnd/>
          </a:ln>
        </p:spPr>
      </p:pic>
      <p:sp>
        <p:nvSpPr>
          <p:cNvPr id="1027" name="Title Placeholder 1"/>
          <p:cNvSpPr>
            <a:spLocks noGrp="1"/>
          </p:cNvSpPr>
          <p:nvPr>
            <p:ph type="title"/>
          </p:nvPr>
        </p:nvSpPr>
        <p:spPr bwMode="auto">
          <a:xfrm>
            <a:off x="624225" y="711389"/>
            <a:ext cx="10945239" cy="615553"/>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a:t>Click to edit Master title style</a:t>
            </a:r>
          </a:p>
        </p:txBody>
      </p:sp>
      <p:sp>
        <p:nvSpPr>
          <p:cNvPr id="3" name="Text Placeholder 2"/>
          <p:cNvSpPr>
            <a:spLocks noGrp="1"/>
          </p:cNvSpPr>
          <p:nvPr>
            <p:ph type="body" idx="1"/>
          </p:nvPr>
        </p:nvSpPr>
        <p:spPr>
          <a:xfrm>
            <a:off x="641152" y="1972154"/>
            <a:ext cx="10945239" cy="160620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lvl="2"/>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11762009" y="6592135"/>
            <a:ext cx="205184" cy="199927"/>
          </a:xfrm>
          <a:prstGeom prst="rect">
            <a:avLst/>
          </a:prstGeom>
          <a:noFill/>
          <a:ln w="9525">
            <a:noFill/>
            <a:miter lim="800000"/>
            <a:headEnd/>
            <a:tailEnd/>
          </a:ln>
        </p:spPr>
        <p:txBody>
          <a:bodyPr wrap="none" lIns="0" tIns="0" rIns="0" bIns="0" anchor="ctr">
            <a:spAutoFit/>
          </a:bodyPr>
          <a:lstStyle/>
          <a:p>
            <a:pPr algn="r" defTabSz="1167597" fontAlgn="auto">
              <a:spcBef>
                <a:spcPts val="0"/>
              </a:spcBef>
              <a:spcAft>
                <a:spcPts val="0"/>
              </a:spcAft>
              <a:defRPr/>
            </a:pPr>
            <a:fld id="{E9B6AED2-E616-4CD5-862A-CB15F603EB39}" type="slidenum">
              <a:rPr lang="en-US" sz="1299">
                <a:solidFill>
                  <a:srgbClr val="6D6E71"/>
                </a:solidFill>
                <a:latin typeface="Arial"/>
              </a:rPr>
              <a:pPr algn="r" defTabSz="1167597" fontAlgn="auto">
                <a:spcBef>
                  <a:spcPts val="0"/>
                </a:spcBef>
                <a:spcAft>
                  <a:spcPts val="0"/>
                </a:spcAft>
                <a:defRPr/>
              </a:pPr>
              <a:t>‹#›</a:t>
            </a:fld>
            <a:endParaRPr lang="en-US" sz="1299" dirty="0">
              <a:solidFill>
                <a:srgbClr val="6D6E71"/>
              </a:solidFill>
              <a:latin typeface="Arial"/>
            </a:endParaRPr>
          </a:p>
        </p:txBody>
      </p:sp>
      <p:sp>
        <p:nvSpPr>
          <p:cNvPr id="7" name="TextBox 20"/>
          <p:cNvSpPr txBox="1">
            <a:spLocks noChangeArrowheads="1"/>
          </p:cNvSpPr>
          <p:nvPr/>
        </p:nvSpPr>
        <p:spPr bwMode="gray">
          <a:xfrm>
            <a:off x="641100" y="6630945"/>
            <a:ext cx="3591304" cy="184666"/>
          </a:xfrm>
          <a:prstGeom prst="rect">
            <a:avLst/>
          </a:prstGeom>
          <a:noFill/>
          <a:ln w="9525">
            <a:noFill/>
            <a:miter lim="800000"/>
            <a:headEnd/>
            <a:tailEnd/>
          </a:ln>
        </p:spPr>
        <p:txBody>
          <a:bodyPr wrap="none" lIns="0" tIns="0" rIns="0" bIns="0">
            <a:spAutoFit/>
          </a:bodyPr>
          <a:lstStyle/>
          <a:p>
            <a:pPr defTabSz="1167597" fontAlgn="auto">
              <a:spcBef>
                <a:spcPts val="0"/>
              </a:spcBef>
              <a:spcAft>
                <a:spcPts val="0"/>
              </a:spcAft>
              <a:defRPr/>
            </a:pPr>
            <a:r>
              <a:rPr lang="en-US" sz="1200" dirty="0">
                <a:solidFill>
                  <a:srgbClr val="6D6E71"/>
                </a:solidFill>
                <a:latin typeface="Arial"/>
              </a:rPr>
              <a:t>Copyright © 2016 Tech Mahindra. All rights reserved.</a:t>
            </a:r>
          </a:p>
        </p:txBody>
      </p:sp>
    </p:spTree>
    <p:extLst>
      <p:ext uri="{BB962C8B-B14F-4D97-AF65-F5344CB8AC3E}">
        <p14:creationId xmlns:p14="http://schemas.microsoft.com/office/powerpoint/2010/main" val="1105752621"/>
      </p:ext>
    </p:extLst>
  </p:cSld>
  <p:clrMap bg1="lt1" tx1="dk1" bg2="lt2" tx2="dk2" accent1="accent1" accent2="accent2" accent3="accent3" accent4="accent4" accent5="accent5" accent6="accent6" hlink="hlink" folHlink="folHlink"/>
  <p:sldLayoutIdLst>
    <p:sldLayoutId id="2147484857" r:id="rId1"/>
    <p:sldLayoutId id="2147484858" r:id="rId2"/>
    <p:sldLayoutId id="2147484859" r:id="rId3"/>
    <p:sldLayoutId id="2147484860" r:id="rId4"/>
    <p:sldLayoutId id="2147484861" r:id="rId5"/>
    <p:sldLayoutId id="2147484862" r:id="rId6"/>
    <p:sldLayoutId id="2147484863" r:id="rId7"/>
    <p:sldLayoutId id="2147484864" r:id="rId8"/>
    <p:sldLayoutId id="2147484865" r:id="rId9"/>
    <p:sldLayoutId id="2147484867" r:id="rId10"/>
    <p:sldLayoutId id="2147484868" r:id="rId11"/>
  </p:sldLayoutIdLst>
  <p:txStyles>
    <p:titleStyle>
      <a:lvl1pPr algn="l" rtl="0" eaLnBrk="1" fontAlgn="base" hangingPunct="1">
        <a:spcBef>
          <a:spcPct val="0"/>
        </a:spcBef>
        <a:spcAft>
          <a:spcPct val="0"/>
        </a:spcAft>
        <a:defRPr lang="en-US" sz="3997" b="1" kern="1200" dirty="0">
          <a:solidFill>
            <a:schemeClr val="tx2"/>
          </a:solidFill>
          <a:latin typeface="Arial" pitchFamily="34" charset="0"/>
          <a:ea typeface="+mj-ea"/>
          <a:cs typeface="Arial" pitchFamily="34" charset="0"/>
        </a:defRPr>
      </a:lvl1pPr>
      <a:lvl2pPr algn="l" rtl="0" eaLnBrk="1" fontAlgn="base" hangingPunct="1">
        <a:spcBef>
          <a:spcPct val="0"/>
        </a:spcBef>
        <a:spcAft>
          <a:spcPct val="0"/>
        </a:spcAft>
        <a:defRPr sz="3997" b="1">
          <a:solidFill>
            <a:schemeClr val="tx2"/>
          </a:solidFill>
          <a:latin typeface="Arial" charset="0"/>
          <a:cs typeface="Arial" charset="0"/>
        </a:defRPr>
      </a:lvl2pPr>
      <a:lvl3pPr algn="l" rtl="0" eaLnBrk="1" fontAlgn="base" hangingPunct="1">
        <a:spcBef>
          <a:spcPct val="0"/>
        </a:spcBef>
        <a:spcAft>
          <a:spcPct val="0"/>
        </a:spcAft>
        <a:defRPr sz="3997" b="1">
          <a:solidFill>
            <a:schemeClr val="tx2"/>
          </a:solidFill>
          <a:latin typeface="Arial" charset="0"/>
          <a:cs typeface="Arial" charset="0"/>
        </a:defRPr>
      </a:lvl3pPr>
      <a:lvl4pPr algn="l" rtl="0" eaLnBrk="1" fontAlgn="base" hangingPunct="1">
        <a:spcBef>
          <a:spcPct val="0"/>
        </a:spcBef>
        <a:spcAft>
          <a:spcPct val="0"/>
        </a:spcAft>
        <a:defRPr sz="3997" b="1">
          <a:solidFill>
            <a:schemeClr val="tx2"/>
          </a:solidFill>
          <a:latin typeface="Arial" charset="0"/>
          <a:cs typeface="Arial" charset="0"/>
        </a:defRPr>
      </a:lvl4pPr>
      <a:lvl5pPr algn="l" rtl="0" eaLnBrk="1" fontAlgn="base" hangingPunct="1">
        <a:spcBef>
          <a:spcPct val="0"/>
        </a:spcBef>
        <a:spcAft>
          <a:spcPct val="0"/>
        </a:spcAft>
        <a:defRPr sz="3997" b="1">
          <a:solidFill>
            <a:schemeClr val="tx2"/>
          </a:solidFill>
          <a:latin typeface="Arial" charset="0"/>
          <a:cs typeface="Arial" charset="0"/>
        </a:defRPr>
      </a:lvl5pPr>
      <a:lvl6pPr marL="583800" algn="l" rtl="0" eaLnBrk="1" fontAlgn="base" hangingPunct="1">
        <a:spcBef>
          <a:spcPct val="0"/>
        </a:spcBef>
        <a:spcAft>
          <a:spcPct val="0"/>
        </a:spcAft>
        <a:defRPr sz="3997" b="1">
          <a:solidFill>
            <a:schemeClr val="tx2"/>
          </a:solidFill>
          <a:latin typeface="Arial" charset="0"/>
          <a:cs typeface="Arial" charset="0"/>
        </a:defRPr>
      </a:lvl6pPr>
      <a:lvl7pPr marL="1167597" algn="l" rtl="0" eaLnBrk="1" fontAlgn="base" hangingPunct="1">
        <a:spcBef>
          <a:spcPct val="0"/>
        </a:spcBef>
        <a:spcAft>
          <a:spcPct val="0"/>
        </a:spcAft>
        <a:defRPr sz="3997" b="1">
          <a:solidFill>
            <a:schemeClr val="tx2"/>
          </a:solidFill>
          <a:latin typeface="Arial" charset="0"/>
          <a:cs typeface="Arial" charset="0"/>
        </a:defRPr>
      </a:lvl7pPr>
      <a:lvl8pPr marL="1751402" algn="l" rtl="0" eaLnBrk="1" fontAlgn="base" hangingPunct="1">
        <a:spcBef>
          <a:spcPct val="0"/>
        </a:spcBef>
        <a:spcAft>
          <a:spcPct val="0"/>
        </a:spcAft>
        <a:defRPr sz="3997" b="1">
          <a:solidFill>
            <a:schemeClr val="tx2"/>
          </a:solidFill>
          <a:latin typeface="Arial" charset="0"/>
          <a:cs typeface="Arial" charset="0"/>
        </a:defRPr>
      </a:lvl8pPr>
      <a:lvl9pPr marL="2335196" algn="l" rtl="0" eaLnBrk="1" fontAlgn="base" hangingPunct="1">
        <a:spcBef>
          <a:spcPct val="0"/>
        </a:spcBef>
        <a:spcAft>
          <a:spcPct val="0"/>
        </a:spcAft>
        <a:defRPr sz="3997" b="1">
          <a:solidFill>
            <a:schemeClr val="tx2"/>
          </a:solidFill>
          <a:latin typeface="Arial" charset="0"/>
          <a:cs typeface="Arial" charset="0"/>
        </a:defRPr>
      </a:lvl9pPr>
    </p:titleStyle>
    <p:bodyStyle>
      <a:lvl1pPr marL="370958" indent="-370958"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Arial" pitchFamily="34" charset="0"/>
          <a:ea typeface="+mn-ea"/>
          <a:cs typeface="Arial" pitchFamily="34" charset="0"/>
        </a:defRPr>
      </a:lvl1pPr>
      <a:lvl2pPr marL="364870" indent="-364870"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729747" indent="-356764"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Arial" pitchFamily="34" charset="0"/>
          <a:ea typeface="+mn-ea"/>
          <a:cs typeface="Arial" pitchFamily="34" charset="0"/>
        </a:defRPr>
      </a:lvl3pPr>
      <a:lvl4pPr marL="1086520" indent="-356764"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Arial" pitchFamily="34" charset="0"/>
          <a:ea typeface="+mn-ea"/>
          <a:cs typeface="Arial" charset="0"/>
        </a:defRPr>
      </a:lvl4pPr>
      <a:lvl5pPr marL="1451394" indent="-364870" algn="l" defTabSz="1191926"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Arial" pitchFamily="34" charset="0"/>
          <a:ea typeface="+mn-ea"/>
          <a:cs typeface="Arial" charset="0"/>
        </a:defRPr>
      </a:lvl5pPr>
      <a:lvl6pPr marL="1751402" indent="-308125" algn="l" defTabSz="1167597" rtl="0" eaLnBrk="1" latinLnBrk="0" hangingPunct="1">
        <a:spcBef>
          <a:spcPct val="20000"/>
        </a:spcBef>
        <a:buClr>
          <a:schemeClr val="bg2"/>
        </a:buClr>
        <a:buSzPct val="60000"/>
        <a:buFont typeface="Wingdings" pitchFamily="2" charset="2"/>
        <a:buChar char="§"/>
        <a:defRPr sz="2698" kern="1200">
          <a:solidFill>
            <a:schemeClr val="tx1"/>
          </a:solidFill>
          <a:latin typeface="Arial" pitchFamily="34" charset="0"/>
          <a:ea typeface="+mn-ea"/>
          <a:cs typeface="+mn-cs"/>
        </a:defRPr>
      </a:lvl6pPr>
      <a:lvl7pPr marL="3794692" indent="-291899" algn="l" defTabSz="1167597" rtl="0" eaLnBrk="1" latinLnBrk="0" hangingPunct="1">
        <a:spcBef>
          <a:spcPct val="20000"/>
        </a:spcBef>
        <a:buFont typeface="Arial" pitchFamily="34" charset="0"/>
        <a:buChar char="•"/>
        <a:defRPr sz="2698" kern="1200">
          <a:solidFill>
            <a:schemeClr val="tx1"/>
          </a:solidFill>
          <a:latin typeface="+mn-lt"/>
          <a:ea typeface="+mn-ea"/>
          <a:cs typeface="+mn-cs"/>
        </a:defRPr>
      </a:lvl7pPr>
      <a:lvl8pPr marL="4378499" indent="-291899" algn="l" defTabSz="1167597" rtl="0" eaLnBrk="1" latinLnBrk="0" hangingPunct="1">
        <a:spcBef>
          <a:spcPct val="20000"/>
        </a:spcBef>
        <a:buFont typeface="Arial" pitchFamily="34" charset="0"/>
        <a:buChar char="•"/>
        <a:defRPr sz="2698" kern="1200">
          <a:solidFill>
            <a:schemeClr val="tx1"/>
          </a:solidFill>
          <a:latin typeface="+mn-lt"/>
          <a:ea typeface="+mn-ea"/>
          <a:cs typeface="+mn-cs"/>
        </a:defRPr>
      </a:lvl8pPr>
      <a:lvl9pPr marL="4962294" indent="-291899" algn="l" defTabSz="1167597" rtl="0" eaLnBrk="1" latinLnBrk="0" hangingPunct="1">
        <a:spcBef>
          <a:spcPct val="20000"/>
        </a:spcBef>
        <a:buFont typeface="Arial" pitchFamily="34" charset="0"/>
        <a:buChar char="•"/>
        <a:defRPr sz="2698" kern="1200">
          <a:solidFill>
            <a:schemeClr val="tx1"/>
          </a:solidFill>
          <a:latin typeface="+mn-lt"/>
          <a:ea typeface="+mn-ea"/>
          <a:cs typeface="+mn-cs"/>
        </a:defRPr>
      </a:lvl9pPr>
    </p:bodyStyle>
    <p:otherStyle>
      <a:defPPr>
        <a:defRPr lang="en-US"/>
      </a:defPPr>
      <a:lvl1pPr marL="0" algn="l" defTabSz="1167597" rtl="0" eaLnBrk="1" latinLnBrk="0" hangingPunct="1">
        <a:defRPr sz="2299" kern="1200">
          <a:solidFill>
            <a:schemeClr val="tx1"/>
          </a:solidFill>
          <a:latin typeface="+mn-lt"/>
          <a:ea typeface="+mn-ea"/>
          <a:cs typeface="+mn-cs"/>
        </a:defRPr>
      </a:lvl1pPr>
      <a:lvl2pPr marL="583800" algn="l" defTabSz="1167597" rtl="0" eaLnBrk="1" latinLnBrk="0" hangingPunct="1">
        <a:defRPr sz="2299" kern="1200">
          <a:solidFill>
            <a:schemeClr val="tx1"/>
          </a:solidFill>
          <a:latin typeface="+mn-lt"/>
          <a:ea typeface="+mn-ea"/>
          <a:cs typeface="+mn-cs"/>
        </a:defRPr>
      </a:lvl2pPr>
      <a:lvl3pPr marL="1167597" algn="l" defTabSz="1167597" rtl="0" eaLnBrk="1" latinLnBrk="0" hangingPunct="1">
        <a:defRPr sz="2299" kern="1200">
          <a:solidFill>
            <a:schemeClr val="tx1"/>
          </a:solidFill>
          <a:latin typeface="+mn-lt"/>
          <a:ea typeface="+mn-ea"/>
          <a:cs typeface="+mn-cs"/>
        </a:defRPr>
      </a:lvl3pPr>
      <a:lvl4pPr marL="1751402" algn="l" defTabSz="1167597" rtl="0" eaLnBrk="1" latinLnBrk="0" hangingPunct="1">
        <a:defRPr sz="2299" kern="1200">
          <a:solidFill>
            <a:schemeClr val="tx1"/>
          </a:solidFill>
          <a:latin typeface="+mn-lt"/>
          <a:ea typeface="+mn-ea"/>
          <a:cs typeface="+mn-cs"/>
        </a:defRPr>
      </a:lvl4pPr>
      <a:lvl5pPr marL="2335196" algn="l" defTabSz="1167597" rtl="0" eaLnBrk="1" latinLnBrk="0" hangingPunct="1">
        <a:defRPr sz="2299" kern="1200">
          <a:solidFill>
            <a:schemeClr val="tx1"/>
          </a:solidFill>
          <a:latin typeface="+mn-lt"/>
          <a:ea typeface="+mn-ea"/>
          <a:cs typeface="+mn-cs"/>
        </a:defRPr>
      </a:lvl5pPr>
      <a:lvl6pPr marL="2918995" algn="l" defTabSz="1167597" rtl="0" eaLnBrk="1" latinLnBrk="0" hangingPunct="1">
        <a:defRPr sz="2299" kern="1200">
          <a:solidFill>
            <a:schemeClr val="tx1"/>
          </a:solidFill>
          <a:latin typeface="+mn-lt"/>
          <a:ea typeface="+mn-ea"/>
          <a:cs typeface="+mn-cs"/>
        </a:defRPr>
      </a:lvl6pPr>
      <a:lvl7pPr marL="3502796" algn="l" defTabSz="1167597" rtl="0" eaLnBrk="1" latinLnBrk="0" hangingPunct="1">
        <a:defRPr sz="2299" kern="1200">
          <a:solidFill>
            <a:schemeClr val="tx1"/>
          </a:solidFill>
          <a:latin typeface="+mn-lt"/>
          <a:ea typeface="+mn-ea"/>
          <a:cs typeface="+mn-cs"/>
        </a:defRPr>
      </a:lvl7pPr>
      <a:lvl8pPr marL="4086599" algn="l" defTabSz="1167597" rtl="0" eaLnBrk="1" latinLnBrk="0" hangingPunct="1">
        <a:defRPr sz="2299" kern="1200">
          <a:solidFill>
            <a:schemeClr val="tx1"/>
          </a:solidFill>
          <a:latin typeface="+mn-lt"/>
          <a:ea typeface="+mn-ea"/>
          <a:cs typeface="+mn-cs"/>
        </a:defRPr>
      </a:lvl8pPr>
      <a:lvl9pPr marL="4670394" algn="l" defTabSz="1167597" rtl="0" eaLnBrk="1" latinLnBrk="0" hangingPunct="1">
        <a:defRPr sz="2299"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descr="Ridge.pdf"/>
          <p:cNvPicPr>
            <a:picLocks noChangeAspect="1"/>
          </p:cNvPicPr>
          <p:nvPr/>
        </p:nvPicPr>
        <p:blipFill>
          <a:blip r:embed="rId202" cstate="email">
            <a:extLst>
              <a:ext uri="{28A0092B-C50C-407E-A947-70E740481C1C}">
                <a14:useLocalDpi xmlns:a14="http://schemas.microsoft.com/office/drawing/2010/main"/>
              </a:ext>
            </a:extLst>
          </a:blip>
          <a:stretch>
            <a:fillRect/>
          </a:stretch>
        </p:blipFill>
        <p:spPr bwMode="ltGray">
          <a:xfrm>
            <a:off x="612" y="0"/>
            <a:ext cx="3025650" cy="825691"/>
          </a:xfrm>
          <a:prstGeom prst="rect">
            <a:avLst/>
          </a:prstGeom>
        </p:spPr>
      </p:pic>
      <p:sp>
        <p:nvSpPr>
          <p:cNvPr id="2" name="Title Placeholder 1"/>
          <p:cNvSpPr>
            <a:spLocks noGrp="1"/>
          </p:cNvSpPr>
          <p:nvPr>
            <p:ph type="title"/>
          </p:nvPr>
        </p:nvSpPr>
        <p:spPr>
          <a:xfrm>
            <a:off x="624174" y="711365"/>
            <a:ext cx="10945239" cy="492557"/>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1" fontAlgn="base" hangingPunct="1">
              <a:spcBef>
                <a:spcPct val="0"/>
              </a:spcBef>
              <a:spcAft>
                <a:spcPct val="0"/>
              </a:spcAft>
            </a:pPr>
            <a:r>
              <a:rPr lang="en-US"/>
              <a:t>Click to edit Master title style</a:t>
            </a:r>
            <a:endParaRPr lang="en-US" dirty="0"/>
          </a:p>
        </p:txBody>
      </p:sp>
      <p:sp>
        <p:nvSpPr>
          <p:cNvPr id="3" name="Text Placeholder 2"/>
          <p:cNvSpPr>
            <a:spLocks noGrp="1"/>
          </p:cNvSpPr>
          <p:nvPr>
            <p:ph type="body" idx="1"/>
          </p:nvPr>
        </p:nvSpPr>
        <p:spPr>
          <a:xfrm>
            <a:off x="641101" y="1972132"/>
            <a:ext cx="10945239" cy="147767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marL="571614" marR="0" lvl="2" indent="-279456" algn="l" defTabSz="914583" rtl="0" eaLnBrk="1" fontAlgn="base" latinLnBrk="0" hangingPunct="1">
              <a:lnSpc>
                <a:spcPct val="100000"/>
              </a:lnSpc>
              <a:spcBef>
                <a:spcPts val="0"/>
              </a:spcBef>
              <a:spcAft>
                <a:spcPts val="0"/>
              </a:spcAft>
              <a:buClr>
                <a:schemeClr val="bg2"/>
              </a:buClr>
              <a:buSzPct val="90000"/>
              <a:buFont typeface="Arial" pitchFamily="34" charset="0"/>
              <a:buChar char="–"/>
              <a:tabLst/>
              <a:defRPr/>
            </a:pPr>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11810964" y="6615562"/>
            <a:ext cx="157094" cy="153888"/>
          </a:xfrm>
          <a:prstGeom prst="rect">
            <a:avLst/>
          </a:prstGeom>
          <a:noFill/>
          <a:ln w="9525">
            <a:noFill/>
            <a:miter lim="800000"/>
            <a:headEnd/>
            <a:tailEnd/>
          </a:ln>
        </p:spPr>
        <p:txBody>
          <a:bodyPr wrap="none" lIns="0" tIns="0" rIns="0" bIns="0" anchor="ctr">
            <a:spAutoFit/>
          </a:bodyPr>
          <a:lstStyle/>
          <a:p>
            <a:pPr algn="r" defTabSz="914583" fontAlgn="auto">
              <a:spcBef>
                <a:spcPts val="0"/>
              </a:spcBef>
              <a:spcAft>
                <a:spcPts val="0"/>
              </a:spcAft>
              <a:defRPr/>
            </a:pPr>
            <a:fld id="{6856ECDB-1CEE-4F69-ADCA-557460F2116E}" type="slidenum">
              <a:rPr lang="en-US" sz="1000">
                <a:solidFill>
                  <a:srgbClr val="6D6E71"/>
                </a:solidFill>
                <a:latin typeface="Arial"/>
              </a:rPr>
              <a:pPr algn="r" defTabSz="914583" fontAlgn="auto">
                <a:spcBef>
                  <a:spcPts val="0"/>
                </a:spcBef>
                <a:spcAft>
                  <a:spcPts val="0"/>
                </a:spcAft>
                <a:defRPr/>
              </a:pPr>
              <a:t>‹#›</a:t>
            </a:fld>
            <a:endParaRPr lang="en-US" sz="1000" dirty="0">
              <a:solidFill>
                <a:srgbClr val="6D6E71"/>
              </a:solidFill>
              <a:latin typeface="Arial"/>
            </a:endParaRPr>
          </a:p>
        </p:txBody>
      </p:sp>
      <p:sp>
        <p:nvSpPr>
          <p:cNvPr id="7" name="TextBox 20"/>
          <p:cNvSpPr txBox="1">
            <a:spLocks noChangeArrowheads="1"/>
          </p:cNvSpPr>
          <p:nvPr/>
        </p:nvSpPr>
        <p:spPr bwMode="gray">
          <a:xfrm>
            <a:off x="641100" y="6630936"/>
            <a:ext cx="2431756" cy="123111"/>
          </a:xfrm>
          <a:prstGeom prst="rect">
            <a:avLst/>
          </a:prstGeom>
          <a:noFill/>
          <a:ln w="9525">
            <a:noFill/>
            <a:miter lim="800000"/>
            <a:headEnd/>
            <a:tailEnd/>
          </a:ln>
        </p:spPr>
        <p:txBody>
          <a:bodyPr wrap="none" lIns="0" tIns="0" rIns="0" bIns="0">
            <a:spAutoFit/>
          </a:bodyPr>
          <a:lstStyle/>
          <a:p>
            <a:pPr defTabSz="914583" fontAlgn="auto">
              <a:spcBef>
                <a:spcPts val="0"/>
              </a:spcBef>
              <a:spcAft>
                <a:spcPts val="0"/>
              </a:spcAft>
              <a:defRPr/>
            </a:pPr>
            <a:r>
              <a:rPr lang="en-US" sz="800" dirty="0">
                <a:solidFill>
                  <a:srgbClr val="6D6E71"/>
                </a:solidFill>
                <a:latin typeface="Arial"/>
              </a:rPr>
              <a:t>Copyright © 2014 Tech Mahindra. All rights reserved.</a:t>
            </a:r>
          </a:p>
        </p:txBody>
      </p:sp>
    </p:spTree>
    <p:extLst>
      <p:ext uri="{BB962C8B-B14F-4D97-AF65-F5344CB8AC3E}">
        <p14:creationId xmlns:p14="http://schemas.microsoft.com/office/powerpoint/2010/main" val="3066111970"/>
      </p:ext>
    </p:extLst>
  </p:cSld>
  <p:clrMap bg1="lt1" tx1="dk1" bg2="lt2" tx2="dk2" accent1="accent1" accent2="accent2" accent3="accent3" accent4="accent4" accent5="accent5" accent6="accent6" hlink="hlink" folHlink="folHlink"/>
  <p:sldLayoutIdLst>
    <p:sldLayoutId id="2147484871" r:id="rId1"/>
    <p:sldLayoutId id="2147484872" r:id="rId2"/>
    <p:sldLayoutId id="2147484873" r:id="rId3"/>
    <p:sldLayoutId id="2147484874" r:id="rId4"/>
    <p:sldLayoutId id="2147484875" r:id="rId5"/>
    <p:sldLayoutId id="2147484876" r:id="rId6"/>
    <p:sldLayoutId id="2147484877" r:id="rId7"/>
    <p:sldLayoutId id="2147484878" r:id="rId8"/>
    <p:sldLayoutId id="2147484879" r:id="rId9"/>
    <p:sldLayoutId id="2147484880" r:id="rId10"/>
    <p:sldLayoutId id="2147484881" r:id="rId11"/>
    <p:sldLayoutId id="2147484882" r:id="rId12"/>
    <p:sldLayoutId id="2147484883" r:id="rId13"/>
    <p:sldLayoutId id="2147484884" r:id="rId14"/>
    <p:sldLayoutId id="2147484885" r:id="rId15"/>
    <p:sldLayoutId id="2147484886" r:id="rId16"/>
    <p:sldLayoutId id="2147484887" r:id="rId17"/>
    <p:sldLayoutId id="2147484888" r:id="rId18"/>
    <p:sldLayoutId id="2147484889" r:id="rId19"/>
    <p:sldLayoutId id="2147484890" r:id="rId20"/>
    <p:sldLayoutId id="2147484891" r:id="rId21"/>
    <p:sldLayoutId id="2147484892" r:id="rId22"/>
    <p:sldLayoutId id="2147484893" r:id="rId23"/>
    <p:sldLayoutId id="2147484894" r:id="rId24"/>
    <p:sldLayoutId id="2147484895" r:id="rId25"/>
    <p:sldLayoutId id="2147484896" r:id="rId26"/>
    <p:sldLayoutId id="2147484897" r:id="rId27"/>
    <p:sldLayoutId id="2147484898" r:id="rId28"/>
    <p:sldLayoutId id="2147484899" r:id="rId29"/>
    <p:sldLayoutId id="2147484900" r:id="rId30"/>
    <p:sldLayoutId id="2147484901" r:id="rId31"/>
    <p:sldLayoutId id="2147484902" r:id="rId32"/>
    <p:sldLayoutId id="2147484903" r:id="rId33"/>
    <p:sldLayoutId id="2147484904" r:id="rId34"/>
    <p:sldLayoutId id="2147484905" r:id="rId35"/>
    <p:sldLayoutId id="2147484906" r:id="rId36"/>
    <p:sldLayoutId id="2147484907" r:id="rId37"/>
    <p:sldLayoutId id="2147484908" r:id="rId38"/>
    <p:sldLayoutId id="2147484909" r:id="rId39"/>
    <p:sldLayoutId id="2147484910" r:id="rId40"/>
    <p:sldLayoutId id="2147484911" r:id="rId41"/>
    <p:sldLayoutId id="2147484912" r:id="rId42"/>
    <p:sldLayoutId id="2147484913" r:id="rId43"/>
    <p:sldLayoutId id="2147484914" r:id="rId44"/>
    <p:sldLayoutId id="2147484915" r:id="rId45"/>
    <p:sldLayoutId id="2147484916" r:id="rId46"/>
    <p:sldLayoutId id="2147484917" r:id="rId47"/>
    <p:sldLayoutId id="2147484918" r:id="rId48"/>
    <p:sldLayoutId id="2147484919" r:id="rId49"/>
    <p:sldLayoutId id="2147484920" r:id="rId50"/>
    <p:sldLayoutId id="2147484921" r:id="rId51"/>
    <p:sldLayoutId id="2147484922" r:id="rId52"/>
    <p:sldLayoutId id="2147484923" r:id="rId53"/>
    <p:sldLayoutId id="2147484924" r:id="rId54"/>
    <p:sldLayoutId id="2147484925" r:id="rId55"/>
    <p:sldLayoutId id="2147484926" r:id="rId56"/>
    <p:sldLayoutId id="2147484927" r:id="rId57"/>
    <p:sldLayoutId id="2147484928" r:id="rId58"/>
    <p:sldLayoutId id="2147484929" r:id="rId59"/>
    <p:sldLayoutId id="2147484930" r:id="rId60"/>
    <p:sldLayoutId id="2147484931" r:id="rId61"/>
    <p:sldLayoutId id="2147484932" r:id="rId62"/>
    <p:sldLayoutId id="2147484933" r:id="rId63"/>
    <p:sldLayoutId id="2147484934" r:id="rId64"/>
    <p:sldLayoutId id="2147484935" r:id="rId65"/>
    <p:sldLayoutId id="2147484936" r:id="rId66"/>
    <p:sldLayoutId id="2147484937" r:id="rId67"/>
    <p:sldLayoutId id="2147484938" r:id="rId68"/>
    <p:sldLayoutId id="2147484939" r:id="rId69"/>
    <p:sldLayoutId id="2147484940" r:id="rId70"/>
    <p:sldLayoutId id="2147484941" r:id="rId71"/>
    <p:sldLayoutId id="2147484942" r:id="rId72"/>
    <p:sldLayoutId id="2147484943" r:id="rId73"/>
    <p:sldLayoutId id="2147484944" r:id="rId74"/>
    <p:sldLayoutId id="2147484945" r:id="rId75"/>
    <p:sldLayoutId id="2147484946" r:id="rId76"/>
    <p:sldLayoutId id="2147484947" r:id="rId77"/>
    <p:sldLayoutId id="2147484948" r:id="rId78"/>
    <p:sldLayoutId id="2147484949" r:id="rId79"/>
    <p:sldLayoutId id="2147484950" r:id="rId80"/>
    <p:sldLayoutId id="2147484951" r:id="rId81"/>
    <p:sldLayoutId id="2147484952" r:id="rId82"/>
    <p:sldLayoutId id="2147484953" r:id="rId83"/>
    <p:sldLayoutId id="2147484954" r:id="rId84"/>
    <p:sldLayoutId id="2147484955" r:id="rId85"/>
    <p:sldLayoutId id="2147484956" r:id="rId86"/>
    <p:sldLayoutId id="2147484957" r:id="rId87"/>
    <p:sldLayoutId id="2147484958" r:id="rId88"/>
    <p:sldLayoutId id="2147484959" r:id="rId89"/>
    <p:sldLayoutId id="2147484960" r:id="rId90"/>
    <p:sldLayoutId id="2147484961" r:id="rId91"/>
    <p:sldLayoutId id="2147484962" r:id="rId92"/>
    <p:sldLayoutId id="2147484963" r:id="rId93"/>
    <p:sldLayoutId id="2147484964" r:id="rId94"/>
    <p:sldLayoutId id="2147484965" r:id="rId95"/>
    <p:sldLayoutId id="2147484966" r:id="rId96"/>
    <p:sldLayoutId id="2147484967" r:id="rId97"/>
    <p:sldLayoutId id="2147484968" r:id="rId98"/>
    <p:sldLayoutId id="2147484969" r:id="rId99"/>
    <p:sldLayoutId id="2147484970" r:id="rId100"/>
    <p:sldLayoutId id="2147484971" r:id="rId101"/>
    <p:sldLayoutId id="2147484972" r:id="rId102"/>
    <p:sldLayoutId id="2147484973" r:id="rId103"/>
    <p:sldLayoutId id="2147484974" r:id="rId104"/>
    <p:sldLayoutId id="2147484975" r:id="rId105"/>
    <p:sldLayoutId id="2147484976" r:id="rId106"/>
    <p:sldLayoutId id="2147484977" r:id="rId107"/>
    <p:sldLayoutId id="2147484978" r:id="rId108"/>
    <p:sldLayoutId id="2147484979" r:id="rId109"/>
    <p:sldLayoutId id="2147484980" r:id="rId110"/>
    <p:sldLayoutId id="2147484981" r:id="rId111"/>
    <p:sldLayoutId id="2147484982" r:id="rId112"/>
    <p:sldLayoutId id="2147484983" r:id="rId113"/>
    <p:sldLayoutId id="2147484984" r:id="rId114"/>
    <p:sldLayoutId id="2147484985" r:id="rId115"/>
    <p:sldLayoutId id="2147484986" r:id="rId116"/>
    <p:sldLayoutId id="2147484987" r:id="rId117"/>
    <p:sldLayoutId id="2147484988" r:id="rId118"/>
    <p:sldLayoutId id="2147484989" r:id="rId119"/>
    <p:sldLayoutId id="2147484990" r:id="rId120"/>
    <p:sldLayoutId id="2147484991" r:id="rId121"/>
    <p:sldLayoutId id="2147484992" r:id="rId122"/>
    <p:sldLayoutId id="2147484993" r:id="rId123"/>
    <p:sldLayoutId id="2147484994" r:id="rId124"/>
    <p:sldLayoutId id="2147484995" r:id="rId125"/>
    <p:sldLayoutId id="2147484996" r:id="rId126"/>
    <p:sldLayoutId id="2147484997" r:id="rId127"/>
    <p:sldLayoutId id="2147484998" r:id="rId128"/>
    <p:sldLayoutId id="2147484999" r:id="rId129"/>
    <p:sldLayoutId id="2147485000" r:id="rId130"/>
    <p:sldLayoutId id="2147485001" r:id="rId131"/>
    <p:sldLayoutId id="2147485002" r:id="rId132"/>
    <p:sldLayoutId id="2147485003" r:id="rId133"/>
    <p:sldLayoutId id="2147485004" r:id="rId134"/>
    <p:sldLayoutId id="2147485005" r:id="rId135"/>
    <p:sldLayoutId id="2147485006" r:id="rId136"/>
    <p:sldLayoutId id="2147485007" r:id="rId137"/>
    <p:sldLayoutId id="2147485008" r:id="rId138"/>
    <p:sldLayoutId id="2147485009" r:id="rId139"/>
    <p:sldLayoutId id="2147485010" r:id="rId140"/>
    <p:sldLayoutId id="2147485011" r:id="rId141"/>
    <p:sldLayoutId id="2147485012" r:id="rId142"/>
    <p:sldLayoutId id="2147485013" r:id="rId143"/>
    <p:sldLayoutId id="2147485014" r:id="rId144"/>
    <p:sldLayoutId id="2147485015" r:id="rId145"/>
    <p:sldLayoutId id="2147485016" r:id="rId146"/>
    <p:sldLayoutId id="2147485017" r:id="rId147"/>
    <p:sldLayoutId id="2147485018" r:id="rId148"/>
    <p:sldLayoutId id="2147485019" r:id="rId149"/>
    <p:sldLayoutId id="2147485020" r:id="rId150"/>
    <p:sldLayoutId id="2147485021" r:id="rId151"/>
    <p:sldLayoutId id="2147485022" r:id="rId152"/>
    <p:sldLayoutId id="2147485024" r:id="rId153"/>
    <p:sldLayoutId id="2147485025" r:id="rId154"/>
    <p:sldLayoutId id="2147485026" r:id="rId155"/>
    <p:sldLayoutId id="2147485027" r:id="rId156"/>
    <p:sldLayoutId id="2147485028" r:id="rId157"/>
    <p:sldLayoutId id="2147485029" r:id="rId158"/>
    <p:sldLayoutId id="2147485030" r:id="rId159"/>
    <p:sldLayoutId id="2147485031" r:id="rId160"/>
    <p:sldLayoutId id="2147485032" r:id="rId161"/>
    <p:sldLayoutId id="2147485033" r:id="rId162"/>
    <p:sldLayoutId id="2147485034" r:id="rId163"/>
    <p:sldLayoutId id="2147485035" r:id="rId164"/>
    <p:sldLayoutId id="2147485036" r:id="rId165"/>
    <p:sldLayoutId id="2147485037" r:id="rId166"/>
    <p:sldLayoutId id="2147485038" r:id="rId167"/>
    <p:sldLayoutId id="2147485039" r:id="rId168"/>
    <p:sldLayoutId id="2147485040" r:id="rId169"/>
    <p:sldLayoutId id="2147485041" r:id="rId170"/>
    <p:sldLayoutId id="2147485042" r:id="rId171"/>
    <p:sldLayoutId id="2147485043" r:id="rId172"/>
    <p:sldLayoutId id="2147485044" r:id="rId173"/>
    <p:sldLayoutId id="2147485045" r:id="rId174"/>
    <p:sldLayoutId id="2147485046" r:id="rId175"/>
    <p:sldLayoutId id="2147485047" r:id="rId176"/>
    <p:sldLayoutId id="2147485048" r:id="rId177"/>
    <p:sldLayoutId id="2147485049" r:id="rId178"/>
    <p:sldLayoutId id="2147485050" r:id="rId179"/>
    <p:sldLayoutId id="2147485051" r:id="rId180"/>
    <p:sldLayoutId id="2147485052" r:id="rId181"/>
    <p:sldLayoutId id="2147485053" r:id="rId182"/>
    <p:sldLayoutId id="2147485054" r:id="rId183"/>
    <p:sldLayoutId id="2147485055" r:id="rId184"/>
    <p:sldLayoutId id="2147485056" r:id="rId185"/>
    <p:sldLayoutId id="2147485057" r:id="rId186"/>
    <p:sldLayoutId id="2147485058" r:id="rId187"/>
    <p:sldLayoutId id="2147485059" r:id="rId188"/>
    <p:sldLayoutId id="2147485060" r:id="rId189"/>
    <p:sldLayoutId id="2147485061" r:id="rId190"/>
    <p:sldLayoutId id="2147485062" r:id="rId191"/>
    <p:sldLayoutId id="2147485063" r:id="rId192"/>
    <p:sldLayoutId id="2147485064" r:id="rId193"/>
    <p:sldLayoutId id="2147485065" r:id="rId194"/>
    <p:sldLayoutId id="2147485066" r:id="rId195"/>
    <p:sldLayoutId id="2147485067" r:id="rId196"/>
    <p:sldLayoutId id="2147485068" r:id="rId197"/>
    <p:sldLayoutId id="2147485069" r:id="rId198"/>
    <p:sldLayoutId id="2147485070" r:id="rId199"/>
    <p:sldLayoutId id="2147485071" r:id="rId200"/>
  </p:sldLayoutIdLst>
  <p:txStyles>
    <p:titleStyle>
      <a:lvl1pPr algn="l" defTabSz="914583" rtl="0" eaLnBrk="1" latinLnBrk="0" hangingPunct="1">
        <a:spcBef>
          <a:spcPct val="0"/>
        </a:spcBef>
        <a:buNone/>
        <a:defRPr lang="en-US" sz="3201" b="1" kern="1200" dirty="0" smtClean="0">
          <a:solidFill>
            <a:schemeClr val="tx2"/>
          </a:solidFill>
          <a:latin typeface="Arial" pitchFamily="34" charset="0"/>
          <a:ea typeface="+mj-ea"/>
          <a:cs typeface="Arial" pitchFamily="34" charset="0"/>
        </a:defRPr>
      </a:lvl1pPr>
    </p:titleStyle>
    <p:bodyStyle>
      <a:lvl1pPr marL="290571" indent="-290571" algn="l" defTabSz="914583" rtl="0" eaLnBrk="1" fontAlgn="base" latinLnBrk="0" hangingPunct="1">
        <a:spcBef>
          <a:spcPts val="0"/>
        </a:spcBef>
        <a:spcAft>
          <a:spcPct val="0"/>
        </a:spcAft>
        <a:buClr>
          <a:schemeClr val="bg2"/>
        </a:buClr>
        <a:buSzPct val="120000"/>
        <a:buFont typeface="Wingdings" pitchFamily="2" charset="2"/>
        <a:buChar char="§"/>
        <a:defRPr lang="en-US" sz="1800" b="0" kern="1200" baseline="0" dirty="0" smtClean="0">
          <a:solidFill>
            <a:schemeClr val="tx1"/>
          </a:solidFill>
          <a:latin typeface="Arial" pitchFamily="34" charset="0"/>
          <a:ea typeface="+mn-ea"/>
          <a:cs typeface="Arial" pitchFamily="34" charset="0"/>
        </a:defRPr>
      </a:lvl1pPr>
      <a:lvl2pPr marL="285807" indent="-285807" algn="l" defTabSz="914583" rtl="0" eaLnBrk="1" fontAlgn="base" latinLnBrk="0" hangingPunct="1">
        <a:spcBef>
          <a:spcPts val="0"/>
        </a:spcBef>
        <a:spcAft>
          <a:spcPct val="0"/>
        </a:spcAft>
        <a:buClr>
          <a:schemeClr val="bg2"/>
        </a:buClr>
        <a:buSzPct val="100000"/>
        <a:buFont typeface="Wingdings" pitchFamily="2" charset="2"/>
        <a:buChar char="§"/>
        <a:defRPr lang="en-US" sz="1800" b="0" kern="1200" baseline="0" dirty="0" smtClean="0">
          <a:solidFill>
            <a:schemeClr val="tx1"/>
          </a:solidFill>
          <a:latin typeface="+mn-lt"/>
          <a:ea typeface="+mn-ea"/>
          <a:cs typeface="+mn-cs"/>
        </a:defRPr>
      </a:lvl2pPr>
      <a:lvl3pPr marL="571614" indent="-279456" algn="l" defTabSz="914583" rtl="0" eaLnBrk="1" fontAlgn="base" latinLnBrk="0" hangingPunct="1">
        <a:spcBef>
          <a:spcPts val="0"/>
        </a:spcBef>
        <a:spcAft>
          <a:spcPct val="0"/>
        </a:spcAft>
        <a:buClr>
          <a:schemeClr val="bg2"/>
        </a:buClr>
        <a:buSzPct val="90000"/>
        <a:buFont typeface="Arial" pitchFamily="34" charset="0"/>
        <a:buChar char="–"/>
        <a:defRPr kumimoji="0" lang="en-US" sz="18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defRPr>
      </a:lvl3pPr>
      <a:lvl4pPr marL="851070" indent="-279456" algn="l" defTabSz="914583" rtl="0" eaLnBrk="1" fontAlgn="base" latinLnBrk="0" hangingPunct="1">
        <a:spcBef>
          <a:spcPts val="0"/>
        </a:spcBef>
        <a:spcAft>
          <a:spcPct val="0"/>
        </a:spcAft>
        <a:buClr>
          <a:schemeClr val="bg2"/>
        </a:buClr>
        <a:buSzPct val="80000"/>
        <a:buFont typeface="Wingdings" pitchFamily="2" charset="2"/>
        <a:buChar char="§"/>
        <a:defRPr lang="en-US" sz="1800" b="0" kern="1200" baseline="0" dirty="0" smtClean="0">
          <a:solidFill>
            <a:schemeClr val="tx1"/>
          </a:solidFill>
          <a:latin typeface="Arial" pitchFamily="34" charset="0"/>
          <a:ea typeface="+mn-ea"/>
          <a:cs typeface="+mn-cs"/>
        </a:defRPr>
      </a:lvl4pPr>
      <a:lvl5pPr marL="1136877" indent="-285807" algn="l" defTabSz="933637" rtl="0" eaLnBrk="1" fontAlgn="base" latinLnBrk="0" hangingPunct="1">
        <a:spcBef>
          <a:spcPts val="0"/>
        </a:spcBef>
        <a:spcAft>
          <a:spcPct val="0"/>
        </a:spcAft>
        <a:buClr>
          <a:schemeClr val="bg2"/>
        </a:buClr>
        <a:buSzPct val="70000"/>
        <a:buFont typeface="Arial" pitchFamily="34" charset="0"/>
        <a:buChar char="–"/>
        <a:defRPr lang="en-US" sz="1800" b="0" kern="1200" baseline="0" dirty="0" smtClean="0">
          <a:solidFill>
            <a:schemeClr val="tx1"/>
          </a:solidFill>
          <a:latin typeface="Arial" pitchFamily="34" charset="0"/>
          <a:ea typeface="+mn-ea"/>
          <a:cs typeface="+mn-cs"/>
        </a:defRPr>
      </a:lvl5pPr>
      <a:lvl6pPr marL="1371874" indent="-241348" algn="l" defTabSz="914583" rtl="0" eaLnBrk="1" latinLnBrk="0" hangingPunct="1">
        <a:spcBef>
          <a:spcPct val="20000"/>
        </a:spcBef>
        <a:buClr>
          <a:schemeClr val="bg2"/>
        </a:buClr>
        <a:buSzPct val="60000"/>
        <a:buFont typeface="Wingdings" pitchFamily="2" charset="2"/>
        <a:buChar char="§"/>
        <a:defRPr sz="2000" kern="1200">
          <a:solidFill>
            <a:schemeClr val="tx1"/>
          </a:solidFill>
          <a:latin typeface="Arial" pitchFamily="34" charset="0"/>
          <a:ea typeface="+mn-ea"/>
          <a:cs typeface="+mn-cs"/>
        </a:defRPr>
      </a:lvl6pPr>
      <a:lvl7pPr marL="2972394" indent="-228646" algn="l" defTabSz="91458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686" indent="-228646" algn="l" defTabSz="91458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977" indent="-228646" algn="l" defTabSz="91458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583" rtl="0" eaLnBrk="1" latinLnBrk="0" hangingPunct="1">
        <a:defRPr sz="1800" kern="1200">
          <a:solidFill>
            <a:schemeClr val="tx1"/>
          </a:solidFill>
          <a:latin typeface="+mn-lt"/>
          <a:ea typeface="+mn-ea"/>
          <a:cs typeface="+mn-cs"/>
        </a:defRPr>
      </a:lvl1pPr>
      <a:lvl2pPr marL="457291" algn="l" defTabSz="914583" rtl="0" eaLnBrk="1" latinLnBrk="0" hangingPunct="1">
        <a:defRPr sz="1800" kern="1200">
          <a:solidFill>
            <a:schemeClr val="tx1"/>
          </a:solidFill>
          <a:latin typeface="+mn-lt"/>
          <a:ea typeface="+mn-ea"/>
          <a:cs typeface="+mn-cs"/>
        </a:defRPr>
      </a:lvl2pPr>
      <a:lvl3pPr marL="914583" algn="l" defTabSz="914583" rtl="0" eaLnBrk="1" latinLnBrk="0" hangingPunct="1">
        <a:defRPr sz="1800" kern="1200">
          <a:solidFill>
            <a:schemeClr val="tx1"/>
          </a:solidFill>
          <a:latin typeface="+mn-lt"/>
          <a:ea typeface="+mn-ea"/>
          <a:cs typeface="+mn-cs"/>
        </a:defRPr>
      </a:lvl3pPr>
      <a:lvl4pPr marL="1371874" algn="l" defTabSz="914583" rtl="0" eaLnBrk="1" latinLnBrk="0" hangingPunct="1">
        <a:defRPr sz="1800" kern="1200">
          <a:solidFill>
            <a:schemeClr val="tx1"/>
          </a:solidFill>
          <a:latin typeface="+mn-lt"/>
          <a:ea typeface="+mn-ea"/>
          <a:cs typeface="+mn-cs"/>
        </a:defRPr>
      </a:lvl4pPr>
      <a:lvl5pPr marL="1829166" algn="l" defTabSz="914583" rtl="0" eaLnBrk="1" latinLnBrk="0" hangingPunct="1">
        <a:defRPr sz="1800" kern="1200">
          <a:solidFill>
            <a:schemeClr val="tx1"/>
          </a:solidFill>
          <a:latin typeface="+mn-lt"/>
          <a:ea typeface="+mn-ea"/>
          <a:cs typeface="+mn-cs"/>
        </a:defRPr>
      </a:lvl5pPr>
      <a:lvl6pPr marL="2286457" algn="l" defTabSz="914583" rtl="0" eaLnBrk="1" latinLnBrk="0" hangingPunct="1">
        <a:defRPr sz="1800" kern="1200">
          <a:solidFill>
            <a:schemeClr val="tx1"/>
          </a:solidFill>
          <a:latin typeface="+mn-lt"/>
          <a:ea typeface="+mn-ea"/>
          <a:cs typeface="+mn-cs"/>
        </a:defRPr>
      </a:lvl6pPr>
      <a:lvl7pPr marL="2743749" algn="l" defTabSz="914583" rtl="0" eaLnBrk="1" latinLnBrk="0" hangingPunct="1">
        <a:defRPr sz="1800" kern="1200">
          <a:solidFill>
            <a:schemeClr val="tx1"/>
          </a:solidFill>
          <a:latin typeface="+mn-lt"/>
          <a:ea typeface="+mn-ea"/>
          <a:cs typeface="+mn-cs"/>
        </a:defRPr>
      </a:lvl7pPr>
      <a:lvl8pPr marL="3201040" algn="l" defTabSz="914583" rtl="0" eaLnBrk="1" latinLnBrk="0" hangingPunct="1">
        <a:defRPr sz="1800" kern="1200">
          <a:solidFill>
            <a:schemeClr val="tx1"/>
          </a:solidFill>
          <a:latin typeface="+mn-lt"/>
          <a:ea typeface="+mn-ea"/>
          <a:cs typeface="+mn-cs"/>
        </a:defRPr>
      </a:lvl8pPr>
      <a:lvl9pPr marL="3658332" algn="l" defTabSz="91458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jpeg"/><Relationship Id="rId1" Type="http://schemas.openxmlformats.org/officeDocument/2006/relationships/slideLayout" Target="../slideLayouts/slideLayout410.xml"/><Relationship Id="rId6" Type="http://schemas.openxmlformats.org/officeDocument/2006/relationships/image" Target="../media/image60.jpeg"/><Relationship Id="rId5" Type="http://schemas.openxmlformats.org/officeDocument/2006/relationships/image" Target="../media/image59.png"/><Relationship Id="rId4" Type="http://schemas.openxmlformats.org/officeDocument/2006/relationships/image" Target="../media/image58.jpeg"/></Relationships>
</file>

<file path=ppt/slides/_rels/slide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410.xml"/><Relationship Id="rId5" Type="http://schemas.openxmlformats.org/officeDocument/2006/relationships/image" Target="../media/image64.png"/><Relationship Id="rId4" Type="http://schemas.openxmlformats.org/officeDocument/2006/relationships/image" Target="../media/image63.png"/></Relationships>
</file>

<file path=ppt/slides/_rels/slide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410.xml"/><Relationship Id="rId4" Type="http://schemas.openxmlformats.org/officeDocument/2006/relationships/image" Target="../media/image6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839165" y="300671"/>
            <a:ext cx="8224837" cy="430887"/>
          </a:xfrm>
        </p:spPr>
        <p:txBody>
          <a:bodyPr/>
          <a:lstStyle/>
          <a:p>
            <a:r>
              <a:rPr lang="en-IN" sz="2800" dirty="0"/>
              <a:t>Variable Frequency Motor Drive (VFMD)</a:t>
            </a:r>
            <a:endParaRPr lang="en-US" sz="2800" dirty="0"/>
          </a:p>
        </p:txBody>
      </p:sp>
      <p:sp>
        <p:nvSpPr>
          <p:cNvPr id="5" name="Text Placeholder 1"/>
          <p:cNvSpPr>
            <a:spLocks noGrp="1"/>
          </p:cNvSpPr>
          <p:nvPr>
            <p:ph type="body" sz="quarter" idx="4294967295"/>
          </p:nvPr>
        </p:nvSpPr>
        <p:spPr>
          <a:xfrm>
            <a:off x="1825517" y="782710"/>
            <a:ext cx="8224838" cy="246221"/>
          </a:xfrm>
          <a:prstGeom prst="rect">
            <a:avLst/>
          </a:prstGeom>
        </p:spPr>
        <p:txBody>
          <a:bodyPr/>
          <a:lstStyle/>
          <a:p>
            <a:r>
              <a:rPr lang="en-IN" sz="1600" i="1" dirty="0"/>
              <a:t>Complete Avionics Equipment Level Solution for Leading Aerospace Tier-1 Supplier</a:t>
            </a:r>
          </a:p>
        </p:txBody>
      </p:sp>
      <p:grpSp>
        <p:nvGrpSpPr>
          <p:cNvPr id="27" name="Group 26"/>
          <p:cNvGrpSpPr/>
          <p:nvPr/>
        </p:nvGrpSpPr>
        <p:grpSpPr>
          <a:xfrm>
            <a:off x="18245" y="1222805"/>
            <a:ext cx="12046327" cy="2252420"/>
            <a:chOff x="664786" y="1482108"/>
            <a:chExt cx="8871347" cy="1887530"/>
          </a:xfrm>
        </p:grpSpPr>
        <p:cxnSp>
          <p:nvCxnSpPr>
            <p:cNvPr id="6" name="Straight Arrow Connector 5"/>
            <p:cNvCxnSpPr/>
            <p:nvPr/>
          </p:nvCxnSpPr>
          <p:spPr>
            <a:xfrm>
              <a:off x="684741" y="3361515"/>
              <a:ext cx="8851392" cy="0"/>
            </a:xfrm>
            <a:prstGeom prst="straightConnector1">
              <a:avLst/>
            </a:prstGeom>
            <a:ln w="76200">
              <a:tailEnd type="none" w="sm" len="sm"/>
            </a:ln>
          </p:spPr>
          <p:style>
            <a:lnRef idx="1">
              <a:schemeClr val="accent3"/>
            </a:lnRef>
            <a:fillRef idx="0">
              <a:schemeClr val="accent3"/>
            </a:fillRef>
            <a:effectRef idx="0">
              <a:schemeClr val="accent3"/>
            </a:effectRef>
            <a:fontRef idx="minor">
              <a:schemeClr val="tx1"/>
            </a:fontRef>
          </p:style>
        </p:cxnSp>
        <p:cxnSp>
          <p:nvCxnSpPr>
            <p:cNvPr id="7" name="Straight Connector 6"/>
            <p:cNvCxnSpPr/>
            <p:nvPr/>
          </p:nvCxnSpPr>
          <p:spPr>
            <a:xfrm flipH="1">
              <a:off x="1935594" y="2333227"/>
              <a:ext cx="4714" cy="1005840"/>
            </a:xfrm>
            <a:prstGeom prst="line">
              <a:avLst/>
            </a:prstGeom>
            <a:ln>
              <a:prstDash val="sysDash"/>
            </a:ln>
          </p:spPr>
          <p:style>
            <a:lnRef idx="1">
              <a:schemeClr val="accent2"/>
            </a:lnRef>
            <a:fillRef idx="0">
              <a:schemeClr val="accent2"/>
            </a:fillRef>
            <a:effectRef idx="0">
              <a:schemeClr val="accent2"/>
            </a:effectRef>
            <a:fontRef idx="minor">
              <a:schemeClr val="tx1"/>
            </a:fontRef>
          </p:style>
        </p:cxnSp>
        <p:sp>
          <p:nvSpPr>
            <p:cNvPr id="8" name="Rectangle 7"/>
            <p:cNvSpPr/>
            <p:nvPr/>
          </p:nvSpPr>
          <p:spPr>
            <a:xfrm>
              <a:off x="673051" y="2807443"/>
              <a:ext cx="1273166" cy="502938"/>
            </a:xfrm>
            <a:prstGeom prst="rect">
              <a:avLst/>
            </a:prstGeom>
          </p:spPr>
          <p:txBody>
            <a:bodyPr wrap="square">
              <a:spAutoFit/>
            </a:bodyPr>
            <a:lstStyle/>
            <a:p>
              <a:pPr fontAlgn="base"/>
              <a:r>
                <a:rPr lang="en-US" sz="1100" b="1" dirty="0">
                  <a:solidFill>
                    <a:srgbClr val="E31837"/>
                  </a:solidFill>
                </a:rPr>
                <a:t>Started with Customer’s system Spec</a:t>
              </a:r>
            </a:p>
          </p:txBody>
        </p:sp>
        <p:cxnSp>
          <p:nvCxnSpPr>
            <p:cNvPr id="9" name="Straight Connector 8"/>
            <p:cNvCxnSpPr/>
            <p:nvPr/>
          </p:nvCxnSpPr>
          <p:spPr>
            <a:xfrm>
              <a:off x="7227489" y="2333227"/>
              <a:ext cx="0" cy="1005840"/>
            </a:xfrm>
            <a:prstGeom prst="line">
              <a:avLst/>
            </a:prstGeom>
            <a:ln>
              <a:prstDash val="sysDash"/>
            </a:ln>
          </p:spPr>
          <p:style>
            <a:lnRef idx="1">
              <a:schemeClr val="accent2"/>
            </a:lnRef>
            <a:fillRef idx="0">
              <a:schemeClr val="accent2"/>
            </a:fillRef>
            <a:effectRef idx="0">
              <a:schemeClr val="accent2"/>
            </a:effectRef>
            <a:fontRef idx="minor">
              <a:schemeClr val="tx1"/>
            </a:fontRef>
          </p:style>
        </p:cxnSp>
        <p:cxnSp>
          <p:nvCxnSpPr>
            <p:cNvPr id="10" name="Straight Connector 9"/>
            <p:cNvCxnSpPr/>
            <p:nvPr/>
          </p:nvCxnSpPr>
          <p:spPr>
            <a:xfrm>
              <a:off x="5881809" y="2333227"/>
              <a:ext cx="0" cy="1005840"/>
            </a:xfrm>
            <a:prstGeom prst="line">
              <a:avLst/>
            </a:prstGeom>
            <a:ln>
              <a:prstDash val="sysDash"/>
            </a:ln>
          </p:spPr>
          <p:style>
            <a:lnRef idx="1">
              <a:schemeClr val="accent2"/>
            </a:lnRef>
            <a:fillRef idx="0">
              <a:schemeClr val="accent2"/>
            </a:fillRef>
            <a:effectRef idx="0">
              <a:schemeClr val="accent2"/>
            </a:effectRef>
            <a:fontRef idx="minor">
              <a:schemeClr val="tx1"/>
            </a:fontRef>
          </p:style>
        </p:cxnSp>
        <p:cxnSp>
          <p:nvCxnSpPr>
            <p:cNvPr id="11" name="Straight Connector 10"/>
            <p:cNvCxnSpPr/>
            <p:nvPr/>
          </p:nvCxnSpPr>
          <p:spPr>
            <a:xfrm>
              <a:off x="3299635" y="2333227"/>
              <a:ext cx="0" cy="1005840"/>
            </a:xfrm>
            <a:prstGeom prst="line">
              <a:avLst/>
            </a:prstGeom>
            <a:ln>
              <a:prstDash val="sysDash"/>
            </a:ln>
          </p:spPr>
          <p:style>
            <a:lnRef idx="1">
              <a:schemeClr val="accent2"/>
            </a:lnRef>
            <a:fillRef idx="0">
              <a:schemeClr val="accent2"/>
            </a:fillRef>
            <a:effectRef idx="0">
              <a:schemeClr val="accent2"/>
            </a:effectRef>
            <a:fontRef idx="minor">
              <a:schemeClr val="tx1"/>
            </a:fontRef>
          </p:style>
        </p:cxnSp>
        <p:sp>
          <p:nvSpPr>
            <p:cNvPr id="12" name="TextBox 11"/>
            <p:cNvSpPr txBox="1"/>
            <p:nvPr/>
          </p:nvSpPr>
          <p:spPr>
            <a:xfrm>
              <a:off x="3313283" y="2849576"/>
              <a:ext cx="1263666" cy="283709"/>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algn="ctr" fontAlgn="base">
                <a:buFont typeface="Arial" pitchFamily="34" charset="0"/>
                <a:buNone/>
              </a:pPr>
              <a:r>
                <a:rPr lang="en-US" sz="1100" b="1" dirty="0">
                  <a:solidFill>
                    <a:srgbClr val="E31837"/>
                  </a:solidFill>
                </a:rPr>
                <a:t>Designed &amp; Developed Multi Layered Hardware</a:t>
              </a:r>
            </a:p>
          </p:txBody>
        </p:sp>
        <p:sp>
          <p:nvSpPr>
            <p:cNvPr id="13" name="TextBox 12"/>
            <p:cNvSpPr txBox="1"/>
            <p:nvPr/>
          </p:nvSpPr>
          <p:spPr>
            <a:xfrm>
              <a:off x="4567418" y="2844366"/>
              <a:ext cx="1304527" cy="425563"/>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algn="ctr" fontAlgn="base"/>
              <a:r>
                <a:rPr lang="en-US" sz="1100" b="1" dirty="0">
                  <a:solidFill>
                    <a:srgbClr val="E31837"/>
                  </a:solidFill>
                </a:rPr>
                <a:t>Designed &amp; Developed Safety Critical Embedded Software</a:t>
              </a:r>
            </a:p>
          </p:txBody>
        </p:sp>
        <p:sp>
          <p:nvSpPr>
            <p:cNvPr id="14" name="TextBox 13"/>
            <p:cNvSpPr txBox="1"/>
            <p:nvPr/>
          </p:nvSpPr>
          <p:spPr>
            <a:xfrm>
              <a:off x="1940308" y="2850664"/>
              <a:ext cx="1359327" cy="425563"/>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algn="ctr" fontAlgn="base"/>
              <a:r>
                <a:rPr lang="en-US" sz="1100" b="1" dirty="0">
                  <a:solidFill>
                    <a:srgbClr val="E31837"/>
                  </a:solidFill>
                </a:rPr>
                <a:t>Modeled &amp; Simulated Power Electronic Performances</a:t>
              </a:r>
            </a:p>
          </p:txBody>
        </p:sp>
        <p:sp>
          <p:nvSpPr>
            <p:cNvPr id="15" name="TextBox 14"/>
            <p:cNvSpPr txBox="1"/>
            <p:nvPr/>
          </p:nvSpPr>
          <p:spPr>
            <a:xfrm>
              <a:off x="5881809" y="2859524"/>
              <a:ext cx="1345680" cy="283709"/>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algn="ctr" fontAlgn="base"/>
              <a:r>
                <a:rPr lang="en-US" sz="1100" b="1" dirty="0">
                  <a:solidFill>
                    <a:srgbClr val="E31837"/>
                  </a:solidFill>
                </a:rPr>
                <a:t>Designed Mechanical Enclosure &amp; Heat Sink</a:t>
              </a:r>
            </a:p>
          </p:txBody>
        </p:sp>
        <p:sp>
          <p:nvSpPr>
            <p:cNvPr id="16" name="TextBox 15"/>
            <p:cNvSpPr txBox="1"/>
            <p:nvPr/>
          </p:nvSpPr>
          <p:spPr>
            <a:xfrm>
              <a:off x="7266996" y="2859524"/>
              <a:ext cx="1147151" cy="283709"/>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algn="ctr" fontAlgn="base"/>
              <a:r>
                <a:rPr lang="en-US" sz="1100" b="1" dirty="0">
                  <a:solidFill>
                    <a:srgbClr val="E31837"/>
                  </a:solidFill>
                </a:rPr>
                <a:t>Functional &amp; Integration testing</a:t>
              </a:r>
            </a:p>
          </p:txBody>
        </p:sp>
        <p:sp>
          <p:nvSpPr>
            <p:cNvPr id="17" name="Donut 16"/>
            <p:cNvSpPr/>
            <p:nvPr/>
          </p:nvSpPr>
          <p:spPr>
            <a:xfrm>
              <a:off x="665865" y="1482108"/>
              <a:ext cx="1188720" cy="1188720"/>
            </a:xfrm>
            <a:prstGeom prst="donut">
              <a:avLst>
                <a:gd name="adj" fmla="val 17461"/>
              </a:avLst>
            </a:prstGeom>
            <a:solidFill>
              <a:srgbClr val="FFC000"/>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solidFill>
                  <a:prstClr val="black"/>
                </a:solidFill>
              </a:endParaRPr>
            </a:p>
          </p:txBody>
        </p:sp>
        <p:cxnSp>
          <p:nvCxnSpPr>
            <p:cNvPr id="18" name="Straight Connector 17"/>
            <p:cNvCxnSpPr/>
            <p:nvPr/>
          </p:nvCxnSpPr>
          <p:spPr>
            <a:xfrm>
              <a:off x="664786" y="2333227"/>
              <a:ext cx="0" cy="1005840"/>
            </a:xfrm>
            <a:prstGeom prst="line">
              <a:avLst/>
            </a:prstGeom>
            <a:ln>
              <a:prstDash val="sysDash"/>
            </a:ln>
          </p:spPr>
          <p:style>
            <a:lnRef idx="1">
              <a:schemeClr val="accent2"/>
            </a:lnRef>
            <a:fillRef idx="0">
              <a:schemeClr val="accent2"/>
            </a:fillRef>
            <a:effectRef idx="0">
              <a:schemeClr val="accent2"/>
            </a:effectRef>
            <a:fontRef idx="minor">
              <a:schemeClr val="tx1"/>
            </a:fontRef>
          </p:style>
        </p:cxnSp>
        <p:sp>
          <p:nvSpPr>
            <p:cNvPr id="19" name="Isosceles Triangle 18"/>
            <p:cNvSpPr/>
            <p:nvPr/>
          </p:nvSpPr>
          <p:spPr>
            <a:xfrm rot="5400000" flipH="1">
              <a:off x="1151946" y="1901273"/>
              <a:ext cx="341937" cy="331285"/>
            </a:xfrm>
            <a:prstGeom prst="triangle">
              <a:avLst/>
            </a:prstGeom>
            <a:solidFill>
              <a:schemeClr val="tx2"/>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solidFill>
                  <a:prstClr val="black"/>
                </a:solidFill>
              </a:endParaRPr>
            </a:p>
          </p:txBody>
        </p:sp>
        <p:cxnSp>
          <p:nvCxnSpPr>
            <p:cNvPr id="20" name="Straight Connector 19"/>
            <p:cNvCxnSpPr/>
            <p:nvPr/>
          </p:nvCxnSpPr>
          <p:spPr>
            <a:xfrm>
              <a:off x="4563426" y="2333227"/>
              <a:ext cx="13855" cy="1005840"/>
            </a:xfrm>
            <a:prstGeom prst="line">
              <a:avLst/>
            </a:prstGeom>
            <a:ln>
              <a:prstDash val="sysDash"/>
            </a:ln>
          </p:spPr>
          <p:style>
            <a:lnRef idx="1">
              <a:schemeClr val="accent2"/>
            </a:lnRef>
            <a:fillRef idx="0">
              <a:schemeClr val="accent2"/>
            </a:fillRef>
            <a:effectRef idx="0">
              <a:schemeClr val="accent2"/>
            </a:effectRef>
            <a:fontRef idx="minor">
              <a:schemeClr val="tx1"/>
            </a:fontRef>
          </p:style>
        </p:cxnSp>
        <p:sp>
          <p:nvSpPr>
            <p:cNvPr id="21" name="Oval 20"/>
            <p:cNvSpPr/>
            <p:nvPr/>
          </p:nvSpPr>
          <p:spPr>
            <a:xfrm>
              <a:off x="1995699" y="1482108"/>
              <a:ext cx="1188720" cy="1188720"/>
            </a:xfrm>
            <a:prstGeom prst="ellipse">
              <a:avLst/>
            </a:prstGeom>
            <a:blipFill>
              <a:blip r:embed="rId2"/>
              <a:stretch>
                <a:fillRect/>
              </a:stretch>
            </a:blipFill>
            <a:ln w="25400" cmpd="sng">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Oval 21"/>
            <p:cNvSpPr/>
            <p:nvPr/>
          </p:nvSpPr>
          <p:spPr>
            <a:xfrm>
              <a:off x="3325533" y="1482108"/>
              <a:ext cx="1188720" cy="1188720"/>
            </a:xfrm>
            <a:prstGeom prst="ellipse">
              <a:avLst/>
            </a:prstGeom>
            <a:blipFill dpi="0" rotWithShape="1">
              <a:blip r:embed="rId3"/>
              <a:srcRect/>
              <a:stretch>
                <a:fillRect l="-10000" r="-10000"/>
              </a:stretch>
            </a:blipFill>
            <a:ln w="25400" cmpd="sng">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Oval 22"/>
            <p:cNvSpPr/>
            <p:nvPr/>
          </p:nvSpPr>
          <p:spPr>
            <a:xfrm>
              <a:off x="4655367" y="1482108"/>
              <a:ext cx="1188720" cy="1188720"/>
            </a:xfrm>
            <a:prstGeom prst="ellipse">
              <a:avLst/>
            </a:prstGeom>
            <a:blipFill dpi="0" rotWithShape="1">
              <a:blip r:embed="rId4"/>
              <a:srcRect/>
              <a:stretch>
                <a:fillRect l="-15000" r="-15000"/>
              </a:stretch>
            </a:blipFill>
            <a:ln w="25400" cmpd="sng">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Oval 23"/>
            <p:cNvSpPr/>
            <p:nvPr/>
          </p:nvSpPr>
          <p:spPr>
            <a:xfrm>
              <a:off x="5985201" y="1482108"/>
              <a:ext cx="1188720" cy="1188720"/>
            </a:xfrm>
            <a:prstGeom prst="ellipse">
              <a:avLst/>
            </a:prstGeom>
            <a:blipFill dpi="0" rotWithShape="1">
              <a:blip r:embed="rId5"/>
              <a:srcRect/>
              <a:stretch>
                <a:fillRect l="-31000"/>
              </a:stretch>
            </a:blipFill>
            <a:ln w="25400" cmpd="sng">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Oval 24"/>
            <p:cNvSpPr/>
            <p:nvPr/>
          </p:nvSpPr>
          <p:spPr>
            <a:xfrm>
              <a:off x="7265519" y="1482109"/>
              <a:ext cx="1073503" cy="1159135"/>
            </a:xfrm>
            <a:prstGeom prst="ellipse">
              <a:avLst/>
            </a:prstGeom>
            <a:blipFill dpi="0" rotWithShape="1">
              <a:blip r:embed="rId6"/>
              <a:srcRect/>
              <a:stretch>
                <a:fillRect l="-15000" r="-15000"/>
              </a:stretch>
            </a:blipFill>
            <a:ln w="25400" cmpd="sng">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6" name="Straight Connector 25"/>
            <p:cNvCxnSpPr/>
            <p:nvPr/>
          </p:nvCxnSpPr>
          <p:spPr>
            <a:xfrm>
              <a:off x="8424530" y="2363798"/>
              <a:ext cx="0" cy="1005840"/>
            </a:xfrm>
            <a:prstGeom prst="line">
              <a:avLst/>
            </a:prstGeom>
            <a:ln>
              <a:prstDash val="sysDash"/>
            </a:ln>
          </p:spPr>
          <p:style>
            <a:lnRef idx="1">
              <a:schemeClr val="accent2"/>
            </a:lnRef>
            <a:fillRef idx="0">
              <a:schemeClr val="accent2"/>
            </a:fillRef>
            <a:effectRef idx="0">
              <a:schemeClr val="accent2"/>
            </a:effectRef>
            <a:fontRef idx="minor">
              <a:schemeClr val="tx1"/>
            </a:fontRef>
          </p:style>
        </p:cxnSp>
      </p:grpSp>
      <p:sp>
        <p:nvSpPr>
          <p:cNvPr id="50" name="TextBox 49"/>
          <p:cNvSpPr txBox="1"/>
          <p:nvPr/>
        </p:nvSpPr>
        <p:spPr>
          <a:xfrm>
            <a:off x="9453282" y="0"/>
            <a:ext cx="2733956" cy="707886"/>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fontAlgn="base">
              <a:buFont typeface="Arial" pitchFamily="34" charset="0"/>
            </a:pPr>
            <a:r>
              <a:rPr lang="en-US" dirty="0">
                <a:latin typeface="+mj-lt"/>
              </a:rPr>
              <a:t>High Complex and limited production</a:t>
            </a:r>
          </a:p>
        </p:txBody>
      </p:sp>
      <p:sp>
        <p:nvSpPr>
          <p:cNvPr id="51" name="Oval 50"/>
          <p:cNvSpPr/>
          <p:nvPr/>
        </p:nvSpPr>
        <p:spPr>
          <a:xfrm>
            <a:off x="10555136" y="1230510"/>
            <a:ext cx="1614153" cy="1418519"/>
          </a:xfrm>
          <a:prstGeom prst="ellipse">
            <a:avLst/>
          </a:prstGeom>
          <a:blipFill dpi="0" rotWithShape="1">
            <a:blip r:embed="rId6"/>
            <a:srcRect/>
            <a:stretch>
              <a:fillRect l="-15000" r="-15000"/>
            </a:stretch>
          </a:blipFill>
          <a:ln w="25400" cmpd="sng">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TextBox 51"/>
          <p:cNvSpPr txBox="1"/>
          <p:nvPr/>
        </p:nvSpPr>
        <p:spPr>
          <a:xfrm>
            <a:off x="10489904" y="2848409"/>
            <a:ext cx="1744615" cy="338554"/>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algn="ctr" fontAlgn="base"/>
            <a:r>
              <a:rPr lang="en-US" sz="1100" b="1" dirty="0">
                <a:solidFill>
                  <a:srgbClr val="E31837"/>
                </a:solidFill>
              </a:rPr>
              <a:t>System and Environmental Testing</a:t>
            </a:r>
          </a:p>
        </p:txBody>
      </p:sp>
      <p:sp>
        <p:nvSpPr>
          <p:cNvPr id="53" name="TextBox 52"/>
          <p:cNvSpPr txBox="1"/>
          <p:nvPr/>
        </p:nvSpPr>
        <p:spPr>
          <a:xfrm>
            <a:off x="8319930" y="3646082"/>
            <a:ext cx="3756132" cy="3185487"/>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a:spcBef>
                <a:spcPts val="300"/>
              </a:spcBef>
              <a:spcAft>
                <a:spcPts val="300"/>
              </a:spcAft>
              <a:buClr>
                <a:schemeClr val="accent4">
                  <a:lumMod val="75000"/>
                </a:schemeClr>
              </a:buClr>
            </a:pPr>
            <a:r>
              <a:rPr lang="en-IN" sz="1600" b="1" i="1" dirty="0">
                <a:solidFill>
                  <a:schemeClr val="bg2"/>
                </a:solidFill>
              </a:rPr>
              <a:t>TechM Scope</a:t>
            </a:r>
          </a:p>
          <a:p>
            <a:pPr marL="228600" indent="-161925">
              <a:spcBef>
                <a:spcPts val="300"/>
              </a:spcBef>
              <a:spcAft>
                <a:spcPts val="300"/>
              </a:spcAft>
              <a:buClr>
                <a:schemeClr val="accent4">
                  <a:lumMod val="75000"/>
                </a:schemeClr>
              </a:buClr>
              <a:buFont typeface="Arial" pitchFamily="34" charset="0"/>
              <a:buChar char="•"/>
            </a:pPr>
            <a:r>
              <a:rPr lang="en-IN" sz="1200" dirty="0">
                <a:solidFill>
                  <a:schemeClr val="tx1">
                    <a:lumMod val="75000"/>
                    <a:lumOff val="25000"/>
                  </a:schemeClr>
                </a:solidFill>
              </a:rPr>
              <a:t>Equipment to be </a:t>
            </a:r>
            <a:r>
              <a:rPr lang="en-IN" sz="1200" b="1" dirty="0">
                <a:solidFill>
                  <a:schemeClr val="tx1">
                    <a:lumMod val="75000"/>
                    <a:lumOff val="25000"/>
                  </a:schemeClr>
                </a:solidFill>
              </a:rPr>
              <a:t>light weight</a:t>
            </a:r>
          </a:p>
          <a:p>
            <a:pPr marL="228600" indent="-161925">
              <a:spcBef>
                <a:spcPts val="300"/>
              </a:spcBef>
              <a:spcAft>
                <a:spcPts val="300"/>
              </a:spcAft>
              <a:buClr>
                <a:schemeClr val="accent4">
                  <a:lumMod val="75000"/>
                </a:schemeClr>
              </a:buClr>
              <a:buFont typeface="Arial" pitchFamily="34" charset="0"/>
              <a:buChar char="•"/>
            </a:pPr>
            <a:r>
              <a:rPr lang="en-US" sz="1200" dirty="0">
                <a:solidFill>
                  <a:schemeClr val="tx1">
                    <a:lumMod val="75000"/>
                    <a:lumOff val="25000"/>
                  </a:schemeClr>
                </a:solidFill>
              </a:rPr>
              <a:t>Motor to drive from </a:t>
            </a:r>
            <a:r>
              <a:rPr lang="en-US" sz="1200" b="1" dirty="0">
                <a:solidFill>
                  <a:schemeClr val="tx1">
                    <a:lumMod val="75000"/>
                    <a:lumOff val="25000"/>
                  </a:schemeClr>
                </a:solidFill>
              </a:rPr>
              <a:t>variable input frequency (360Hz to 800Hz)</a:t>
            </a:r>
          </a:p>
          <a:p>
            <a:pPr marL="228600" indent="-161925">
              <a:spcBef>
                <a:spcPts val="300"/>
              </a:spcBef>
              <a:spcAft>
                <a:spcPts val="300"/>
              </a:spcAft>
              <a:buClr>
                <a:schemeClr val="accent4">
                  <a:lumMod val="75000"/>
                </a:schemeClr>
              </a:buClr>
              <a:buFont typeface="Arial" pitchFamily="34" charset="0"/>
              <a:buChar char="•"/>
            </a:pPr>
            <a:r>
              <a:rPr lang="en-US" sz="1200" dirty="0">
                <a:solidFill>
                  <a:schemeClr val="tx1">
                    <a:lumMod val="75000"/>
                    <a:lumOff val="25000"/>
                  </a:schemeClr>
                </a:solidFill>
              </a:rPr>
              <a:t>Operate three phase AC induction motors of </a:t>
            </a:r>
            <a:r>
              <a:rPr lang="en-US" sz="1200" b="1" dirty="0">
                <a:solidFill>
                  <a:schemeClr val="tx1">
                    <a:lumMod val="75000"/>
                    <a:lumOff val="25000"/>
                  </a:schemeClr>
                </a:solidFill>
              </a:rPr>
              <a:t>different power rating at constant input frequency</a:t>
            </a:r>
            <a:endParaRPr lang="en-IN" sz="1200" b="1" dirty="0">
              <a:solidFill>
                <a:schemeClr val="tx1">
                  <a:lumMod val="75000"/>
                  <a:lumOff val="25000"/>
                </a:schemeClr>
              </a:solidFill>
            </a:endParaRPr>
          </a:p>
          <a:p>
            <a:pPr marL="228600" indent="-161925">
              <a:spcBef>
                <a:spcPts val="300"/>
              </a:spcBef>
              <a:spcAft>
                <a:spcPts val="300"/>
              </a:spcAft>
              <a:buClr>
                <a:schemeClr val="accent4">
                  <a:lumMod val="75000"/>
                </a:schemeClr>
              </a:buClr>
              <a:buFont typeface="Arial" pitchFamily="34" charset="0"/>
              <a:buChar char="•"/>
            </a:pPr>
            <a:r>
              <a:rPr lang="en-IN" sz="1200" dirty="0">
                <a:solidFill>
                  <a:schemeClr val="tx1">
                    <a:lumMod val="75000"/>
                    <a:lumOff val="25000"/>
                  </a:schemeClr>
                </a:solidFill>
              </a:rPr>
              <a:t>Adhere to </a:t>
            </a:r>
            <a:r>
              <a:rPr lang="en-IN" sz="1200" b="1" dirty="0">
                <a:solidFill>
                  <a:schemeClr val="tx1">
                    <a:lumMod val="75000"/>
                    <a:lumOff val="25000"/>
                  </a:schemeClr>
                </a:solidFill>
              </a:rPr>
              <a:t>DO-178B &amp; DO-254 </a:t>
            </a:r>
            <a:r>
              <a:rPr lang="en-IN" sz="1200" dirty="0">
                <a:solidFill>
                  <a:schemeClr val="tx1">
                    <a:lumMod val="75000"/>
                    <a:lumOff val="25000"/>
                  </a:schemeClr>
                </a:solidFill>
              </a:rPr>
              <a:t>guidance in development</a:t>
            </a:r>
          </a:p>
          <a:p>
            <a:pPr marL="228600" indent="-161925">
              <a:spcBef>
                <a:spcPts val="300"/>
              </a:spcBef>
              <a:spcAft>
                <a:spcPts val="300"/>
              </a:spcAft>
              <a:buClr>
                <a:schemeClr val="accent4">
                  <a:lumMod val="75000"/>
                </a:schemeClr>
              </a:buClr>
              <a:buFont typeface="Arial" pitchFamily="34" charset="0"/>
              <a:buChar char="•"/>
            </a:pPr>
            <a:r>
              <a:rPr lang="en-IN" sz="1200" dirty="0">
                <a:solidFill>
                  <a:schemeClr val="tx1">
                    <a:lumMod val="75000"/>
                    <a:lumOff val="25000"/>
                  </a:schemeClr>
                </a:solidFill>
              </a:rPr>
              <a:t>Strict </a:t>
            </a:r>
            <a:r>
              <a:rPr lang="en-US" sz="1200" b="1" dirty="0">
                <a:solidFill>
                  <a:schemeClr val="tx1">
                    <a:lumMod val="75000"/>
                    <a:lumOff val="25000"/>
                  </a:schemeClr>
                </a:solidFill>
              </a:rPr>
              <a:t>EMI/EMC</a:t>
            </a:r>
            <a:r>
              <a:rPr lang="en-US" sz="1200" dirty="0">
                <a:solidFill>
                  <a:schemeClr val="tx1">
                    <a:lumMod val="75000"/>
                    <a:lumOff val="25000"/>
                  </a:schemeClr>
                </a:solidFill>
              </a:rPr>
              <a:t> requirements to be met because of higher frequency active switching.</a:t>
            </a:r>
          </a:p>
          <a:p>
            <a:pPr marL="228600" indent="-161925">
              <a:spcBef>
                <a:spcPts val="300"/>
              </a:spcBef>
              <a:spcAft>
                <a:spcPts val="300"/>
              </a:spcAft>
              <a:buClr>
                <a:schemeClr val="accent4">
                  <a:lumMod val="75000"/>
                </a:schemeClr>
              </a:buClr>
              <a:buFont typeface="Arial" pitchFamily="34" charset="0"/>
              <a:buChar char="•"/>
            </a:pPr>
            <a:r>
              <a:rPr lang="en-US" sz="1200" dirty="0">
                <a:solidFill>
                  <a:schemeClr val="tx1">
                    <a:lumMod val="75000"/>
                    <a:lumOff val="25000"/>
                  </a:schemeClr>
                </a:solidFill>
              </a:rPr>
              <a:t>Strict </a:t>
            </a:r>
            <a:r>
              <a:rPr lang="en-US" sz="1200" b="1" dirty="0">
                <a:solidFill>
                  <a:schemeClr val="tx1">
                    <a:lumMod val="75000"/>
                    <a:lumOff val="25000"/>
                  </a:schemeClr>
                </a:solidFill>
              </a:rPr>
              <a:t>thermal</a:t>
            </a:r>
            <a:r>
              <a:rPr lang="en-US" sz="1200" dirty="0">
                <a:solidFill>
                  <a:schemeClr val="tx1">
                    <a:lumMod val="75000"/>
                    <a:lumOff val="25000"/>
                  </a:schemeClr>
                </a:solidFill>
              </a:rPr>
              <a:t> requirements to be met because of high power rating</a:t>
            </a:r>
          </a:p>
          <a:p>
            <a:pPr marL="228600" indent="-161925">
              <a:spcBef>
                <a:spcPts val="300"/>
              </a:spcBef>
              <a:spcAft>
                <a:spcPts val="300"/>
              </a:spcAft>
              <a:buClr>
                <a:schemeClr val="accent4">
                  <a:lumMod val="75000"/>
                </a:schemeClr>
              </a:buClr>
              <a:buFont typeface="Arial" pitchFamily="34" charset="0"/>
              <a:buChar char="•"/>
            </a:pPr>
            <a:r>
              <a:rPr lang="en-US" sz="1200" b="1" dirty="0">
                <a:solidFill>
                  <a:schemeClr val="tx1">
                    <a:lumMod val="75000"/>
                    <a:lumOff val="25000"/>
                  </a:schemeClr>
                </a:solidFill>
              </a:rPr>
              <a:t>Reliability</a:t>
            </a:r>
            <a:r>
              <a:rPr lang="en-US" sz="1200" dirty="0">
                <a:solidFill>
                  <a:schemeClr val="tx1">
                    <a:lumMod val="75000"/>
                    <a:lumOff val="25000"/>
                  </a:schemeClr>
                </a:solidFill>
              </a:rPr>
              <a:t> of equipment with higher MTBF</a:t>
            </a:r>
          </a:p>
        </p:txBody>
      </p:sp>
      <p:sp>
        <p:nvSpPr>
          <p:cNvPr id="55" name="Rectangle 54"/>
          <p:cNvSpPr/>
          <p:nvPr/>
        </p:nvSpPr>
        <p:spPr>
          <a:xfrm>
            <a:off x="90706" y="4623874"/>
            <a:ext cx="1221152" cy="484875"/>
          </a:xfrm>
          <a:prstGeom prst="rect">
            <a:avLst/>
          </a:prstGeom>
          <a:solidFill>
            <a:srgbClr val="F7FCFF"/>
          </a:solidFill>
          <a:ln w="25400" cap="flat" cmpd="sng" algn="ctr">
            <a:noFill/>
            <a:prstDash val="solid"/>
          </a:ln>
          <a:effectLst>
            <a:outerShdw blurRad="50800" dist="38100" dir="5400000" algn="t" rotWithShape="0">
              <a:prstClr val="black">
                <a:alpha val="40000"/>
              </a:prstClr>
            </a:outerShdw>
          </a:effectLst>
        </p:spPr>
        <p:txBody>
          <a:bodyPr rtlCol="0" anchor="ctr"/>
          <a:lstStyle/>
          <a:p>
            <a:pPr algn="ctr"/>
            <a:r>
              <a:rPr lang="en-US" sz="1400" dirty="0"/>
              <a:t>Requirement</a:t>
            </a:r>
          </a:p>
        </p:txBody>
      </p:sp>
      <p:cxnSp>
        <p:nvCxnSpPr>
          <p:cNvPr id="57" name="Straight Connector 56"/>
          <p:cNvCxnSpPr/>
          <p:nvPr/>
        </p:nvCxnSpPr>
        <p:spPr>
          <a:xfrm flipH="1">
            <a:off x="1522871" y="4089656"/>
            <a:ext cx="20858" cy="2001081"/>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8" name="Rectangle 57"/>
          <p:cNvSpPr/>
          <p:nvPr/>
        </p:nvSpPr>
        <p:spPr>
          <a:xfrm>
            <a:off x="1760777" y="3847219"/>
            <a:ext cx="1392609" cy="484875"/>
          </a:xfrm>
          <a:prstGeom prst="rect">
            <a:avLst/>
          </a:prstGeom>
          <a:solidFill>
            <a:srgbClr val="0070C0"/>
          </a:solidFill>
          <a:ln w="25400" cap="flat" cmpd="sng" algn="ctr">
            <a:noFill/>
            <a:prstDash val="solid"/>
          </a:ln>
          <a:effectLst>
            <a:outerShdw blurRad="50800" dist="38100" dir="5400000" algn="t" rotWithShape="0">
              <a:prstClr val="black">
                <a:alpha val="40000"/>
              </a:prstClr>
            </a:outerShdw>
          </a:effectLst>
        </p:spPr>
        <p:txBody>
          <a:bodyPr rtlCol="0" anchor="ctr"/>
          <a:lstStyle/>
          <a:p>
            <a:pPr algn="ctr"/>
            <a:r>
              <a:rPr lang="en-US" sz="1400" dirty="0">
                <a:solidFill>
                  <a:schemeClr val="bg1"/>
                </a:solidFill>
              </a:rPr>
              <a:t>Mechanical enclosure</a:t>
            </a:r>
          </a:p>
        </p:txBody>
      </p:sp>
      <p:sp>
        <p:nvSpPr>
          <p:cNvPr id="59" name="Rectangle 58"/>
          <p:cNvSpPr/>
          <p:nvPr/>
        </p:nvSpPr>
        <p:spPr>
          <a:xfrm>
            <a:off x="1760777" y="4538515"/>
            <a:ext cx="1392609" cy="484875"/>
          </a:xfrm>
          <a:prstGeom prst="rect">
            <a:avLst/>
          </a:prstGeom>
          <a:solidFill>
            <a:srgbClr val="0070C0"/>
          </a:solidFill>
          <a:ln w="25400" cap="flat" cmpd="sng" algn="ctr">
            <a:noFill/>
            <a:prstDash val="solid"/>
          </a:ln>
          <a:effectLst>
            <a:outerShdw blurRad="50800" dist="38100" dir="5400000" algn="t" rotWithShape="0">
              <a:prstClr val="black">
                <a:alpha val="40000"/>
              </a:prstClr>
            </a:outerShdw>
          </a:effectLst>
        </p:spPr>
        <p:txBody>
          <a:bodyPr rtlCol="0" anchor="ctr"/>
          <a:lstStyle/>
          <a:p>
            <a:pPr algn="ctr"/>
            <a:r>
              <a:rPr lang="en-US" sz="1400" dirty="0">
                <a:solidFill>
                  <a:schemeClr val="bg1"/>
                </a:solidFill>
              </a:rPr>
              <a:t>Hardware – D0254</a:t>
            </a:r>
          </a:p>
        </p:txBody>
      </p:sp>
      <p:sp>
        <p:nvSpPr>
          <p:cNvPr id="60" name="Rectangle 59"/>
          <p:cNvSpPr/>
          <p:nvPr/>
        </p:nvSpPr>
        <p:spPr>
          <a:xfrm>
            <a:off x="1772026" y="5207978"/>
            <a:ext cx="1392609" cy="484875"/>
          </a:xfrm>
          <a:prstGeom prst="rect">
            <a:avLst/>
          </a:prstGeom>
          <a:solidFill>
            <a:srgbClr val="0070C0"/>
          </a:solidFill>
          <a:ln w="25400" cap="flat" cmpd="sng" algn="ctr">
            <a:noFill/>
            <a:prstDash val="solid"/>
          </a:ln>
          <a:effectLst>
            <a:outerShdw blurRad="50800" dist="38100" dir="5400000" algn="t" rotWithShape="0">
              <a:prstClr val="black">
                <a:alpha val="40000"/>
              </a:prstClr>
            </a:outerShdw>
          </a:effectLst>
        </p:spPr>
        <p:txBody>
          <a:bodyPr rtlCol="0" anchor="ctr"/>
          <a:lstStyle/>
          <a:p>
            <a:pPr algn="ctr"/>
            <a:r>
              <a:rPr lang="en-US" sz="1400" dirty="0">
                <a:solidFill>
                  <a:schemeClr val="bg1"/>
                </a:solidFill>
              </a:rPr>
              <a:t>Software DO178D</a:t>
            </a:r>
          </a:p>
        </p:txBody>
      </p:sp>
      <p:sp>
        <p:nvSpPr>
          <p:cNvPr id="62" name="Rectangle 61"/>
          <p:cNvSpPr/>
          <p:nvPr/>
        </p:nvSpPr>
        <p:spPr>
          <a:xfrm>
            <a:off x="1733883" y="6009831"/>
            <a:ext cx="1392609" cy="484875"/>
          </a:xfrm>
          <a:prstGeom prst="rect">
            <a:avLst/>
          </a:prstGeom>
          <a:solidFill>
            <a:schemeClr val="tx1">
              <a:lumMod val="65000"/>
              <a:lumOff val="35000"/>
            </a:schemeClr>
          </a:solidFill>
          <a:ln w="25400" cap="flat" cmpd="sng" algn="ctr">
            <a:noFill/>
            <a:prstDash val="solid"/>
          </a:ln>
          <a:effectLst>
            <a:outerShdw blurRad="50800" dist="38100" dir="5400000" algn="t" rotWithShape="0">
              <a:prstClr val="black">
                <a:alpha val="40000"/>
              </a:prstClr>
            </a:outerShdw>
          </a:effectLst>
        </p:spPr>
        <p:txBody>
          <a:bodyPr rtlCol="0" anchor="ctr"/>
          <a:lstStyle/>
          <a:p>
            <a:pPr algn="ctr"/>
            <a:r>
              <a:rPr lang="en-US" sz="1400" dirty="0">
                <a:solidFill>
                  <a:schemeClr val="bg1"/>
                </a:solidFill>
              </a:rPr>
              <a:t>Test Rig</a:t>
            </a:r>
          </a:p>
        </p:txBody>
      </p:sp>
      <p:sp>
        <p:nvSpPr>
          <p:cNvPr id="63" name="Rectangle 62"/>
          <p:cNvSpPr/>
          <p:nvPr/>
        </p:nvSpPr>
        <p:spPr>
          <a:xfrm>
            <a:off x="3566550" y="4532218"/>
            <a:ext cx="1392609" cy="484875"/>
          </a:xfrm>
          <a:prstGeom prst="rect">
            <a:avLst/>
          </a:prstGeom>
          <a:solidFill>
            <a:srgbClr val="00B050"/>
          </a:solidFill>
          <a:ln w="25400" cap="flat" cmpd="sng" algn="ctr">
            <a:noFill/>
            <a:prstDash val="solid"/>
          </a:ln>
          <a:effectLst>
            <a:outerShdw blurRad="50800" dist="38100" dir="2700000" algn="tl" rotWithShape="0">
              <a:prstClr val="black">
                <a:alpha val="40000"/>
              </a:prstClr>
            </a:outerShdw>
          </a:effectLst>
        </p:spPr>
        <p:txBody>
          <a:bodyPr rtlCol="0" anchor="ctr"/>
          <a:lstStyle/>
          <a:p>
            <a:pPr algn="ctr"/>
            <a:r>
              <a:rPr lang="en-US" sz="1400" dirty="0">
                <a:solidFill>
                  <a:schemeClr val="bg1"/>
                </a:solidFill>
              </a:rPr>
              <a:t>Proto Unit</a:t>
            </a:r>
          </a:p>
        </p:txBody>
      </p:sp>
      <p:cxnSp>
        <p:nvCxnSpPr>
          <p:cNvPr id="65" name="Straight Connector 64"/>
          <p:cNvCxnSpPr/>
          <p:nvPr/>
        </p:nvCxnSpPr>
        <p:spPr>
          <a:xfrm>
            <a:off x="1543729" y="4089656"/>
            <a:ext cx="206536" cy="0"/>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1522871" y="4842718"/>
            <a:ext cx="206536" cy="0"/>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1522871" y="5450415"/>
            <a:ext cx="206536" cy="0"/>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1522871" y="6097077"/>
            <a:ext cx="206536" cy="0"/>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a:off x="3153386" y="4089656"/>
            <a:ext cx="206536" cy="0"/>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3164635" y="4786021"/>
            <a:ext cx="206536" cy="0"/>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3164635" y="5450415"/>
            <a:ext cx="206536" cy="0"/>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flipH="1">
            <a:off x="3367049" y="4049342"/>
            <a:ext cx="4124" cy="1413629"/>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3371171" y="4786021"/>
            <a:ext cx="206536" cy="0"/>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8" name="Rectangle 77"/>
          <p:cNvSpPr/>
          <p:nvPr/>
        </p:nvSpPr>
        <p:spPr>
          <a:xfrm>
            <a:off x="5151010" y="4519663"/>
            <a:ext cx="1392609" cy="484875"/>
          </a:xfrm>
          <a:prstGeom prst="rect">
            <a:avLst/>
          </a:prstGeom>
          <a:solidFill>
            <a:srgbClr val="00B050"/>
          </a:solidFill>
          <a:ln w="25400" cap="flat" cmpd="sng" algn="ctr">
            <a:noFill/>
            <a:prstDash val="solid"/>
          </a:ln>
          <a:effectLst>
            <a:outerShdw blurRad="50800" dist="38100" dir="2700000" algn="tl" rotWithShape="0">
              <a:prstClr val="black">
                <a:alpha val="40000"/>
              </a:prstClr>
            </a:outerShdw>
          </a:effectLst>
        </p:spPr>
        <p:txBody>
          <a:bodyPr rtlCol="0" anchor="ctr"/>
          <a:lstStyle/>
          <a:p>
            <a:pPr algn="ctr"/>
            <a:r>
              <a:rPr lang="en-US" sz="1400" dirty="0">
                <a:solidFill>
                  <a:schemeClr val="bg1"/>
                </a:solidFill>
              </a:rPr>
              <a:t>Engineering Unit</a:t>
            </a:r>
          </a:p>
        </p:txBody>
      </p:sp>
      <p:cxnSp>
        <p:nvCxnSpPr>
          <p:cNvPr id="79" name="Straight Connector 78"/>
          <p:cNvCxnSpPr/>
          <p:nvPr/>
        </p:nvCxnSpPr>
        <p:spPr>
          <a:xfrm>
            <a:off x="4955631" y="4773466"/>
            <a:ext cx="206536" cy="0"/>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6543619" y="4764260"/>
            <a:ext cx="206536" cy="0"/>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1" name="Rectangle 80"/>
          <p:cNvSpPr/>
          <p:nvPr/>
        </p:nvSpPr>
        <p:spPr>
          <a:xfrm>
            <a:off x="6757282" y="3680019"/>
            <a:ext cx="1392609" cy="2814687"/>
          </a:xfrm>
          <a:prstGeom prst="rect">
            <a:avLst/>
          </a:prstGeom>
          <a:solidFill>
            <a:srgbClr val="E31837"/>
          </a:solidFill>
          <a:ln w="25400" cap="flat" cmpd="sng" algn="ctr">
            <a:solidFill>
              <a:schemeClr val="tx2"/>
            </a:solidFill>
            <a:prstDash val="solid"/>
          </a:ln>
          <a:effectLst>
            <a:outerShdw blurRad="50800" dist="38100" dir="2700000" algn="tl" rotWithShape="0">
              <a:prstClr val="black">
                <a:alpha val="40000"/>
              </a:prstClr>
            </a:outerShdw>
          </a:effectLst>
        </p:spPr>
        <p:txBody>
          <a:bodyPr rtlCol="0" anchor="ctr"/>
          <a:lstStyle/>
          <a:p>
            <a:pPr algn="ctr"/>
            <a:r>
              <a:rPr lang="en-US" sz="1400" dirty="0">
                <a:solidFill>
                  <a:schemeClr val="bg1"/>
                </a:solidFill>
              </a:rPr>
              <a:t>System Testing and Environmental Testing</a:t>
            </a:r>
          </a:p>
          <a:p>
            <a:pPr algn="ctr"/>
            <a:r>
              <a:rPr lang="en-US" sz="1400" dirty="0">
                <a:solidFill>
                  <a:schemeClr val="bg1"/>
                </a:solidFill>
              </a:rPr>
              <a:t>D0-160</a:t>
            </a:r>
          </a:p>
        </p:txBody>
      </p:sp>
      <p:cxnSp>
        <p:nvCxnSpPr>
          <p:cNvPr id="83" name="Straight Arrow Connector 82"/>
          <p:cNvCxnSpPr>
            <a:stCxn id="62" idx="3"/>
          </p:cNvCxnSpPr>
          <p:nvPr/>
        </p:nvCxnSpPr>
        <p:spPr>
          <a:xfrm>
            <a:off x="3126492" y="6252269"/>
            <a:ext cx="3630790" cy="613"/>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p:nvPr/>
        </p:nvCxnSpPr>
        <p:spPr>
          <a:xfrm flipV="1">
            <a:off x="4215368" y="5017093"/>
            <a:ext cx="0" cy="1235176"/>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p:nvPr/>
        </p:nvCxnSpPr>
        <p:spPr>
          <a:xfrm flipV="1">
            <a:off x="5833497" y="5004538"/>
            <a:ext cx="0" cy="1235176"/>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324057" y="4858296"/>
            <a:ext cx="206536" cy="0"/>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08814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5684" y="3093513"/>
            <a:ext cx="3756132" cy="969496"/>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algn="just" defTabSz="891540">
              <a:spcAft>
                <a:spcPts val="195"/>
              </a:spcAft>
              <a:buClr>
                <a:schemeClr val="accent4">
                  <a:lumMod val="75000"/>
                </a:schemeClr>
              </a:buClr>
            </a:pPr>
            <a:r>
              <a:rPr lang="en-IN" sz="1600" b="1" dirty="0">
                <a:solidFill>
                  <a:srgbClr val="E31837"/>
                </a:solidFill>
                <a:latin typeface="Arial"/>
              </a:rPr>
              <a:t>Challenges</a:t>
            </a:r>
          </a:p>
          <a:p>
            <a:pPr marL="208021" indent="-208021" algn="just" defTabSz="891540">
              <a:spcAft>
                <a:spcPts val="195"/>
              </a:spcAft>
              <a:buClr>
                <a:schemeClr val="accent4">
                  <a:lumMod val="75000"/>
                </a:schemeClr>
              </a:buClr>
              <a:buFont typeface="Arial" pitchFamily="34" charset="0"/>
              <a:buChar char="◘"/>
            </a:pPr>
            <a:r>
              <a:rPr lang="en-US" sz="1400" dirty="0">
                <a:solidFill>
                  <a:prstClr val="black"/>
                </a:solidFill>
              </a:rPr>
              <a:t>Weight Requirement 13 </a:t>
            </a:r>
            <a:r>
              <a:rPr lang="en-US" sz="1400" dirty="0" err="1">
                <a:solidFill>
                  <a:prstClr val="black"/>
                </a:solidFill>
              </a:rPr>
              <a:t>Lbs</a:t>
            </a:r>
            <a:endParaRPr lang="en-US" sz="1400" dirty="0">
              <a:solidFill>
                <a:prstClr val="black"/>
              </a:solidFill>
            </a:endParaRPr>
          </a:p>
          <a:p>
            <a:pPr marL="208021" indent="-208021" algn="just" defTabSz="891540">
              <a:spcAft>
                <a:spcPts val="195"/>
              </a:spcAft>
              <a:buClr>
                <a:schemeClr val="accent4">
                  <a:lumMod val="75000"/>
                </a:schemeClr>
              </a:buClr>
              <a:buFont typeface="Arial" pitchFamily="34" charset="0"/>
              <a:buChar char="◘"/>
            </a:pPr>
            <a:r>
              <a:rPr lang="en-US" sz="1400" dirty="0">
                <a:solidFill>
                  <a:prstClr val="black"/>
                </a:solidFill>
              </a:rPr>
              <a:t>MTBF – 30,000 Hrs.</a:t>
            </a:r>
          </a:p>
          <a:p>
            <a:pPr marL="208021" indent="-208021" algn="just" defTabSz="891540">
              <a:spcAft>
                <a:spcPts val="195"/>
              </a:spcAft>
              <a:buClr>
                <a:schemeClr val="accent4">
                  <a:lumMod val="75000"/>
                </a:schemeClr>
              </a:buClr>
              <a:buFont typeface="Arial" pitchFamily="34" charset="0"/>
              <a:buChar char="◘"/>
            </a:pPr>
            <a:r>
              <a:rPr lang="en-US" sz="1400" dirty="0">
                <a:solidFill>
                  <a:prstClr val="black"/>
                </a:solidFill>
              </a:rPr>
              <a:t>Product life 25 years</a:t>
            </a:r>
          </a:p>
        </p:txBody>
      </p:sp>
      <p:sp>
        <p:nvSpPr>
          <p:cNvPr id="5" name="Rectangle 4"/>
          <p:cNvSpPr/>
          <p:nvPr/>
        </p:nvSpPr>
        <p:spPr>
          <a:xfrm>
            <a:off x="381554" y="939928"/>
            <a:ext cx="4136658" cy="274384"/>
          </a:xfrm>
          <a:prstGeom prst="rect">
            <a:avLst/>
          </a:prstGeom>
          <a:solidFill>
            <a:srgbClr val="E31837"/>
          </a:solidFill>
          <a:ln w="25400" cap="flat" cmpd="sng" algn="ctr">
            <a:noFill/>
            <a:prstDash val="solid"/>
          </a:ln>
          <a:effectLst/>
        </p:spPr>
        <p:txBody>
          <a:bodyPr rtlCol="0" anchor="ctr"/>
          <a:lstStyle/>
          <a:p>
            <a:pPr marL="0" marR="0" lvl="0" indent="0" algn="ctr" defTabSz="914583"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Arial"/>
                <a:ea typeface="+mn-ea"/>
                <a:cs typeface="+mn-cs"/>
              </a:rPr>
              <a:t>Business Needs</a:t>
            </a:r>
          </a:p>
        </p:txBody>
      </p:sp>
      <p:sp>
        <p:nvSpPr>
          <p:cNvPr id="6" name="TextBox 5"/>
          <p:cNvSpPr txBox="1"/>
          <p:nvPr/>
        </p:nvSpPr>
        <p:spPr>
          <a:xfrm>
            <a:off x="381554" y="1274506"/>
            <a:ext cx="4311470" cy="1154162"/>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285807" indent="-285807" defTabSz="914583">
              <a:spcBef>
                <a:spcPts val="300"/>
              </a:spcBef>
              <a:spcAft>
                <a:spcPts val="300"/>
              </a:spcAft>
              <a:buFont typeface="Wingdings" panose="05000000000000000000" pitchFamily="2" charset="2"/>
              <a:buChar char="q"/>
            </a:pPr>
            <a:r>
              <a:rPr lang="en-US" sz="1400" dirty="0">
                <a:solidFill>
                  <a:prstClr val="black">
                    <a:lumMod val="65000"/>
                    <a:lumOff val="35000"/>
                  </a:prstClr>
                </a:solidFill>
                <a:latin typeface="Arial"/>
              </a:rPr>
              <a:t>Design and Development of Variable Frequency Drive with AFE Rectifier for Water and Waste Management System</a:t>
            </a:r>
          </a:p>
          <a:p>
            <a:pPr marL="285807" indent="-285807" defTabSz="914583">
              <a:spcBef>
                <a:spcPts val="300"/>
              </a:spcBef>
              <a:spcAft>
                <a:spcPts val="300"/>
              </a:spcAft>
              <a:buFont typeface="Wingdings" panose="05000000000000000000" pitchFamily="2" charset="2"/>
              <a:buChar char="q"/>
            </a:pPr>
            <a:r>
              <a:rPr lang="en-US" sz="1400" dirty="0">
                <a:solidFill>
                  <a:prstClr val="black">
                    <a:lumMod val="65000"/>
                    <a:lumOff val="35000"/>
                  </a:prstClr>
                </a:solidFill>
                <a:latin typeface="Arial"/>
              </a:rPr>
              <a:t>Need to Eliminate high cost Transformer and improve power quality</a:t>
            </a:r>
          </a:p>
        </p:txBody>
      </p:sp>
      <p:sp>
        <p:nvSpPr>
          <p:cNvPr id="7" name="Rectangle 6"/>
          <p:cNvSpPr/>
          <p:nvPr/>
        </p:nvSpPr>
        <p:spPr>
          <a:xfrm>
            <a:off x="4693024" y="939928"/>
            <a:ext cx="3868356" cy="274384"/>
          </a:xfrm>
          <a:prstGeom prst="rect">
            <a:avLst/>
          </a:prstGeom>
          <a:solidFill>
            <a:srgbClr val="E31837"/>
          </a:solidFill>
          <a:ln w="25400" cap="flat" cmpd="sng" algn="ctr">
            <a:noFill/>
            <a:prstDash val="solid"/>
          </a:ln>
          <a:effectLst/>
        </p:spPr>
        <p:txBody>
          <a:bodyPr rtlCol="0" anchor="ctr"/>
          <a:lstStyle/>
          <a:p>
            <a:pPr marL="0" marR="0" lvl="0" indent="0" algn="ctr" defTabSz="914583"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Arial"/>
                <a:ea typeface="+mn-ea"/>
                <a:cs typeface="+mn-cs"/>
              </a:rPr>
              <a:t>Highlights</a:t>
            </a:r>
          </a:p>
        </p:txBody>
      </p:sp>
      <p:sp>
        <p:nvSpPr>
          <p:cNvPr id="8" name="TextBox 7"/>
          <p:cNvSpPr txBox="1"/>
          <p:nvPr/>
        </p:nvSpPr>
        <p:spPr>
          <a:xfrm>
            <a:off x="4693024" y="1291761"/>
            <a:ext cx="3868356" cy="2970044"/>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285807" indent="-285807" defTabSz="914583">
              <a:spcBef>
                <a:spcPts val="300"/>
              </a:spcBef>
              <a:spcAft>
                <a:spcPts val="300"/>
              </a:spcAft>
              <a:buFont typeface="Wingdings" panose="05000000000000000000" pitchFamily="2" charset="2"/>
              <a:buChar char="q"/>
            </a:pPr>
            <a:r>
              <a:rPr lang="en-US" sz="1400" dirty="0">
                <a:solidFill>
                  <a:prstClr val="black">
                    <a:lumMod val="65000"/>
                    <a:lumOff val="35000"/>
                  </a:prstClr>
                </a:solidFill>
                <a:latin typeface="Arial"/>
              </a:rPr>
              <a:t>Modeling and Simulation of Rectifier, Inverter and Motor control algorithms –</a:t>
            </a:r>
          </a:p>
          <a:p>
            <a:pPr marL="285807" indent="-285807" defTabSz="914583">
              <a:spcBef>
                <a:spcPts val="300"/>
              </a:spcBef>
              <a:spcAft>
                <a:spcPts val="300"/>
              </a:spcAft>
              <a:buFont typeface="Wingdings" panose="05000000000000000000" pitchFamily="2" charset="2"/>
              <a:buChar char="q"/>
            </a:pPr>
            <a:r>
              <a:rPr lang="en-US" sz="1400">
                <a:solidFill>
                  <a:prstClr val="black">
                    <a:lumMod val="65000"/>
                    <a:lumOff val="35000"/>
                  </a:prstClr>
                </a:solidFill>
                <a:latin typeface="Arial"/>
              </a:rPr>
              <a:t>2-Level </a:t>
            </a:r>
            <a:r>
              <a:rPr lang="en-US" sz="1400" dirty="0">
                <a:solidFill>
                  <a:prstClr val="black">
                    <a:lumMod val="65000"/>
                    <a:lumOff val="35000"/>
                  </a:prstClr>
                </a:solidFill>
                <a:latin typeface="Arial"/>
              </a:rPr>
              <a:t>topology for AFE Rectifier with PFC</a:t>
            </a:r>
          </a:p>
          <a:p>
            <a:pPr marL="285807" indent="-285807" defTabSz="914583">
              <a:spcBef>
                <a:spcPts val="300"/>
              </a:spcBef>
              <a:spcAft>
                <a:spcPts val="300"/>
              </a:spcAft>
              <a:buFont typeface="Wingdings" panose="05000000000000000000" pitchFamily="2" charset="2"/>
              <a:buChar char="q"/>
            </a:pPr>
            <a:r>
              <a:rPr lang="en-US" sz="1400" dirty="0">
                <a:solidFill>
                  <a:prstClr val="black">
                    <a:lumMod val="65000"/>
                    <a:lumOff val="35000"/>
                  </a:prstClr>
                </a:solidFill>
                <a:latin typeface="Arial"/>
              </a:rPr>
              <a:t>Reduction in  the Overall Size and Weight of the Product</a:t>
            </a:r>
          </a:p>
          <a:p>
            <a:pPr marL="285807" indent="-285807" defTabSz="914583">
              <a:spcBef>
                <a:spcPts val="300"/>
              </a:spcBef>
              <a:spcAft>
                <a:spcPts val="300"/>
              </a:spcAft>
              <a:buFont typeface="Wingdings" panose="05000000000000000000" pitchFamily="2" charset="2"/>
              <a:buChar char="q"/>
            </a:pPr>
            <a:r>
              <a:rPr lang="en-US" sz="1400" dirty="0">
                <a:solidFill>
                  <a:prstClr val="black">
                    <a:lumMod val="65000"/>
                    <a:lumOff val="35000"/>
                  </a:prstClr>
                </a:solidFill>
                <a:latin typeface="Arial"/>
              </a:rPr>
              <a:t>Reduced Harmonics &amp; Improvement in Efficiency </a:t>
            </a:r>
          </a:p>
          <a:p>
            <a:pPr marL="285807" indent="-285807" defTabSz="914583">
              <a:spcBef>
                <a:spcPts val="300"/>
              </a:spcBef>
              <a:spcAft>
                <a:spcPts val="300"/>
              </a:spcAft>
              <a:buFont typeface="Wingdings" panose="05000000000000000000" pitchFamily="2" charset="2"/>
              <a:buChar char="q"/>
            </a:pPr>
            <a:r>
              <a:rPr lang="en-US" sz="1400" dirty="0">
                <a:solidFill>
                  <a:prstClr val="black">
                    <a:lumMod val="65000"/>
                    <a:lumOff val="35000"/>
                  </a:prstClr>
                </a:solidFill>
                <a:latin typeface="Arial"/>
              </a:rPr>
              <a:t>Environmental Testing as per DO-160E, DO-178B, DO-254 Certification</a:t>
            </a:r>
          </a:p>
          <a:p>
            <a:pPr marL="285807" indent="-285807" defTabSz="914583">
              <a:spcBef>
                <a:spcPts val="300"/>
              </a:spcBef>
              <a:spcAft>
                <a:spcPts val="300"/>
              </a:spcAft>
              <a:buFont typeface="Wingdings" panose="05000000000000000000" pitchFamily="2" charset="2"/>
              <a:buChar char="q"/>
            </a:pPr>
            <a:r>
              <a:rPr lang="en-US" sz="1400" dirty="0">
                <a:solidFill>
                  <a:prstClr val="black">
                    <a:lumMod val="65000"/>
                    <a:lumOff val="35000"/>
                  </a:prstClr>
                </a:solidFill>
                <a:latin typeface="Arial"/>
              </a:rPr>
              <a:t>Model Based Development approach and Integrated Test Automation – Faster Time to Market</a:t>
            </a:r>
          </a:p>
        </p:txBody>
      </p:sp>
      <p:sp>
        <p:nvSpPr>
          <p:cNvPr id="9" name="Rectangle 8"/>
          <p:cNvSpPr/>
          <p:nvPr/>
        </p:nvSpPr>
        <p:spPr>
          <a:xfrm>
            <a:off x="381554" y="4116316"/>
            <a:ext cx="6092825" cy="1544012"/>
          </a:xfrm>
          <a:prstGeom prst="rect">
            <a:avLst/>
          </a:prstGeom>
        </p:spPr>
        <p:txBody>
          <a:bodyPr>
            <a:spAutoFit/>
          </a:bodyPr>
          <a:lstStyle/>
          <a:p>
            <a:pPr algn="just" defTabSz="891540">
              <a:spcAft>
                <a:spcPts val="195"/>
              </a:spcAft>
            </a:pPr>
            <a:r>
              <a:rPr lang="en-IN" sz="1600" b="1" dirty="0">
                <a:solidFill>
                  <a:srgbClr val="E31837"/>
                </a:solidFill>
                <a:latin typeface="Arial"/>
              </a:rPr>
              <a:t>Environment</a:t>
            </a:r>
          </a:p>
          <a:p>
            <a:pPr marL="208021" indent="-208021" algn="just" defTabSz="891540">
              <a:spcAft>
                <a:spcPts val="195"/>
              </a:spcAft>
              <a:buFont typeface="Arial" pitchFamily="34" charset="0"/>
              <a:buChar char="◘"/>
            </a:pPr>
            <a:r>
              <a:rPr lang="en-US" sz="1400" dirty="0">
                <a:solidFill>
                  <a:prstClr val="black"/>
                </a:solidFill>
              </a:rPr>
              <a:t>Code Composer Studio</a:t>
            </a:r>
          </a:p>
          <a:p>
            <a:pPr marL="208021" indent="-208021" algn="just" defTabSz="891540">
              <a:spcAft>
                <a:spcPts val="195"/>
              </a:spcAft>
              <a:buFont typeface="Arial" pitchFamily="34" charset="0"/>
              <a:buChar char="◘"/>
            </a:pPr>
            <a:r>
              <a:rPr lang="en-US" sz="1400" dirty="0" err="1">
                <a:solidFill>
                  <a:prstClr val="black"/>
                </a:solidFill>
              </a:rPr>
              <a:t>Altium</a:t>
            </a:r>
            <a:r>
              <a:rPr lang="en-US" sz="1400" dirty="0">
                <a:solidFill>
                  <a:prstClr val="black"/>
                </a:solidFill>
              </a:rPr>
              <a:t> Designer</a:t>
            </a:r>
          </a:p>
          <a:p>
            <a:pPr marL="208021" indent="-208021" algn="just" defTabSz="891540">
              <a:spcAft>
                <a:spcPts val="195"/>
              </a:spcAft>
              <a:buFont typeface="Arial" pitchFamily="34" charset="0"/>
              <a:buChar char="◘"/>
            </a:pPr>
            <a:r>
              <a:rPr lang="en-US" sz="1400" dirty="0">
                <a:solidFill>
                  <a:prstClr val="black"/>
                </a:solidFill>
              </a:rPr>
              <a:t>LabVIEW</a:t>
            </a:r>
          </a:p>
          <a:p>
            <a:pPr marL="208021" indent="-208021" algn="just" defTabSz="891540">
              <a:spcAft>
                <a:spcPts val="195"/>
              </a:spcAft>
              <a:buFont typeface="Arial" pitchFamily="34" charset="0"/>
              <a:buChar char="◘"/>
            </a:pPr>
            <a:r>
              <a:rPr lang="en-US" sz="1400" dirty="0">
                <a:solidFill>
                  <a:prstClr val="black"/>
                </a:solidFill>
              </a:rPr>
              <a:t>Simulink &amp; </a:t>
            </a:r>
            <a:r>
              <a:rPr lang="en-US" sz="1400" dirty="0" err="1">
                <a:solidFill>
                  <a:prstClr val="black"/>
                </a:solidFill>
              </a:rPr>
              <a:t>Matlab</a:t>
            </a:r>
            <a:endParaRPr lang="en-US" sz="1400" dirty="0">
              <a:solidFill>
                <a:prstClr val="black"/>
              </a:solidFill>
            </a:endParaRPr>
          </a:p>
          <a:p>
            <a:pPr marL="208021" indent="-208021" algn="just" defTabSz="891540">
              <a:spcAft>
                <a:spcPts val="195"/>
              </a:spcAft>
              <a:buFont typeface="Arial" pitchFamily="34" charset="0"/>
              <a:buChar char="◘"/>
            </a:pPr>
            <a:r>
              <a:rPr lang="en-US" sz="1400" dirty="0" err="1">
                <a:solidFill>
                  <a:prstClr val="black"/>
                </a:solidFill>
              </a:rPr>
              <a:t>Ansys</a:t>
            </a:r>
            <a:r>
              <a:rPr lang="en-US" sz="1400" dirty="0">
                <a:solidFill>
                  <a:prstClr val="black"/>
                </a:solidFill>
              </a:rPr>
              <a:t> </a:t>
            </a:r>
            <a:r>
              <a:rPr lang="en-US" sz="1400" dirty="0" err="1">
                <a:solidFill>
                  <a:prstClr val="black"/>
                </a:solidFill>
              </a:rPr>
              <a:t>Icepak</a:t>
            </a:r>
            <a:endParaRPr lang="en-US" sz="1400" dirty="0">
              <a:solidFill>
                <a:prstClr val="black"/>
              </a:solidFill>
            </a:endParaRPr>
          </a:p>
        </p:txBody>
      </p:sp>
      <p:pic>
        <p:nvPicPr>
          <p:cNvPr id="10" name="Picture 9"/>
          <p:cNvPicPr>
            <a:picLocks noChangeAspect="1"/>
          </p:cNvPicPr>
          <p:nvPr/>
        </p:nvPicPr>
        <p:blipFill>
          <a:blip r:embed="rId2"/>
          <a:stretch>
            <a:fillRect/>
          </a:stretch>
        </p:blipFill>
        <p:spPr>
          <a:xfrm>
            <a:off x="8736192" y="986526"/>
            <a:ext cx="3405575" cy="2824866"/>
          </a:xfrm>
          <a:prstGeom prst="rect">
            <a:avLst/>
          </a:prstGeom>
          <a:effectLst>
            <a:outerShdw blurRad="50800" dist="38100" dir="5400000" algn="t" rotWithShape="0">
              <a:prstClr val="black">
                <a:alpha val="40000"/>
              </a:prstClr>
            </a:outerShdw>
          </a:effectLst>
        </p:spPr>
      </p:pic>
      <p:pic>
        <p:nvPicPr>
          <p:cNvPr id="1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3959" y="4979197"/>
            <a:ext cx="2668506" cy="1317812"/>
          </a:xfrm>
          <a:prstGeom prst="rect">
            <a:avLst/>
          </a:prstGeom>
          <a:noFill/>
          <a:ln>
            <a:noFill/>
          </a:ln>
          <a:effectLst>
            <a:outerShdw blurRad="50800" dist="38100" dir="16200000"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itle 1"/>
          <p:cNvSpPr txBox="1">
            <a:spLocks/>
          </p:cNvSpPr>
          <p:nvPr/>
        </p:nvSpPr>
        <p:spPr bwMode="gray">
          <a:xfrm>
            <a:off x="3978503" y="4576497"/>
            <a:ext cx="2731323" cy="246221"/>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defTabSz="914583" rtl="0" eaLnBrk="1" latinLnBrk="0" hangingPunct="1">
              <a:spcBef>
                <a:spcPct val="0"/>
              </a:spcBef>
              <a:buNone/>
              <a:defRPr lang="en-US" sz="2400" b="1" kern="1200" dirty="0">
                <a:solidFill>
                  <a:schemeClr val="tx2"/>
                </a:solidFill>
                <a:latin typeface="Arial" pitchFamily="34" charset="0"/>
                <a:ea typeface="+mj-ea"/>
                <a:cs typeface="Arial" pitchFamily="34" charset="0"/>
              </a:defRPr>
            </a:lvl1pPr>
          </a:lstStyle>
          <a:p>
            <a:pPr marL="0" marR="0" lvl="0" indent="0" algn="l" defTabSz="914583" rtl="0" eaLnBrk="1" fontAlgn="auto" latinLnBrk="0" hangingPunct="1">
              <a:lnSpc>
                <a:spcPct val="100000"/>
              </a:lnSpc>
              <a:spcBef>
                <a:spcPct val="0"/>
              </a:spcBef>
              <a:spcAft>
                <a:spcPts val="0"/>
              </a:spcAft>
              <a:buClrTx/>
              <a:buSzTx/>
              <a:buFontTx/>
              <a:buNone/>
              <a:tabLst/>
              <a:defRPr/>
            </a:pPr>
            <a:r>
              <a:rPr kumimoji="0" lang="en-US" sz="1600" b="1" i="0" u="none" strike="noStrike" kern="1200" cap="none" spc="0" normalizeH="0" baseline="0" noProof="0" dirty="0">
                <a:ln>
                  <a:noFill/>
                </a:ln>
                <a:solidFill>
                  <a:srgbClr val="E31837"/>
                </a:solidFill>
                <a:effectLst/>
                <a:uLnTx/>
                <a:uFillTx/>
                <a:latin typeface="Arial" pitchFamily="34" charset="0"/>
                <a:ea typeface="+mj-ea"/>
                <a:cs typeface="Arial" pitchFamily="34" charset="0"/>
              </a:rPr>
              <a:t>CAD Model</a:t>
            </a:r>
          </a:p>
        </p:txBody>
      </p:sp>
      <p:pic>
        <p:nvPicPr>
          <p:cNvPr id="13" name="Picture 12"/>
          <p:cNvPicPr>
            <a:picLocks noChangeAspect="1"/>
          </p:cNvPicPr>
          <p:nvPr/>
        </p:nvPicPr>
        <p:blipFill>
          <a:blip r:embed="rId4"/>
          <a:stretch>
            <a:fillRect/>
          </a:stretch>
        </p:blipFill>
        <p:spPr>
          <a:xfrm>
            <a:off x="6219063" y="4979198"/>
            <a:ext cx="2435807" cy="1317812"/>
          </a:xfrm>
          <a:prstGeom prst="rect">
            <a:avLst/>
          </a:prstGeom>
          <a:effectLst>
            <a:outerShdw blurRad="50800" dist="38100" dir="16200000" rotWithShape="0">
              <a:prstClr val="black">
                <a:alpha val="40000"/>
              </a:prstClr>
            </a:outerShdw>
          </a:effectLst>
        </p:spPr>
      </p:pic>
      <p:sp>
        <p:nvSpPr>
          <p:cNvPr id="14" name="Title 1"/>
          <p:cNvSpPr>
            <a:spLocks noGrp="1"/>
          </p:cNvSpPr>
          <p:nvPr>
            <p:ph type="title"/>
          </p:nvPr>
        </p:nvSpPr>
        <p:spPr>
          <a:xfrm>
            <a:off x="6207640" y="4566499"/>
            <a:ext cx="2858708" cy="246221"/>
          </a:xfrm>
          <a:noFill/>
          <a:ln w="9525">
            <a:noFill/>
            <a:miter lim="800000"/>
            <a:headEnd/>
            <a:tailEnd/>
          </a:ln>
        </p:spPr>
        <p:txBody>
          <a:bodyPr vert="horz" wrap="square" lIns="0" tIns="0" rIns="0" bIns="0" numCol="1" anchor="t" anchorCtr="0" compatLnSpc="1">
            <a:prstTxWarp prst="textNoShape">
              <a:avLst/>
            </a:prstTxWarp>
            <a:spAutoFit/>
          </a:bodyPr>
          <a:lstStyle/>
          <a:p>
            <a:pPr defTabSz="914583" fontAlgn="auto">
              <a:spcAft>
                <a:spcPts val="0"/>
              </a:spcAft>
            </a:pPr>
            <a:r>
              <a:rPr lang="en-US" sz="1600" dirty="0">
                <a:solidFill>
                  <a:srgbClr val="E31837"/>
                </a:solidFill>
              </a:rPr>
              <a:t>Proto Implementation </a:t>
            </a:r>
          </a:p>
        </p:txBody>
      </p:sp>
      <p:pic>
        <p:nvPicPr>
          <p:cNvPr id="15"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13714" y="4979197"/>
            <a:ext cx="2674690" cy="13178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Title 1"/>
          <p:cNvSpPr txBox="1">
            <a:spLocks/>
          </p:cNvSpPr>
          <p:nvPr/>
        </p:nvSpPr>
        <p:spPr bwMode="gray">
          <a:xfrm>
            <a:off x="8938963" y="4576497"/>
            <a:ext cx="2858708" cy="24622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algn="l" defTabSz="1054470" rtl="0" eaLnBrk="1" fontAlgn="base" hangingPunct="1">
              <a:spcBef>
                <a:spcPct val="0"/>
              </a:spcBef>
              <a:spcAft>
                <a:spcPct val="0"/>
              </a:spcAft>
              <a:defRPr lang="en-US" sz="3422" b="1" kern="1200" dirty="0">
                <a:solidFill>
                  <a:schemeClr val="tx2"/>
                </a:solidFill>
                <a:latin typeface="Arial" pitchFamily="34" charset="0"/>
                <a:ea typeface="+mj-ea"/>
                <a:cs typeface="Arial" pitchFamily="34" charset="0"/>
              </a:defRPr>
            </a:lvl1pPr>
            <a:lvl2pPr algn="l" defTabSz="1054470" rtl="0" eaLnBrk="1" fontAlgn="base" hangingPunct="1">
              <a:spcBef>
                <a:spcPct val="0"/>
              </a:spcBef>
              <a:spcAft>
                <a:spcPct val="0"/>
              </a:spcAft>
              <a:defRPr sz="2519" b="1">
                <a:solidFill>
                  <a:schemeClr val="tx2"/>
                </a:solidFill>
                <a:latin typeface="Arial" pitchFamily="34" charset="0"/>
              </a:defRPr>
            </a:lvl2pPr>
            <a:lvl3pPr algn="l" defTabSz="1054470" rtl="0" eaLnBrk="1" fontAlgn="base" hangingPunct="1">
              <a:spcBef>
                <a:spcPct val="0"/>
              </a:spcBef>
              <a:spcAft>
                <a:spcPct val="0"/>
              </a:spcAft>
              <a:defRPr sz="2519" b="1">
                <a:solidFill>
                  <a:schemeClr val="tx2"/>
                </a:solidFill>
                <a:latin typeface="Arial" pitchFamily="34" charset="0"/>
              </a:defRPr>
            </a:lvl3pPr>
            <a:lvl4pPr algn="l" defTabSz="1054470" rtl="0" eaLnBrk="1" fontAlgn="base" hangingPunct="1">
              <a:spcBef>
                <a:spcPct val="0"/>
              </a:spcBef>
              <a:spcAft>
                <a:spcPct val="0"/>
              </a:spcAft>
              <a:defRPr sz="2519" b="1">
                <a:solidFill>
                  <a:schemeClr val="tx2"/>
                </a:solidFill>
                <a:latin typeface="Arial" pitchFamily="34" charset="0"/>
              </a:defRPr>
            </a:lvl4pPr>
            <a:lvl5pPr algn="l" defTabSz="1054470" rtl="0" eaLnBrk="1" fontAlgn="base" hangingPunct="1">
              <a:spcBef>
                <a:spcPct val="0"/>
              </a:spcBef>
              <a:spcAft>
                <a:spcPct val="0"/>
              </a:spcAft>
              <a:defRPr sz="2519" b="1">
                <a:solidFill>
                  <a:schemeClr val="tx2"/>
                </a:solidFill>
                <a:latin typeface="Arial" pitchFamily="34" charset="0"/>
              </a:defRPr>
            </a:lvl5pPr>
            <a:lvl6pPr marL="411500" algn="l" defTabSz="1054470" rtl="0" eaLnBrk="1" fontAlgn="base" hangingPunct="1">
              <a:spcBef>
                <a:spcPct val="0"/>
              </a:spcBef>
              <a:spcAft>
                <a:spcPct val="0"/>
              </a:spcAft>
              <a:defRPr sz="2519" b="1">
                <a:solidFill>
                  <a:schemeClr val="tx2"/>
                </a:solidFill>
                <a:latin typeface="Arial" pitchFamily="34" charset="0"/>
              </a:defRPr>
            </a:lvl6pPr>
            <a:lvl7pPr marL="823000" algn="l" defTabSz="1054470" rtl="0" eaLnBrk="1" fontAlgn="base" hangingPunct="1">
              <a:spcBef>
                <a:spcPct val="0"/>
              </a:spcBef>
              <a:spcAft>
                <a:spcPct val="0"/>
              </a:spcAft>
              <a:defRPr sz="2519" b="1">
                <a:solidFill>
                  <a:schemeClr val="tx2"/>
                </a:solidFill>
                <a:latin typeface="Arial" pitchFamily="34" charset="0"/>
              </a:defRPr>
            </a:lvl7pPr>
            <a:lvl8pPr marL="1234500" algn="l" defTabSz="1054470" rtl="0" eaLnBrk="1" fontAlgn="base" hangingPunct="1">
              <a:spcBef>
                <a:spcPct val="0"/>
              </a:spcBef>
              <a:spcAft>
                <a:spcPct val="0"/>
              </a:spcAft>
              <a:defRPr sz="2519" b="1">
                <a:solidFill>
                  <a:schemeClr val="tx2"/>
                </a:solidFill>
                <a:latin typeface="Arial" pitchFamily="34" charset="0"/>
              </a:defRPr>
            </a:lvl8pPr>
            <a:lvl9pPr marL="1646001" algn="l" defTabSz="1054470" rtl="0" eaLnBrk="1" fontAlgn="base" hangingPunct="1">
              <a:spcBef>
                <a:spcPct val="0"/>
              </a:spcBef>
              <a:spcAft>
                <a:spcPct val="0"/>
              </a:spcAft>
              <a:defRPr sz="2519" b="1">
                <a:solidFill>
                  <a:schemeClr val="tx2"/>
                </a:solidFill>
                <a:latin typeface="Arial" pitchFamily="34" charset="0"/>
              </a:defRPr>
            </a:lvl9pPr>
          </a:lstStyle>
          <a:p>
            <a:pPr defTabSz="914583" fontAlgn="auto">
              <a:spcAft>
                <a:spcPts val="0"/>
              </a:spcAft>
            </a:pPr>
            <a:r>
              <a:rPr lang="en-US" sz="1600" dirty="0">
                <a:solidFill>
                  <a:srgbClr val="E31837"/>
                </a:solidFill>
              </a:rPr>
              <a:t>MATLAB Model</a:t>
            </a:r>
          </a:p>
        </p:txBody>
      </p:sp>
    </p:spTree>
    <p:extLst>
      <p:ext uri="{BB962C8B-B14F-4D97-AF65-F5344CB8AC3E}">
        <p14:creationId xmlns:p14="http://schemas.microsoft.com/office/powerpoint/2010/main" val="900156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37049" y="737354"/>
            <a:ext cx="3756132" cy="969496"/>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algn="just" defTabSz="891540">
              <a:spcAft>
                <a:spcPts val="195"/>
              </a:spcAft>
              <a:buClr>
                <a:schemeClr val="accent4">
                  <a:lumMod val="75000"/>
                </a:schemeClr>
              </a:buClr>
            </a:pPr>
            <a:r>
              <a:rPr lang="en-IN" sz="1600" b="1" dirty="0">
                <a:solidFill>
                  <a:srgbClr val="E31837"/>
                </a:solidFill>
                <a:latin typeface="Arial"/>
              </a:rPr>
              <a:t>System Safety Assessment (SSA)</a:t>
            </a:r>
          </a:p>
          <a:p>
            <a:pPr marL="208021" indent="-208021" algn="just" defTabSz="891540">
              <a:spcAft>
                <a:spcPts val="195"/>
              </a:spcAft>
              <a:buClr>
                <a:schemeClr val="accent4">
                  <a:lumMod val="75000"/>
                </a:schemeClr>
              </a:buClr>
              <a:buFont typeface="Arial" pitchFamily="34" charset="0"/>
              <a:buChar char="◘"/>
            </a:pPr>
            <a:r>
              <a:rPr lang="en-US" sz="1400" dirty="0">
                <a:solidFill>
                  <a:prstClr val="black"/>
                </a:solidFill>
              </a:rPr>
              <a:t>FMEA</a:t>
            </a:r>
          </a:p>
          <a:p>
            <a:pPr marL="208021" indent="-208021" algn="just" defTabSz="891540">
              <a:spcAft>
                <a:spcPts val="195"/>
              </a:spcAft>
              <a:buClr>
                <a:schemeClr val="accent4">
                  <a:lumMod val="75000"/>
                </a:schemeClr>
              </a:buClr>
              <a:buFont typeface="Arial" pitchFamily="34" charset="0"/>
              <a:buChar char="◘"/>
            </a:pPr>
            <a:r>
              <a:rPr lang="en-US" sz="1400" dirty="0">
                <a:solidFill>
                  <a:prstClr val="black"/>
                </a:solidFill>
              </a:rPr>
              <a:t>FHA</a:t>
            </a:r>
          </a:p>
          <a:p>
            <a:pPr marL="208021" indent="-208021" algn="just" defTabSz="891540">
              <a:spcAft>
                <a:spcPts val="195"/>
              </a:spcAft>
              <a:buClr>
                <a:schemeClr val="accent4">
                  <a:lumMod val="75000"/>
                </a:schemeClr>
              </a:buClr>
              <a:buFont typeface="Arial" pitchFamily="34" charset="0"/>
              <a:buChar char="◘"/>
            </a:pPr>
            <a:r>
              <a:rPr lang="en-US" sz="1400" dirty="0">
                <a:solidFill>
                  <a:prstClr val="black"/>
                </a:solidFill>
              </a:rPr>
              <a:t>Reliability Analysis and MTBF</a:t>
            </a:r>
          </a:p>
        </p:txBody>
      </p:sp>
      <p:sp>
        <p:nvSpPr>
          <p:cNvPr id="6" name="TextBox 5"/>
          <p:cNvSpPr txBox="1"/>
          <p:nvPr/>
        </p:nvSpPr>
        <p:spPr>
          <a:xfrm>
            <a:off x="637049" y="2122142"/>
            <a:ext cx="3756132" cy="1692771"/>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algn="just" defTabSz="891540">
              <a:spcAft>
                <a:spcPts val="195"/>
              </a:spcAft>
              <a:buClr>
                <a:schemeClr val="accent4">
                  <a:lumMod val="75000"/>
                </a:schemeClr>
              </a:buClr>
            </a:pPr>
            <a:r>
              <a:rPr lang="en-IN" sz="1600" b="1" dirty="0">
                <a:solidFill>
                  <a:srgbClr val="E31837"/>
                </a:solidFill>
                <a:latin typeface="Arial"/>
              </a:rPr>
              <a:t>List of Test</a:t>
            </a:r>
          </a:p>
          <a:p>
            <a:pPr marL="208021" indent="-208021" algn="just" defTabSz="891540">
              <a:spcAft>
                <a:spcPts val="195"/>
              </a:spcAft>
              <a:buClr>
                <a:schemeClr val="accent4">
                  <a:lumMod val="75000"/>
                </a:schemeClr>
              </a:buClr>
              <a:buFont typeface="Arial" pitchFamily="34" charset="0"/>
              <a:buChar char="◘"/>
            </a:pPr>
            <a:r>
              <a:rPr lang="en-US" sz="1400" dirty="0">
                <a:solidFill>
                  <a:prstClr val="black"/>
                </a:solidFill>
              </a:rPr>
              <a:t>Vibration Test</a:t>
            </a:r>
          </a:p>
          <a:p>
            <a:pPr marL="208021" indent="-208021" algn="just" defTabSz="891540">
              <a:spcAft>
                <a:spcPts val="195"/>
              </a:spcAft>
              <a:buClr>
                <a:schemeClr val="accent4">
                  <a:lumMod val="75000"/>
                </a:schemeClr>
              </a:buClr>
              <a:buFont typeface="Arial" pitchFamily="34" charset="0"/>
              <a:buChar char="◘"/>
            </a:pPr>
            <a:r>
              <a:rPr lang="en-US" sz="1400" dirty="0">
                <a:solidFill>
                  <a:prstClr val="black"/>
                </a:solidFill>
              </a:rPr>
              <a:t>Power input / cycle</a:t>
            </a:r>
          </a:p>
          <a:p>
            <a:pPr marL="208021" indent="-208021" algn="just" defTabSz="891540">
              <a:spcAft>
                <a:spcPts val="195"/>
              </a:spcAft>
              <a:buClr>
                <a:schemeClr val="accent4">
                  <a:lumMod val="75000"/>
                </a:schemeClr>
              </a:buClr>
              <a:buFont typeface="Arial" pitchFamily="34" charset="0"/>
              <a:buChar char="◘"/>
            </a:pPr>
            <a:r>
              <a:rPr lang="en-US" sz="1400" dirty="0">
                <a:solidFill>
                  <a:prstClr val="black"/>
                </a:solidFill>
              </a:rPr>
              <a:t>Power PCB</a:t>
            </a:r>
          </a:p>
          <a:p>
            <a:pPr marL="208021" indent="-208021" algn="just" defTabSz="891540">
              <a:spcAft>
                <a:spcPts val="195"/>
              </a:spcAft>
              <a:buClr>
                <a:schemeClr val="accent4">
                  <a:lumMod val="75000"/>
                </a:schemeClr>
              </a:buClr>
              <a:buFont typeface="Arial" pitchFamily="34" charset="0"/>
              <a:buChar char="◘"/>
            </a:pPr>
            <a:r>
              <a:rPr lang="en-US" sz="1400" dirty="0">
                <a:solidFill>
                  <a:prstClr val="black"/>
                </a:solidFill>
              </a:rPr>
              <a:t>Control</a:t>
            </a:r>
          </a:p>
          <a:p>
            <a:pPr marL="208021" indent="-208021" algn="just" defTabSz="891540">
              <a:spcAft>
                <a:spcPts val="195"/>
              </a:spcAft>
              <a:buClr>
                <a:schemeClr val="accent4">
                  <a:lumMod val="75000"/>
                </a:schemeClr>
              </a:buClr>
              <a:buFont typeface="Arial" pitchFamily="34" charset="0"/>
              <a:buChar char="◘"/>
            </a:pPr>
            <a:r>
              <a:rPr lang="en-US" sz="1400" dirty="0">
                <a:solidFill>
                  <a:prstClr val="black"/>
                </a:solidFill>
              </a:rPr>
              <a:t>Aircraft Interference</a:t>
            </a:r>
          </a:p>
          <a:p>
            <a:pPr marL="208021" indent="-208021" algn="just" defTabSz="891540">
              <a:spcAft>
                <a:spcPts val="195"/>
              </a:spcAft>
              <a:buClr>
                <a:schemeClr val="accent4">
                  <a:lumMod val="75000"/>
                </a:schemeClr>
              </a:buClr>
              <a:buFont typeface="Arial" pitchFamily="34" charset="0"/>
              <a:buChar char="◘"/>
            </a:pPr>
            <a:endParaRPr lang="en-US" sz="1400" dirty="0">
              <a:solidFill>
                <a:prstClr val="black"/>
              </a:solidFill>
            </a:endParaRPr>
          </a:p>
        </p:txBody>
      </p:sp>
      <p:pic>
        <p:nvPicPr>
          <p:cNvPr id="7"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69967" y="1110720"/>
            <a:ext cx="1230534" cy="1192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flipH="1">
            <a:off x="8773688" y="671428"/>
            <a:ext cx="3253626" cy="404337"/>
          </a:xfrm>
          <a:prstGeom prst="rect">
            <a:avLst/>
          </a:prstGeom>
          <a:noFill/>
          <a:ln>
            <a:noFill/>
          </a:ln>
          <a:effectLst/>
          <a:scene3d>
            <a:camera prst="orthographicFront">
              <a:rot lat="0" lon="0" rev="0"/>
            </a:camera>
            <a:lightRig rig="threePt" dir="t">
              <a:rot lat="0" lon="0" rev="1200000"/>
            </a:lightRig>
          </a:scene3d>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dirty="0">
                <a:solidFill>
                  <a:srgbClr val="E31837"/>
                </a:solidFill>
                <a:latin typeface="Arial"/>
                <a:cs typeface="Arial" pitchFamily="34" charset="0"/>
              </a:rPr>
              <a:t>CAD Model &amp; Simulations</a:t>
            </a:r>
          </a:p>
        </p:txBody>
      </p:sp>
      <p:sp>
        <p:nvSpPr>
          <p:cNvPr id="9" name="TextBox 8"/>
          <p:cNvSpPr txBox="1"/>
          <p:nvPr/>
        </p:nvSpPr>
        <p:spPr>
          <a:xfrm>
            <a:off x="10601490" y="2118314"/>
            <a:ext cx="1391407" cy="184666"/>
          </a:xfrm>
          <a:prstGeom prst="rect">
            <a:avLst/>
          </a:prstGeom>
          <a:noFill/>
          <a:ln w="9525">
            <a:noFill/>
            <a:miter lim="800000"/>
            <a:headEnd/>
            <a:tailEnd/>
          </a:ln>
        </p:spPr>
        <p:txBody>
          <a:bodyPr vert="horz" wrap="none" lIns="0" tIns="0" rIns="0" bIns="0" numCol="1" rtlCol="0" anchor="t" anchorCtr="0" compatLnSpc="1">
            <a:prstTxWarp prst="textNoShape">
              <a:avLst/>
            </a:prstTxWarp>
            <a:spAutoFit/>
          </a:bodyPr>
          <a:lstStyle/>
          <a:p>
            <a:pPr fontAlgn="base">
              <a:buClr>
                <a:schemeClr val="tx2"/>
              </a:buClr>
            </a:pPr>
            <a:r>
              <a:rPr lang="en-GB" sz="1200" dirty="0">
                <a:latin typeface="+mj-lt"/>
              </a:rPr>
              <a:t>CFD analysis for fan</a:t>
            </a:r>
            <a:endParaRPr lang="en-US" sz="1200" dirty="0">
              <a:latin typeface="+mj-lt"/>
            </a:endParaRPr>
          </a:p>
        </p:txBody>
      </p:sp>
      <p:sp>
        <p:nvSpPr>
          <p:cNvPr id="10" name="Rectangle 9"/>
          <p:cNvSpPr/>
          <p:nvPr/>
        </p:nvSpPr>
        <p:spPr>
          <a:xfrm flipH="1">
            <a:off x="9169967" y="2493036"/>
            <a:ext cx="3253626" cy="317399"/>
          </a:xfrm>
          <a:prstGeom prst="rect">
            <a:avLst/>
          </a:prstGeom>
          <a:noFill/>
          <a:ln>
            <a:noFill/>
          </a:ln>
          <a:effectLst/>
          <a:scene3d>
            <a:camera prst="orthographicFront">
              <a:rot lat="0" lon="0" rev="0"/>
            </a:camera>
            <a:lightRig rig="threePt" dir="t">
              <a:rot lat="0" lon="0" rev="1200000"/>
            </a:lightRig>
          </a:scene3d>
        </p:spPr>
        <p:style>
          <a:lnRef idx="0">
            <a:schemeClr val="accent1"/>
          </a:lnRef>
          <a:fillRef idx="3">
            <a:schemeClr val="accent1"/>
          </a:fillRef>
          <a:effectRef idx="3">
            <a:schemeClr val="accent1"/>
          </a:effectRef>
          <a:fontRef idx="minor">
            <a:schemeClr val="lt1"/>
          </a:fontRef>
        </p:style>
        <p:txBody>
          <a:bodyPr rtlCol="0" anchor="ctr"/>
          <a:lstStyle/>
          <a:p>
            <a:r>
              <a:rPr lang="en-US" sz="1600" b="1" dirty="0">
                <a:solidFill>
                  <a:srgbClr val="E31837"/>
                </a:solidFill>
                <a:latin typeface="Arial"/>
                <a:cs typeface="Arial" pitchFamily="34" charset="0"/>
              </a:rPr>
              <a:t>Electrical Simulation</a:t>
            </a:r>
          </a:p>
        </p:txBody>
      </p:sp>
      <p:pic>
        <p:nvPicPr>
          <p:cNvPr id="11" name="Picture 2"/>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10547" y="2945166"/>
            <a:ext cx="1651298" cy="1134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9" descr="E:\jolla_pics\20150224_005.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9169968" y="4721832"/>
            <a:ext cx="1591878" cy="1098336"/>
          </a:xfrm>
          <a:prstGeom prst="rect">
            <a:avLst/>
          </a:prstGeom>
          <a:noFill/>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3" name="Rectangle 12"/>
          <p:cNvSpPr/>
          <p:nvPr/>
        </p:nvSpPr>
        <p:spPr>
          <a:xfrm flipH="1">
            <a:off x="9110547" y="4362437"/>
            <a:ext cx="3253626" cy="317399"/>
          </a:xfrm>
          <a:prstGeom prst="rect">
            <a:avLst/>
          </a:prstGeom>
          <a:noFill/>
          <a:ln>
            <a:noFill/>
          </a:ln>
          <a:effectLst/>
          <a:scene3d>
            <a:camera prst="orthographicFront">
              <a:rot lat="0" lon="0" rev="0"/>
            </a:camera>
            <a:lightRig rig="threePt" dir="t">
              <a:rot lat="0" lon="0" rev="1200000"/>
            </a:lightRig>
          </a:scene3d>
        </p:spPr>
        <p:style>
          <a:lnRef idx="0">
            <a:schemeClr val="accent1"/>
          </a:lnRef>
          <a:fillRef idx="3">
            <a:schemeClr val="accent1"/>
          </a:fillRef>
          <a:effectRef idx="3">
            <a:schemeClr val="accent1"/>
          </a:effectRef>
          <a:fontRef idx="minor">
            <a:schemeClr val="lt1"/>
          </a:fontRef>
        </p:style>
        <p:txBody>
          <a:bodyPr rtlCol="0" anchor="ctr"/>
          <a:lstStyle/>
          <a:p>
            <a:r>
              <a:rPr lang="en-US" sz="1600" b="1" dirty="0">
                <a:solidFill>
                  <a:srgbClr val="E31837"/>
                </a:solidFill>
                <a:latin typeface="Arial"/>
                <a:cs typeface="Arial" pitchFamily="34" charset="0"/>
              </a:rPr>
              <a:t>Mechanical Enclosure</a:t>
            </a:r>
          </a:p>
        </p:txBody>
      </p:sp>
    </p:spTree>
    <p:extLst>
      <p:ext uri="{BB962C8B-B14F-4D97-AF65-F5344CB8AC3E}">
        <p14:creationId xmlns:p14="http://schemas.microsoft.com/office/powerpoint/2010/main" val="3150892952"/>
      </p:ext>
    </p:extLst>
  </p:cSld>
  <p:clrMapOvr>
    <a:masterClrMapping/>
  </p:clrMapOvr>
</p:sld>
</file>

<file path=ppt/theme/theme1.xml><?xml version="1.0" encoding="utf-8"?>
<a:theme xmlns:a="http://schemas.openxmlformats.org/drawingml/2006/main" name="5_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2.xml><?xml version="1.0" encoding="utf-8"?>
<a:theme xmlns:a="http://schemas.openxmlformats.org/drawingml/2006/main" name="Theme1">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extLst>
    <a:ext uri="{05A4C25C-085E-4340-85A3-A5531E510DB2}">
      <thm15:themeFamily xmlns:thm15="http://schemas.microsoft.com/office/thememl/2012/main" name="Theme1" id="{170C7A7C-4F98-4817-AB22-098C448D39EB}" vid="{7FC859C4-F550-4DA9-BFCB-AE9E2DEEF599}"/>
    </a:ext>
  </a:extLst>
</a:theme>
</file>

<file path=ppt/theme/theme3.xml><?xml version="1.0" encoding="utf-8"?>
<a:theme xmlns:a="http://schemas.openxmlformats.org/drawingml/2006/main" name="6_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4.xml><?xml version="1.0" encoding="utf-8"?>
<a:theme xmlns:a="http://schemas.openxmlformats.org/drawingml/2006/main" name="7_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5.xml><?xml version="1.0" encoding="utf-8"?>
<a:theme xmlns:a="http://schemas.openxmlformats.org/drawingml/2006/main" name="8_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6.xml><?xml version="1.0" encoding="utf-8"?>
<a:theme xmlns:a="http://schemas.openxmlformats.org/drawingml/2006/main" name="9_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7.xml><?xml version="1.0" encoding="utf-8"?>
<a:theme xmlns:a="http://schemas.openxmlformats.org/drawingml/2006/main" name="10_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8.xml><?xml version="1.0" encoding="utf-8"?>
<a:theme xmlns:a="http://schemas.openxmlformats.org/drawingml/2006/main" name="11_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9.xml><?xml version="1.0" encoding="utf-8"?>
<a:theme xmlns:a="http://schemas.openxmlformats.org/drawingml/2006/main" name="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10.xml><?xml version="1.0" encoding="utf-8"?>
<a:theme xmlns:a="http://schemas.openxmlformats.org/drawingml/2006/main" name="Tech_Mahindra_Powerpoint_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11.xml><?xml version="1.0" encoding="utf-8"?>
<a:theme xmlns:a="http://schemas.openxmlformats.org/drawingml/2006/main" name="14_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12.xml><?xml version="1.0" encoding="utf-8"?>
<a:theme xmlns:a="http://schemas.openxmlformats.org/drawingml/2006/main" name="15_B2B Template (Arial)">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13.xml><?xml version="1.0" encoding="utf-8"?>
<a:theme xmlns:a="http://schemas.openxmlformats.org/drawingml/2006/main" name="2_Theme1">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extLst>
    <a:ext uri="{05A4C25C-085E-4340-85A3-A5531E510DB2}">
      <thm15:themeFamily xmlns:thm15="http://schemas.microsoft.com/office/thememl/2012/main" name="Theme1" id="{170C7A7C-4F98-4817-AB22-098C448D39EB}" vid="{7FC859C4-F550-4DA9-BFCB-AE9E2DEEF599}"/>
    </a:ext>
  </a:extLst>
</a:theme>
</file>

<file path=ppt/theme/theme14.xml><?xml version="1.0" encoding="utf-8"?>
<a:theme xmlns:a="http://schemas.openxmlformats.org/drawingml/2006/main" name="13_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15.xml><?xml version="1.0" encoding="utf-8"?>
<a:theme xmlns:a="http://schemas.openxmlformats.org/drawingml/2006/main" name="12_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16.xml><?xml version="1.0" encoding="utf-8"?>
<a:theme xmlns:a="http://schemas.openxmlformats.org/drawingml/2006/main" name="3_Theme1">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extLst>
    <a:ext uri="{05A4C25C-085E-4340-85A3-A5531E510DB2}">
      <thm15:themeFamily xmlns:thm15="http://schemas.microsoft.com/office/thememl/2012/main" name="Theme1" id="{170C7A7C-4F98-4817-AB22-098C448D39EB}" vid="{7FC859C4-F550-4DA9-BFCB-AE9E2DEEF599}"/>
    </a:ext>
  </a:extLst>
</a:theme>
</file>

<file path=ppt/theme/theme17.xml><?xml version="1.0" encoding="utf-8"?>
<a:theme xmlns:a="http://schemas.openxmlformats.org/drawingml/2006/main" name="1_Theme1">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extLst>
    <a:ext uri="{05A4C25C-085E-4340-85A3-A5531E510DB2}">
      <thm15:themeFamily xmlns:thm15="http://schemas.microsoft.com/office/thememl/2012/main" name="Theme1" id="{170C7A7C-4F98-4817-AB22-098C448D39EB}" vid="{7FC859C4-F550-4DA9-BFCB-AE9E2DEEF599}"/>
    </a:ext>
  </a:extLst>
</a:theme>
</file>

<file path=ppt/theme/theme18.xml><?xml version="1.0" encoding="utf-8"?>
<a:theme xmlns:a="http://schemas.openxmlformats.org/drawingml/2006/main" name="1_B2B Template (Arial)">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19.xml><?xml version="1.0" encoding="utf-8"?>
<a:theme xmlns:a="http://schemas.openxmlformats.org/drawingml/2006/main" name="TechM3">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20.xml><?xml version="1.0" encoding="utf-8"?>
<a:theme xmlns:a="http://schemas.openxmlformats.org/drawingml/2006/main" name="4_Theme1">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extLst>
    <a:ext uri="{05A4C25C-085E-4340-85A3-A5531E510DB2}">
      <thm15:themeFamily xmlns:thm15="http://schemas.microsoft.com/office/thememl/2012/main" name="Theme1" id="{170C7A7C-4F98-4817-AB22-098C448D39EB}" vid="{7FC859C4-F550-4DA9-BFCB-AE9E2DEEF599}"/>
    </a:ext>
  </a:extLst>
</a:theme>
</file>

<file path=ppt/theme/theme21.xml><?xml version="1.0" encoding="utf-8"?>
<a:theme xmlns:a="http://schemas.openxmlformats.org/drawingml/2006/main" name="15_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22.xml><?xml version="1.0" encoding="utf-8"?>
<a:theme xmlns:a="http://schemas.openxmlformats.org/drawingml/2006/main" name="5_Theme1">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extLst>
    <a:ext uri="{05A4C25C-085E-4340-85A3-A5531E510DB2}">
      <thm15:themeFamily xmlns:thm15="http://schemas.microsoft.com/office/thememl/2012/main" name="Theme1" id="{170C7A7C-4F98-4817-AB22-098C448D39EB}" vid="{7FC859C4-F550-4DA9-BFCB-AE9E2DEEF599}"/>
    </a:ext>
  </a:extLst>
</a:theme>
</file>

<file path=ppt/theme/theme23.xml><?xml version="1.0" encoding="utf-8"?>
<a:theme xmlns:a="http://schemas.openxmlformats.org/drawingml/2006/main" name="16_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24.xml><?xml version="1.0" encoding="utf-8"?>
<a:theme xmlns:a="http://schemas.openxmlformats.org/drawingml/2006/main" name="17_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25.xml><?xml version="1.0" encoding="utf-8"?>
<a:theme xmlns:a="http://schemas.openxmlformats.org/drawingml/2006/main" name="3_TechM_Template">
  <a:themeElements>
    <a:clrScheme name="Custom 1">
      <a:dk1>
        <a:sysClr val="windowText" lastClr="000000"/>
      </a:dk1>
      <a:lt1>
        <a:sysClr val="window" lastClr="FFFFFF"/>
      </a:lt1>
      <a:dk2>
        <a:srgbClr val="DC4128"/>
      </a:dk2>
      <a:lt2>
        <a:srgbClr val="625756"/>
      </a:lt2>
      <a:accent1>
        <a:srgbClr val="E6E3E2"/>
      </a:accent1>
      <a:accent2>
        <a:srgbClr val="A092B4"/>
      </a:accent2>
      <a:accent3>
        <a:srgbClr val="625753"/>
      </a:accent3>
      <a:accent4>
        <a:srgbClr val="DC4128"/>
      </a:accent4>
      <a:accent5>
        <a:srgbClr val="FFC000"/>
      </a:accent5>
      <a:accent6>
        <a:srgbClr val="00B050"/>
      </a:accent6>
      <a:hlink>
        <a:srgbClr val="625753"/>
      </a:hlink>
      <a:folHlink>
        <a:srgbClr val="DC4128"/>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pFill/>
        <a:ln w="25400" cap="flat" cmpd="sng" algn="ctr">
          <a:solidFill>
            <a:sysClr val="window" lastClr="FFFFFF">
              <a:hueOff val="0"/>
              <a:satOff val="0"/>
              <a:lumOff val="0"/>
              <a:alphaOff val="0"/>
            </a:sysClr>
          </a:solidFill>
          <a:prstDash val="solid"/>
        </a:ln>
        <a:effectLst/>
      </a:spPr>
      <a:bodyPr/>
      <a:lstStyle/>
    </a:spDef>
    <a:txDef>
      <a:spPr>
        <a:noFill/>
        <a:ln w="9525">
          <a:noFill/>
          <a:miter lim="800000"/>
          <a:headEnd/>
          <a:tailEnd/>
        </a:ln>
      </a:spPr>
      <a:bodyPr vert="horz" wrap="square" lIns="0" tIns="0" rIns="0" bIns="0" numCol="1" anchor="t" anchorCtr="0" compatLnSpc="1">
        <a:prstTxWarp prst="textNoShape">
          <a:avLst/>
        </a:prstTxWarp>
        <a:spAutoFit/>
      </a:bodyPr>
      <a:lstStyle>
        <a:defPPr fontAlgn="base">
          <a:buFont typeface="Arial" pitchFamily="34" charset="0"/>
          <a:defRPr dirty="0" smtClean="0">
            <a:latin typeface="+mj-lt"/>
          </a:defRPr>
        </a:defPPr>
      </a:lstStyle>
    </a:txDef>
  </a:objectDefaults>
  <a:extraClrSchemeLst/>
</a:theme>
</file>

<file path=ppt/theme/theme26.xml><?xml version="1.0" encoding="utf-8"?>
<a:theme xmlns:a="http://schemas.openxmlformats.org/drawingml/2006/main" name="18_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27.xml><?xml version="1.0" encoding="utf-8"?>
<a:theme xmlns:a="http://schemas.openxmlformats.org/drawingml/2006/main" name="1_Theme2">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2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ocument_x0020_Classification xmlns="7e5d8b93-c15a-4fd4-9c64-a01e093cbb11" xsi:nil="true"/>
    <Content_x0020_Classification xmlns="7e5d8b93-c15a-4fd4-9c64-a01e093cbb1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1F7366BB1BCA24ABBE2516EFBB17CD1" ma:contentTypeVersion="2" ma:contentTypeDescription="Create a new document." ma:contentTypeScope="" ma:versionID="fe3de107118ebc4d87230ace84fa3900">
  <xsd:schema xmlns:xsd="http://www.w3.org/2001/XMLSchema" xmlns:xs="http://www.w3.org/2001/XMLSchema" xmlns:p="http://schemas.microsoft.com/office/2006/metadata/properties" xmlns:ns2="7e5d8b93-c15a-4fd4-9c64-a01e093cbb11" targetNamespace="http://schemas.microsoft.com/office/2006/metadata/properties" ma:root="true" ma:fieldsID="ab40b6c91630baff90f71b5ea4a72adb" ns2:_="">
    <xsd:import namespace="7e5d8b93-c15a-4fd4-9c64-a01e093cbb11"/>
    <xsd:element name="properties">
      <xsd:complexType>
        <xsd:sequence>
          <xsd:element name="documentManagement">
            <xsd:complexType>
              <xsd:all>
                <xsd:element ref="ns2:Document_x0020_Classification" minOccurs="0"/>
                <xsd:element ref="ns2:Content_x0020_Classifi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5d8b93-c15a-4fd4-9c64-a01e093cbb11" elementFormDefault="qualified">
    <xsd:import namespace="http://schemas.microsoft.com/office/2006/documentManagement/types"/>
    <xsd:import namespace="http://schemas.microsoft.com/office/infopath/2007/PartnerControls"/>
    <xsd:element name="Document_x0020_Classification" ma:index="8" nillable="true" ma:displayName="Document Classification" ma:format="Dropdown" ma:internalName="Document_x0020_Classification">
      <xsd:simpleType>
        <xsd:restriction base="dms:Choice">
          <xsd:enumeration value="Presentation"/>
        </xsd:restriction>
      </xsd:simpleType>
    </xsd:element>
    <xsd:element name="Content_x0020_Classification" ma:index="9" nillable="true" ma:displayName="Content Classification" ma:format="Dropdown" ma:internalName="Content_x0020_Classification">
      <xsd:simpleType>
        <xsd:restriction base="dms:Choice">
          <xsd:enumeration value="Analyst Day"/>
          <xsd:enumeration value="MSat Presentation"/>
          <xsd:enumeration value="Mahindra Group Presentation"/>
          <xsd:enumeration value="TechM Presentation"/>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8591AB9-0DBE-40EE-987B-76364F6DF869}">
  <ds:schemaRefs>
    <ds:schemaRef ds:uri="http://purl.org/dc/terms/"/>
    <ds:schemaRef ds:uri="http://purl.org/dc/dcmitype/"/>
    <ds:schemaRef ds:uri="7e5d8b93-c15a-4fd4-9c64-a01e093cbb11"/>
    <ds:schemaRef ds:uri="http://purl.org/dc/elements/1.1/"/>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C745C364-CC8C-4BB5-A6B4-50053F8DF331}">
  <ds:schemaRefs>
    <ds:schemaRef ds:uri="http://schemas.microsoft.com/sharepoint/v3/contenttype/forms"/>
  </ds:schemaRefs>
</ds:datastoreItem>
</file>

<file path=customXml/itemProps3.xml><?xml version="1.0" encoding="utf-8"?>
<ds:datastoreItem xmlns:ds="http://schemas.openxmlformats.org/officeDocument/2006/customXml" ds:itemID="{DFE832C1-ED37-4CB7-AABB-EFA2FD76610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e5d8b93-c15a-4fd4-9c64-a01e093cbb1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TechM_Template_new</Template>
  <TotalTime>811</TotalTime>
  <Words>310</Words>
  <Application>Microsoft Office PowerPoint</Application>
  <PresentationFormat>Custom</PresentationFormat>
  <Paragraphs>64</Paragraphs>
  <Slides>3</Slides>
  <Notes>0</Notes>
  <HiddenSlides>0</HiddenSlides>
  <MMClips>0</MMClips>
  <ScaleCrop>false</ScaleCrop>
  <HeadingPairs>
    <vt:vector size="6" baseType="variant">
      <vt:variant>
        <vt:lpstr>Fonts Used</vt:lpstr>
      </vt:variant>
      <vt:variant>
        <vt:i4>4</vt:i4>
      </vt:variant>
      <vt:variant>
        <vt:lpstr>Theme</vt:lpstr>
      </vt:variant>
      <vt:variant>
        <vt:i4>27</vt:i4>
      </vt:variant>
      <vt:variant>
        <vt:lpstr>Slide Titles</vt:lpstr>
      </vt:variant>
      <vt:variant>
        <vt:i4>3</vt:i4>
      </vt:variant>
    </vt:vector>
  </HeadingPairs>
  <TitlesOfParts>
    <vt:vector size="34" baseType="lpstr">
      <vt:lpstr>Arial</vt:lpstr>
      <vt:lpstr>Calibri</vt:lpstr>
      <vt:lpstr>Times New Roman</vt:lpstr>
      <vt:lpstr>Wingdings</vt:lpstr>
      <vt:lpstr>5_Tech Mahindra Powerpoint Template</vt:lpstr>
      <vt:lpstr>Theme1</vt:lpstr>
      <vt:lpstr>6_Tech Mahindra Powerpoint Template</vt:lpstr>
      <vt:lpstr>7_Tech Mahindra Powerpoint Template</vt:lpstr>
      <vt:lpstr>8_Tech Mahindra Powerpoint Template</vt:lpstr>
      <vt:lpstr>9_Tech Mahindra Powerpoint Template</vt:lpstr>
      <vt:lpstr>10_Tech Mahindra Powerpoint Template</vt:lpstr>
      <vt:lpstr>11_Tech Mahindra Powerpoint Template</vt:lpstr>
      <vt:lpstr>Tech Mahindra Powerpoint Template</vt:lpstr>
      <vt:lpstr>Tech_Mahindra_Powerpoint_Template</vt:lpstr>
      <vt:lpstr>14_Tech Mahindra Powerpoint Template</vt:lpstr>
      <vt:lpstr>15_B2B Template (Arial)</vt:lpstr>
      <vt:lpstr>2_Theme1</vt:lpstr>
      <vt:lpstr>13_Tech Mahindra Powerpoint Template</vt:lpstr>
      <vt:lpstr>12_Tech Mahindra Powerpoint Template</vt:lpstr>
      <vt:lpstr>3_Theme1</vt:lpstr>
      <vt:lpstr>1_Theme1</vt:lpstr>
      <vt:lpstr>1_B2B Template (Arial)</vt:lpstr>
      <vt:lpstr>TechM3</vt:lpstr>
      <vt:lpstr>4_Theme1</vt:lpstr>
      <vt:lpstr>15_Tech Mahindra Powerpoint Template</vt:lpstr>
      <vt:lpstr>5_Theme1</vt:lpstr>
      <vt:lpstr>16_Tech Mahindra Powerpoint Template</vt:lpstr>
      <vt:lpstr>17_Tech Mahindra Powerpoint Template</vt:lpstr>
      <vt:lpstr>3_TechM_Template</vt:lpstr>
      <vt:lpstr>18_Tech Mahindra Powerpoint Template</vt:lpstr>
      <vt:lpstr>1_Theme2</vt:lpstr>
      <vt:lpstr>Variable Frequency Motor Drive (VFMD)</vt:lpstr>
      <vt:lpstr>Proto Implementation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 Heading</dc:title>
  <dc:creator>Gowthaman S</dc:creator>
  <cp:lastModifiedBy>Maddikunta Akhila</cp:lastModifiedBy>
  <cp:revision>372</cp:revision>
  <cp:lastPrinted>2015-01-30T14:06:39Z</cp:lastPrinted>
  <dcterms:created xsi:type="dcterms:W3CDTF">2015-01-29T09:26:56Z</dcterms:created>
  <dcterms:modified xsi:type="dcterms:W3CDTF">2025-10-28T05:58:42Z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0x01010051F7366BB1BCA24ABBE2516EFBB17CD1</vt:lpwstr>
  </property>
  <property fmtid="{D5CDD505-2E9C-101B-9397-08002B2CF9AE}" pid="3" name="Document Classification">
    <vt:lpwstr/>
  </property>
  <property fmtid="{D5CDD505-2E9C-101B-9397-08002B2CF9AE}" pid="4" name="Content Classification">
    <vt:lpwstr/>
  </property>
  <property fmtid="{D5CDD505-2E9C-101B-9397-08002B2CF9AE}" pid="5" name="MSIP_Label_7331f486-f8b5-456b-a19a-dbe0d296c5fd_Enabled">
    <vt:lpwstr>true</vt:lpwstr>
  </property>
  <property fmtid="{D5CDD505-2E9C-101B-9397-08002B2CF9AE}" pid="6" name="MSIP_Label_7331f486-f8b5-456b-a19a-dbe0d296c5fd_SetDate">
    <vt:lpwstr>2025-10-28T05:55:21Z</vt:lpwstr>
  </property>
  <property fmtid="{D5CDD505-2E9C-101B-9397-08002B2CF9AE}" pid="7" name="MSIP_Label_7331f486-f8b5-456b-a19a-dbe0d296c5fd_Method">
    <vt:lpwstr>Privileged</vt:lpwstr>
  </property>
  <property fmtid="{D5CDD505-2E9C-101B-9397-08002B2CF9AE}" pid="8" name="MSIP_Label_7331f486-f8b5-456b-a19a-dbe0d296c5fd_Name">
    <vt:lpwstr>Company Confidential Internal Use</vt:lpwstr>
  </property>
  <property fmtid="{D5CDD505-2E9C-101B-9397-08002B2CF9AE}" pid="9" name="MSIP_Label_7331f486-f8b5-456b-a19a-dbe0d296c5fd_SiteId">
    <vt:lpwstr>edf442f5-b994-4c86-a131-b42b03a16c95</vt:lpwstr>
  </property>
  <property fmtid="{D5CDD505-2E9C-101B-9397-08002B2CF9AE}" pid="10" name="MSIP_Label_7331f486-f8b5-456b-a19a-dbe0d296c5fd_ActionId">
    <vt:lpwstr>806c624b-a32b-4b32-80f9-b67d5236a44e</vt:lpwstr>
  </property>
  <property fmtid="{D5CDD505-2E9C-101B-9397-08002B2CF9AE}" pid="11" name="MSIP_Label_7331f486-f8b5-456b-a19a-dbe0d296c5fd_ContentBits">
    <vt:lpwstr>0</vt:lpwstr>
  </property>
  <property fmtid="{D5CDD505-2E9C-101B-9397-08002B2CF9AE}" pid="12" name="MSIP_Label_7331f486-f8b5-456b-a19a-dbe0d296c5fd_Tag">
    <vt:lpwstr>10, 0, 1, 1</vt:lpwstr>
  </property>
</Properties>
</file>