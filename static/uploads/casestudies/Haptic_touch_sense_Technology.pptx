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spTree>
    <p:extLst>
      <p:ext uri="{BB962C8B-B14F-4D97-AF65-F5344CB8AC3E}">
        <p14:creationId xmlns:p14="http://schemas.microsoft.com/office/powerpoint/2010/main" val="306168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36286" y="4053708"/>
            <a:ext cx="7349067" cy="27699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36286" y="2184402"/>
            <a:ext cx="7349067" cy="615553"/>
          </a:xfrm>
        </p:spPr>
        <p:txBody>
          <a:bodyPr wrap="square">
            <a:spAutoFit/>
          </a:bodyPr>
          <a:lstStyle>
            <a:lvl1pPr algn="l">
              <a:defRPr sz="4000" b="1">
                <a:solidFill>
                  <a:schemeClr val="bg2"/>
                </a:solidFill>
                <a:latin typeface="Arial" pitchFamily="34" charset="0"/>
                <a:cs typeface="Arial" pitchFamily="34" charset="0"/>
              </a:defRPr>
            </a:lvl1pPr>
          </a:lstStyle>
          <a:p>
            <a:r>
              <a:rPr lang="en-US" dirty="0"/>
              <a:t>Click to Edit Master Title Style</a:t>
            </a:r>
          </a:p>
        </p:txBody>
      </p:sp>
      <p:pic>
        <p:nvPicPr>
          <p:cNvPr id="12" name="Picture 11"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spTree>
    <p:extLst>
      <p:ext uri="{BB962C8B-B14F-4D97-AF65-F5344CB8AC3E}">
        <p14:creationId xmlns:p14="http://schemas.microsoft.com/office/powerpoint/2010/main" val="284421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4"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82"/>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85957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4"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82"/>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80077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351" y="1971678"/>
            <a:ext cx="10966450"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030380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3" y="1971678"/>
            <a:ext cx="5437717" cy="4162425"/>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51604" y="1971682"/>
            <a:ext cx="5128683"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6992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3221" y="4067179"/>
            <a:ext cx="73660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3222" y="2200277"/>
            <a:ext cx="7366000"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pic>
        <p:nvPicPr>
          <p:cNvPr id="6" name="Picture 5" descr="Mahindra Logo.png"/>
          <p:cNvPicPr>
            <a:picLocks noChangeAspect="1"/>
          </p:cNvPicPr>
          <p:nvPr userDrawn="1"/>
        </p:nvPicPr>
        <p:blipFill>
          <a:blip r:embed="rId3" cstate="print"/>
          <a:stretch>
            <a:fillRect/>
          </a:stretch>
        </p:blipFill>
        <p:spPr bwMode="gray">
          <a:xfrm>
            <a:off x="8439877" y="476643"/>
            <a:ext cx="3170050" cy="656554"/>
          </a:xfrm>
          <a:prstGeom prst="rect">
            <a:avLst/>
          </a:prstGeom>
        </p:spPr>
      </p:pic>
    </p:spTree>
    <p:extLst>
      <p:ext uri="{BB962C8B-B14F-4D97-AF65-F5344CB8AC3E}">
        <p14:creationId xmlns:p14="http://schemas.microsoft.com/office/powerpoint/2010/main" val="2630538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356" y="1971675"/>
            <a:ext cx="5469468"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8024" y="4295797"/>
            <a:ext cx="5041901"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8028" y="1971677"/>
            <a:ext cx="5041901"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print"/>
          <a:stretch>
            <a:fillRect/>
          </a:stretch>
        </p:blipFill>
        <p:spPr bwMode="ltGray">
          <a:xfrm>
            <a:off x="1074" y="4"/>
            <a:ext cx="5291764" cy="1443209"/>
          </a:xfrm>
          <a:prstGeom prst="rect">
            <a:avLst/>
          </a:prstGeom>
        </p:spPr>
      </p:pic>
      <p:pic>
        <p:nvPicPr>
          <p:cNvPr id="7" name="Picture 6" descr="Mahindra Logo.png"/>
          <p:cNvPicPr>
            <a:picLocks noChangeAspect="1"/>
          </p:cNvPicPr>
          <p:nvPr userDrawn="1"/>
        </p:nvPicPr>
        <p:blipFill>
          <a:blip r:embed="rId3" cstate="print"/>
          <a:stretch>
            <a:fillRect/>
          </a:stretch>
        </p:blipFill>
        <p:spPr bwMode="gray">
          <a:xfrm>
            <a:off x="8439877" y="476643"/>
            <a:ext cx="3170050" cy="656554"/>
          </a:xfrm>
          <a:prstGeom prst="rect">
            <a:avLst/>
          </a:prstGeom>
        </p:spPr>
      </p:pic>
    </p:spTree>
    <p:extLst>
      <p:ext uri="{BB962C8B-B14F-4D97-AF65-F5344CB8AC3E}">
        <p14:creationId xmlns:p14="http://schemas.microsoft.com/office/powerpoint/2010/main" val="2504610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354"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4818"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354"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4818"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358"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4822"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7202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354"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4818" y="246699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354" y="1980841"/>
            <a:ext cx="5245102" cy="276999"/>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4818" y="1980841"/>
            <a:ext cx="5245102" cy="276999"/>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358"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4822"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354" y="470331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4818" y="4703316"/>
            <a:ext cx="524510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354" y="4217179"/>
            <a:ext cx="5245102"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4818" y="4217179"/>
            <a:ext cx="5245102" cy="276999"/>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358"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4822"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6322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1202" y="1971676"/>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358" y="1971680"/>
            <a:ext cx="2305048"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92122" y="1971676"/>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82273" y="1971680"/>
            <a:ext cx="2305048"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1202" y="4241811"/>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358" y="4241823"/>
            <a:ext cx="2305048"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92122" y="4241811"/>
            <a:ext cx="2724152"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82273" y="4241823"/>
            <a:ext cx="2305048"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351" y="1270474"/>
            <a:ext cx="10966450"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1272546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62" y="1971675"/>
            <a:ext cx="10968567"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351" y="1270474"/>
            <a:ext cx="10966450" cy="276999"/>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2819409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62" y="1971678"/>
            <a:ext cx="10968567" cy="4162425"/>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362" y="727080"/>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351" y="1270474"/>
            <a:ext cx="10966450" cy="276999"/>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4581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2455" y="1527297"/>
            <a:ext cx="8973311"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2454" y="3369513"/>
            <a:ext cx="9006413" cy="1892826"/>
          </a:xfrm>
          <a:prstGeom prst="rect">
            <a:avLst/>
          </a:prstGeom>
          <a:noFill/>
          <a:ln w="9525">
            <a:noFill/>
            <a:miter lim="800000"/>
            <a:headEnd/>
            <a:tailEnd/>
          </a:ln>
        </p:spPr>
        <p:txBody>
          <a:bodyPr wrap="square" lIns="0" tIns="0" rIns="0" bIns="0">
            <a:spAutoFit/>
          </a:bodyPr>
          <a:lstStyle/>
          <a:p>
            <a:pPr algn="just" rtl="0">
              <a:spcBef>
                <a:spcPts val="600"/>
              </a:spcBef>
            </a:pPr>
            <a:r>
              <a:rPr lang="en-US" sz="1000" b="1" kern="1200" dirty="0">
                <a:solidFill>
                  <a:srgbClr val="6D6E71"/>
                </a:solidFill>
                <a:latin typeface="Arial"/>
                <a:ea typeface="+mn-ea"/>
                <a:cs typeface="Arial" pitchFamily="34" charset="0"/>
              </a:rPr>
              <a:t>Disclaimer </a:t>
            </a:r>
          </a:p>
          <a:p>
            <a:pPr algn="just" rtl="0">
              <a:spcBef>
                <a:spcPts val="600"/>
              </a:spcBef>
            </a:pPr>
            <a:r>
              <a:rPr lang="en-US" sz="900" kern="1200" dirty="0">
                <a:solidFill>
                  <a:srgbClr val="6D6E71"/>
                </a:solidFill>
                <a:latin typeface="Arial"/>
                <a:ea typeface="+mn-ea"/>
                <a:cs typeface="Arial" pitchFamily="34" charset="0"/>
              </a:rPr>
              <a:t>Tech Mahindra Limited,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2453" y="2140190"/>
            <a:ext cx="8979502"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76292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kern="1200" dirty="0">
              <a:solidFill>
                <a:prstClr val="black"/>
              </a:solidFill>
              <a:latin typeface="Arial"/>
              <a:ea typeface="+mn-ea"/>
              <a:cs typeface="+mn-cs"/>
            </a:endParaRPr>
          </a:p>
        </p:txBody>
      </p:sp>
      <p:pic>
        <p:nvPicPr>
          <p:cNvPr id="4" name="Picture 3" descr="Mahindra Logo.png"/>
          <p:cNvPicPr>
            <a:picLocks noChangeAspect="1"/>
          </p:cNvPicPr>
          <p:nvPr userDrawn="1"/>
        </p:nvPicPr>
        <p:blipFill>
          <a:blip r:embed="rId2" cstate="print"/>
          <a:stretch>
            <a:fillRect/>
          </a:stretch>
        </p:blipFill>
        <p:spPr bwMode="gray">
          <a:xfrm>
            <a:off x="2621626" y="2717231"/>
            <a:ext cx="7199130" cy="1491023"/>
          </a:xfrm>
          <a:prstGeom prst="rect">
            <a:avLst/>
          </a:prstGeom>
        </p:spPr>
      </p:pic>
    </p:spTree>
    <p:extLst>
      <p:ext uri="{BB962C8B-B14F-4D97-AF65-F5344CB8AC3E}">
        <p14:creationId xmlns:p14="http://schemas.microsoft.com/office/powerpoint/2010/main" val="216330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sp>
        <p:nvSpPr>
          <p:cNvPr id="20" name="TextBox 20"/>
          <p:cNvSpPr txBox="1">
            <a:spLocks noChangeArrowheads="1"/>
          </p:cNvSpPr>
          <p:nvPr userDrawn="1"/>
        </p:nvSpPr>
        <p:spPr bwMode="gray">
          <a:xfrm>
            <a:off x="641351" y="6629432"/>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2014 Tech Mahindra. All rights reserved.</a:t>
            </a:r>
          </a:p>
        </p:txBody>
      </p:sp>
      <p:pic>
        <p:nvPicPr>
          <p:cNvPr id="7" name="Picture 6"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1610103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8"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77"/>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921467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8" y="719142"/>
            <a:ext cx="10966449"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3" name="Text Placeholder 4"/>
          <p:cNvSpPr>
            <a:spLocks noGrp="1"/>
          </p:cNvSpPr>
          <p:nvPr>
            <p:ph type="body" sz="quarter" idx="10" hasCustomPrompt="1"/>
          </p:nvPr>
        </p:nvSpPr>
        <p:spPr bwMode="gray">
          <a:xfrm>
            <a:off x="641351" y="1971677"/>
            <a:ext cx="10966450"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1"/>
          <p:cNvSpPr>
            <a:spLocks noGrp="1"/>
          </p:cNvSpPr>
          <p:nvPr userDrawn="1">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80045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4" name="Text Placeholder 4"/>
          <p:cNvSpPr>
            <a:spLocks noGrp="1"/>
          </p:cNvSpPr>
          <p:nvPr>
            <p:ph type="body" sz="quarter" idx="10" hasCustomPrompt="1"/>
          </p:nvPr>
        </p:nvSpPr>
        <p:spPr bwMode="gray">
          <a:xfrm>
            <a:off x="641351" y="1971678"/>
            <a:ext cx="10966450"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Tree>
    <p:extLst>
      <p:ext uri="{BB962C8B-B14F-4D97-AF65-F5344CB8AC3E}">
        <p14:creationId xmlns:p14="http://schemas.microsoft.com/office/powerpoint/2010/main" val="18349889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3" y="1971678"/>
            <a:ext cx="5437717" cy="4162425"/>
          </a:xfrm>
        </p:spPr>
        <p:txBody>
          <a:bodyPr>
            <a:noAutofit/>
          </a:bodyPr>
          <a:lstStyle>
            <a:lvl1pPr marL="0" indent="0">
              <a:buNone/>
              <a:defRPr>
                <a:latin typeface="Arial" pitchFamily="34" charset="0"/>
                <a:cs typeface="Arial" pitchFamily="34" charset="0"/>
              </a:defRPr>
            </a:lvl1pPr>
          </a:lstStyle>
          <a:p>
            <a:r>
              <a:rPr lang="en-US" dirty="0"/>
              <a:t>Click icon to add picture</a:t>
            </a:r>
          </a:p>
        </p:txBody>
      </p:sp>
      <p:sp>
        <p:nvSpPr>
          <p:cNvPr id="18" name="Text Placeholder 4"/>
          <p:cNvSpPr>
            <a:spLocks noGrp="1"/>
          </p:cNvSpPr>
          <p:nvPr>
            <p:ph type="body" sz="quarter" idx="19" hasCustomPrompt="1"/>
          </p:nvPr>
        </p:nvSpPr>
        <p:spPr bwMode="gray">
          <a:xfrm>
            <a:off x="6451600" y="1971677"/>
            <a:ext cx="5128683"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44506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2453221" y="4067179"/>
            <a:ext cx="73660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itle 8"/>
          <p:cNvSpPr>
            <a:spLocks noGrp="1"/>
          </p:cNvSpPr>
          <p:nvPr>
            <p:ph type="title" hasCustomPrompt="1"/>
          </p:nvPr>
        </p:nvSpPr>
        <p:spPr bwMode="gray">
          <a:xfrm>
            <a:off x="2453221" y="2200282"/>
            <a:ext cx="7366000" cy="615553"/>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pic>
        <p:nvPicPr>
          <p:cNvPr id="12" name="Picture 11"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754914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641356" y="1971675"/>
            <a:ext cx="5469468" cy="4175125"/>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2" name="Subtitle 2"/>
          <p:cNvSpPr>
            <a:spLocks noGrp="1"/>
          </p:cNvSpPr>
          <p:nvPr>
            <p:ph type="subTitle" idx="1" hasCustomPrompt="1"/>
          </p:nvPr>
        </p:nvSpPr>
        <p:spPr bwMode="gray">
          <a:xfrm>
            <a:off x="6568024" y="4295806"/>
            <a:ext cx="5041898"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3" name="Title 8"/>
          <p:cNvSpPr>
            <a:spLocks noGrp="1"/>
          </p:cNvSpPr>
          <p:nvPr>
            <p:ph type="title" hasCustomPrompt="1"/>
          </p:nvPr>
        </p:nvSpPr>
        <p:spPr bwMode="gray">
          <a:xfrm>
            <a:off x="6568024" y="1971677"/>
            <a:ext cx="5041898"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a:t>Click to Edit Master Title Style</a:t>
            </a:r>
          </a:p>
        </p:txBody>
      </p:sp>
      <p:pic>
        <p:nvPicPr>
          <p:cNvPr id="11" name="Picture 10" descr="ridge4.png"/>
          <p:cNvPicPr>
            <a:picLocks noChangeAspect="1"/>
          </p:cNvPicPr>
          <p:nvPr userDrawn="1"/>
        </p:nvPicPr>
        <p:blipFill>
          <a:blip r:embed="rId2" cstate="email"/>
          <a:stretch>
            <a:fillRect/>
          </a:stretch>
        </p:blipFill>
        <p:spPr bwMode="ltGray">
          <a:xfrm>
            <a:off x="1074" y="1"/>
            <a:ext cx="5291764" cy="1443209"/>
          </a:xfrm>
          <a:prstGeom prst="rect">
            <a:avLst/>
          </a:prstGeom>
        </p:spPr>
      </p:pic>
      <p:pic>
        <p:nvPicPr>
          <p:cNvPr id="7" name="Picture 6" descr="Mahindra Logo.png"/>
          <p:cNvPicPr>
            <a:picLocks noChangeAspect="1"/>
          </p:cNvPicPr>
          <p:nvPr userDrawn="1"/>
        </p:nvPicPr>
        <p:blipFill>
          <a:blip r:embed="rId3" cstate="email"/>
          <a:stretch>
            <a:fillRect/>
          </a:stretch>
        </p:blipFill>
        <p:spPr bwMode="gray">
          <a:xfrm>
            <a:off x="8078552" y="476643"/>
            <a:ext cx="3289738" cy="656554"/>
          </a:xfrm>
          <a:prstGeom prst="rect">
            <a:avLst/>
          </a:prstGeom>
        </p:spPr>
      </p:pic>
    </p:spTree>
    <p:extLst>
      <p:ext uri="{BB962C8B-B14F-4D97-AF65-F5344CB8AC3E}">
        <p14:creationId xmlns:p14="http://schemas.microsoft.com/office/powerpoint/2010/main" val="1674215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641355"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4" name="Text Placeholder 4"/>
          <p:cNvSpPr>
            <a:spLocks noGrp="1"/>
          </p:cNvSpPr>
          <p:nvPr>
            <p:ph type="body" sz="quarter" idx="11" hasCustomPrompt="1"/>
          </p:nvPr>
        </p:nvSpPr>
        <p:spPr bwMode="gray">
          <a:xfrm>
            <a:off x="6364823"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5" name="Text Placeholder 4"/>
          <p:cNvSpPr>
            <a:spLocks noGrp="1"/>
          </p:cNvSpPr>
          <p:nvPr>
            <p:ph type="body" sz="quarter" idx="12" hasCustomPrompt="1"/>
          </p:nvPr>
        </p:nvSpPr>
        <p:spPr bwMode="gray">
          <a:xfrm>
            <a:off x="641355"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6" name="Text Placeholder 4"/>
          <p:cNvSpPr>
            <a:spLocks noGrp="1"/>
          </p:cNvSpPr>
          <p:nvPr>
            <p:ph type="body" sz="quarter" idx="13" hasCustomPrompt="1"/>
          </p:nvPr>
        </p:nvSpPr>
        <p:spPr bwMode="gray">
          <a:xfrm>
            <a:off x="6364823"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8" name="Straight Connector 7"/>
          <p:cNvCxnSpPr/>
          <p:nvPr userDrawn="1"/>
        </p:nvCxnSpPr>
        <p:spPr bwMode="gray">
          <a:xfrm>
            <a:off x="641354"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6364817"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15" name="Text Placeholder 41"/>
          <p:cNvSpPr>
            <a:spLocks noGrp="1"/>
          </p:cNvSpPr>
          <p:nvPr>
            <p:ph type="body" sz="quarter" idx="14"/>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7603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17" name="Text Placeholder 4"/>
          <p:cNvSpPr>
            <a:spLocks noGrp="1"/>
          </p:cNvSpPr>
          <p:nvPr>
            <p:ph type="body" sz="quarter" idx="10" hasCustomPrompt="1"/>
          </p:nvPr>
        </p:nvSpPr>
        <p:spPr bwMode="gray">
          <a:xfrm>
            <a:off x="641355"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18" name="Text Placeholder 4"/>
          <p:cNvSpPr>
            <a:spLocks noGrp="1"/>
          </p:cNvSpPr>
          <p:nvPr>
            <p:ph type="body" sz="quarter" idx="11" hasCustomPrompt="1"/>
          </p:nvPr>
        </p:nvSpPr>
        <p:spPr bwMode="gray">
          <a:xfrm>
            <a:off x="6364823" y="246697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1" name="Text Placeholder 4"/>
          <p:cNvSpPr>
            <a:spLocks noGrp="1"/>
          </p:cNvSpPr>
          <p:nvPr>
            <p:ph type="body" sz="quarter" idx="12" hasCustomPrompt="1"/>
          </p:nvPr>
        </p:nvSpPr>
        <p:spPr bwMode="gray">
          <a:xfrm>
            <a:off x="641355" y="1971680"/>
            <a:ext cx="5245102"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1</a:t>
            </a:r>
          </a:p>
        </p:txBody>
      </p:sp>
      <p:sp>
        <p:nvSpPr>
          <p:cNvPr id="32" name="Text Placeholder 4"/>
          <p:cNvSpPr>
            <a:spLocks noGrp="1"/>
          </p:cNvSpPr>
          <p:nvPr>
            <p:ph type="body" sz="quarter" idx="13" hasCustomPrompt="1"/>
          </p:nvPr>
        </p:nvSpPr>
        <p:spPr bwMode="gray">
          <a:xfrm>
            <a:off x="6364823" y="1971680"/>
            <a:ext cx="5245102" cy="286161"/>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a:t>Heading 2</a:t>
            </a:r>
          </a:p>
        </p:txBody>
      </p:sp>
      <p:cxnSp>
        <p:nvCxnSpPr>
          <p:cNvPr id="33" name="Straight Connector 32"/>
          <p:cNvCxnSpPr/>
          <p:nvPr userDrawn="1"/>
        </p:nvCxnSpPr>
        <p:spPr bwMode="gray">
          <a:xfrm>
            <a:off x="641354"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6364817" y="234473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641355" y="470329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6" name="Text Placeholder 4"/>
          <p:cNvSpPr>
            <a:spLocks noGrp="1"/>
          </p:cNvSpPr>
          <p:nvPr>
            <p:ph type="body" sz="quarter" idx="16" hasCustomPrompt="1"/>
          </p:nvPr>
        </p:nvSpPr>
        <p:spPr bwMode="gray">
          <a:xfrm>
            <a:off x="6364823" y="4703296"/>
            <a:ext cx="5245102"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a:t>Fifth level</a:t>
            </a:r>
          </a:p>
        </p:txBody>
      </p:sp>
      <p:sp>
        <p:nvSpPr>
          <p:cNvPr id="37" name="Text Placeholder 4"/>
          <p:cNvSpPr>
            <a:spLocks noGrp="1"/>
          </p:cNvSpPr>
          <p:nvPr>
            <p:ph type="body" sz="quarter" idx="17" hasCustomPrompt="1"/>
          </p:nvPr>
        </p:nvSpPr>
        <p:spPr bwMode="gray">
          <a:xfrm>
            <a:off x="641355" y="4208026"/>
            <a:ext cx="5245102"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a:t>Heading 3</a:t>
            </a:r>
          </a:p>
        </p:txBody>
      </p:sp>
      <p:sp>
        <p:nvSpPr>
          <p:cNvPr id="38" name="Text Placeholder 4"/>
          <p:cNvSpPr>
            <a:spLocks noGrp="1"/>
          </p:cNvSpPr>
          <p:nvPr>
            <p:ph type="body" sz="quarter" idx="18" hasCustomPrompt="1"/>
          </p:nvPr>
        </p:nvSpPr>
        <p:spPr bwMode="gray">
          <a:xfrm>
            <a:off x="6364823" y="4208026"/>
            <a:ext cx="5245102"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a:t>Heading 4</a:t>
            </a:r>
          </a:p>
        </p:txBody>
      </p:sp>
      <p:cxnSp>
        <p:nvCxnSpPr>
          <p:cNvPr id="39" name="Straight Connector 38"/>
          <p:cNvCxnSpPr/>
          <p:nvPr userDrawn="1"/>
        </p:nvCxnSpPr>
        <p:spPr bwMode="gray">
          <a:xfrm>
            <a:off x="641354"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6364817" y="4581058"/>
            <a:ext cx="5208870"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1083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3251214" y="197167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1</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16" name="Picture Placeholder 22"/>
          <p:cNvSpPr>
            <a:spLocks noGrp="1"/>
          </p:cNvSpPr>
          <p:nvPr>
            <p:ph type="pic" sz="quarter" idx="13"/>
          </p:nvPr>
        </p:nvSpPr>
        <p:spPr bwMode="gray">
          <a:xfrm>
            <a:off x="641365" y="1971680"/>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42" name="Text Placeholder 4"/>
          <p:cNvSpPr>
            <a:spLocks noGrp="1"/>
          </p:cNvSpPr>
          <p:nvPr>
            <p:ph type="body" sz="quarter" idx="19" hasCustomPrompt="1"/>
          </p:nvPr>
        </p:nvSpPr>
        <p:spPr bwMode="gray">
          <a:xfrm>
            <a:off x="8892130" y="197167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3" name="Picture Placeholder 22"/>
          <p:cNvSpPr>
            <a:spLocks noGrp="1"/>
          </p:cNvSpPr>
          <p:nvPr>
            <p:ph type="pic" sz="quarter" idx="20"/>
          </p:nvPr>
        </p:nvSpPr>
        <p:spPr bwMode="gray">
          <a:xfrm>
            <a:off x="6282285" y="1971680"/>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hasCustomPrompt="1"/>
          </p:nvPr>
        </p:nvSpPr>
        <p:spPr bwMode="gray">
          <a:xfrm>
            <a:off x="3251214" y="424181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6" name="Picture Placeholder 22"/>
          <p:cNvSpPr>
            <a:spLocks noGrp="1"/>
          </p:cNvSpPr>
          <p:nvPr>
            <p:ph type="pic" sz="quarter" idx="22"/>
          </p:nvPr>
        </p:nvSpPr>
        <p:spPr bwMode="gray">
          <a:xfrm>
            <a:off x="641365" y="424183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hasCustomPrompt="1"/>
          </p:nvPr>
        </p:nvSpPr>
        <p:spPr bwMode="gray">
          <a:xfrm>
            <a:off x="8892130" y="4241816"/>
            <a:ext cx="2724151" cy="1261884"/>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a:t>First level</a:t>
            </a:r>
          </a:p>
          <a:p>
            <a:pPr lvl="2"/>
            <a:r>
              <a:rPr lang="en-US" dirty="0"/>
              <a:t>Second level</a:t>
            </a:r>
          </a:p>
          <a:p>
            <a:pPr lvl="3"/>
            <a:r>
              <a:rPr lang="en-US" dirty="0"/>
              <a:t>Third level</a:t>
            </a:r>
          </a:p>
          <a:p>
            <a:pPr lvl="4"/>
            <a:r>
              <a:rPr lang="en-US" dirty="0"/>
              <a:t>Fourth level</a:t>
            </a:r>
          </a:p>
        </p:txBody>
      </p:sp>
      <p:sp>
        <p:nvSpPr>
          <p:cNvPr id="49" name="Picture Placeholder 22"/>
          <p:cNvSpPr>
            <a:spLocks noGrp="1"/>
          </p:cNvSpPr>
          <p:nvPr>
            <p:ph type="pic" sz="quarter" idx="24"/>
          </p:nvPr>
        </p:nvSpPr>
        <p:spPr bwMode="gray">
          <a:xfrm>
            <a:off x="6282285" y="424183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351" y="1270483"/>
            <a:ext cx="10966450"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64258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69" y="1971675"/>
            <a:ext cx="10968567" cy="4162426"/>
          </a:xfrm>
        </p:spPr>
        <p:txBody>
          <a:bodyPr>
            <a:noAutofit/>
          </a:bodyPr>
          <a:lstStyle>
            <a:lvl1pPr marL="0" indent="0">
              <a:buNone/>
              <a:defRPr>
                <a:latin typeface="Arial" pitchFamily="34" charset="0"/>
                <a:cs typeface="Arial" pitchFamily="34" charset="0"/>
              </a:defRPr>
            </a:lvl1pPr>
          </a:lstStyle>
          <a:p>
            <a:r>
              <a:rPr lang="en-US" dirty="0"/>
              <a:t>Click icon to add table</a:t>
            </a:r>
          </a:p>
        </p:txBody>
      </p:sp>
      <p:sp>
        <p:nvSpPr>
          <p:cNvPr id="4"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8" name="Text Placeholder 41"/>
          <p:cNvSpPr>
            <a:spLocks noGrp="1"/>
          </p:cNvSpPr>
          <p:nvPr>
            <p:ph type="body" sz="quarter" idx="13"/>
          </p:nvPr>
        </p:nvSpPr>
        <p:spPr bwMode="gray">
          <a:xfrm>
            <a:off x="641351" y="1270483"/>
            <a:ext cx="10966450"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a:t>Click to edit Master text styles</a:t>
            </a:r>
          </a:p>
        </p:txBody>
      </p:sp>
    </p:spTree>
    <p:extLst>
      <p:ext uri="{BB962C8B-B14F-4D97-AF65-F5344CB8AC3E}">
        <p14:creationId xmlns:p14="http://schemas.microsoft.com/office/powerpoint/2010/main" val="3286715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69" y="1971678"/>
            <a:ext cx="10968567" cy="4162425"/>
          </a:xfrm>
        </p:spPr>
        <p:txBody>
          <a:bodyPr>
            <a:noAutofit/>
          </a:bodyPr>
          <a:lstStyle>
            <a:lvl1pPr marL="0" indent="0">
              <a:buNone/>
              <a:defRPr>
                <a:latin typeface="Arial" pitchFamily="34" charset="0"/>
                <a:cs typeface="Arial" pitchFamily="34" charset="0"/>
              </a:defRPr>
            </a:lvl1pPr>
          </a:lstStyle>
          <a:p>
            <a:r>
              <a:rPr lang="en-US" dirty="0"/>
              <a:t>Click icon to add chart</a:t>
            </a:r>
          </a:p>
        </p:txBody>
      </p:sp>
      <p:sp>
        <p:nvSpPr>
          <p:cNvPr id="4" name="Title 1"/>
          <p:cNvSpPr>
            <a:spLocks noGrp="1"/>
          </p:cNvSpPr>
          <p:nvPr>
            <p:ph type="title"/>
          </p:nvPr>
        </p:nvSpPr>
        <p:spPr bwMode="gray">
          <a:xfrm>
            <a:off x="641368" y="727075"/>
            <a:ext cx="1096856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a:t>Click to edit Master title style</a:t>
            </a:r>
            <a:endParaRPr lang="en-US" dirty="0"/>
          </a:p>
        </p:txBody>
      </p:sp>
      <p:sp>
        <p:nvSpPr>
          <p:cNvPr id="7" name="Text Placeholder 41"/>
          <p:cNvSpPr>
            <a:spLocks noGrp="1"/>
          </p:cNvSpPr>
          <p:nvPr>
            <p:ph type="body" sz="quarter" idx="13"/>
          </p:nvPr>
        </p:nvSpPr>
        <p:spPr bwMode="gray">
          <a:xfrm>
            <a:off x="641351" y="1270483"/>
            <a:ext cx="10966450"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692407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822458" y="1527297"/>
            <a:ext cx="8973312"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a:t>Click to edit master title style</a:t>
            </a:r>
          </a:p>
        </p:txBody>
      </p:sp>
      <p:sp>
        <p:nvSpPr>
          <p:cNvPr id="9" name="TextBox 8"/>
          <p:cNvSpPr txBox="1">
            <a:spLocks noChangeArrowheads="1"/>
          </p:cNvSpPr>
          <p:nvPr userDrawn="1"/>
        </p:nvSpPr>
        <p:spPr bwMode="gray">
          <a:xfrm>
            <a:off x="1822455" y="3369513"/>
            <a:ext cx="9006416" cy="1892826"/>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a:solidFill>
                  <a:srgbClr val="6D6E71"/>
                </a:solidFill>
                <a:cs typeface="Arial" pitchFamily="34" charset="0"/>
              </a:rPr>
              <a:t>Disclaimer </a:t>
            </a:r>
          </a:p>
          <a:p>
            <a:pPr algn="just">
              <a:spcBef>
                <a:spcPts val="600"/>
              </a:spcBef>
            </a:pPr>
            <a:r>
              <a:rPr lang="en-US" sz="900" dirty="0">
                <a:solidFill>
                  <a:srgbClr val="6D6E71"/>
                </a:solidFill>
                <a:cs typeface="Arial" pitchFamily="34" charset="0"/>
              </a:rPr>
              <a:t>Tech Mahindra, herein referred to as TechM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Unless specifically noted, TechM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822452" y="2140200"/>
            <a:ext cx="8979504"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
        <p:nvSpPr>
          <p:cNvPr id="8" name="TextBox 20"/>
          <p:cNvSpPr txBox="1">
            <a:spLocks noChangeArrowheads="1"/>
          </p:cNvSpPr>
          <p:nvPr userDrawn="1"/>
        </p:nvSpPr>
        <p:spPr bwMode="gray">
          <a:xfrm>
            <a:off x="641351" y="6629432"/>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2014 Tech Mahindra. All rights reserved.</a:t>
            </a:r>
          </a:p>
        </p:txBody>
      </p:sp>
    </p:spTree>
    <p:extLst>
      <p:ext uri="{BB962C8B-B14F-4D97-AF65-F5344CB8AC3E}">
        <p14:creationId xmlns:p14="http://schemas.microsoft.com/office/powerpoint/2010/main" val="14609200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prstClr val="black"/>
              </a:solidFill>
            </a:endParaRPr>
          </a:p>
        </p:txBody>
      </p:sp>
      <p:pic>
        <p:nvPicPr>
          <p:cNvPr id="4" name="Picture 3" descr="Mahindra Logo.png"/>
          <p:cNvPicPr>
            <a:picLocks noChangeAspect="1"/>
          </p:cNvPicPr>
          <p:nvPr userDrawn="1"/>
        </p:nvPicPr>
        <p:blipFill>
          <a:blip r:embed="rId2" cstate="email"/>
          <a:stretch>
            <a:fillRect/>
          </a:stretch>
        </p:blipFill>
        <p:spPr bwMode="gray">
          <a:xfrm>
            <a:off x="2485723" y="2717231"/>
            <a:ext cx="7470943" cy="1491023"/>
          </a:xfrm>
          <a:prstGeom prst="rect">
            <a:avLst/>
          </a:prstGeom>
        </p:spPr>
      </p:pic>
    </p:spTree>
    <p:extLst>
      <p:ext uri="{BB962C8B-B14F-4D97-AF65-F5344CB8AC3E}">
        <p14:creationId xmlns:p14="http://schemas.microsoft.com/office/powerpoint/2010/main" val="3932056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41354" y="1971676"/>
            <a:ext cx="10949516"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2"/>
            <a:ext cx="3788240" cy="365125"/>
          </a:xfrm>
          <a:prstGeom prst="rect">
            <a:avLst/>
          </a:prstGeom>
        </p:spPr>
        <p:txBody>
          <a:bodyPr/>
          <a:lstStyle/>
          <a:p>
            <a:fld id="{7752B4B8-3332-5544-AFD7-939DC9AEB10C}" type="datetimeFigureOut">
              <a:rPr lang="en-US" smtClean="0"/>
              <a:t>2/22/2021</a:t>
            </a:fld>
            <a:endParaRPr 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a:lstStyle/>
          <a:p>
            <a:fld id="{8BE8A756-BD47-7848-BDB7-0BD82F2F0E37}" type="slidenum">
              <a:rPr lang="en-US" smtClean="0"/>
              <a:t>‹#›</a:t>
            </a:fld>
            <a:endParaRPr lang="en-US"/>
          </a:p>
        </p:txBody>
      </p:sp>
    </p:spTree>
    <p:extLst>
      <p:ext uri="{BB962C8B-B14F-4D97-AF65-F5344CB8AC3E}">
        <p14:creationId xmlns:p14="http://schemas.microsoft.com/office/powerpoint/2010/main" val="3746494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7"/>
            <a:ext cx="5181600"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7"/>
            <a:ext cx="5181600"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37DD4EB-E7BD-47EF-A2D1-8F9ACBBA40EF}" type="datetimeFigureOut">
              <a:rPr lang="en-US" smtClean="0"/>
              <a:t>2/22/2021</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9A9CE806-FF2D-4385-93E0-7B8C1857860D}" type="slidenum">
              <a:rPr lang="en-US" smtClean="0"/>
              <a:t>‹#›</a:t>
            </a:fld>
            <a:endParaRPr lang="en-US"/>
          </a:p>
        </p:txBody>
      </p:sp>
    </p:spTree>
    <p:extLst>
      <p:ext uri="{BB962C8B-B14F-4D97-AF65-F5344CB8AC3E}">
        <p14:creationId xmlns:p14="http://schemas.microsoft.com/office/powerpoint/2010/main" val="70989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Content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bwMode="gray">
          <a:xfrm>
            <a:off x="641357" y="719157"/>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800" b="1" kern="1200" dirty="0">
                <a:solidFill>
                  <a:schemeClr val="tx1">
                    <a:lumMod val="75000"/>
                    <a:lumOff val="25000"/>
                  </a:schemeClr>
                </a:solidFill>
                <a:latin typeface="Oswald Stencil" panose="02000506000000020004" pitchFamily="2" charset="0"/>
                <a:ea typeface="+mj-ea"/>
                <a:cs typeface="Arial" pitchFamily="34" charset="0"/>
              </a:defRPr>
            </a:lvl1pPr>
          </a:lstStyle>
          <a:p>
            <a:pPr lvl="0" algn="l" defTabSz="914310" rtl="0" eaLnBrk="1" fontAlgn="base" latinLnBrk="0" hangingPunct="1">
              <a:spcBef>
                <a:spcPct val="0"/>
              </a:spcBef>
              <a:spcAft>
                <a:spcPct val="0"/>
              </a:spcAft>
              <a:buNone/>
            </a:pPr>
            <a:r>
              <a:rPr lang="en-US" dirty="0"/>
              <a:t>Click to edit Master title style</a:t>
            </a:r>
          </a:p>
        </p:txBody>
      </p:sp>
    </p:spTree>
    <p:extLst>
      <p:ext uri="{BB962C8B-B14F-4D97-AF65-F5344CB8AC3E}">
        <p14:creationId xmlns:p14="http://schemas.microsoft.com/office/powerpoint/2010/main" val="101180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8"/>
            <a:ext cx="10363200" cy="492443"/>
          </a:xfrm>
        </p:spPr>
        <p:txBody>
          <a:bodyPr/>
          <a:lstStyle/>
          <a:p>
            <a:r>
              <a:rPr lang="en-US"/>
              <a:t>Click to edit Master title style</a:t>
            </a:r>
          </a:p>
        </p:txBody>
      </p:sp>
      <p:sp>
        <p:nvSpPr>
          <p:cNvPr id="3" name="Subtitle 2"/>
          <p:cNvSpPr>
            <a:spLocks noGrp="1"/>
          </p:cNvSpPr>
          <p:nvPr>
            <p:ph type="subTitle" idx="1"/>
          </p:nvPr>
        </p:nvSpPr>
        <p:spPr>
          <a:xfrm>
            <a:off x="1828801" y="3886202"/>
            <a:ext cx="8534401" cy="2769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464B607F-4559-4FC0-8386-D287B3FAC488}" type="datetimeFigureOut">
              <a:rPr lang="en-US">
                <a:solidFill>
                  <a:prstClr val="black"/>
                </a:solidFill>
              </a:rPr>
              <a:pPr/>
              <a:t>2/22/2021</a:t>
            </a:fld>
            <a:endParaRPr lang="en-US" dirty="0">
              <a:solidFill>
                <a:prstClr val="black"/>
              </a:solidFill>
            </a:endParaRPr>
          </a:p>
        </p:txBody>
      </p:sp>
      <p:sp>
        <p:nvSpPr>
          <p:cNvPr id="5" name="Footer Placeholder 4"/>
          <p:cNvSpPr>
            <a:spLocks noGrp="1"/>
          </p:cNvSpPr>
          <p:nvPr>
            <p:ph type="ftr" sz="quarter" idx="11"/>
          </p:nvPr>
        </p:nvSpPr>
        <p:spPr>
          <a:xfrm>
            <a:off x="4165601" y="6356353"/>
            <a:ext cx="3860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a:xfrm>
            <a:off x="8737601" y="6356353"/>
            <a:ext cx="2844800" cy="365125"/>
          </a:xfrm>
          <a:prstGeom prst="rect">
            <a:avLst/>
          </a:prstGeom>
        </p:spPr>
        <p:txBody>
          <a:bodyPr/>
          <a:lstStyle/>
          <a:p>
            <a:fld id="{52557BA0-E887-4127-ACC0-13385FFDF32D}" type="slidenum">
              <a:rPr lang="en-US">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4247677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hecked Background">
    <p:spTree>
      <p:nvGrpSpPr>
        <p:cNvPr id="1" name=""/>
        <p:cNvGrpSpPr/>
        <p:nvPr/>
      </p:nvGrpSpPr>
      <p:grpSpPr>
        <a:xfrm>
          <a:off x="0" y="0"/>
          <a:ext cx="0" cy="0"/>
          <a:chOff x="0" y="0"/>
          <a:chExt cx="0" cy="0"/>
        </a:xfrm>
      </p:grpSpPr>
      <p:pic>
        <p:nvPicPr>
          <p:cNvPr id="5122" name="Picture 2" descr="D:\Pictures\PPTS\2016\Picture40.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a:ext>
            </a:extLst>
          </a:blip>
          <a:srcRect/>
          <a:stretch>
            <a:fillRect/>
          </a:stretch>
        </p:blipFill>
        <p:spPr bwMode="auto">
          <a:xfrm>
            <a:off x="474" y="0"/>
            <a:ext cx="1219152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bwMode="gray">
          <a:xfrm>
            <a:off x="641356" y="719157"/>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99" b="1" kern="1200" dirty="0">
                <a:solidFill>
                  <a:schemeClr val="tx1">
                    <a:lumMod val="75000"/>
                    <a:lumOff val="25000"/>
                  </a:schemeClr>
                </a:solidFill>
                <a:latin typeface="Arial" pitchFamily="34" charset="0"/>
                <a:ea typeface="+mj-ea"/>
                <a:cs typeface="Arial" pitchFamily="34" charset="0"/>
              </a:defRPr>
            </a:lvl1pPr>
          </a:lstStyle>
          <a:p>
            <a:pPr lvl="0" algn="l" defTabSz="914126" rtl="0" eaLnBrk="1" fontAlgn="base" latinLnBrk="0" hangingPunct="1">
              <a:spcBef>
                <a:spcPct val="0"/>
              </a:spcBef>
              <a:spcAft>
                <a:spcPct val="0"/>
              </a:spcAft>
              <a:buNone/>
            </a:pPr>
            <a:r>
              <a:rPr lang="en-US" dirty="0"/>
              <a:t>Click to edit Master title style</a:t>
            </a:r>
          </a:p>
        </p:txBody>
      </p:sp>
      <p:sp>
        <p:nvSpPr>
          <p:cNvPr id="9" name="Slide Number Placeholder 5"/>
          <p:cNvSpPr txBox="1">
            <a:spLocks/>
          </p:cNvSpPr>
          <p:nvPr userDrawn="1"/>
        </p:nvSpPr>
        <p:spPr bwMode="auto">
          <a:xfrm>
            <a:off x="11811651"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1" name="TextBox 20"/>
          <p:cNvSpPr txBox="1">
            <a:spLocks noChangeArrowheads="1"/>
          </p:cNvSpPr>
          <p:nvPr userDrawn="1"/>
        </p:nvSpPr>
        <p:spPr bwMode="gray">
          <a:xfrm>
            <a:off x="627715" y="6597007"/>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2017 Tech Mahindra. All rights reserved.</a:t>
            </a:r>
          </a:p>
        </p:txBody>
      </p:sp>
      <p:pic>
        <p:nvPicPr>
          <p:cNvPr id="12" name="Picture 11"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2" y="4"/>
            <a:ext cx="2686537" cy="952500"/>
          </a:xfrm>
          <a:prstGeom prst="rect">
            <a:avLst/>
          </a:prstGeom>
        </p:spPr>
      </p:pic>
    </p:spTree>
    <p:extLst>
      <p:ext uri="{BB962C8B-B14F-4D97-AF65-F5344CB8AC3E}">
        <p14:creationId xmlns:p14="http://schemas.microsoft.com/office/powerpoint/2010/main" val="153237168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9_Content slide with subtitl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p:cNvSpPr>
            <a:spLocks noGrp="1"/>
          </p:cNvSpPr>
          <p:nvPr>
            <p:ph type="title"/>
          </p:nvPr>
        </p:nvSpPr>
        <p:spPr bwMode="gray">
          <a:xfrm>
            <a:off x="641356" y="719155"/>
            <a:ext cx="10966450" cy="430887"/>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799" b="1" kern="1200" dirty="0">
                <a:solidFill>
                  <a:schemeClr val="tx1">
                    <a:lumMod val="75000"/>
                    <a:lumOff val="25000"/>
                  </a:schemeClr>
                </a:solidFill>
                <a:latin typeface="Arial" pitchFamily="34" charset="0"/>
                <a:ea typeface="+mj-ea"/>
                <a:cs typeface="Arial" pitchFamily="34" charset="0"/>
              </a:defRPr>
            </a:lvl1pPr>
          </a:lstStyle>
          <a:p>
            <a:pPr lvl="0" algn="l" defTabSz="914126" rtl="0" eaLnBrk="1" fontAlgn="base" latinLnBrk="0" hangingPunct="1">
              <a:spcBef>
                <a:spcPct val="0"/>
              </a:spcBef>
              <a:spcAft>
                <a:spcPct val="0"/>
              </a:spcAft>
              <a:buNone/>
            </a:pPr>
            <a:r>
              <a:rPr lang="en-US" dirty="0"/>
              <a:t>Click to edit Master title style</a:t>
            </a:r>
          </a:p>
        </p:txBody>
      </p:sp>
      <p:sp>
        <p:nvSpPr>
          <p:cNvPr id="15" name="Slide Number Placeholder 5"/>
          <p:cNvSpPr txBox="1">
            <a:spLocks/>
          </p:cNvSpPr>
          <p:nvPr userDrawn="1"/>
        </p:nvSpPr>
        <p:spPr bwMode="auto">
          <a:xfrm>
            <a:off x="11811648" y="6614013"/>
            <a:ext cx="16112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a:solidFill>
                  <a:srgbClr val="6D6E71"/>
                </a:solidFill>
                <a:cs typeface="Arial" pitchFamily="34" charset="0"/>
              </a:rPr>
              <a:pPr algn="r">
                <a:defRPr/>
              </a:pPr>
              <a:t>‹#›</a:t>
            </a:fld>
            <a:endParaRPr lang="en-US" sz="1000" dirty="0">
              <a:solidFill>
                <a:srgbClr val="6D6E71"/>
              </a:solidFill>
              <a:cs typeface="Arial" pitchFamily="34" charset="0"/>
            </a:endParaRPr>
          </a:p>
        </p:txBody>
      </p:sp>
      <p:sp>
        <p:nvSpPr>
          <p:cNvPr id="16" name="TextBox 20"/>
          <p:cNvSpPr txBox="1">
            <a:spLocks noChangeArrowheads="1"/>
          </p:cNvSpPr>
          <p:nvPr userDrawn="1"/>
        </p:nvSpPr>
        <p:spPr bwMode="gray">
          <a:xfrm>
            <a:off x="641360" y="6629733"/>
            <a:ext cx="2494109" cy="123111"/>
          </a:xfrm>
          <a:prstGeom prst="rect">
            <a:avLst/>
          </a:prstGeom>
          <a:noFill/>
          <a:ln w="9525">
            <a:noFill/>
            <a:miter lim="800000"/>
            <a:headEnd/>
            <a:tailEnd/>
          </a:ln>
        </p:spPr>
        <p:txBody>
          <a:bodyPr wrap="none" lIns="0" tIns="0" rIns="0" bIns="0">
            <a:spAutoFit/>
          </a:bodyPr>
          <a:lstStyle/>
          <a:p>
            <a:pPr>
              <a:defRPr/>
            </a:pPr>
            <a:r>
              <a:rPr lang="en-US" sz="800" dirty="0">
                <a:solidFill>
                  <a:srgbClr val="6D6E71"/>
                </a:solidFill>
                <a:cs typeface="Arial" pitchFamily="34" charset="0"/>
              </a:rPr>
              <a:t>Copyright © 2016 Tech Mahindra. All rights reserved.</a:t>
            </a:r>
          </a:p>
        </p:txBody>
      </p:sp>
      <p:pic>
        <p:nvPicPr>
          <p:cNvPr id="8" name="Picture 7" descr="Ridge.pdf"/>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472" y="1"/>
            <a:ext cx="2686537" cy="952500"/>
          </a:xfrm>
          <a:prstGeom prst="rect">
            <a:avLst/>
          </a:prstGeom>
        </p:spPr>
      </p:pic>
    </p:spTree>
    <p:extLst>
      <p:ext uri="{BB962C8B-B14F-4D97-AF65-F5344CB8AC3E}">
        <p14:creationId xmlns:p14="http://schemas.microsoft.com/office/powerpoint/2010/main" val="1697462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37" cstate="print"/>
          <a:stretch>
            <a:fillRect/>
          </a:stretch>
        </p:blipFill>
        <p:spPr bwMode="ltGray">
          <a:xfrm>
            <a:off x="620" y="0"/>
            <a:ext cx="3026830" cy="825500"/>
          </a:xfrm>
          <a:prstGeom prst="rect">
            <a:avLst/>
          </a:prstGeom>
        </p:spPr>
      </p:pic>
      <p:sp>
        <p:nvSpPr>
          <p:cNvPr id="2" name="Title Placeholder 1"/>
          <p:cNvSpPr>
            <a:spLocks noGrp="1"/>
          </p:cNvSpPr>
          <p:nvPr>
            <p:ph type="title"/>
          </p:nvPr>
        </p:nvSpPr>
        <p:spPr>
          <a:xfrm>
            <a:off x="624425" y="711204"/>
            <a:ext cx="10949516"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a:t>Click to edit Master title style</a:t>
            </a:r>
            <a:endParaRPr lang="en-US" dirty="0"/>
          </a:p>
        </p:txBody>
      </p:sp>
      <p:sp>
        <p:nvSpPr>
          <p:cNvPr id="3" name="Text Placeholder 2"/>
          <p:cNvSpPr>
            <a:spLocks noGrp="1"/>
          </p:cNvSpPr>
          <p:nvPr>
            <p:ph type="body" idx="1"/>
          </p:nvPr>
        </p:nvSpPr>
        <p:spPr>
          <a:xfrm>
            <a:off x="641354" y="1971675"/>
            <a:ext cx="10949516"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a:t>First level</a:t>
            </a:r>
          </a:p>
          <a:p>
            <a:pPr lvl="3"/>
            <a:r>
              <a:rPr lang="en-US" dirty="0"/>
              <a:t>Second level</a:t>
            </a:r>
          </a:p>
          <a:p>
            <a:pPr lvl="4"/>
            <a:r>
              <a:rPr lang="en-US" dirty="0"/>
              <a:t>Third level</a:t>
            </a:r>
          </a:p>
          <a:p>
            <a:pPr lvl="5"/>
            <a:r>
              <a:rPr lang="en-US" dirty="0"/>
              <a:t>Fifth level</a:t>
            </a:r>
          </a:p>
        </p:txBody>
      </p:sp>
      <p:sp>
        <p:nvSpPr>
          <p:cNvPr id="9" name="Slide Number Placeholder 5"/>
          <p:cNvSpPr txBox="1">
            <a:spLocks/>
          </p:cNvSpPr>
          <p:nvPr/>
        </p:nvSpPr>
        <p:spPr bwMode="auto">
          <a:xfrm>
            <a:off x="11714612" y="6567849"/>
            <a:ext cx="258125" cy="246221"/>
          </a:xfrm>
          <a:prstGeom prst="rect">
            <a:avLst/>
          </a:prstGeom>
          <a:noFill/>
          <a:ln w="9525">
            <a:noFill/>
            <a:miter lim="800000"/>
            <a:headEnd/>
            <a:tailEnd/>
          </a:ln>
        </p:spPr>
        <p:txBody>
          <a:bodyPr wrap="none" lIns="0" tIns="0" rIns="0" bIns="0" anchor="ctr">
            <a:spAutoFit/>
          </a:bodyPr>
          <a:lstStyle/>
          <a:p>
            <a:pPr algn="r" rtl="0">
              <a:defRPr/>
            </a:pPr>
            <a:fld id="{6856ECDB-1CEE-4F69-ADCA-557460F2116E}" type="slidenum">
              <a:rPr lang="en-US" sz="1600" b="1" kern="1200">
                <a:solidFill>
                  <a:schemeClr val="tx1"/>
                </a:solidFill>
                <a:latin typeface="Arial"/>
                <a:ea typeface="+mn-ea"/>
                <a:cs typeface="Arial" pitchFamily="34" charset="0"/>
              </a:rPr>
              <a:pPr algn="r" rtl="0">
                <a:defRPr/>
              </a:pPr>
              <a:t>‹#›</a:t>
            </a:fld>
            <a:endParaRPr lang="en-US" sz="1600" b="1" kern="1200" dirty="0">
              <a:solidFill>
                <a:schemeClr val="tx1"/>
              </a:solidFill>
              <a:latin typeface="Arial"/>
              <a:ea typeface="+mn-ea"/>
              <a:cs typeface="Arial" pitchFamily="34" charset="0"/>
            </a:endParaRPr>
          </a:p>
        </p:txBody>
      </p:sp>
      <p:sp>
        <p:nvSpPr>
          <p:cNvPr id="7" name="TextBox 20"/>
          <p:cNvSpPr txBox="1">
            <a:spLocks noChangeArrowheads="1"/>
          </p:cNvSpPr>
          <p:nvPr/>
        </p:nvSpPr>
        <p:spPr bwMode="gray">
          <a:xfrm>
            <a:off x="641351" y="6629422"/>
            <a:ext cx="3959532" cy="184666"/>
          </a:xfrm>
          <a:prstGeom prst="rect">
            <a:avLst/>
          </a:prstGeom>
          <a:noFill/>
          <a:ln w="9525">
            <a:noFill/>
            <a:miter lim="800000"/>
            <a:headEnd/>
            <a:tailEnd/>
          </a:ln>
        </p:spPr>
        <p:txBody>
          <a:bodyPr wrap="none" lIns="0" tIns="0" rIns="0" bIns="0">
            <a:spAutoFit/>
          </a:bodyPr>
          <a:lstStyle/>
          <a:p>
            <a:pPr algn="l" rtl="0">
              <a:defRPr/>
            </a:pPr>
            <a:r>
              <a:rPr lang="en-US" sz="1200" b="1" kern="1200" dirty="0">
                <a:solidFill>
                  <a:schemeClr val="tx1"/>
                </a:solidFill>
                <a:latin typeface="Arial"/>
                <a:ea typeface="+mn-ea"/>
                <a:cs typeface="Arial" pitchFamily="34" charset="0"/>
              </a:rPr>
              <a:t>Copyright © 2017 Tech Mahindra. All rights reserved.</a:t>
            </a:r>
          </a:p>
        </p:txBody>
      </p:sp>
      <p:pic>
        <p:nvPicPr>
          <p:cNvPr id="10" name="Picture 9" descr="Mahindra Logo.png"/>
          <p:cNvPicPr>
            <a:picLocks noChangeAspect="1"/>
          </p:cNvPicPr>
          <p:nvPr userDrawn="1"/>
        </p:nvPicPr>
        <p:blipFill>
          <a:blip r:embed="rId38" cstate="print"/>
          <a:stretch>
            <a:fillRect/>
          </a:stretch>
        </p:blipFill>
        <p:spPr bwMode="gray">
          <a:xfrm>
            <a:off x="10258649" y="248612"/>
            <a:ext cx="1585026" cy="328277"/>
          </a:xfrm>
          <a:prstGeom prst="rect">
            <a:avLst/>
          </a:prstGeom>
        </p:spPr>
      </p:pic>
    </p:spTree>
    <p:extLst>
      <p:ext uri="{BB962C8B-B14F-4D97-AF65-F5344CB8AC3E}">
        <p14:creationId xmlns:p14="http://schemas.microsoft.com/office/powerpoint/2010/main" val="62057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hf sldNum="0" hdr="0" dt="0"/>
  <p:txStyles>
    <p:titleStyle>
      <a:lvl1pPr algn="l" defTabSz="91440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a:xfrm>
            <a:off x="775558" y="191995"/>
            <a:ext cx="10840688" cy="430759"/>
          </a:xfrm>
          <a:noFill/>
          <a:ln w="9525">
            <a:noFill/>
            <a:miter lim="800000"/>
            <a:headEnd/>
            <a:tailEnd/>
          </a:ln>
        </p:spPr>
        <p:txBody>
          <a:bodyPr vert="horz" wrap="square" lIns="0" tIns="0" rIns="0" bIns="0" numCol="1" anchor="t" anchorCtr="0" compatLnSpc="1">
            <a:prstTxWarp prst="textNoShape">
              <a:avLst/>
            </a:prstTxWarp>
            <a:spAutoFit/>
          </a:bodyPr>
          <a:lstStyle/>
          <a:p>
            <a:pPr algn="ctr"/>
            <a:r>
              <a:rPr lang="en-US" dirty="0">
                <a:latin typeface="+mj-lt"/>
              </a:rPr>
              <a:t>Haptic touch sense Technology-Piezo Haptic Sensor</a:t>
            </a:r>
          </a:p>
        </p:txBody>
      </p:sp>
      <p:sp>
        <p:nvSpPr>
          <p:cNvPr id="22" name="Rectangle 21"/>
          <p:cNvSpPr/>
          <p:nvPr/>
        </p:nvSpPr>
        <p:spPr>
          <a:xfrm>
            <a:off x="599608" y="772907"/>
            <a:ext cx="11242622" cy="5791667"/>
          </a:xfrm>
          <a:prstGeom prst="rect">
            <a:avLst/>
          </a:prstGeom>
          <a:solidFill>
            <a:schemeClr val="bg1">
              <a:alpha val="60000"/>
            </a:schemeClr>
          </a:solidFill>
          <a:ln>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prstClr val="black"/>
              </a:solidFill>
            </a:endParaRPr>
          </a:p>
        </p:txBody>
      </p:sp>
      <p:sp>
        <p:nvSpPr>
          <p:cNvPr id="23" name="Rectangle 22"/>
          <p:cNvSpPr/>
          <p:nvPr/>
        </p:nvSpPr>
        <p:spPr>
          <a:xfrm>
            <a:off x="841894" y="881566"/>
            <a:ext cx="5149122"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Business Needs</a:t>
            </a:r>
          </a:p>
        </p:txBody>
      </p:sp>
      <p:sp>
        <p:nvSpPr>
          <p:cNvPr id="24" name="TextBox 23"/>
          <p:cNvSpPr txBox="1"/>
          <p:nvPr/>
        </p:nvSpPr>
        <p:spPr>
          <a:xfrm>
            <a:off x="794478" y="1306039"/>
            <a:ext cx="5149122" cy="723275"/>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300"/>
              </a:spcBef>
              <a:spcAft>
                <a:spcPts val="300"/>
              </a:spcAft>
              <a:buFont typeface="Wingdings" panose="05000000000000000000" pitchFamily="2" charset="2"/>
              <a:buChar char="q"/>
            </a:pPr>
            <a:r>
              <a:rPr lang="en-US" sz="1400" dirty="0">
                <a:solidFill>
                  <a:prstClr val="black">
                    <a:lumMod val="65000"/>
                    <a:lumOff val="35000"/>
                  </a:prstClr>
                </a:solidFill>
                <a:cs typeface="Arial" charset="0"/>
              </a:rPr>
              <a:t>Design and Development of Hardware &amp; Firmware for a  Haptic Sensor used in Automotive application </a:t>
            </a:r>
          </a:p>
          <a:p>
            <a:pPr marL="285750" indent="-285750" fontAlgn="base">
              <a:spcBef>
                <a:spcPts val="300"/>
              </a:spcBef>
              <a:spcAft>
                <a:spcPts val="300"/>
              </a:spcAft>
              <a:buFont typeface="Wingdings" panose="05000000000000000000" pitchFamily="2" charset="2"/>
              <a:buChar char="q"/>
            </a:pPr>
            <a:r>
              <a:rPr lang="en-US" sz="1400" dirty="0">
                <a:solidFill>
                  <a:prstClr val="black">
                    <a:lumMod val="65000"/>
                    <a:lumOff val="35000"/>
                  </a:prstClr>
                </a:solidFill>
                <a:cs typeface="Arial" charset="0"/>
              </a:rPr>
              <a:t>Design the product in credit card size.</a:t>
            </a:r>
          </a:p>
        </p:txBody>
      </p:sp>
      <p:sp>
        <p:nvSpPr>
          <p:cNvPr id="25" name="Rectangle 24"/>
          <p:cNvSpPr/>
          <p:nvPr/>
        </p:nvSpPr>
        <p:spPr>
          <a:xfrm>
            <a:off x="794429" y="2046413"/>
            <a:ext cx="5149169"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Project Scope</a:t>
            </a:r>
          </a:p>
        </p:txBody>
      </p:sp>
      <p:sp>
        <p:nvSpPr>
          <p:cNvPr id="26" name="TextBox 25"/>
          <p:cNvSpPr txBox="1"/>
          <p:nvPr/>
        </p:nvSpPr>
        <p:spPr>
          <a:xfrm>
            <a:off x="794429" y="2490281"/>
            <a:ext cx="5149169" cy="1877437"/>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Preparations of Product Specifications , HW / FW Design Documents</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Design &amp; Development of Hardware &amp; Firmware for a  Haptic sensor</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Hardware Design: BOM, Components Procurements, Schematic Design, PCB Layout, &amp; Testing </a:t>
            </a:r>
          </a:p>
          <a:p>
            <a:pPr marL="285750" indent="-285750" fontAlgn="base">
              <a:spcBef>
                <a:spcPts val="200"/>
              </a:spcBef>
              <a:spcAft>
                <a:spcPts val="200"/>
              </a:spcAft>
              <a:buFont typeface="Wingdings" panose="05000000000000000000" pitchFamily="2" charset="2"/>
              <a:buChar char="q"/>
            </a:pPr>
            <a:r>
              <a:rPr lang="en-US" sz="1400" dirty="0">
                <a:solidFill>
                  <a:prstClr val="black">
                    <a:lumMod val="65000"/>
                    <a:lumOff val="35000"/>
                  </a:prstClr>
                </a:solidFill>
                <a:cs typeface="Arial" charset="0"/>
              </a:rPr>
              <a:t>Firmware  Design : Development of Sensing logic, and Vibration</a:t>
            </a:r>
          </a:p>
        </p:txBody>
      </p:sp>
      <p:sp>
        <p:nvSpPr>
          <p:cNvPr id="27" name="Rectangle 26"/>
          <p:cNvSpPr/>
          <p:nvPr/>
        </p:nvSpPr>
        <p:spPr>
          <a:xfrm>
            <a:off x="822974" y="4560656"/>
            <a:ext cx="5168042" cy="274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600" b="1" dirty="0">
                <a:solidFill>
                  <a:prstClr val="white"/>
                </a:solidFill>
              </a:rPr>
              <a:t>Business Benefits</a:t>
            </a:r>
          </a:p>
        </p:txBody>
      </p:sp>
      <p:sp>
        <p:nvSpPr>
          <p:cNvPr id="28" name="TextBox 27"/>
          <p:cNvSpPr txBox="1"/>
          <p:nvPr/>
        </p:nvSpPr>
        <p:spPr>
          <a:xfrm>
            <a:off x="841307" y="4976382"/>
            <a:ext cx="5168042" cy="139525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End to End Product Development</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Easy configurable voltage range  from 100V to 500V for different vibrations</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Configurable for 8 sensors</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Single Piezo for both functions, sensing and vibration.</a:t>
            </a:r>
          </a:p>
          <a:p>
            <a:pPr marL="285750" indent="-285750" fontAlgn="base">
              <a:spcBef>
                <a:spcPts val="100"/>
              </a:spcBef>
              <a:spcAft>
                <a:spcPts val="100"/>
              </a:spcAft>
              <a:buFont typeface="Wingdings" panose="05000000000000000000" pitchFamily="2" charset="2"/>
              <a:buChar char="q"/>
            </a:pPr>
            <a:r>
              <a:rPr lang="en-US" sz="1400" dirty="0">
                <a:solidFill>
                  <a:prstClr val="black">
                    <a:lumMod val="65000"/>
                    <a:lumOff val="35000"/>
                  </a:prstClr>
                </a:solidFill>
                <a:cs typeface="Arial" charset="0"/>
              </a:rPr>
              <a:t>Low cost solution</a:t>
            </a:r>
          </a:p>
        </p:txBody>
      </p:sp>
      <p:pic>
        <p:nvPicPr>
          <p:cNvPr id="2" name="Picture 1">
            <a:extLst>
              <a:ext uri="{FF2B5EF4-FFF2-40B4-BE49-F238E27FC236}">
                <a16:creationId xmlns:a16="http://schemas.microsoft.com/office/drawing/2014/main" id="{F23C5374-A335-42AB-8DC3-FAEC49F568DB}"/>
              </a:ext>
            </a:extLst>
          </p:cNvPr>
          <p:cNvPicPr>
            <a:picLocks noChangeAspect="1"/>
          </p:cNvPicPr>
          <p:nvPr/>
        </p:nvPicPr>
        <p:blipFill rotWithShape="1">
          <a:blip r:embed="rId2"/>
          <a:srcRect l="37969" t="26179" r="27578" b="25006"/>
          <a:stretch/>
        </p:blipFill>
        <p:spPr>
          <a:xfrm>
            <a:off x="6211198" y="980433"/>
            <a:ext cx="3211336" cy="2558096"/>
          </a:xfrm>
          <a:prstGeom prst="rect">
            <a:avLst/>
          </a:prstGeom>
        </p:spPr>
      </p:pic>
      <p:pic>
        <p:nvPicPr>
          <p:cNvPr id="3" name="Picture 2">
            <a:extLst>
              <a:ext uri="{FF2B5EF4-FFF2-40B4-BE49-F238E27FC236}">
                <a16:creationId xmlns:a16="http://schemas.microsoft.com/office/drawing/2014/main" id="{DE17CC7A-9BC9-4853-80CC-18C6F78723BE}"/>
              </a:ext>
            </a:extLst>
          </p:cNvPr>
          <p:cNvPicPr>
            <a:picLocks noChangeAspect="1"/>
          </p:cNvPicPr>
          <p:nvPr/>
        </p:nvPicPr>
        <p:blipFill rotWithShape="1">
          <a:blip r:embed="rId3"/>
          <a:srcRect l="24727" t="34178" r="20196" b="24154"/>
          <a:stretch/>
        </p:blipFill>
        <p:spPr>
          <a:xfrm rot="5400000">
            <a:off x="8162386" y="2399183"/>
            <a:ext cx="4937770" cy="2100269"/>
          </a:xfrm>
          <a:prstGeom prst="rect">
            <a:avLst/>
          </a:prstGeom>
        </p:spPr>
      </p:pic>
    </p:spTree>
    <p:extLst>
      <p:ext uri="{BB962C8B-B14F-4D97-AF65-F5344CB8AC3E}">
        <p14:creationId xmlns:p14="http://schemas.microsoft.com/office/powerpoint/2010/main" val="3242075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otalTime>193</TotalTime>
  <Words>115</Words>
  <Application>Microsoft Office PowerPoint</Application>
  <PresentationFormat>Widescreen</PresentationFormat>
  <Paragraphs>15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Oswald Stencil</vt:lpstr>
      <vt:lpstr>Wingdings</vt:lpstr>
      <vt:lpstr>1_Tech Mahindra Powerpoint Template</vt:lpstr>
      <vt:lpstr>Haptic touch sense Technology-Piezo Haptic Sensor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EtherCAT Based Input / Output Slave Controller</dc:title>
  <dc:creator>Shireesh H</dc:creator>
  <cp:lastModifiedBy>Madhusudana Reddy</cp:lastModifiedBy>
  <cp:revision>12</cp:revision>
  <dcterms:created xsi:type="dcterms:W3CDTF">2018-08-28T15:58:40Z</dcterms:created>
  <dcterms:modified xsi:type="dcterms:W3CDTF">2021-02-22T09:05:07Z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LPManualFileClassification">
    <vt:lpwstr>{1A067545-A4E2-4FA1-8094-0D7902669705}</vt:lpwstr>
  </property>
  <property fmtid="{D5CDD505-2E9C-101B-9397-08002B2CF9AE}" pid="3" name="DLPManualFileClassificationLastModifiedBy">
    <vt:lpwstr>TECHMAHINDRA\MR37768</vt:lpwstr>
  </property>
  <property fmtid="{D5CDD505-2E9C-101B-9397-08002B2CF9AE}" pid="4" name="DLPManualFileClassificationLastModificationDate">
    <vt:lpwstr>1613984423</vt:lpwstr>
  </property>
  <property fmtid="{D5CDD505-2E9C-101B-9397-08002B2CF9AE}" pid="5" name="DLPManualFileClassificationVersion">
    <vt:lpwstr>11.6.0.76</vt:lpwstr>
  </property>
</Properties>
</file>